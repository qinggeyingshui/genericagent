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tags/tag1.xml" ContentType="application/vnd.openxmlformats-officedocument.presentationml.tags+xml"/>
  <Override PartName="/ppt/slides/tags/tag2.xml" ContentType="application/vnd.openxmlformats-officedocument.presentationml.tags+xml"/>
  <Override PartName="/ppt/slides/tags/tag3.xml" ContentType="application/vnd.openxmlformats-officedocument.presentationml.tags+xml"/>
  <Override PartName="/ppt/slides/tags/tag4.xml" ContentType="application/vnd.openxmlformats-officedocument.presentationml.tags+xml"/>
  <Override PartName="/ppt/slides/tags/tag5.xml" ContentType="application/vnd.openxmlformats-officedocument.presentationml.tags+xml"/>
  <Override PartName="/ppt/slides/tags/tag6.xml" ContentType="application/vnd.openxmlformats-officedocument.presentationml.tags+xml"/>
  <Override PartName="/ppt/slides/tags/tag7.xml" ContentType="application/vnd.openxmlformats-officedocument.presentationml.tags+xml"/>
  <Override PartName="/ppt/slides/tags/tag8.xml" ContentType="application/vnd.openxmlformats-officedocument.presentationml.tags+xml"/>
  <Override PartName="/ppt/slides/tags/tag9.xml" ContentType="application/vnd.openxmlformats-officedocument.presentationml.tags+xml"/>
  <Override PartName="/ppt/slides/tags/tag10.xml" ContentType="application/vnd.openxmlformats-officedocument.presentationml.tags+xml"/>
  <Override PartName="/ppt/slides/tags/tag11.xml" ContentType="application/vnd.openxmlformats-officedocument.presentationml.tags+xml"/>
  <Override PartName="/ppt/slides/tags/tag12.xml" ContentType="application/vnd.openxmlformats-officedocument.presentationml.tags+xml"/>
  <Override PartName="/ppt/slides/tags/tag13.xml" ContentType="application/vnd.openxmlformats-officedocument.presentationml.tags+xml"/>
  <Override PartName="/ppt/slides/tags/tag14.xml" ContentType="application/vnd.openxmlformats-officedocument.presentationml.tags+xml"/>
  <Override PartName="/ppt/slides/tags/tag15.xml" ContentType="application/vnd.openxmlformats-officedocument.presentationml.tag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media/image4.bin" ContentType="image/png"/>
  <Override PartName="/ppt/media/image5.bin" ContentType="image/pn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media/image7.bin" ContentType="image/png"/>
  <Override PartName="/ppt/media/image8.bin" ContentType="image/png"/>
  <Override PartName="/ppt/customXML/item.xml" ContentType="application/inkml+xml"/>
  <Override PartName="/ppt/customXML/item2.xml" ContentType="application/inkml+xml"/>
  <Override PartName="/ppt/slides/slide22.xml" ContentType="application/vnd.openxmlformats-officedocument.presentationml.slide+xml"/>
  <Override PartName="/ppt/media/image11.bin" ContentType="image/png"/>
  <Override PartName="/ppt/media/image12.bin" ContentType="image/pn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3.xml" ContentType="application/vnd.openxmlformats-officedocument.presentationml.slide+xml"/>
  <Override PartName="/ppt/media/image14.bin" ContentType="image/png"/>
  <Override PartName="/ppt/media/image15.bin" ContentType="image/png"/>
  <Override PartName="/ppt/media/image16.bin" ContentType="image/png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5405717918f4d5e" /><Relationship Type="http://schemas.openxmlformats.org/package/2006/relationships/metadata/core-properties" Target="/docProps/core.xml" Id="R5d1132d60eb94235" /><Relationship Type="http://schemas.openxmlformats.org/officeDocument/2006/relationships/extended-properties" Target="/docProps/app.xml" Id="Read8af4f56b348ee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2627b8968b0740d0"/>
  </p:sldMasterIdLst>
  <p:notesMasterIdLst>
    <p:notesMasterId r:id="R44d5df7dbf134868"/>
  </p:notesMasterIdLst>
  <p:sldIdLst>
    <p:sldId id="256" r:id="R727b9de283f34364"/>
    <p:sldId id="257" r:id="R9a730ff686084e03"/>
    <p:sldId id="258" r:id="R9941c146dc7b438c"/>
    <p:sldId id="259" r:id="Re8b50653d1964cc1"/>
    <p:sldId id="260" r:id="R382807950d624b0c"/>
    <p:sldId id="261" r:id="Re003553609d9404b"/>
    <p:sldId id="262" r:id="Rfd8c02655d924986"/>
    <p:sldId id="263" r:id="R16b7e52faddb44ca"/>
    <p:sldId id="264" r:id="R1e3b74395eef4c45"/>
    <p:sldId id="265" r:id="Rd0c60a2bcfd3454d"/>
    <p:sldId id="266" r:id="R3b05e43f157c44f3"/>
    <p:sldId id="267" r:id="Ra3dc893347354c73"/>
    <p:sldId id="268" r:id="R19130cc5aeb44e28"/>
    <p:sldId id="269" r:id="Rffc592ea83854010"/>
    <p:sldId id="270" r:id="R2fb479a5f9a44583"/>
    <p:sldId id="271" r:id="R94aeb2e74fbc458d"/>
    <p:sldId id="272" r:id="R1a7bc763f2064ebb"/>
    <p:sldId id="273" r:id="Rfebab8a9f9064139"/>
    <p:sldId id="274" r:id="R54f22d64de1c4d9f"/>
    <p:sldId id="275" r:id="R9f8c00b060124d4b"/>
    <p:sldId id="276" r:id="R47bb4ab3d67a4d1d"/>
    <p:sldId id="277" r:id="R0ce73de366554146"/>
    <p:sldId id="278" r:id="R752c21c970674152"/>
    <p:sldId id="279" r:id="Rb49ea9fa42f74cc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42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B9C5D2"/>
    <a:srgbClr val="C5CDD8"/>
    <a:srgbClr val="80A0BA"/>
    <a:srgbClr val="ABC0D1"/>
    <a:srgbClr val="91CEE3"/>
    <a:srgbClr val="92B9E7"/>
    <a:srgbClr val="3E5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78" autoAdjust="0"/>
    <p:restoredTop sz="95376" autoAdjust="0"/>
  </p:normalViewPr>
  <p:slideViewPr>
    <p:cSldViewPr snapToGrid="0">
      <p:cViewPr varScale="1">
        <p:scale>
          <a:sx n="72" d="100"/>
          <a:sy n="72" d="100"/>
        </p:scale>
        <p:origin x="36" y="666"/>
      </p:cViewPr>
      <p:guideLst>
        <p:guide orient="horz" pos="4042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4d5df7dbf134868" /><Relationship Type="http://schemas.openxmlformats.org/officeDocument/2006/relationships/presProps" Target="/ppt/presProps.xml" Id="Rfefe71c9b9a944f2" /><Relationship Type="http://schemas.openxmlformats.org/officeDocument/2006/relationships/viewProps" Target="/ppt/viewProps.xml" Id="Rc79162a190b1434e" /><Relationship Type="http://schemas.openxmlformats.org/officeDocument/2006/relationships/slideMaster" Target="/ppt/slideMasters/slideMaster1.xml" Id="R2627b8968b0740d0" /><Relationship Type="http://schemas.openxmlformats.org/officeDocument/2006/relationships/theme" Target="/ppt/slideMasters/theme/theme2.xml" Id="R1d311d2291c54919" /><Relationship Type="http://schemas.openxmlformats.org/officeDocument/2006/relationships/slide" Target="/ppt/slides/slide1.xml" Id="R727b9de283f34364" /><Relationship Type="http://schemas.openxmlformats.org/officeDocument/2006/relationships/slide" Target="/ppt/slides/slide2.xml" Id="R9a730ff686084e03" /><Relationship Type="http://schemas.openxmlformats.org/officeDocument/2006/relationships/slide" Target="/ppt/slides/slide3.xml" Id="R9941c146dc7b438c" /><Relationship Type="http://schemas.openxmlformats.org/officeDocument/2006/relationships/slide" Target="/ppt/slides/slide4.xml" Id="Re8b50653d1964cc1" /><Relationship Type="http://schemas.openxmlformats.org/officeDocument/2006/relationships/slide" Target="/ppt/slides/slide5.xml" Id="R382807950d624b0c" /><Relationship Type="http://schemas.openxmlformats.org/officeDocument/2006/relationships/slide" Target="/ppt/slides/slide6.xml" Id="Re003553609d9404b" /><Relationship Type="http://schemas.openxmlformats.org/officeDocument/2006/relationships/slide" Target="/ppt/slides/slide7.xml" Id="Rfd8c02655d924986" /><Relationship Type="http://schemas.openxmlformats.org/officeDocument/2006/relationships/slide" Target="/ppt/slides/slide8.xml" Id="R16b7e52faddb44ca" /><Relationship Type="http://schemas.openxmlformats.org/officeDocument/2006/relationships/slide" Target="/ppt/slides/slide9.xml" Id="R1e3b74395eef4c45" /><Relationship Type="http://schemas.openxmlformats.org/officeDocument/2006/relationships/slide" Target="/ppt/slides/slide10.xml" Id="Rd0c60a2bcfd3454d" /><Relationship Type="http://schemas.openxmlformats.org/officeDocument/2006/relationships/slide" Target="/ppt/slides/slide11.xml" Id="R3b05e43f157c44f3" /><Relationship Type="http://schemas.openxmlformats.org/officeDocument/2006/relationships/slide" Target="/ppt/slides/slide12.xml" Id="Ra3dc893347354c73" /><Relationship Type="http://schemas.openxmlformats.org/officeDocument/2006/relationships/slide" Target="/ppt/slides/slide13.xml" Id="R19130cc5aeb44e28" /><Relationship Type="http://schemas.openxmlformats.org/officeDocument/2006/relationships/slide" Target="/ppt/slides/slide14.xml" Id="Rffc592ea83854010" /><Relationship Type="http://schemas.openxmlformats.org/officeDocument/2006/relationships/slide" Target="/ppt/slides/slide15.xml" Id="R2fb479a5f9a44583" /><Relationship Type="http://schemas.openxmlformats.org/officeDocument/2006/relationships/slide" Target="/ppt/slides/slide16.xml" Id="R94aeb2e74fbc458d" /><Relationship Type="http://schemas.openxmlformats.org/officeDocument/2006/relationships/slide" Target="/ppt/slides/slide17.xml" Id="R1a7bc763f2064ebb" /><Relationship Type="http://schemas.openxmlformats.org/officeDocument/2006/relationships/slide" Target="/ppt/slides/slide18.xml" Id="Rfebab8a9f9064139" /><Relationship Type="http://schemas.openxmlformats.org/officeDocument/2006/relationships/slide" Target="/ppt/slides/slide19.xml" Id="R54f22d64de1c4d9f" /><Relationship Type="http://schemas.openxmlformats.org/officeDocument/2006/relationships/slide" Target="/ppt/slides/slide20.xml" Id="R9f8c00b060124d4b" /><Relationship Type="http://schemas.openxmlformats.org/officeDocument/2006/relationships/slide" Target="/ppt/slides/slide21.xml" Id="R47bb4ab3d67a4d1d" /><Relationship Type="http://schemas.openxmlformats.org/officeDocument/2006/relationships/slide" Target="/ppt/slides/slide22.xml" Id="R0ce73de366554146" /><Relationship Type="http://schemas.openxmlformats.org/officeDocument/2006/relationships/slide" Target="/ppt/slides/slide23.xml" Id="R752c21c970674152" /><Relationship Type="http://schemas.openxmlformats.org/officeDocument/2006/relationships/slide" Target="/ppt/slides/slide24.xml" Id="Rb49ea9fa42f74cc4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07916210c71d42a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</a:lstStyle>
          <a:p>
            <a:fld id="{42EECD6D-6B2D-4EAC-B2D7-F3E654A2C61B}" type="datetimeFigureOut">
              <a:rPr lang="zh-CN" altLang="en-US"/>
              <a:pPr/>
              <a:t>2025/4/28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</a:lstStyle>
          <a:p>
            <a:fld id="{8EDF74A8-11B3-43D8-A79C-785081DA01B1}" type="slidenum">
              <a:rPr lang="zh-CN" altLang="en-US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598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pitchFamily="34" charset="-122"/>
        <a:ea typeface="思源黑体 CN Light" panose="020B03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pitchFamily="34" charset="-122"/>
        <a:ea typeface="思源黑体 CN Light" panose="020B03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pitchFamily="34" charset="-122"/>
        <a:ea typeface="思源黑体 CN Light" panose="020B03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pitchFamily="34" charset="-122"/>
        <a:ea typeface="思源黑体 CN Light" panose="020B03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pitchFamily="34" charset="-122"/>
        <a:ea typeface="思源黑体 CN Light" panose="020B03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3.xml" Id="R2112ed1635644ed0" /><Relationship Type="http://schemas.openxmlformats.org/officeDocument/2006/relationships/notesMaster" Target="/ppt/notesMasters/notesMaster1.xml" Id="Rdceeed65588d4dd3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F74A8-11B3-43D8-A79C-785081DA01B1}" type="slidenum">
              <a:rPr lang="zh-CN" altLang="en-US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1427756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39f26a4f84d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b9fbd4c714d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977ecd41c4a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cc8ff2ec048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3a079c4024d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4f287f2b044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b517bbf9044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4f412b18e48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hyperlink" Target="http://www.1ppt.com/moban/" TargetMode="External" Id="Rd38a21757b07477a9dc096897283bf34" /><Relationship Type="http://schemas.openxmlformats.org/officeDocument/2006/relationships/slideMaster" Target="/ppt/slideMasters/slideMaster1.xml" Id="R298575af67c24f6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3739e480443b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24b2894404646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50A0B-612A-4BC1-96ED-30F639A2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525E9A-8801-4ED7-95A2-7E17B61A1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B672D8-F724-4E42-A964-97AA6016D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18B8E3-8BC6-42CC-8F73-78091291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8FB-7DA4-4785-A1BE-345456535D9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333712-CD16-4B5C-95E1-3EDBB436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55367A-7B3D-4DC8-A05E-9B04B240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3E7F-A047-4D90-A7BB-7F2E541BDBC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270868"/>
      </p:ext>
    </p:extLst>
  </p:cSld>
  <p:clrMapOvr>
    <a:masterClrMapping/>
  </p:clrMapOvr>
  <p:transition spd="slow" advClick="0" advTm="2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2AD23-511A-4BC2-AAB7-579E3EAB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0F3A56-A605-427A-BEEC-1E0136048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FF6312-8CFB-4E8D-BBF2-E2402EE16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8FB-7DA4-4785-A1BE-345456535D9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C6ECE6-FAD7-4C6E-ADD5-04BC596C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AD9C29-1A94-40D9-9A7F-AF85C445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3E7F-A047-4D90-A7BB-7F2E541BDBC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58880"/>
      </p:ext>
    </p:extLst>
  </p:cSld>
  <p:clrMapOvr>
    <a:masterClrMapping/>
  </p:clrMapOvr>
  <p:transition spd="slow" advClick="0" advTm="2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AE48E8-AD3F-4902-9AE5-DD2D6AF22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8FB-7DA4-4785-A1BE-345456535D9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ADF958-E5E4-496C-8BDC-A09503FB6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115D67-04A3-4EBF-8F89-1891F570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3E7F-A047-4D90-A7BB-7F2E541BDBC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660791"/>
      </p:ext>
    </p:extLst>
  </p:cSld>
  <p:clrMapOvr>
    <a:masterClrMapping/>
  </p:clrMapOvr>
  <p:transition spd="slow" advClick="0" advTm="20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642BD-9A53-4333-BF94-F7C153BB7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0AECA-9D21-42AA-B3D9-7B431E632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41FFAA-3874-4C08-BB4E-70C5379DD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8FB-7DA4-4785-A1BE-345456535D9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895AA3-EBEB-4CBB-81F5-4FAC55858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561082-BBA8-45EC-8A9D-9EB5135B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3E7F-A047-4D90-A7BB-7F2E541BDBC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413189"/>
      </p:ext>
    </p:extLst>
  </p:cSld>
  <p:clrMapOvr>
    <a:masterClrMapping/>
  </p:clrMapOvr>
  <p:transition spd="slow" advClick="0" advTm="20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79BED-96DF-4FB5-B4B5-4DDE0DBBF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4758BC-04D9-415C-B5FC-DF91EAA89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C971AA-D516-4776-98E6-E28E597CB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8FB-7DA4-4785-A1BE-345456535D9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69D504-F649-48FF-B945-CE3486CD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4E0EA5-AD6E-40D2-A210-73F66965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3E7F-A047-4D90-A7BB-7F2E541BDBC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942674"/>
      </p:ext>
    </p:extLst>
  </p:cSld>
  <p:clrMapOvr>
    <a:masterClrMapping/>
  </p:clrMapOvr>
  <p:transition spd="slow" advClick="0" advTm="20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5A554-71A9-4971-B61E-676BB2F02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BCCE52-70DF-473E-B1E3-6CB73666A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8FB-7DA4-4785-A1BE-345456535D9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BE61D8-10D4-4978-B5CF-15147B5F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71DC9F-311A-4B14-8D72-27BBE2B9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3E7F-A047-4D90-A7BB-7F2E541BDBC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076129"/>
      </p:ext>
    </p:extLst>
  </p:cSld>
  <p:clrMapOvr>
    <a:masterClrMapping/>
  </p:clrMapOvr>
  <p:transition spd="slow" advClick="0" advTm="20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8ED0DA-C8E5-41ED-B953-350B67DAF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34ED3E-0779-4AD1-A0B1-8873B40A3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FF790D-D4FB-4ACA-AE9C-388D3089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8FB-7DA4-4785-A1BE-345456535D9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B9086F-DD40-4D43-8114-1572FC208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9B74E9-C78F-42DF-9E01-34B86CAF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3E7F-A047-4D90-A7BB-7F2E541BDBC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137871"/>
      </p:ext>
    </p:extLst>
  </p:cSld>
  <p:clrMapOvr>
    <a:masterClrMapping/>
  </p:clrMapOvr>
  <p:transition spd="slow" advClick="0" advTm="20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178E1-06D9-4522-82FD-08C81D38B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964D91-A737-4F36-903E-3E5ECE113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34696D-4F91-4C3F-9FE3-31515D428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5D7358-A43E-46F3-B643-70E227B4E7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0C17DF0-C0FE-4B9A-B425-B0DC2D446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DBD091-5E83-4AB8-A786-F38D52FA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8FB-7DA4-4785-A1BE-345456535D9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7FB3BB-E24A-4B3C-BDF5-428CB3CAA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A8C9B07-0A01-4DDE-B7EA-E05F6B12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3E7F-A047-4D90-A7BB-7F2E541BDBC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053169"/>
      </p:ext>
    </p:extLst>
  </p:cSld>
  <p:clrMapOvr>
    <a:masterClrMapping/>
  </p:clrMapOvr>
  <p:transition spd="slow" advClick="0" advTm="2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36EA7-F0F7-479B-AED6-8B0841DD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1F7EA5-BC21-4D40-A225-C11B80CD4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DF871-94F4-4A59-A4E6-1CC965041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8FB-7DA4-4785-A1BE-345456535D9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2E4DD1-BBFC-4332-A449-FD8C9C80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938E69-B955-45F9-A456-8EABAD1F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3E7F-A047-4D90-A7BB-7F2E541BDBC1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d38a21757b07477a9dc096897283bf34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d38a21757b07477a9dc096897283bf34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5680774"/>
      </p:ext>
    </p:extLst>
  </p:cSld>
  <p:clrMapOvr>
    <a:masterClrMapping/>
  </p:clrMapOvr>
  <p:transition spd="slow" advClick="0" advTm="20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CA4389-A652-4F06-9A3A-A8A3AE1B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EA542-6F94-4182-BB97-230039846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82DBBE-3086-4D33-BDB5-B5BE2D44F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310B33-0DA2-4C15-B3B4-775C7C85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8FB-7DA4-4785-A1BE-345456535D9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5EAC30-0D84-44AC-8ADD-2E37A558F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F681A0-BB69-4ECB-90C7-7BD64B851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3E7F-A047-4D90-A7BB-7F2E541BDBC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737734"/>
      </p:ext>
    </p:extLst>
  </p:cSld>
  <p:clrMapOvr>
    <a:masterClrMapping/>
  </p:clrMapOvr>
  <p:transition spd="slow" advClick="0" advTm="20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7D425-9E8A-492B-B1D5-6BD7580E8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B29332-3B3A-46D9-B39B-C8BAAB922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17182B-3DF0-4F22-AB28-1ABEE7411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63D5FB-73F6-4CE7-A8B2-4DD3FA0F6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8FB-7DA4-4785-A1BE-345456535D9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F46417-34DC-4202-B4E5-4F1BF130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0102F3-824C-49ED-8DDC-67A4D4C3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3E7F-A047-4D90-A7BB-7F2E541BDBC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661739"/>
      </p:ext>
    </p:extLst>
  </p:cSld>
  <p:clrMapOvr>
    <a:masterClrMapping/>
  </p:clrMapOvr>
  <p:transition spd="slow" advClick="0" advTm="20">
    <p:fade/>
  </p:transition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15e8ddfff74193" /><Relationship Type="http://schemas.openxmlformats.org/officeDocument/2006/relationships/slideLayout" Target="/ppt/slideLayouts/slideLayout1.xml" Id="Rc08173fea0784b7b" /><Relationship Type="http://schemas.openxmlformats.org/officeDocument/2006/relationships/slideLayout" Target="/ppt/slideLayouts/slideLayout2.xml" Id="R0fa0db2bc0184820" /><Relationship Type="http://schemas.openxmlformats.org/officeDocument/2006/relationships/slideLayout" Target="/ppt/slideLayouts/slideLayout3.xml" Id="R7b0366589de545c2" /><Relationship Type="http://schemas.openxmlformats.org/officeDocument/2006/relationships/slideLayout" Target="/ppt/slideLayouts/slideLayout4.xml" Id="R913cf66bd18946fa" /><Relationship Type="http://schemas.openxmlformats.org/officeDocument/2006/relationships/slideLayout" Target="/ppt/slideLayouts/slideLayout5.xml" Id="R195856035e0b4ba6" /><Relationship Type="http://schemas.openxmlformats.org/officeDocument/2006/relationships/slideLayout" Target="/ppt/slideLayouts/slideLayout6.xml" Id="R3e3e6944d2274c4c" /><Relationship Type="http://schemas.openxmlformats.org/officeDocument/2006/relationships/slideLayout" Target="/ppt/slideLayouts/slideLayout7.xml" Id="R328e223eaae24f2b" /><Relationship Type="http://schemas.openxmlformats.org/officeDocument/2006/relationships/slideLayout" Target="/ppt/slideLayouts/slideLayout8.xml" Id="R777b6e8534234801" /><Relationship Type="http://schemas.openxmlformats.org/officeDocument/2006/relationships/slideLayout" Target="/ppt/slideLayouts/slideLayout9.xml" Id="R0815c412237741fb" /><Relationship Type="http://schemas.openxmlformats.org/officeDocument/2006/relationships/slideLayout" Target="/ppt/slideLayouts/slideLayout10.xml" Id="R42eae0f6fdd24cef" /><Relationship Type="http://schemas.openxmlformats.org/officeDocument/2006/relationships/slideLayout" Target="/ppt/slideLayouts/slideLayout11.xml" Id="R47ad207f7e6e4315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4D64B4B-073B-4E1A-8511-BC4628D99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FD9869-7D4A-4131-AD70-CEFE7F823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2F604F-E444-4AD9-8D06-713B5553B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</a:lstStyle>
          <a:p>
            <a:fld id="{AA46C8FB-7DA4-4785-A1BE-345456535D9C}" type="datetimeFigureOut">
              <a:rPr lang="zh-CN" altLang="en-US"/>
              <a:pPr/>
              <a:t>2025/4/28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28872D-2082-44EF-B0B7-79287B432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8B6BCF-F0E5-4BB5-8337-0E82438C5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</a:lstStyle>
          <a:p>
            <a:fld id="{A4193E7F-A047-4D90-A7BB-7F2E541BDBC1}" type="slidenum">
              <a:rPr lang="zh-CN" altLang="en-US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4438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195856035e0b4ba6"/>
    <p:sldLayoutId id="2147483652" r:id="R913cf66bd18946fa"/>
    <p:sldLayoutId id="2147483650" r:id="R0fa0db2bc0184820"/>
    <p:sldLayoutId id="2147483658" r:id="R42eae0f6fdd24cef"/>
    <p:sldLayoutId id="2147483656" r:id="R777b6e8534234801"/>
    <p:sldLayoutId id="2147483654" r:id="R3e3e6944d2274c4c"/>
    <p:sldLayoutId id="2147483651" r:id="R7b0366589de545c2"/>
    <p:sldLayoutId id="2147483649" r:id="Rc08173fea0784b7b"/>
    <p:sldLayoutId id="2147483659" r:id="R47ad207f7e6e4315"/>
    <p:sldLayoutId id="2147483657" r:id="R0815c412237741fb"/>
    <p:sldLayoutId id="2147483655" r:id="R328e223eaae24f2b"/>
  </p:sldLayoutIdLst>
  <p:transition spd="slow" advClick="0" advTm="20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1479bca0f2914bc2" /><Relationship Type="http://schemas.openxmlformats.org/officeDocument/2006/relationships/slideLayout" Target="/ppt/slideLayouts/slideLayout3.xml" Id="R5ac00b46ad5845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bin" Id="R9fd65ebb2b3e4e4c" /><Relationship Type="http://schemas.openxmlformats.org/officeDocument/2006/relationships/slideLayout" Target="/ppt/slideLayouts/slideLayout3.xml" Id="R50f593c0106049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2.bin" Id="R5d197cf5c496492b" /><Relationship Type="http://schemas.openxmlformats.org/officeDocument/2006/relationships/notesSlide" Target="/ppt/notesSlides/notesSlide1.xml" Id="R4d694b97795d4644" /><Relationship Type="http://schemas.openxmlformats.org/officeDocument/2006/relationships/slideLayout" Target="/ppt/slideLayouts/slideLayout3.xml" Id="R659bd068ee264e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.bin" Id="R5870b25a7dd6410a" /><Relationship Type="http://schemas.openxmlformats.org/officeDocument/2006/relationships/image" Target="/ppt/media/image3.bin" Id="R7b97a46600dd43a1" /><Relationship Type="http://schemas.openxmlformats.org/officeDocument/2006/relationships/tags" Target="/ppt/slides/tags/tag1.xml" Id="R17952e53a5144d7e" /><Relationship Type="http://schemas.openxmlformats.org/officeDocument/2006/relationships/tags" Target="/ppt/slides/tags/tag2.xml" Id="Rb1b2d081382e4601" /><Relationship Type="http://schemas.openxmlformats.org/officeDocument/2006/relationships/tags" Target="/ppt/slides/tags/tag3.xml" Id="Rb8696c26cba44784" /><Relationship Type="http://schemas.openxmlformats.org/officeDocument/2006/relationships/tags" Target="/ppt/slides/tags/tag4.xml" Id="Rc9f894de3c624069" /><Relationship Type="http://schemas.openxmlformats.org/officeDocument/2006/relationships/tags" Target="/ppt/slides/tags/tag5.xml" Id="Reddf9e403c92434b" /><Relationship Type="http://schemas.openxmlformats.org/officeDocument/2006/relationships/tags" Target="/ppt/slides/tags/tag6.xml" Id="R4a6dfbd9373e49e4" /><Relationship Type="http://schemas.openxmlformats.org/officeDocument/2006/relationships/tags" Target="/ppt/slides/tags/tag7.xml" Id="R6a1497c41906425b" /><Relationship Type="http://schemas.openxmlformats.org/officeDocument/2006/relationships/tags" Target="/ppt/slides/tags/tag8.xml" Id="Rae18a42c724f49c9" /><Relationship Type="http://schemas.openxmlformats.org/officeDocument/2006/relationships/tags" Target="/ppt/slides/tags/tag9.xml" Id="R0866633b83ed403b" /><Relationship Type="http://schemas.openxmlformats.org/officeDocument/2006/relationships/tags" Target="/ppt/slides/tags/tag10.xml" Id="Rcb96b18ccd69485a" /><Relationship Type="http://schemas.openxmlformats.org/officeDocument/2006/relationships/tags" Target="/ppt/slides/tags/tag11.xml" Id="R141b7c7583024ec1" /><Relationship Type="http://schemas.openxmlformats.org/officeDocument/2006/relationships/tags" Target="/ppt/slides/tags/tag12.xml" Id="Rb86e07765338418a" /><Relationship Type="http://schemas.openxmlformats.org/officeDocument/2006/relationships/tags" Target="/ppt/slides/tags/tag13.xml" Id="R4892be3ba14145ef" /><Relationship Type="http://schemas.openxmlformats.org/officeDocument/2006/relationships/tags" Target="/ppt/slides/tags/tag14.xml" Id="Rfe7a8bf0629c434c" /><Relationship Type="http://schemas.openxmlformats.org/officeDocument/2006/relationships/tags" Target="/ppt/slides/tags/tag15.xml" Id="R5e2df911dfa144f9" /><Relationship Type="http://schemas.openxmlformats.org/officeDocument/2006/relationships/slideLayout" Target="/ppt/slideLayouts/slideLayout3.xml" Id="R5dd753a484c04c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.bin" Id="R1e4db922516d4c74" /><Relationship Type="http://schemas.openxmlformats.org/officeDocument/2006/relationships/image" Target="/ppt/media/image3.bin" Id="R727c5ecea0f64396" /><Relationship Type="http://schemas.openxmlformats.org/officeDocument/2006/relationships/slideLayout" Target="/ppt/slideLayouts/slideLayout3.xml" Id="Raa087a1ffd8641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.bin" Id="R43e8947a06cb4032" /><Relationship Type="http://schemas.openxmlformats.org/officeDocument/2006/relationships/slideLayout" Target="/ppt/slideLayouts/slideLayout3.xml" Id="R0b6e04f107144a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.bin" Id="R81304750b0da4141" /><Relationship Type="http://schemas.openxmlformats.org/officeDocument/2006/relationships/slideLayout" Target="/ppt/slideLayouts/slideLayout3.xml" Id="Rd708b75a6b2a47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.bin" Id="Rbf9cc760ff5d42a2" /><Relationship Type="http://schemas.openxmlformats.org/officeDocument/2006/relationships/slideLayout" Target="/ppt/slideLayouts/slideLayout3.xml" Id="R65b815b2a6e447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.bin" Id="Rb95280e64328429c" /><Relationship Type="http://schemas.openxmlformats.org/officeDocument/2006/relationships/slideLayout" Target="/ppt/slideLayouts/slideLayout3.xml" Id="R6f0aab24676f4a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.bin" Id="Rdb9af081605e4b59" /><Relationship Type="http://schemas.openxmlformats.org/officeDocument/2006/relationships/slideLayout" Target="/ppt/slideLayouts/slideLayout3.xml" Id="Raf1da08037014b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.bin" Id="R5a7834568b04496c" /><Relationship Type="http://schemas.openxmlformats.org/officeDocument/2006/relationships/slideLayout" Target="/ppt/slideLayouts/slideLayout3.xml" Id="Rb13a76d6702143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2.bin" Id="R866ae5eeb9ea4939" /><Relationship Type="http://schemas.openxmlformats.org/officeDocument/2006/relationships/slideLayout" Target="/ppt/slideLayouts/slideLayout3.xml" Id="R9a7e9b585c744e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.bin" Id="Rb6e8112f0d1a4809" /><Relationship Type="http://schemas.openxmlformats.org/officeDocument/2006/relationships/slideLayout" Target="/ppt/slideLayouts/slideLayout3.xml" Id="R9efde95cf16248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.bin" Id="R3aa5769aee28461e" /><Relationship Type="http://schemas.openxmlformats.org/officeDocument/2006/relationships/slideLayout" Target="/ppt/slideLayouts/slideLayout3.xml" Id="R6198b0bb30ca46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.bin" Id="R42d5bf39384244c2" /><Relationship Type="http://schemas.openxmlformats.org/officeDocument/2006/relationships/slideLayout" Target="/ppt/slideLayouts/slideLayout3.xml" Id="R6ea88f15e0be42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2.bin" Id="R2cbb2482de424b58" /><Relationship Type="http://schemas.openxmlformats.org/officeDocument/2006/relationships/slideLayout" Target="/ppt/slideLayouts/slideLayout3.xml" Id="R9c3229cb25034e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.bin" Id="Rf09d7393fc854337" /><Relationship Type="http://schemas.openxmlformats.org/officeDocument/2006/relationships/slideLayout" Target="/ppt/slideLayouts/slideLayout3.xml" Id="Ra525cc1ada1d48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.bin" Id="R9d627112651a49e7" /><Relationship Type="http://schemas.openxmlformats.org/officeDocument/2006/relationships/image" Target="/ppt/media/image4.bin" Id="R6f137c8ebb80488a" /><Relationship Type="http://schemas.openxmlformats.org/officeDocument/2006/relationships/image" Target="/ppt/media/image5.bin" Id="R902fe2bbabfb46b2" /><Relationship Type="http://schemas.openxmlformats.org/officeDocument/2006/relationships/slideLayout" Target="/ppt/slideLayouts/slideLayout3.xml" Id="Rc79a19d2e08a47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.bin" Id="Rdbf58d20653249a1" /><Relationship Type="http://schemas.openxmlformats.org/officeDocument/2006/relationships/slideLayout" Target="/ppt/slideLayouts/slideLayout3.xml" Id="Rf7eef360cda245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.bin" Id="R4470dd40751e48bf" /><Relationship Type="http://schemas.openxmlformats.org/officeDocument/2006/relationships/slideLayout" Target="/ppt/slideLayouts/slideLayout3.xml" Id="R9cd4c899f0ca4c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7f0f0ce27acb4a48a0bef10670bfe10c" /><Relationship Type="http://schemas.openxmlformats.org/officeDocument/2006/relationships/image" Target="/ppt/media/image6.bin" Id="Rc7bdb05f15af4c11" /><Relationship Type="http://schemas.openxmlformats.org/officeDocument/2006/relationships/image" Target="/ppt/media/image7.bin" Id="Rd6fd3fc9ae614edd" /><Relationship Type="http://schemas.openxmlformats.org/officeDocument/2006/relationships/image" Target="/ppt/media/image8.bin" Id="R94fee738878d4f24" /><Relationship Type="http://schemas.openxmlformats.org/officeDocument/2006/relationships/customXml" Target="/ppt/customXML/item.xml" Id="R8336864edcac478d" /><Relationship Type="http://schemas.openxmlformats.org/officeDocument/2006/relationships/customXml" Target="/ppt/customXML/item2.xml" Id="R5b73098ca1574f32" /><Relationship Type="http://schemas.openxmlformats.org/officeDocument/2006/relationships/slideLayout" Target="/ppt/slideLayouts/slideLayout4.xml" Id="Rfcffe36b20b74e9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ed7f6f04d5b84fd8ba14c75cd721f1f7" /><Relationship Type="http://schemas.openxmlformats.org/officeDocument/2006/relationships/image" Target="/ppt/media/image9.bin" Id="Rcacb289008794656" /><Relationship Type="http://schemas.openxmlformats.org/officeDocument/2006/relationships/image" Target="/ppt/media/image10.bin" Id="R17545e05f6b74746" /><Relationship Type="http://schemas.openxmlformats.org/officeDocument/2006/relationships/image" Target="/ppt/media/image11.bin" Id="R57cbbf677e7f4492" /><Relationship Type="http://schemas.openxmlformats.org/officeDocument/2006/relationships/image" Target="/ppt/media/image7.bin" Id="Rb4f2e5da0ac847a3" /><Relationship Type="http://schemas.openxmlformats.org/officeDocument/2006/relationships/image" Target="/ppt/media/image12.bin" Id="R469cd4a2051742ce" /><Relationship Type="http://schemas.openxmlformats.org/officeDocument/2006/relationships/image" Target="/ppt/media/image13.bin" Id="Ra6d3e13ecf584f6f" /><Relationship Type="http://schemas.openxmlformats.org/officeDocument/2006/relationships/image" Target="/ppt/media/image8.bin" Id="Rc0afd190b6a4442f" /><Relationship Type="http://schemas.openxmlformats.org/officeDocument/2006/relationships/customXml" Target="/ppt/customXML/item3.xml" Id="R7fabeb119a4a4ca6" /><Relationship Type="http://schemas.openxmlformats.org/officeDocument/2006/relationships/customXml" Target="/ppt/customXML/item4.xml" Id="R5451556e25ed4f34" /><Relationship Type="http://schemas.openxmlformats.org/officeDocument/2006/relationships/customXml" Target="/ppt/customXML/item5.xml" Id="R8a26a9cb4598459b" /><Relationship Type="http://schemas.openxmlformats.org/officeDocument/2006/relationships/slideLayout" Target="/ppt/slideLayouts/slideLayout4.xml" Id="R3a7c17d3c0fa40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14.bin" Id="Rfc78afcaa30c4e78" /><Relationship Type="http://schemas.openxmlformats.org/officeDocument/2006/relationships/image" Target="/ppt/media/image15.bin" Id="R1e356a0748c047a2" /><Relationship Type="http://schemas.openxmlformats.org/officeDocument/2006/relationships/image" Target="/ppt/media/image13.bin" Id="R55a96a09c6f24d8c" /><Relationship Type="http://schemas.openxmlformats.org/officeDocument/2006/relationships/image" Target="/ppt/media/image16.bin" Id="R9c3c56cc5859405d" /><Relationship Type="http://schemas.openxmlformats.org/officeDocument/2006/relationships/customXml" Target="/ppt/customXML/item6.xml" Id="Rb1f64d0955af4439" /><Relationship Type="http://schemas.openxmlformats.org/officeDocument/2006/relationships/customXml" Target="/ppt/customXML/item7.xml" Id="R6f34482194224393" /><Relationship Type="http://schemas.openxmlformats.org/officeDocument/2006/relationships/customXml" Target="/ppt/customXML/item8.xml" Id="Reaaf188c2b974c87" /><Relationship Type="http://schemas.openxmlformats.org/officeDocument/2006/relationships/slideLayout" Target="/ppt/slideLayouts/slideLayout5.xml" Id="Rf7d1f1fa479e4e4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b149a2a3e873443abf7d8c291b86b857" /><Relationship Type="http://schemas.openxmlformats.org/officeDocument/2006/relationships/hyperlink" Target="https://storyset.com/" TargetMode="External" Id="R7ebc549c8b0b43ab8b5c8a1432f33b53" /><Relationship Type="http://schemas.openxmlformats.org/officeDocument/2006/relationships/slideLayout" Target="/ppt/slideLayouts/slideLayout4.xml" Id="R47875bb04f2049d0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86BC50A4-EC4D-4398-8543-13CD3B2DB704}"/>
              </a:ext>
            </a:extLst>
          </p:cNvPr>
          <p:cNvPicPr>
            <a:picLocks noChangeAspect="1"/>
          </p:cNvPicPr>
          <p:nvPr/>
        </p:nvPicPr>
        <p:blipFill rotWithShape="1">
          <a:blip r:embed="R1479bca0f2914bc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CB6840DE-7FD0-4440-BDD2-7BB44B4D96EA}"/>
              </a:ext>
            </a:extLst>
          </p:cNvPr>
          <p:cNvGrpSpPr/>
          <p:nvPr/>
        </p:nvGrpSpPr>
        <p:grpSpPr>
          <a:xfrm>
            <a:off x="594253" y="572081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86380B0-7A90-4169-BDB8-C5A1DB98F9DA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0678D360-8929-4321-9B04-9761B07EA8A0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AFF7AC24-C44A-4FB5-9349-203B5950C731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9" name="TextBox 34">
            <a:extLst>
              <a:ext uri="{FF2B5EF4-FFF2-40B4-BE49-F238E27FC236}">
                <a16:creationId xmlns:a16="http://schemas.microsoft.com/office/drawing/2014/main" id="{786A8DDC-64AC-4FE6-9A3F-77B2D378691A}"/>
              </a:ext>
            </a:extLst>
          </p:cNvPr>
          <p:cNvSpPr txBox="1"/>
          <p:nvPr/>
        </p:nvSpPr>
        <p:spPr>
          <a:xfrm>
            <a:off x="8029838" y="587576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7F276B5E-2976-41A7-B7AB-FCCF2D736CD4}"/>
              </a:ext>
            </a:extLst>
          </p:cNvPr>
          <p:cNvSpPr txBox="1"/>
          <p:nvPr/>
        </p:nvSpPr>
        <p:spPr>
          <a:xfrm>
            <a:off x="9377468" y="587576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id="{2F725F02-03F1-40CE-A6E4-ED6A9A3B34E8}"/>
              </a:ext>
            </a:extLst>
          </p:cNvPr>
          <p:cNvSpPr txBox="1"/>
          <p:nvPr/>
        </p:nvSpPr>
        <p:spPr>
          <a:xfrm>
            <a:off x="10725098" y="587576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96E208-5B2C-425B-9BC9-5EA7C358895E}"/>
              </a:ext>
            </a:extLst>
          </p:cNvPr>
          <p:cNvSpPr txBox="1"/>
          <p:nvPr/>
        </p:nvSpPr>
        <p:spPr>
          <a:xfrm>
            <a:off x="2027360" y="2253578"/>
            <a:ext cx="68380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dirty="0">
                <a:latin typeface="Calibri Light"/>
                <a:ea typeface="方正细谭黑简体"/>
                <a:cs typeface="阿里巴巴普惠体 Light" pitchFamily="18" charset="-122"/>
                <a:sym typeface="Calibri Light"/>
              </a:rPr>
              <a:t>高级感模板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AF74F5-2779-456C-8242-9824EE78E789}"/>
              </a:ext>
            </a:extLst>
          </p:cNvPr>
          <p:cNvSpPr txBox="1"/>
          <p:nvPr/>
        </p:nvSpPr>
        <p:spPr>
          <a:xfrm>
            <a:off x="2687395" y="3972123"/>
            <a:ext cx="983848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bg1"/>
                </a:solidFill>
                <a:latin typeface="Calibri Light"/>
                <a:ea typeface="方正细谭黑简体"/>
                <a:sym typeface="Calibri Light"/>
              </a:rPr>
              <a:t>2030</a:t>
            </a:r>
            <a:endParaRPr lang="zh-CN" altLang="en-US" sz="1600" dirty="0">
              <a:solidFill>
                <a:schemeClr val="bg1"/>
              </a:solidFill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6DF32E-8EDA-4F72-8258-467D8AE52747}"/>
              </a:ext>
            </a:extLst>
          </p:cNvPr>
          <p:cNvSpPr txBox="1"/>
          <p:nvPr/>
        </p:nvSpPr>
        <p:spPr>
          <a:xfrm>
            <a:off x="3938415" y="3854495"/>
            <a:ext cx="41152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Calibri Light"/>
                <a:ea typeface="方正细谭黑简体"/>
                <a:sym typeface="Calibri Light"/>
              </a:rPr>
              <a:t>Lorem ipsum dolor sit amet, consectetuer adipiscing elit. Maecenas, Lorem ipsum dolor sit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  <a:latin typeface="Calibri Light"/>
                <a:ea typeface="方正细谭黑简体"/>
                <a:sym typeface="Calibri Light"/>
              </a:rPr>
              <a:t>amet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716ECB0-F6C0-449C-9B1C-206DD7702F66}"/>
              </a:ext>
            </a:extLst>
          </p:cNvPr>
          <p:cNvGrpSpPr/>
          <p:nvPr/>
        </p:nvGrpSpPr>
        <p:grpSpPr>
          <a:xfrm>
            <a:off x="2557345" y="2040066"/>
            <a:ext cx="3205551" cy="64500"/>
            <a:chOff x="2557344" y="2040066"/>
            <a:chExt cx="3205550" cy="64500"/>
          </a:xfrm>
        </p:grpSpPr>
        <p:cxnSp>
          <p:nvCxnSpPr>
            <p:cNvPr id="18" name="Google Shape;141;p25">
              <a:extLst>
                <a:ext uri="{FF2B5EF4-FFF2-40B4-BE49-F238E27FC236}">
                  <a16:creationId xmlns:a16="http://schemas.microsoft.com/office/drawing/2014/main" id="{422B2D14-77EF-46A7-A381-0C9A9D84F5D7}"/>
                </a:ext>
              </a:extLst>
            </p:cNvPr>
            <p:cNvCxnSpPr/>
            <p:nvPr/>
          </p:nvCxnSpPr>
          <p:spPr>
            <a:xfrm rot="16200000">
              <a:off x="3734094" y="895566"/>
              <a:ext cx="0" cy="2353500"/>
            </a:xfrm>
            <a:prstGeom prst="straightConnector1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44;p25">
              <a:extLst>
                <a:ext uri="{FF2B5EF4-FFF2-40B4-BE49-F238E27FC236}">
                  <a16:creationId xmlns:a16="http://schemas.microsoft.com/office/drawing/2014/main" id="{768DEC07-56E4-4A8B-92D4-8A6DBEFBBA50}"/>
                </a:ext>
              </a:extLst>
            </p:cNvPr>
            <p:cNvSpPr/>
            <p:nvPr/>
          </p:nvSpPr>
          <p:spPr>
            <a:xfrm rot="5400000">
              <a:off x="5118023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0" name="Google Shape;145;p25">
              <a:extLst>
                <a:ext uri="{FF2B5EF4-FFF2-40B4-BE49-F238E27FC236}">
                  <a16:creationId xmlns:a16="http://schemas.microsoft.com/office/drawing/2014/main" id="{2BE585BB-BA8D-4FA2-861F-7727BD84DF32}"/>
                </a:ext>
              </a:extLst>
            </p:cNvPr>
            <p:cNvSpPr/>
            <p:nvPr/>
          </p:nvSpPr>
          <p:spPr>
            <a:xfrm rot="5400000">
              <a:off x="5311483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1" name="Google Shape;146;p25">
              <a:extLst>
                <a:ext uri="{FF2B5EF4-FFF2-40B4-BE49-F238E27FC236}">
                  <a16:creationId xmlns:a16="http://schemas.microsoft.com/office/drawing/2014/main" id="{3D61FCDB-1B79-4D53-BD7A-9040C7D5DFA6}"/>
                </a:ext>
              </a:extLst>
            </p:cNvPr>
            <p:cNvSpPr/>
            <p:nvPr/>
          </p:nvSpPr>
          <p:spPr>
            <a:xfrm rot="5400000">
              <a:off x="5504944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2" name="Google Shape;147;p25">
              <a:extLst>
                <a:ext uri="{FF2B5EF4-FFF2-40B4-BE49-F238E27FC236}">
                  <a16:creationId xmlns:a16="http://schemas.microsoft.com/office/drawing/2014/main" id="{D35EB4C6-48DA-4CAB-A449-A93CA5FFC6FC}"/>
                </a:ext>
              </a:extLst>
            </p:cNvPr>
            <p:cNvSpPr/>
            <p:nvPr/>
          </p:nvSpPr>
          <p:spPr>
            <a:xfrm rot="5400000">
              <a:off x="5698394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 Light"/>
                <a:ea typeface="方正细谭黑简体"/>
                <a:sym typeface="Calibri Light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365428C-EEB5-45B5-AE8E-FC17A5E7ADE2}"/>
              </a:ext>
            </a:extLst>
          </p:cNvPr>
          <p:cNvGrpSpPr/>
          <p:nvPr/>
        </p:nvGrpSpPr>
        <p:grpSpPr>
          <a:xfrm>
            <a:off x="2619101" y="4885450"/>
            <a:ext cx="3205551" cy="64500"/>
            <a:chOff x="2619100" y="4885450"/>
            <a:chExt cx="3205550" cy="64500"/>
          </a:xfrm>
        </p:grpSpPr>
        <p:cxnSp>
          <p:nvCxnSpPr>
            <p:cNvPr id="24" name="Google Shape;141;p25">
              <a:extLst>
                <a:ext uri="{FF2B5EF4-FFF2-40B4-BE49-F238E27FC236}">
                  <a16:creationId xmlns:a16="http://schemas.microsoft.com/office/drawing/2014/main" id="{4F818B40-0D3D-4088-A519-99F6393855F2}"/>
                </a:ext>
              </a:extLst>
            </p:cNvPr>
            <p:cNvCxnSpPr/>
            <p:nvPr/>
          </p:nvCxnSpPr>
          <p:spPr>
            <a:xfrm rot="16200000">
              <a:off x="3795850" y="3740950"/>
              <a:ext cx="0" cy="2353500"/>
            </a:xfrm>
            <a:prstGeom prst="straightConnector1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" name="Google Shape;144;p25">
              <a:extLst>
                <a:ext uri="{FF2B5EF4-FFF2-40B4-BE49-F238E27FC236}">
                  <a16:creationId xmlns:a16="http://schemas.microsoft.com/office/drawing/2014/main" id="{CA8E53FC-7547-4F69-909F-5DCC67DA5919}"/>
                </a:ext>
              </a:extLst>
            </p:cNvPr>
            <p:cNvSpPr/>
            <p:nvPr/>
          </p:nvSpPr>
          <p:spPr>
            <a:xfrm rot="5400000">
              <a:off x="5179779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6" name="Google Shape;145;p25">
              <a:extLst>
                <a:ext uri="{FF2B5EF4-FFF2-40B4-BE49-F238E27FC236}">
                  <a16:creationId xmlns:a16="http://schemas.microsoft.com/office/drawing/2014/main" id="{E094541F-4FB6-4C3A-AE1D-1A2F7D8EAA68}"/>
                </a:ext>
              </a:extLst>
            </p:cNvPr>
            <p:cNvSpPr/>
            <p:nvPr/>
          </p:nvSpPr>
          <p:spPr>
            <a:xfrm rot="5400000">
              <a:off x="5373239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7" name="Google Shape;146;p25">
              <a:extLst>
                <a:ext uri="{FF2B5EF4-FFF2-40B4-BE49-F238E27FC236}">
                  <a16:creationId xmlns:a16="http://schemas.microsoft.com/office/drawing/2014/main" id="{CBBE2025-B12D-4974-91A8-7E1F8420E607}"/>
                </a:ext>
              </a:extLst>
            </p:cNvPr>
            <p:cNvSpPr/>
            <p:nvPr/>
          </p:nvSpPr>
          <p:spPr>
            <a:xfrm rot="5400000">
              <a:off x="5566700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8" name="Google Shape;147;p25">
              <a:extLst>
                <a:ext uri="{FF2B5EF4-FFF2-40B4-BE49-F238E27FC236}">
                  <a16:creationId xmlns:a16="http://schemas.microsoft.com/office/drawing/2014/main" id="{2D3C2064-1540-47C3-8777-164806F77088}"/>
                </a:ext>
              </a:extLst>
            </p:cNvPr>
            <p:cNvSpPr/>
            <p:nvPr/>
          </p:nvSpPr>
          <p:spPr>
            <a:xfrm rot="5400000">
              <a:off x="5760150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 Light"/>
                <a:ea typeface="方正细谭黑简体"/>
                <a:sym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883556"/>
      </p:ext>
    </p:extLst>
  </p:cSld>
  <p:clrMapOvr>
    <a:masterClrMapping/>
  </p:clrMapOvr>
  <p:transition spd="slow" advClick="0" advTm="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4DC0C42B-E034-4550-B00B-0760BD55AE96}"/>
              </a:ext>
            </a:extLst>
          </p:cNvPr>
          <p:cNvPicPr>
            <a:picLocks noChangeAspect="1"/>
          </p:cNvPicPr>
          <p:nvPr/>
        </p:nvPicPr>
        <p:blipFill rotWithShape="1">
          <a:blip r:embed="R9fd65ebb2b3e4e4c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5">
            <a:extLst>
              <a:ext uri="{FF2B5EF4-FFF2-40B4-BE49-F238E27FC236}">
                <a16:creationId xmlns:a16="http://schemas.microsoft.com/office/drawing/2014/main" id="{9DB0873B-DB01-4511-B99B-0C39B639DB64}"/>
              </a:ext>
            </a:extLst>
          </p:cNvPr>
          <p:cNvGrpSpPr/>
          <p:nvPr/>
        </p:nvGrpSpPr>
        <p:grpSpPr>
          <a:xfrm>
            <a:off x="594253" y="572081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5768F206-4647-4DC4-82E8-8E797230D07F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8AB4FE32-3508-4EA0-A5A5-9F693392249F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4EC56358-7044-4398-9440-C94539BCE188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3" name="TextBox 34">
            <a:extLst>
              <a:ext uri="{FF2B5EF4-FFF2-40B4-BE49-F238E27FC236}">
                <a16:creationId xmlns:a16="http://schemas.microsoft.com/office/drawing/2014/main" id="{7CD97BBA-1551-443A-AE2F-3E5FE34282DE}"/>
              </a:ext>
            </a:extLst>
          </p:cNvPr>
          <p:cNvSpPr txBox="1"/>
          <p:nvPr/>
        </p:nvSpPr>
        <p:spPr>
          <a:xfrm>
            <a:off x="8029838" y="587576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C748B1CA-F363-4F1E-94BF-A12E6D8A91C7}"/>
              </a:ext>
            </a:extLst>
          </p:cNvPr>
          <p:cNvSpPr txBox="1"/>
          <p:nvPr/>
        </p:nvSpPr>
        <p:spPr>
          <a:xfrm>
            <a:off x="9377468" y="587576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5" name="TextBox 36">
            <a:extLst>
              <a:ext uri="{FF2B5EF4-FFF2-40B4-BE49-F238E27FC236}">
                <a16:creationId xmlns:a16="http://schemas.microsoft.com/office/drawing/2014/main" id="{EBC33658-D39B-4924-B794-FBB90F1CA8C1}"/>
              </a:ext>
            </a:extLst>
          </p:cNvPr>
          <p:cNvSpPr txBox="1"/>
          <p:nvPr/>
        </p:nvSpPr>
        <p:spPr>
          <a:xfrm>
            <a:off x="10725098" y="587576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5757868-9AA9-417E-A29A-8A1B0D0CDED9}"/>
              </a:ext>
            </a:extLst>
          </p:cNvPr>
          <p:cNvGrpSpPr/>
          <p:nvPr/>
        </p:nvGrpSpPr>
        <p:grpSpPr>
          <a:xfrm>
            <a:off x="1286190" y="2573574"/>
            <a:ext cx="3759724" cy="2482514"/>
            <a:chOff x="1286189" y="2640183"/>
            <a:chExt cx="3759724" cy="248251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C13D42A2-7E75-41B1-8405-71A3919FE220}"/>
                </a:ext>
              </a:extLst>
            </p:cNvPr>
            <p:cNvSpPr/>
            <p:nvPr/>
          </p:nvSpPr>
          <p:spPr>
            <a:xfrm>
              <a:off x="2017562" y="2640183"/>
              <a:ext cx="3028351" cy="248251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237D3886-1860-467E-A513-2759FC94E14E}"/>
                </a:ext>
              </a:extLst>
            </p:cNvPr>
            <p:cNvSpPr/>
            <p:nvPr/>
          </p:nvSpPr>
          <p:spPr>
            <a:xfrm>
              <a:off x="1286189" y="2640183"/>
              <a:ext cx="3648429" cy="2482514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EE8F635-EDA5-49B9-938D-87743DAB386A}"/>
                </a:ext>
              </a:extLst>
            </p:cNvPr>
            <p:cNvSpPr txBox="1"/>
            <p:nvPr/>
          </p:nvSpPr>
          <p:spPr>
            <a:xfrm>
              <a:off x="2017562" y="3322919"/>
              <a:ext cx="30283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latin typeface="Calibri Light"/>
                  <a:ea typeface="方正细谭黑简体"/>
                  <a:sym typeface="Calibri Light"/>
                </a:rPr>
                <a:t>Contents</a:t>
              </a:r>
              <a:endParaRPr lang="zh-CN" altLang="en-US" sz="4400"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7" name="iconfont-1122-840613">
              <a:extLst>
                <a:ext uri="{FF2B5EF4-FFF2-40B4-BE49-F238E27FC236}">
                  <a16:creationId xmlns:a16="http://schemas.microsoft.com/office/drawing/2014/main" id="{41DB2566-4BED-4D39-8541-AA668A5C0125}"/>
                </a:ext>
              </a:extLst>
            </p:cNvPr>
            <p:cNvSpPr/>
            <p:nvPr/>
          </p:nvSpPr>
          <p:spPr>
            <a:xfrm>
              <a:off x="3363068" y="4209118"/>
              <a:ext cx="345134" cy="345134"/>
            </a:xfrm>
            <a:custGeom>
              <a:avLst/>
              <a:gdLst>
                <a:gd name="T0" fmla="*/ 5096 w 10942"/>
                <a:gd name="T1" fmla="*/ 9044 h 10942"/>
                <a:gd name="T2" fmla="*/ 8344 w 10942"/>
                <a:gd name="T3" fmla="*/ 5796 h 10942"/>
                <a:gd name="T4" fmla="*/ 8344 w 10942"/>
                <a:gd name="T5" fmla="*/ 5146 h 10942"/>
                <a:gd name="T6" fmla="*/ 5096 w 10942"/>
                <a:gd name="T7" fmla="*/ 1898 h 10942"/>
                <a:gd name="T8" fmla="*/ 4797 w 10942"/>
                <a:gd name="T9" fmla="*/ 1774 h 10942"/>
                <a:gd name="T10" fmla="*/ 4472 w 10942"/>
                <a:gd name="T11" fmla="*/ 1898 h 10942"/>
                <a:gd name="T12" fmla="*/ 3747 w 10942"/>
                <a:gd name="T13" fmla="*/ 2648 h 10942"/>
                <a:gd name="T14" fmla="*/ 3597 w 10942"/>
                <a:gd name="T15" fmla="*/ 2948 h 10942"/>
                <a:gd name="T16" fmla="*/ 3747 w 10942"/>
                <a:gd name="T17" fmla="*/ 3272 h 10942"/>
                <a:gd name="T18" fmla="*/ 5921 w 10942"/>
                <a:gd name="T19" fmla="*/ 5471 h 10942"/>
                <a:gd name="T20" fmla="*/ 3747 w 10942"/>
                <a:gd name="T21" fmla="*/ 7669 h 10942"/>
                <a:gd name="T22" fmla="*/ 3597 w 10942"/>
                <a:gd name="T23" fmla="*/ 7994 h 10942"/>
                <a:gd name="T24" fmla="*/ 3747 w 10942"/>
                <a:gd name="T25" fmla="*/ 8294 h 10942"/>
                <a:gd name="T26" fmla="*/ 4472 w 10942"/>
                <a:gd name="T27" fmla="*/ 9044 h 10942"/>
                <a:gd name="T28" fmla="*/ 4797 w 10942"/>
                <a:gd name="T29" fmla="*/ 9168 h 10942"/>
                <a:gd name="T30" fmla="*/ 5096 w 10942"/>
                <a:gd name="T31" fmla="*/ 9044 h 10942"/>
                <a:gd name="T32" fmla="*/ 10218 w 10942"/>
                <a:gd name="T33" fmla="*/ 8219 h 10942"/>
                <a:gd name="T34" fmla="*/ 8219 w 10942"/>
                <a:gd name="T35" fmla="*/ 10218 h 10942"/>
                <a:gd name="T36" fmla="*/ 5471 w 10942"/>
                <a:gd name="T37" fmla="*/ 10942 h 10942"/>
                <a:gd name="T38" fmla="*/ 2723 w 10942"/>
                <a:gd name="T39" fmla="*/ 10218 h 10942"/>
                <a:gd name="T40" fmla="*/ 724 w 10942"/>
                <a:gd name="T41" fmla="*/ 8219 h 10942"/>
                <a:gd name="T42" fmla="*/ 0 w 10942"/>
                <a:gd name="T43" fmla="*/ 5471 h 10942"/>
                <a:gd name="T44" fmla="*/ 724 w 10942"/>
                <a:gd name="T45" fmla="*/ 2723 h 10942"/>
                <a:gd name="T46" fmla="*/ 2723 w 10942"/>
                <a:gd name="T47" fmla="*/ 724 h 10942"/>
                <a:gd name="T48" fmla="*/ 5471 w 10942"/>
                <a:gd name="T49" fmla="*/ 0 h 10942"/>
                <a:gd name="T50" fmla="*/ 8219 w 10942"/>
                <a:gd name="T51" fmla="*/ 724 h 10942"/>
                <a:gd name="T52" fmla="*/ 10218 w 10942"/>
                <a:gd name="T53" fmla="*/ 2723 h 10942"/>
                <a:gd name="T54" fmla="*/ 10942 w 10942"/>
                <a:gd name="T55" fmla="*/ 5471 h 10942"/>
                <a:gd name="T56" fmla="*/ 10218 w 10942"/>
                <a:gd name="T57" fmla="*/ 8219 h 10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942" h="10942">
                  <a:moveTo>
                    <a:pt x="5096" y="9044"/>
                  </a:moveTo>
                  <a:lnTo>
                    <a:pt x="8344" y="5796"/>
                  </a:lnTo>
                  <a:cubicBezTo>
                    <a:pt x="8544" y="5596"/>
                    <a:pt x="8544" y="5346"/>
                    <a:pt x="8344" y="5146"/>
                  </a:cubicBezTo>
                  <a:lnTo>
                    <a:pt x="5096" y="1898"/>
                  </a:lnTo>
                  <a:cubicBezTo>
                    <a:pt x="5021" y="1823"/>
                    <a:pt x="4921" y="1774"/>
                    <a:pt x="4797" y="1774"/>
                  </a:cubicBezTo>
                  <a:cubicBezTo>
                    <a:pt x="4672" y="1774"/>
                    <a:pt x="4547" y="1823"/>
                    <a:pt x="4472" y="1898"/>
                  </a:cubicBezTo>
                  <a:lnTo>
                    <a:pt x="3747" y="2648"/>
                  </a:lnTo>
                  <a:cubicBezTo>
                    <a:pt x="3647" y="2723"/>
                    <a:pt x="3597" y="2823"/>
                    <a:pt x="3597" y="2948"/>
                  </a:cubicBezTo>
                  <a:cubicBezTo>
                    <a:pt x="3597" y="3098"/>
                    <a:pt x="3647" y="3198"/>
                    <a:pt x="3747" y="3272"/>
                  </a:cubicBezTo>
                  <a:lnTo>
                    <a:pt x="5921" y="5471"/>
                  </a:lnTo>
                  <a:lnTo>
                    <a:pt x="3747" y="7669"/>
                  </a:lnTo>
                  <a:cubicBezTo>
                    <a:pt x="3647" y="7744"/>
                    <a:pt x="3597" y="7844"/>
                    <a:pt x="3597" y="7994"/>
                  </a:cubicBezTo>
                  <a:cubicBezTo>
                    <a:pt x="3597" y="8119"/>
                    <a:pt x="3647" y="8219"/>
                    <a:pt x="3747" y="8294"/>
                  </a:cubicBezTo>
                  <a:lnTo>
                    <a:pt x="4472" y="9044"/>
                  </a:lnTo>
                  <a:cubicBezTo>
                    <a:pt x="4547" y="9119"/>
                    <a:pt x="4672" y="9168"/>
                    <a:pt x="4797" y="9168"/>
                  </a:cubicBezTo>
                  <a:cubicBezTo>
                    <a:pt x="4921" y="9168"/>
                    <a:pt x="5021" y="9119"/>
                    <a:pt x="5096" y="9044"/>
                  </a:cubicBezTo>
                  <a:close/>
                  <a:moveTo>
                    <a:pt x="10218" y="8219"/>
                  </a:moveTo>
                  <a:cubicBezTo>
                    <a:pt x="9718" y="9044"/>
                    <a:pt x="9044" y="9718"/>
                    <a:pt x="8219" y="10218"/>
                  </a:cubicBezTo>
                  <a:cubicBezTo>
                    <a:pt x="7420" y="10692"/>
                    <a:pt x="6495" y="10942"/>
                    <a:pt x="5471" y="10942"/>
                  </a:cubicBezTo>
                  <a:cubicBezTo>
                    <a:pt x="4447" y="10942"/>
                    <a:pt x="3522" y="10692"/>
                    <a:pt x="2723" y="10218"/>
                  </a:cubicBezTo>
                  <a:cubicBezTo>
                    <a:pt x="1898" y="9718"/>
                    <a:pt x="1224" y="9044"/>
                    <a:pt x="724" y="8219"/>
                  </a:cubicBezTo>
                  <a:cubicBezTo>
                    <a:pt x="250" y="7420"/>
                    <a:pt x="0" y="6495"/>
                    <a:pt x="0" y="5471"/>
                  </a:cubicBezTo>
                  <a:cubicBezTo>
                    <a:pt x="0" y="4447"/>
                    <a:pt x="250" y="3522"/>
                    <a:pt x="724" y="2723"/>
                  </a:cubicBezTo>
                  <a:cubicBezTo>
                    <a:pt x="1224" y="1898"/>
                    <a:pt x="1898" y="1224"/>
                    <a:pt x="2723" y="724"/>
                  </a:cubicBezTo>
                  <a:cubicBezTo>
                    <a:pt x="3522" y="250"/>
                    <a:pt x="4447" y="0"/>
                    <a:pt x="5471" y="0"/>
                  </a:cubicBezTo>
                  <a:cubicBezTo>
                    <a:pt x="6495" y="0"/>
                    <a:pt x="7420" y="250"/>
                    <a:pt x="8219" y="724"/>
                  </a:cubicBezTo>
                  <a:cubicBezTo>
                    <a:pt x="9044" y="1224"/>
                    <a:pt x="9718" y="1898"/>
                    <a:pt x="10218" y="2723"/>
                  </a:cubicBezTo>
                  <a:cubicBezTo>
                    <a:pt x="10692" y="3522"/>
                    <a:pt x="10942" y="4447"/>
                    <a:pt x="10942" y="5471"/>
                  </a:cubicBezTo>
                  <a:cubicBezTo>
                    <a:pt x="10942" y="6495"/>
                    <a:pt x="10692" y="7420"/>
                    <a:pt x="10218" y="821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053A415-EFD4-4FA0-B7A3-A9AFD2B4D992}"/>
              </a:ext>
            </a:extLst>
          </p:cNvPr>
          <p:cNvGrpSpPr/>
          <p:nvPr/>
        </p:nvGrpSpPr>
        <p:grpSpPr>
          <a:xfrm>
            <a:off x="6859567" y="1764175"/>
            <a:ext cx="3496000" cy="4101314"/>
            <a:chOff x="6859566" y="1764174"/>
            <a:chExt cx="3496000" cy="4101314"/>
          </a:xfrm>
        </p:grpSpPr>
        <p:sp>
          <p:nvSpPr>
            <p:cNvPr id="18" name="Google Shape;1279;p58">
              <a:extLst>
                <a:ext uri="{FF2B5EF4-FFF2-40B4-BE49-F238E27FC236}">
                  <a16:creationId xmlns:a16="http://schemas.microsoft.com/office/drawing/2014/main" id="{E33223D2-B7BB-430E-B276-493AADFA1AAF}"/>
                </a:ext>
              </a:extLst>
            </p:cNvPr>
            <p:cNvSpPr/>
            <p:nvPr/>
          </p:nvSpPr>
          <p:spPr>
            <a:xfrm>
              <a:off x="7051506" y="1764174"/>
              <a:ext cx="3279041" cy="742791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CDD8"/>
                </a:gs>
                <a:gs pos="100000">
                  <a:srgbClr val="80A0BA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700" kern="0" dirty="0">
                <a:solidFill>
                  <a:srgbClr val="000000"/>
                </a:solidFill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19" name="Google Shape;1280;p58">
              <a:extLst>
                <a:ext uri="{FF2B5EF4-FFF2-40B4-BE49-F238E27FC236}">
                  <a16:creationId xmlns:a16="http://schemas.microsoft.com/office/drawing/2014/main" id="{C8A19043-D8F4-4AA1-BC20-A0E951F20B9C}"/>
                </a:ext>
              </a:extLst>
            </p:cNvPr>
            <p:cNvSpPr/>
            <p:nvPr/>
          </p:nvSpPr>
          <p:spPr>
            <a:xfrm>
              <a:off x="6859566" y="1897392"/>
              <a:ext cx="3279041" cy="742791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5979B7A-FCC3-4CE7-8CF5-867B1FC842C9}"/>
                </a:ext>
              </a:extLst>
            </p:cNvPr>
            <p:cNvSpPr txBox="1"/>
            <p:nvPr/>
          </p:nvSpPr>
          <p:spPr>
            <a:xfrm>
              <a:off x="7316502" y="2014295"/>
              <a:ext cx="26481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alibri Light"/>
                  <a:ea typeface="方正细谭黑简体"/>
                  <a:sym typeface="Calibri Light"/>
                </a:rPr>
                <a:t>01.</a:t>
              </a:r>
              <a:r>
                <a:rPr lang="zh-CN" altLang="en-US" sz="2400" dirty="0">
                  <a:latin typeface="Calibri Light"/>
                  <a:ea typeface="方正细谭黑简体"/>
                  <a:sym typeface="Calibri Light"/>
                </a:rPr>
                <a:t>单击添加标题</a:t>
              </a:r>
            </a:p>
          </p:txBody>
        </p:sp>
        <p:sp>
          <p:nvSpPr>
            <p:cNvPr id="24" name="Google Shape;1279;p58">
              <a:extLst>
                <a:ext uri="{FF2B5EF4-FFF2-40B4-BE49-F238E27FC236}">
                  <a16:creationId xmlns:a16="http://schemas.microsoft.com/office/drawing/2014/main" id="{A15CC02F-B0BE-470B-A5B7-6C4164CF5968}"/>
                </a:ext>
              </a:extLst>
            </p:cNvPr>
            <p:cNvSpPr/>
            <p:nvPr/>
          </p:nvSpPr>
          <p:spPr>
            <a:xfrm>
              <a:off x="7051506" y="2818306"/>
              <a:ext cx="3279041" cy="742791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CDD8"/>
                </a:gs>
                <a:gs pos="100000">
                  <a:srgbClr val="80A0BA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700" kern="0" dirty="0">
                <a:solidFill>
                  <a:srgbClr val="000000"/>
                </a:solidFill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25" name="Google Shape;1280;p58">
              <a:extLst>
                <a:ext uri="{FF2B5EF4-FFF2-40B4-BE49-F238E27FC236}">
                  <a16:creationId xmlns:a16="http://schemas.microsoft.com/office/drawing/2014/main" id="{2D15AF1B-467F-44DD-A0E9-32F37D918F44}"/>
                </a:ext>
              </a:extLst>
            </p:cNvPr>
            <p:cNvSpPr/>
            <p:nvPr/>
          </p:nvSpPr>
          <p:spPr>
            <a:xfrm>
              <a:off x="6859566" y="2951524"/>
              <a:ext cx="3279041" cy="742791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B0670C2-D82E-4B66-8FA5-6A6C88F78760}"/>
                </a:ext>
              </a:extLst>
            </p:cNvPr>
            <p:cNvSpPr txBox="1"/>
            <p:nvPr/>
          </p:nvSpPr>
          <p:spPr>
            <a:xfrm>
              <a:off x="7316502" y="3068427"/>
              <a:ext cx="26481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alibri Light"/>
                  <a:ea typeface="方正细谭黑简体"/>
                  <a:sym typeface="Calibri Light"/>
                </a:rPr>
                <a:t>02.</a:t>
              </a:r>
              <a:r>
                <a:rPr lang="zh-CN" altLang="en-US" sz="2400" dirty="0">
                  <a:latin typeface="Calibri Light"/>
                  <a:ea typeface="方正细谭黑简体"/>
                  <a:sym typeface="Calibri Light"/>
                </a:rPr>
                <a:t>单击添加标题</a:t>
              </a:r>
            </a:p>
          </p:txBody>
        </p:sp>
        <p:sp>
          <p:nvSpPr>
            <p:cNvPr id="28" name="Google Shape;1279;p58">
              <a:extLst>
                <a:ext uri="{FF2B5EF4-FFF2-40B4-BE49-F238E27FC236}">
                  <a16:creationId xmlns:a16="http://schemas.microsoft.com/office/drawing/2014/main" id="{464386FB-55D4-403D-97BE-7C3DF706F8CC}"/>
                </a:ext>
              </a:extLst>
            </p:cNvPr>
            <p:cNvSpPr/>
            <p:nvPr/>
          </p:nvSpPr>
          <p:spPr>
            <a:xfrm>
              <a:off x="7076525" y="3935347"/>
              <a:ext cx="3279041" cy="742791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CDD8"/>
                </a:gs>
                <a:gs pos="100000">
                  <a:srgbClr val="80A0BA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700" kern="0" dirty="0">
                <a:solidFill>
                  <a:srgbClr val="000000"/>
                </a:solidFill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29" name="Google Shape;1280;p58">
              <a:extLst>
                <a:ext uri="{FF2B5EF4-FFF2-40B4-BE49-F238E27FC236}">
                  <a16:creationId xmlns:a16="http://schemas.microsoft.com/office/drawing/2014/main" id="{67B0359C-51DE-4AAE-9563-5EFA52299140}"/>
                </a:ext>
              </a:extLst>
            </p:cNvPr>
            <p:cNvSpPr/>
            <p:nvPr/>
          </p:nvSpPr>
          <p:spPr>
            <a:xfrm>
              <a:off x="6884585" y="4068565"/>
              <a:ext cx="3279041" cy="742791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074EBCC-BC72-484D-A043-FF93EDA93E73}"/>
                </a:ext>
              </a:extLst>
            </p:cNvPr>
            <p:cNvSpPr txBox="1"/>
            <p:nvPr/>
          </p:nvSpPr>
          <p:spPr>
            <a:xfrm>
              <a:off x="7341521" y="4185468"/>
              <a:ext cx="26481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alibri Light"/>
                  <a:ea typeface="方正细谭黑简体"/>
                  <a:sym typeface="Calibri Light"/>
                </a:rPr>
                <a:t>03.</a:t>
              </a:r>
              <a:r>
                <a:rPr lang="zh-CN" altLang="en-US" sz="2400" dirty="0">
                  <a:latin typeface="Calibri Light"/>
                  <a:ea typeface="方正细谭黑简体"/>
                  <a:sym typeface="Calibri Light"/>
                </a:rPr>
                <a:t>单击添加标题</a:t>
              </a:r>
            </a:p>
          </p:txBody>
        </p:sp>
        <p:sp>
          <p:nvSpPr>
            <p:cNvPr id="32" name="Google Shape;1279;p58">
              <a:extLst>
                <a:ext uri="{FF2B5EF4-FFF2-40B4-BE49-F238E27FC236}">
                  <a16:creationId xmlns:a16="http://schemas.microsoft.com/office/drawing/2014/main" id="{FE6985CC-CB3F-4C1E-AE2D-05A2E877FD42}"/>
                </a:ext>
              </a:extLst>
            </p:cNvPr>
            <p:cNvSpPr/>
            <p:nvPr/>
          </p:nvSpPr>
          <p:spPr>
            <a:xfrm>
              <a:off x="7076525" y="4989479"/>
              <a:ext cx="3279041" cy="742791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CDD8"/>
                </a:gs>
                <a:gs pos="100000">
                  <a:srgbClr val="80A0BA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700" kern="0" dirty="0">
                <a:solidFill>
                  <a:srgbClr val="000000"/>
                </a:solidFill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33" name="Google Shape;1280;p58">
              <a:extLst>
                <a:ext uri="{FF2B5EF4-FFF2-40B4-BE49-F238E27FC236}">
                  <a16:creationId xmlns:a16="http://schemas.microsoft.com/office/drawing/2014/main" id="{5E2FC3EA-82C9-494C-9A00-8487A247DE13}"/>
                </a:ext>
              </a:extLst>
            </p:cNvPr>
            <p:cNvSpPr/>
            <p:nvPr/>
          </p:nvSpPr>
          <p:spPr>
            <a:xfrm>
              <a:off x="6884585" y="5122697"/>
              <a:ext cx="3279041" cy="742791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2F89F56-BD45-43C5-9297-08D53370E935}"/>
                </a:ext>
              </a:extLst>
            </p:cNvPr>
            <p:cNvSpPr txBox="1"/>
            <p:nvPr/>
          </p:nvSpPr>
          <p:spPr>
            <a:xfrm>
              <a:off x="7341521" y="5239600"/>
              <a:ext cx="26481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alibri Light"/>
                  <a:ea typeface="方正细谭黑简体"/>
                  <a:sym typeface="Calibri Light"/>
                </a:rPr>
                <a:t>04.</a:t>
              </a:r>
              <a:r>
                <a:rPr lang="zh-CN" altLang="en-US" sz="2400" dirty="0">
                  <a:latin typeface="Calibri Light"/>
                  <a:ea typeface="方正细谭黑简体"/>
                  <a:sym typeface="Calibri Light"/>
                </a:rPr>
                <a:t>单击添加标题</a:t>
              </a:r>
            </a:p>
          </p:txBody>
        </p: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0E1C5434-DA25-B420-5682-E39DEFD708B8}"/>
              </a:ext>
            </a:extLst>
          </p:cNvPr>
          <p:cNvSpPr txBox="1"/>
          <p:nvPr/>
        </p:nvSpPr>
        <p:spPr>
          <a:xfrm>
            <a:off x="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4610412"/>
      </p:ext>
    </p:extLst>
  </p:cSld>
  <p:clrMapOvr>
    <a:masterClrMapping/>
  </p:clrMapOvr>
  <p:transition spd="slow" advClick="0" advTm="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6284A32-EBEB-448C-B03A-5EF30A3DFF24}"/>
              </a:ext>
            </a:extLst>
          </p:cNvPr>
          <p:cNvPicPr>
            <a:picLocks noChangeAspect="1"/>
          </p:cNvPicPr>
          <p:nvPr/>
        </p:nvPicPr>
        <p:blipFill rotWithShape="1">
          <a:blip r:embed="R5d197cf5c496492b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939DF94B-B1CD-41FB-B7B9-FBEA9CFED548}"/>
              </a:ext>
            </a:extLst>
          </p:cNvPr>
          <p:cNvGrpSpPr/>
          <p:nvPr/>
        </p:nvGrpSpPr>
        <p:grpSpPr>
          <a:xfrm>
            <a:off x="5424526" y="1538027"/>
            <a:ext cx="5408279" cy="3808301"/>
            <a:chOff x="5424526" y="1650764"/>
            <a:chExt cx="5408278" cy="3808301"/>
          </a:xfrm>
        </p:grpSpPr>
        <p:cxnSp>
          <p:nvCxnSpPr>
            <p:cNvPr id="5" name="Google Shape;164;p15">
              <a:extLst>
                <a:ext uri="{FF2B5EF4-FFF2-40B4-BE49-F238E27FC236}">
                  <a16:creationId xmlns:a16="http://schemas.microsoft.com/office/drawing/2014/main" id="{415927C6-E22F-480D-9EAC-9B8725BEC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628" y="1650764"/>
              <a:ext cx="0" cy="3630160"/>
            </a:xfrm>
            <a:prstGeom prst="straightConnector1">
              <a:avLst/>
            </a:prstGeom>
            <a:noFill/>
            <a:ln w="19050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diamond" w="med" len="med"/>
              <a:tailEnd type="diamond" w="med" len="med"/>
            </a:ln>
          </p:spPr>
        </p:cxnSp>
        <p:sp>
          <p:nvSpPr>
            <p:cNvPr id="6" name="Google Shape;737;p43">
              <a:extLst>
                <a:ext uri="{FF2B5EF4-FFF2-40B4-BE49-F238E27FC236}">
                  <a16:creationId xmlns:a16="http://schemas.microsoft.com/office/drawing/2014/main" id="{ED2BC00A-7A2F-4065-B4D5-053951442BCB}"/>
                </a:ext>
              </a:extLst>
            </p:cNvPr>
            <p:cNvSpPr/>
            <p:nvPr/>
          </p:nvSpPr>
          <p:spPr>
            <a:xfrm rot="5400000">
              <a:off x="5335194" y="2809891"/>
              <a:ext cx="1297051" cy="79270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CDD8"/>
                </a:gs>
                <a:gs pos="100000">
                  <a:srgbClr val="80A0BA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700" kern="0" dirty="0">
                <a:solidFill>
                  <a:srgbClr val="000000"/>
                </a:solidFill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7" name="Google Shape;738;p43">
              <a:extLst>
                <a:ext uri="{FF2B5EF4-FFF2-40B4-BE49-F238E27FC236}">
                  <a16:creationId xmlns:a16="http://schemas.microsoft.com/office/drawing/2014/main" id="{C4DBE2CA-63C4-4B80-9BE8-FC99F249E8A0}"/>
                </a:ext>
              </a:extLst>
            </p:cNvPr>
            <p:cNvSpPr/>
            <p:nvPr/>
          </p:nvSpPr>
          <p:spPr>
            <a:xfrm rot="5400000">
              <a:off x="5193024" y="2733967"/>
              <a:ext cx="1297051" cy="792704"/>
            </a:xfrm>
            <a:prstGeom prst="roundRect">
              <a:avLst>
                <a:gd name="adj" fmla="val 50000"/>
              </a:avLst>
            </a:prstGeom>
            <a:noFill/>
            <a:ln w="19050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8" name="Google Shape;740;p43">
              <a:extLst>
                <a:ext uri="{FF2B5EF4-FFF2-40B4-BE49-F238E27FC236}">
                  <a16:creationId xmlns:a16="http://schemas.microsoft.com/office/drawing/2014/main" id="{CF0F5E60-5C52-4EB9-942C-D65EF91A50F3}"/>
                </a:ext>
              </a:extLst>
            </p:cNvPr>
            <p:cNvSpPr txBox="1">
              <a:spLocks/>
            </p:cNvSpPr>
            <p:nvPr/>
          </p:nvSpPr>
          <p:spPr>
            <a:xfrm>
              <a:off x="5424526" y="2823656"/>
              <a:ext cx="976205" cy="605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Tenor Sans"/>
                <a:buNone/>
                <a:defRPr sz="6000" b="0" i="0" u="none" strike="noStrike" cap="none">
                  <a:solidFill>
                    <a:schemeClr val="dk1"/>
                  </a:solidFill>
                  <a:latin typeface="Tenor Sans"/>
                  <a:ea typeface="Tenor Sans"/>
                  <a:cs typeface="Tenor Sans"/>
                  <a:sym typeface="Tenor Sans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Tenor Sans"/>
                <a:buNone/>
                <a:tabLst/>
                <a:defRPr/>
              </a:pPr>
              <a:r>
                <a:rPr kumimoji="0" lang="e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01.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2C56805-61BA-4E3B-8743-CB4A3F7DC10E}"/>
                </a:ext>
              </a:extLst>
            </p:cNvPr>
            <p:cNvSpPr txBox="1"/>
            <p:nvPr/>
          </p:nvSpPr>
          <p:spPr>
            <a:xfrm>
              <a:off x="6588089" y="2481793"/>
              <a:ext cx="42447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latin typeface="Calibri Light"/>
                  <a:ea typeface="方正细谭黑简体"/>
                  <a:sym typeface="Calibri Light"/>
                </a:rPr>
                <a:t>单击添加标题</a:t>
              </a:r>
            </a:p>
          </p:txBody>
        </p:sp>
        <p:sp>
          <p:nvSpPr>
            <p:cNvPr id="10" name="iconfont-1122-840613">
              <a:extLst>
                <a:ext uri="{FF2B5EF4-FFF2-40B4-BE49-F238E27FC236}">
                  <a16:creationId xmlns:a16="http://schemas.microsoft.com/office/drawing/2014/main" id="{7872590D-56D6-4134-A49F-D4E0019FAA63}"/>
                </a:ext>
              </a:extLst>
            </p:cNvPr>
            <p:cNvSpPr/>
            <p:nvPr/>
          </p:nvSpPr>
          <p:spPr>
            <a:xfrm>
              <a:off x="6892983" y="3465844"/>
              <a:ext cx="345134" cy="345134"/>
            </a:xfrm>
            <a:custGeom>
              <a:avLst/>
              <a:gdLst>
                <a:gd name="T0" fmla="*/ 5096 w 10942"/>
                <a:gd name="T1" fmla="*/ 9044 h 10942"/>
                <a:gd name="T2" fmla="*/ 8344 w 10942"/>
                <a:gd name="T3" fmla="*/ 5796 h 10942"/>
                <a:gd name="T4" fmla="*/ 8344 w 10942"/>
                <a:gd name="T5" fmla="*/ 5146 h 10942"/>
                <a:gd name="T6" fmla="*/ 5096 w 10942"/>
                <a:gd name="T7" fmla="*/ 1898 h 10942"/>
                <a:gd name="T8" fmla="*/ 4797 w 10942"/>
                <a:gd name="T9" fmla="*/ 1774 h 10942"/>
                <a:gd name="T10" fmla="*/ 4472 w 10942"/>
                <a:gd name="T11" fmla="*/ 1898 h 10942"/>
                <a:gd name="T12" fmla="*/ 3747 w 10942"/>
                <a:gd name="T13" fmla="*/ 2648 h 10942"/>
                <a:gd name="T14" fmla="*/ 3597 w 10942"/>
                <a:gd name="T15" fmla="*/ 2948 h 10942"/>
                <a:gd name="T16" fmla="*/ 3747 w 10942"/>
                <a:gd name="T17" fmla="*/ 3272 h 10942"/>
                <a:gd name="T18" fmla="*/ 5921 w 10942"/>
                <a:gd name="T19" fmla="*/ 5471 h 10942"/>
                <a:gd name="T20" fmla="*/ 3747 w 10942"/>
                <a:gd name="T21" fmla="*/ 7669 h 10942"/>
                <a:gd name="T22" fmla="*/ 3597 w 10942"/>
                <a:gd name="T23" fmla="*/ 7994 h 10942"/>
                <a:gd name="T24" fmla="*/ 3747 w 10942"/>
                <a:gd name="T25" fmla="*/ 8294 h 10942"/>
                <a:gd name="T26" fmla="*/ 4472 w 10942"/>
                <a:gd name="T27" fmla="*/ 9044 h 10942"/>
                <a:gd name="T28" fmla="*/ 4797 w 10942"/>
                <a:gd name="T29" fmla="*/ 9168 h 10942"/>
                <a:gd name="T30" fmla="*/ 5096 w 10942"/>
                <a:gd name="T31" fmla="*/ 9044 h 10942"/>
                <a:gd name="T32" fmla="*/ 10218 w 10942"/>
                <a:gd name="T33" fmla="*/ 8219 h 10942"/>
                <a:gd name="T34" fmla="*/ 8219 w 10942"/>
                <a:gd name="T35" fmla="*/ 10218 h 10942"/>
                <a:gd name="T36" fmla="*/ 5471 w 10942"/>
                <a:gd name="T37" fmla="*/ 10942 h 10942"/>
                <a:gd name="T38" fmla="*/ 2723 w 10942"/>
                <a:gd name="T39" fmla="*/ 10218 h 10942"/>
                <a:gd name="T40" fmla="*/ 724 w 10942"/>
                <a:gd name="T41" fmla="*/ 8219 h 10942"/>
                <a:gd name="T42" fmla="*/ 0 w 10942"/>
                <a:gd name="T43" fmla="*/ 5471 h 10942"/>
                <a:gd name="T44" fmla="*/ 724 w 10942"/>
                <a:gd name="T45" fmla="*/ 2723 h 10942"/>
                <a:gd name="T46" fmla="*/ 2723 w 10942"/>
                <a:gd name="T47" fmla="*/ 724 h 10942"/>
                <a:gd name="T48" fmla="*/ 5471 w 10942"/>
                <a:gd name="T49" fmla="*/ 0 h 10942"/>
                <a:gd name="T50" fmla="*/ 8219 w 10942"/>
                <a:gd name="T51" fmla="*/ 724 h 10942"/>
                <a:gd name="T52" fmla="*/ 10218 w 10942"/>
                <a:gd name="T53" fmla="*/ 2723 h 10942"/>
                <a:gd name="T54" fmla="*/ 10942 w 10942"/>
                <a:gd name="T55" fmla="*/ 5471 h 10942"/>
                <a:gd name="T56" fmla="*/ 10218 w 10942"/>
                <a:gd name="T57" fmla="*/ 8219 h 10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942" h="10942">
                  <a:moveTo>
                    <a:pt x="5096" y="9044"/>
                  </a:moveTo>
                  <a:lnTo>
                    <a:pt x="8344" y="5796"/>
                  </a:lnTo>
                  <a:cubicBezTo>
                    <a:pt x="8544" y="5596"/>
                    <a:pt x="8544" y="5346"/>
                    <a:pt x="8344" y="5146"/>
                  </a:cubicBezTo>
                  <a:lnTo>
                    <a:pt x="5096" y="1898"/>
                  </a:lnTo>
                  <a:cubicBezTo>
                    <a:pt x="5021" y="1823"/>
                    <a:pt x="4921" y="1774"/>
                    <a:pt x="4797" y="1774"/>
                  </a:cubicBezTo>
                  <a:cubicBezTo>
                    <a:pt x="4672" y="1774"/>
                    <a:pt x="4547" y="1823"/>
                    <a:pt x="4472" y="1898"/>
                  </a:cubicBezTo>
                  <a:lnTo>
                    <a:pt x="3747" y="2648"/>
                  </a:lnTo>
                  <a:cubicBezTo>
                    <a:pt x="3647" y="2723"/>
                    <a:pt x="3597" y="2823"/>
                    <a:pt x="3597" y="2948"/>
                  </a:cubicBezTo>
                  <a:cubicBezTo>
                    <a:pt x="3597" y="3098"/>
                    <a:pt x="3647" y="3198"/>
                    <a:pt x="3747" y="3272"/>
                  </a:cubicBezTo>
                  <a:lnTo>
                    <a:pt x="5921" y="5471"/>
                  </a:lnTo>
                  <a:lnTo>
                    <a:pt x="3747" y="7669"/>
                  </a:lnTo>
                  <a:cubicBezTo>
                    <a:pt x="3647" y="7744"/>
                    <a:pt x="3597" y="7844"/>
                    <a:pt x="3597" y="7994"/>
                  </a:cubicBezTo>
                  <a:cubicBezTo>
                    <a:pt x="3597" y="8119"/>
                    <a:pt x="3647" y="8219"/>
                    <a:pt x="3747" y="8294"/>
                  </a:cubicBezTo>
                  <a:lnTo>
                    <a:pt x="4472" y="9044"/>
                  </a:lnTo>
                  <a:cubicBezTo>
                    <a:pt x="4547" y="9119"/>
                    <a:pt x="4672" y="9168"/>
                    <a:pt x="4797" y="9168"/>
                  </a:cubicBezTo>
                  <a:cubicBezTo>
                    <a:pt x="4921" y="9168"/>
                    <a:pt x="5021" y="9119"/>
                    <a:pt x="5096" y="9044"/>
                  </a:cubicBezTo>
                  <a:close/>
                  <a:moveTo>
                    <a:pt x="10218" y="8219"/>
                  </a:moveTo>
                  <a:cubicBezTo>
                    <a:pt x="9718" y="9044"/>
                    <a:pt x="9044" y="9718"/>
                    <a:pt x="8219" y="10218"/>
                  </a:cubicBezTo>
                  <a:cubicBezTo>
                    <a:pt x="7420" y="10692"/>
                    <a:pt x="6495" y="10942"/>
                    <a:pt x="5471" y="10942"/>
                  </a:cubicBezTo>
                  <a:cubicBezTo>
                    <a:pt x="4447" y="10942"/>
                    <a:pt x="3522" y="10692"/>
                    <a:pt x="2723" y="10218"/>
                  </a:cubicBezTo>
                  <a:cubicBezTo>
                    <a:pt x="1898" y="9718"/>
                    <a:pt x="1224" y="9044"/>
                    <a:pt x="724" y="8219"/>
                  </a:cubicBezTo>
                  <a:cubicBezTo>
                    <a:pt x="250" y="7420"/>
                    <a:pt x="0" y="6495"/>
                    <a:pt x="0" y="5471"/>
                  </a:cubicBezTo>
                  <a:cubicBezTo>
                    <a:pt x="0" y="4447"/>
                    <a:pt x="250" y="3522"/>
                    <a:pt x="724" y="2723"/>
                  </a:cubicBezTo>
                  <a:cubicBezTo>
                    <a:pt x="1224" y="1898"/>
                    <a:pt x="1898" y="1224"/>
                    <a:pt x="2723" y="724"/>
                  </a:cubicBezTo>
                  <a:cubicBezTo>
                    <a:pt x="3522" y="250"/>
                    <a:pt x="4447" y="0"/>
                    <a:pt x="5471" y="0"/>
                  </a:cubicBezTo>
                  <a:cubicBezTo>
                    <a:pt x="6495" y="0"/>
                    <a:pt x="7420" y="250"/>
                    <a:pt x="8219" y="724"/>
                  </a:cubicBezTo>
                  <a:cubicBezTo>
                    <a:pt x="9044" y="1224"/>
                    <a:pt x="9718" y="1898"/>
                    <a:pt x="10218" y="2723"/>
                  </a:cubicBezTo>
                  <a:cubicBezTo>
                    <a:pt x="10692" y="3522"/>
                    <a:pt x="10942" y="4447"/>
                    <a:pt x="10942" y="5471"/>
                  </a:cubicBezTo>
                  <a:cubicBezTo>
                    <a:pt x="10942" y="6495"/>
                    <a:pt x="10692" y="7420"/>
                    <a:pt x="10218" y="821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7F0D1BD-FA16-4D50-B151-312ED5E450E2}"/>
                </a:ext>
              </a:extLst>
            </p:cNvPr>
            <p:cNvSpPr txBox="1"/>
            <p:nvPr/>
          </p:nvSpPr>
          <p:spPr>
            <a:xfrm>
              <a:off x="6847504" y="3843238"/>
              <a:ext cx="3020396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Lorem ipsum dolor sit amet, consectetuer adipiscing elit. Maecenas, Lorem ipsum dolor sit </a:t>
              </a:r>
              <a:r>
                <a:rPr lang="en-US" altLang="zh-CN" sz="1100" dirty="0" err="1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lang="en-US" altLang="zh-CN" sz="1100" dirty="0" err="1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, Lorem ipsum dolor sit </a:t>
              </a:r>
              <a:r>
                <a:rPr lang="en-US" altLang="zh-CN" sz="1100" dirty="0" err="1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lang="en-US" altLang="zh-CN" sz="1100" dirty="0" err="1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 </a:t>
              </a:r>
              <a:r>
                <a:rPr lang="en-US" altLang="zh-CN" sz="1100" dirty="0" err="1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adipiscing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 </a:t>
              </a:r>
              <a:r>
                <a:rPr lang="en-US" altLang="zh-CN" sz="1100" dirty="0" err="1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elit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. Maecenas, Lorem ipsum dolor sit </a:t>
              </a:r>
              <a:r>
                <a:rPr lang="en-US" altLang="zh-CN" sz="1100" dirty="0" err="1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lang="en-US" altLang="zh-CN" sz="1100" dirty="0" err="1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alibri Light"/>
                  <a:ea typeface="方正细谭黑简体"/>
                  <a:sym typeface="Calibri Light"/>
                </a:rPr>
                <a:t>, Lorem ipsum dolor</a:t>
              </a:r>
              <a:endParaRPr lang="zh-CN" altLang="en-US" sz="1100" dirty="0">
                <a:solidFill>
                  <a:schemeClr val="bg1">
                    <a:lumMod val="50000"/>
                  </a:schemeClr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5487626"/>
      </p:ext>
    </p:extLst>
  </p:cSld>
  <p:clrMapOvr>
    <a:masterClrMapping/>
  </p:clrMapOvr>
  <p:transition spd="slow" advClick="0" advTm="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3617A9C5-2033-44C3-99C1-E1E0135F119C}"/>
              </a:ext>
            </a:extLst>
          </p:cNvPr>
          <p:cNvPicPr>
            <a:picLocks noChangeAspect="1"/>
          </p:cNvPicPr>
          <p:nvPr/>
        </p:nvPicPr>
        <p:blipFill rotWithShape="1">
          <a:blip r:embed="R5870b25a7dd6410a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967022A-1A92-421E-BC67-C192D17FB697}"/>
              </a:ext>
            </a:extLst>
          </p:cNvPr>
          <p:cNvPicPr>
            <a:picLocks noChangeAspect="1"/>
          </p:cNvPicPr>
          <p:nvPr/>
        </p:nvPicPr>
        <p:blipFill rotWithShape="1">
          <a:blip r:embed="R7b97a46600dd43a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3001" y="3079324"/>
            <a:ext cx="2863899" cy="2863899"/>
          </a:xfrm>
          <a:prstGeom prst="ellipse">
            <a:avLst/>
          </a:prstGeom>
        </p:spPr>
      </p:pic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 dirty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 dirty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C2C2AB2-2C61-4853-A875-D9525C7A132F}"/>
              </a:ext>
            </a:extLst>
          </p:cNvPr>
          <p:cNvGrpSpPr/>
          <p:nvPr/>
        </p:nvGrpSpPr>
        <p:grpSpPr>
          <a:xfrm>
            <a:off x="1085319" y="2476773"/>
            <a:ext cx="2970812" cy="907697"/>
            <a:chOff x="612405" y="2280690"/>
            <a:chExt cx="2970812" cy="907697"/>
          </a:xfrm>
        </p:grpSpPr>
        <p:sp>
          <p:nvSpPr>
            <p:cNvPr id="76" name="TextBox 63">
              <a:extLst>
                <a:ext uri="{FF2B5EF4-FFF2-40B4-BE49-F238E27FC236}">
                  <a16:creationId xmlns:a16="http://schemas.microsoft.com/office/drawing/2014/main" id="{1B126CD7-28BE-4418-91C7-847E37B12BDB}"/>
                </a:ext>
              </a:extLst>
            </p:cNvPr>
            <p:cNvSpPr txBox="1"/>
            <p:nvPr/>
          </p:nvSpPr>
          <p:spPr>
            <a:xfrm>
              <a:off x="2328288" y="2280690"/>
              <a:ext cx="1224000" cy="34804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r" defTabSz="457200"/>
              <a:r>
                <a:rPr lang="en-US" sz="12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77" name="TextBox 62">
              <a:extLst>
                <a:ext uri="{FF2B5EF4-FFF2-40B4-BE49-F238E27FC236}">
                  <a16:creationId xmlns:a16="http://schemas.microsoft.com/office/drawing/2014/main" id="{EB995B40-A65A-4FD8-8DCC-AE3454ECF401}"/>
                </a:ext>
              </a:extLst>
            </p:cNvPr>
            <p:cNvSpPr txBox="1"/>
            <p:nvPr/>
          </p:nvSpPr>
          <p:spPr>
            <a:xfrm>
              <a:off x="612405" y="2598412"/>
              <a:ext cx="2970812" cy="58997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Centuries, but also the leap into electronic typesetting, remaining essentially and more recently many </a:t>
              </a:r>
              <a:r>
                <a:rPr lang="en-US" sz="900" dirty="0" err="1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variat</a:t>
              </a: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of specimen book.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848735-8DF1-4293-B49D-8490FBAAE23A}"/>
              </a:ext>
            </a:extLst>
          </p:cNvPr>
          <p:cNvGrpSpPr/>
          <p:nvPr/>
        </p:nvGrpSpPr>
        <p:grpSpPr>
          <a:xfrm>
            <a:off x="3494923" y="2014614"/>
            <a:ext cx="5304413" cy="3049748"/>
            <a:chOff x="3482956" y="2300419"/>
            <a:chExt cx="5304413" cy="3049748"/>
          </a:xfrm>
        </p:grpSpPr>
        <p:sp>
          <p:nvSpPr>
            <p:cNvPr id="45" name="ID 8661124Freeform: Shape 3">
              <a:extLst>
                <a:ext uri="{FF2B5EF4-FFF2-40B4-BE49-F238E27FC236}">
                  <a16:creationId xmlns:a16="http://schemas.microsoft.com/office/drawing/2014/main" id="{AFFA7340-0B1D-4005-973F-6BF1B4F501B8}"/>
                </a:ext>
              </a:extLst>
            </p:cNvPr>
            <p:cNvSpPr>
              <a:spLocks/>
            </p:cNvSpPr>
            <p:nvPr>
              <p:custDataLst>
                <p:tags r:id="R17952e53a5144d7e"/>
              </p:custDataLst>
            </p:nvPr>
          </p:nvSpPr>
          <p:spPr bwMode="auto">
            <a:xfrm>
              <a:off x="3908042" y="3666052"/>
              <a:ext cx="411751" cy="830385"/>
            </a:xfrm>
            <a:custGeom>
              <a:avLst/>
              <a:gdLst>
                <a:gd name="T0" fmla="*/ 88 w 104"/>
                <a:gd name="T1" fmla="*/ 0 h 210"/>
                <a:gd name="T2" fmla="*/ 0 w 104"/>
                <a:gd name="T3" fmla="*/ 208 h 210"/>
                <a:gd name="T4" fmla="*/ 20 w 104"/>
                <a:gd name="T5" fmla="*/ 210 h 210"/>
                <a:gd name="T6" fmla="*/ 104 w 104"/>
                <a:gd name="T7" fmla="*/ 13 h 210"/>
                <a:gd name="T8" fmla="*/ 88 w 104"/>
                <a:gd name="T9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210">
                  <a:moveTo>
                    <a:pt x="88" y="0"/>
                  </a:moveTo>
                  <a:cubicBezTo>
                    <a:pt x="46" y="62"/>
                    <a:pt x="16" y="133"/>
                    <a:pt x="0" y="208"/>
                  </a:cubicBezTo>
                  <a:cubicBezTo>
                    <a:pt x="7" y="208"/>
                    <a:pt x="14" y="209"/>
                    <a:pt x="20" y="210"/>
                  </a:cubicBezTo>
                  <a:cubicBezTo>
                    <a:pt x="35" y="139"/>
                    <a:pt x="64" y="72"/>
                    <a:pt x="104" y="13"/>
                  </a:cubicBezTo>
                  <a:cubicBezTo>
                    <a:pt x="98" y="9"/>
                    <a:pt x="93" y="5"/>
                    <a:pt x="88" y="0"/>
                  </a:cubicBezTo>
                  <a:close/>
                </a:path>
              </a:pathLst>
            </a:custGeom>
            <a:solidFill>
              <a:srgbClr val="ABC0D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46" name="D 8661124Freeform: Shape 4">
              <a:extLst>
                <a:ext uri="{FF2B5EF4-FFF2-40B4-BE49-F238E27FC236}">
                  <a16:creationId xmlns:a16="http://schemas.microsoft.com/office/drawing/2014/main" id="{FBF2FF41-22E4-4F83-8576-80CDBA118F38}"/>
                </a:ext>
              </a:extLst>
            </p:cNvPr>
            <p:cNvSpPr>
              <a:spLocks/>
            </p:cNvSpPr>
            <p:nvPr>
              <p:custDataLst>
                <p:tags r:id="Rb1b2d081382e4601"/>
              </p:custDataLst>
            </p:nvPr>
          </p:nvSpPr>
          <p:spPr bwMode="auto">
            <a:xfrm>
              <a:off x="7953866" y="3666052"/>
              <a:ext cx="410083" cy="830385"/>
            </a:xfrm>
            <a:custGeom>
              <a:avLst/>
              <a:gdLst>
                <a:gd name="T0" fmla="*/ 104 w 104"/>
                <a:gd name="T1" fmla="*/ 208 h 210"/>
                <a:gd name="T2" fmla="*/ 16 w 104"/>
                <a:gd name="T3" fmla="*/ 0 h 210"/>
                <a:gd name="T4" fmla="*/ 0 w 104"/>
                <a:gd name="T5" fmla="*/ 13 h 210"/>
                <a:gd name="T6" fmla="*/ 84 w 104"/>
                <a:gd name="T7" fmla="*/ 210 h 210"/>
                <a:gd name="T8" fmla="*/ 104 w 104"/>
                <a:gd name="T9" fmla="*/ 20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210">
                  <a:moveTo>
                    <a:pt x="104" y="208"/>
                  </a:moveTo>
                  <a:cubicBezTo>
                    <a:pt x="88" y="133"/>
                    <a:pt x="58" y="62"/>
                    <a:pt x="16" y="0"/>
                  </a:cubicBezTo>
                  <a:cubicBezTo>
                    <a:pt x="11" y="5"/>
                    <a:pt x="6" y="9"/>
                    <a:pt x="0" y="13"/>
                  </a:cubicBezTo>
                  <a:cubicBezTo>
                    <a:pt x="40" y="72"/>
                    <a:pt x="69" y="139"/>
                    <a:pt x="84" y="210"/>
                  </a:cubicBezTo>
                  <a:cubicBezTo>
                    <a:pt x="90" y="209"/>
                    <a:pt x="97" y="208"/>
                    <a:pt x="104" y="208"/>
                  </a:cubicBezTo>
                  <a:close/>
                </a:path>
              </a:pathLst>
            </a:custGeom>
            <a:solidFill>
              <a:srgbClr val="ABC0D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47" name="ID 8661124Freeform: Shape 5">
              <a:extLst>
                <a:ext uri="{FF2B5EF4-FFF2-40B4-BE49-F238E27FC236}">
                  <a16:creationId xmlns:a16="http://schemas.microsoft.com/office/drawing/2014/main" id="{EF0C38B2-4444-458C-BDAD-8B8D1351E2D4}"/>
                </a:ext>
              </a:extLst>
            </p:cNvPr>
            <p:cNvSpPr>
              <a:spLocks/>
            </p:cNvSpPr>
            <p:nvPr>
              <p:custDataLst>
                <p:tags r:id="Rb8696c26cba44784"/>
              </p:custDataLst>
            </p:nvPr>
          </p:nvSpPr>
          <p:spPr bwMode="auto">
            <a:xfrm>
              <a:off x="6571918" y="2713944"/>
              <a:ext cx="813499" cy="395183"/>
            </a:xfrm>
            <a:custGeom>
              <a:avLst/>
              <a:gdLst>
                <a:gd name="T0" fmla="*/ 194 w 206"/>
                <a:gd name="T1" fmla="*/ 100 h 100"/>
                <a:gd name="T2" fmla="*/ 206 w 206"/>
                <a:gd name="T3" fmla="*/ 84 h 100"/>
                <a:gd name="T4" fmla="*/ 1 w 206"/>
                <a:gd name="T5" fmla="*/ 0 h 100"/>
                <a:gd name="T6" fmla="*/ 1 w 206"/>
                <a:gd name="T7" fmla="*/ 1 h 100"/>
                <a:gd name="T8" fmla="*/ 0 w 206"/>
                <a:gd name="T9" fmla="*/ 20 h 100"/>
                <a:gd name="T10" fmla="*/ 194 w 206"/>
                <a:gd name="T11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6" h="100">
                  <a:moveTo>
                    <a:pt x="194" y="100"/>
                  </a:moveTo>
                  <a:cubicBezTo>
                    <a:pt x="197" y="94"/>
                    <a:pt x="202" y="89"/>
                    <a:pt x="206" y="84"/>
                  </a:cubicBezTo>
                  <a:cubicBezTo>
                    <a:pt x="145" y="44"/>
                    <a:pt x="76" y="15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8"/>
                    <a:pt x="1" y="14"/>
                    <a:pt x="0" y="20"/>
                  </a:cubicBezTo>
                  <a:cubicBezTo>
                    <a:pt x="70" y="34"/>
                    <a:pt x="136" y="62"/>
                    <a:pt x="194" y="100"/>
                  </a:cubicBezTo>
                  <a:close/>
                </a:path>
              </a:pathLst>
            </a:custGeom>
            <a:solidFill>
              <a:srgbClr val="ABC0D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2" name="ID 8661124Freeform: Shape 6">
              <a:extLst>
                <a:ext uri="{FF2B5EF4-FFF2-40B4-BE49-F238E27FC236}">
                  <a16:creationId xmlns:a16="http://schemas.microsoft.com/office/drawing/2014/main" id="{21179190-36DA-4C19-9446-6CB008DD8EA4}"/>
                </a:ext>
              </a:extLst>
            </p:cNvPr>
            <p:cNvSpPr>
              <a:spLocks/>
            </p:cNvSpPr>
            <p:nvPr>
              <p:custDataLst>
                <p:tags r:id="Rc9f894de3c624069"/>
              </p:custDataLst>
            </p:nvPr>
          </p:nvSpPr>
          <p:spPr bwMode="auto">
            <a:xfrm>
              <a:off x="4883240" y="2713944"/>
              <a:ext cx="816833" cy="395183"/>
            </a:xfrm>
            <a:custGeom>
              <a:avLst/>
              <a:gdLst>
                <a:gd name="T0" fmla="*/ 205 w 207"/>
                <a:gd name="T1" fmla="*/ 1 h 100"/>
                <a:gd name="T2" fmla="*/ 205 w 207"/>
                <a:gd name="T3" fmla="*/ 0 h 100"/>
                <a:gd name="T4" fmla="*/ 0 w 207"/>
                <a:gd name="T5" fmla="*/ 84 h 100"/>
                <a:gd name="T6" fmla="*/ 13 w 207"/>
                <a:gd name="T7" fmla="*/ 100 h 100"/>
                <a:gd name="T8" fmla="*/ 207 w 207"/>
                <a:gd name="T9" fmla="*/ 20 h 100"/>
                <a:gd name="T10" fmla="*/ 205 w 207"/>
                <a:gd name="T11" fmla="*/ 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" h="100">
                  <a:moveTo>
                    <a:pt x="205" y="1"/>
                  </a:moveTo>
                  <a:cubicBezTo>
                    <a:pt x="205" y="1"/>
                    <a:pt x="205" y="0"/>
                    <a:pt x="205" y="0"/>
                  </a:cubicBezTo>
                  <a:cubicBezTo>
                    <a:pt x="131" y="15"/>
                    <a:pt x="62" y="44"/>
                    <a:pt x="0" y="84"/>
                  </a:cubicBezTo>
                  <a:cubicBezTo>
                    <a:pt x="5" y="89"/>
                    <a:pt x="9" y="94"/>
                    <a:pt x="13" y="100"/>
                  </a:cubicBezTo>
                  <a:cubicBezTo>
                    <a:pt x="71" y="62"/>
                    <a:pt x="137" y="34"/>
                    <a:pt x="207" y="20"/>
                  </a:cubicBezTo>
                  <a:cubicBezTo>
                    <a:pt x="206" y="14"/>
                    <a:pt x="205" y="8"/>
                    <a:pt x="205" y="1"/>
                  </a:cubicBezTo>
                  <a:close/>
                </a:path>
              </a:pathLst>
            </a:custGeom>
            <a:solidFill>
              <a:srgbClr val="ABC0D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3" name="8661124Freeform: Shape 8">
              <a:extLst>
                <a:ext uri="{FF2B5EF4-FFF2-40B4-BE49-F238E27FC236}">
                  <a16:creationId xmlns:a16="http://schemas.microsoft.com/office/drawing/2014/main" id="{4F062B07-AA09-4D13-877A-93CD628C3BA6}"/>
                </a:ext>
              </a:extLst>
            </p:cNvPr>
            <p:cNvSpPr>
              <a:spLocks/>
            </p:cNvSpPr>
            <p:nvPr>
              <p:custDataLst>
                <p:tags r:id="Reddf9e403c92434b"/>
              </p:custDataLst>
            </p:nvPr>
          </p:nvSpPr>
          <p:spPr bwMode="auto">
            <a:xfrm>
              <a:off x="5716744" y="2300419"/>
              <a:ext cx="836837" cy="837055"/>
            </a:xfrm>
            <a:custGeom>
              <a:avLst/>
              <a:gdLst>
                <a:gd name="T0" fmla="*/ 106 w 212"/>
                <a:gd name="T1" fmla="*/ 212 h 212"/>
                <a:gd name="T2" fmla="*/ 0 w 212"/>
                <a:gd name="T3" fmla="*/ 106 h 212"/>
                <a:gd name="T4" fmla="*/ 106 w 212"/>
                <a:gd name="T5" fmla="*/ 0 h 212"/>
                <a:gd name="T6" fmla="*/ 212 w 212"/>
                <a:gd name="T7" fmla="*/ 106 h 212"/>
                <a:gd name="T8" fmla="*/ 106 w 212"/>
                <a:gd name="T9" fmla="*/ 212 h 212"/>
                <a:gd name="T10" fmla="*/ 106 w 212"/>
                <a:gd name="T11" fmla="*/ 20 h 212"/>
                <a:gd name="T12" fmla="*/ 20 w 212"/>
                <a:gd name="T13" fmla="*/ 106 h 212"/>
                <a:gd name="T14" fmla="*/ 106 w 212"/>
                <a:gd name="T15" fmla="*/ 192 h 212"/>
                <a:gd name="T16" fmla="*/ 192 w 212"/>
                <a:gd name="T17" fmla="*/ 106 h 212"/>
                <a:gd name="T18" fmla="*/ 106 w 212"/>
                <a:gd name="T19" fmla="*/ 2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2" h="212">
                  <a:moveTo>
                    <a:pt x="106" y="212"/>
                  </a:moveTo>
                  <a:cubicBezTo>
                    <a:pt x="48" y="212"/>
                    <a:pt x="0" y="165"/>
                    <a:pt x="0" y="106"/>
                  </a:cubicBezTo>
                  <a:cubicBezTo>
                    <a:pt x="0" y="48"/>
                    <a:pt x="48" y="0"/>
                    <a:pt x="106" y="0"/>
                  </a:cubicBezTo>
                  <a:cubicBezTo>
                    <a:pt x="165" y="0"/>
                    <a:pt x="212" y="48"/>
                    <a:pt x="212" y="106"/>
                  </a:cubicBezTo>
                  <a:cubicBezTo>
                    <a:pt x="212" y="165"/>
                    <a:pt x="165" y="212"/>
                    <a:pt x="106" y="212"/>
                  </a:cubicBezTo>
                  <a:close/>
                  <a:moveTo>
                    <a:pt x="106" y="20"/>
                  </a:moveTo>
                  <a:cubicBezTo>
                    <a:pt x="59" y="20"/>
                    <a:pt x="20" y="59"/>
                    <a:pt x="20" y="106"/>
                  </a:cubicBezTo>
                  <a:cubicBezTo>
                    <a:pt x="20" y="154"/>
                    <a:pt x="59" y="192"/>
                    <a:pt x="106" y="192"/>
                  </a:cubicBezTo>
                  <a:cubicBezTo>
                    <a:pt x="154" y="192"/>
                    <a:pt x="192" y="154"/>
                    <a:pt x="192" y="106"/>
                  </a:cubicBezTo>
                  <a:cubicBezTo>
                    <a:pt x="192" y="59"/>
                    <a:pt x="154" y="20"/>
                    <a:pt x="106" y="20"/>
                  </a:cubicBezTo>
                  <a:close/>
                </a:path>
              </a:pathLst>
            </a:custGeom>
            <a:solidFill>
              <a:srgbClr val="ABC0D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4" name="8661124Freeform: Shape 10">
              <a:extLst>
                <a:ext uri="{FF2B5EF4-FFF2-40B4-BE49-F238E27FC236}">
                  <a16:creationId xmlns:a16="http://schemas.microsoft.com/office/drawing/2014/main" id="{90F8C5FF-A12D-42CD-AD07-726BC78E87D9}"/>
                </a:ext>
              </a:extLst>
            </p:cNvPr>
            <p:cNvSpPr>
              <a:spLocks/>
            </p:cNvSpPr>
            <p:nvPr>
              <p:custDataLst>
                <p:tags r:id="R4a6dfbd9373e49e4"/>
              </p:custDataLst>
            </p:nvPr>
          </p:nvSpPr>
          <p:spPr bwMode="auto">
            <a:xfrm>
              <a:off x="6012255" y="2532763"/>
              <a:ext cx="251693" cy="360658"/>
            </a:xfrm>
            <a:custGeom>
              <a:avLst/>
              <a:gdLst>
                <a:gd name="T0" fmla="*/ 44 w 88"/>
                <a:gd name="T1" fmla="*/ 0 h 128"/>
                <a:gd name="T2" fmla="*/ 0 w 88"/>
                <a:gd name="T3" fmla="*/ 44 h 128"/>
                <a:gd name="T4" fmla="*/ 20 w 88"/>
                <a:gd name="T5" fmla="*/ 92 h 128"/>
                <a:gd name="T6" fmla="*/ 44 w 88"/>
                <a:gd name="T7" fmla="*/ 128 h 128"/>
                <a:gd name="T8" fmla="*/ 68 w 88"/>
                <a:gd name="T9" fmla="*/ 92 h 128"/>
                <a:gd name="T10" fmla="*/ 88 w 88"/>
                <a:gd name="T11" fmla="*/ 44 h 128"/>
                <a:gd name="T12" fmla="*/ 44 w 88"/>
                <a:gd name="T13" fmla="*/ 0 h 128"/>
                <a:gd name="T14" fmla="*/ 54 w 88"/>
                <a:gd name="T15" fmla="*/ 109 h 128"/>
                <a:gd name="T16" fmla="*/ 35 w 88"/>
                <a:gd name="T17" fmla="*/ 111 h 128"/>
                <a:gd name="T18" fmla="*/ 32 w 88"/>
                <a:gd name="T19" fmla="*/ 104 h 128"/>
                <a:gd name="T20" fmla="*/ 32 w 88"/>
                <a:gd name="T21" fmla="*/ 103 h 128"/>
                <a:gd name="T22" fmla="*/ 57 w 88"/>
                <a:gd name="T23" fmla="*/ 100 h 128"/>
                <a:gd name="T24" fmla="*/ 56 w 88"/>
                <a:gd name="T25" fmla="*/ 104 h 128"/>
                <a:gd name="T26" fmla="*/ 54 w 88"/>
                <a:gd name="T27" fmla="*/ 109 h 128"/>
                <a:gd name="T28" fmla="*/ 31 w 88"/>
                <a:gd name="T29" fmla="*/ 100 h 128"/>
                <a:gd name="T30" fmla="*/ 28 w 88"/>
                <a:gd name="T31" fmla="*/ 92 h 128"/>
                <a:gd name="T32" fmla="*/ 60 w 88"/>
                <a:gd name="T33" fmla="*/ 92 h 128"/>
                <a:gd name="T34" fmla="*/ 58 w 88"/>
                <a:gd name="T35" fmla="*/ 96 h 128"/>
                <a:gd name="T36" fmla="*/ 31 w 88"/>
                <a:gd name="T37" fmla="*/ 100 h 128"/>
                <a:gd name="T38" fmla="*/ 44 w 88"/>
                <a:gd name="T39" fmla="*/ 120 h 128"/>
                <a:gd name="T40" fmla="*/ 36 w 88"/>
                <a:gd name="T41" fmla="*/ 115 h 128"/>
                <a:gd name="T42" fmla="*/ 53 w 88"/>
                <a:gd name="T43" fmla="*/ 113 h 128"/>
                <a:gd name="T44" fmla="*/ 44 w 88"/>
                <a:gd name="T45" fmla="*/ 120 h 128"/>
                <a:gd name="T46" fmla="*/ 63 w 88"/>
                <a:gd name="T47" fmla="*/ 84 h 128"/>
                <a:gd name="T48" fmla="*/ 25 w 88"/>
                <a:gd name="T49" fmla="*/ 84 h 128"/>
                <a:gd name="T50" fmla="*/ 19 w 88"/>
                <a:gd name="T51" fmla="*/ 71 h 128"/>
                <a:gd name="T52" fmla="*/ 8 w 88"/>
                <a:gd name="T53" fmla="*/ 44 h 128"/>
                <a:gd name="T54" fmla="*/ 44 w 88"/>
                <a:gd name="T55" fmla="*/ 8 h 128"/>
                <a:gd name="T56" fmla="*/ 80 w 88"/>
                <a:gd name="T57" fmla="*/ 44 h 128"/>
                <a:gd name="T58" fmla="*/ 69 w 88"/>
                <a:gd name="T59" fmla="*/ 71 h 128"/>
                <a:gd name="T60" fmla="*/ 63 w 88"/>
                <a:gd name="T61" fmla="*/ 8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8" h="128">
                  <a:moveTo>
                    <a:pt x="44" y="0"/>
                  </a:moveTo>
                  <a:cubicBezTo>
                    <a:pt x="20" y="0"/>
                    <a:pt x="0" y="20"/>
                    <a:pt x="0" y="44"/>
                  </a:cubicBezTo>
                  <a:cubicBezTo>
                    <a:pt x="0" y="60"/>
                    <a:pt x="15" y="77"/>
                    <a:pt x="20" y="92"/>
                  </a:cubicBezTo>
                  <a:cubicBezTo>
                    <a:pt x="28" y="115"/>
                    <a:pt x="27" y="128"/>
                    <a:pt x="44" y="128"/>
                  </a:cubicBezTo>
                  <a:cubicBezTo>
                    <a:pt x="61" y="128"/>
                    <a:pt x="60" y="115"/>
                    <a:pt x="68" y="92"/>
                  </a:cubicBezTo>
                  <a:cubicBezTo>
                    <a:pt x="73" y="77"/>
                    <a:pt x="88" y="60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lose/>
                  <a:moveTo>
                    <a:pt x="54" y="109"/>
                  </a:moveTo>
                  <a:cubicBezTo>
                    <a:pt x="35" y="111"/>
                    <a:pt x="35" y="111"/>
                    <a:pt x="35" y="111"/>
                  </a:cubicBezTo>
                  <a:cubicBezTo>
                    <a:pt x="34" y="109"/>
                    <a:pt x="33" y="107"/>
                    <a:pt x="32" y="104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7" y="102"/>
                    <a:pt x="56" y="103"/>
                    <a:pt x="56" y="104"/>
                  </a:cubicBezTo>
                  <a:cubicBezTo>
                    <a:pt x="55" y="106"/>
                    <a:pt x="55" y="107"/>
                    <a:pt x="54" y="109"/>
                  </a:cubicBezTo>
                  <a:close/>
                  <a:moveTo>
                    <a:pt x="31" y="100"/>
                  </a:moveTo>
                  <a:cubicBezTo>
                    <a:pt x="30" y="97"/>
                    <a:pt x="29" y="95"/>
                    <a:pt x="28" y="92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59" y="93"/>
                    <a:pt x="59" y="95"/>
                    <a:pt x="58" y="96"/>
                  </a:cubicBezTo>
                  <a:lnTo>
                    <a:pt x="31" y="100"/>
                  </a:lnTo>
                  <a:close/>
                  <a:moveTo>
                    <a:pt x="44" y="120"/>
                  </a:moveTo>
                  <a:cubicBezTo>
                    <a:pt x="40" y="120"/>
                    <a:pt x="38" y="120"/>
                    <a:pt x="36" y="115"/>
                  </a:cubicBezTo>
                  <a:cubicBezTo>
                    <a:pt x="53" y="113"/>
                    <a:pt x="53" y="113"/>
                    <a:pt x="53" y="113"/>
                  </a:cubicBezTo>
                  <a:cubicBezTo>
                    <a:pt x="51" y="119"/>
                    <a:pt x="49" y="120"/>
                    <a:pt x="44" y="120"/>
                  </a:cubicBezTo>
                  <a:close/>
                  <a:moveTo>
                    <a:pt x="63" y="84"/>
                  </a:moveTo>
                  <a:cubicBezTo>
                    <a:pt x="25" y="84"/>
                    <a:pt x="25" y="84"/>
                    <a:pt x="25" y="84"/>
                  </a:cubicBezTo>
                  <a:cubicBezTo>
                    <a:pt x="23" y="80"/>
                    <a:pt x="21" y="75"/>
                    <a:pt x="19" y="71"/>
                  </a:cubicBezTo>
                  <a:cubicBezTo>
                    <a:pt x="13" y="62"/>
                    <a:pt x="8" y="52"/>
                    <a:pt x="8" y="44"/>
                  </a:cubicBezTo>
                  <a:cubicBezTo>
                    <a:pt x="8" y="24"/>
                    <a:pt x="24" y="8"/>
                    <a:pt x="44" y="8"/>
                  </a:cubicBezTo>
                  <a:cubicBezTo>
                    <a:pt x="64" y="8"/>
                    <a:pt x="80" y="24"/>
                    <a:pt x="80" y="44"/>
                  </a:cubicBezTo>
                  <a:cubicBezTo>
                    <a:pt x="80" y="52"/>
                    <a:pt x="75" y="62"/>
                    <a:pt x="69" y="71"/>
                  </a:cubicBezTo>
                  <a:cubicBezTo>
                    <a:pt x="67" y="75"/>
                    <a:pt x="65" y="80"/>
                    <a:pt x="63" y="84"/>
                  </a:cubicBezTo>
                  <a:close/>
                </a:path>
              </a:pathLst>
            </a:custGeom>
            <a:solidFill>
              <a:srgbClr val="ABC0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5" name="8661124Freeform: Shape 11">
              <a:extLst>
                <a:ext uri="{FF2B5EF4-FFF2-40B4-BE49-F238E27FC236}">
                  <a16:creationId xmlns:a16="http://schemas.microsoft.com/office/drawing/2014/main" id="{1C552254-DCF2-41C6-8C07-C94A6CBEB632}"/>
                </a:ext>
              </a:extLst>
            </p:cNvPr>
            <p:cNvSpPr>
              <a:spLocks/>
            </p:cNvSpPr>
            <p:nvPr>
              <p:custDataLst>
                <p:tags r:id="R6a1497c41906425b"/>
              </p:custDataLst>
            </p:nvPr>
          </p:nvSpPr>
          <p:spPr bwMode="auto">
            <a:xfrm>
              <a:off x="6069617" y="2588969"/>
              <a:ext cx="74922" cy="73771"/>
            </a:xfrm>
            <a:custGeom>
              <a:avLst/>
              <a:gdLst>
                <a:gd name="T0" fmla="*/ 24 w 26"/>
                <a:gd name="T1" fmla="*/ 0 h 26"/>
                <a:gd name="T2" fmla="*/ 0 w 26"/>
                <a:gd name="T3" fmla="*/ 24 h 26"/>
                <a:gd name="T4" fmla="*/ 2 w 26"/>
                <a:gd name="T5" fmla="*/ 26 h 26"/>
                <a:gd name="T6" fmla="*/ 4 w 26"/>
                <a:gd name="T7" fmla="*/ 24 h 26"/>
                <a:gd name="T8" fmla="*/ 24 w 26"/>
                <a:gd name="T9" fmla="*/ 4 h 26"/>
                <a:gd name="T10" fmla="*/ 26 w 26"/>
                <a:gd name="T11" fmla="*/ 2 h 26"/>
                <a:gd name="T12" fmla="*/ 24 w 26"/>
                <a:gd name="T1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6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3" y="26"/>
                    <a:pt x="4" y="25"/>
                    <a:pt x="4" y="24"/>
                  </a:cubicBezTo>
                  <a:cubicBezTo>
                    <a:pt x="4" y="13"/>
                    <a:pt x="13" y="4"/>
                    <a:pt x="24" y="4"/>
                  </a:cubicBezTo>
                  <a:cubicBezTo>
                    <a:pt x="25" y="4"/>
                    <a:pt x="26" y="3"/>
                    <a:pt x="26" y="2"/>
                  </a:cubicBezTo>
                  <a:cubicBezTo>
                    <a:pt x="26" y="1"/>
                    <a:pt x="25" y="0"/>
                    <a:pt x="24" y="0"/>
                  </a:cubicBezTo>
                  <a:close/>
                </a:path>
              </a:pathLst>
            </a:custGeom>
            <a:solidFill>
              <a:srgbClr val="ABC0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6" name="8661124Freeform: Shape 60">
              <a:extLst>
                <a:ext uri="{FF2B5EF4-FFF2-40B4-BE49-F238E27FC236}">
                  <a16:creationId xmlns:a16="http://schemas.microsoft.com/office/drawing/2014/main" id="{26CB8F92-317D-49FD-85CB-FC4ECD75DB6A}"/>
                </a:ext>
              </a:extLst>
            </p:cNvPr>
            <p:cNvSpPr>
              <a:spLocks/>
            </p:cNvSpPr>
            <p:nvPr>
              <p:custDataLst>
                <p:tags r:id="Rae18a42c724f49c9"/>
              </p:custDataLst>
            </p:nvPr>
          </p:nvSpPr>
          <p:spPr bwMode="auto">
            <a:xfrm>
              <a:off x="3482956" y="4511445"/>
              <a:ext cx="836837" cy="838722"/>
            </a:xfrm>
            <a:custGeom>
              <a:avLst/>
              <a:gdLst>
                <a:gd name="T0" fmla="*/ 106 w 212"/>
                <a:gd name="T1" fmla="*/ 212 h 212"/>
                <a:gd name="T2" fmla="*/ 0 w 212"/>
                <a:gd name="T3" fmla="*/ 106 h 212"/>
                <a:gd name="T4" fmla="*/ 106 w 212"/>
                <a:gd name="T5" fmla="*/ 0 h 212"/>
                <a:gd name="T6" fmla="*/ 212 w 212"/>
                <a:gd name="T7" fmla="*/ 106 h 212"/>
                <a:gd name="T8" fmla="*/ 106 w 212"/>
                <a:gd name="T9" fmla="*/ 212 h 212"/>
                <a:gd name="T10" fmla="*/ 106 w 212"/>
                <a:gd name="T11" fmla="*/ 20 h 212"/>
                <a:gd name="T12" fmla="*/ 20 w 212"/>
                <a:gd name="T13" fmla="*/ 106 h 212"/>
                <a:gd name="T14" fmla="*/ 106 w 212"/>
                <a:gd name="T15" fmla="*/ 192 h 212"/>
                <a:gd name="T16" fmla="*/ 192 w 212"/>
                <a:gd name="T17" fmla="*/ 106 h 212"/>
                <a:gd name="T18" fmla="*/ 106 w 212"/>
                <a:gd name="T19" fmla="*/ 2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2" h="212">
                  <a:moveTo>
                    <a:pt x="106" y="212"/>
                  </a:moveTo>
                  <a:cubicBezTo>
                    <a:pt x="48" y="212"/>
                    <a:pt x="0" y="165"/>
                    <a:pt x="0" y="106"/>
                  </a:cubicBezTo>
                  <a:cubicBezTo>
                    <a:pt x="0" y="48"/>
                    <a:pt x="48" y="0"/>
                    <a:pt x="106" y="0"/>
                  </a:cubicBezTo>
                  <a:cubicBezTo>
                    <a:pt x="165" y="0"/>
                    <a:pt x="212" y="48"/>
                    <a:pt x="212" y="106"/>
                  </a:cubicBezTo>
                  <a:cubicBezTo>
                    <a:pt x="212" y="165"/>
                    <a:pt x="165" y="212"/>
                    <a:pt x="106" y="212"/>
                  </a:cubicBezTo>
                  <a:close/>
                  <a:moveTo>
                    <a:pt x="106" y="20"/>
                  </a:moveTo>
                  <a:cubicBezTo>
                    <a:pt x="59" y="20"/>
                    <a:pt x="20" y="59"/>
                    <a:pt x="20" y="106"/>
                  </a:cubicBezTo>
                  <a:cubicBezTo>
                    <a:pt x="20" y="154"/>
                    <a:pt x="59" y="192"/>
                    <a:pt x="106" y="192"/>
                  </a:cubicBezTo>
                  <a:cubicBezTo>
                    <a:pt x="154" y="192"/>
                    <a:pt x="192" y="154"/>
                    <a:pt x="192" y="106"/>
                  </a:cubicBezTo>
                  <a:cubicBezTo>
                    <a:pt x="192" y="59"/>
                    <a:pt x="154" y="20"/>
                    <a:pt x="106" y="20"/>
                  </a:cubicBezTo>
                  <a:close/>
                </a:path>
              </a:pathLst>
            </a:custGeom>
            <a:solidFill>
              <a:srgbClr val="ABC0D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7" name="8661124Freeform: Shape 61">
              <a:extLst>
                <a:ext uri="{FF2B5EF4-FFF2-40B4-BE49-F238E27FC236}">
                  <a16:creationId xmlns:a16="http://schemas.microsoft.com/office/drawing/2014/main" id="{B520DE24-583A-4EAB-9B26-0C5D57ED687A}"/>
                </a:ext>
              </a:extLst>
            </p:cNvPr>
            <p:cNvSpPr>
              <a:spLocks/>
            </p:cNvSpPr>
            <p:nvPr>
              <p:custDataLst>
                <p:tags r:id="R0866633b83ed403b"/>
              </p:custDataLst>
            </p:nvPr>
          </p:nvSpPr>
          <p:spPr bwMode="auto">
            <a:xfrm>
              <a:off x="3752646" y="4778674"/>
              <a:ext cx="286636" cy="286711"/>
            </a:xfrm>
            <a:custGeom>
              <a:avLst/>
              <a:gdLst>
                <a:gd name="T0" fmla="*/ 10800 w 21600"/>
                <a:gd name="T1" fmla="*/ 10789 h 21579"/>
                <a:gd name="T2" fmla="*/ 10800 w 21600"/>
                <a:gd name="T3" fmla="*/ 10789 h 21579"/>
                <a:gd name="T4" fmla="*/ 10800 w 21600"/>
                <a:gd name="T5" fmla="*/ 10789 h 21579"/>
                <a:gd name="T6" fmla="*/ 10800 w 21600"/>
                <a:gd name="T7" fmla="*/ 10789 h 21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579">
                  <a:moveTo>
                    <a:pt x="21599" y="9391"/>
                  </a:moveTo>
                  <a:cubicBezTo>
                    <a:pt x="21599" y="9887"/>
                    <a:pt x="21472" y="10321"/>
                    <a:pt x="21218" y="10697"/>
                  </a:cubicBezTo>
                  <a:cubicBezTo>
                    <a:pt x="20963" y="11072"/>
                    <a:pt x="20647" y="11313"/>
                    <a:pt x="20263" y="11427"/>
                  </a:cubicBezTo>
                  <a:lnTo>
                    <a:pt x="20263" y="16610"/>
                  </a:lnTo>
                  <a:cubicBezTo>
                    <a:pt x="20263" y="17200"/>
                    <a:pt x="20087" y="17708"/>
                    <a:pt x="19729" y="18128"/>
                  </a:cubicBezTo>
                  <a:cubicBezTo>
                    <a:pt x="19374" y="18550"/>
                    <a:pt x="18951" y="18758"/>
                    <a:pt x="18459" y="18758"/>
                  </a:cubicBezTo>
                  <a:cubicBezTo>
                    <a:pt x="17927" y="18122"/>
                    <a:pt x="17286" y="17505"/>
                    <a:pt x="16537" y="16904"/>
                  </a:cubicBezTo>
                  <a:cubicBezTo>
                    <a:pt x="15785" y="16305"/>
                    <a:pt x="14980" y="15756"/>
                    <a:pt x="14116" y="15254"/>
                  </a:cubicBezTo>
                  <a:cubicBezTo>
                    <a:pt x="13254" y="14755"/>
                    <a:pt x="12363" y="14324"/>
                    <a:pt x="11449" y="13969"/>
                  </a:cubicBezTo>
                  <a:cubicBezTo>
                    <a:pt x="10536" y="13614"/>
                    <a:pt x="9648" y="13379"/>
                    <a:pt x="8788" y="13267"/>
                  </a:cubicBezTo>
                  <a:cubicBezTo>
                    <a:pt x="8453" y="13379"/>
                    <a:pt x="8179" y="13564"/>
                    <a:pt x="7968" y="13828"/>
                  </a:cubicBezTo>
                  <a:cubicBezTo>
                    <a:pt x="7758" y="14092"/>
                    <a:pt x="7613" y="14386"/>
                    <a:pt x="7535" y="14706"/>
                  </a:cubicBezTo>
                  <a:cubicBezTo>
                    <a:pt x="7457" y="15028"/>
                    <a:pt x="7449" y="15360"/>
                    <a:pt x="7510" y="15698"/>
                  </a:cubicBezTo>
                  <a:cubicBezTo>
                    <a:pt x="7574" y="16035"/>
                    <a:pt x="7719" y="16340"/>
                    <a:pt x="7946" y="16610"/>
                  </a:cubicBezTo>
                  <a:cubicBezTo>
                    <a:pt x="7750" y="16992"/>
                    <a:pt x="7660" y="17347"/>
                    <a:pt x="7677" y="17673"/>
                  </a:cubicBezTo>
                  <a:cubicBezTo>
                    <a:pt x="7692" y="17993"/>
                    <a:pt x="7772" y="18307"/>
                    <a:pt x="7917" y="18606"/>
                  </a:cubicBezTo>
                  <a:cubicBezTo>
                    <a:pt x="8059" y="18908"/>
                    <a:pt x="8255" y="19193"/>
                    <a:pt x="8497" y="19469"/>
                  </a:cubicBezTo>
                  <a:cubicBezTo>
                    <a:pt x="8737" y="19745"/>
                    <a:pt x="8996" y="20021"/>
                    <a:pt x="9271" y="20291"/>
                  </a:cubicBezTo>
                  <a:cubicBezTo>
                    <a:pt x="9114" y="20696"/>
                    <a:pt x="8842" y="21001"/>
                    <a:pt x="8455" y="21212"/>
                  </a:cubicBezTo>
                  <a:cubicBezTo>
                    <a:pt x="8069" y="21423"/>
                    <a:pt x="7655" y="21541"/>
                    <a:pt x="7212" y="21570"/>
                  </a:cubicBezTo>
                  <a:cubicBezTo>
                    <a:pt x="6771" y="21599"/>
                    <a:pt x="6340" y="21550"/>
                    <a:pt x="5917" y="21423"/>
                  </a:cubicBezTo>
                  <a:cubicBezTo>
                    <a:pt x="5496" y="21294"/>
                    <a:pt x="5163" y="21092"/>
                    <a:pt x="4923" y="20810"/>
                  </a:cubicBezTo>
                  <a:cubicBezTo>
                    <a:pt x="4781" y="20241"/>
                    <a:pt x="4624" y="19657"/>
                    <a:pt x="4453" y="19055"/>
                  </a:cubicBezTo>
                  <a:cubicBezTo>
                    <a:pt x="4281" y="18453"/>
                    <a:pt x="4139" y="17843"/>
                    <a:pt x="4032" y="17224"/>
                  </a:cubicBezTo>
                  <a:cubicBezTo>
                    <a:pt x="3921" y="16599"/>
                    <a:pt x="3868" y="15953"/>
                    <a:pt x="3868" y="15281"/>
                  </a:cubicBezTo>
                  <a:cubicBezTo>
                    <a:pt x="3868" y="14615"/>
                    <a:pt x="3961" y="13905"/>
                    <a:pt x="4149" y="13153"/>
                  </a:cubicBezTo>
                  <a:lnTo>
                    <a:pt x="1804" y="13153"/>
                  </a:lnTo>
                  <a:cubicBezTo>
                    <a:pt x="1312" y="13153"/>
                    <a:pt x="888" y="12945"/>
                    <a:pt x="533" y="12522"/>
                  </a:cubicBezTo>
                  <a:cubicBezTo>
                    <a:pt x="176" y="12100"/>
                    <a:pt x="0" y="11592"/>
                    <a:pt x="0" y="10990"/>
                  </a:cubicBezTo>
                  <a:lnTo>
                    <a:pt x="0" y="7774"/>
                  </a:lnTo>
                  <a:cubicBezTo>
                    <a:pt x="0" y="7184"/>
                    <a:pt x="176" y="6676"/>
                    <a:pt x="526" y="6245"/>
                  </a:cubicBezTo>
                  <a:cubicBezTo>
                    <a:pt x="878" y="5819"/>
                    <a:pt x="1304" y="5605"/>
                    <a:pt x="1804" y="5605"/>
                  </a:cubicBezTo>
                  <a:lnTo>
                    <a:pt x="7652" y="5605"/>
                  </a:lnTo>
                  <a:cubicBezTo>
                    <a:pt x="8551" y="5605"/>
                    <a:pt x="9508" y="5449"/>
                    <a:pt x="10524" y="5135"/>
                  </a:cubicBezTo>
                  <a:cubicBezTo>
                    <a:pt x="11540" y="4821"/>
                    <a:pt x="12536" y="4399"/>
                    <a:pt x="13511" y="3873"/>
                  </a:cubicBezTo>
                  <a:cubicBezTo>
                    <a:pt x="14488" y="3342"/>
                    <a:pt x="15408" y="2744"/>
                    <a:pt x="16272" y="2071"/>
                  </a:cubicBezTo>
                  <a:cubicBezTo>
                    <a:pt x="17134" y="1405"/>
                    <a:pt x="17864" y="713"/>
                    <a:pt x="18459" y="0"/>
                  </a:cubicBezTo>
                  <a:cubicBezTo>
                    <a:pt x="18951" y="0"/>
                    <a:pt x="19374" y="214"/>
                    <a:pt x="19729" y="633"/>
                  </a:cubicBezTo>
                  <a:cubicBezTo>
                    <a:pt x="20087" y="1056"/>
                    <a:pt x="20263" y="1567"/>
                    <a:pt x="20263" y="2165"/>
                  </a:cubicBezTo>
                  <a:lnTo>
                    <a:pt x="20263" y="7334"/>
                  </a:lnTo>
                  <a:cubicBezTo>
                    <a:pt x="20647" y="7445"/>
                    <a:pt x="20963" y="7692"/>
                    <a:pt x="21218" y="8070"/>
                  </a:cubicBezTo>
                  <a:cubicBezTo>
                    <a:pt x="21472" y="8454"/>
                    <a:pt x="21599" y="8895"/>
                    <a:pt x="21599" y="9391"/>
                  </a:cubicBezTo>
                  <a:moveTo>
                    <a:pt x="18459" y="2855"/>
                  </a:moveTo>
                  <a:cubicBezTo>
                    <a:pt x="17864" y="3407"/>
                    <a:pt x="17215" y="3941"/>
                    <a:pt x="16512" y="4451"/>
                  </a:cubicBezTo>
                  <a:cubicBezTo>
                    <a:pt x="15810" y="4962"/>
                    <a:pt x="15065" y="5423"/>
                    <a:pt x="14280" y="5834"/>
                  </a:cubicBezTo>
                  <a:cubicBezTo>
                    <a:pt x="13494" y="6245"/>
                    <a:pt x="12693" y="6609"/>
                    <a:pt x="11878" y="6923"/>
                  </a:cubicBezTo>
                  <a:cubicBezTo>
                    <a:pt x="11060" y="7237"/>
                    <a:pt x="10255" y="7462"/>
                    <a:pt x="9457" y="7603"/>
                  </a:cubicBezTo>
                  <a:lnTo>
                    <a:pt x="9457" y="11172"/>
                  </a:lnTo>
                  <a:cubicBezTo>
                    <a:pt x="10255" y="11325"/>
                    <a:pt x="11060" y="11554"/>
                    <a:pt x="11878" y="11862"/>
                  </a:cubicBezTo>
                  <a:cubicBezTo>
                    <a:pt x="12693" y="12170"/>
                    <a:pt x="13494" y="12537"/>
                    <a:pt x="14280" y="12956"/>
                  </a:cubicBezTo>
                  <a:cubicBezTo>
                    <a:pt x="15065" y="13379"/>
                    <a:pt x="15812" y="13843"/>
                    <a:pt x="16524" y="14347"/>
                  </a:cubicBezTo>
                  <a:cubicBezTo>
                    <a:pt x="17234" y="14855"/>
                    <a:pt x="17881" y="15380"/>
                    <a:pt x="18459" y="15920"/>
                  </a:cubicBezTo>
                  <a:lnTo>
                    <a:pt x="18459" y="2855"/>
                  </a:lnTo>
                  <a:close/>
                </a:path>
              </a:pathLst>
            </a:custGeom>
            <a:solidFill>
              <a:srgbClr val="ABC0D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8" name="8661124Freeform: Shape 63">
              <a:extLst>
                <a:ext uri="{FF2B5EF4-FFF2-40B4-BE49-F238E27FC236}">
                  <a16:creationId xmlns:a16="http://schemas.microsoft.com/office/drawing/2014/main" id="{083E299E-79F5-445E-88B2-708D9F31F240}"/>
                </a:ext>
              </a:extLst>
            </p:cNvPr>
            <p:cNvSpPr>
              <a:spLocks/>
            </p:cNvSpPr>
            <p:nvPr>
              <p:custDataLst>
                <p:tags r:id="Rcb96b18ccd69485a"/>
              </p:custDataLst>
            </p:nvPr>
          </p:nvSpPr>
          <p:spPr bwMode="auto">
            <a:xfrm>
              <a:off x="4144757" y="2932378"/>
              <a:ext cx="836837" cy="837055"/>
            </a:xfrm>
            <a:custGeom>
              <a:avLst/>
              <a:gdLst>
                <a:gd name="T0" fmla="*/ 106 w 212"/>
                <a:gd name="T1" fmla="*/ 212 h 212"/>
                <a:gd name="T2" fmla="*/ 0 w 212"/>
                <a:gd name="T3" fmla="*/ 106 h 212"/>
                <a:gd name="T4" fmla="*/ 106 w 212"/>
                <a:gd name="T5" fmla="*/ 0 h 212"/>
                <a:gd name="T6" fmla="*/ 212 w 212"/>
                <a:gd name="T7" fmla="*/ 106 h 212"/>
                <a:gd name="T8" fmla="*/ 106 w 212"/>
                <a:gd name="T9" fmla="*/ 212 h 212"/>
                <a:gd name="T10" fmla="*/ 106 w 212"/>
                <a:gd name="T11" fmla="*/ 20 h 212"/>
                <a:gd name="T12" fmla="*/ 20 w 212"/>
                <a:gd name="T13" fmla="*/ 106 h 212"/>
                <a:gd name="T14" fmla="*/ 106 w 212"/>
                <a:gd name="T15" fmla="*/ 192 h 212"/>
                <a:gd name="T16" fmla="*/ 192 w 212"/>
                <a:gd name="T17" fmla="*/ 106 h 212"/>
                <a:gd name="T18" fmla="*/ 106 w 212"/>
                <a:gd name="T19" fmla="*/ 2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2" h="212">
                  <a:moveTo>
                    <a:pt x="106" y="212"/>
                  </a:moveTo>
                  <a:cubicBezTo>
                    <a:pt x="48" y="212"/>
                    <a:pt x="0" y="165"/>
                    <a:pt x="0" y="106"/>
                  </a:cubicBezTo>
                  <a:cubicBezTo>
                    <a:pt x="0" y="48"/>
                    <a:pt x="48" y="0"/>
                    <a:pt x="106" y="0"/>
                  </a:cubicBezTo>
                  <a:cubicBezTo>
                    <a:pt x="165" y="0"/>
                    <a:pt x="212" y="48"/>
                    <a:pt x="212" y="106"/>
                  </a:cubicBezTo>
                  <a:cubicBezTo>
                    <a:pt x="212" y="165"/>
                    <a:pt x="165" y="212"/>
                    <a:pt x="106" y="212"/>
                  </a:cubicBezTo>
                  <a:close/>
                  <a:moveTo>
                    <a:pt x="106" y="20"/>
                  </a:moveTo>
                  <a:cubicBezTo>
                    <a:pt x="59" y="20"/>
                    <a:pt x="20" y="59"/>
                    <a:pt x="20" y="106"/>
                  </a:cubicBezTo>
                  <a:cubicBezTo>
                    <a:pt x="20" y="154"/>
                    <a:pt x="59" y="192"/>
                    <a:pt x="106" y="192"/>
                  </a:cubicBezTo>
                  <a:cubicBezTo>
                    <a:pt x="154" y="192"/>
                    <a:pt x="192" y="154"/>
                    <a:pt x="192" y="106"/>
                  </a:cubicBezTo>
                  <a:cubicBezTo>
                    <a:pt x="192" y="59"/>
                    <a:pt x="154" y="20"/>
                    <a:pt x="106" y="20"/>
                  </a:cubicBezTo>
                  <a:close/>
                </a:path>
              </a:pathLst>
            </a:custGeom>
            <a:solidFill>
              <a:srgbClr val="C5CDD8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9" name="8661124Freeform: Shape 64">
              <a:extLst>
                <a:ext uri="{FF2B5EF4-FFF2-40B4-BE49-F238E27FC236}">
                  <a16:creationId xmlns:a16="http://schemas.microsoft.com/office/drawing/2014/main" id="{D074F0D1-B315-4CF4-963E-37A1C7B56277}"/>
                </a:ext>
              </a:extLst>
            </p:cNvPr>
            <p:cNvSpPr>
              <a:spLocks/>
            </p:cNvSpPr>
            <p:nvPr>
              <p:custDataLst>
                <p:tags r:id="R141b7c7583024ec1"/>
              </p:custDataLst>
            </p:nvPr>
          </p:nvSpPr>
          <p:spPr bwMode="auto">
            <a:xfrm>
              <a:off x="4412907" y="3202599"/>
              <a:ext cx="296882" cy="2957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87" y="2580"/>
                  </a:moveTo>
                  <a:cubicBezTo>
                    <a:pt x="20419" y="2580"/>
                    <a:pt x="20793" y="2735"/>
                    <a:pt x="21116" y="3052"/>
                  </a:cubicBezTo>
                  <a:cubicBezTo>
                    <a:pt x="21438" y="3372"/>
                    <a:pt x="21599" y="3743"/>
                    <a:pt x="21599" y="4175"/>
                  </a:cubicBezTo>
                  <a:lnTo>
                    <a:pt x="21599" y="19987"/>
                  </a:lnTo>
                  <a:cubicBezTo>
                    <a:pt x="21599" y="20419"/>
                    <a:pt x="21438" y="20796"/>
                    <a:pt x="21116" y="21116"/>
                  </a:cubicBezTo>
                  <a:cubicBezTo>
                    <a:pt x="20793" y="21438"/>
                    <a:pt x="20419" y="21599"/>
                    <a:pt x="19987" y="21599"/>
                  </a:cubicBezTo>
                  <a:lnTo>
                    <a:pt x="1612" y="21599"/>
                  </a:lnTo>
                  <a:cubicBezTo>
                    <a:pt x="1180" y="21599"/>
                    <a:pt x="806" y="21438"/>
                    <a:pt x="483" y="21116"/>
                  </a:cubicBezTo>
                  <a:cubicBezTo>
                    <a:pt x="161" y="20796"/>
                    <a:pt x="0" y="20419"/>
                    <a:pt x="0" y="19987"/>
                  </a:cubicBezTo>
                  <a:lnTo>
                    <a:pt x="0" y="4175"/>
                  </a:lnTo>
                  <a:cubicBezTo>
                    <a:pt x="0" y="3743"/>
                    <a:pt x="161" y="3372"/>
                    <a:pt x="483" y="3052"/>
                  </a:cubicBezTo>
                  <a:cubicBezTo>
                    <a:pt x="806" y="2735"/>
                    <a:pt x="1180" y="2580"/>
                    <a:pt x="1612" y="2580"/>
                  </a:cubicBezTo>
                  <a:lnTo>
                    <a:pt x="2150" y="2580"/>
                  </a:lnTo>
                  <a:lnTo>
                    <a:pt x="2150" y="2401"/>
                  </a:lnTo>
                  <a:cubicBezTo>
                    <a:pt x="2150" y="2116"/>
                    <a:pt x="2196" y="1828"/>
                    <a:pt x="2288" y="1540"/>
                  </a:cubicBezTo>
                  <a:cubicBezTo>
                    <a:pt x="2381" y="1249"/>
                    <a:pt x="2530" y="990"/>
                    <a:pt x="2738" y="766"/>
                  </a:cubicBezTo>
                  <a:cubicBezTo>
                    <a:pt x="2942" y="541"/>
                    <a:pt x="3216" y="360"/>
                    <a:pt x="3555" y="213"/>
                  </a:cubicBezTo>
                  <a:cubicBezTo>
                    <a:pt x="3895" y="75"/>
                    <a:pt x="4310" y="0"/>
                    <a:pt x="4796" y="0"/>
                  </a:cubicBezTo>
                  <a:cubicBezTo>
                    <a:pt x="5283" y="0"/>
                    <a:pt x="5698" y="75"/>
                    <a:pt x="6037" y="213"/>
                  </a:cubicBezTo>
                  <a:cubicBezTo>
                    <a:pt x="6377" y="360"/>
                    <a:pt x="6651" y="541"/>
                    <a:pt x="6858" y="766"/>
                  </a:cubicBezTo>
                  <a:cubicBezTo>
                    <a:pt x="7062" y="990"/>
                    <a:pt x="7215" y="1255"/>
                    <a:pt x="7313" y="1546"/>
                  </a:cubicBezTo>
                  <a:cubicBezTo>
                    <a:pt x="7411" y="1840"/>
                    <a:pt x="7457" y="2125"/>
                    <a:pt x="7457" y="2401"/>
                  </a:cubicBezTo>
                  <a:lnTo>
                    <a:pt x="7457" y="2580"/>
                  </a:lnTo>
                  <a:lnTo>
                    <a:pt x="8133" y="2580"/>
                  </a:lnTo>
                  <a:lnTo>
                    <a:pt x="8133" y="2401"/>
                  </a:lnTo>
                  <a:cubicBezTo>
                    <a:pt x="8133" y="2116"/>
                    <a:pt x="8179" y="1828"/>
                    <a:pt x="8269" y="1540"/>
                  </a:cubicBezTo>
                  <a:cubicBezTo>
                    <a:pt x="8364" y="1249"/>
                    <a:pt x="8511" y="990"/>
                    <a:pt x="8718" y="766"/>
                  </a:cubicBezTo>
                  <a:cubicBezTo>
                    <a:pt x="8925" y="541"/>
                    <a:pt x="9199" y="360"/>
                    <a:pt x="9538" y="213"/>
                  </a:cubicBezTo>
                  <a:cubicBezTo>
                    <a:pt x="9878" y="74"/>
                    <a:pt x="10293" y="0"/>
                    <a:pt x="10779" y="0"/>
                  </a:cubicBezTo>
                  <a:cubicBezTo>
                    <a:pt x="11266" y="0"/>
                    <a:pt x="11678" y="74"/>
                    <a:pt x="12020" y="213"/>
                  </a:cubicBezTo>
                  <a:cubicBezTo>
                    <a:pt x="12360" y="360"/>
                    <a:pt x="12636" y="541"/>
                    <a:pt x="12852" y="766"/>
                  </a:cubicBezTo>
                  <a:cubicBezTo>
                    <a:pt x="13068" y="990"/>
                    <a:pt x="13227" y="1255"/>
                    <a:pt x="13322" y="1546"/>
                  </a:cubicBezTo>
                  <a:cubicBezTo>
                    <a:pt x="13417" y="1840"/>
                    <a:pt x="13469" y="2125"/>
                    <a:pt x="13469" y="2401"/>
                  </a:cubicBezTo>
                  <a:lnTo>
                    <a:pt x="13469" y="2580"/>
                  </a:lnTo>
                  <a:lnTo>
                    <a:pt x="14142" y="2580"/>
                  </a:lnTo>
                  <a:lnTo>
                    <a:pt x="14142" y="2401"/>
                  </a:lnTo>
                  <a:cubicBezTo>
                    <a:pt x="14142" y="2116"/>
                    <a:pt x="14191" y="1828"/>
                    <a:pt x="14286" y="1540"/>
                  </a:cubicBezTo>
                  <a:cubicBezTo>
                    <a:pt x="14384" y="1249"/>
                    <a:pt x="14534" y="990"/>
                    <a:pt x="14741" y="765"/>
                  </a:cubicBezTo>
                  <a:cubicBezTo>
                    <a:pt x="14948" y="541"/>
                    <a:pt x="15219" y="359"/>
                    <a:pt x="15556" y="213"/>
                  </a:cubicBezTo>
                  <a:cubicBezTo>
                    <a:pt x="15890" y="74"/>
                    <a:pt x="16305" y="0"/>
                    <a:pt x="16803" y="0"/>
                  </a:cubicBezTo>
                  <a:cubicBezTo>
                    <a:pt x="17289" y="0"/>
                    <a:pt x="17704" y="74"/>
                    <a:pt x="18044" y="213"/>
                  </a:cubicBezTo>
                  <a:cubicBezTo>
                    <a:pt x="18383" y="359"/>
                    <a:pt x="18657" y="541"/>
                    <a:pt x="18864" y="765"/>
                  </a:cubicBezTo>
                  <a:cubicBezTo>
                    <a:pt x="19069" y="990"/>
                    <a:pt x="19218" y="1255"/>
                    <a:pt x="19311" y="1546"/>
                  </a:cubicBezTo>
                  <a:cubicBezTo>
                    <a:pt x="19403" y="1839"/>
                    <a:pt x="19449" y="2125"/>
                    <a:pt x="19449" y="2401"/>
                  </a:cubicBezTo>
                  <a:lnTo>
                    <a:pt x="19449" y="2580"/>
                  </a:lnTo>
                  <a:lnTo>
                    <a:pt x="19987" y="2580"/>
                  </a:lnTo>
                  <a:close/>
                  <a:moveTo>
                    <a:pt x="6066" y="7968"/>
                  </a:moveTo>
                  <a:lnTo>
                    <a:pt x="2179" y="7968"/>
                  </a:lnTo>
                  <a:lnTo>
                    <a:pt x="2179" y="11443"/>
                  </a:lnTo>
                  <a:lnTo>
                    <a:pt x="6066" y="11443"/>
                  </a:lnTo>
                  <a:lnTo>
                    <a:pt x="6066" y="7968"/>
                  </a:lnTo>
                  <a:close/>
                  <a:moveTo>
                    <a:pt x="6066" y="11976"/>
                  </a:moveTo>
                  <a:lnTo>
                    <a:pt x="2179" y="11976"/>
                  </a:lnTo>
                  <a:lnTo>
                    <a:pt x="2179" y="15452"/>
                  </a:lnTo>
                  <a:lnTo>
                    <a:pt x="6066" y="15452"/>
                  </a:lnTo>
                  <a:lnTo>
                    <a:pt x="6066" y="11976"/>
                  </a:lnTo>
                  <a:close/>
                  <a:moveTo>
                    <a:pt x="6066" y="15976"/>
                  </a:moveTo>
                  <a:lnTo>
                    <a:pt x="2179" y="15976"/>
                  </a:lnTo>
                  <a:lnTo>
                    <a:pt x="2179" y="19422"/>
                  </a:lnTo>
                  <a:lnTo>
                    <a:pt x="6066" y="19422"/>
                  </a:lnTo>
                  <a:lnTo>
                    <a:pt x="6066" y="15976"/>
                  </a:lnTo>
                  <a:close/>
                  <a:moveTo>
                    <a:pt x="3754" y="5543"/>
                  </a:moveTo>
                  <a:cubicBezTo>
                    <a:pt x="3754" y="6067"/>
                    <a:pt x="4102" y="6323"/>
                    <a:pt x="4799" y="6323"/>
                  </a:cubicBezTo>
                  <a:cubicBezTo>
                    <a:pt x="5499" y="6323"/>
                    <a:pt x="5847" y="6067"/>
                    <a:pt x="5847" y="5543"/>
                  </a:cubicBezTo>
                  <a:lnTo>
                    <a:pt x="5847" y="2398"/>
                  </a:lnTo>
                  <a:cubicBezTo>
                    <a:pt x="5847" y="1877"/>
                    <a:pt x="5499" y="1612"/>
                    <a:pt x="4799" y="1612"/>
                  </a:cubicBezTo>
                  <a:cubicBezTo>
                    <a:pt x="4102" y="1612"/>
                    <a:pt x="3754" y="1877"/>
                    <a:pt x="3754" y="2398"/>
                  </a:cubicBezTo>
                  <a:lnTo>
                    <a:pt x="3754" y="5543"/>
                  </a:lnTo>
                  <a:close/>
                  <a:moveTo>
                    <a:pt x="10535" y="7968"/>
                  </a:moveTo>
                  <a:lnTo>
                    <a:pt x="6607" y="7968"/>
                  </a:lnTo>
                  <a:lnTo>
                    <a:pt x="6607" y="11443"/>
                  </a:lnTo>
                  <a:lnTo>
                    <a:pt x="10535" y="11443"/>
                  </a:lnTo>
                  <a:lnTo>
                    <a:pt x="10535" y="7968"/>
                  </a:lnTo>
                  <a:close/>
                  <a:moveTo>
                    <a:pt x="10535" y="11976"/>
                  </a:moveTo>
                  <a:lnTo>
                    <a:pt x="6607" y="11976"/>
                  </a:lnTo>
                  <a:lnTo>
                    <a:pt x="6607" y="15452"/>
                  </a:lnTo>
                  <a:lnTo>
                    <a:pt x="10535" y="15452"/>
                  </a:lnTo>
                  <a:lnTo>
                    <a:pt x="10535" y="11976"/>
                  </a:lnTo>
                  <a:close/>
                  <a:moveTo>
                    <a:pt x="10535" y="15976"/>
                  </a:moveTo>
                  <a:lnTo>
                    <a:pt x="6607" y="15976"/>
                  </a:lnTo>
                  <a:lnTo>
                    <a:pt x="6607" y="19422"/>
                  </a:lnTo>
                  <a:lnTo>
                    <a:pt x="10535" y="19422"/>
                  </a:lnTo>
                  <a:lnTo>
                    <a:pt x="10535" y="15976"/>
                  </a:lnTo>
                  <a:close/>
                  <a:moveTo>
                    <a:pt x="9774" y="5543"/>
                  </a:moveTo>
                  <a:cubicBezTo>
                    <a:pt x="9774" y="5825"/>
                    <a:pt x="9849" y="6027"/>
                    <a:pt x="9996" y="6145"/>
                  </a:cubicBezTo>
                  <a:cubicBezTo>
                    <a:pt x="10143" y="6269"/>
                    <a:pt x="10405" y="6323"/>
                    <a:pt x="10782" y="6323"/>
                  </a:cubicBezTo>
                  <a:cubicBezTo>
                    <a:pt x="11159" y="6323"/>
                    <a:pt x="11427" y="6263"/>
                    <a:pt x="11588" y="6139"/>
                  </a:cubicBezTo>
                  <a:cubicBezTo>
                    <a:pt x="11750" y="6015"/>
                    <a:pt x="11830" y="5819"/>
                    <a:pt x="11830" y="5543"/>
                  </a:cubicBezTo>
                  <a:lnTo>
                    <a:pt x="11830" y="2398"/>
                  </a:lnTo>
                  <a:cubicBezTo>
                    <a:pt x="11830" y="2128"/>
                    <a:pt x="11750" y="1932"/>
                    <a:pt x="11588" y="1802"/>
                  </a:cubicBezTo>
                  <a:cubicBezTo>
                    <a:pt x="11427" y="1673"/>
                    <a:pt x="11159" y="1612"/>
                    <a:pt x="10782" y="1612"/>
                  </a:cubicBezTo>
                  <a:cubicBezTo>
                    <a:pt x="10405" y="1612"/>
                    <a:pt x="10143" y="1679"/>
                    <a:pt x="9996" y="1814"/>
                  </a:cubicBezTo>
                  <a:cubicBezTo>
                    <a:pt x="9849" y="1944"/>
                    <a:pt x="9774" y="2139"/>
                    <a:pt x="9774" y="2398"/>
                  </a:cubicBezTo>
                  <a:lnTo>
                    <a:pt x="9774" y="5543"/>
                  </a:lnTo>
                  <a:close/>
                  <a:moveTo>
                    <a:pt x="14986" y="7968"/>
                  </a:moveTo>
                  <a:lnTo>
                    <a:pt x="11073" y="7968"/>
                  </a:lnTo>
                  <a:lnTo>
                    <a:pt x="11073" y="11443"/>
                  </a:lnTo>
                  <a:lnTo>
                    <a:pt x="14986" y="11443"/>
                  </a:lnTo>
                  <a:lnTo>
                    <a:pt x="14986" y="7968"/>
                  </a:lnTo>
                  <a:close/>
                  <a:moveTo>
                    <a:pt x="14986" y="11976"/>
                  </a:moveTo>
                  <a:lnTo>
                    <a:pt x="11073" y="11976"/>
                  </a:lnTo>
                  <a:lnTo>
                    <a:pt x="11073" y="15452"/>
                  </a:lnTo>
                  <a:lnTo>
                    <a:pt x="14986" y="15452"/>
                  </a:lnTo>
                  <a:lnTo>
                    <a:pt x="14986" y="11976"/>
                  </a:lnTo>
                  <a:close/>
                  <a:moveTo>
                    <a:pt x="14986" y="15976"/>
                  </a:moveTo>
                  <a:lnTo>
                    <a:pt x="11073" y="15976"/>
                  </a:lnTo>
                  <a:lnTo>
                    <a:pt x="11073" y="19422"/>
                  </a:lnTo>
                  <a:lnTo>
                    <a:pt x="14986" y="19422"/>
                  </a:lnTo>
                  <a:lnTo>
                    <a:pt x="14986" y="15976"/>
                  </a:lnTo>
                  <a:close/>
                  <a:moveTo>
                    <a:pt x="19423" y="7968"/>
                  </a:moveTo>
                  <a:lnTo>
                    <a:pt x="15521" y="7968"/>
                  </a:lnTo>
                  <a:lnTo>
                    <a:pt x="15521" y="11443"/>
                  </a:lnTo>
                  <a:lnTo>
                    <a:pt x="19423" y="11443"/>
                  </a:lnTo>
                  <a:lnTo>
                    <a:pt x="19423" y="7968"/>
                  </a:lnTo>
                  <a:close/>
                  <a:moveTo>
                    <a:pt x="19423" y="11976"/>
                  </a:moveTo>
                  <a:lnTo>
                    <a:pt x="15521" y="11976"/>
                  </a:lnTo>
                  <a:lnTo>
                    <a:pt x="15521" y="15452"/>
                  </a:lnTo>
                  <a:lnTo>
                    <a:pt x="19423" y="15452"/>
                  </a:lnTo>
                  <a:lnTo>
                    <a:pt x="19423" y="11976"/>
                  </a:lnTo>
                  <a:close/>
                  <a:moveTo>
                    <a:pt x="19423" y="15976"/>
                  </a:moveTo>
                  <a:lnTo>
                    <a:pt x="15521" y="15976"/>
                  </a:lnTo>
                  <a:lnTo>
                    <a:pt x="15521" y="19422"/>
                  </a:lnTo>
                  <a:lnTo>
                    <a:pt x="19423" y="19422"/>
                  </a:lnTo>
                  <a:lnTo>
                    <a:pt x="19423" y="15976"/>
                  </a:lnTo>
                  <a:close/>
                  <a:moveTo>
                    <a:pt x="15758" y="5543"/>
                  </a:moveTo>
                  <a:cubicBezTo>
                    <a:pt x="15758" y="6067"/>
                    <a:pt x="16106" y="6323"/>
                    <a:pt x="16806" y="6323"/>
                  </a:cubicBezTo>
                  <a:cubicBezTo>
                    <a:pt x="17502" y="6323"/>
                    <a:pt x="17848" y="6067"/>
                    <a:pt x="17839" y="5543"/>
                  </a:cubicBezTo>
                  <a:lnTo>
                    <a:pt x="17839" y="2398"/>
                  </a:lnTo>
                  <a:cubicBezTo>
                    <a:pt x="17839" y="1877"/>
                    <a:pt x="17494" y="1612"/>
                    <a:pt x="16806" y="1612"/>
                  </a:cubicBezTo>
                  <a:cubicBezTo>
                    <a:pt x="16106" y="1612"/>
                    <a:pt x="15758" y="1877"/>
                    <a:pt x="15758" y="2398"/>
                  </a:cubicBezTo>
                  <a:lnTo>
                    <a:pt x="15758" y="5543"/>
                  </a:lnTo>
                  <a:close/>
                </a:path>
              </a:pathLst>
            </a:custGeom>
            <a:solidFill>
              <a:srgbClr val="C5CDD8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60" name="661124Freeform: Shape 66">
              <a:extLst>
                <a:ext uri="{FF2B5EF4-FFF2-40B4-BE49-F238E27FC236}">
                  <a16:creationId xmlns:a16="http://schemas.microsoft.com/office/drawing/2014/main" id="{604C434D-985D-4753-BC7C-610A1C666A41}"/>
                </a:ext>
              </a:extLst>
            </p:cNvPr>
            <p:cNvSpPr>
              <a:spLocks/>
            </p:cNvSpPr>
            <p:nvPr>
              <p:custDataLst>
                <p:tags r:id="Rb86e07765338418a"/>
              </p:custDataLst>
            </p:nvPr>
          </p:nvSpPr>
          <p:spPr bwMode="auto">
            <a:xfrm>
              <a:off x="7287064" y="2932378"/>
              <a:ext cx="836837" cy="837055"/>
            </a:xfrm>
            <a:custGeom>
              <a:avLst/>
              <a:gdLst>
                <a:gd name="T0" fmla="*/ 106 w 212"/>
                <a:gd name="T1" fmla="*/ 212 h 212"/>
                <a:gd name="T2" fmla="*/ 0 w 212"/>
                <a:gd name="T3" fmla="*/ 106 h 212"/>
                <a:gd name="T4" fmla="*/ 106 w 212"/>
                <a:gd name="T5" fmla="*/ 0 h 212"/>
                <a:gd name="T6" fmla="*/ 212 w 212"/>
                <a:gd name="T7" fmla="*/ 106 h 212"/>
                <a:gd name="T8" fmla="*/ 106 w 212"/>
                <a:gd name="T9" fmla="*/ 212 h 212"/>
                <a:gd name="T10" fmla="*/ 106 w 212"/>
                <a:gd name="T11" fmla="*/ 20 h 212"/>
                <a:gd name="T12" fmla="*/ 20 w 212"/>
                <a:gd name="T13" fmla="*/ 106 h 212"/>
                <a:gd name="T14" fmla="*/ 106 w 212"/>
                <a:gd name="T15" fmla="*/ 192 h 212"/>
                <a:gd name="T16" fmla="*/ 192 w 212"/>
                <a:gd name="T17" fmla="*/ 106 h 212"/>
                <a:gd name="T18" fmla="*/ 106 w 212"/>
                <a:gd name="T19" fmla="*/ 2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2" h="212">
                  <a:moveTo>
                    <a:pt x="106" y="212"/>
                  </a:moveTo>
                  <a:cubicBezTo>
                    <a:pt x="48" y="212"/>
                    <a:pt x="0" y="165"/>
                    <a:pt x="0" y="106"/>
                  </a:cubicBezTo>
                  <a:cubicBezTo>
                    <a:pt x="0" y="48"/>
                    <a:pt x="48" y="0"/>
                    <a:pt x="106" y="0"/>
                  </a:cubicBezTo>
                  <a:cubicBezTo>
                    <a:pt x="165" y="0"/>
                    <a:pt x="212" y="48"/>
                    <a:pt x="212" y="106"/>
                  </a:cubicBezTo>
                  <a:cubicBezTo>
                    <a:pt x="212" y="165"/>
                    <a:pt x="165" y="212"/>
                    <a:pt x="106" y="212"/>
                  </a:cubicBezTo>
                  <a:close/>
                  <a:moveTo>
                    <a:pt x="106" y="20"/>
                  </a:moveTo>
                  <a:cubicBezTo>
                    <a:pt x="59" y="20"/>
                    <a:pt x="20" y="59"/>
                    <a:pt x="20" y="106"/>
                  </a:cubicBezTo>
                  <a:cubicBezTo>
                    <a:pt x="20" y="154"/>
                    <a:pt x="59" y="192"/>
                    <a:pt x="106" y="192"/>
                  </a:cubicBezTo>
                  <a:cubicBezTo>
                    <a:pt x="154" y="192"/>
                    <a:pt x="192" y="154"/>
                    <a:pt x="192" y="106"/>
                  </a:cubicBezTo>
                  <a:cubicBezTo>
                    <a:pt x="192" y="59"/>
                    <a:pt x="154" y="20"/>
                    <a:pt x="106" y="20"/>
                  </a:cubicBezTo>
                  <a:close/>
                </a:path>
              </a:pathLst>
            </a:custGeom>
            <a:solidFill>
              <a:srgbClr val="C5CDD8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64" name="661124Freeform: Shape 67">
              <a:extLst>
                <a:ext uri="{FF2B5EF4-FFF2-40B4-BE49-F238E27FC236}">
                  <a16:creationId xmlns:a16="http://schemas.microsoft.com/office/drawing/2014/main" id="{C35AE33D-1D26-4AD6-82FA-74C7357294B6}"/>
                </a:ext>
              </a:extLst>
            </p:cNvPr>
            <p:cNvSpPr>
              <a:spLocks/>
            </p:cNvSpPr>
            <p:nvPr>
              <p:custDataLst>
                <p:tags r:id="R4892be3ba14145ef"/>
              </p:custDataLst>
            </p:nvPr>
          </p:nvSpPr>
          <p:spPr bwMode="auto">
            <a:xfrm>
              <a:off x="7558077" y="3213548"/>
              <a:ext cx="298016" cy="266366"/>
            </a:xfrm>
            <a:custGeom>
              <a:avLst/>
              <a:gdLst>
                <a:gd name="T0" fmla="*/ 80 w 498"/>
                <a:gd name="T1" fmla="*/ 151 h 445"/>
                <a:gd name="T2" fmla="*/ 80 w 498"/>
                <a:gd name="T3" fmla="*/ 151 h 445"/>
                <a:gd name="T4" fmla="*/ 142 w 498"/>
                <a:gd name="T5" fmla="*/ 169 h 445"/>
                <a:gd name="T6" fmla="*/ 151 w 498"/>
                <a:gd name="T7" fmla="*/ 169 h 445"/>
                <a:gd name="T8" fmla="*/ 195 w 498"/>
                <a:gd name="T9" fmla="*/ 134 h 445"/>
                <a:gd name="T10" fmla="*/ 195 w 498"/>
                <a:gd name="T11" fmla="*/ 125 h 445"/>
                <a:gd name="T12" fmla="*/ 178 w 498"/>
                <a:gd name="T13" fmla="*/ 107 h 445"/>
                <a:gd name="T14" fmla="*/ 275 w 498"/>
                <a:gd name="T15" fmla="*/ 10 h 445"/>
                <a:gd name="T16" fmla="*/ 195 w 498"/>
                <a:gd name="T17" fmla="*/ 0 h 445"/>
                <a:gd name="T18" fmla="*/ 107 w 498"/>
                <a:gd name="T19" fmla="*/ 54 h 445"/>
                <a:gd name="T20" fmla="*/ 72 w 498"/>
                <a:gd name="T21" fmla="*/ 81 h 445"/>
                <a:gd name="T22" fmla="*/ 53 w 498"/>
                <a:gd name="T23" fmla="*/ 116 h 445"/>
                <a:gd name="T24" fmla="*/ 18 w 498"/>
                <a:gd name="T25" fmla="*/ 125 h 445"/>
                <a:gd name="T26" fmla="*/ 0 w 498"/>
                <a:gd name="T27" fmla="*/ 143 h 445"/>
                <a:gd name="T28" fmla="*/ 0 w 498"/>
                <a:gd name="T29" fmla="*/ 151 h 445"/>
                <a:gd name="T30" fmla="*/ 36 w 498"/>
                <a:gd name="T31" fmla="*/ 187 h 445"/>
                <a:gd name="T32" fmla="*/ 53 w 498"/>
                <a:gd name="T33" fmla="*/ 196 h 445"/>
                <a:gd name="T34" fmla="*/ 72 w 498"/>
                <a:gd name="T35" fmla="*/ 178 h 445"/>
                <a:gd name="T36" fmla="*/ 80 w 498"/>
                <a:gd name="T37" fmla="*/ 151 h 445"/>
                <a:gd name="T38" fmla="*/ 222 w 498"/>
                <a:gd name="T39" fmla="*/ 160 h 445"/>
                <a:gd name="T40" fmla="*/ 222 w 498"/>
                <a:gd name="T41" fmla="*/ 160 h 445"/>
                <a:gd name="T42" fmla="*/ 213 w 498"/>
                <a:gd name="T43" fmla="*/ 160 h 445"/>
                <a:gd name="T44" fmla="*/ 178 w 498"/>
                <a:gd name="T45" fmla="*/ 187 h 445"/>
                <a:gd name="T46" fmla="*/ 169 w 498"/>
                <a:gd name="T47" fmla="*/ 204 h 445"/>
                <a:gd name="T48" fmla="*/ 381 w 498"/>
                <a:gd name="T49" fmla="*/ 435 h 445"/>
                <a:gd name="T50" fmla="*/ 399 w 498"/>
                <a:gd name="T51" fmla="*/ 435 h 445"/>
                <a:gd name="T52" fmla="*/ 426 w 498"/>
                <a:gd name="T53" fmla="*/ 417 h 445"/>
                <a:gd name="T54" fmla="*/ 426 w 498"/>
                <a:gd name="T55" fmla="*/ 400 h 445"/>
                <a:gd name="T56" fmla="*/ 222 w 498"/>
                <a:gd name="T57" fmla="*/ 160 h 445"/>
                <a:gd name="T58" fmla="*/ 497 w 498"/>
                <a:gd name="T59" fmla="*/ 63 h 445"/>
                <a:gd name="T60" fmla="*/ 497 w 498"/>
                <a:gd name="T61" fmla="*/ 63 h 445"/>
                <a:gd name="T62" fmla="*/ 479 w 498"/>
                <a:gd name="T63" fmla="*/ 54 h 445"/>
                <a:gd name="T64" fmla="*/ 461 w 498"/>
                <a:gd name="T65" fmla="*/ 89 h 445"/>
                <a:gd name="T66" fmla="*/ 408 w 498"/>
                <a:gd name="T67" fmla="*/ 107 h 445"/>
                <a:gd name="T68" fmla="*/ 399 w 498"/>
                <a:gd name="T69" fmla="*/ 63 h 445"/>
                <a:gd name="T70" fmla="*/ 417 w 498"/>
                <a:gd name="T71" fmla="*/ 19 h 445"/>
                <a:gd name="T72" fmla="*/ 408 w 498"/>
                <a:gd name="T73" fmla="*/ 10 h 445"/>
                <a:gd name="T74" fmla="*/ 337 w 498"/>
                <a:gd name="T75" fmla="*/ 72 h 445"/>
                <a:gd name="T76" fmla="*/ 319 w 498"/>
                <a:gd name="T77" fmla="*/ 151 h 445"/>
                <a:gd name="T78" fmla="*/ 284 w 498"/>
                <a:gd name="T79" fmla="*/ 187 h 445"/>
                <a:gd name="T80" fmla="*/ 319 w 498"/>
                <a:gd name="T81" fmla="*/ 231 h 445"/>
                <a:gd name="T82" fmla="*/ 364 w 498"/>
                <a:gd name="T83" fmla="*/ 187 h 445"/>
                <a:gd name="T84" fmla="*/ 408 w 498"/>
                <a:gd name="T85" fmla="*/ 178 h 445"/>
                <a:gd name="T86" fmla="*/ 488 w 498"/>
                <a:gd name="T87" fmla="*/ 143 h 445"/>
                <a:gd name="T88" fmla="*/ 497 w 498"/>
                <a:gd name="T89" fmla="*/ 63 h 445"/>
                <a:gd name="T90" fmla="*/ 72 w 498"/>
                <a:gd name="T91" fmla="*/ 400 h 445"/>
                <a:gd name="T92" fmla="*/ 72 w 498"/>
                <a:gd name="T93" fmla="*/ 400 h 445"/>
                <a:gd name="T94" fmla="*/ 72 w 498"/>
                <a:gd name="T95" fmla="*/ 417 h 445"/>
                <a:gd name="T96" fmla="*/ 89 w 498"/>
                <a:gd name="T97" fmla="*/ 444 h 445"/>
                <a:gd name="T98" fmla="*/ 107 w 498"/>
                <a:gd name="T99" fmla="*/ 435 h 445"/>
                <a:gd name="T100" fmla="*/ 231 w 498"/>
                <a:gd name="T101" fmla="*/ 320 h 445"/>
                <a:gd name="T102" fmla="*/ 195 w 498"/>
                <a:gd name="T103" fmla="*/ 275 h 445"/>
                <a:gd name="T104" fmla="*/ 72 w 498"/>
                <a:gd name="T105" fmla="*/ 40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8" h="445">
                  <a:moveTo>
                    <a:pt x="80" y="151"/>
                  </a:moveTo>
                  <a:lnTo>
                    <a:pt x="80" y="151"/>
                  </a:lnTo>
                  <a:cubicBezTo>
                    <a:pt x="97" y="134"/>
                    <a:pt x="116" y="143"/>
                    <a:pt x="142" y="169"/>
                  </a:cubicBezTo>
                  <a:cubicBezTo>
                    <a:pt x="151" y="178"/>
                    <a:pt x="151" y="169"/>
                    <a:pt x="151" y="169"/>
                  </a:cubicBezTo>
                  <a:cubicBezTo>
                    <a:pt x="160" y="169"/>
                    <a:pt x="186" y="134"/>
                    <a:pt x="195" y="134"/>
                  </a:cubicBezTo>
                  <a:cubicBezTo>
                    <a:pt x="195" y="134"/>
                    <a:pt x="195" y="134"/>
                    <a:pt x="195" y="125"/>
                  </a:cubicBezTo>
                  <a:cubicBezTo>
                    <a:pt x="186" y="125"/>
                    <a:pt x="178" y="116"/>
                    <a:pt x="178" y="107"/>
                  </a:cubicBezTo>
                  <a:cubicBezTo>
                    <a:pt x="133" y="45"/>
                    <a:pt x="301" y="10"/>
                    <a:pt x="275" y="10"/>
                  </a:cubicBezTo>
                  <a:cubicBezTo>
                    <a:pt x="257" y="0"/>
                    <a:pt x="204" y="0"/>
                    <a:pt x="195" y="0"/>
                  </a:cubicBezTo>
                  <a:cubicBezTo>
                    <a:pt x="169" y="10"/>
                    <a:pt x="125" y="36"/>
                    <a:pt x="107" y="54"/>
                  </a:cubicBezTo>
                  <a:cubicBezTo>
                    <a:pt x="80" y="72"/>
                    <a:pt x="72" y="81"/>
                    <a:pt x="72" y="81"/>
                  </a:cubicBezTo>
                  <a:cubicBezTo>
                    <a:pt x="62" y="89"/>
                    <a:pt x="72" y="107"/>
                    <a:pt x="53" y="116"/>
                  </a:cubicBezTo>
                  <a:cubicBezTo>
                    <a:pt x="36" y="125"/>
                    <a:pt x="27" y="116"/>
                    <a:pt x="18" y="125"/>
                  </a:cubicBezTo>
                  <a:cubicBezTo>
                    <a:pt x="18" y="134"/>
                    <a:pt x="9" y="134"/>
                    <a:pt x="0" y="143"/>
                  </a:cubicBezTo>
                  <a:lnTo>
                    <a:pt x="0" y="151"/>
                  </a:lnTo>
                  <a:lnTo>
                    <a:pt x="36" y="187"/>
                  </a:lnTo>
                  <a:cubicBezTo>
                    <a:pt x="36" y="196"/>
                    <a:pt x="44" y="196"/>
                    <a:pt x="53" y="196"/>
                  </a:cubicBezTo>
                  <a:cubicBezTo>
                    <a:pt x="53" y="187"/>
                    <a:pt x="62" y="178"/>
                    <a:pt x="72" y="178"/>
                  </a:cubicBezTo>
                  <a:cubicBezTo>
                    <a:pt x="72" y="178"/>
                    <a:pt x="72" y="151"/>
                    <a:pt x="80" y="151"/>
                  </a:cubicBezTo>
                  <a:close/>
                  <a:moveTo>
                    <a:pt x="222" y="160"/>
                  </a:moveTo>
                  <a:lnTo>
                    <a:pt x="222" y="160"/>
                  </a:lnTo>
                  <a:cubicBezTo>
                    <a:pt x="213" y="160"/>
                    <a:pt x="213" y="160"/>
                    <a:pt x="213" y="160"/>
                  </a:cubicBezTo>
                  <a:cubicBezTo>
                    <a:pt x="178" y="187"/>
                    <a:pt x="178" y="187"/>
                    <a:pt x="178" y="187"/>
                  </a:cubicBezTo>
                  <a:cubicBezTo>
                    <a:pt x="169" y="196"/>
                    <a:pt x="169" y="196"/>
                    <a:pt x="169" y="204"/>
                  </a:cubicBezTo>
                  <a:cubicBezTo>
                    <a:pt x="381" y="435"/>
                    <a:pt x="381" y="435"/>
                    <a:pt x="381" y="435"/>
                  </a:cubicBezTo>
                  <a:cubicBezTo>
                    <a:pt x="381" y="444"/>
                    <a:pt x="391" y="444"/>
                    <a:pt x="399" y="435"/>
                  </a:cubicBezTo>
                  <a:cubicBezTo>
                    <a:pt x="426" y="417"/>
                    <a:pt x="426" y="417"/>
                    <a:pt x="426" y="417"/>
                  </a:cubicBezTo>
                  <a:cubicBezTo>
                    <a:pt x="426" y="408"/>
                    <a:pt x="426" y="400"/>
                    <a:pt x="426" y="400"/>
                  </a:cubicBezTo>
                  <a:lnTo>
                    <a:pt x="222" y="160"/>
                  </a:lnTo>
                  <a:close/>
                  <a:moveTo>
                    <a:pt x="497" y="63"/>
                  </a:moveTo>
                  <a:lnTo>
                    <a:pt x="497" y="63"/>
                  </a:lnTo>
                  <a:cubicBezTo>
                    <a:pt x="488" y="45"/>
                    <a:pt x="488" y="54"/>
                    <a:pt x="479" y="54"/>
                  </a:cubicBezTo>
                  <a:cubicBezTo>
                    <a:pt x="479" y="63"/>
                    <a:pt x="461" y="81"/>
                    <a:pt x="461" y="89"/>
                  </a:cubicBezTo>
                  <a:cubicBezTo>
                    <a:pt x="452" y="107"/>
                    <a:pt x="435" y="125"/>
                    <a:pt x="408" y="107"/>
                  </a:cubicBezTo>
                  <a:cubicBezTo>
                    <a:pt x="381" y="81"/>
                    <a:pt x="391" y="72"/>
                    <a:pt x="399" y="63"/>
                  </a:cubicBezTo>
                  <a:cubicBezTo>
                    <a:pt x="399" y="54"/>
                    <a:pt x="417" y="28"/>
                    <a:pt x="417" y="19"/>
                  </a:cubicBezTo>
                  <a:cubicBezTo>
                    <a:pt x="426" y="19"/>
                    <a:pt x="417" y="10"/>
                    <a:pt x="408" y="10"/>
                  </a:cubicBezTo>
                  <a:cubicBezTo>
                    <a:pt x="399" y="19"/>
                    <a:pt x="346" y="36"/>
                    <a:pt x="337" y="72"/>
                  </a:cubicBezTo>
                  <a:cubicBezTo>
                    <a:pt x="328" y="98"/>
                    <a:pt x="346" y="125"/>
                    <a:pt x="319" y="151"/>
                  </a:cubicBezTo>
                  <a:cubicBezTo>
                    <a:pt x="284" y="187"/>
                    <a:pt x="284" y="187"/>
                    <a:pt x="284" y="187"/>
                  </a:cubicBezTo>
                  <a:cubicBezTo>
                    <a:pt x="319" y="231"/>
                    <a:pt x="319" y="231"/>
                    <a:pt x="319" y="231"/>
                  </a:cubicBezTo>
                  <a:cubicBezTo>
                    <a:pt x="364" y="187"/>
                    <a:pt x="364" y="187"/>
                    <a:pt x="364" y="187"/>
                  </a:cubicBezTo>
                  <a:cubicBezTo>
                    <a:pt x="372" y="178"/>
                    <a:pt x="391" y="169"/>
                    <a:pt x="408" y="178"/>
                  </a:cubicBezTo>
                  <a:cubicBezTo>
                    <a:pt x="452" y="187"/>
                    <a:pt x="470" y="169"/>
                    <a:pt x="488" y="143"/>
                  </a:cubicBezTo>
                  <a:cubicBezTo>
                    <a:pt x="497" y="116"/>
                    <a:pt x="497" y="72"/>
                    <a:pt x="497" y="63"/>
                  </a:cubicBezTo>
                  <a:close/>
                  <a:moveTo>
                    <a:pt x="72" y="400"/>
                  </a:moveTo>
                  <a:lnTo>
                    <a:pt x="72" y="400"/>
                  </a:lnTo>
                  <a:cubicBezTo>
                    <a:pt x="62" y="408"/>
                    <a:pt x="62" y="417"/>
                    <a:pt x="72" y="417"/>
                  </a:cubicBezTo>
                  <a:cubicBezTo>
                    <a:pt x="89" y="444"/>
                    <a:pt x="89" y="444"/>
                    <a:pt x="89" y="444"/>
                  </a:cubicBezTo>
                  <a:cubicBezTo>
                    <a:pt x="97" y="444"/>
                    <a:pt x="107" y="444"/>
                    <a:pt x="107" y="435"/>
                  </a:cubicBezTo>
                  <a:cubicBezTo>
                    <a:pt x="231" y="320"/>
                    <a:pt x="231" y="320"/>
                    <a:pt x="231" y="320"/>
                  </a:cubicBezTo>
                  <a:cubicBezTo>
                    <a:pt x="195" y="275"/>
                    <a:pt x="195" y="275"/>
                    <a:pt x="195" y="275"/>
                  </a:cubicBezTo>
                  <a:lnTo>
                    <a:pt x="72" y="400"/>
                  </a:lnTo>
                  <a:close/>
                </a:path>
              </a:pathLst>
            </a:custGeom>
            <a:solidFill>
              <a:srgbClr val="C5CDD8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65" name="61124Freeform: Shape 69">
              <a:extLst>
                <a:ext uri="{FF2B5EF4-FFF2-40B4-BE49-F238E27FC236}">
                  <a16:creationId xmlns:a16="http://schemas.microsoft.com/office/drawing/2014/main" id="{7354F919-9810-4684-9D34-6871ECDEBE94}"/>
                </a:ext>
              </a:extLst>
            </p:cNvPr>
            <p:cNvSpPr>
              <a:spLocks/>
            </p:cNvSpPr>
            <p:nvPr>
              <p:custDataLst>
                <p:tags r:id="Rfe7a8bf0629c434c"/>
              </p:custDataLst>
            </p:nvPr>
          </p:nvSpPr>
          <p:spPr bwMode="auto">
            <a:xfrm>
              <a:off x="7950532" y="4511445"/>
              <a:ext cx="836837" cy="838722"/>
            </a:xfrm>
            <a:custGeom>
              <a:avLst/>
              <a:gdLst>
                <a:gd name="T0" fmla="*/ 106 w 212"/>
                <a:gd name="T1" fmla="*/ 212 h 212"/>
                <a:gd name="T2" fmla="*/ 0 w 212"/>
                <a:gd name="T3" fmla="*/ 106 h 212"/>
                <a:gd name="T4" fmla="*/ 106 w 212"/>
                <a:gd name="T5" fmla="*/ 0 h 212"/>
                <a:gd name="T6" fmla="*/ 212 w 212"/>
                <a:gd name="T7" fmla="*/ 106 h 212"/>
                <a:gd name="T8" fmla="*/ 106 w 212"/>
                <a:gd name="T9" fmla="*/ 212 h 212"/>
                <a:gd name="T10" fmla="*/ 106 w 212"/>
                <a:gd name="T11" fmla="*/ 20 h 212"/>
                <a:gd name="T12" fmla="*/ 20 w 212"/>
                <a:gd name="T13" fmla="*/ 106 h 212"/>
                <a:gd name="T14" fmla="*/ 106 w 212"/>
                <a:gd name="T15" fmla="*/ 192 h 212"/>
                <a:gd name="T16" fmla="*/ 192 w 212"/>
                <a:gd name="T17" fmla="*/ 106 h 212"/>
                <a:gd name="T18" fmla="*/ 106 w 212"/>
                <a:gd name="T19" fmla="*/ 2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2" h="212">
                  <a:moveTo>
                    <a:pt x="106" y="212"/>
                  </a:moveTo>
                  <a:cubicBezTo>
                    <a:pt x="48" y="212"/>
                    <a:pt x="0" y="165"/>
                    <a:pt x="0" y="106"/>
                  </a:cubicBezTo>
                  <a:cubicBezTo>
                    <a:pt x="0" y="48"/>
                    <a:pt x="48" y="0"/>
                    <a:pt x="106" y="0"/>
                  </a:cubicBezTo>
                  <a:cubicBezTo>
                    <a:pt x="165" y="0"/>
                    <a:pt x="212" y="48"/>
                    <a:pt x="212" y="106"/>
                  </a:cubicBezTo>
                  <a:cubicBezTo>
                    <a:pt x="212" y="165"/>
                    <a:pt x="165" y="212"/>
                    <a:pt x="106" y="212"/>
                  </a:cubicBezTo>
                  <a:close/>
                  <a:moveTo>
                    <a:pt x="106" y="20"/>
                  </a:moveTo>
                  <a:cubicBezTo>
                    <a:pt x="59" y="20"/>
                    <a:pt x="20" y="59"/>
                    <a:pt x="20" y="106"/>
                  </a:cubicBezTo>
                  <a:cubicBezTo>
                    <a:pt x="20" y="154"/>
                    <a:pt x="59" y="192"/>
                    <a:pt x="106" y="192"/>
                  </a:cubicBezTo>
                  <a:cubicBezTo>
                    <a:pt x="154" y="192"/>
                    <a:pt x="192" y="154"/>
                    <a:pt x="192" y="106"/>
                  </a:cubicBezTo>
                  <a:cubicBezTo>
                    <a:pt x="192" y="59"/>
                    <a:pt x="154" y="20"/>
                    <a:pt x="106" y="20"/>
                  </a:cubicBezTo>
                  <a:close/>
                </a:path>
              </a:pathLst>
            </a:custGeom>
            <a:solidFill>
              <a:srgbClr val="ABC0D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66" name="661124Freeform: Shape 70">
              <a:extLst>
                <a:ext uri="{FF2B5EF4-FFF2-40B4-BE49-F238E27FC236}">
                  <a16:creationId xmlns:a16="http://schemas.microsoft.com/office/drawing/2014/main" id="{6984AC99-0D42-40A3-B20B-97B6110DD88A}"/>
                </a:ext>
              </a:extLst>
            </p:cNvPr>
            <p:cNvSpPr>
              <a:spLocks/>
            </p:cNvSpPr>
            <p:nvPr>
              <p:custDataLst>
                <p:tags r:id="R5e2df911dfa144f9"/>
              </p:custDataLst>
            </p:nvPr>
          </p:nvSpPr>
          <p:spPr bwMode="auto">
            <a:xfrm>
              <a:off x="8229180" y="4781083"/>
              <a:ext cx="285368" cy="28430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7" y="0"/>
                  </a:moveTo>
                  <a:cubicBezTo>
                    <a:pt x="12301" y="0"/>
                    <a:pt x="13705" y="282"/>
                    <a:pt x="15011" y="847"/>
                  </a:cubicBezTo>
                  <a:cubicBezTo>
                    <a:pt x="16319" y="1408"/>
                    <a:pt x="17463" y="2176"/>
                    <a:pt x="18449" y="3156"/>
                  </a:cubicBezTo>
                  <a:cubicBezTo>
                    <a:pt x="19432" y="4133"/>
                    <a:pt x="20201" y="5277"/>
                    <a:pt x="20760" y="6590"/>
                  </a:cubicBezTo>
                  <a:cubicBezTo>
                    <a:pt x="21317" y="7900"/>
                    <a:pt x="21599" y="9306"/>
                    <a:pt x="21599" y="10800"/>
                  </a:cubicBezTo>
                  <a:cubicBezTo>
                    <a:pt x="21599" y="12293"/>
                    <a:pt x="21317" y="13699"/>
                    <a:pt x="20760" y="15009"/>
                  </a:cubicBezTo>
                  <a:cubicBezTo>
                    <a:pt x="20201" y="16320"/>
                    <a:pt x="19430" y="17466"/>
                    <a:pt x="18449" y="18443"/>
                  </a:cubicBezTo>
                  <a:cubicBezTo>
                    <a:pt x="17463" y="19423"/>
                    <a:pt x="16319" y="20191"/>
                    <a:pt x="15011" y="20752"/>
                  </a:cubicBezTo>
                  <a:cubicBezTo>
                    <a:pt x="13705" y="21317"/>
                    <a:pt x="12301" y="21599"/>
                    <a:pt x="10807" y="21599"/>
                  </a:cubicBezTo>
                  <a:cubicBezTo>
                    <a:pt x="9309" y="21599"/>
                    <a:pt x="7905" y="21317"/>
                    <a:pt x="6594" y="20752"/>
                  </a:cubicBezTo>
                  <a:cubicBezTo>
                    <a:pt x="5280" y="20191"/>
                    <a:pt x="4136" y="19423"/>
                    <a:pt x="3158" y="18443"/>
                  </a:cubicBezTo>
                  <a:cubicBezTo>
                    <a:pt x="2178" y="17466"/>
                    <a:pt x="1409" y="16320"/>
                    <a:pt x="847" y="15009"/>
                  </a:cubicBezTo>
                  <a:cubicBezTo>
                    <a:pt x="282" y="13699"/>
                    <a:pt x="0" y="12293"/>
                    <a:pt x="0" y="10800"/>
                  </a:cubicBezTo>
                  <a:cubicBezTo>
                    <a:pt x="0" y="9306"/>
                    <a:pt x="282" y="7900"/>
                    <a:pt x="847" y="6590"/>
                  </a:cubicBezTo>
                  <a:cubicBezTo>
                    <a:pt x="1409" y="5277"/>
                    <a:pt x="2181" y="4133"/>
                    <a:pt x="3158" y="3156"/>
                  </a:cubicBezTo>
                  <a:cubicBezTo>
                    <a:pt x="4136" y="2176"/>
                    <a:pt x="5280" y="1408"/>
                    <a:pt x="6594" y="847"/>
                  </a:cubicBezTo>
                  <a:cubicBezTo>
                    <a:pt x="7902" y="282"/>
                    <a:pt x="9306" y="0"/>
                    <a:pt x="10807" y="0"/>
                  </a:cubicBezTo>
                  <a:moveTo>
                    <a:pt x="18164" y="8812"/>
                  </a:moveTo>
                  <a:cubicBezTo>
                    <a:pt x="18288" y="8688"/>
                    <a:pt x="18353" y="8532"/>
                    <a:pt x="18359" y="8354"/>
                  </a:cubicBezTo>
                  <a:cubicBezTo>
                    <a:pt x="18362" y="8171"/>
                    <a:pt x="18299" y="8021"/>
                    <a:pt x="18164" y="7894"/>
                  </a:cubicBezTo>
                  <a:lnTo>
                    <a:pt x="16757" y="6448"/>
                  </a:lnTo>
                  <a:cubicBezTo>
                    <a:pt x="16613" y="6321"/>
                    <a:pt x="16454" y="6259"/>
                    <a:pt x="16276" y="6259"/>
                  </a:cubicBezTo>
                  <a:cubicBezTo>
                    <a:pt x="16099" y="6259"/>
                    <a:pt x="15946" y="6321"/>
                    <a:pt x="15810" y="6448"/>
                  </a:cubicBezTo>
                  <a:lnTo>
                    <a:pt x="9696" y="12570"/>
                  </a:lnTo>
                  <a:cubicBezTo>
                    <a:pt x="9569" y="12697"/>
                    <a:pt x="9416" y="12759"/>
                    <a:pt x="9244" y="12759"/>
                  </a:cubicBezTo>
                  <a:cubicBezTo>
                    <a:pt x="9069" y="12759"/>
                    <a:pt x="8914" y="12697"/>
                    <a:pt x="8778" y="12570"/>
                  </a:cubicBezTo>
                  <a:lnTo>
                    <a:pt x="5786" y="9583"/>
                  </a:lnTo>
                  <a:cubicBezTo>
                    <a:pt x="5659" y="9458"/>
                    <a:pt x="5506" y="9393"/>
                    <a:pt x="5334" y="9393"/>
                  </a:cubicBezTo>
                  <a:cubicBezTo>
                    <a:pt x="5156" y="9393"/>
                    <a:pt x="4995" y="9458"/>
                    <a:pt x="4839" y="9583"/>
                  </a:cubicBezTo>
                  <a:lnTo>
                    <a:pt x="3432" y="11014"/>
                  </a:lnTo>
                  <a:cubicBezTo>
                    <a:pt x="3305" y="11141"/>
                    <a:pt x="3246" y="11297"/>
                    <a:pt x="3246" y="11474"/>
                  </a:cubicBezTo>
                  <a:cubicBezTo>
                    <a:pt x="3246" y="11655"/>
                    <a:pt x="3305" y="11810"/>
                    <a:pt x="3432" y="11935"/>
                  </a:cubicBezTo>
                  <a:lnTo>
                    <a:pt x="7747" y="16249"/>
                  </a:lnTo>
                  <a:cubicBezTo>
                    <a:pt x="7874" y="16373"/>
                    <a:pt x="8043" y="16483"/>
                    <a:pt x="8261" y="16579"/>
                  </a:cubicBezTo>
                  <a:cubicBezTo>
                    <a:pt x="8478" y="16673"/>
                    <a:pt x="8676" y="16720"/>
                    <a:pt x="8857" y="16720"/>
                  </a:cubicBezTo>
                  <a:lnTo>
                    <a:pt x="9617" y="16720"/>
                  </a:lnTo>
                  <a:cubicBezTo>
                    <a:pt x="9795" y="16720"/>
                    <a:pt x="9993" y="16675"/>
                    <a:pt x="10205" y="16585"/>
                  </a:cubicBezTo>
                  <a:cubicBezTo>
                    <a:pt x="10417" y="16495"/>
                    <a:pt x="10592" y="16382"/>
                    <a:pt x="10727" y="16249"/>
                  </a:cubicBezTo>
                  <a:lnTo>
                    <a:pt x="18164" y="8812"/>
                  </a:lnTo>
                  <a:close/>
                </a:path>
              </a:pathLst>
            </a:custGeom>
            <a:solidFill>
              <a:srgbClr val="ABC0D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78" name="TextBox 81">
              <a:extLst>
                <a:ext uri="{FF2B5EF4-FFF2-40B4-BE49-F238E27FC236}">
                  <a16:creationId xmlns:a16="http://schemas.microsoft.com/office/drawing/2014/main" id="{2F215070-7C53-45E6-87A8-D9F23A726277}"/>
                </a:ext>
              </a:extLst>
            </p:cNvPr>
            <p:cNvSpPr txBox="1"/>
            <p:nvPr/>
          </p:nvSpPr>
          <p:spPr>
            <a:xfrm>
              <a:off x="5230631" y="4337128"/>
              <a:ext cx="1640606" cy="54686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 defTabSz="457200"/>
              <a:r>
                <a:rPr lang="en-US" sz="2800" b="1" dirty="0">
                  <a:solidFill>
                    <a:schemeClr val="bg1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202X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6C088136-088E-496A-B3C0-DA17562FADFD}"/>
              </a:ext>
            </a:extLst>
          </p:cNvPr>
          <p:cNvGrpSpPr/>
          <p:nvPr/>
        </p:nvGrpSpPr>
        <p:grpSpPr>
          <a:xfrm>
            <a:off x="520979" y="4237840"/>
            <a:ext cx="2970812" cy="907697"/>
            <a:chOff x="612405" y="2280690"/>
            <a:chExt cx="2970812" cy="907697"/>
          </a:xfrm>
        </p:grpSpPr>
        <p:sp>
          <p:nvSpPr>
            <p:cNvPr id="80" name="TextBox 63">
              <a:extLst>
                <a:ext uri="{FF2B5EF4-FFF2-40B4-BE49-F238E27FC236}">
                  <a16:creationId xmlns:a16="http://schemas.microsoft.com/office/drawing/2014/main" id="{55D8B681-F99E-4D69-A19C-E442689B943A}"/>
                </a:ext>
              </a:extLst>
            </p:cNvPr>
            <p:cNvSpPr txBox="1"/>
            <p:nvPr/>
          </p:nvSpPr>
          <p:spPr>
            <a:xfrm>
              <a:off x="2328288" y="2280690"/>
              <a:ext cx="1224000" cy="34804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r" defTabSz="457200"/>
              <a:r>
                <a:rPr lang="en-US" sz="12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81" name="TextBox 62">
              <a:extLst>
                <a:ext uri="{FF2B5EF4-FFF2-40B4-BE49-F238E27FC236}">
                  <a16:creationId xmlns:a16="http://schemas.microsoft.com/office/drawing/2014/main" id="{44DC5790-8B84-4111-AB3B-EE2052746410}"/>
                </a:ext>
              </a:extLst>
            </p:cNvPr>
            <p:cNvSpPr txBox="1"/>
            <p:nvPr/>
          </p:nvSpPr>
          <p:spPr>
            <a:xfrm>
              <a:off x="612405" y="2598412"/>
              <a:ext cx="2970812" cy="58997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Centuries, but also the leap into electronic typesetting, remaining essentially and more recently many </a:t>
              </a:r>
              <a:r>
                <a:rPr lang="en-US" sz="900" dirty="0" err="1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variat</a:t>
              </a: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of specimen book.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1929EAAE-FAF8-4346-AF2F-C0F82504068F}"/>
              </a:ext>
            </a:extLst>
          </p:cNvPr>
          <p:cNvGrpSpPr/>
          <p:nvPr/>
        </p:nvGrpSpPr>
        <p:grpSpPr>
          <a:xfrm>
            <a:off x="8309765" y="2476773"/>
            <a:ext cx="2970812" cy="907697"/>
            <a:chOff x="8201585" y="2320712"/>
            <a:chExt cx="2970812" cy="907697"/>
          </a:xfrm>
        </p:grpSpPr>
        <p:sp>
          <p:nvSpPr>
            <p:cNvPr id="83" name="TextBox 63">
              <a:extLst>
                <a:ext uri="{FF2B5EF4-FFF2-40B4-BE49-F238E27FC236}">
                  <a16:creationId xmlns:a16="http://schemas.microsoft.com/office/drawing/2014/main" id="{84FD7C55-E2C8-4337-BBEE-2B08E115ABEA}"/>
                </a:ext>
              </a:extLst>
            </p:cNvPr>
            <p:cNvSpPr txBox="1"/>
            <p:nvPr/>
          </p:nvSpPr>
          <p:spPr>
            <a:xfrm>
              <a:off x="8201585" y="2320712"/>
              <a:ext cx="1224000" cy="34804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457200"/>
              <a:r>
                <a:rPr lang="en-US" sz="12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84" name="TextBox 62">
              <a:extLst>
                <a:ext uri="{FF2B5EF4-FFF2-40B4-BE49-F238E27FC236}">
                  <a16:creationId xmlns:a16="http://schemas.microsoft.com/office/drawing/2014/main" id="{A9A89CED-F731-48CB-A9D4-91C0F4BCEAA4}"/>
                </a:ext>
              </a:extLst>
            </p:cNvPr>
            <p:cNvSpPr txBox="1"/>
            <p:nvPr/>
          </p:nvSpPr>
          <p:spPr>
            <a:xfrm>
              <a:off x="8201585" y="2638434"/>
              <a:ext cx="2970812" cy="58997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Centuries, but also the leap into electronic typesetting, remaining essentially and more recently many </a:t>
              </a:r>
              <a:r>
                <a:rPr lang="en-US" sz="900" dirty="0" err="1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variat</a:t>
              </a: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of specimen book.</a:t>
              </a: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96FCF244-05AC-4379-865E-11FB5F406B2B}"/>
              </a:ext>
            </a:extLst>
          </p:cNvPr>
          <p:cNvGrpSpPr/>
          <p:nvPr/>
        </p:nvGrpSpPr>
        <p:grpSpPr>
          <a:xfrm>
            <a:off x="8791387" y="4101713"/>
            <a:ext cx="2970812" cy="907697"/>
            <a:chOff x="8201585" y="2320712"/>
            <a:chExt cx="2970812" cy="907697"/>
          </a:xfrm>
        </p:grpSpPr>
        <p:sp>
          <p:nvSpPr>
            <p:cNvPr id="86" name="TextBox 63">
              <a:extLst>
                <a:ext uri="{FF2B5EF4-FFF2-40B4-BE49-F238E27FC236}">
                  <a16:creationId xmlns:a16="http://schemas.microsoft.com/office/drawing/2014/main" id="{1DB32D3B-F55B-480D-A882-F08B6FFDF82F}"/>
                </a:ext>
              </a:extLst>
            </p:cNvPr>
            <p:cNvSpPr txBox="1"/>
            <p:nvPr/>
          </p:nvSpPr>
          <p:spPr>
            <a:xfrm>
              <a:off x="8201585" y="2320712"/>
              <a:ext cx="1224000" cy="34804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457200"/>
              <a:r>
                <a:rPr lang="en-US" sz="12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87" name="TextBox 62">
              <a:extLst>
                <a:ext uri="{FF2B5EF4-FFF2-40B4-BE49-F238E27FC236}">
                  <a16:creationId xmlns:a16="http://schemas.microsoft.com/office/drawing/2014/main" id="{8EF08F94-347D-4350-A6A2-7871EB596C39}"/>
                </a:ext>
              </a:extLst>
            </p:cNvPr>
            <p:cNvSpPr txBox="1"/>
            <p:nvPr/>
          </p:nvSpPr>
          <p:spPr>
            <a:xfrm>
              <a:off x="8201585" y="2638434"/>
              <a:ext cx="2970812" cy="58997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Centuries, but also the leap into electronic typesetting, remaining essentially and more recently many </a:t>
              </a:r>
              <a:r>
                <a:rPr lang="en-US" sz="900" dirty="0" err="1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variat</a:t>
              </a: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of specimen book.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858295"/>
      </p:ext>
    </p:extLst>
  </p:cSld>
  <p:clrMapOvr>
    <a:masterClrMapping/>
  </p:clrMapOvr>
  <p:transition spd="slow" advClick="0" advTm="2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>
            <a:extLst>
              <a:ext uri="{FF2B5EF4-FFF2-40B4-BE49-F238E27FC236}">
                <a16:creationId xmlns:a16="http://schemas.microsoft.com/office/drawing/2014/main" id="{E351DB8D-5ABD-4B53-8599-E2F2AC2698A3}"/>
              </a:ext>
            </a:extLst>
          </p:cNvPr>
          <p:cNvPicPr>
            <a:picLocks noChangeAspect="1"/>
          </p:cNvPicPr>
          <p:nvPr/>
        </p:nvPicPr>
        <p:blipFill rotWithShape="1">
          <a:blip r:embed="R1e4db922516d4c7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grpSp>
        <p:nvGrpSpPr>
          <p:cNvPr id="11" name="Group 41">
            <a:extLst>
              <a:ext uri="{FF2B5EF4-FFF2-40B4-BE49-F238E27FC236}">
                <a16:creationId xmlns:a16="http://schemas.microsoft.com/office/drawing/2014/main" id="{1220DD9D-0B5A-4FA5-B2D3-B7353A94523D}"/>
              </a:ext>
            </a:extLst>
          </p:cNvPr>
          <p:cNvGrpSpPr/>
          <p:nvPr/>
        </p:nvGrpSpPr>
        <p:grpSpPr>
          <a:xfrm>
            <a:off x="5808323" y="1573973"/>
            <a:ext cx="829155" cy="829154"/>
            <a:chOff x="1587004" y="3162924"/>
            <a:chExt cx="1007126" cy="1007126"/>
          </a:xfrm>
          <a:solidFill>
            <a:srgbClr val="92B9E7"/>
          </a:solidFill>
        </p:grpSpPr>
        <p:sp>
          <p:nvSpPr>
            <p:cNvPr id="12" name="Rectangle 47">
              <a:extLst>
                <a:ext uri="{FF2B5EF4-FFF2-40B4-BE49-F238E27FC236}">
                  <a16:creationId xmlns:a16="http://schemas.microsoft.com/office/drawing/2014/main" id="{66355907-D55F-4E63-AEF5-27FEB46956C0}"/>
                </a:ext>
              </a:extLst>
            </p:cNvPr>
            <p:cNvSpPr/>
            <p:nvPr/>
          </p:nvSpPr>
          <p:spPr>
            <a:xfrm>
              <a:off x="1587004" y="3162924"/>
              <a:ext cx="1007126" cy="1007126"/>
            </a:xfrm>
            <a:prstGeom prst="ellipse">
              <a:avLst/>
            </a:prstGeom>
            <a:solidFill>
              <a:srgbClr val="80A0BA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5C8D91B9-FC96-4FCE-B5C5-D5FBCE932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137" y="3261108"/>
              <a:ext cx="808861" cy="810758"/>
            </a:xfrm>
            <a:prstGeom prst="ellipse">
              <a:avLst/>
            </a:prstGeom>
            <a:solidFill>
              <a:srgbClr val="80A0BA"/>
            </a:solidFill>
            <a:ln w="28575" cap="flat" cmpd="sng" algn="ctr">
              <a:solidFill>
                <a:sysClr val="window" lastClr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82124" tIns="41061" rIns="82124" bIns="41061" anchor="ctr"/>
            <a:lstStyle/>
            <a:p>
              <a:pPr marL="0" marR="0" lvl="0" indent="0" algn="ctr" defTabSz="81438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方正细谭黑简体"/>
                  <a:cs typeface="Open Sans"/>
                  <a:sym typeface="Calibri Light"/>
                </a:rPr>
                <a:t>01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endParaRPr>
            </a:p>
          </p:txBody>
        </p:sp>
      </p:grpSp>
      <p:sp>
        <p:nvSpPr>
          <p:cNvPr id="21" name="TextBox 45">
            <a:extLst>
              <a:ext uri="{FF2B5EF4-FFF2-40B4-BE49-F238E27FC236}">
                <a16:creationId xmlns:a16="http://schemas.microsoft.com/office/drawing/2014/main" id="{9EBF4242-EE71-4AB8-A702-9758F41789CD}"/>
              </a:ext>
            </a:extLst>
          </p:cNvPr>
          <p:cNvSpPr txBox="1"/>
          <p:nvPr/>
        </p:nvSpPr>
        <p:spPr>
          <a:xfrm>
            <a:off x="6807972" y="1878682"/>
            <a:ext cx="3764641" cy="46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457200">
              <a:lnSpc>
                <a:spcPct val="120000"/>
              </a:lnSpc>
              <a:spcBef>
                <a:spcPts val="600"/>
              </a:spcBef>
            </a:pP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When an unknown printer took a galley of type and scrambled it </a:t>
            </a:r>
            <a:b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</a:b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to make a type specimen book. It has survived not only five.</a:t>
            </a:r>
          </a:p>
        </p:txBody>
      </p:sp>
      <p:sp>
        <p:nvSpPr>
          <p:cNvPr id="22" name="TextBox 46">
            <a:extLst>
              <a:ext uri="{FF2B5EF4-FFF2-40B4-BE49-F238E27FC236}">
                <a16:creationId xmlns:a16="http://schemas.microsoft.com/office/drawing/2014/main" id="{A9E8A177-5123-4CA5-BCCD-5A24525CE1E1}"/>
              </a:ext>
            </a:extLst>
          </p:cNvPr>
          <p:cNvSpPr txBox="1"/>
          <p:nvPr/>
        </p:nvSpPr>
        <p:spPr>
          <a:xfrm>
            <a:off x="6807969" y="1576658"/>
            <a:ext cx="3570483" cy="33139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457200"/>
            <a:r>
              <a:rPr lang="en-US" sz="1200" b="1" dirty="0">
                <a:solidFill>
                  <a:srgbClr val="80A0BA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BUSINESS</a:t>
            </a:r>
          </a:p>
        </p:txBody>
      </p:sp>
      <p:grpSp>
        <p:nvGrpSpPr>
          <p:cNvPr id="25" name="Group 50">
            <a:extLst>
              <a:ext uri="{FF2B5EF4-FFF2-40B4-BE49-F238E27FC236}">
                <a16:creationId xmlns:a16="http://schemas.microsoft.com/office/drawing/2014/main" id="{5535EB17-7875-48E4-9E6B-60942E6BB850}"/>
              </a:ext>
            </a:extLst>
          </p:cNvPr>
          <p:cNvGrpSpPr/>
          <p:nvPr/>
        </p:nvGrpSpPr>
        <p:grpSpPr>
          <a:xfrm>
            <a:off x="5808323" y="2803836"/>
            <a:ext cx="829155" cy="829154"/>
            <a:chOff x="1587004" y="3162924"/>
            <a:chExt cx="1007126" cy="1007126"/>
          </a:xfrm>
          <a:solidFill>
            <a:srgbClr val="C5CDD8"/>
          </a:solidFill>
        </p:grpSpPr>
        <p:sp>
          <p:nvSpPr>
            <p:cNvPr id="26" name="Rectangle 56">
              <a:extLst>
                <a:ext uri="{FF2B5EF4-FFF2-40B4-BE49-F238E27FC236}">
                  <a16:creationId xmlns:a16="http://schemas.microsoft.com/office/drawing/2014/main" id="{1B2C7166-F394-41D1-AB4C-68C161265C13}"/>
                </a:ext>
              </a:extLst>
            </p:cNvPr>
            <p:cNvSpPr/>
            <p:nvPr/>
          </p:nvSpPr>
          <p:spPr>
            <a:xfrm>
              <a:off x="1587004" y="3162924"/>
              <a:ext cx="1007126" cy="1007126"/>
            </a:xfrm>
            <a:prstGeom prst="ellipse">
              <a:avLst/>
            </a:prstGeom>
            <a:grpFill/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7" name="Rectangle 17">
              <a:extLst>
                <a:ext uri="{FF2B5EF4-FFF2-40B4-BE49-F238E27FC236}">
                  <a16:creationId xmlns:a16="http://schemas.microsoft.com/office/drawing/2014/main" id="{5E5CA1AB-CC30-4003-9F3B-D0ECA1374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137" y="3261108"/>
              <a:ext cx="808861" cy="810758"/>
            </a:xfrm>
            <a:prstGeom prst="ellipse">
              <a:avLst/>
            </a:prstGeom>
            <a:grpFill/>
            <a:ln w="28575" cap="flat" cmpd="sng" algn="ctr">
              <a:solidFill>
                <a:sysClr val="window" lastClr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82124" tIns="41061" rIns="82124" bIns="41061" anchor="ctr"/>
            <a:lstStyle/>
            <a:p>
              <a:pPr marL="0" marR="0" lvl="0" indent="0" algn="ctr" defTabSz="81438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方正细谭黑简体"/>
                  <a:cs typeface="Open Sans"/>
                  <a:sym typeface="Calibri Light"/>
                </a:rPr>
                <a:t>02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endParaRPr>
            </a:p>
          </p:txBody>
        </p:sp>
      </p:grpSp>
      <p:sp>
        <p:nvSpPr>
          <p:cNvPr id="28" name="TextBox 54">
            <a:extLst>
              <a:ext uri="{FF2B5EF4-FFF2-40B4-BE49-F238E27FC236}">
                <a16:creationId xmlns:a16="http://schemas.microsoft.com/office/drawing/2014/main" id="{1552E874-5195-464A-91D4-8AF80B1411B9}"/>
              </a:ext>
            </a:extLst>
          </p:cNvPr>
          <p:cNvSpPr txBox="1"/>
          <p:nvPr/>
        </p:nvSpPr>
        <p:spPr>
          <a:xfrm>
            <a:off x="6807972" y="3108545"/>
            <a:ext cx="3764641" cy="46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457200">
              <a:lnSpc>
                <a:spcPct val="120000"/>
              </a:lnSpc>
              <a:spcBef>
                <a:spcPts val="600"/>
              </a:spcBef>
            </a:pP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There are many </a:t>
            </a:r>
            <a:r>
              <a:rPr lang="en-US" sz="9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variat</a:t>
            </a: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of passages of </a:t>
            </a:r>
            <a:r>
              <a:rPr lang="en-US" sz="9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Lorem</a:t>
            </a: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</a:t>
            </a:r>
            <a:r>
              <a:rPr lang="en-US" sz="9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Ipsum</a:t>
            </a: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available, but the majority have suffered completed alteration in some form.</a:t>
            </a:r>
          </a:p>
        </p:txBody>
      </p:sp>
      <p:sp>
        <p:nvSpPr>
          <p:cNvPr id="29" name="TextBox 55">
            <a:extLst>
              <a:ext uri="{FF2B5EF4-FFF2-40B4-BE49-F238E27FC236}">
                <a16:creationId xmlns:a16="http://schemas.microsoft.com/office/drawing/2014/main" id="{2AA4A76F-21DD-485F-8088-F66D497BD158}"/>
              </a:ext>
            </a:extLst>
          </p:cNvPr>
          <p:cNvSpPr txBox="1"/>
          <p:nvPr/>
        </p:nvSpPr>
        <p:spPr>
          <a:xfrm>
            <a:off x="6807969" y="2806521"/>
            <a:ext cx="3570483" cy="33139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457200"/>
            <a:r>
              <a:rPr lang="en-US" sz="1200" b="1" dirty="0">
                <a:latin typeface="Calibri Light"/>
                <a:ea typeface="方正细谭黑简体"/>
                <a:cs typeface="Open Sans"/>
                <a:sym typeface="Calibri Light"/>
              </a:rPr>
              <a:t>MARKETING</a:t>
            </a:r>
          </a:p>
        </p:txBody>
      </p:sp>
      <p:grpSp>
        <p:nvGrpSpPr>
          <p:cNvPr id="32" name="Group 59">
            <a:extLst>
              <a:ext uri="{FF2B5EF4-FFF2-40B4-BE49-F238E27FC236}">
                <a16:creationId xmlns:a16="http://schemas.microsoft.com/office/drawing/2014/main" id="{0339D2D7-8703-47DB-8745-095048103643}"/>
              </a:ext>
            </a:extLst>
          </p:cNvPr>
          <p:cNvGrpSpPr/>
          <p:nvPr/>
        </p:nvGrpSpPr>
        <p:grpSpPr>
          <a:xfrm>
            <a:off x="5808323" y="4033699"/>
            <a:ext cx="829155" cy="829154"/>
            <a:chOff x="1587004" y="3162924"/>
            <a:chExt cx="1007126" cy="1007126"/>
          </a:xfrm>
          <a:solidFill>
            <a:srgbClr val="80A0BA"/>
          </a:solidFill>
        </p:grpSpPr>
        <p:sp>
          <p:nvSpPr>
            <p:cNvPr id="33" name="Rectangle 65">
              <a:extLst>
                <a:ext uri="{FF2B5EF4-FFF2-40B4-BE49-F238E27FC236}">
                  <a16:creationId xmlns:a16="http://schemas.microsoft.com/office/drawing/2014/main" id="{A0169CBB-0906-44B8-AF4D-1B8D6945A17B}"/>
                </a:ext>
              </a:extLst>
            </p:cNvPr>
            <p:cNvSpPr/>
            <p:nvPr/>
          </p:nvSpPr>
          <p:spPr>
            <a:xfrm>
              <a:off x="1587004" y="3162924"/>
              <a:ext cx="1007126" cy="1007126"/>
            </a:xfrm>
            <a:prstGeom prst="ellipse">
              <a:avLst/>
            </a:prstGeom>
            <a:grpFill/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34" name="Rectangle 17">
              <a:extLst>
                <a:ext uri="{FF2B5EF4-FFF2-40B4-BE49-F238E27FC236}">
                  <a16:creationId xmlns:a16="http://schemas.microsoft.com/office/drawing/2014/main" id="{A0EBE4A5-6A14-440F-BF45-3410C6281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137" y="3261108"/>
              <a:ext cx="808861" cy="810758"/>
            </a:xfrm>
            <a:prstGeom prst="ellipse">
              <a:avLst/>
            </a:prstGeom>
            <a:grpFill/>
            <a:ln w="28575" cap="flat" cmpd="sng" algn="ctr">
              <a:solidFill>
                <a:sysClr val="window" lastClr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82124" tIns="41061" rIns="82124" bIns="41061" anchor="ctr"/>
            <a:lstStyle/>
            <a:p>
              <a:pPr marL="0" marR="0" lvl="0" indent="0" algn="ctr" defTabSz="81438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方正细谭黑简体"/>
                  <a:cs typeface="Open Sans"/>
                  <a:sym typeface="Calibri Light"/>
                </a:rPr>
                <a:t>03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endParaRPr>
            </a:p>
          </p:txBody>
        </p:sp>
      </p:grpSp>
      <p:sp>
        <p:nvSpPr>
          <p:cNvPr id="35" name="TextBox 63">
            <a:extLst>
              <a:ext uri="{FF2B5EF4-FFF2-40B4-BE49-F238E27FC236}">
                <a16:creationId xmlns:a16="http://schemas.microsoft.com/office/drawing/2014/main" id="{B2742524-0AC5-4066-B588-397E0FBFA0E3}"/>
              </a:ext>
            </a:extLst>
          </p:cNvPr>
          <p:cNvSpPr txBox="1"/>
          <p:nvPr/>
        </p:nvSpPr>
        <p:spPr>
          <a:xfrm>
            <a:off x="6807972" y="4338408"/>
            <a:ext cx="3764641" cy="46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457200">
              <a:lnSpc>
                <a:spcPct val="120000"/>
              </a:lnSpc>
              <a:spcBef>
                <a:spcPts val="600"/>
              </a:spcBef>
            </a:pP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It is a long established fact that a reader will be distracted by the readable content of a page when effectively looking at its layout. </a:t>
            </a:r>
          </a:p>
        </p:txBody>
      </p:sp>
      <p:sp>
        <p:nvSpPr>
          <p:cNvPr id="36" name="TextBox 64">
            <a:extLst>
              <a:ext uri="{FF2B5EF4-FFF2-40B4-BE49-F238E27FC236}">
                <a16:creationId xmlns:a16="http://schemas.microsoft.com/office/drawing/2014/main" id="{B7F84646-19C3-4895-9308-A68FB5DA9731}"/>
              </a:ext>
            </a:extLst>
          </p:cNvPr>
          <p:cNvSpPr txBox="1"/>
          <p:nvPr/>
        </p:nvSpPr>
        <p:spPr>
          <a:xfrm>
            <a:off x="6807969" y="4036384"/>
            <a:ext cx="3570483" cy="33139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457200"/>
            <a:r>
              <a:rPr lang="en-US" sz="1200" b="1" dirty="0">
                <a:solidFill>
                  <a:srgbClr val="80A0BA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PRESENTATION</a:t>
            </a:r>
          </a:p>
        </p:txBody>
      </p:sp>
      <p:grpSp>
        <p:nvGrpSpPr>
          <p:cNvPr id="39" name="Group 68">
            <a:extLst>
              <a:ext uri="{FF2B5EF4-FFF2-40B4-BE49-F238E27FC236}">
                <a16:creationId xmlns:a16="http://schemas.microsoft.com/office/drawing/2014/main" id="{97DD640A-F641-4E34-8E7D-F675CC0357EC}"/>
              </a:ext>
            </a:extLst>
          </p:cNvPr>
          <p:cNvGrpSpPr/>
          <p:nvPr/>
        </p:nvGrpSpPr>
        <p:grpSpPr>
          <a:xfrm>
            <a:off x="5808323" y="5263563"/>
            <a:ext cx="829155" cy="829154"/>
            <a:chOff x="1587004" y="3162924"/>
            <a:chExt cx="1007126" cy="1007126"/>
          </a:xfrm>
          <a:solidFill>
            <a:srgbClr val="E6E6E6"/>
          </a:solidFill>
        </p:grpSpPr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513B4EB8-6AFD-482D-B267-F87651B51EC4}"/>
                </a:ext>
              </a:extLst>
            </p:cNvPr>
            <p:cNvSpPr/>
            <p:nvPr/>
          </p:nvSpPr>
          <p:spPr>
            <a:xfrm>
              <a:off x="1587004" y="3162924"/>
              <a:ext cx="1007126" cy="1007126"/>
            </a:xfrm>
            <a:prstGeom prst="ellipse">
              <a:avLst/>
            </a:prstGeom>
            <a:grpFill/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058CFB0-D15A-4D0C-9823-3001CE5E5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137" y="3261108"/>
              <a:ext cx="808861" cy="810758"/>
            </a:xfrm>
            <a:prstGeom prst="ellipse">
              <a:avLst/>
            </a:prstGeom>
            <a:grpFill/>
            <a:ln w="28575" cap="flat" cmpd="sng" algn="ctr">
              <a:solidFill>
                <a:sysClr val="window" lastClr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82124" tIns="41061" rIns="82124" bIns="41061" anchor="ctr"/>
            <a:lstStyle/>
            <a:p>
              <a:pPr marL="0" marR="0" lvl="0" indent="0" algn="ctr" defTabSz="81438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方正细谭黑简体"/>
                  <a:cs typeface="Open Sans"/>
                  <a:sym typeface="Calibri Light"/>
                </a:rPr>
                <a:t>04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endParaRPr>
            </a:p>
          </p:txBody>
        </p:sp>
      </p:grpSp>
      <p:sp>
        <p:nvSpPr>
          <p:cNvPr id="42" name="TextBox 72">
            <a:extLst>
              <a:ext uri="{FF2B5EF4-FFF2-40B4-BE49-F238E27FC236}">
                <a16:creationId xmlns:a16="http://schemas.microsoft.com/office/drawing/2014/main" id="{7D721FB9-5CBC-43F4-AAAE-D1E0915F73FE}"/>
              </a:ext>
            </a:extLst>
          </p:cNvPr>
          <p:cNvSpPr txBox="1"/>
          <p:nvPr/>
        </p:nvSpPr>
        <p:spPr>
          <a:xfrm>
            <a:off x="6807972" y="5568272"/>
            <a:ext cx="3764641" cy="46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457200">
              <a:lnSpc>
                <a:spcPct val="120000"/>
              </a:lnSpc>
              <a:spcBef>
                <a:spcPts val="600"/>
              </a:spcBef>
            </a:pP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Centuries, but also the leap into electronic typesetting, remaining essentially and more recently many </a:t>
            </a:r>
            <a:r>
              <a:rPr lang="en-US" sz="9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variat</a:t>
            </a: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of specimen book.</a:t>
            </a:r>
          </a:p>
        </p:txBody>
      </p:sp>
      <p:sp>
        <p:nvSpPr>
          <p:cNvPr id="43" name="TextBox 73">
            <a:extLst>
              <a:ext uri="{FF2B5EF4-FFF2-40B4-BE49-F238E27FC236}">
                <a16:creationId xmlns:a16="http://schemas.microsoft.com/office/drawing/2014/main" id="{FCA3C360-7A32-4C2A-9D71-EC8B1FB51929}"/>
              </a:ext>
            </a:extLst>
          </p:cNvPr>
          <p:cNvSpPr txBox="1"/>
          <p:nvPr/>
        </p:nvSpPr>
        <p:spPr>
          <a:xfrm>
            <a:off x="6807969" y="5266248"/>
            <a:ext cx="3570483" cy="33139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457200"/>
            <a:r>
              <a:rPr lang="en-US" sz="1200" b="1" dirty="0">
                <a:latin typeface="Calibri Light"/>
                <a:ea typeface="方正细谭黑简体"/>
                <a:cs typeface="Open Sans"/>
                <a:sym typeface="Calibri Light"/>
              </a:rPr>
              <a:t>SURVEY TEAM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DC86D740-233F-46C6-8793-FD136785B22B}"/>
              </a:ext>
            </a:extLst>
          </p:cNvPr>
          <p:cNvPicPr>
            <a:picLocks noChangeAspect="1"/>
          </p:cNvPicPr>
          <p:nvPr/>
        </p:nvPicPr>
        <p:blipFill rotWithShape="1">
          <a:blip r:embed="R727c5ecea0f6439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6329" y="2495473"/>
            <a:ext cx="2863899" cy="286389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9970465"/>
      </p:ext>
    </p:extLst>
  </p:cSld>
  <p:clrMapOvr>
    <a:masterClrMapping/>
  </p:clrMapOvr>
  <p:transition spd="slow" advClick="0" advTm="2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4E3370F0-355A-4656-8CA2-39CB5A7FA1D0}"/>
              </a:ext>
            </a:extLst>
          </p:cNvPr>
          <p:cNvPicPr>
            <a:picLocks noChangeAspect="1"/>
          </p:cNvPicPr>
          <p:nvPr/>
        </p:nvPicPr>
        <p:blipFill rotWithShape="1">
          <a:blip r:embed="R43e8947a06cb40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E7438C-7A01-47A1-AD59-0BCEE54D950A}"/>
              </a:ext>
            </a:extLst>
          </p:cNvPr>
          <p:cNvGrpSpPr/>
          <p:nvPr/>
        </p:nvGrpSpPr>
        <p:grpSpPr>
          <a:xfrm>
            <a:off x="1011923" y="2285995"/>
            <a:ext cx="2184260" cy="3357796"/>
            <a:chOff x="519660" y="2148589"/>
            <a:chExt cx="2184260" cy="3357796"/>
          </a:xfrm>
        </p:grpSpPr>
        <p:sp>
          <p:nvSpPr>
            <p:cNvPr id="32" name="矩形: 圆角 2">
              <a:extLst>
                <a:ext uri="{FF2B5EF4-FFF2-40B4-BE49-F238E27FC236}">
                  <a16:creationId xmlns:a16="http://schemas.microsoft.com/office/drawing/2014/main" id="{D753368A-5B5B-4022-8AFC-A41BDA4A53E9}"/>
                </a:ext>
              </a:extLst>
            </p:cNvPr>
            <p:cNvSpPr/>
            <p:nvPr/>
          </p:nvSpPr>
          <p:spPr>
            <a:xfrm>
              <a:off x="519660" y="2148589"/>
              <a:ext cx="2184260" cy="3357796"/>
            </a:xfrm>
            <a:prstGeom prst="roundRect">
              <a:avLst/>
            </a:prstGeom>
            <a:solidFill>
              <a:srgbClr val="C5CD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Calibri Light"/>
                <a:ea typeface="方正细谭黑简体"/>
                <a:sym typeface="Calibri Light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81F8B91-F11A-4DA9-A331-36E02093F39B}"/>
                </a:ext>
              </a:extLst>
            </p:cNvPr>
            <p:cNvGrpSpPr/>
            <p:nvPr/>
          </p:nvGrpSpPr>
          <p:grpSpPr>
            <a:xfrm>
              <a:off x="1390819" y="2610303"/>
              <a:ext cx="441943" cy="644224"/>
              <a:chOff x="2528974" y="2863357"/>
              <a:chExt cx="246811" cy="359779"/>
            </a:xfrm>
            <a:solidFill>
              <a:schemeClr val="bg1"/>
            </a:solidFill>
          </p:grpSpPr>
          <p:sp>
            <p:nvSpPr>
              <p:cNvPr id="57" name="AutoShape 113">
                <a:extLst>
                  <a:ext uri="{FF2B5EF4-FFF2-40B4-BE49-F238E27FC236}">
                    <a16:creationId xmlns:a16="http://schemas.microsoft.com/office/drawing/2014/main" id="{F3D73966-CE06-4B8D-8B45-347B3C47D198}"/>
                  </a:ext>
                </a:extLst>
              </p:cNvPr>
              <p:cNvSpPr/>
              <p:nvPr/>
            </p:nvSpPr>
            <p:spPr bwMode="auto">
              <a:xfrm>
                <a:off x="2528974" y="2863357"/>
                <a:ext cx="246811" cy="35977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25400" tIns="25400" rIns="25400" bIns="2540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  <p:sp>
            <p:nvSpPr>
              <p:cNvPr id="58" name="AutoShape 114">
                <a:extLst>
                  <a:ext uri="{FF2B5EF4-FFF2-40B4-BE49-F238E27FC236}">
                    <a16:creationId xmlns:a16="http://schemas.microsoft.com/office/drawing/2014/main" id="{F6469C50-C2B0-422B-80CE-EB9ECBE8A4D0}"/>
                  </a:ext>
                </a:extLst>
              </p:cNvPr>
              <p:cNvSpPr/>
              <p:nvPr/>
            </p:nvSpPr>
            <p:spPr bwMode="auto">
              <a:xfrm>
                <a:off x="2584843" y="2919841"/>
                <a:ext cx="73061" cy="7306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25400" tIns="25400" rIns="25400" bIns="2540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</p:grpSp>
        <p:sp>
          <p:nvSpPr>
            <p:cNvPr id="59" name="TextBox 6">
              <a:extLst>
                <a:ext uri="{FF2B5EF4-FFF2-40B4-BE49-F238E27FC236}">
                  <a16:creationId xmlns:a16="http://schemas.microsoft.com/office/drawing/2014/main" id="{50F28718-71FC-4393-9D89-35EF578C3E3B}"/>
                </a:ext>
              </a:extLst>
            </p:cNvPr>
            <p:cNvSpPr txBox="1"/>
            <p:nvPr/>
          </p:nvSpPr>
          <p:spPr>
            <a:xfrm>
              <a:off x="884855" y="3897806"/>
              <a:ext cx="1453871" cy="13838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 defTabSz="457200">
                <a:lnSpc>
                  <a:spcPct val="120000"/>
                </a:lnSpc>
              </a:pP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There are many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variat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b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</a:b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of passages of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available, but the majority have suffered alteration in some</a:t>
              </a:r>
            </a:p>
          </p:txBody>
        </p:sp>
        <p:sp>
          <p:nvSpPr>
            <p:cNvPr id="60" name="TextBox 7">
              <a:extLst>
                <a:ext uri="{FF2B5EF4-FFF2-40B4-BE49-F238E27FC236}">
                  <a16:creationId xmlns:a16="http://schemas.microsoft.com/office/drawing/2014/main" id="{48DF78B6-C9BB-45A6-A558-55B367D17C95}"/>
                </a:ext>
              </a:extLst>
            </p:cNvPr>
            <p:cNvSpPr txBox="1"/>
            <p:nvPr/>
          </p:nvSpPr>
          <p:spPr>
            <a:xfrm>
              <a:off x="884855" y="3610173"/>
              <a:ext cx="1453870" cy="40330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 defTabSz="457200"/>
              <a:r>
                <a:rPr lang="en-US" sz="1600" b="1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BE0A061-EA6E-4181-879C-164E9D1A4CF6}"/>
              </a:ext>
            </a:extLst>
          </p:cNvPr>
          <p:cNvGrpSpPr/>
          <p:nvPr/>
        </p:nvGrpSpPr>
        <p:grpSpPr>
          <a:xfrm>
            <a:off x="3691911" y="2270509"/>
            <a:ext cx="2184260" cy="3357796"/>
            <a:chOff x="3421089" y="2148589"/>
            <a:chExt cx="2184260" cy="3357796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A7D2F87D-9F81-4269-9877-19EA9794CEAB}"/>
                </a:ext>
              </a:extLst>
            </p:cNvPr>
            <p:cNvSpPr/>
            <p:nvPr/>
          </p:nvSpPr>
          <p:spPr>
            <a:xfrm>
              <a:off x="3421089" y="2148589"/>
              <a:ext cx="2184260" cy="3357796"/>
            </a:xfrm>
            <a:prstGeom prst="roundRect">
              <a:avLst/>
            </a:prstGeom>
            <a:solidFill>
              <a:srgbClr val="ABC0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5" name="AutoShape 112">
              <a:extLst>
                <a:ext uri="{FF2B5EF4-FFF2-40B4-BE49-F238E27FC236}">
                  <a16:creationId xmlns:a16="http://schemas.microsoft.com/office/drawing/2014/main" id="{AFDA1C47-CB0A-4DAB-A11C-1BC2A1762229}"/>
                </a:ext>
              </a:extLst>
            </p:cNvPr>
            <p:cNvSpPr/>
            <p:nvPr/>
          </p:nvSpPr>
          <p:spPr bwMode="auto">
            <a:xfrm>
              <a:off x="4190584" y="2611202"/>
              <a:ext cx="645271" cy="642427"/>
            </a:xfrm>
            <a:custGeom>
              <a:avLst/>
              <a:gdLst>
                <a:gd name="T0" fmla="*/ 10510 w 21020"/>
                <a:gd name="T1" fmla="*/ 10800 h 21600"/>
                <a:gd name="T2" fmla="*/ 10510 w 21020"/>
                <a:gd name="T3" fmla="*/ 10800 h 21600"/>
                <a:gd name="T4" fmla="*/ 10510 w 21020"/>
                <a:gd name="T5" fmla="*/ 10800 h 21600"/>
                <a:gd name="T6" fmla="*/ 10510 w 2102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020" h="21600">
                  <a:moveTo>
                    <a:pt x="18846" y="7946"/>
                  </a:moveTo>
                  <a:lnTo>
                    <a:pt x="17740" y="9091"/>
                  </a:lnTo>
                  <a:cubicBezTo>
                    <a:pt x="17740" y="8939"/>
                    <a:pt x="17758" y="8792"/>
                    <a:pt x="17744" y="8636"/>
                  </a:cubicBezTo>
                  <a:cubicBezTo>
                    <a:pt x="17629" y="7331"/>
                    <a:pt x="17036" y="6068"/>
                    <a:pt x="16074" y="5080"/>
                  </a:cubicBezTo>
                  <a:cubicBezTo>
                    <a:pt x="15004" y="3980"/>
                    <a:pt x="13585" y="3348"/>
                    <a:pt x="12180" y="3345"/>
                  </a:cubicBezTo>
                  <a:lnTo>
                    <a:pt x="13268" y="2218"/>
                  </a:lnTo>
                  <a:cubicBezTo>
                    <a:pt x="13812" y="1659"/>
                    <a:pt x="14572" y="1350"/>
                    <a:pt x="15403" y="1350"/>
                  </a:cubicBezTo>
                  <a:cubicBezTo>
                    <a:pt x="16460" y="1350"/>
                    <a:pt x="17546" y="1840"/>
                    <a:pt x="18381" y="2696"/>
                  </a:cubicBezTo>
                  <a:cubicBezTo>
                    <a:pt x="19165" y="3500"/>
                    <a:pt x="19631" y="4499"/>
                    <a:pt x="19698" y="5510"/>
                  </a:cubicBezTo>
                  <a:cubicBezTo>
                    <a:pt x="19760" y="6453"/>
                    <a:pt x="19457" y="7317"/>
                    <a:pt x="18846" y="7946"/>
                  </a:cubicBezTo>
                  <a:moveTo>
                    <a:pt x="5828" y="19329"/>
                  </a:moveTo>
                  <a:cubicBezTo>
                    <a:pt x="5813" y="18424"/>
                    <a:pt x="5454" y="17481"/>
                    <a:pt x="4730" y="16739"/>
                  </a:cubicBezTo>
                  <a:cubicBezTo>
                    <a:pt x="4046" y="16034"/>
                    <a:pt x="3150" y="15628"/>
                    <a:pt x="2257" y="15592"/>
                  </a:cubicBezTo>
                  <a:lnTo>
                    <a:pt x="2911" y="13157"/>
                  </a:lnTo>
                  <a:cubicBezTo>
                    <a:pt x="2959" y="12995"/>
                    <a:pt x="3052" y="12835"/>
                    <a:pt x="3168" y="12695"/>
                  </a:cubicBezTo>
                  <a:cubicBezTo>
                    <a:pt x="4485" y="11726"/>
                    <a:pt x="6512" y="12012"/>
                    <a:pt x="7920" y="13460"/>
                  </a:cubicBezTo>
                  <a:cubicBezTo>
                    <a:pt x="9409" y="14990"/>
                    <a:pt x="9639" y="17230"/>
                    <a:pt x="8492" y="18568"/>
                  </a:cubicBezTo>
                  <a:cubicBezTo>
                    <a:pt x="8416" y="18609"/>
                    <a:pt x="8339" y="18648"/>
                    <a:pt x="8256" y="18675"/>
                  </a:cubicBezTo>
                  <a:cubicBezTo>
                    <a:pt x="8256" y="18675"/>
                    <a:pt x="5828" y="19329"/>
                    <a:pt x="5828" y="19329"/>
                  </a:cubicBezTo>
                  <a:close/>
                  <a:moveTo>
                    <a:pt x="2737" y="20164"/>
                  </a:moveTo>
                  <a:cubicBezTo>
                    <a:pt x="2665" y="20181"/>
                    <a:pt x="2443" y="20239"/>
                    <a:pt x="2291" y="20249"/>
                  </a:cubicBezTo>
                  <a:cubicBezTo>
                    <a:pt x="1751" y="20244"/>
                    <a:pt x="1313" y="19792"/>
                    <a:pt x="1313" y="19237"/>
                  </a:cubicBezTo>
                  <a:cubicBezTo>
                    <a:pt x="1321" y="19124"/>
                    <a:pt x="1365" y="18929"/>
                    <a:pt x="1380" y="18857"/>
                  </a:cubicBezTo>
                  <a:lnTo>
                    <a:pt x="2071" y="16283"/>
                  </a:lnTo>
                  <a:cubicBezTo>
                    <a:pt x="2822" y="16261"/>
                    <a:pt x="3630" y="16562"/>
                    <a:pt x="4265" y="17215"/>
                  </a:cubicBezTo>
                  <a:cubicBezTo>
                    <a:pt x="4911" y="17878"/>
                    <a:pt x="5214" y="18725"/>
                    <a:pt x="5181" y="19504"/>
                  </a:cubicBezTo>
                  <a:cubicBezTo>
                    <a:pt x="5181" y="19504"/>
                    <a:pt x="2737" y="20164"/>
                    <a:pt x="2737" y="20164"/>
                  </a:cubicBezTo>
                  <a:close/>
                  <a:moveTo>
                    <a:pt x="6888" y="11179"/>
                  </a:moveTo>
                  <a:cubicBezTo>
                    <a:pt x="6280" y="10927"/>
                    <a:pt x="5642" y="10783"/>
                    <a:pt x="5004" y="10774"/>
                  </a:cubicBezTo>
                  <a:lnTo>
                    <a:pt x="10063" y="5536"/>
                  </a:lnTo>
                  <a:cubicBezTo>
                    <a:pt x="10838" y="4759"/>
                    <a:pt x="11966" y="4536"/>
                    <a:pt x="13077" y="4819"/>
                  </a:cubicBezTo>
                  <a:cubicBezTo>
                    <a:pt x="13077" y="4819"/>
                    <a:pt x="6888" y="11179"/>
                    <a:pt x="6888" y="11179"/>
                  </a:cubicBezTo>
                  <a:close/>
                  <a:moveTo>
                    <a:pt x="9717" y="13672"/>
                  </a:moveTo>
                  <a:cubicBezTo>
                    <a:pt x="9473" y="13258"/>
                    <a:pt x="9194" y="12859"/>
                    <a:pt x="8848" y="12505"/>
                  </a:cubicBezTo>
                  <a:cubicBezTo>
                    <a:pt x="8447" y="12093"/>
                    <a:pt x="7986" y="11770"/>
                    <a:pt x="7507" y="11498"/>
                  </a:cubicBezTo>
                  <a:lnTo>
                    <a:pt x="13767" y="5064"/>
                  </a:lnTo>
                  <a:cubicBezTo>
                    <a:pt x="14259" y="5288"/>
                    <a:pt x="14729" y="5607"/>
                    <a:pt x="15145" y="6035"/>
                  </a:cubicBezTo>
                  <a:cubicBezTo>
                    <a:pt x="15500" y="6398"/>
                    <a:pt x="15775" y="6806"/>
                    <a:pt x="15987" y="7229"/>
                  </a:cubicBezTo>
                  <a:cubicBezTo>
                    <a:pt x="15987" y="7229"/>
                    <a:pt x="9717" y="13672"/>
                    <a:pt x="9717" y="13672"/>
                  </a:cubicBezTo>
                  <a:close/>
                  <a:moveTo>
                    <a:pt x="10519" y="16061"/>
                  </a:moveTo>
                  <a:cubicBezTo>
                    <a:pt x="10465" y="15452"/>
                    <a:pt x="10298" y="14854"/>
                    <a:pt x="10047" y="14288"/>
                  </a:cubicBezTo>
                  <a:lnTo>
                    <a:pt x="16257" y="7906"/>
                  </a:lnTo>
                  <a:cubicBezTo>
                    <a:pt x="16637" y="9140"/>
                    <a:pt x="16442" y="10429"/>
                    <a:pt x="15610" y="11284"/>
                  </a:cubicBezTo>
                  <a:cubicBezTo>
                    <a:pt x="15604" y="11290"/>
                    <a:pt x="15598" y="11293"/>
                    <a:pt x="15593" y="11298"/>
                  </a:cubicBezTo>
                  <a:lnTo>
                    <a:pt x="15602" y="11306"/>
                  </a:lnTo>
                  <a:lnTo>
                    <a:pt x="10525" y="16565"/>
                  </a:lnTo>
                  <a:cubicBezTo>
                    <a:pt x="10527" y="16397"/>
                    <a:pt x="10534" y="16232"/>
                    <a:pt x="10519" y="16061"/>
                  </a:cubicBezTo>
                  <a:moveTo>
                    <a:pt x="19308" y="1741"/>
                  </a:moveTo>
                  <a:cubicBezTo>
                    <a:pt x="18228" y="632"/>
                    <a:pt x="16805" y="0"/>
                    <a:pt x="15403" y="0"/>
                  </a:cubicBezTo>
                  <a:cubicBezTo>
                    <a:pt x="14220" y="0"/>
                    <a:pt x="13131" y="450"/>
                    <a:pt x="12335" y="1266"/>
                  </a:cubicBezTo>
                  <a:lnTo>
                    <a:pt x="9138" y="4577"/>
                  </a:lnTo>
                  <a:cubicBezTo>
                    <a:pt x="9129" y="4585"/>
                    <a:pt x="9118" y="4592"/>
                    <a:pt x="9108" y="4602"/>
                  </a:cubicBezTo>
                  <a:cubicBezTo>
                    <a:pt x="9103" y="4608"/>
                    <a:pt x="9100" y="4614"/>
                    <a:pt x="9095" y="4620"/>
                  </a:cubicBezTo>
                  <a:lnTo>
                    <a:pt x="9096" y="4621"/>
                  </a:lnTo>
                  <a:lnTo>
                    <a:pt x="2310" y="11647"/>
                  </a:lnTo>
                  <a:cubicBezTo>
                    <a:pt x="1998" y="11966"/>
                    <a:pt x="1771" y="12364"/>
                    <a:pt x="1645" y="12797"/>
                  </a:cubicBezTo>
                  <a:lnTo>
                    <a:pt x="102" y="18541"/>
                  </a:lnTo>
                  <a:cubicBezTo>
                    <a:pt x="100" y="18557"/>
                    <a:pt x="0" y="19008"/>
                    <a:pt x="0" y="19237"/>
                  </a:cubicBezTo>
                  <a:cubicBezTo>
                    <a:pt x="0" y="20541"/>
                    <a:pt x="1030" y="21599"/>
                    <a:pt x="2302" y="21599"/>
                  </a:cubicBezTo>
                  <a:cubicBezTo>
                    <a:pt x="2554" y="21599"/>
                    <a:pt x="3044" y="21475"/>
                    <a:pt x="3062" y="21473"/>
                  </a:cubicBezTo>
                  <a:lnTo>
                    <a:pt x="8630" y="19969"/>
                  </a:lnTo>
                  <a:cubicBezTo>
                    <a:pt x="9054" y="19839"/>
                    <a:pt x="9439" y="19604"/>
                    <a:pt x="9750" y="19283"/>
                  </a:cubicBezTo>
                  <a:lnTo>
                    <a:pt x="19776" y="8899"/>
                  </a:lnTo>
                  <a:cubicBezTo>
                    <a:pt x="21600" y="7023"/>
                    <a:pt x="21394" y="3881"/>
                    <a:pt x="19308" y="174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61" name="TextBox 6">
              <a:extLst>
                <a:ext uri="{FF2B5EF4-FFF2-40B4-BE49-F238E27FC236}">
                  <a16:creationId xmlns:a16="http://schemas.microsoft.com/office/drawing/2014/main" id="{8A883483-F004-4165-92BF-134C5355C3FD}"/>
                </a:ext>
              </a:extLst>
            </p:cNvPr>
            <p:cNvSpPr txBox="1"/>
            <p:nvPr/>
          </p:nvSpPr>
          <p:spPr>
            <a:xfrm>
              <a:off x="3786284" y="3897806"/>
              <a:ext cx="1453871" cy="13838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 defTabSz="457200">
                <a:lnSpc>
                  <a:spcPct val="120000"/>
                </a:lnSpc>
              </a:pP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There are many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variat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b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</a:b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of passages of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available, but the majority have suffered alteration in some</a:t>
              </a:r>
            </a:p>
          </p:txBody>
        </p:sp>
        <p:sp>
          <p:nvSpPr>
            <p:cNvPr id="62" name="TextBox 7">
              <a:extLst>
                <a:ext uri="{FF2B5EF4-FFF2-40B4-BE49-F238E27FC236}">
                  <a16:creationId xmlns:a16="http://schemas.microsoft.com/office/drawing/2014/main" id="{651AA7E6-DCEE-4E63-B016-BF783469ABC1}"/>
                </a:ext>
              </a:extLst>
            </p:cNvPr>
            <p:cNvSpPr txBox="1"/>
            <p:nvPr/>
          </p:nvSpPr>
          <p:spPr>
            <a:xfrm>
              <a:off x="3786284" y="3610173"/>
              <a:ext cx="1453870" cy="40330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 defTabSz="457200"/>
              <a:r>
                <a:rPr lang="en-US" sz="1600" b="1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B1EE36E-3D77-4C55-A859-E14091556B90}"/>
              </a:ext>
            </a:extLst>
          </p:cNvPr>
          <p:cNvGrpSpPr/>
          <p:nvPr/>
        </p:nvGrpSpPr>
        <p:grpSpPr>
          <a:xfrm>
            <a:off x="6371901" y="2270509"/>
            <a:ext cx="2184260" cy="3357796"/>
            <a:chOff x="6322518" y="2148589"/>
            <a:chExt cx="2184260" cy="3357796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5C146127-B467-4C41-91F7-34109FA66357}"/>
                </a:ext>
              </a:extLst>
            </p:cNvPr>
            <p:cNvSpPr/>
            <p:nvPr/>
          </p:nvSpPr>
          <p:spPr>
            <a:xfrm>
              <a:off x="6322518" y="2148589"/>
              <a:ext cx="2184260" cy="3357796"/>
            </a:xfrm>
            <a:prstGeom prst="roundRect">
              <a:avLst/>
            </a:prstGeom>
            <a:solidFill>
              <a:srgbClr val="C5CD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Calibri Light"/>
                <a:ea typeface="方正细谭黑简体"/>
                <a:sym typeface="Calibri Light"/>
              </a:endParaRPr>
            </a:p>
          </p:txBody>
        </p:sp>
        <p:grpSp>
          <p:nvGrpSpPr>
            <p:cNvPr id="52" name="Group 112">
              <a:extLst>
                <a:ext uri="{FF2B5EF4-FFF2-40B4-BE49-F238E27FC236}">
                  <a16:creationId xmlns:a16="http://schemas.microsoft.com/office/drawing/2014/main" id="{C58C056C-40F0-44D3-8333-6EC9572206C8}"/>
                </a:ext>
              </a:extLst>
            </p:cNvPr>
            <p:cNvGrpSpPr/>
            <p:nvPr/>
          </p:nvGrpSpPr>
          <p:grpSpPr>
            <a:xfrm>
              <a:off x="7092536" y="2630641"/>
              <a:ext cx="644224" cy="603548"/>
              <a:chOff x="5368132" y="3540125"/>
              <a:chExt cx="465138" cy="435769"/>
            </a:xfrm>
            <a:solidFill>
              <a:schemeClr val="bg1"/>
            </a:solidFill>
          </p:grpSpPr>
          <p:sp>
            <p:nvSpPr>
              <p:cNvPr id="53" name="AutoShape 110">
                <a:extLst>
                  <a:ext uri="{FF2B5EF4-FFF2-40B4-BE49-F238E27FC236}">
                    <a16:creationId xmlns:a16="http://schemas.microsoft.com/office/drawing/2014/main" id="{458AA0AC-7EBF-4D42-A9FF-2F772D0C4DAB}"/>
                  </a:ext>
                </a:extLst>
              </p:cNvPr>
              <p:cNvSpPr/>
              <p:nvPr/>
            </p:nvSpPr>
            <p:spPr bwMode="auto">
              <a:xfrm>
                <a:off x="5426869" y="3598069"/>
                <a:ext cx="347663" cy="23256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699" y="20255"/>
                    </a:moveTo>
                    <a:lnTo>
                      <a:pt x="899" y="20255"/>
                    </a:lnTo>
                    <a:lnTo>
                      <a:pt x="899" y="1350"/>
                    </a:lnTo>
                    <a:lnTo>
                      <a:pt x="20699" y="1350"/>
                    </a:lnTo>
                    <a:cubicBezTo>
                      <a:pt x="20699" y="1350"/>
                      <a:pt x="20699" y="20255"/>
                      <a:pt x="20699" y="20255"/>
                    </a:cubicBezTo>
                    <a:close/>
                    <a:moveTo>
                      <a:pt x="20699" y="0"/>
                    </a:moveTo>
                    <a:lnTo>
                      <a:pt x="899" y="5"/>
                    </a:lnTo>
                    <a:cubicBezTo>
                      <a:pt x="402" y="5"/>
                      <a:pt x="0" y="603"/>
                      <a:pt x="0" y="1350"/>
                    </a:cubicBezTo>
                    <a:lnTo>
                      <a:pt x="0" y="20249"/>
                    </a:lnTo>
                    <a:cubicBezTo>
                      <a:pt x="0" y="20996"/>
                      <a:pt x="402" y="21599"/>
                      <a:pt x="899" y="21599"/>
                    </a:cubicBezTo>
                    <a:lnTo>
                      <a:pt x="20699" y="21599"/>
                    </a:lnTo>
                    <a:cubicBezTo>
                      <a:pt x="21197" y="21599"/>
                      <a:pt x="21600" y="20996"/>
                      <a:pt x="21600" y="20249"/>
                    </a:cubicBezTo>
                    <a:lnTo>
                      <a:pt x="21600" y="1350"/>
                    </a:lnTo>
                    <a:cubicBezTo>
                      <a:pt x="21600" y="603"/>
                      <a:pt x="21197" y="0"/>
                      <a:pt x="20699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25400" tIns="25400" rIns="25400" bIns="2540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  <p:sp>
            <p:nvSpPr>
              <p:cNvPr id="54" name="AutoShape 111">
                <a:extLst>
                  <a:ext uri="{FF2B5EF4-FFF2-40B4-BE49-F238E27FC236}">
                    <a16:creationId xmlns:a16="http://schemas.microsoft.com/office/drawing/2014/main" id="{37450959-C7C4-409E-8BC6-51C4B0FAF39F}"/>
                  </a:ext>
                </a:extLst>
              </p:cNvPr>
              <p:cNvSpPr/>
              <p:nvPr/>
            </p:nvSpPr>
            <p:spPr bwMode="auto">
              <a:xfrm>
                <a:off x="5368132" y="3540125"/>
                <a:ext cx="465138" cy="43576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249" y="16562"/>
                    </a:moveTo>
                    <a:cubicBezTo>
                      <a:pt x="20249" y="16959"/>
                      <a:pt x="19946" y="17282"/>
                      <a:pt x="19575" y="17282"/>
                    </a:cubicBezTo>
                    <a:lnTo>
                      <a:pt x="13499" y="17282"/>
                    </a:lnTo>
                    <a:lnTo>
                      <a:pt x="8099" y="17282"/>
                    </a:lnTo>
                    <a:lnTo>
                      <a:pt x="2024" y="17282"/>
                    </a:lnTo>
                    <a:cubicBezTo>
                      <a:pt x="1651" y="17282"/>
                      <a:pt x="1349" y="16959"/>
                      <a:pt x="1349" y="16562"/>
                    </a:cubicBezTo>
                    <a:lnTo>
                      <a:pt x="1349" y="2160"/>
                    </a:lnTo>
                    <a:cubicBezTo>
                      <a:pt x="1349" y="1762"/>
                      <a:pt x="1651" y="1440"/>
                      <a:pt x="2024" y="1440"/>
                    </a:cubicBezTo>
                    <a:lnTo>
                      <a:pt x="19575" y="1440"/>
                    </a:lnTo>
                    <a:cubicBezTo>
                      <a:pt x="19946" y="1440"/>
                      <a:pt x="20249" y="1762"/>
                      <a:pt x="20249" y="2160"/>
                    </a:cubicBezTo>
                    <a:cubicBezTo>
                      <a:pt x="20249" y="2160"/>
                      <a:pt x="20249" y="16562"/>
                      <a:pt x="20249" y="16562"/>
                    </a:cubicBezTo>
                    <a:close/>
                    <a:moveTo>
                      <a:pt x="19575" y="0"/>
                    </a:moveTo>
                    <a:lnTo>
                      <a:pt x="2024" y="0"/>
                    </a:lnTo>
                    <a:cubicBezTo>
                      <a:pt x="905" y="0"/>
                      <a:pt x="0" y="966"/>
                      <a:pt x="0" y="2160"/>
                    </a:cubicBezTo>
                    <a:lnTo>
                      <a:pt x="0" y="16562"/>
                    </a:lnTo>
                    <a:cubicBezTo>
                      <a:pt x="0" y="17753"/>
                      <a:pt x="903" y="18718"/>
                      <a:pt x="2018" y="18721"/>
                    </a:cubicBezTo>
                    <a:lnTo>
                      <a:pt x="8774" y="18721"/>
                    </a:lnTo>
                    <a:lnTo>
                      <a:pt x="8774" y="19597"/>
                    </a:lnTo>
                    <a:lnTo>
                      <a:pt x="4561" y="20181"/>
                    </a:lnTo>
                    <a:cubicBezTo>
                      <a:pt x="4260" y="20262"/>
                      <a:pt x="4049" y="20549"/>
                      <a:pt x="4049" y="20879"/>
                    </a:cubicBezTo>
                    <a:cubicBezTo>
                      <a:pt x="4049" y="21277"/>
                      <a:pt x="4351" y="21599"/>
                      <a:pt x="4724" y="21599"/>
                    </a:cubicBezTo>
                    <a:lnTo>
                      <a:pt x="16874" y="21599"/>
                    </a:lnTo>
                    <a:cubicBezTo>
                      <a:pt x="17248" y="21599"/>
                      <a:pt x="17549" y="21277"/>
                      <a:pt x="17549" y="20879"/>
                    </a:cubicBezTo>
                    <a:cubicBezTo>
                      <a:pt x="17549" y="20549"/>
                      <a:pt x="17339" y="20262"/>
                      <a:pt x="17038" y="20181"/>
                    </a:cubicBezTo>
                    <a:lnTo>
                      <a:pt x="12824" y="19597"/>
                    </a:lnTo>
                    <a:lnTo>
                      <a:pt x="12824" y="18721"/>
                    </a:lnTo>
                    <a:lnTo>
                      <a:pt x="19581" y="18721"/>
                    </a:lnTo>
                    <a:cubicBezTo>
                      <a:pt x="20696" y="18718"/>
                      <a:pt x="21600" y="17753"/>
                      <a:pt x="21600" y="16562"/>
                    </a:cubicBezTo>
                    <a:lnTo>
                      <a:pt x="21600" y="2160"/>
                    </a:lnTo>
                    <a:cubicBezTo>
                      <a:pt x="21600" y="966"/>
                      <a:pt x="20692" y="0"/>
                      <a:pt x="19575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25400" tIns="25400" rIns="25400" bIns="2540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</p:grpSp>
        <p:sp>
          <p:nvSpPr>
            <p:cNvPr id="63" name="TextBox 6">
              <a:extLst>
                <a:ext uri="{FF2B5EF4-FFF2-40B4-BE49-F238E27FC236}">
                  <a16:creationId xmlns:a16="http://schemas.microsoft.com/office/drawing/2014/main" id="{F5680C68-B882-4332-BCA9-0158CB13E50C}"/>
                </a:ext>
              </a:extLst>
            </p:cNvPr>
            <p:cNvSpPr txBox="1"/>
            <p:nvPr/>
          </p:nvSpPr>
          <p:spPr>
            <a:xfrm>
              <a:off x="6687713" y="3897806"/>
              <a:ext cx="1453871" cy="13838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 defTabSz="457200">
                <a:lnSpc>
                  <a:spcPct val="120000"/>
                </a:lnSpc>
              </a:pP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There are many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variat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b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</a:b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of passages of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available, but the majority have suffered alteration in some</a:t>
              </a:r>
            </a:p>
          </p:txBody>
        </p:sp>
        <p:sp>
          <p:nvSpPr>
            <p:cNvPr id="64" name="TextBox 7">
              <a:extLst>
                <a:ext uri="{FF2B5EF4-FFF2-40B4-BE49-F238E27FC236}">
                  <a16:creationId xmlns:a16="http://schemas.microsoft.com/office/drawing/2014/main" id="{11ACF08E-2782-4EE2-8925-E9D318DEC1A2}"/>
                </a:ext>
              </a:extLst>
            </p:cNvPr>
            <p:cNvSpPr txBox="1"/>
            <p:nvPr/>
          </p:nvSpPr>
          <p:spPr>
            <a:xfrm>
              <a:off x="6687713" y="3610173"/>
              <a:ext cx="1453870" cy="40330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 defTabSz="457200"/>
              <a:r>
                <a:rPr lang="en-US" sz="1600" b="1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D6FF82D-F7E1-4B94-A30F-869464948947}"/>
              </a:ext>
            </a:extLst>
          </p:cNvPr>
          <p:cNvGrpSpPr/>
          <p:nvPr/>
        </p:nvGrpSpPr>
        <p:grpSpPr>
          <a:xfrm>
            <a:off x="9051890" y="2254846"/>
            <a:ext cx="2184260" cy="3357796"/>
            <a:chOff x="9223949" y="2148589"/>
            <a:chExt cx="2184260" cy="3357796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6782079F-B92C-4E87-B229-9B107545EA8C}"/>
                </a:ext>
              </a:extLst>
            </p:cNvPr>
            <p:cNvSpPr/>
            <p:nvPr/>
          </p:nvSpPr>
          <p:spPr>
            <a:xfrm>
              <a:off x="9223949" y="2148589"/>
              <a:ext cx="2184260" cy="3357796"/>
            </a:xfrm>
            <a:prstGeom prst="roundRect">
              <a:avLst/>
            </a:prstGeom>
            <a:solidFill>
              <a:srgbClr val="ABC0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1" name="AutoShape 59">
              <a:extLst>
                <a:ext uri="{FF2B5EF4-FFF2-40B4-BE49-F238E27FC236}">
                  <a16:creationId xmlns:a16="http://schemas.microsoft.com/office/drawing/2014/main" id="{AC426BFA-E048-40D1-A83E-B2E7CA126226}"/>
                </a:ext>
              </a:extLst>
            </p:cNvPr>
            <p:cNvSpPr/>
            <p:nvPr/>
          </p:nvSpPr>
          <p:spPr bwMode="auto">
            <a:xfrm>
              <a:off x="9993445" y="2611202"/>
              <a:ext cx="645268" cy="642427"/>
            </a:xfrm>
            <a:custGeom>
              <a:avLst/>
              <a:gdLst>
                <a:gd name="T0" fmla="+- 0 10794 23"/>
                <a:gd name="T1" fmla="*/ T0 w 21543"/>
                <a:gd name="T2" fmla="*/ 10800 h 21600"/>
                <a:gd name="T3" fmla="+- 0 10794 23"/>
                <a:gd name="T4" fmla="*/ T3 w 21543"/>
                <a:gd name="T5" fmla="*/ 10800 h 21600"/>
                <a:gd name="T6" fmla="+- 0 10794 23"/>
                <a:gd name="T7" fmla="*/ T6 w 21543"/>
                <a:gd name="T8" fmla="*/ 10800 h 21600"/>
                <a:gd name="T9" fmla="+- 0 10794 23"/>
                <a:gd name="T10" fmla="*/ T9 w 21543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43" h="21600">
                  <a:moveTo>
                    <a:pt x="16976" y="19986"/>
                  </a:moveTo>
                  <a:lnTo>
                    <a:pt x="11226" y="17680"/>
                  </a:lnTo>
                  <a:cubicBezTo>
                    <a:pt x="11088" y="17626"/>
                    <a:pt x="10946" y="17608"/>
                    <a:pt x="10806" y="17600"/>
                  </a:cubicBezTo>
                  <a:lnTo>
                    <a:pt x="19660" y="3837"/>
                  </a:lnTo>
                  <a:cubicBezTo>
                    <a:pt x="19660" y="3837"/>
                    <a:pt x="16976" y="19986"/>
                    <a:pt x="16976" y="19986"/>
                  </a:cubicBezTo>
                  <a:close/>
                  <a:moveTo>
                    <a:pt x="6859" y="16244"/>
                  </a:moveTo>
                  <a:cubicBezTo>
                    <a:pt x="6858" y="16242"/>
                    <a:pt x="6855" y="16240"/>
                    <a:pt x="6854" y="16238"/>
                  </a:cubicBezTo>
                  <a:lnTo>
                    <a:pt x="19606" y="2552"/>
                  </a:lnTo>
                  <a:lnTo>
                    <a:pt x="8735" y="19536"/>
                  </a:lnTo>
                  <a:cubicBezTo>
                    <a:pt x="8735" y="19536"/>
                    <a:pt x="6859" y="16244"/>
                    <a:pt x="6859" y="16244"/>
                  </a:cubicBezTo>
                  <a:close/>
                  <a:moveTo>
                    <a:pt x="2111" y="14024"/>
                  </a:moveTo>
                  <a:lnTo>
                    <a:pt x="17712" y="3595"/>
                  </a:lnTo>
                  <a:lnTo>
                    <a:pt x="6369" y="15770"/>
                  </a:lnTo>
                  <a:cubicBezTo>
                    <a:pt x="6309" y="15734"/>
                    <a:pt x="6256" y="15687"/>
                    <a:pt x="6190" y="15660"/>
                  </a:cubicBezTo>
                  <a:cubicBezTo>
                    <a:pt x="6190" y="15660"/>
                    <a:pt x="2111" y="14024"/>
                    <a:pt x="2111" y="14024"/>
                  </a:cubicBezTo>
                  <a:close/>
                  <a:moveTo>
                    <a:pt x="21234" y="108"/>
                  </a:moveTo>
                  <a:cubicBezTo>
                    <a:pt x="21123" y="35"/>
                    <a:pt x="20996" y="0"/>
                    <a:pt x="20868" y="0"/>
                  </a:cubicBezTo>
                  <a:cubicBezTo>
                    <a:pt x="20738" y="0"/>
                    <a:pt x="20608" y="36"/>
                    <a:pt x="20495" y="113"/>
                  </a:cubicBezTo>
                  <a:lnTo>
                    <a:pt x="299" y="13613"/>
                  </a:lnTo>
                  <a:cubicBezTo>
                    <a:pt x="91" y="13751"/>
                    <a:pt x="-23" y="13995"/>
                    <a:pt x="3" y="14244"/>
                  </a:cubicBezTo>
                  <a:cubicBezTo>
                    <a:pt x="28" y="14494"/>
                    <a:pt x="190" y="14708"/>
                    <a:pt x="422" y="14801"/>
                  </a:cubicBezTo>
                  <a:lnTo>
                    <a:pt x="5689" y="16914"/>
                  </a:lnTo>
                  <a:lnTo>
                    <a:pt x="8166" y="21259"/>
                  </a:lnTo>
                  <a:cubicBezTo>
                    <a:pt x="8284" y="21468"/>
                    <a:pt x="8505" y="21597"/>
                    <a:pt x="8743" y="21599"/>
                  </a:cubicBezTo>
                  <a:lnTo>
                    <a:pt x="8751" y="21599"/>
                  </a:lnTo>
                  <a:cubicBezTo>
                    <a:pt x="8987" y="21599"/>
                    <a:pt x="9206" y="21474"/>
                    <a:pt x="9328" y="21271"/>
                  </a:cubicBezTo>
                  <a:lnTo>
                    <a:pt x="10726" y="18934"/>
                  </a:lnTo>
                  <a:lnTo>
                    <a:pt x="17253" y="21551"/>
                  </a:lnTo>
                  <a:cubicBezTo>
                    <a:pt x="17332" y="21584"/>
                    <a:pt x="17418" y="21599"/>
                    <a:pt x="17502" y="21599"/>
                  </a:cubicBezTo>
                  <a:cubicBezTo>
                    <a:pt x="17617" y="21599"/>
                    <a:pt x="17731" y="21571"/>
                    <a:pt x="17832" y="21512"/>
                  </a:cubicBezTo>
                  <a:cubicBezTo>
                    <a:pt x="18010" y="21412"/>
                    <a:pt x="18133" y="21238"/>
                    <a:pt x="18167" y="21035"/>
                  </a:cubicBezTo>
                  <a:lnTo>
                    <a:pt x="21533" y="785"/>
                  </a:lnTo>
                  <a:cubicBezTo>
                    <a:pt x="21576" y="520"/>
                    <a:pt x="21459" y="254"/>
                    <a:pt x="21234" y="10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65" name="TextBox 6">
              <a:extLst>
                <a:ext uri="{FF2B5EF4-FFF2-40B4-BE49-F238E27FC236}">
                  <a16:creationId xmlns:a16="http://schemas.microsoft.com/office/drawing/2014/main" id="{AB17A670-7649-4F66-907B-37A0106F68C8}"/>
                </a:ext>
              </a:extLst>
            </p:cNvPr>
            <p:cNvSpPr txBox="1"/>
            <p:nvPr/>
          </p:nvSpPr>
          <p:spPr>
            <a:xfrm>
              <a:off x="9589144" y="3897806"/>
              <a:ext cx="1453871" cy="13838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 defTabSz="457200">
                <a:lnSpc>
                  <a:spcPct val="120000"/>
                </a:lnSpc>
              </a:pP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There are many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variat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b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</a:b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of passages of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105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10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available, but the majority have suffered alteration in some</a:t>
              </a:r>
            </a:p>
          </p:txBody>
        </p:sp>
        <p:sp>
          <p:nvSpPr>
            <p:cNvPr id="66" name="TextBox 7">
              <a:extLst>
                <a:ext uri="{FF2B5EF4-FFF2-40B4-BE49-F238E27FC236}">
                  <a16:creationId xmlns:a16="http://schemas.microsoft.com/office/drawing/2014/main" id="{6D1EEEC2-DD9F-4117-9276-4E6FF6F2F1D6}"/>
                </a:ext>
              </a:extLst>
            </p:cNvPr>
            <p:cNvSpPr txBox="1"/>
            <p:nvPr/>
          </p:nvSpPr>
          <p:spPr>
            <a:xfrm>
              <a:off x="9589144" y="3610173"/>
              <a:ext cx="1453870" cy="40330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 defTabSz="457200"/>
              <a:r>
                <a:rPr lang="en-US" sz="1600" b="1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2954133"/>
      </p:ext>
    </p:extLst>
  </p:cSld>
  <p:clrMapOvr>
    <a:masterClrMapping/>
  </p:clrMapOvr>
  <p:transition spd="slow" advClick="0" advTm="2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6284A32-EBEB-448C-B03A-5EF30A3DFF24}"/>
              </a:ext>
            </a:extLst>
          </p:cNvPr>
          <p:cNvPicPr>
            <a:picLocks noChangeAspect="1"/>
          </p:cNvPicPr>
          <p:nvPr/>
        </p:nvPicPr>
        <p:blipFill rotWithShape="1">
          <a:blip r:embed="R81304750b0da414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939DF94B-B1CD-41FB-B7B9-FBEA9CFED548}"/>
              </a:ext>
            </a:extLst>
          </p:cNvPr>
          <p:cNvGrpSpPr/>
          <p:nvPr/>
        </p:nvGrpSpPr>
        <p:grpSpPr>
          <a:xfrm>
            <a:off x="5424526" y="1538027"/>
            <a:ext cx="5408279" cy="3808301"/>
            <a:chOff x="5424526" y="1650764"/>
            <a:chExt cx="5408278" cy="3808301"/>
          </a:xfrm>
        </p:grpSpPr>
        <p:cxnSp>
          <p:nvCxnSpPr>
            <p:cNvPr id="5" name="Google Shape;164;p15">
              <a:extLst>
                <a:ext uri="{FF2B5EF4-FFF2-40B4-BE49-F238E27FC236}">
                  <a16:creationId xmlns:a16="http://schemas.microsoft.com/office/drawing/2014/main" id="{415927C6-E22F-480D-9EAC-9B8725BEC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628" y="1650764"/>
              <a:ext cx="0" cy="3630160"/>
            </a:xfrm>
            <a:prstGeom prst="straightConnector1">
              <a:avLst/>
            </a:prstGeom>
            <a:noFill/>
            <a:ln w="19050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diamond" w="med" len="med"/>
              <a:tailEnd type="diamond" w="med" len="med"/>
            </a:ln>
          </p:spPr>
        </p:cxnSp>
        <p:sp>
          <p:nvSpPr>
            <p:cNvPr id="6" name="Google Shape;737;p43">
              <a:extLst>
                <a:ext uri="{FF2B5EF4-FFF2-40B4-BE49-F238E27FC236}">
                  <a16:creationId xmlns:a16="http://schemas.microsoft.com/office/drawing/2014/main" id="{ED2BC00A-7A2F-4065-B4D5-053951442BCB}"/>
                </a:ext>
              </a:extLst>
            </p:cNvPr>
            <p:cNvSpPr/>
            <p:nvPr/>
          </p:nvSpPr>
          <p:spPr>
            <a:xfrm rot="5400000">
              <a:off x="5335194" y="2809891"/>
              <a:ext cx="1297051" cy="79270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CDD8"/>
                </a:gs>
                <a:gs pos="100000">
                  <a:srgbClr val="80A0BA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7" name="Google Shape;738;p43">
              <a:extLst>
                <a:ext uri="{FF2B5EF4-FFF2-40B4-BE49-F238E27FC236}">
                  <a16:creationId xmlns:a16="http://schemas.microsoft.com/office/drawing/2014/main" id="{C4DBE2CA-63C4-4B80-9BE8-FC99F249E8A0}"/>
                </a:ext>
              </a:extLst>
            </p:cNvPr>
            <p:cNvSpPr/>
            <p:nvPr/>
          </p:nvSpPr>
          <p:spPr>
            <a:xfrm rot="5400000">
              <a:off x="5193024" y="2733967"/>
              <a:ext cx="1297051" cy="792704"/>
            </a:xfrm>
            <a:prstGeom prst="roundRect">
              <a:avLst>
                <a:gd name="adj" fmla="val 50000"/>
              </a:avLst>
            </a:prstGeom>
            <a:noFill/>
            <a:ln w="19050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8" name="Google Shape;740;p43">
              <a:extLst>
                <a:ext uri="{FF2B5EF4-FFF2-40B4-BE49-F238E27FC236}">
                  <a16:creationId xmlns:a16="http://schemas.microsoft.com/office/drawing/2014/main" id="{CF0F5E60-5C52-4EB9-942C-D65EF91A50F3}"/>
                </a:ext>
              </a:extLst>
            </p:cNvPr>
            <p:cNvSpPr txBox="1">
              <a:spLocks/>
            </p:cNvSpPr>
            <p:nvPr/>
          </p:nvSpPr>
          <p:spPr>
            <a:xfrm>
              <a:off x="5424526" y="2823656"/>
              <a:ext cx="976205" cy="605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Tenor Sans"/>
                <a:buNone/>
                <a:defRPr sz="6000" b="0" i="0" u="none" strike="noStrike" cap="none">
                  <a:solidFill>
                    <a:schemeClr val="dk1"/>
                  </a:solidFill>
                  <a:latin typeface="Tenor Sans"/>
                  <a:ea typeface="Tenor Sans"/>
                  <a:cs typeface="Tenor Sans"/>
                  <a:sym typeface="Tenor Sans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Tenor Sans"/>
                <a:buNone/>
                <a:tabLst/>
                <a:defRPr/>
              </a:pPr>
              <a:r>
                <a:rPr kumimoji="0" lang="e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02.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2C56805-61BA-4E3B-8743-CB4A3F7DC10E}"/>
                </a:ext>
              </a:extLst>
            </p:cNvPr>
            <p:cNvSpPr txBox="1"/>
            <p:nvPr/>
          </p:nvSpPr>
          <p:spPr>
            <a:xfrm>
              <a:off x="6588089" y="2481793"/>
              <a:ext cx="42447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单击添加标题</a:t>
              </a:r>
            </a:p>
          </p:txBody>
        </p:sp>
        <p:sp>
          <p:nvSpPr>
            <p:cNvPr id="10" name="iconfont-1122-840613">
              <a:extLst>
                <a:ext uri="{FF2B5EF4-FFF2-40B4-BE49-F238E27FC236}">
                  <a16:creationId xmlns:a16="http://schemas.microsoft.com/office/drawing/2014/main" id="{7872590D-56D6-4134-A49F-D4E0019FAA63}"/>
                </a:ext>
              </a:extLst>
            </p:cNvPr>
            <p:cNvSpPr/>
            <p:nvPr/>
          </p:nvSpPr>
          <p:spPr>
            <a:xfrm>
              <a:off x="6892983" y="3465844"/>
              <a:ext cx="345134" cy="345134"/>
            </a:xfrm>
            <a:custGeom>
              <a:avLst/>
              <a:gdLst>
                <a:gd name="T0" fmla="*/ 5096 w 10942"/>
                <a:gd name="T1" fmla="*/ 9044 h 10942"/>
                <a:gd name="T2" fmla="*/ 8344 w 10942"/>
                <a:gd name="T3" fmla="*/ 5796 h 10942"/>
                <a:gd name="T4" fmla="*/ 8344 w 10942"/>
                <a:gd name="T5" fmla="*/ 5146 h 10942"/>
                <a:gd name="T6" fmla="*/ 5096 w 10942"/>
                <a:gd name="T7" fmla="*/ 1898 h 10942"/>
                <a:gd name="T8" fmla="*/ 4797 w 10942"/>
                <a:gd name="T9" fmla="*/ 1774 h 10942"/>
                <a:gd name="T10" fmla="*/ 4472 w 10942"/>
                <a:gd name="T11" fmla="*/ 1898 h 10942"/>
                <a:gd name="T12" fmla="*/ 3747 w 10942"/>
                <a:gd name="T13" fmla="*/ 2648 h 10942"/>
                <a:gd name="T14" fmla="*/ 3597 w 10942"/>
                <a:gd name="T15" fmla="*/ 2948 h 10942"/>
                <a:gd name="T16" fmla="*/ 3747 w 10942"/>
                <a:gd name="T17" fmla="*/ 3272 h 10942"/>
                <a:gd name="T18" fmla="*/ 5921 w 10942"/>
                <a:gd name="T19" fmla="*/ 5471 h 10942"/>
                <a:gd name="T20" fmla="*/ 3747 w 10942"/>
                <a:gd name="T21" fmla="*/ 7669 h 10942"/>
                <a:gd name="T22" fmla="*/ 3597 w 10942"/>
                <a:gd name="T23" fmla="*/ 7994 h 10942"/>
                <a:gd name="T24" fmla="*/ 3747 w 10942"/>
                <a:gd name="T25" fmla="*/ 8294 h 10942"/>
                <a:gd name="T26" fmla="*/ 4472 w 10942"/>
                <a:gd name="T27" fmla="*/ 9044 h 10942"/>
                <a:gd name="T28" fmla="*/ 4797 w 10942"/>
                <a:gd name="T29" fmla="*/ 9168 h 10942"/>
                <a:gd name="T30" fmla="*/ 5096 w 10942"/>
                <a:gd name="T31" fmla="*/ 9044 h 10942"/>
                <a:gd name="T32" fmla="*/ 10218 w 10942"/>
                <a:gd name="T33" fmla="*/ 8219 h 10942"/>
                <a:gd name="T34" fmla="*/ 8219 w 10942"/>
                <a:gd name="T35" fmla="*/ 10218 h 10942"/>
                <a:gd name="T36" fmla="*/ 5471 w 10942"/>
                <a:gd name="T37" fmla="*/ 10942 h 10942"/>
                <a:gd name="T38" fmla="*/ 2723 w 10942"/>
                <a:gd name="T39" fmla="*/ 10218 h 10942"/>
                <a:gd name="T40" fmla="*/ 724 w 10942"/>
                <a:gd name="T41" fmla="*/ 8219 h 10942"/>
                <a:gd name="T42" fmla="*/ 0 w 10942"/>
                <a:gd name="T43" fmla="*/ 5471 h 10942"/>
                <a:gd name="T44" fmla="*/ 724 w 10942"/>
                <a:gd name="T45" fmla="*/ 2723 h 10942"/>
                <a:gd name="T46" fmla="*/ 2723 w 10942"/>
                <a:gd name="T47" fmla="*/ 724 h 10942"/>
                <a:gd name="T48" fmla="*/ 5471 w 10942"/>
                <a:gd name="T49" fmla="*/ 0 h 10942"/>
                <a:gd name="T50" fmla="*/ 8219 w 10942"/>
                <a:gd name="T51" fmla="*/ 724 h 10942"/>
                <a:gd name="T52" fmla="*/ 10218 w 10942"/>
                <a:gd name="T53" fmla="*/ 2723 h 10942"/>
                <a:gd name="T54" fmla="*/ 10942 w 10942"/>
                <a:gd name="T55" fmla="*/ 5471 h 10942"/>
                <a:gd name="T56" fmla="*/ 10218 w 10942"/>
                <a:gd name="T57" fmla="*/ 8219 h 10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942" h="10942">
                  <a:moveTo>
                    <a:pt x="5096" y="9044"/>
                  </a:moveTo>
                  <a:lnTo>
                    <a:pt x="8344" y="5796"/>
                  </a:lnTo>
                  <a:cubicBezTo>
                    <a:pt x="8544" y="5596"/>
                    <a:pt x="8544" y="5346"/>
                    <a:pt x="8344" y="5146"/>
                  </a:cubicBezTo>
                  <a:lnTo>
                    <a:pt x="5096" y="1898"/>
                  </a:lnTo>
                  <a:cubicBezTo>
                    <a:pt x="5021" y="1823"/>
                    <a:pt x="4921" y="1774"/>
                    <a:pt x="4797" y="1774"/>
                  </a:cubicBezTo>
                  <a:cubicBezTo>
                    <a:pt x="4672" y="1774"/>
                    <a:pt x="4547" y="1823"/>
                    <a:pt x="4472" y="1898"/>
                  </a:cubicBezTo>
                  <a:lnTo>
                    <a:pt x="3747" y="2648"/>
                  </a:lnTo>
                  <a:cubicBezTo>
                    <a:pt x="3647" y="2723"/>
                    <a:pt x="3597" y="2823"/>
                    <a:pt x="3597" y="2948"/>
                  </a:cubicBezTo>
                  <a:cubicBezTo>
                    <a:pt x="3597" y="3098"/>
                    <a:pt x="3647" y="3198"/>
                    <a:pt x="3747" y="3272"/>
                  </a:cubicBezTo>
                  <a:lnTo>
                    <a:pt x="5921" y="5471"/>
                  </a:lnTo>
                  <a:lnTo>
                    <a:pt x="3747" y="7669"/>
                  </a:lnTo>
                  <a:cubicBezTo>
                    <a:pt x="3647" y="7744"/>
                    <a:pt x="3597" y="7844"/>
                    <a:pt x="3597" y="7994"/>
                  </a:cubicBezTo>
                  <a:cubicBezTo>
                    <a:pt x="3597" y="8119"/>
                    <a:pt x="3647" y="8219"/>
                    <a:pt x="3747" y="8294"/>
                  </a:cubicBezTo>
                  <a:lnTo>
                    <a:pt x="4472" y="9044"/>
                  </a:lnTo>
                  <a:cubicBezTo>
                    <a:pt x="4547" y="9119"/>
                    <a:pt x="4672" y="9168"/>
                    <a:pt x="4797" y="9168"/>
                  </a:cubicBezTo>
                  <a:cubicBezTo>
                    <a:pt x="4921" y="9168"/>
                    <a:pt x="5021" y="9119"/>
                    <a:pt x="5096" y="9044"/>
                  </a:cubicBezTo>
                  <a:close/>
                  <a:moveTo>
                    <a:pt x="10218" y="8219"/>
                  </a:moveTo>
                  <a:cubicBezTo>
                    <a:pt x="9718" y="9044"/>
                    <a:pt x="9044" y="9718"/>
                    <a:pt x="8219" y="10218"/>
                  </a:cubicBezTo>
                  <a:cubicBezTo>
                    <a:pt x="7420" y="10692"/>
                    <a:pt x="6495" y="10942"/>
                    <a:pt x="5471" y="10942"/>
                  </a:cubicBezTo>
                  <a:cubicBezTo>
                    <a:pt x="4447" y="10942"/>
                    <a:pt x="3522" y="10692"/>
                    <a:pt x="2723" y="10218"/>
                  </a:cubicBezTo>
                  <a:cubicBezTo>
                    <a:pt x="1898" y="9718"/>
                    <a:pt x="1224" y="9044"/>
                    <a:pt x="724" y="8219"/>
                  </a:cubicBezTo>
                  <a:cubicBezTo>
                    <a:pt x="250" y="7420"/>
                    <a:pt x="0" y="6495"/>
                    <a:pt x="0" y="5471"/>
                  </a:cubicBezTo>
                  <a:cubicBezTo>
                    <a:pt x="0" y="4447"/>
                    <a:pt x="250" y="3522"/>
                    <a:pt x="724" y="2723"/>
                  </a:cubicBezTo>
                  <a:cubicBezTo>
                    <a:pt x="1224" y="1898"/>
                    <a:pt x="1898" y="1224"/>
                    <a:pt x="2723" y="724"/>
                  </a:cubicBezTo>
                  <a:cubicBezTo>
                    <a:pt x="3522" y="250"/>
                    <a:pt x="4447" y="0"/>
                    <a:pt x="5471" y="0"/>
                  </a:cubicBezTo>
                  <a:cubicBezTo>
                    <a:pt x="6495" y="0"/>
                    <a:pt x="7420" y="250"/>
                    <a:pt x="8219" y="724"/>
                  </a:cubicBezTo>
                  <a:cubicBezTo>
                    <a:pt x="9044" y="1224"/>
                    <a:pt x="9718" y="1898"/>
                    <a:pt x="10218" y="2723"/>
                  </a:cubicBezTo>
                  <a:cubicBezTo>
                    <a:pt x="10692" y="3522"/>
                    <a:pt x="10942" y="4447"/>
                    <a:pt x="10942" y="5471"/>
                  </a:cubicBezTo>
                  <a:cubicBezTo>
                    <a:pt x="10942" y="6495"/>
                    <a:pt x="10692" y="7420"/>
                    <a:pt x="10218" y="821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7F0D1BD-FA16-4D50-B151-312ED5E450E2}"/>
                </a:ext>
              </a:extLst>
            </p:cNvPr>
            <p:cNvSpPr txBox="1"/>
            <p:nvPr/>
          </p:nvSpPr>
          <p:spPr>
            <a:xfrm>
              <a:off x="6847504" y="3843238"/>
              <a:ext cx="3020396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Lorem ipsum dolor sit amet, consectetuer adipiscing elit. Maecenas, Lorem ipsum dolor sit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Lorem ipsum dolor sit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adipiscing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elit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. Maecenas, Lorem ipsum dolor sit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Lorem ipsum dolor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007848"/>
      </p:ext>
    </p:extLst>
  </p:cSld>
  <p:clrMapOvr>
    <a:masterClrMapping/>
  </p:clrMapOvr>
  <p:transition spd="slow" advClick="0" advTm="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>
            <a:extLst>
              <a:ext uri="{FF2B5EF4-FFF2-40B4-BE49-F238E27FC236}">
                <a16:creationId xmlns:a16="http://schemas.microsoft.com/office/drawing/2014/main" id="{1CC0BFF5-B347-4BDB-B472-AB400F9E91F4}"/>
              </a:ext>
            </a:extLst>
          </p:cNvPr>
          <p:cNvPicPr>
            <a:picLocks noChangeAspect="1"/>
          </p:cNvPicPr>
          <p:nvPr/>
        </p:nvPicPr>
        <p:blipFill rotWithShape="1">
          <a:blip r:embed="Rbf9cc760ff5d42a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3B6A245-3704-40FD-91F5-2AF8486C50FB}"/>
              </a:ext>
            </a:extLst>
          </p:cNvPr>
          <p:cNvGrpSpPr/>
          <p:nvPr/>
        </p:nvGrpSpPr>
        <p:grpSpPr>
          <a:xfrm>
            <a:off x="8054990" y="2148698"/>
            <a:ext cx="2217725" cy="900504"/>
            <a:chOff x="8054989" y="2148698"/>
            <a:chExt cx="2217725" cy="900504"/>
          </a:xfrm>
        </p:grpSpPr>
        <p:sp>
          <p:nvSpPr>
            <p:cNvPr id="30" name="TextBox 27">
              <a:extLst>
                <a:ext uri="{FF2B5EF4-FFF2-40B4-BE49-F238E27FC236}">
                  <a16:creationId xmlns:a16="http://schemas.microsoft.com/office/drawing/2014/main" id="{A9474104-D385-491A-83D2-2BE404E7F81B}"/>
                </a:ext>
              </a:extLst>
            </p:cNvPr>
            <p:cNvSpPr txBox="1"/>
            <p:nvPr/>
          </p:nvSpPr>
          <p:spPr>
            <a:xfrm>
              <a:off x="8054991" y="2148698"/>
              <a:ext cx="2217721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/>
              <a:r>
                <a:rPr lang="en-US" sz="1200" b="1" spc="50" dirty="0">
                  <a:latin typeface="Calibri Light"/>
                  <a:ea typeface="方正细谭黑简体"/>
                  <a:cs typeface="Open Sans"/>
                  <a:sym typeface="Calibri Light"/>
                </a:rPr>
                <a:t>MARKETING</a:t>
              </a:r>
            </a:p>
          </p:txBody>
        </p:sp>
        <p:sp>
          <p:nvSpPr>
            <p:cNvPr id="31" name="TextBox 28">
              <a:extLst>
                <a:ext uri="{FF2B5EF4-FFF2-40B4-BE49-F238E27FC236}">
                  <a16:creationId xmlns:a16="http://schemas.microsoft.com/office/drawing/2014/main" id="{2243C96D-0C17-450C-B0F3-0C91A45C0C75}"/>
                </a:ext>
              </a:extLst>
            </p:cNvPr>
            <p:cNvSpPr txBox="1"/>
            <p:nvPr/>
          </p:nvSpPr>
          <p:spPr>
            <a:xfrm>
              <a:off x="8054989" y="2402871"/>
              <a:ext cx="2217725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1000" dirty="0">
                  <a:latin typeface="Calibri Light"/>
                  <a:ea typeface="方正细谭黑简体"/>
                  <a:cs typeface="Open Sans"/>
                  <a:sym typeface="Calibri Light"/>
                </a:rPr>
                <a:t>When an unknown printer took a galley of type and scrambled it to make a type specimen book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358FB8B-10E9-4C07-BF45-9EDCA8011B60}"/>
              </a:ext>
            </a:extLst>
          </p:cNvPr>
          <p:cNvGrpSpPr/>
          <p:nvPr/>
        </p:nvGrpSpPr>
        <p:grpSpPr>
          <a:xfrm>
            <a:off x="8054990" y="4948878"/>
            <a:ext cx="2217725" cy="900504"/>
            <a:chOff x="8054989" y="4948878"/>
            <a:chExt cx="2217725" cy="900504"/>
          </a:xfrm>
        </p:grpSpPr>
        <p:sp>
          <p:nvSpPr>
            <p:cNvPr id="33" name="TextBox 41">
              <a:extLst>
                <a:ext uri="{FF2B5EF4-FFF2-40B4-BE49-F238E27FC236}">
                  <a16:creationId xmlns:a16="http://schemas.microsoft.com/office/drawing/2014/main" id="{CDED7A5E-68E4-42BB-BB0C-D31A99B83C5A}"/>
                </a:ext>
              </a:extLst>
            </p:cNvPr>
            <p:cNvSpPr txBox="1"/>
            <p:nvPr/>
          </p:nvSpPr>
          <p:spPr>
            <a:xfrm>
              <a:off x="8054991" y="4948878"/>
              <a:ext cx="2217721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/>
              <a:r>
                <a:rPr lang="en-US" sz="1200" b="1" spc="50" dirty="0">
                  <a:solidFill>
                    <a:srgbClr val="80A0BA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PRESENTATION</a:t>
              </a:r>
            </a:p>
          </p:txBody>
        </p:sp>
        <p:sp>
          <p:nvSpPr>
            <p:cNvPr id="34" name="TextBox 42">
              <a:extLst>
                <a:ext uri="{FF2B5EF4-FFF2-40B4-BE49-F238E27FC236}">
                  <a16:creationId xmlns:a16="http://schemas.microsoft.com/office/drawing/2014/main" id="{D441538A-B036-4BE4-842F-20B1B4F89D4B}"/>
                </a:ext>
              </a:extLst>
            </p:cNvPr>
            <p:cNvSpPr txBox="1"/>
            <p:nvPr/>
          </p:nvSpPr>
          <p:spPr>
            <a:xfrm>
              <a:off x="8054989" y="5203051"/>
              <a:ext cx="2217725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1000" dirty="0">
                  <a:latin typeface="Calibri Light"/>
                  <a:ea typeface="方正细谭黑简体"/>
                  <a:cs typeface="Open Sans"/>
                  <a:sym typeface="Calibri Light"/>
                </a:rPr>
                <a:t>It is a long established fact that a reader will be distracted by the readable content of a page when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766B065-CD78-4CF0-8192-AB511963E8CF}"/>
              </a:ext>
            </a:extLst>
          </p:cNvPr>
          <p:cNvGrpSpPr/>
          <p:nvPr/>
        </p:nvGrpSpPr>
        <p:grpSpPr>
          <a:xfrm>
            <a:off x="1868067" y="2148698"/>
            <a:ext cx="2217725" cy="900504"/>
            <a:chOff x="1868066" y="2148698"/>
            <a:chExt cx="2217725" cy="900504"/>
          </a:xfrm>
        </p:grpSpPr>
        <p:sp>
          <p:nvSpPr>
            <p:cNvPr id="36" name="TextBox 46">
              <a:extLst>
                <a:ext uri="{FF2B5EF4-FFF2-40B4-BE49-F238E27FC236}">
                  <a16:creationId xmlns:a16="http://schemas.microsoft.com/office/drawing/2014/main" id="{A0A6ADE2-B86F-4CBD-ADFE-46CB9E22D935}"/>
                </a:ext>
              </a:extLst>
            </p:cNvPr>
            <p:cNvSpPr txBox="1"/>
            <p:nvPr/>
          </p:nvSpPr>
          <p:spPr>
            <a:xfrm>
              <a:off x="1868068" y="2148698"/>
              <a:ext cx="2217721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/>
              <a:r>
                <a:rPr lang="en-US" sz="1200" b="1" spc="50" dirty="0">
                  <a:solidFill>
                    <a:srgbClr val="80A0BA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37" name="TextBox 47">
              <a:extLst>
                <a:ext uri="{FF2B5EF4-FFF2-40B4-BE49-F238E27FC236}">
                  <a16:creationId xmlns:a16="http://schemas.microsoft.com/office/drawing/2014/main" id="{80D143A7-0C08-4AA8-976F-83D0007EA196}"/>
                </a:ext>
              </a:extLst>
            </p:cNvPr>
            <p:cNvSpPr txBox="1"/>
            <p:nvPr/>
          </p:nvSpPr>
          <p:spPr>
            <a:xfrm>
              <a:off x="1868066" y="2402871"/>
              <a:ext cx="2217725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1000" dirty="0">
                  <a:latin typeface="Calibri Light"/>
                  <a:ea typeface="方正细谭黑简体"/>
                  <a:cs typeface="Open Sans"/>
                  <a:sym typeface="Calibri Light"/>
                </a:rPr>
                <a:t>There are many </a:t>
              </a:r>
              <a:r>
                <a:rPr lang="en-US" sz="1000" dirty="0" err="1">
                  <a:latin typeface="Calibri Light"/>
                  <a:ea typeface="方正细谭黑简体"/>
                  <a:cs typeface="Open Sans"/>
                  <a:sym typeface="Calibri Light"/>
                </a:rPr>
                <a:t>variat</a:t>
              </a:r>
              <a:r>
                <a:rPr lang="en-US" sz="1000" dirty="0">
                  <a:latin typeface="Calibri Light"/>
                  <a:ea typeface="方正细谭黑简体"/>
                  <a:cs typeface="Open Sans"/>
                  <a:sym typeface="Calibri Light"/>
                </a:rPr>
                <a:t> of passages </a:t>
              </a:r>
              <a:r>
                <a:rPr lang="en-US" sz="1000" dirty="0" err="1"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1000" dirty="0"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1000" dirty="0" err="1"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1000" dirty="0">
                  <a:latin typeface="Calibri Light"/>
                  <a:ea typeface="方正细谭黑简体"/>
                  <a:cs typeface="Open Sans"/>
                  <a:sym typeface="Calibri Light"/>
                </a:rPr>
                <a:t> available, but the majority have suffered </a:t>
              </a:r>
              <a:r>
                <a:rPr lang="en-US" sz="1000" dirty="0" err="1">
                  <a:latin typeface="Calibri Light"/>
                  <a:ea typeface="方正细谭黑简体"/>
                  <a:cs typeface="Open Sans"/>
                  <a:sym typeface="Calibri Light"/>
                </a:rPr>
                <a:t>alterate</a:t>
              </a:r>
              <a:endParaRPr lang="en-US" sz="1000" dirty="0">
                <a:latin typeface="Calibri Light"/>
                <a:ea typeface="方正细谭黑简体"/>
                <a:cs typeface="Open Sans"/>
                <a:sym typeface="Calibri Light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6D96227-CE6D-427B-9AB7-AF5260D4AFF1}"/>
              </a:ext>
            </a:extLst>
          </p:cNvPr>
          <p:cNvGrpSpPr/>
          <p:nvPr/>
        </p:nvGrpSpPr>
        <p:grpSpPr>
          <a:xfrm>
            <a:off x="1868067" y="4948878"/>
            <a:ext cx="2217725" cy="900504"/>
            <a:chOff x="1868066" y="4948878"/>
            <a:chExt cx="2217725" cy="900504"/>
          </a:xfrm>
        </p:grpSpPr>
        <p:sp>
          <p:nvSpPr>
            <p:cNvPr id="39" name="TextBox 51">
              <a:extLst>
                <a:ext uri="{FF2B5EF4-FFF2-40B4-BE49-F238E27FC236}">
                  <a16:creationId xmlns:a16="http://schemas.microsoft.com/office/drawing/2014/main" id="{B8E4724A-8010-47D8-A861-7AF28D8FEB94}"/>
                </a:ext>
              </a:extLst>
            </p:cNvPr>
            <p:cNvSpPr txBox="1"/>
            <p:nvPr/>
          </p:nvSpPr>
          <p:spPr>
            <a:xfrm>
              <a:off x="1868068" y="4948878"/>
              <a:ext cx="2217721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/>
              <a:r>
                <a:rPr lang="en-US" sz="1200" b="1" spc="50" dirty="0">
                  <a:latin typeface="Calibri Light"/>
                  <a:ea typeface="方正细谭黑简体"/>
                  <a:cs typeface="Open Sans"/>
                  <a:sym typeface="Calibri Light"/>
                </a:rPr>
                <a:t>SURVEY TEAM</a:t>
              </a:r>
            </a:p>
          </p:txBody>
        </p:sp>
        <p:sp>
          <p:nvSpPr>
            <p:cNvPr id="40" name="TextBox 52">
              <a:extLst>
                <a:ext uri="{FF2B5EF4-FFF2-40B4-BE49-F238E27FC236}">
                  <a16:creationId xmlns:a16="http://schemas.microsoft.com/office/drawing/2014/main" id="{2E42C21E-036C-4676-B410-5D1836015646}"/>
                </a:ext>
              </a:extLst>
            </p:cNvPr>
            <p:cNvSpPr txBox="1"/>
            <p:nvPr/>
          </p:nvSpPr>
          <p:spPr>
            <a:xfrm>
              <a:off x="1868066" y="5203051"/>
              <a:ext cx="2217725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1000" dirty="0">
                  <a:latin typeface="Calibri Light"/>
                  <a:ea typeface="方正细谭黑简体"/>
                  <a:cs typeface="Open Sans"/>
                  <a:sym typeface="Calibri Light"/>
                </a:rPr>
                <a:t>Centuries, but also the leap into electronic typesetting, remaining essentially and more recently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F90977C-E408-4B0D-869A-91BBE93CE83F}"/>
              </a:ext>
            </a:extLst>
          </p:cNvPr>
          <p:cNvGrpSpPr/>
          <p:nvPr/>
        </p:nvGrpSpPr>
        <p:grpSpPr>
          <a:xfrm>
            <a:off x="4740650" y="2557702"/>
            <a:ext cx="2783727" cy="2754012"/>
            <a:chOff x="4704136" y="2303216"/>
            <a:chExt cx="2783726" cy="2754012"/>
          </a:xfrm>
        </p:grpSpPr>
        <p:sp>
          <p:nvSpPr>
            <p:cNvPr id="47" name="泪滴形 46">
              <a:extLst>
                <a:ext uri="{FF2B5EF4-FFF2-40B4-BE49-F238E27FC236}">
                  <a16:creationId xmlns:a16="http://schemas.microsoft.com/office/drawing/2014/main" id="{DA69AB0B-0BDC-42F1-A10A-5202306ECB56}"/>
                </a:ext>
              </a:extLst>
            </p:cNvPr>
            <p:cNvSpPr/>
            <p:nvPr/>
          </p:nvSpPr>
          <p:spPr>
            <a:xfrm>
              <a:off x="6110856" y="2303218"/>
              <a:ext cx="1377004" cy="1377006"/>
            </a:xfrm>
            <a:prstGeom prst="teardrop">
              <a:avLst>
                <a:gd name="adj" fmla="val 200000"/>
              </a:avLst>
            </a:prstGeom>
            <a:solidFill>
              <a:srgbClr val="80A0BA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>
                <a:solidFill>
                  <a:schemeClr val="bg1"/>
                </a:solidFill>
                <a:latin typeface="Calibri Light"/>
                <a:ea typeface="方正细谭黑简体"/>
                <a:cs typeface="+mn-ea"/>
                <a:sym typeface="Calibri Light"/>
              </a:endParaRPr>
            </a:p>
          </p:txBody>
        </p:sp>
        <p:sp>
          <p:nvSpPr>
            <p:cNvPr id="48" name="泪滴形 47">
              <a:extLst>
                <a:ext uri="{FF2B5EF4-FFF2-40B4-BE49-F238E27FC236}">
                  <a16:creationId xmlns:a16="http://schemas.microsoft.com/office/drawing/2014/main" id="{AF23A6F3-F91B-4B05-9913-5E554284044C}"/>
                </a:ext>
              </a:extLst>
            </p:cNvPr>
            <p:cNvSpPr/>
            <p:nvPr/>
          </p:nvSpPr>
          <p:spPr>
            <a:xfrm rot="5400000">
              <a:off x="6110857" y="3680223"/>
              <a:ext cx="1377006" cy="1377004"/>
            </a:xfrm>
            <a:prstGeom prst="teardrop">
              <a:avLst>
                <a:gd name="adj" fmla="val 200000"/>
              </a:avLst>
            </a:prstGeom>
            <a:solidFill>
              <a:srgbClr val="ABC0D1"/>
            </a:solidFill>
            <a:ln>
              <a:noFill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>
                <a:solidFill>
                  <a:schemeClr val="bg1"/>
                </a:solidFill>
                <a:latin typeface="Calibri Light"/>
                <a:ea typeface="方正细谭黑简体"/>
                <a:cs typeface="+mn-ea"/>
                <a:sym typeface="Calibri Light"/>
              </a:endParaRPr>
            </a:p>
          </p:txBody>
        </p:sp>
        <p:sp>
          <p:nvSpPr>
            <p:cNvPr id="49" name="泪滴形 48">
              <a:extLst>
                <a:ext uri="{FF2B5EF4-FFF2-40B4-BE49-F238E27FC236}">
                  <a16:creationId xmlns:a16="http://schemas.microsoft.com/office/drawing/2014/main" id="{D5045EA4-515C-4C72-859F-839C543E5F10}"/>
                </a:ext>
              </a:extLst>
            </p:cNvPr>
            <p:cNvSpPr/>
            <p:nvPr/>
          </p:nvSpPr>
          <p:spPr>
            <a:xfrm rot="10800000">
              <a:off x="4704136" y="3680222"/>
              <a:ext cx="1377004" cy="1377006"/>
            </a:xfrm>
            <a:prstGeom prst="teardrop">
              <a:avLst>
                <a:gd name="adj" fmla="val 200000"/>
              </a:avLst>
            </a:prstGeom>
            <a:solidFill>
              <a:srgbClr val="80A0BA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>
                <a:solidFill>
                  <a:schemeClr val="bg1"/>
                </a:solidFill>
                <a:latin typeface="Calibri Light"/>
                <a:ea typeface="方正细谭黑简体"/>
                <a:cs typeface="+mn-ea"/>
                <a:sym typeface="Calibri Light"/>
              </a:endParaRPr>
            </a:p>
          </p:txBody>
        </p:sp>
        <p:sp>
          <p:nvSpPr>
            <p:cNvPr id="50" name="泪滴形 49">
              <a:extLst>
                <a:ext uri="{FF2B5EF4-FFF2-40B4-BE49-F238E27FC236}">
                  <a16:creationId xmlns:a16="http://schemas.microsoft.com/office/drawing/2014/main" id="{D97F98B4-300E-4F98-BBA8-02A1C364D762}"/>
                </a:ext>
              </a:extLst>
            </p:cNvPr>
            <p:cNvSpPr/>
            <p:nvPr/>
          </p:nvSpPr>
          <p:spPr>
            <a:xfrm rot="16200000">
              <a:off x="4704135" y="2303217"/>
              <a:ext cx="1377006" cy="1377004"/>
            </a:xfrm>
            <a:prstGeom prst="teardrop">
              <a:avLst>
                <a:gd name="adj" fmla="val 200000"/>
              </a:avLst>
            </a:prstGeom>
            <a:solidFill>
              <a:srgbClr val="ABC0D1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>
                <a:solidFill>
                  <a:schemeClr val="bg1"/>
                </a:solidFill>
                <a:latin typeface="Calibri Light"/>
                <a:ea typeface="方正细谭黑简体"/>
                <a:cs typeface="+mn-ea"/>
                <a:sym typeface="Calibri Light"/>
              </a:endParaRPr>
            </a:p>
          </p:txBody>
        </p:sp>
        <p:sp>
          <p:nvSpPr>
            <p:cNvPr id="51" name="TextBox 44">
              <a:extLst>
                <a:ext uri="{FF2B5EF4-FFF2-40B4-BE49-F238E27FC236}">
                  <a16:creationId xmlns:a16="http://schemas.microsoft.com/office/drawing/2014/main" id="{1B3D2479-A5DD-46A2-A165-D3DCD6EF5FA6}"/>
                </a:ext>
              </a:extLst>
            </p:cNvPr>
            <p:cNvSpPr txBox="1"/>
            <p:nvPr/>
          </p:nvSpPr>
          <p:spPr>
            <a:xfrm>
              <a:off x="5035503" y="4152399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Calibri Light"/>
                  <a:ea typeface="方正细谭黑简体"/>
                  <a:cs typeface="+mn-ea"/>
                  <a:sym typeface="Calibri Light"/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  <a:latin typeface="Calibri Light"/>
                <a:ea typeface="方正细谭黑简体"/>
                <a:cs typeface="+mn-ea"/>
                <a:sym typeface="Calibri Light"/>
              </a:endParaRPr>
            </a:p>
          </p:txBody>
        </p:sp>
        <p:sp>
          <p:nvSpPr>
            <p:cNvPr id="52" name="TextBox 45">
              <a:extLst>
                <a:ext uri="{FF2B5EF4-FFF2-40B4-BE49-F238E27FC236}">
                  <a16:creationId xmlns:a16="http://schemas.microsoft.com/office/drawing/2014/main" id="{61C0D992-DACC-42C6-BFCB-D887238F7343}"/>
                </a:ext>
              </a:extLst>
            </p:cNvPr>
            <p:cNvSpPr txBox="1"/>
            <p:nvPr/>
          </p:nvSpPr>
          <p:spPr>
            <a:xfrm>
              <a:off x="5035503" y="2467782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Calibri Light"/>
                  <a:ea typeface="方正细谭黑简体"/>
                  <a:cs typeface="+mn-ea"/>
                  <a:sym typeface="Calibri Light"/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  <a:latin typeface="Calibri Light"/>
                <a:ea typeface="方正细谭黑简体"/>
                <a:cs typeface="+mn-ea"/>
                <a:sym typeface="Calibri Light"/>
              </a:endParaRPr>
            </a:p>
          </p:txBody>
        </p:sp>
        <p:sp>
          <p:nvSpPr>
            <p:cNvPr id="53" name="TextBox 46">
              <a:extLst>
                <a:ext uri="{FF2B5EF4-FFF2-40B4-BE49-F238E27FC236}">
                  <a16:creationId xmlns:a16="http://schemas.microsoft.com/office/drawing/2014/main" id="{DDC52A2B-6D38-447A-A89D-F8E322001F9A}"/>
                </a:ext>
              </a:extLst>
            </p:cNvPr>
            <p:cNvSpPr txBox="1"/>
            <p:nvPr/>
          </p:nvSpPr>
          <p:spPr>
            <a:xfrm>
              <a:off x="6717027" y="2467782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Calibri Light"/>
                  <a:ea typeface="方正细谭黑简体"/>
                  <a:cs typeface="+mn-ea"/>
                  <a:sym typeface="Calibri Light"/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  <a:latin typeface="Calibri Light"/>
                <a:ea typeface="方正细谭黑简体"/>
                <a:cs typeface="+mn-ea"/>
                <a:sym typeface="Calibri Light"/>
              </a:endParaRP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0442D23D-AC14-428A-B018-BBB2F5A05464}"/>
                </a:ext>
              </a:extLst>
            </p:cNvPr>
            <p:cNvSpPr txBox="1"/>
            <p:nvPr/>
          </p:nvSpPr>
          <p:spPr>
            <a:xfrm>
              <a:off x="6717027" y="4152913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Calibri Light"/>
                  <a:ea typeface="方正细谭黑简体"/>
                  <a:cs typeface="+mn-ea"/>
                  <a:sym typeface="Calibri Light"/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  <a:latin typeface="Calibri Light"/>
                <a:ea typeface="方正细谭黑简体"/>
                <a:cs typeface="+mn-ea"/>
                <a:sym typeface="Calibri Light"/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E01C7317-8DBF-4015-97F1-1DCC09D729E3}"/>
                </a:ext>
              </a:extLst>
            </p:cNvPr>
            <p:cNvSpPr/>
            <p:nvPr/>
          </p:nvSpPr>
          <p:spPr>
            <a:xfrm>
              <a:off x="5281724" y="2795181"/>
              <a:ext cx="1681525" cy="1681525"/>
            </a:xfrm>
            <a:prstGeom prst="ellipse">
              <a:avLst/>
            </a:prstGeom>
            <a:solidFill>
              <a:schemeClr val="bg1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>
                <a:solidFill>
                  <a:schemeClr val="bg1"/>
                </a:solidFill>
                <a:latin typeface="Calibri Light"/>
                <a:ea typeface="方正细谭黑简体"/>
                <a:cs typeface="+mn-ea"/>
                <a:sym typeface="Calibri Light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FE977475-944A-40D5-9372-8571A34DB2D7}"/>
                </a:ext>
              </a:extLst>
            </p:cNvPr>
            <p:cNvSpPr/>
            <p:nvPr/>
          </p:nvSpPr>
          <p:spPr>
            <a:xfrm>
              <a:off x="5504329" y="3017787"/>
              <a:ext cx="1236315" cy="1236315"/>
            </a:xfrm>
            <a:prstGeom prst="ellipse">
              <a:avLst/>
            </a:prstGeom>
            <a:solidFill>
              <a:schemeClr val="bg1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>
                <a:solidFill>
                  <a:schemeClr val="bg1"/>
                </a:solidFill>
                <a:latin typeface="Calibri Light"/>
                <a:ea typeface="方正细谭黑简体"/>
                <a:cs typeface="+mn-ea"/>
                <a:sym typeface="Calibri Light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67BB5B19-AF64-4B2F-A7E6-F7716F5EDDCE}"/>
                </a:ext>
              </a:extLst>
            </p:cNvPr>
            <p:cNvSpPr/>
            <p:nvPr/>
          </p:nvSpPr>
          <p:spPr>
            <a:xfrm>
              <a:off x="5735616" y="3249074"/>
              <a:ext cx="773740" cy="773740"/>
            </a:xfrm>
            <a:prstGeom prst="ellipse">
              <a:avLst/>
            </a:prstGeom>
            <a:solidFill>
              <a:srgbClr val="C5CD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 dirty="0">
                <a:solidFill>
                  <a:schemeClr val="bg1"/>
                </a:solidFill>
                <a:latin typeface="Calibri Light"/>
                <a:ea typeface="方正细谭黑简体"/>
                <a:cs typeface="+mn-ea"/>
                <a:sym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1926292"/>
      </p:ext>
    </p:extLst>
  </p:cSld>
  <p:clrMapOvr>
    <a:masterClrMapping/>
  </p:clrMapOvr>
  <p:transition spd="slow" advClick="0" advTm="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496D9E21-9DC0-47D1-BE02-F9297BD5C7F6}"/>
              </a:ext>
            </a:extLst>
          </p:cNvPr>
          <p:cNvPicPr>
            <a:picLocks noChangeAspect="1"/>
          </p:cNvPicPr>
          <p:nvPr/>
        </p:nvPicPr>
        <p:blipFill rotWithShape="1">
          <a:blip r:embed="Rb95280e64328429c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683468AE-45C0-45D9-948D-1FB70ABF2C83}"/>
              </a:ext>
            </a:extLst>
          </p:cNvPr>
          <p:cNvSpPr>
            <a:spLocks/>
          </p:cNvSpPr>
          <p:nvPr/>
        </p:nvSpPr>
        <p:spPr bwMode="auto">
          <a:xfrm>
            <a:off x="2629330" y="3429000"/>
            <a:ext cx="1737727" cy="779880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80A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800" dirty="0">
              <a:latin typeface="Calibri Light"/>
              <a:ea typeface="方正细谭黑简体"/>
              <a:sym typeface="Calibri Light"/>
            </a:endParaRPr>
          </a:p>
        </p:txBody>
      </p:sp>
      <p:cxnSp>
        <p:nvCxnSpPr>
          <p:cNvPr id="54" name="Straight Connector 44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>
            <a:extLst>
              <a:ext uri="{FF2B5EF4-FFF2-40B4-BE49-F238E27FC236}">
                <a16:creationId xmlns:a16="http://schemas.microsoft.com/office/drawing/2014/main" id="{B26E693C-F0EB-4201-8080-B53E199D6EBC}"/>
              </a:ext>
            </a:extLst>
          </p:cNvPr>
          <p:cNvCxnSpPr/>
          <p:nvPr/>
        </p:nvCxnSpPr>
        <p:spPr>
          <a:xfrm flipV="1">
            <a:off x="3426195" y="2965284"/>
            <a:ext cx="0" cy="410136"/>
          </a:xfrm>
          <a:prstGeom prst="line">
            <a:avLst/>
          </a:prstGeom>
          <a:ln w="28575">
            <a:solidFill>
              <a:srgbClr val="80A0BA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7">
            <a:extLst>
              <a:ext uri="{FF2B5EF4-FFF2-40B4-BE49-F238E27FC236}">
                <a16:creationId xmlns:a16="http://schemas.microsoft.com/office/drawing/2014/main" id="{A067DDAF-3F5C-432E-BC9B-44C30AD51022}"/>
              </a:ext>
            </a:extLst>
          </p:cNvPr>
          <p:cNvSpPr>
            <a:spLocks/>
          </p:cNvSpPr>
          <p:nvPr/>
        </p:nvSpPr>
        <p:spPr bwMode="auto">
          <a:xfrm>
            <a:off x="6106358" y="3429000"/>
            <a:ext cx="1737727" cy="779880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80A0BA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endParaRPr lang="en-US" sz="1800" dirty="0">
              <a:latin typeface="Calibri Light"/>
              <a:ea typeface="方正细谭黑简体"/>
              <a:sym typeface="Calibri Light"/>
            </a:endParaRPr>
          </a:p>
        </p:txBody>
      </p:sp>
      <p:cxnSp>
        <p:nvCxnSpPr>
          <p:cNvPr id="56" name="Straight Connector 47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>
            <a:extLst>
              <a:ext uri="{FF2B5EF4-FFF2-40B4-BE49-F238E27FC236}">
                <a16:creationId xmlns:a16="http://schemas.microsoft.com/office/drawing/2014/main" id="{5BC20D0E-79AC-41AB-8D1D-1B6FAE1A7B72}"/>
              </a:ext>
            </a:extLst>
          </p:cNvPr>
          <p:cNvCxnSpPr/>
          <p:nvPr/>
        </p:nvCxnSpPr>
        <p:spPr>
          <a:xfrm flipV="1">
            <a:off x="6905701" y="2965284"/>
            <a:ext cx="0" cy="410136"/>
          </a:xfrm>
          <a:prstGeom prst="line">
            <a:avLst/>
          </a:prstGeom>
          <a:ln w="28575">
            <a:solidFill>
              <a:srgbClr val="80A0BA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reeform 6">
            <a:extLst>
              <a:ext uri="{FF2B5EF4-FFF2-40B4-BE49-F238E27FC236}">
                <a16:creationId xmlns:a16="http://schemas.microsoft.com/office/drawing/2014/main" id="{E3E6068D-22D9-4355-8B6B-FDE7DF8190D8}"/>
              </a:ext>
            </a:extLst>
          </p:cNvPr>
          <p:cNvSpPr>
            <a:spLocks/>
          </p:cNvSpPr>
          <p:nvPr/>
        </p:nvSpPr>
        <p:spPr bwMode="auto">
          <a:xfrm>
            <a:off x="4367055" y="3429000"/>
            <a:ext cx="1739301" cy="779880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ABC0D1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endParaRPr lang="en-US" sz="1800" dirty="0">
              <a:latin typeface="Calibri Light"/>
              <a:ea typeface="方正细谭黑简体"/>
              <a:sym typeface="Calibri Light"/>
            </a:endParaRPr>
          </a:p>
        </p:txBody>
      </p:sp>
      <p:cxnSp>
        <p:nvCxnSpPr>
          <p:cNvPr id="58" name="Straight Connector 49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>
            <a:extLst>
              <a:ext uri="{FF2B5EF4-FFF2-40B4-BE49-F238E27FC236}">
                <a16:creationId xmlns:a16="http://schemas.microsoft.com/office/drawing/2014/main" id="{AB3B1A06-3918-4F05-A963-F7AD11CC5AD4}"/>
              </a:ext>
            </a:extLst>
          </p:cNvPr>
          <p:cNvCxnSpPr/>
          <p:nvPr/>
        </p:nvCxnSpPr>
        <p:spPr>
          <a:xfrm flipV="1">
            <a:off x="5315508" y="4260836"/>
            <a:ext cx="0" cy="410136"/>
          </a:xfrm>
          <a:prstGeom prst="line">
            <a:avLst/>
          </a:prstGeom>
          <a:ln w="28575">
            <a:solidFill>
              <a:srgbClr val="ABC0D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 8">
            <a:extLst>
              <a:ext uri="{FF2B5EF4-FFF2-40B4-BE49-F238E27FC236}">
                <a16:creationId xmlns:a16="http://schemas.microsoft.com/office/drawing/2014/main" id="{A76777CC-3CF1-41B5-92F7-B31485A1ED4A}"/>
              </a:ext>
            </a:extLst>
          </p:cNvPr>
          <p:cNvSpPr>
            <a:spLocks/>
          </p:cNvSpPr>
          <p:nvPr/>
        </p:nvSpPr>
        <p:spPr bwMode="auto">
          <a:xfrm>
            <a:off x="7844086" y="3429000"/>
            <a:ext cx="1737727" cy="779880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ABC0D1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endParaRPr lang="en-US" sz="1800" dirty="0">
              <a:latin typeface="Calibri Light"/>
              <a:ea typeface="方正细谭黑简体"/>
              <a:sym typeface="Calibri Light"/>
            </a:endParaRPr>
          </a:p>
        </p:txBody>
      </p:sp>
      <p:cxnSp>
        <p:nvCxnSpPr>
          <p:cNvPr id="60" name="Straight Connector 50" descr="e7d195523061f1c0deeec63e560781cfd59afb0ea006f2a87ABB68BF51EA6619813959095094C18C62A12F549504892A4AAA8C1554C6663626E05CA27F281A14E6983772AFC3FB97135759321DEA3D70145073B7709DEAFA93D9543D2964B039C506A08C8BE0AF5D04AAA5F2B154E5030577D0DE964E588E7F2BFA07B4AB6ADC8003FE6F2E51FFE3">
            <a:extLst>
              <a:ext uri="{FF2B5EF4-FFF2-40B4-BE49-F238E27FC236}">
                <a16:creationId xmlns:a16="http://schemas.microsoft.com/office/drawing/2014/main" id="{B0CFAA44-257F-4C36-87FC-3DCFFA569999}"/>
              </a:ext>
            </a:extLst>
          </p:cNvPr>
          <p:cNvCxnSpPr/>
          <p:nvPr/>
        </p:nvCxnSpPr>
        <p:spPr>
          <a:xfrm flipV="1">
            <a:off x="8831484" y="4260836"/>
            <a:ext cx="0" cy="410136"/>
          </a:xfrm>
          <a:prstGeom prst="line">
            <a:avLst/>
          </a:prstGeom>
          <a:ln w="28575">
            <a:solidFill>
              <a:srgbClr val="ABC0D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CD8328A5-896D-4138-99DD-43B54E18685D}"/>
              </a:ext>
            </a:extLst>
          </p:cNvPr>
          <p:cNvGrpSpPr/>
          <p:nvPr/>
        </p:nvGrpSpPr>
        <p:grpSpPr>
          <a:xfrm>
            <a:off x="2633239" y="1672177"/>
            <a:ext cx="1585912" cy="1224570"/>
            <a:chOff x="2342637" y="1724136"/>
            <a:chExt cx="1585912" cy="1224570"/>
          </a:xfrm>
        </p:grpSpPr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C233DF91-D941-4E85-8860-858C4C6DC9E3}"/>
                </a:ext>
              </a:extLst>
            </p:cNvPr>
            <p:cNvSpPr txBox="1"/>
            <p:nvPr/>
          </p:nvSpPr>
          <p:spPr>
            <a:xfrm>
              <a:off x="2342637" y="1724136"/>
              <a:ext cx="1585912" cy="256618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 defTabSz="457200"/>
              <a:r>
                <a:rPr lang="en-GB" sz="1200" b="1" dirty="0">
                  <a:solidFill>
                    <a:srgbClr val="80A0BA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63" name="TextBox 5">
              <a:extLst>
                <a:ext uri="{FF2B5EF4-FFF2-40B4-BE49-F238E27FC236}">
                  <a16:creationId xmlns:a16="http://schemas.microsoft.com/office/drawing/2014/main" id="{F644C1DF-2765-4129-BFD9-59BE32C622F6}"/>
                </a:ext>
              </a:extLst>
            </p:cNvPr>
            <p:cNvSpPr txBox="1"/>
            <p:nvPr/>
          </p:nvSpPr>
          <p:spPr>
            <a:xfrm>
              <a:off x="2342637" y="1987084"/>
              <a:ext cx="1585912" cy="9616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Centuries, but also the leap into electronic typesetting, remaining essentially and more recently specimen book.</a:t>
              </a:r>
            </a:p>
          </p:txBody>
        </p:sp>
      </p:grpSp>
      <p:sp>
        <p:nvSpPr>
          <p:cNvPr id="64" name="TextBox 7">
            <a:extLst>
              <a:ext uri="{FF2B5EF4-FFF2-40B4-BE49-F238E27FC236}">
                <a16:creationId xmlns:a16="http://schemas.microsoft.com/office/drawing/2014/main" id="{0C54DCE3-3CAC-4D27-AAC9-F55F8BCE17EC}"/>
              </a:ext>
            </a:extLst>
          </p:cNvPr>
          <p:cNvSpPr txBox="1"/>
          <p:nvPr/>
        </p:nvSpPr>
        <p:spPr>
          <a:xfrm>
            <a:off x="3235630" y="3776868"/>
            <a:ext cx="525124" cy="2616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rPr>
              <a:t>01</a:t>
            </a:r>
            <a:endParaRPr kumimoji="0" lang="th-TH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65" name="TextBox 7">
            <a:extLst>
              <a:ext uri="{FF2B5EF4-FFF2-40B4-BE49-F238E27FC236}">
                <a16:creationId xmlns:a16="http://schemas.microsoft.com/office/drawing/2014/main" id="{E1883A4C-2034-43AF-8DDF-66A053994621}"/>
              </a:ext>
            </a:extLst>
          </p:cNvPr>
          <p:cNvSpPr txBox="1"/>
          <p:nvPr/>
        </p:nvSpPr>
        <p:spPr>
          <a:xfrm>
            <a:off x="4974143" y="3688135"/>
            <a:ext cx="525124" cy="2616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rPr>
              <a:t>02</a:t>
            </a:r>
            <a:endParaRPr kumimoji="0" lang="th-TH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66" name="TextBox 7">
            <a:extLst>
              <a:ext uri="{FF2B5EF4-FFF2-40B4-BE49-F238E27FC236}">
                <a16:creationId xmlns:a16="http://schemas.microsoft.com/office/drawing/2014/main" id="{2B7342FD-FB3D-4C11-A41F-572967BAB852}"/>
              </a:ext>
            </a:extLst>
          </p:cNvPr>
          <p:cNvSpPr txBox="1"/>
          <p:nvPr/>
        </p:nvSpPr>
        <p:spPr>
          <a:xfrm>
            <a:off x="6712659" y="3730376"/>
            <a:ext cx="525124" cy="2616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rPr>
              <a:t>03</a:t>
            </a:r>
            <a:endParaRPr kumimoji="0" lang="th-TH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67" name="TextBox 7">
            <a:extLst>
              <a:ext uri="{FF2B5EF4-FFF2-40B4-BE49-F238E27FC236}">
                <a16:creationId xmlns:a16="http://schemas.microsoft.com/office/drawing/2014/main" id="{6C2E3004-1D64-4969-814B-BE30D99DCEF4}"/>
              </a:ext>
            </a:extLst>
          </p:cNvPr>
          <p:cNvSpPr txBox="1"/>
          <p:nvPr/>
        </p:nvSpPr>
        <p:spPr>
          <a:xfrm>
            <a:off x="8450386" y="3691066"/>
            <a:ext cx="525124" cy="2616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rPr>
              <a:t>04</a:t>
            </a:r>
            <a:endParaRPr kumimoji="0" lang="th-TH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2AF57F20-0357-4265-85A0-DCE26CDE8950}"/>
              </a:ext>
            </a:extLst>
          </p:cNvPr>
          <p:cNvGrpSpPr/>
          <p:nvPr/>
        </p:nvGrpSpPr>
        <p:grpSpPr>
          <a:xfrm>
            <a:off x="6112745" y="1672177"/>
            <a:ext cx="1585912" cy="1224570"/>
            <a:chOff x="2342637" y="1724136"/>
            <a:chExt cx="1585912" cy="1224570"/>
          </a:xfrm>
        </p:grpSpPr>
        <p:sp>
          <p:nvSpPr>
            <p:cNvPr id="69" name="TextBox 4">
              <a:extLst>
                <a:ext uri="{FF2B5EF4-FFF2-40B4-BE49-F238E27FC236}">
                  <a16:creationId xmlns:a16="http://schemas.microsoft.com/office/drawing/2014/main" id="{E42339CA-015C-4169-AED2-0853D927DF81}"/>
                </a:ext>
              </a:extLst>
            </p:cNvPr>
            <p:cNvSpPr txBox="1"/>
            <p:nvPr/>
          </p:nvSpPr>
          <p:spPr>
            <a:xfrm>
              <a:off x="2342637" y="1724136"/>
              <a:ext cx="1585912" cy="256618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 defTabSz="457200"/>
              <a:r>
                <a:rPr lang="en-GB" sz="1200" b="1" dirty="0">
                  <a:solidFill>
                    <a:srgbClr val="80A0BA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70" name="TextBox 5">
              <a:extLst>
                <a:ext uri="{FF2B5EF4-FFF2-40B4-BE49-F238E27FC236}">
                  <a16:creationId xmlns:a16="http://schemas.microsoft.com/office/drawing/2014/main" id="{F83DE4B8-0E09-4B73-95B4-7229B83468A7}"/>
                </a:ext>
              </a:extLst>
            </p:cNvPr>
            <p:cNvSpPr txBox="1"/>
            <p:nvPr/>
          </p:nvSpPr>
          <p:spPr>
            <a:xfrm>
              <a:off x="2342637" y="1987084"/>
              <a:ext cx="1585912" cy="9616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Centuries, but also the leap into electronic typesetting, remaining essentially and more recently specimen book.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BF0330A7-A672-499B-B17D-E91A498D097F}"/>
              </a:ext>
            </a:extLst>
          </p:cNvPr>
          <p:cNvGrpSpPr/>
          <p:nvPr/>
        </p:nvGrpSpPr>
        <p:grpSpPr>
          <a:xfrm>
            <a:off x="4520443" y="4857337"/>
            <a:ext cx="1585912" cy="1224570"/>
            <a:chOff x="2342637" y="1724136"/>
            <a:chExt cx="1585912" cy="1224570"/>
          </a:xfrm>
        </p:grpSpPr>
        <p:sp>
          <p:nvSpPr>
            <p:cNvPr id="72" name="TextBox 4">
              <a:extLst>
                <a:ext uri="{FF2B5EF4-FFF2-40B4-BE49-F238E27FC236}">
                  <a16:creationId xmlns:a16="http://schemas.microsoft.com/office/drawing/2014/main" id="{7856B806-4011-455D-83C9-BBF396E1EAA7}"/>
                </a:ext>
              </a:extLst>
            </p:cNvPr>
            <p:cNvSpPr txBox="1"/>
            <p:nvPr/>
          </p:nvSpPr>
          <p:spPr>
            <a:xfrm>
              <a:off x="2342637" y="1724136"/>
              <a:ext cx="1585912" cy="256618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 defTabSz="457200"/>
              <a:r>
                <a:rPr lang="en-GB" sz="1200" b="1" dirty="0">
                  <a:solidFill>
                    <a:srgbClr val="80A0BA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73" name="TextBox 5">
              <a:extLst>
                <a:ext uri="{FF2B5EF4-FFF2-40B4-BE49-F238E27FC236}">
                  <a16:creationId xmlns:a16="http://schemas.microsoft.com/office/drawing/2014/main" id="{A3864558-C4FD-4645-8031-AEB27B090492}"/>
                </a:ext>
              </a:extLst>
            </p:cNvPr>
            <p:cNvSpPr txBox="1"/>
            <p:nvPr/>
          </p:nvSpPr>
          <p:spPr>
            <a:xfrm>
              <a:off x="2342637" y="1987084"/>
              <a:ext cx="1585912" cy="9616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Centuries, but also the leap into electronic typesetting, remaining essentially and more recently specimen book.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9D14178D-8342-4174-9A12-13D56548EB57}"/>
              </a:ext>
            </a:extLst>
          </p:cNvPr>
          <p:cNvGrpSpPr/>
          <p:nvPr/>
        </p:nvGrpSpPr>
        <p:grpSpPr>
          <a:xfrm>
            <a:off x="8038528" y="4857337"/>
            <a:ext cx="1585912" cy="1224570"/>
            <a:chOff x="2342637" y="1724136"/>
            <a:chExt cx="1585912" cy="1224570"/>
          </a:xfrm>
        </p:grpSpPr>
        <p:sp>
          <p:nvSpPr>
            <p:cNvPr id="75" name="TextBox 4">
              <a:extLst>
                <a:ext uri="{FF2B5EF4-FFF2-40B4-BE49-F238E27FC236}">
                  <a16:creationId xmlns:a16="http://schemas.microsoft.com/office/drawing/2014/main" id="{157213FA-B17C-4F38-BD49-82E71BEA6874}"/>
                </a:ext>
              </a:extLst>
            </p:cNvPr>
            <p:cNvSpPr txBox="1"/>
            <p:nvPr/>
          </p:nvSpPr>
          <p:spPr>
            <a:xfrm>
              <a:off x="2342637" y="1724136"/>
              <a:ext cx="1585912" cy="256618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 defTabSz="457200"/>
              <a:r>
                <a:rPr lang="en-GB" sz="1200" b="1" dirty="0">
                  <a:solidFill>
                    <a:srgbClr val="80A0BA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76" name="TextBox 5">
              <a:extLst>
                <a:ext uri="{FF2B5EF4-FFF2-40B4-BE49-F238E27FC236}">
                  <a16:creationId xmlns:a16="http://schemas.microsoft.com/office/drawing/2014/main" id="{B7C95E0C-84F5-467B-BF96-934A526493CA}"/>
                </a:ext>
              </a:extLst>
            </p:cNvPr>
            <p:cNvSpPr txBox="1"/>
            <p:nvPr/>
          </p:nvSpPr>
          <p:spPr>
            <a:xfrm>
              <a:off x="2342637" y="1987084"/>
              <a:ext cx="1585912" cy="9616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Centuries, but also the leap into electronic typesetting, remaining essentially and more recently specimen book.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3394884"/>
      </p:ext>
    </p:extLst>
  </p:cSld>
  <p:clrMapOvr>
    <a:masterClrMapping/>
  </p:clrMapOvr>
  <p:transition spd="slow" advClick="0" advTm="2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>
            <a:extLst>
              <a:ext uri="{FF2B5EF4-FFF2-40B4-BE49-F238E27FC236}">
                <a16:creationId xmlns:a16="http://schemas.microsoft.com/office/drawing/2014/main" id="{7FA73D60-6546-494D-B084-D518491CC675}"/>
              </a:ext>
            </a:extLst>
          </p:cNvPr>
          <p:cNvPicPr>
            <a:picLocks noChangeAspect="1"/>
          </p:cNvPicPr>
          <p:nvPr/>
        </p:nvPicPr>
        <p:blipFill rotWithShape="1">
          <a:blip r:embed="Rdb9af081605e4b5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196E8D77-33B6-446D-8A4E-012971A2FE76}"/>
              </a:ext>
            </a:extLst>
          </p:cNvPr>
          <p:cNvGrpSpPr/>
          <p:nvPr/>
        </p:nvGrpSpPr>
        <p:grpSpPr>
          <a:xfrm>
            <a:off x="4185532" y="3317338"/>
            <a:ext cx="1732059" cy="2560064"/>
            <a:chOff x="4079022" y="3317338"/>
            <a:chExt cx="1732058" cy="2560064"/>
          </a:xfrm>
        </p:grpSpPr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B905E16-8C22-4E9D-B2CA-FFB1F3541DB9}"/>
                </a:ext>
              </a:extLst>
            </p:cNvPr>
            <p:cNvSpPr/>
            <p:nvPr/>
          </p:nvSpPr>
          <p:spPr bwMode="auto">
            <a:xfrm>
              <a:off x="4152978" y="4225029"/>
              <a:ext cx="790819" cy="1652373"/>
            </a:xfrm>
            <a:custGeom>
              <a:avLst/>
              <a:gdLst>
                <a:gd name="T0" fmla="*/ 847 w 847"/>
                <a:gd name="T1" fmla="*/ 0 h 2329"/>
                <a:gd name="T2" fmla="*/ 0 w 847"/>
                <a:gd name="T3" fmla="*/ 0 h 2329"/>
                <a:gd name="T4" fmla="*/ 0 w 847"/>
                <a:gd name="T5" fmla="*/ 2329 h 2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7" h="2329">
                  <a:moveTo>
                    <a:pt x="847" y="0"/>
                  </a:moveTo>
                  <a:lnTo>
                    <a:pt x="0" y="0"/>
                  </a:lnTo>
                  <a:lnTo>
                    <a:pt x="0" y="2329"/>
                  </a:lnTo>
                </a:path>
              </a:pathLst>
            </a:custGeom>
            <a:noFill/>
            <a:ln w="9525" cap="flat">
              <a:solidFill>
                <a:srgbClr val="4D4D4D">
                  <a:lumMod val="60000"/>
                  <a:lumOff val="40000"/>
                </a:srgbClr>
              </a:solidFill>
              <a:prstDash val="dash"/>
              <a:miter lim="800000"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03374866-8F75-489C-AEDC-FB49B7BAD737}"/>
                </a:ext>
              </a:extLst>
            </p:cNvPr>
            <p:cNvGrpSpPr/>
            <p:nvPr/>
          </p:nvGrpSpPr>
          <p:grpSpPr>
            <a:xfrm>
              <a:off x="4331865" y="3317338"/>
              <a:ext cx="1274843" cy="1044000"/>
              <a:chOff x="3364756" y="2733250"/>
              <a:chExt cx="1900602" cy="1389570"/>
            </a:xfrm>
            <a:solidFill>
              <a:srgbClr val="80A0BA"/>
            </a:solidFill>
          </p:grpSpPr>
          <p:sp>
            <p:nvSpPr>
              <p:cNvPr id="52" name="Freeform 8">
                <a:extLst>
                  <a:ext uri="{FF2B5EF4-FFF2-40B4-BE49-F238E27FC236}">
                    <a16:creationId xmlns:a16="http://schemas.microsoft.com/office/drawing/2014/main" id="{E35085BB-0ABB-4107-9E35-41EE24299234}"/>
                  </a:ext>
                </a:extLst>
              </p:cNvPr>
              <p:cNvSpPr/>
              <p:nvPr/>
            </p:nvSpPr>
            <p:spPr bwMode="auto">
              <a:xfrm>
                <a:off x="3364756" y="2733250"/>
                <a:ext cx="1900602" cy="1389570"/>
              </a:xfrm>
              <a:custGeom>
                <a:avLst/>
                <a:gdLst>
                  <a:gd name="T0" fmla="*/ 1408 w 2454"/>
                  <a:gd name="T1" fmla="*/ 1966 h 2141"/>
                  <a:gd name="T2" fmla="*/ 1887 w 2454"/>
                  <a:gd name="T3" fmla="*/ 1136 h 2141"/>
                  <a:gd name="T4" fmla="*/ 2365 w 2454"/>
                  <a:gd name="T5" fmla="*/ 309 h 2141"/>
                  <a:gd name="T6" fmla="*/ 2189 w 2454"/>
                  <a:gd name="T7" fmla="*/ 0 h 2141"/>
                  <a:gd name="T8" fmla="*/ 1231 w 2454"/>
                  <a:gd name="T9" fmla="*/ 0 h 2141"/>
                  <a:gd name="T10" fmla="*/ 276 w 2454"/>
                  <a:gd name="T11" fmla="*/ 0 h 2141"/>
                  <a:gd name="T12" fmla="*/ 97 w 2454"/>
                  <a:gd name="T13" fmla="*/ 307 h 2141"/>
                  <a:gd name="T14" fmla="*/ 576 w 2454"/>
                  <a:gd name="T15" fmla="*/ 1136 h 2141"/>
                  <a:gd name="T16" fmla="*/ 1053 w 2454"/>
                  <a:gd name="T17" fmla="*/ 1963 h 2141"/>
                  <a:gd name="T18" fmla="*/ 1408 w 2454"/>
                  <a:gd name="T19" fmla="*/ 1966 h 2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54" h="2141">
                    <a:moveTo>
                      <a:pt x="1408" y="1966"/>
                    </a:moveTo>
                    <a:lnTo>
                      <a:pt x="1887" y="1136"/>
                    </a:lnTo>
                    <a:cubicBezTo>
                      <a:pt x="2046" y="861"/>
                      <a:pt x="2205" y="585"/>
                      <a:pt x="2365" y="309"/>
                    </a:cubicBezTo>
                    <a:cubicBezTo>
                      <a:pt x="2454" y="113"/>
                      <a:pt x="2396" y="9"/>
                      <a:pt x="2189" y="0"/>
                    </a:cubicBezTo>
                    <a:lnTo>
                      <a:pt x="1231" y="0"/>
                    </a:lnTo>
                    <a:cubicBezTo>
                      <a:pt x="913" y="0"/>
                      <a:pt x="595" y="0"/>
                      <a:pt x="276" y="0"/>
                    </a:cubicBezTo>
                    <a:cubicBezTo>
                      <a:pt x="61" y="21"/>
                      <a:pt x="0" y="123"/>
                      <a:pt x="97" y="307"/>
                    </a:cubicBezTo>
                    <a:lnTo>
                      <a:pt x="576" y="1136"/>
                    </a:lnTo>
                    <a:cubicBezTo>
                      <a:pt x="735" y="1412"/>
                      <a:pt x="894" y="1688"/>
                      <a:pt x="1053" y="1963"/>
                    </a:cubicBezTo>
                    <a:cubicBezTo>
                      <a:pt x="1179" y="2139"/>
                      <a:pt x="1297" y="2141"/>
                      <a:pt x="1408" y="1966"/>
                    </a:cubicBezTo>
                    <a:close/>
                  </a:path>
                </a:pathLst>
              </a:custGeom>
              <a:grpFill/>
              <a:ln w="38100" cap="flat">
                <a:solidFill>
                  <a:srgbClr val="FFFFFF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54A0D8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5C128C3-3253-4813-B84D-427A75C93F3B}"/>
                  </a:ext>
                </a:extLst>
              </p:cNvPr>
              <p:cNvSpPr txBox="1"/>
              <p:nvPr/>
            </p:nvSpPr>
            <p:spPr>
              <a:xfrm>
                <a:off x="3918106" y="2819236"/>
                <a:ext cx="820193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 Light"/>
                    <a:ea typeface="方正细谭黑简体"/>
                    <a:sym typeface="Calibri Light"/>
                  </a:rPr>
                  <a:t>02</a:t>
                </a:r>
                <a:endPara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F5FDA24-291B-4082-97A6-B895A8898DD6}"/>
                </a:ext>
              </a:extLst>
            </p:cNvPr>
            <p:cNvGrpSpPr/>
            <p:nvPr/>
          </p:nvGrpSpPr>
          <p:grpSpPr>
            <a:xfrm>
              <a:off x="4079022" y="4812998"/>
              <a:ext cx="1732058" cy="748304"/>
              <a:chOff x="2747908" y="4740135"/>
              <a:chExt cx="1732058" cy="748304"/>
            </a:xfrm>
          </p:grpSpPr>
          <p:sp>
            <p:nvSpPr>
              <p:cNvPr id="70" name="TextBox 7">
                <a:extLst>
                  <a:ext uri="{FF2B5EF4-FFF2-40B4-BE49-F238E27FC236}">
                    <a16:creationId xmlns:a16="http://schemas.microsoft.com/office/drawing/2014/main" id="{54B1AC69-B161-4010-B7D1-525A45E0D93F}"/>
                  </a:ext>
                </a:extLst>
              </p:cNvPr>
              <p:cNvSpPr txBox="1"/>
              <p:nvPr/>
            </p:nvSpPr>
            <p:spPr>
              <a:xfrm>
                <a:off x="2747908" y="4740135"/>
                <a:ext cx="1732058" cy="252000"/>
              </a:xfrm>
              <a:prstGeom prst="rect">
                <a:avLst/>
              </a:prstGeom>
              <a:noFill/>
            </p:spPr>
            <p:txBody>
              <a:bodyPr wrap="square" tIns="0" rtlCol="0" anchor="t">
                <a:noAutofit/>
              </a:bodyPr>
              <a:lstStyle/>
              <a:p>
                <a:pPr algn="ctr" defTabSz="457200"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80A0BA"/>
                    </a:solidFill>
                    <a:latin typeface="Calibri Light"/>
                    <a:ea typeface="方正细谭黑简体"/>
                    <a:cs typeface="Open Sans"/>
                    <a:sym typeface="Calibri Light"/>
                  </a:rPr>
                  <a:t>BUSINESS</a:t>
                </a:r>
              </a:p>
            </p:txBody>
          </p:sp>
          <p:sp>
            <p:nvSpPr>
              <p:cNvPr id="71" name="TextBox 8">
                <a:extLst>
                  <a:ext uri="{FF2B5EF4-FFF2-40B4-BE49-F238E27FC236}">
                    <a16:creationId xmlns:a16="http://schemas.microsoft.com/office/drawing/2014/main" id="{65BEC8E1-1043-4442-92C6-D76224EC0960}"/>
                  </a:ext>
                </a:extLst>
              </p:cNvPr>
              <p:cNvSpPr txBox="1"/>
              <p:nvPr/>
            </p:nvSpPr>
            <p:spPr>
              <a:xfrm>
                <a:off x="2751533" y="5020439"/>
                <a:ext cx="1724808" cy="468000"/>
              </a:xfrm>
              <a:prstGeom prst="rect">
                <a:avLst/>
              </a:prstGeom>
              <a:noFill/>
            </p:spPr>
            <p:txBody>
              <a:bodyPr wrap="square" tIns="36000" rtlCol="0" anchor="t">
                <a:noAutofit/>
              </a:bodyPr>
              <a:lstStyle/>
              <a:p>
                <a:pPr algn="ctr" defTabSz="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sz="9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 Light"/>
                    <a:ea typeface="方正细谭黑简体"/>
                    <a:cs typeface="Open Sans"/>
                    <a:sym typeface="Calibri Light"/>
                  </a:rPr>
                  <a:t>When an unknown printer took a galley of type and scrambled it to make </a:t>
                </a:r>
              </a:p>
            </p:txBody>
          </p:sp>
        </p:grp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D2D4D514-F094-4497-80A8-E9A7F98BDBB3}"/>
              </a:ext>
            </a:extLst>
          </p:cNvPr>
          <p:cNvGrpSpPr/>
          <p:nvPr/>
        </p:nvGrpSpPr>
        <p:grpSpPr>
          <a:xfrm>
            <a:off x="8547252" y="3317340"/>
            <a:ext cx="1732059" cy="2646051"/>
            <a:chOff x="8852052" y="3317338"/>
            <a:chExt cx="1732058" cy="2646051"/>
          </a:xfrm>
        </p:grpSpPr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04597537-C376-40AF-BE46-FA4E4EDFC1F2}"/>
                </a:ext>
              </a:extLst>
            </p:cNvPr>
            <p:cNvSpPr/>
            <p:nvPr/>
          </p:nvSpPr>
          <p:spPr bwMode="auto">
            <a:xfrm>
              <a:off x="8927262" y="4311016"/>
              <a:ext cx="790819" cy="1652373"/>
            </a:xfrm>
            <a:custGeom>
              <a:avLst/>
              <a:gdLst>
                <a:gd name="T0" fmla="*/ 644 w 644"/>
                <a:gd name="T1" fmla="*/ 0 h 2329"/>
                <a:gd name="T2" fmla="*/ 0 w 644"/>
                <a:gd name="T3" fmla="*/ 0 h 2329"/>
                <a:gd name="T4" fmla="*/ 0 w 644"/>
                <a:gd name="T5" fmla="*/ 2329 h 2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4" h="2329">
                  <a:moveTo>
                    <a:pt x="644" y="0"/>
                  </a:moveTo>
                  <a:lnTo>
                    <a:pt x="0" y="0"/>
                  </a:lnTo>
                  <a:lnTo>
                    <a:pt x="0" y="2329"/>
                  </a:lnTo>
                </a:path>
              </a:pathLst>
            </a:custGeom>
            <a:noFill/>
            <a:ln w="9525" cap="flat">
              <a:solidFill>
                <a:srgbClr val="4D4D4D">
                  <a:lumMod val="60000"/>
                  <a:lumOff val="40000"/>
                </a:srgbClr>
              </a:solidFill>
              <a:prstDash val="dash"/>
              <a:miter lim="800000"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691DCDF4-A4A5-46E3-96AC-C9B7EBFC209E}"/>
                </a:ext>
              </a:extLst>
            </p:cNvPr>
            <p:cNvGrpSpPr/>
            <p:nvPr/>
          </p:nvGrpSpPr>
          <p:grpSpPr>
            <a:xfrm>
              <a:off x="9081242" y="3317338"/>
              <a:ext cx="1273677" cy="1044000"/>
              <a:chOff x="6701322" y="2733250"/>
              <a:chExt cx="1898864" cy="1389570"/>
            </a:xfrm>
            <a:solidFill>
              <a:srgbClr val="80A0BA"/>
            </a:solidFill>
          </p:grpSpPr>
          <p:sp>
            <p:nvSpPr>
              <p:cNvPr id="58" name="Freeform 9">
                <a:extLst>
                  <a:ext uri="{FF2B5EF4-FFF2-40B4-BE49-F238E27FC236}">
                    <a16:creationId xmlns:a16="http://schemas.microsoft.com/office/drawing/2014/main" id="{FF1FD1B0-39B5-4762-91EC-1D79271F6C6E}"/>
                  </a:ext>
                </a:extLst>
              </p:cNvPr>
              <p:cNvSpPr/>
              <p:nvPr/>
            </p:nvSpPr>
            <p:spPr bwMode="auto">
              <a:xfrm>
                <a:off x="6701322" y="2733250"/>
                <a:ext cx="1898864" cy="1389570"/>
              </a:xfrm>
              <a:custGeom>
                <a:avLst/>
                <a:gdLst>
                  <a:gd name="T0" fmla="*/ 1408 w 2453"/>
                  <a:gd name="T1" fmla="*/ 1966 h 2141"/>
                  <a:gd name="T2" fmla="*/ 1886 w 2453"/>
                  <a:gd name="T3" fmla="*/ 1136 h 2141"/>
                  <a:gd name="T4" fmla="*/ 2364 w 2453"/>
                  <a:gd name="T5" fmla="*/ 309 h 2141"/>
                  <a:gd name="T6" fmla="*/ 2188 w 2453"/>
                  <a:gd name="T7" fmla="*/ 0 h 2141"/>
                  <a:gd name="T8" fmla="*/ 1231 w 2453"/>
                  <a:gd name="T9" fmla="*/ 0 h 2141"/>
                  <a:gd name="T10" fmla="*/ 276 w 2453"/>
                  <a:gd name="T11" fmla="*/ 0 h 2141"/>
                  <a:gd name="T12" fmla="*/ 96 w 2453"/>
                  <a:gd name="T13" fmla="*/ 307 h 2141"/>
                  <a:gd name="T14" fmla="*/ 575 w 2453"/>
                  <a:gd name="T15" fmla="*/ 1136 h 2141"/>
                  <a:gd name="T16" fmla="*/ 1052 w 2453"/>
                  <a:gd name="T17" fmla="*/ 1963 h 2141"/>
                  <a:gd name="T18" fmla="*/ 1408 w 2453"/>
                  <a:gd name="T19" fmla="*/ 1966 h 2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53" h="2141">
                    <a:moveTo>
                      <a:pt x="1408" y="1966"/>
                    </a:moveTo>
                    <a:lnTo>
                      <a:pt x="1886" y="1136"/>
                    </a:lnTo>
                    <a:cubicBezTo>
                      <a:pt x="2046" y="861"/>
                      <a:pt x="2205" y="585"/>
                      <a:pt x="2364" y="309"/>
                    </a:cubicBezTo>
                    <a:cubicBezTo>
                      <a:pt x="2453" y="113"/>
                      <a:pt x="2396" y="9"/>
                      <a:pt x="2188" y="0"/>
                    </a:cubicBezTo>
                    <a:lnTo>
                      <a:pt x="1231" y="0"/>
                    </a:lnTo>
                    <a:cubicBezTo>
                      <a:pt x="912" y="0"/>
                      <a:pt x="594" y="0"/>
                      <a:pt x="276" y="0"/>
                    </a:cubicBezTo>
                    <a:cubicBezTo>
                      <a:pt x="61" y="21"/>
                      <a:pt x="0" y="123"/>
                      <a:pt x="96" y="307"/>
                    </a:cubicBezTo>
                    <a:lnTo>
                      <a:pt x="575" y="1136"/>
                    </a:lnTo>
                    <a:cubicBezTo>
                      <a:pt x="734" y="1412"/>
                      <a:pt x="893" y="1688"/>
                      <a:pt x="1052" y="1963"/>
                    </a:cubicBezTo>
                    <a:cubicBezTo>
                      <a:pt x="1178" y="2139"/>
                      <a:pt x="1297" y="2141"/>
                      <a:pt x="1408" y="1966"/>
                    </a:cubicBezTo>
                    <a:close/>
                  </a:path>
                </a:pathLst>
              </a:custGeom>
              <a:grpFill/>
              <a:ln w="38100" cap="flat">
                <a:solidFill>
                  <a:srgbClr val="FFFFFF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54A0D8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6976306-31EF-4625-A70C-3A7C4414BB2D}"/>
                  </a:ext>
                </a:extLst>
              </p:cNvPr>
              <p:cNvSpPr txBox="1"/>
              <p:nvPr/>
            </p:nvSpPr>
            <p:spPr>
              <a:xfrm>
                <a:off x="7244348" y="2830123"/>
                <a:ext cx="820193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 Light"/>
                    <a:ea typeface="方正细谭黑简体"/>
                    <a:sym typeface="Calibri Light"/>
                  </a:rPr>
                  <a:t>04</a:t>
                </a:r>
                <a:endPara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B351E75D-6BB6-47A5-A21D-D7E4286D9259}"/>
                </a:ext>
              </a:extLst>
            </p:cNvPr>
            <p:cNvGrpSpPr/>
            <p:nvPr/>
          </p:nvGrpSpPr>
          <p:grpSpPr>
            <a:xfrm>
              <a:off x="8852052" y="4976024"/>
              <a:ext cx="1732058" cy="748304"/>
              <a:chOff x="8215521" y="4787741"/>
              <a:chExt cx="1732058" cy="748304"/>
            </a:xfrm>
          </p:grpSpPr>
          <p:sp>
            <p:nvSpPr>
              <p:cNvPr id="68" name="TextBox 10">
                <a:extLst>
                  <a:ext uri="{FF2B5EF4-FFF2-40B4-BE49-F238E27FC236}">
                    <a16:creationId xmlns:a16="http://schemas.microsoft.com/office/drawing/2014/main" id="{114D926A-4A00-4017-8202-2D50F50808FB}"/>
                  </a:ext>
                </a:extLst>
              </p:cNvPr>
              <p:cNvSpPr txBox="1"/>
              <p:nvPr/>
            </p:nvSpPr>
            <p:spPr>
              <a:xfrm>
                <a:off x="8215521" y="4787741"/>
                <a:ext cx="1732058" cy="252000"/>
              </a:xfrm>
              <a:prstGeom prst="rect">
                <a:avLst/>
              </a:prstGeom>
              <a:noFill/>
            </p:spPr>
            <p:txBody>
              <a:bodyPr wrap="square" tIns="0" rtlCol="0" anchor="t">
                <a:noAutofit/>
              </a:bodyPr>
              <a:lstStyle/>
              <a:p>
                <a:pPr algn="ctr" defTabSz="457200">
                  <a:lnSpc>
                    <a:spcPct val="130000"/>
                  </a:lnSpc>
                </a:pPr>
                <a:r>
                  <a:rPr lang="en-US" sz="1200" b="1" dirty="0">
                    <a:latin typeface="Calibri Light"/>
                    <a:ea typeface="方正细谭黑简体"/>
                    <a:cs typeface="Open Sans"/>
                    <a:sym typeface="Calibri Light"/>
                  </a:rPr>
                  <a:t>PRESENTATION</a:t>
                </a:r>
              </a:p>
            </p:txBody>
          </p:sp>
          <p:sp>
            <p:nvSpPr>
              <p:cNvPr id="69" name="TextBox 11">
                <a:extLst>
                  <a:ext uri="{FF2B5EF4-FFF2-40B4-BE49-F238E27FC236}">
                    <a16:creationId xmlns:a16="http://schemas.microsoft.com/office/drawing/2014/main" id="{56B3128E-B812-40A1-8F11-C6FE967F9302}"/>
                  </a:ext>
                </a:extLst>
              </p:cNvPr>
              <p:cNvSpPr txBox="1"/>
              <p:nvPr/>
            </p:nvSpPr>
            <p:spPr>
              <a:xfrm>
                <a:off x="8219146" y="5068045"/>
                <a:ext cx="1724808" cy="468000"/>
              </a:xfrm>
              <a:prstGeom prst="rect">
                <a:avLst/>
              </a:prstGeom>
              <a:noFill/>
            </p:spPr>
            <p:txBody>
              <a:bodyPr wrap="square" tIns="36000" rtlCol="0" anchor="t">
                <a:noAutofit/>
              </a:bodyPr>
              <a:lstStyle/>
              <a:p>
                <a:pPr algn="ctr" defTabSz="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sz="9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 Light"/>
                    <a:ea typeface="方正细谭黑简体"/>
                    <a:cs typeface="Open Sans"/>
                    <a:sym typeface="Calibri Light"/>
                  </a:rPr>
                  <a:t>It is a long established fact that a reader will be by the readable content of a page </a:t>
                </a:r>
              </a:p>
            </p:txBody>
          </p: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93CB0C2-FCDC-4B75-A069-36E104E556DD}"/>
              </a:ext>
            </a:extLst>
          </p:cNvPr>
          <p:cNvGrpSpPr/>
          <p:nvPr/>
        </p:nvGrpSpPr>
        <p:grpSpPr>
          <a:xfrm>
            <a:off x="1975955" y="1852394"/>
            <a:ext cx="1760776" cy="2245435"/>
            <a:chOff x="1640674" y="1852392"/>
            <a:chExt cx="1760776" cy="2245435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9DA162B5-D4D7-4F20-92DD-DAB17FA4E5F5}"/>
                </a:ext>
              </a:extLst>
            </p:cNvPr>
            <p:cNvSpPr/>
            <p:nvPr/>
          </p:nvSpPr>
          <p:spPr bwMode="auto">
            <a:xfrm>
              <a:off x="1640674" y="1852392"/>
              <a:ext cx="842853" cy="1402802"/>
            </a:xfrm>
            <a:custGeom>
              <a:avLst/>
              <a:gdLst>
                <a:gd name="T0" fmla="*/ 1191 w 1191"/>
                <a:gd name="T1" fmla="*/ 2372 h 2372"/>
                <a:gd name="T2" fmla="*/ 0 w 1191"/>
                <a:gd name="T3" fmla="*/ 2372 h 2372"/>
                <a:gd name="T4" fmla="*/ 0 w 1191"/>
                <a:gd name="T5" fmla="*/ 0 h 2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1" h="2372">
                  <a:moveTo>
                    <a:pt x="1191" y="2372"/>
                  </a:moveTo>
                  <a:lnTo>
                    <a:pt x="0" y="2372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rgbClr val="4D4D4D">
                  <a:lumMod val="60000"/>
                  <a:lumOff val="40000"/>
                </a:srgbClr>
              </a:solidFill>
              <a:prstDash val="dash"/>
              <a:miter lim="800000"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D7BE1909-1D21-4C45-87B5-67E71D42D34B}"/>
                </a:ext>
              </a:extLst>
            </p:cNvPr>
            <p:cNvGrpSpPr/>
            <p:nvPr/>
          </p:nvGrpSpPr>
          <p:grpSpPr>
            <a:xfrm>
              <a:off x="1929748" y="3053827"/>
              <a:ext cx="1274843" cy="1044000"/>
              <a:chOff x="1696511" y="2790392"/>
              <a:chExt cx="1900602" cy="1389570"/>
            </a:xfrm>
            <a:solidFill>
              <a:srgbClr val="ABC0D1"/>
            </a:solidFill>
            <a:effectLst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E2827658-2B4C-453C-A286-E4D22F4C16B2}"/>
                  </a:ext>
                </a:extLst>
              </p:cNvPr>
              <p:cNvSpPr/>
              <p:nvPr/>
            </p:nvSpPr>
            <p:spPr bwMode="auto">
              <a:xfrm>
                <a:off x="1696511" y="2790392"/>
                <a:ext cx="1900602" cy="1389570"/>
              </a:xfrm>
              <a:custGeom>
                <a:avLst/>
                <a:gdLst>
                  <a:gd name="T0" fmla="*/ 1408 w 2454"/>
                  <a:gd name="T1" fmla="*/ 175 h 2140"/>
                  <a:gd name="T2" fmla="*/ 1887 w 2454"/>
                  <a:gd name="T3" fmla="*/ 1005 h 2140"/>
                  <a:gd name="T4" fmla="*/ 2364 w 2454"/>
                  <a:gd name="T5" fmla="*/ 1832 h 2140"/>
                  <a:gd name="T6" fmla="*/ 2189 w 2454"/>
                  <a:gd name="T7" fmla="*/ 2140 h 2140"/>
                  <a:gd name="T8" fmla="*/ 1231 w 2454"/>
                  <a:gd name="T9" fmla="*/ 2140 h 2140"/>
                  <a:gd name="T10" fmla="*/ 276 w 2454"/>
                  <a:gd name="T11" fmla="*/ 2140 h 2140"/>
                  <a:gd name="T12" fmla="*/ 97 w 2454"/>
                  <a:gd name="T13" fmla="*/ 1834 h 2140"/>
                  <a:gd name="T14" fmla="*/ 575 w 2454"/>
                  <a:gd name="T15" fmla="*/ 1005 h 2140"/>
                  <a:gd name="T16" fmla="*/ 1053 w 2454"/>
                  <a:gd name="T17" fmla="*/ 178 h 2140"/>
                  <a:gd name="T18" fmla="*/ 1408 w 2454"/>
                  <a:gd name="T19" fmla="*/ 175 h 2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54" h="2140">
                    <a:moveTo>
                      <a:pt x="1408" y="175"/>
                    </a:moveTo>
                    <a:lnTo>
                      <a:pt x="1887" y="1005"/>
                    </a:lnTo>
                    <a:cubicBezTo>
                      <a:pt x="2046" y="1280"/>
                      <a:pt x="2205" y="1556"/>
                      <a:pt x="2364" y="1832"/>
                    </a:cubicBezTo>
                    <a:cubicBezTo>
                      <a:pt x="2454" y="2028"/>
                      <a:pt x="2396" y="2132"/>
                      <a:pt x="2189" y="2140"/>
                    </a:cubicBezTo>
                    <a:lnTo>
                      <a:pt x="1231" y="2140"/>
                    </a:lnTo>
                    <a:cubicBezTo>
                      <a:pt x="913" y="2140"/>
                      <a:pt x="594" y="2140"/>
                      <a:pt x="276" y="2140"/>
                    </a:cubicBezTo>
                    <a:cubicBezTo>
                      <a:pt x="61" y="2119"/>
                      <a:pt x="0" y="2018"/>
                      <a:pt x="97" y="1834"/>
                    </a:cubicBezTo>
                    <a:lnTo>
                      <a:pt x="575" y="1005"/>
                    </a:lnTo>
                    <a:cubicBezTo>
                      <a:pt x="734" y="729"/>
                      <a:pt x="894" y="453"/>
                      <a:pt x="1053" y="178"/>
                    </a:cubicBezTo>
                    <a:cubicBezTo>
                      <a:pt x="1178" y="2"/>
                      <a:pt x="1297" y="0"/>
                      <a:pt x="1408" y="175"/>
                    </a:cubicBezTo>
                    <a:close/>
                  </a:path>
                </a:pathLst>
              </a:custGeom>
              <a:grpFill/>
              <a:ln w="38100" cap="flat">
                <a:solidFill>
                  <a:srgbClr val="FFFFFF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54A0D8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35AEEC3-E333-4D02-A26A-E5E7A69239AB}"/>
                  </a:ext>
                </a:extLst>
              </p:cNvPr>
              <p:cNvSpPr txBox="1"/>
              <p:nvPr/>
            </p:nvSpPr>
            <p:spPr>
              <a:xfrm>
                <a:off x="2288735" y="3249645"/>
                <a:ext cx="820194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 Light"/>
                    <a:ea typeface="方正细谭黑简体"/>
                    <a:sym typeface="Calibri Light"/>
                  </a:rPr>
                  <a:t>01</a:t>
                </a:r>
                <a:endPara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815A942B-1327-48AA-9AE0-5BE702E40DB3}"/>
                </a:ext>
              </a:extLst>
            </p:cNvPr>
            <p:cNvGrpSpPr/>
            <p:nvPr/>
          </p:nvGrpSpPr>
          <p:grpSpPr>
            <a:xfrm>
              <a:off x="1669392" y="1865624"/>
              <a:ext cx="1732058" cy="748304"/>
              <a:chOff x="2747908" y="4740135"/>
              <a:chExt cx="1732058" cy="748304"/>
            </a:xfrm>
          </p:grpSpPr>
          <p:sp>
            <p:nvSpPr>
              <p:cNvPr id="82" name="TextBox 7">
                <a:extLst>
                  <a:ext uri="{FF2B5EF4-FFF2-40B4-BE49-F238E27FC236}">
                    <a16:creationId xmlns:a16="http://schemas.microsoft.com/office/drawing/2014/main" id="{655483F0-CDF6-48A5-94F0-DB046BD564D7}"/>
                  </a:ext>
                </a:extLst>
              </p:cNvPr>
              <p:cNvSpPr txBox="1"/>
              <p:nvPr/>
            </p:nvSpPr>
            <p:spPr>
              <a:xfrm>
                <a:off x="2747908" y="4740135"/>
                <a:ext cx="1732058" cy="252000"/>
              </a:xfrm>
              <a:prstGeom prst="rect">
                <a:avLst/>
              </a:prstGeom>
              <a:noFill/>
            </p:spPr>
            <p:txBody>
              <a:bodyPr wrap="square" tIns="0" rtlCol="0" anchor="t">
                <a:noAutofit/>
              </a:bodyPr>
              <a:lstStyle/>
              <a:p>
                <a:pPr algn="ctr" defTabSz="457200"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80A0BA"/>
                    </a:solidFill>
                    <a:latin typeface="Calibri Light"/>
                    <a:ea typeface="方正细谭黑简体"/>
                    <a:cs typeface="Open Sans"/>
                    <a:sym typeface="Calibri Light"/>
                  </a:rPr>
                  <a:t>BUSINESS</a:t>
                </a:r>
              </a:p>
            </p:txBody>
          </p:sp>
          <p:sp>
            <p:nvSpPr>
              <p:cNvPr id="83" name="TextBox 8">
                <a:extLst>
                  <a:ext uri="{FF2B5EF4-FFF2-40B4-BE49-F238E27FC236}">
                    <a16:creationId xmlns:a16="http://schemas.microsoft.com/office/drawing/2014/main" id="{DF3CC9A9-3C24-4DC1-8D24-47EAAA77E25F}"/>
                  </a:ext>
                </a:extLst>
              </p:cNvPr>
              <p:cNvSpPr txBox="1"/>
              <p:nvPr/>
            </p:nvSpPr>
            <p:spPr>
              <a:xfrm>
                <a:off x="2751533" y="5020439"/>
                <a:ext cx="1724808" cy="468000"/>
              </a:xfrm>
              <a:prstGeom prst="rect">
                <a:avLst/>
              </a:prstGeom>
              <a:noFill/>
            </p:spPr>
            <p:txBody>
              <a:bodyPr wrap="square" tIns="36000" rtlCol="0" anchor="t">
                <a:noAutofit/>
              </a:bodyPr>
              <a:lstStyle/>
              <a:p>
                <a:pPr algn="ctr" defTabSz="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sz="9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 Light"/>
                    <a:ea typeface="方正细谭黑简体"/>
                    <a:cs typeface="Open Sans"/>
                    <a:sym typeface="Calibri Light"/>
                  </a:rPr>
                  <a:t>When an unknown printer took a galley of type and scrambled it to make </a:t>
                </a:r>
              </a:p>
            </p:txBody>
          </p:sp>
        </p:grp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F4236469-1E42-4D25-BEB8-2B22A7A80E22}"/>
              </a:ext>
            </a:extLst>
          </p:cNvPr>
          <p:cNvGrpSpPr/>
          <p:nvPr/>
        </p:nvGrpSpPr>
        <p:grpSpPr>
          <a:xfrm>
            <a:off x="6366392" y="1852394"/>
            <a:ext cx="1732059" cy="2239905"/>
            <a:chOff x="6472089" y="1852392"/>
            <a:chExt cx="1732058" cy="2239905"/>
          </a:xfrm>
        </p:grpSpPr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ED3B3C5-98CC-4B30-ACE0-5DA3800F8479}"/>
                </a:ext>
              </a:extLst>
            </p:cNvPr>
            <p:cNvSpPr/>
            <p:nvPr/>
          </p:nvSpPr>
          <p:spPr bwMode="auto">
            <a:xfrm>
              <a:off x="6475714" y="1852392"/>
              <a:ext cx="815581" cy="1402802"/>
            </a:xfrm>
            <a:custGeom>
              <a:avLst/>
              <a:gdLst>
                <a:gd name="T0" fmla="*/ 697 w 697"/>
                <a:gd name="T1" fmla="*/ 2372 h 2372"/>
                <a:gd name="T2" fmla="*/ 0 w 697"/>
                <a:gd name="T3" fmla="*/ 2372 h 2372"/>
                <a:gd name="T4" fmla="*/ 0 w 697"/>
                <a:gd name="T5" fmla="*/ 0 h 2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7" h="2372">
                  <a:moveTo>
                    <a:pt x="697" y="2372"/>
                  </a:moveTo>
                  <a:lnTo>
                    <a:pt x="0" y="2372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4D4D4D">
                  <a:lumMod val="60000"/>
                  <a:lumOff val="40000"/>
                </a:srgbClr>
              </a:solidFill>
              <a:prstDash val="dash"/>
              <a:miter lim="800000"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A5874A7E-BBC1-4382-A119-D4F3FB234638}"/>
                </a:ext>
              </a:extLst>
            </p:cNvPr>
            <p:cNvGrpSpPr/>
            <p:nvPr/>
          </p:nvGrpSpPr>
          <p:grpSpPr>
            <a:xfrm>
              <a:off x="6792691" y="3048297"/>
              <a:ext cx="1273677" cy="1044000"/>
              <a:chOff x="5033077" y="2790392"/>
              <a:chExt cx="1898864" cy="1389570"/>
            </a:xfrm>
            <a:solidFill>
              <a:srgbClr val="ABC0D1"/>
            </a:solidFill>
            <a:effectLst/>
          </p:grpSpPr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384EFB0D-FBD3-4C60-9540-FE2F05428F2B}"/>
                  </a:ext>
                </a:extLst>
              </p:cNvPr>
              <p:cNvSpPr/>
              <p:nvPr/>
            </p:nvSpPr>
            <p:spPr bwMode="auto">
              <a:xfrm>
                <a:off x="5033077" y="2790392"/>
                <a:ext cx="1898864" cy="1389570"/>
              </a:xfrm>
              <a:custGeom>
                <a:avLst/>
                <a:gdLst>
                  <a:gd name="T0" fmla="*/ 1407 w 2453"/>
                  <a:gd name="T1" fmla="*/ 175 h 2140"/>
                  <a:gd name="T2" fmla="*/ 1886 w 2453"/>
                  <a:gd name="T3" fmla="*/ 1005 h 2140"/>
                  <a:gd name="T4" fmla="*/ 2364 w 2453"/>
                  <a:gd name="T5" fmla="*/ 1832 h 2140"/>
                  <a:gd name="T6" fmla="*/ 2188 w 2453"/>
                  <a:gd name="T7" fmla="*/ 2140 h 2140"/>
                  <a:gd name="T8" fmla="*/ 1231 w 2453"/>
                  <a:gd name="T9" fmla="*/ 2140 h 2140"/>
                  <a:gd name="T10" fmla="*/ 276 w 2453"/>
                  <a:gd name="T11" fmla="*/ 2140 h 2140"/>
                  <a:gd name="T12" fmla="*/ 96 w 2453"/>
                  <a:gd name="T13" fmla="*/ 1834 h 2140"/>
                  <a:gd name="T14" fmla="*/ 575 w 2453"/>
                  <a:gd name="T15" fmla="*/ 1005 h 2140"/>
                  <a:gd name="T16" fmla="*/ 1052 w 2453"/>
                  <a:gd name="T17" fmla="*/ 178 h 2140"/>
                  <a:gd name="T18" fmla="*/ 1407 w 2453"/>
                  <a:gd name="T19" fmla="*/ 175 h 2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53" h="2140">
                    <a:moveTo>
                      <a:pt x="1407" y="175"/>
                    </a:moveTo>
                    <a:lnTo>
                      <a:pt x="1886" y="1005"/>
                    </a:lnTo>
                    <a:cubicBezTo>
                      <a:pt x="2045" y="1280"/>
                      <a:pt x="2205" y="1556"/>
                      <a:pt x="2364" y="1832"/>
                    </a:cubicBezTo>
                    <a:cubicBezTo>
                      <a:pt x="2453" y="2028"/>
                      <a:pt x="2396" y="2132"/>
                      <a:pt x="2188" y="2140"/>
                    </a:cubicBezTo>
                    <a:lnTo>
                      <a:pt x="1231" y="2140"/>
                    </a:lnTo>
                    <a:cubicBezTo>
                      <a:pt x="912" y="2140"/>
                      <a:pt x="594" y="2140"/>
                      <a:pt x="276" y="2140"/>
                    </a:cubicBezTo>
                    <a:cubicBezTo>
                      <a:pt x="61" y="2119"/>
                      <a:pt x="0" y="2018"/>
                      <a:pt x="96" y="1834"/>
                    </a:cubicBezTo>
                    <a:lnTo>
                      <a:pt x="575" y="1005"/>
                    </a:lnTo>
                    <a:cubicBezTo>
                      <a:pt x="734" y="729"/>
                      <a:pt x="893" y="453"/>
                      <a:pt x="1052" y="178"/>
                    </a:cubicBezTo>
                    <a:cubicBezTo>
                      <a:pt x="1178" y="2"/>
                      <a:pt x="1296" y="0"/>
                      <a:pt x="1407" y="175"/>
                    </a:cubicBezTo>
                    <a:close/>
                  </a:path>
                </a:pathLst>
              </a:custGeom>
              <a:grpFill/>
              <a:ln w="38100" cap="flat">
                <a:solidFill>
                  <a:srgbClr val="FFFFFF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54A0D8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E2A8CB6-5C03-463A-A072-2E1BC136DF98}"/>
                  </a:ext>
                </a:extLst>
              </p:cNvPr>
              <p:cNvSpPr txBox="1"/>
              <p:nvPr/>
            </p:nvSpPr>
            <p:spPr>
              <a:xfrm>
                <a:off x="5557545" y="3249645"/>
                <a:ext cx="820193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 Light"/>
                    <a:ea typeface="方正细谭黑简体"/>
                    <a:sym typeface="Calibri Light"/>
                  </a:rPr>
                  <a:t>03</a:t>
                </a:r>
                <a:endPara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06E0B0C-4DA1-4A85-AD34-2F3E0CB5F827}"/>
                </a:ext>
              </a:extLst>
            </p:cNvPr>
            <p:cNvGrpSpPr/>
            <p:nvPr/>
          </p:nvGrpSpPr>
          <p:grpSpPr>
            <a:xfrm>
              <a:off x="6472089" y="1928544"/>
              <a:ext cx="1732058" cy="748304"/>
              <a:chOff x="6514617" y="1697465"/>
              <a:chExt cx="1732058" cy="748304"/>
            </a:xfrm>
          </p:grpSpPr>
          <p:sp>
            <p:nvSpPr>
              <p:cNvPr id="80" name="TextBox 10">
                <a:extLst>
                  <a:ext uri="{FF2B5EF4-FFF2-40B4-BE49-F238E27FC236}">
                    <a16:creationId xmlns:a16="http://schemas.microsoft.com/office/drawing/2014/main" id="{C9717A88-3280-4E2E-9539-0874787CEFBB}"/>
                  </a:ext>
                </a:extLst>
              </p:cNvPr>
              <p:cNvSpPr txBox="1"/>
              <p:nvPr/>
            </p:nvSpPr>
            <p:spPr>
              <a:xfrm>
                <a:off x="6514617" y="1697465"/>
                <a:ext cx="1732058" cy="252000"/>
              </a:xfrm>
              <a:prstGeom prst="rect">
                <a:avLst/>
              </a:prstGeom>
              <a:noFill/>
            </p:spPr>
            <p:txBody>
              <a:bodyPr wrap="square" tIns="0" rtlCol="0" anchor="t">
                <a:noAutofit/>
              </a:bodyPr>
              <a:lstStyle/>
              <a:p>
                <a:pPr algn="ctr" defTabSz="457200">
                  <a:lnSpc>
                    <a:spcPct val="130000"/>
                  </a:lnSpc>
                </a:pPr>
                <a:r>
                  <a:rPr lang="en-US" sz="1200" b="1" dirty="0">
                    <a:latin typeface="Calibri Light"/>
                    <a:ea typeface="方正细谭黑简体"/>
                    <a:cs typeface="Open Sans"/>
                    <a:sym typeface="Calibri Light"/>
                  </a:rPr>
                  <a:t>PRESENTATION</a:t>
                </a:r>
              </a:p>
            </p:txBody>
          </p:sp>
          <p:sp>
            <p:nvSpPr>
              <p:cNvPr id="81" name="TextBox 11">
                <a:extLst>
                  <a:ext uri="{FF2B5EF4-FFF2-40B4-BE49-F238E27FC236}">
                    <a16:creationId xmlns:a16="http://schemas.microsoft.com/office/drawing/2014/main" id="{202E34CD-6A86-4A63-A425-853B81E52E2B}"/>
                  </a:ext>
                </a:extLst>
              </p:cNvPr>
              <p:cNvSpPr txBox="1"/>
              <p:nvPr/>
            </p:nvSpPr>
            <p:spPr>
              <a:xfrm>
                <a:off x="6518242" y="1977769"/>
                <a:ext cx="1724808" cy="468000"/>
              </a:xfrm>
              <a:prstGeom prst="rect">
                <a:avLst/>
              </a:prstGeom>
              <a:noFill/>
            </p:spPr>
            <p:txBody>
              <a:bodyPr wrap="square" tIns="36000" rtlCol="0" anchor="t">
                <a:noAutofit/>
              </a:bodyPr>
              <a:lstStyle/>
              <a:p>
                <a:pPr algn="ctr" defTabSz="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sz="9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 Light"/>
                    <a:ea typeface="方正细谭黑简体"/>
                    <a:cs typeface="Open Sans"/>
                    <a:sym typeface="Calibri Light"/>
                  </a:rPr>
                  <a:t>It is a long established fact that a reader will be by the readable content of a page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2136120"/>
      </p:ext>
    </p:extLst>
  </p:cSld>
  <p:clrMapOvr>
    <a:masterClrMapping/>
  </p:clrMapOvr>
  <p:transition spd="slow" advClick="0" advTm="2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E8D7D717-D643-4713-9C8E-AB793D53DFDD}"/>
              </a:ext>
            </a:extLst>
          </p:cNvPr>
          <p:cNvPicPr>
            <a:picLocks noChangeAspect="1"/>
          </p:cNvPicPr>
          <p:nvPr/>
        </p:nvPicPr>
        <p:blipFill rotWithShape="1">
          <a:blip r:embed="R5a7834568b04496c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A3EBFB5-185D-4DDD-9841-71E59B5A75F8}"/>
              </a:ext>
            </a:extLst>
          </p:cNvPr>
          <p:cNvGrpSpPr/>
          <p:nvPr/>
        </p:nvGrpSpPr>
        <p:grpSpPr>
          <a:xfrm>
            <a:off x="1669738" y="1627269"/>
            <a:ext cx="2088233" cy="4250886"/>
            <a:chOff x="699698" y="1340769"/>
            <a:chExt cx="2523948" cy="5137844"/>
          </a:xfrm>
        </p:grpSpPr>
        <p:sp>
          <p:nvSpPr>
            <p:cNvPr id="46" name="任意多边形 9">
              <a:extLst>
                <a:ext uri="{FF2B5EF4-FFF2-40B4-BE49-F238E27FC236}">
                  <a16:creationId xmlns:a16="http://schemas.microsoft.com/office/drawing/2014/main" id="{CFFDA6FE-949E-4C79-89BB-F2C9B886928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-607250" y="2647717"/>
              <a:ext cx="5137844" cy="2523948"/>
            </a:xfrm>
            <a:custGeom>
              <a:avLst/>
              <a:gdLst>
                <a:gd name="connsiteX0" fmla="*/ 135606 w 5137844"/>
                <a:gd name="connsiteY0" fmla="*/ 1261974 h 2523948"/>
                <a:gd name="connsiteX1" fmla="*/ 162467 w 5137844"/>
                <a:gd name="connsiteY1" fmla="*/ 1378906 h 2523948"/>
                <a:gd name="connsiteX2" fmla="*/ 690261 w 5137844"/>
                <a:gd name="connsiteY2" fmla="*/ 2293610 h 2523948"/>
                <a:gd name="connsiteX3" fmla="*/ 893838 w 5137844"/>
                <a:gd name="connsiteY3" fmla="*/ 2410541 h 2523948"/>
                <a:gd name="connsiteX4" fmla="*/ 1084338 w 5137844"/>
                <a:gd name="connsiteY4" fmla="*/ 2410541 h 2523948"/>
                <a:gd name="connsiteX5" fmla="*/ 1934122 w 5137844"/>
                <a:gd name="connsiteY5" fmla="*/ 2410541 h 2523948"/>
                <a:gd name="connsiteX6" fmla="*/ 1949425 w 5137844"/>
                <a:gd name="connsiteY6" fmla="*/ 2410541 h 2523948"/>
                <a:gd name="connsiteX7" fmla="*/ 1956221 w 5137844"/>
                <a:gd name="connsiteY7" fmla="*/ 2410541 h 2523948"/>
                <a:gd name="connsiteX8" fmla="*/ 2124622 w 5137844"/>
                <a:gd name="connsiteY8" fmla="*/ 2410541 h 2523948"/>
                <a:gd name="connsiteX9" fmla="*/ 2139925 w 5137844"/>
                <a:gd name="connsiteY9" fmla="*/ 2410541 h 2523948"/>
                <a:gd name="connsiteX10" fmla="*/ 2146721 w 5137844"/>
                <a:gd name="connsiteY10" fmla="*/ 2410541 h 2523948"/>
                <a:gd name="connsiteX11" fmla="*/ 2989710 w 5137844"/>
                <a:gd name="connsiteY11" fmla="*/ 2410541 h 2523948"/>
                <a:gd name="connsiteX12" fmla="*/ 2996506 w 5137844"/>
                <a:gd name="connsiteY12" fmla="*/ 2410541 h 2523948"/>
                <a:gd name="connsiteX13" fmla="*/ 3011809 w 5137844"/>
                <a:gd name="connsiteY13" fmla="*/ 2410541 h 2523948"/>
                <a:gd name="connsiteX14" fmla="*/ 3180210 w 5137844"/>
                <a:gd name="connsiteY14" fmla="*/ 2410541 h 2523948"/>
                <a:gd name="connsiteX15" fmla="*/ 3187006 w 5137844"/>
                <a:gd name="connsiteY15" fmla="*/ 2410541 h 2523948"/>
                <a:gd name="connsiteX16" fmla="*/ 3202309 w 5137844"/>
                <a:gd name="connsiteY16" fmla="*/ 2410541 h 2523948"/>
                <a:gd name="connsiteX17" fmla="*/ 4052093 w 5137844"/>
                <a:gd name="connsiteY17" fmla="*/ 2410541 h 2523948"/>
                <a:gd name="connsiteX18" fmla="*/ 4242593 w 5137844"/>
                <a:gd name="connsiteY18" fmla="*/ 2410541 h 2523948"/>
                <a:gd name="connsiteX19" fmla="*/ 4446171 w 5137844"/>
                <a:gd name="connsiteY19" fmla="*/ 2293610 h 2523948"/>
                <a:gd name="connsiteX20" fmla="*/ 4973965 w 5137844"/>
                <a:gd name="connsiteY20" fmla="*/ 1378906 h 2523948"/>
                <a:gd name="connsiteX21" fmla="*/ 4973965 w 5137844"/>
                <a:gd name="connsiteY21" fmla="*/ 1145043 h 2523948"/>
                <a:gd name="connsiteX22" fmla="*/ 4446171 w 5137844"/>
                <a:gd name="connsiteY22" fmla="*/ 230339 h 2523948"/>
                <a:gd name="connsiteX23" fmla="*/ 4242593 w 5137844"/>
                <a:gd name="connsiteY23" fmla="*/ 113407 h 2523948"/>
                <a:gd name="connsiteX24" fmla="*/ 4133871 w 5137844"/>
                <a:gd name="connsiteY24" fmla="*/ 113407 h 2523948"/>
                <a:gd name="connsiteX25" fmla="*/ 4052093 w 5137844"/>
                <a:gd name="connsiteY25" fmla="*/ 113407 h 2523948"/>
                <a:gd name="connsiteX26" fmla="*/ 4050394 w 5137844"/>
                <a:gd name="connsiteY26" fmla="*/ 113407 h 2523948"/>
                <a:gd name="connsiteX27" fmla="*/ 4038503 w 5137844"/>
                <a:gd name="connsiteY27" fmla="*/ 113407 h 2523948"/>
                <a:gd name="connsiteX28" fmla="*/ 4030245 w 5137844"/>
                <a:gd name="connsiteY28" fmla="*/ 113407 h 2523948"/>
                <a:gd name="connsiteX29" fmla="*/ 4006226 w 5137844"/>
                <a:gd name="connsiteY29" fmla="*/ 113407 h 2523948"/>
                <a:gd name="connsiteX30" fmla="*/ 3943371 w 5137844"/>
                <a:gd name="connsiteY30" fmla="*/ 113407 h 2523948"/>
                <a:gd name="connsiteX31" fmla="*/ 3875656 w 5137844"/>
                <a:gd name="connsiteY31" fmla="*/ 113407 h 2523948"/>
                <a:gd name="connsiteX32" fmla="*/ 3839745 w 5137844"/>
                <a:gd name="connsiteY32" fmla="*/ 113407 h 2523948"/>
                <a:gd name="connsiteX33" fmla="*/ 3776065 w 5137844"/>
                <a:gd name="connsiteY33" fmla="*/ 113407 h 2523948"/>
                <a:gd name="connsiteX34" fmla="*/ 3685156 w 5137844"/>
                <a:gd name="connsiteY34" fmla="*/ 113407 h 2523948"/>
                <a:gd name="connsiteX35" fmla="*/ 3659911 w 5137844"/>
                <a:gd name="connsiteY35" fmla="*/ 113407 h 2523948"/>
                <a:gd name="connsiteX36" fmla="*/ 3585565 w 5137844"/>
                <a:gd name="connsiteY36" fmla="*/ 113407 h 2523948"/>
                <a:gd name="connsiteX37" fmla="*/ 3525919 w 5137844"/>
                <a:gd name="connsiteY37" fmla="*/ 113407 h 2523948"/>
                <a:gd name="connsiteX38" fmla="*/ 3469411 w 5137844"/>
                <a:gd name="connsiteY38" fmla="*/ 113407 h 2523948"/>
                <a:gd name="connsiteX39" fmla="*/ 3372816 w 5137844"/>
                <a:gd name="connsiteY39" fmla="*/ 113407 h 2523948"/>
                <a:gd name="connsiteX40" fmla="*/ 3335419 w 5137844"/>
                <a:gd name="connsiteY40" fmla="*/ 113407 h 2523948"/>
                <a:gd name="connsiteX41" fmla="*/ 3202309 w 5137844"/>
                <a:gd name="connsiteY41" fmla="*/ 113407 h 2523948"/>
                <a:gd name="connsiteX42" fmla="*/ 3200246 w 5137844"/>
                <a:gd name="connsiteY42" fmla="*/ 113407 h 2523948"/>
                <a:gd name="connsiteX43" fmla="*/ 3187006 w 5137844"/>
                <a:gd name="connsiteY43" fmla="*/ 113407 h 2523948"/>
                <a:gd name="connsiteX44" fmla="*/ 3185815 w 5137844"/>
                <a:gd name="connsiteY44" fmla="*/ 113407 h 2523948"/>
                <a:gd name="connsiteX45" fmla="*/ 3182316 w 5137844"/>
                <a:gd name="connsiteY45" fmla="*/ 113407 h 2523948"/>
                <a:gd name="connsiteX46" fmla="*/ 3180210 w 5137844"/>
                <a:gd name="connsiteY46" fmla="*/ 113407 h 2523948"/>
                <a:gd name="connsiteX47" fmla="*/ 3163716 w 5137844"/>
                <a:gd name="connsiteY47" fmla="*/ 113407 h 2523948"/>
                <a:gd name="connsiteX48" fmla="*/ 3146643 w 5137844"/>
                <a:gd name="connsiteY48" fmla="*/ 113407 h 2523948"/>
                <a:gd name="connsiteX49" fmla="*/ 3124544 w 5137844"/>
                <a:gd name="connsiteY49" fmla="*/ 113407 h 2523948"/>
                <a:gd name="connsiteX50" fmla="*/ 3070360 w 5137844"/>
                <a:gd name="connsiteY50" fmla="*/ 113407 h 2523948"/>
                <a:gd name="connsiteX51" fmla="*/ 3048262 w 5137844"/>
                <a:gd name="connsiteY51" fmla="*/ 113407 h 2523948"/>
                <a:gd name="connsiteX52" fmla="*/ 3014437 w 5137844"/>
                <a:gd name="connsiteY52" fmla="*/ 113407 h 2523948"/>
                <a:gd name="connsiteX53" fmla="*/ 3011809 w 5137844"/>
                <a:gd name="connsiteY53" fmla="*/ 113407 h 2523948"/>
                <a:gd name="connsiteX54" fmla="*/ 3009746 w 5137844"/>
                <a:gd name="connsiteY54" fmla="*/ 113407 h 2523948"/>
                <a:gd name="connsiteX55" fmla="*/ 2996506 w 5137844"/>
                <a:gd name="connsiteY55" fmla="*/ 113407 h 2523948"/>
                <a:gd name="connsiteX56" fmla="*/ 2995315 w 5137844"/>
                <a:gd name="connsiteY56" fmla="*/ 113407 h 2523948"/>
                <a:gd name="connsiteX57" fmla="*/ 2992338 w 5137844"/>
                <a:gd name="connsiteY57" fmla="*/ 113407 h 2523948"/>
                <a:gd name="connsiteX58" fmla="*/ 2989710 w 5137844"/>
                <a:gd name="connsiteY58" fmla="*/ 113407 h 2523948"/>
                <a:gd name="connsiteX59" fmla="*/ 2987648 w 5137844"/>
                <a:gd name="connsiteY59" fmla="*/ 113407 h 2523948"/>
                <a:gd name="connsiteX60" fmla="*/ 2973216 w 5137844"/>
                <a:gd name="connsiteY60" fmla="*/ 113407 h 2523948"/>
                <a:gd name="connsiteX61" fmla="*/ 2956143 w 5137844"/>
                <a:gd name="connsiteY61" fmla="*/ 113407 h 2523948"/>
                <a:gd name="connsiteX62" fmla="*/ 2944597 w 5137844"/>
                <a:gd name="connsiteY62" fmla="*/ 113407 h 2523948"/>
                <a:gd name="connsiteX63" fmla="*/ 2934044 w 5137844"/>
                <a:gd name="connsiteY63" fmla="*/ 113407 h 2523948"/>
                <a:gd name="connsiteX64" fmla="*/ 2922498 w 5137844"/>
                <a:gd name="connsiteY64" fmla="*/ 113407 h 2523948"/>
                <a:gd name="connsiteX65" fmla="*/ 2879860 w 5137844"/>
                <a:gd name="connsiteY65" fmla="*/ 113407 h 2523948"/>
                <a:gd name="connsiteX66" fmla="*/ 2859294 w 5137844"/>
                <a:gd name="connsiteY66" fmla="*/ 113407 h 2523948"/>
                <a:gd name="connsiteX67" fmla="*/ 2857762 w 5137844"/>
                <a:gd name="connsiteY67" fmla="*/ 113407 h 2523948"/>
                <a:gd name="connsiteX68" fmla="*/ 2837195 w 5137844"/>
                <a:gd name="connsiteY68" fmla="*/ 113407 h 2523948"/>
                <a:gd name="connsiteX69" fmla="*/ 2823937 w 5137844"/>
                <a:gd name="connsiteY69" fmla="*/ 113407 h 2523948"/>
                <a:gd name="connsiteX70" fmla="*/ 2801838 w 5137844"/>
                <a:gd name="connsiteY70" fmla="*/ 113407 h 2523948"/>
                <a:gd name="connsiteX71" fmla="*/ 2756982 w 5137844"/>
                <a:gd name="connsiteY71" fmla="*/ 113407 h 2523948"/>
                <a:gd name="connsiteX72" fmla="*/ 2754097 w 5137844"/>
                <a:gd name="connsiteY72" fmla="*/ 113407 h 2523948"/>
                <a:gd name="connsiteX73" fmla="*/ 2734884 w 5137844"/>
                <a:gd name="connsiteY73" fmla="*/ 113407 h 2523948"/>
                <a:gd name="connsiteX74" fmla="*/ 2731998 w 5137844"/>
                <a:gd name="connsiteY74" fmla="*/ 113407 h 2523948"/>
                <a:gd name="connsiteX75" fmla="*/ 2668794 w 5137844"/>
                <a:gd name="connsiteY75" fmla="*/ 113407 h 2523948"/>
                <a:gd name="connsiteX76" fmla="*/ 2646695 w 5137844"/>
                <a:gd name="connsiteY76" fmla="*/ 113407 h 2523948"/>
                <a:gd name="connsiteX77" fmla="*/ 2636115 w 5137844"/>
                <a:gd name="connsiteY77" fmla="*/ 113407 h 2523948"/>
                <a:gd name="connsiteX78" fmla="*/ 2614017 w 5137844"/>
                <a:gd name="connsiteY78" fmla="*/ 113407 h 2523948"/>
                <a:gd name="connsiteX79" fmla="*/ 2566482 w 5137844"/>
                <a:gd name="connsiteY79" fmla="*/ 113407 h 2523948"/>
                <a:gd name="connsiteX80" fmla="*/ 2544384 w 5137844"/>
                <a:gd name="connsiteY80" fmla="*/ 113407 h 2523948"/>
                <a:gd name="connsiteX81" fmla="*/ 2495147 w 5137844"/>
                <a:gd name="connsiteY81" fmla="*/ 113407 h 2523948"/>
                <a:gd name="connsiteX82" fmla="*/ 2473049 w 5137844"/>
                <a:gd name="connsiteY82" fmla="*/ 113407 h 2523948"/>
                <a:gd name="connsiteX83" fmla="*/ 2445615 w 5137844"/>
                <a:gd name="connsiteY83" fmla="*/ 113407 h 2523948"/>
                <a:gd name="connsiteX84" fmla="*/ 2423517 w 5137844"/>
                <a:gd name="connsiteY84" fmla="*/ 113407 h 2523948"/>
                <a:gd name="connsiteX85" fmla="*/ 2332532 w 5137844"/>
                <a:gd name="connsiteY85" fmla="*/ 113407 h 2523948"/>
                <a:gd name="connsiteX86" fmla="*/ 2310433 w 5137844"/>
                <a:gd name="connsiteY86" fmla="*/ 113407 h 2523948"/>
                <a:gd name="connsiteX87" fmla="*/ 2304647 w 5137844"/>
                <a:gd name="connsiteY87" fmla="*/ 113407 h 2523948"/>
                <a:gd name="connsiteX88" fmla="*/ 2282549 w 5137844"/>
                <a:gd name="connsiteY88" fmla="*/ 113407 h 2523948"/>
                <a:gd name="connsiteX89" fmla="*/ 2146721 w 5137844"/>
                <a:gd name="connsiteY89" fmla="*/ 113407 h 2523948"/>
                <a:gd name="connsiteX90" fmla="*/ 2142032 w 5137844"/>
                <a:gd name="connsiteY90" fmla="*/ 113407 h 2523948"/>
                <a:gd name="connsiteX91" fmla="*/ 2139925 w 5137844"/>
                <a:gd name="connsiteY91" fmla="*/ 113407 h 2523948"/>
                <a:gd name="connsiteX92" fmla="*/ 2137864 w 5137844"/>
                <a:gd name="connsiteY92" fmla="*/ 113407 h 2523948"/>
                <a:gd name="connsiteX93" fmla="*/ 2124622 w 5137844"/>
                <a:gd name="connsiteY93" fmla="*/ 113407 h 2523948"/>
                <a:gd name="connsiteX94" fmla="*/ 2123432 w 5137844"/>
                <a:gd name="connsiteY94" fmla="*/ 113407 h 2523948"/>
                <a:gd name="connsiteX95" fmla="*/ 2119933 w 5137844"/>
                <a:gd name="connsiteY95" fmla="*/ 113407 h 2523948"/>
                <a:gd name="connsiteX96" fmla="*/ 2097049 w 5137844"/>
                <a:gd name="connsiteY96" fmla="*/ 113407 h 2523948"/>
                <a:gd name="connsiteX97" fmla="*/ 1981658 w 5137844"/>
                <a:gd name="connsiteY97" fmla="*/ 113407 h 2523948"/>
                <a:gd name="connsiteX98" fmla="*/ 1956221 w 5137844"/>
                <a:gd name="connsiteY98" fmla="*/ 113407 h 2523948"/>
                <a:gd name="connsiteX99" fmla="*/ 1949425 w 5137844"/>
                <a:gd name="connsiteY99" fmla="*/ 113407 h 2523948"/>
                <a:gd name="connsiteX100" fmla="*/ 1947364 w 5137844"/>
                <a:gd name="connsiteY100" fmla="*/ 113407 h 2523948"/>
                <a:gd name="connsiteX101" fmla="*/ 1934122 w 5137844"/>
                <a:gd name="connsiteY101" fmla="*/ 113407 h 2523948"/>
                <a:gd name="connsiteX102" fmla="*/ 1932932 w 5137844"/>
                <a:gd name="connsiteY102" fmla="*/ 113407 h 2523948"/>
                <a:gd name="connsiteX103" fmla="*/ 1906549 w 5137844"/>
                <a:gd name="connsiteY103" fmla="*/ 113407 h 2523948"/>
                <a:gd name="connsiteX104" fmla="*/ 1882214 w 5137844"/>
                <a:gd name="connsiteY104" fmla="*/ 113407 h 2523948"/>
                <a:gd name="connsiteX105" fmla="*/ 1861030 w 5137844"/>
                <a:gd name="connsiteY105" fmla="*/ 113407 h 2523948"/>
                <a:gd name="connsiteX106" fmla="*/ 1791158 w 5137844"/>
                <a:gd name="connsiteY106" fmla="*/ 113407 h 2523948"/>
                <a:gd name="connsiteX107" fmla="*/ 1747978 w 5137844"/>
                <a:gd name="connsiteY107" fmla="*/ 113407 h 2523948"/>
                <a:gd name="connsiteX108" fmla="*/ 1691714 w 5137844"/>
                <a:gd name="connsiteY108" fmla="*/ 113407 h 2523948"/>
                <a:gd name="connsiteX109" fmla="*/ 1573733 w 5137844"/>
                <a:gd name="connsiteY109" fmla="*/ 113407 h 2523948"/>
                <a:gd name="connsiteX110" fmla="*/ 1557478 w 5137844"/>
                <a:gd name="connsiteY110" fmla="*/ 113407 h 2523948"/>
                <a:gd name="connsiteX111" fmla="*/ 1383233 w 5137844"/>
                <a:gd name="connsiteY111" fmla="*/ 113407 h 2523948"/>
                <a:gd name="connsiteX112" fmla="*/ 1354259 w 5137844"/>
                <a:gd name="connsiteY112" fmla="*/ 113407 h 2523948"/>
                <a:gd name="connsiteX113" fmla="*/ 1163759 w 5137844"/>
                <a:gd name="connsiteY113" fmla="*/ 113407 h 2523948"/>
                <a:gd name="connsiteX114" fmla="*/ 1084338 w 5137844"/>
                <a:gd name="connsiteY114" fmla="*/ 113407 h 2523948"/>
                <a:gd name="connsiteX115" fmla="*/ 893838 w 5137844"/>
                <a:gd name="connsiteY115" fmla="*/ 113407 h 2523948"/>
                <a:gd name="connsiteX116" fmla="*/ 690261 w 5137844"/>
                <a:gd name="connsiteY116" fmla="*/ 230339 h 2523948"/>
                <a:gd name="connsiteX117" fmla="*/ 162467 w 5137844"/>
                <a:gd name="connsiteY117" fmla="*/ 1145043 h 2523948"/>
                <a:gd name="connsiteX118" fmla="*/ 135606 w 5137844"/>
                <a:gd name="connsiteY118" fmla="*/ 1261974 h 2523948"/>
                <a:gd name="connsiteX119" fmla="*/ 0 w 5137844"/>
                <a:gd name="connsiteY119" fmla="*/ 1261974 h 2523948"/>
                <a:gd name="connsiteX120" fmla="*/ 29513 w 5137844"/>
                <a:gd name="connsiteY120" fmla="*/ 1133497 h 2523948"/>
                <a:gd name="connsiteX121" fmla="*/ 609420 w 5137844"/>
                <a:gd name="connsiteY121" fmla="*/ 128477 h 2523948"/>
                <a:gd name="connsiteX122" fmla="*/ 833098 w 5137844"/>
                <a:gd name="connsiteY122" fmla="*/ 0 h 2523948"/>
                <a:gd name="connsiteX123" fmla="*/ 1974790 w 5137844"/>
                <a:gd name="connsiteY123" fmla="*/ 0 h 2523948"/>
                <a:gd name="connsiteX124" fmla="*/ 1976098 w 5137844"/>
                <a:gd name="connsiteY124" fmla="*/ 0 h 2523948"/>
                <a:gd name="connsiteX125" fmla="*/ 1990647 w 5137844"/>
                <a:gd name="connsiteY125" fmla="*/ 0 h 2523948"/>
                <a:gd name="connsiteX126" fmla="*/ 1992912 w 5137844"/>
                <a:gd name="connsiteY126" fmla="*/ 0 h 2523948"/>
                <a:gd name="connsiteX127" fmla="*/ 2000379 w 5137844"/>
                <a:gd name="connsiteY127" fmla="*/ 0 h 2523948"/>
                <a:gd name="connsiteX128" fmla="*/ 2180255 w 5137844"/>
                <a:gd name="connsiteY128" fmla="*/ 0 h 2523948"/>
                <a:gd name="connsiteX129" fmla="*/ 2204536 w 5137844"/>
                <a:gd name="connsiteY129" fmla="*/ 0 h 2523948"/>
                <a:gd name="connsiteX130" fmla="*/ 2358928 w 5137844"/>
                <a:gd name="connsiteY130" fmla="*/ 0 h 2523948"/>
                <a:gd name="connsiteX131" fmla="*/ 2383208 w 5137844"/>
                <a:gd name="connsiteY131" fmla="*/ 0 h 2523948"/>
                <a:gd name="connsiteX132" fmla="*/ 2513815 w 5137844"/>
                <a:gd name="connsiteY132" fmla="*/ 0 h 2523948"/>
                <a:gd name="connsiteX133" fmla="*/ 2538095 w 5137844"/>
                <a:gd name="connsiteY133" fmla="*/ 0 h 2523948"/>
                <a:gd name="connsiteX134" fmla="*/ 2646616 w 5137844"/>
                <a:gd name="connsiteY134" fmla="*/ 0 h 2523948"/>
                <a:gd name="connsiteX135" fmla="*/ 2670896 w 5137844"/>
                <a:gd name="connsiteY135" fmla="*/ 0 h 2523948"/>
                <a:gd name="connsiteX136" fmla="*/ 2759029 w 5137844"/>
                <a:gd name="connsiteY136" fmla="*/ 0 h 2523948"/>
                <a:gd name="connsiteX137" fmla="*/ 2783310 w 5137844"/>
                <a:gd name="connsiteY137" fmla="*/ 0 h 2523948"/>
                <a:gd name="connsiteX138" fmla="*/ 2852754 w 5137844"/>
                <a:gd name="connsiteY138" fmla="*/ 0 h 2523948"/>
                <a:gd name="connsiteX139" fmla="*/ 2877035 w 5137844"/>
                <a:gd name="connsiteY139" fmla="*/ 0 h 2523948"/>
                <a:gd name="connsiteX140" fmla="*/ 2929490 w 5137844"/>
                <a:gd name="connsiteY140" fmla="*/ 0 h 2523948"/>
                <a:gd name="connsiteX141" fmla="*/ 2953771 w 5137844"/>
                <a:gd name="connsiteY141" fmla="*/ 0 h 2523948"/>
                <a:gd name="connsiteX142" fmla="*/ 2990936 w 5137844"/>
                <a:gd name="connsiteY142" fmla="*/ 0 h 2523948"/>
                <a:gd name="connsiteX143" fmla="*/ 3015216 w 5137844"/>
                <a:gd name="connsiteY143" fmla="*/ 0 h 2523948"/>
                <a:gd name="connsiteX144" fmla="*/ 3074750 w 5137844"/>
                <a:gd name="connsiteY144" fmla="*/ 0 h 2523948"/>
                <a:gd name="connsiteX145" fmla="*/ 3099031 w 5137844"/>
                <a:gd name="connsiteY145" fmla="*/ 0 h 2523948"/>
                <a:gd name="connsiteX146" fmla="*/ 3117790 w 5137844"/>
                <a:gd name="connsiteY146" fmla="*/ 0 h 2523948"/>
                <a:gd name="connsiteX147" fmla="*/ 3135912 w 5137844"/>
                <a:gd name="connsiteY147" fmla="*/ 0 h 2523948"/>
                <a:gd name="connsiteX148" fmla="*/ 3142071 w 5137844"/>
                <a:gd name="connsiteY148" fmla="*/ 0 h 2523948"/>
                <a:gd name="connsiteX149" fmla="*/ 3143379 w 5137844"/>
                <a:gd name="connsiteY149" fmla="*/ 0 h 2523948"/>
                <a:gd name="connsiteX150" fmla="*/ 3157927 w 5137844"/>
                <a:gd name="connsiteY150" fmla="*/ 0 h 2523948"/>
                <a:gd name="connsiteX151" fmla="*/ 3160193 w 5137844"/>
                <a:gd name="connsiteY151" fmla="*/ 0 h 2523948"/>
                <a:gd name="connsiteX152" fmla="*/ 3347536 w 5137844"/>
                <a:gd name="connsiteY152" fmla="*/ 0 h 2523948"/>
                <a:gd name="connsiteX153" fmla="*/ 4303193 w 5137844"/>
                <a:gd name="connsiteY153" fmla="*/ 0 h 2523948"/>
                <a:gd name="connsiteX154" fmla="*/ 4526872 w 5137844"/>
                <a:gd name="connsiteY154" fmla="*/ 128477 h 2523948"/>
                <a:gd name="connsiteX155" fmla="*/ 5106779 w 5137844"/>
                <a:gd name="connsiteY155" fmla="*/ 1133497 h 2523948"/>
                <a:gd name="connsiteX156" fmla="*/ 5106779 w 5137844"/>
                <a:gd name="connsiteY156" fmla="*/ 1390451 h 2523948"/>
                <a:gd name="connsiteX157" fmla="*/ 4526872 w 5137844"/>
                <a:gd name="connsiteY157" fmla="*/ 2395471 h 2523948"/>
                <a:gd name="connsiteX158" fmla="*/ 4303193 w 5137844"/>
                <a:gd name="connsiteY158" fmla="*/ 2523948 h 2523948"/>
                <a:gd name="connsiteX159" fmla="*/ 3160193 w 5137844"/>
                <a:gd name="connsiteY159" fmla="*/ 2523948 h 2523948"/>
                <a:gd name="connsiteX160" fmla="*/ 3143379 w 5137844"/>
                <a:gd name="connsiteY160" fmla="*/ 2523948 h 2523948"/>
                <a:gd name="connsiteX161" fmla="*/ 3135912 w 5137844"/>
                <a:gd name="connsiteY161" fmla="*/ 2523948 h 2523948"/>
                <a:gd name="connsiteX162" fmla="*/ 2000379 w 5137844"/>
                <a:gd name="connsiteY162" fmla="*/ 2523948 h 2523948"/>
                <a:gd name="connsiteX163" fmla="*/ 1992912 w 5137844"/>
                <a:gd name="connsiteY163" fmla="*/ 2523948 h 2523948"/>
                <a:gd name="connsiteX164" fmla="*/ 1976098 w 5137844"/>
                <a:gd name="connsiteY164" fmla="*/ 2523948 h 2523948"/>
                <a:gd name="connsiteX165" fmla="*/ 833098 w 5137844"/>
                <a:gd name="connsiteY165" fmla="*/ 2523948 h 2523948"/>
                <a:gd name="connsiteX166" fmla="*/ 609420 w 5137844"/>
                <a:gd name="connsiteY166" fmla="*/ 2395471 h 2523948"/>
                <a:gd name="connsiteX167" fmla="*/ 29513 w 5137844"/>
                <a:gd name="connsiteY167" fmla="*/ 1390451 h 2523948"/>
                <a:gd name="connsiteX168" fmla="*/ 0 w 5137844"/>
                <a:gd name="connsiteY168" fmla="*/ 1261974 h 25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5137844" h="2523948">
                  <a:moveTo>
                    <a:pt x="135606" y="1261974"/>
                  </a:moveTo>
                  <a:cubicBezTo>
                    <a:pt x="135606" y="1304409"/>
                    <a:pt x="144559" y="1346843"/>
                    <a:pt x="162467" y="1378906"/>
                  </a:cubicBezTo>
                  <a:cubicBezTo>
                    <a:pt x="162467" y="1378906"/>
                    <a:pt x="162467" y="1378906"/>
                    <a:pt x="690261" y="2293610"/>
                  </a:cubicBezTo>
                  <a:cubicBezTo>
                    <a:pt x="727960" y="2357733"/>
                    <a:pt x="820324" y="2410541"/>
                    <a:pt x="893838" y="2410541"/>
                  </a:cubicBezTo>
                  <a:lnTo>
                    <a:pt x="1084338" y="2410541"/>
                  </a:lnTo>
                  <a:lnTo>
                    <a:pt x="1934122" y="2410541"/>
                  </a:lnTo>
                  <a:lnTo>
                    <a:pt x="1949425" y="2410541"/>
                  </a:lnTo>
                  <a:lnTo>
                    <a:pt x="1956221" y="2410541"/>
                  </a:lnTo>
                  <a:lnTo>
                    <a:pt x="2124622" y="2410541"/>
                  </a:lnTo>
                  <a:lnTo>
                    <a:pt x="2139925" y="2410541"/>
                  </a:lnTo>
                  <a:lnTo>
                    <a:pt x="2146721" y="2410541"/>
                  </a:lnTo>
                  <a:lnTo>
                    <a:pt x="2989710" y="2410541"/>
                  </a:lnTo>
                  <a:lnTo>
                    <a:pt x="2996506" y="2410541"/>
                  </a:lnTo>
                  <a:lnTo>
                    <a:pt x="3011809" y="2410541"/>
                  </a:lnTo>
                  <a:lnTo>
                    <a:pt x="3180210" y="2410541"/>
                  </a:lnTo>
                  <a:lnTo>
                    <a:pt x="3187006" y="2410541"/>
                  </a:lnTo>
                  <a:lnTo>
                    <a:pt x="3202309" y="2410541"/>
                  </a:lnTo>
                  <a:lnTo>
                    <a:pt x="4052093" y="2410541"/>
                  </a:lnTo>
                  <a:lnTo>
                    <a:pt x="4242593" y="2410541"/>
                  </a:lnTo>
                  <a:cubicBezTo>
                    <a:pt x="4317992" y="2410541"/>
                    <a:pt x="4408471" y="2357733"/>
                    <a:pt x="4446171" y="2293610"/>
                  </a:cubicBezTo>
                  <a:cubicBezTo>
                    <a:pt x="4446171" y="2293610"/>
                    <a:pt x="4446171" y="2293610"/>
                    <a:pt x="4973965" y="1378906"/>
                  </a:cubicBezTo>
                  <a:cubicBezTo>
                    <a:pt x="5011664" y="1314782"/>
                    <a:pt x="5011664" y="1209166"/>
                    <a:pt x="4973965" y="1145043"/>
                  </a:cubicBezTo>
                  <a:cubicBezTo>
                    <a:pt x="4973965" y="1145043"/>
                    <a:pt x="4973965" y="1145043"/>
                    <a:pt x="4446171" y="230339"/>
                  </a:cubicBezTo>
                  <a:cubicBezTo>
                    <a:pt x="4408471" y="166215"/>
                    <a:pt x="4317992" y="113407"/>
                    <a:pt x="4242593" y="113407"/>
                  </a:cubicBezTo>
                  <a:cubicBezTo>
                    <a:pt x="4242593" y="113407"/>
                    <a:pt x="4242593" y="113407"/>
                    <a:pt x="4133871" y="113407"/>
                  </a:cubicBezTo>
                  <a:lnTo>
                    <a:pt x="4052093" y="113407"/>
                  </a:lnTo>
                  <a:lnTo>
                    <a:pt x="4050394" y="113407"/>
                  </a:lnTo>
                  <a:lnTo>
                    <a:pt x="4038503" y="113407"/>
                  </a:lnTo>
                  <a:lnTo>
                    <a:pt x="4030245" y="113407"/>
                  </a:lnTo>
                  <a:lnTo>
                    <a:pt x="4006226" y="113407"/>
                  </a:lnTo>
                  <a:lnTo>
                    <a:pt x="3943371" y="113407"/>
                  </a:lnTo>
                  <a:lnTo>
                    <a:pt x="3875656" y="113407"/>
                  </a:lnTo>
                  <a:lnTo>
                    <a:pt x="3839745" y="113407"/>
                  </a:lnTo>
                  <a:lnTo>
                    <a:pt x="3776065" y="113407"/>
                  </a:lnTo>
                  <a:lnTo>
                    <a:pt x="3685156" y="113407"/>
                  </a:lnTo>
                  <a:lnTo>
                    <a:pt x="3659911" y="113407"/>
                  </a:lnTo>
                  <a:lnTo>
                    <a:pt x="3585565" y="113407"/>
                  </a:lnTo>
                  <a:lnTo>
                    <a:pt x="3525919" y="113407"/>
                  </a:lnTo>
                  <a:lnTo>
                    <a:pt x="3469411" y="113407"/>
                  </a:lnTo>
                  <a:lnTo>
                    <a:pt x="3372816" y="113407"/>
                  </a:lnTo>
                  <a:lnTo>
                    <a:pt x="3335419" y="113407"/>
                  </a:lnTo>
                  <a:lnTo>
                    <a:pt x="3202309" y="113407"/>
                  </a:lnTo>
                  <a:lnTo>
                    <a:pt x="3200246" y="113407"/>
                  </a:lnTo>
                  <a:lnTo>
                    <a:pt x="3187006" y="113407"/>
                  </a:lnTo>
                  <a:lnTo>
                    <a:pt x="3185815" y="113407"/>
                  </a:lnTo>
                  <a:lnTo>
                    <a:pt x="3182316" y="113407"/>
                  </a:lnTo>
                  <a:lnTo>
                    <a:pt x="3180210" y="113407"/>
                  </a:lnTo>
                  <a:cubicBezTo>
                    <a:pt x="3180210" y="113407"/>
                    <a:pt x="3180210" y="113407"/>
                    <a:pt x="3163716" y="113407"/>
                  </a:cubicBezTo>
                  <a:lnTo>
                    <a:pt x="3146643" y="113407"/>
                  </a:lnTo>
                  <a:lnTo>
                    <a:pt x="3124544" y="113407"/>
                  </a:lnTo>
                  <a:lnTo>
                    <a:pt x="3070360" y="113407"/>
                  </a:lnTo>
                  <a:lnTo>
                    <a:pt x="3048262" y="113407"/>
                  </a:lnTo>
                  <a:lnTo>
                    <a:pt x="3014437" y="113407"/>
                  </a:lnTo>
                  <a:lnTo>
                    <a:pt x="3011809" y="113407"/>
                  </a:lnTo>
                  <a:lnTo>
                    <a:pt x="3009746" y="113407"/>
                  </a:lnTo>
                  <a:lnTo>
                    <a:pt x="2996506" y="113407"/>
                  </a:lnTo>
                  <a:lnTo>
                    <a:pt x="2995315" y="113407"/>
                  </a:lnTo>
                  <a:lnTo>
                    <a:pt x="2992338" y="113407"/>
                  </a:lnTo>
                  <a:lnTo>
                    <a:pt x="2989710" y="113407"/>
                  </a:lnTo>
                  <a:lnTo>
                    <a:pt x="2987648" y="113407"/>
                  </a:lnTo>
                  <a:lnTo>
                    <a:pt x="2973216" y="113407"/>
                  </a:lnTo>
                  <a:lnTo>
                    <a:pt x="2956143" y="113407"/>
                  </a:lnTo>
                  <a:lnTo>
                    <a:pt x="2944597" y="113407"/>
                  </a:lnTo>
                  <a:lnTo>
                    <a:pt x="2934044" y="113407"/>
                  </a:lnTo>
                  <a:lnTo>
                    <a:pt x="2922498" y="113407"/>
                  </a:lnTo>
                  <a:lnTo>
                    <a:pt x="2879860" y="113407"/>
                  </a:lnTo>
                  <a:lnTo>
                    <a:pt x="2859294" y="113407"/>
                  </a:lnTo>
                  <a:lnTo>
                    <a:pt x="2857762" y="113407"/>
                  </a:lnTo>
                  <a:lnTo>
                    <a:pt x="2837195" y="113407"/>
                  </a:lnTo>
                  <a:lnTo>
                    <a:pt x="2823937" y="113407"/>
                  </a:lnTo>
                  <a:lnTo>
                    <a:pt x="2801838" y="113407"/>
                  </a:lnTo>
                  <a:lnTo>
                    <a:pt x="2756982" y="113407"/>
                  </a:lnTo>
                  <a:lnTo>
                    <a:pt x="2754097" y="113407"/>
                  </a:lnTo>
                  <a:lnTo>
                    <a:pt x="2734884" y="113407"/>
                  </a:lnTo>
                  <a:lnTo>
                    <a:pt x="2731998" y="113407"/>
                  </a:lnTo>
                  <a:lnTo>
                    <a:pt x="2668794" y="113407"/>
                  </a:lnTo>
                  <a:lnTo>
                    <a:pt x="2646695" y="113407"/>
                  </a:lnTo>
                  <a:lnTo>
                    <a:pt x="2636115" y="113407"/>
                  </a:lnTo>
                  <a:lnTo>
                    <a:pt x="2614017" y="113407"/>
                  </a:lnTo>
                  <a:lnTo>
                    <a:pt x="2566482" y="113407"/>
                  </a:lnTo>
                  <a:lnTo>
                    <a:pt x="2544384" y="113407"/>
                  </a:lnTo>
                  <a:lnTo>
                    <a:pt x="2495147" y="113407"/>
                  </a:lnTo>
                  <a:lnTo>
                    <a:pt x="2473049" y="113407"/>
                  </a:lnTo>
                  <a:lnTo>
                    <a:pt x="2445615" y="113407"/>
                  </a:lnTo>
                  <a:lnTo>
                    <a:pt x="2423517" y="113407"/>
                  </a:lnTo>
                  <a:lnTo>
                    <a:pt x="2332532" y="113407"/>
                  </a:lnTo>
                  <a:lnTo>
                    <a:pt x="2310433" y="113407"/>
                  </a:lnTo>
                  <a:lnTo>
                    <a:pt x="2304647" y="113407"/>
                  </a:lnTo>
                  <a:lnTo>
                    <a:pt x="2282549" y="113407"/>
                  </a:lnTo>
                  <a:lnTo>
                    <a:pt x="2146721" y="113407"/>
                  </a:lnTo>
                  <a:lnTo>
                    <a:pt x="2142032" y="113407"/>
                  </a:lnTo>
                  <a:lnTo>
                    <a:pt x="2139925" y="113407"/>
                  </a:lnTo>
                  <a:lnTo>
                    <a:pt x="2137864" y="113407"/>
                  </a:lnTo>
                  <a:lnTo>
                    <a:pt x="2124622" y="113407"/>
                  </a:lnTo>
                  <a:lnTo>
                    <a:pt x="2123432" y="113407"/>
                  </a:lnTo>
                  <a:lnTo>
                    <a:pt x="2119933" y="113407"/>
                  </a:lnTo>
                  <a:lnTo>
                    <a:pt x="2097049" y="113407"/>
                  </a:lnTo>
                  <a:cubicBezTo>
                    <a:pt x="2073661" y="113407"/>
                    <a:pt x="2037517" y="113407"/>
                    <a:pt x="1981658" y="113407"/>
                  </a:cubicBezTo>
                  <a:lnTo>
                    <a:pt x="1956221" y="113407"/>
                  </a:lnTo>
                  <a:lnTo>
                    <a:pt x="1949425" y="113407"/>
                  </a:lnTo>
                  <a:lnTo>
                    <a:pt x="1947364" y="113407"/>
                  </a:lnTo>
                  <a:lnTo>
                    <a:pt x="1934122" y="113407"/>
                  </a:lnTo>
                  <a:lnTo>
                    <a:pt x="1932932" y="113407"/>
                  </a:lnTo>
                  <a:lnTo>
                    <a:pt x="1906549" y="113407"/>
                  </a:lnTo>
                  <a:lnTo>
                    <a:pt x="1882214" y="113407"/>
                  </a:lnTo>
                  <a:lnTo>
                    <a:pt x="1861030" y="113407"/>
                  </a:lnTo>
                  <a:lnTo>
                    <a:pt x="1791158" y="113407"/>
                  </a:lnTo>
                  <a:lnTo>
                    <a:pt x="1747978" y="113407"/>
                  </a:lnTo>
                  <a:lnTo>
                    <a:pt x="1691714" y="113407"/>
                  </a:lnTo>
                  <a:lnTo>
                    <a:pt x="1573733" y="113407"/>
                  </a:lnTo>
                  <a:lnTo>
                    <a:pt x="1557478" y="113407"/>
                  </a:lnTo>
                  <a:lnTo>
                    <a:pt x="1383233" y="113407"/>
                  </a:lnTo>
                  <a:lnTo>
                    <a:pt x="1354259" y="113407"/>
                  </a:lnTo>
                  <a:lnTo>
                    <a:pt x="1163759" y="113407"/>
                  </a:lnTo>
                  <a:lnTo>
                    <a:pt x="1084338" y="113407"/>
                  </a:lnTo>
                  <a:lnTo>
                    <a:pt x="893838" y="113407"/>
                  </a:lnTo>
                  <a:cubicBezTo>
                    <a:pt x="820324" y="113407"/>
                    <a:pt x="727960" y="166215"/>
                    <a:pt x="690261" y="230339"/>
                  </a:cubicBezTo>
                  <a:cubicBezTo>
                    <a:pt x="690261" y="230339"/>
                    <a:pt x="690261" y="230339"/>
                    <a:pt x="162467" y="1145043"/>
                  </a:cubicBezTo>
                  <a:cubicBezTo>
                    <a:pt x="144559" y="1177105"/>
                    <a:pt x="135606" y="1219539"/>
                    <a:pt x="135606" y="1261974"/>
                  </a:cubicBezTo>
                  <a:close/>
                  <a:moveTo>
                    <a:pt x="0" y="1261974"/>
                  </a:moveTo>
                  <a:cubicBezTo>
                    <a:pt x="0" y="1215349"/>
                    <a:pt x="9837" y="1168725"/>
                    <a:pt x="29513" y="1133497"/>
                  </a:cubicBezTo>
                  <a:cubicBezTo>
                    <a:pt x="609420" y="128477"/>
                    <a:pt x="609420" y="128477"/>
                    <a:pt x="609420" y="128477"/>
                  </a:cubicBezTo>
                  <a:cubicBezTo>
                    <a:pt x="650842" y="58022"/>
                    <a:pt x="752325" y="0"/>
                    <a:pt x="833098" y="0"/>
                  </a:cubicBezTo>
                  <a:cubicBezTo>
                    <a:pt x="1702959" y="0"/>
                    <a:pt x="1920424" y="0"/>
                    <a:pt x="1974790" y="0"/>
                  </a:cubicBezTo>
                  <a:lnTo>
                    <a:pt x="1976098" y="0"/>
                  </a:lnTo>
                  <a:lnTo>
                    <a:pt x="1990647" y="0"/>
                  </a:lnTo>
                  <a:lnTo>
                    <a:pt x="1992912" y="0"/>
                  </a:lnTo>
                  <a:lnTo>
                    <a:pt x="2000379" y="0"/>
                  </a:lnTo>
                  <a:lnTo>
                    <a:pt x="2180255" y="0"/>
                  </a:lnTo>
                  <a:lnTo>
                    <a:pt x="2204536" y="0"/>
                  </a:lnTo>
                  <a:lnTo>
                    <a:pt x="2358928" y="0"/>
                  </a:lnTo>
                  <a:lnTo>
                    <a:pt x="2383208" y="0"/>
                  </a:lnTo>
                  <a:lnTo>
                    <a:pt x="2513815" y="0"/>
                  </a:lnTo>
                  <a:lnTo>
                    <a:pt x="2538095" y="0"/>
                  </a:lnTo>
                  <a:lnTo>
                    <a:pt x="2646616" y="0"/>
                  </a:lnTo>
                  <a:lnTo>
                    <a:pt x="2670896" y="0"/>
                  </a:lnTo>
                  <a:lnTo>
                    <a:pt x="2759029" y="0"/>
                  </a:lnTo>
                  <a:lnTo>
                    <a:pt x="2783310" y="0"/>
                  </a:lnTo>
                  <a:lnTo>
                    <a:pt x="2852754" y="0"/>
                  </a:lnTo>
                  <a:lnTo>
                    <a:pt x="2877035" y="0"/>
                  </a:lnTo>
                  <a:lnTo>
                    <a:pt x="2929490" y="0"/>
                  </a:lnTo>
                  <a:lnTo>
                    <a:pt x="2953771" y="0"/>
                  </a:lnTo>
                  <a:lnTo>
                    <a:pt x="2990936" y="0"/>
                  </a:lnTo>
                  <a:lnTo>
                    <a:pt x="3015216" y="0"/>
                  </a:lnTo>
                  <a:lnTo>
                    <a:pt x="3074750" y="0"/>
                  </a:lnTo>
                  <a:lnTo>
                    <a:pt x="3099031" y="0"/>
                  </a:lnTo>
                  <a:lnTo>
                    <a:pt x="3117790" y="0"/>
                  </a:lnTo>
                  <a:cubicBezTo>
                    <a:pt x="3135912" y="0"/>
                    <a:pt x="3135912" y="0"/>
                    <a:pt x="3135912" y="0"/>
                  </a:cubicBezTo>
                  <a:lnTo>
                    <a:pt x="3142071" y="0"/>
                  </a:lnTo>
                  <a:lnTo>
                    <a:pt x="3143379" y="0"/>
                  </a:lnTo>
                  <a:lnTo>
                    <a:pt x="3157927" y="0"/>
                  </a:lnTo>
                  <a:lnTo>
                    <a:pt x="3160193" y="0"/>
                  </a:lnTo>
                  <a:lnTo>
                    <a:pt x="3347536" y="0"/>
                  </a:lnTo>
                  <a:cubicBezTo>
                    <a:pt x="4303193" y="0"/>
                    <a:pt x="4303193" y="0"/>
                    <a:pt x="4303193" y="0"/>
                  </a:cubicBezTo>
                  <a:cubicBezTo>
                    <a:pt x="4386037" y="0"/>
                    <a:pt x="4485449" y="58022"/>
                    <a:pt x="4526872" y="128477"/>
                  </a:cubicBezTo>
                  <a:cubicBezTo>
                    <a:pt x="5106779" y="1133497"/>
                    <a:pt x="5106779" y="1133497"/>
                    <a:pt x="5106779" y="1133497"/>
                  </a:cubicBezTo>
                  <a:cubicBezTo>
                    <a:pt x="5148200" y="1203952"/>
                    <a:pt x="5148200" y="1319996"/>
                    <a:pt x="5106779" y="1390451"/>
                  </a:cubicBezTo>
                  <a:cubicBezTo>
                    <a:pt x="4526872" y="2395471"/>
                    <a:pt x="4526872" y="2395471"/>
                    <a:pt x="4526872" y="2395471"/>
                  </a:cubicBezTo>
                  <a:cubicBezTo>
                    <a:pt x="4485449" y="2465926"/>
                    <a:pt x="4386037" y="2523948"/>
                    <a:pt x="4303193" y="2523948"/>
                  </a:cubicBezTo>
                  <a:lnTo>
                    <a:pt x="3160193" y="2523948"/>
                  </a:lnTo>
                  <a:lnTo>
                    <a:pt x="3143379" y="2523948"/>
                  </a:lnTo>
                  <a:lnTo>
                    <a:pt x="3135912" y="2523948"/>
                  </a:lnTo>
                  <a:lnTo>
                    <a:pt x="2000379" y="2523948"/>
                  </a:lnTo>
                  <a:lnTo>
                    <a:pt x="1992912" y="2523948"/>
                  </a:lnTo>
                  <a:lnTo>
                    <a:pt x="1976098" y="2523948"/>
                  </a:lnTo>
                  <a:lnTo>
                    <a:pt x="833098" y="2523948"/>
                  </a:lnTo>
                  <a:cubicBezTo>
                    <a:pt x="752325" y="2523948"/>
                    <a:pt x="650842" y="2465926"/>
                    <a:pt x="609420" y="2395471"/>
                  </a:cubicBezTo>
                  <a:cubicBezTo>
                    <a:pt x="29513" y="1390451"/>
                    <a:pt x="29513" y="1390451"/>
                    <a:pt x="29513" y="1390451"/>
                  </a:cubicBezTo>
                  <a:cubicBezTo>
                    <a:pt x="9837" y="1355223"/>
                    <a:pt x="0" y="1308599"/>
                    <a:pt x="0" y="1261974"/>
                  </a:cubicBezTo>
                  <a:close/>
                </a:path>
              </a:pathLst>
            </a:custGeom>
            <a:solidFill>
              <a:srgbClr val="C5CDD8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800" dirty="0">
                <a:solidFill>
                  <a:prstClr val="black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EBEF7C57-4BC3-4796-9C72-CC57DCB9FC94}"/>
                </a:ext>
              </a:extLst>
            </p:cNvPr>
            <p:cNvSpPr/>
            <p:nvPr/>
          </p:nvSpPr>
          <p:spPr>
            <a:xfrm>
              <a:off x="773540" y="2423160"/>
              <a:ext cx="2376264" cy="626712"/>
            </a:xfrm>
            <a:prstGeom prst="rect">
              <a:avLst/>
            </a:prstGeom>
            <a:solidFill>
              <a:srgbClr val="C5CDD8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63ED1FDF-86ED-43C1-9408-3F0282F7C84D}"/>
              </a:ext>
            </a:extLst>
          </p:cNvPr>
          <p:cNvSpPr txBox="1"/>
          <p:nvPr/>
        </p:nvSpPr>
        <p:spPr>
          <a:xfrm>
            <a:off x="1884353" y="3186576"/>
            <a:ext cx="1659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There are many variate of passages of Lorem Ipsum available, but the majority have suffered alteration in some form, by injected </a:t>
            </a:r>
            <a:r>
              <a:rPr lang="en-US" altLang="zh-CN" sz="10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humour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Lorem Ipsum available, but the majority have suffered </a:t>
            </a:r>
            <a:r>
              <a:rPr lang="en-US" altLang="zh-CN" sz="10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completedby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injected classical Latin 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6C39A66-D3EF-4528-B93E-519CDB0F9AD9}"/>
              </a:ext>
            </a:extLst>
          </p:cNvPr>
          <p:cNvGrpSpPr/>
          <p:nvPr/>
        </p:nvGrpSpPr>
        <p:grpSpPr>
          <a:xfrm>
            <a:off x="3950457" y="1627269"/>
            <a:ext cx="2088233" cy="4250886"/>
            <a:chOff x="699698" y="1340769"/>
            <a:chExt cx="2523948" cy="5137844"/>
          </a:xfrm>
          <a:solidFill>
            <a:srgbClr val="ABC0D1"/>
          </a:solidFill>
        </p:grpSpPr>
        <p:sp>
          <p:nvSpPr>
            <p:cNvPr id="53" name="任意多边形 17">
              <a:extLst>
                <a:ext uri="{FF2B5EF4-FFF2-40B4-BE49-F238E27FC236}">
                  <a16:creationId xmlns:a16="http://schemas.microsoft.com/office/drawing/2014/main" id="{541D722F-6114-4867-B622-E5DF3C3E170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-607250" y="2647717"/>
              <a:ext cx="5137844" cy="2523948"/>
            </a:xfrm>
            <a:custGeom>
              <a:avLst/>
              <a:gdLst>
                <a:gd name="connsiteX0" fmla="*/ 135606 w 5137844"/>
                <a:gd name="connsiteY0" fmla="*/ 1261974 h 2523948"/>
                <a:gd name="connsiteX1" fmla="*/ 162467 w 5137844"/>
                <a:gd name="connsiteY1" fmla="*/ 1378906 h 2523948"/>
                <a:gd name="connsiteX2" fmla="*/ 690261 w 5137844"/>
                <a:gd name="connsiteY2" fmla="*/ 2293610 h 2523948"/>
                <a:gd name="connsiteX3" fmla="*/ 893838 w 5137844"/>
                <a:gd name="connsiteY3" fmla="*/ 2410541 h 2523948"/>
                <a:gd name="connsiteX4" fmla="*/ 1084338 w 5137844"/>
                <a:gd name="connsiteY4" fmla="*/ 2410541 h 2523948"/>
                <a:gd name="connsiteX5" fmla="*/ 1934122 w 5137844"/>
                <a:gd name="connsiteY5" fmla="*/ 2410541 h 2523948"/>
                <a:gd name="connsiteX6" fmla="*/ 1949425 w 5137844"/>
                <a:gd name="connsiteY6" fmla="*/ 2410541 h 2523948"/>
                <a:gd name="connsiteX7" fmla="*/ 1956221 w 5137844"/>
                <a:gd name="connsiteY7" fmla="*/ 2410541 h 2523948"/>
                <a:gd name="connsiteX8" fmla="*/ 2124622 w 5137844"/>
                <a:gd name="connsiteY8" fmla="*/ 2410541 h 2523948"/>
                <a:gd name="connsiteX9" fmla="*/ 2139925 w 5137844"/>
                <a:gd name="connsiteY9" fmla="*/ 2410541 h 2523948"/>
                <a:gd name="connsiteX10" fmla="*/ 2146721 w 5137844"/>
                <a:gd name="connsiteY10" fmla="*/ 2410541 h 2523948"/>
                <a:gd name="connsiteX11" fmla="*/ 2989710 w 5137844"/>
                <a:gd name="connsiteY11" fmla="*/ 2410541 h 2523948"/>
                <a:gd name="connsiteX12" fmla="*/ 2996506 w 5137844"/>
                <a:gd name="connsiteY12" fmla="*/ 2410541 h 2523948"/>
                <a:gd name="connsiteX13" fmla="*/ 3011809 w 5137844"/>
                <a:gd name="connsiteY13" fmla="*/ 2410541 h 2523948"/>
                <a:gd name="connsiteX14" fmla="*/ 3180210 w 5137844"/>
                <a:gd name="connsiteY14" fmla="*/ 2410541 h 2523948"/>
                <a:gd name="connsiteX15" fmla="*/ 3187006 w 5137844"/>
                <a:gd name="connsiteY15" fmla="*/ 2410541 h 2523948"/>
                <a:gd name="connsiteX16" fmla="*/ 3202309 w 5137844"/>
                <a:gd name="connsiteY16" fmla="*/ 2410541 h 2523948"/>
                <a:gd name="connsiteX17" fmla="*/ 4052093 w 5137844"/>
                <a:gd name="connsiteY17" fmla="*/ 2410541 h 2523948"/>
                <a:gd name="connsiteX18" fmla="*/ 4242593 w 5137844"/>
                <a:gd name="connsiteY18" fmla="*/ 2410541 h 2523948"/>
                <a:gd name="connsiteX19" fmla="*/ 4446171 w 5137844"/>
                <a:gd name="connsiteY19" fmla="*/ 2293610 h 2523948"/>
                <a:gd name="connsiteX20" fmla="*/ 4973965 w 5137844"/>
                <a:gd name="connsiteY20" fmla="*/ 1378906 h 2523948"/>
                <a:gd name="connsiteX21" fmla="*/ 4973965 w 5137844"/>
                <a:gd name="connsiteY21" fmla="*/ 1145043 h 2523948"/>
                <a:gd name="connsiteX22" fmla="*/ 4446171 w 5137844"/>
                <a:gd name="connsiteY22" fmla="*/ 230339 h 2523948"/>
                <a:gd name="connsiteX23" fmla="*/ 4242593 w 5137844"/>
                <a:gd name="connsiteY23" fmla="*/ 113407 h 2523948"/>
                <a:gd name="connsiteX24" fmla="*/ 4133871 w 5137844"/>
                <a:gd name="connsiteY24" fmla="*/ 113407 h 2523948"/>
                <a:gd name="connsiteX25" fmla="*/ 4052093 w 5137844"/>
                <a:gd name="connsiteY25" fmla="*/ 113407 h 2523948"/>
                <a:gd name="connsiteX26" fmla="*/ 4050394 w 5137844"/>
                <a:gd name="connsiteY26" fmla="*/ 113407 h 2523948"/>
                <a:gd name="connsiteX27" fmla="*/ 4038503 w 5137844"/>
                <a:gd name="connsiteY27" fmla="*/ 113407 h 2523948"/>
                <a:gd name="connsiteX28" fmla="*/ 4030245 w 5137844"/>
                <a:gd name="connsiteY28" fmla="*/ 113407 h 2523948"/>
                <a:gd name="connsiteX29" fmla="*/ 4006226 w 5137844"/>
                <a:gd name="connsiteY29" fmla="*/ 113407 h 2523948"/>
                <a:gd name="connsiteX30" fmla="*/ 3943371 w 5137844"/>
                <a:gd name="connsiteY30" fmla="*/ 113407 h 2523948"/>
                <a:gd name="connsiteX31" fmla="*/ 3875656 w 5137844"/>
                <a:gd name="connsiteY31" fmla="*/ 113407 h 2523948"/>
                <a:gd name="connsiteX32" fmla="*/ 3839745 w 5137844"/>
                <a:gd name="connsiteY32" fmla="*/ 113407 h 2523948"/>
                <a:gd name="connsiteX33" fmla="*/ 3776065 w 5137844"/>
                <a:gd name="connsiteY33" fmla="*/ 113407 h 2523948"/>
                <a:gd name="connsiteX34" fmla="*/ 3685156 w 5137844"/>
                <a:gd name="connsiteY34" fmla="*/ 113407 h 2523948"/>
                <a:gd name="connsiteX35" fmla="*/ 3659911 w 5137844"/>
                <a:gd name="connsiteY35" fmla="*/ 113407 h 2523948"/>
                <a:gd name="connsiteX36" fmla="*/ 3585565 w 5137844"/>
                <a:gd name="connsiteY36" fmla="*/ 113407 h 2523948"/>
                <a:gd name="connsiteX37" fmla="*/ 3525919 w 5137844"/>
                <a:gd name="connsiteY37" fmla="*/ 113407 h 2523948"/>
                <a:gd name="connsiteX38" fmla="*/ 3469411 w 5137844"/>
                <a:gd name="connsiteY38" fmla="*/ 113407 h 2523948"/>
                <a:gd name="connsiteX39" fmla="*/ 3372816 w 5137844"/>
                <a:gd name="connsiteY39" fmla="*/ 113407 h 2523948"/>
                <a:gd name="connsiteX40" fmla="*/ 3335419 w 5137844"/>
                <a:gd name="connsiteY40" fmla="*/ 113407 h 2523948"/>
                <a:gd name="connsiteX41" fmla="*/ 3202309 w 5137844"/>
                <a:gd name="connsiteY41" fmla="*/ 113407 h 2523948"/>
                <a:gd name="connsiteX42" fmla="*/ 3200246 w 5137844"/>
                <a:gd name="connsiteY42" fmla="*/ 113407 h 2523948"/>
                <a:gd name="connsiteX43" fmla="*/ 3187006 w 5137844"/>
                <a:gd name="connsiteY43" fmla="*/ 113407 h 2523948"/>
                <a:gd name="connsiteX44" fmla="*/ 3185815 w 5137844"/>
                <a:gd name="connsiteY44" fmla="*/ 113407 h 2523948"/>
                <a:gd name="connsiteX45" fmla="*/ 3182316 w 5137844"/>
                <a:gd name="connsiteY45" fmla="*/ 113407 h 2523948"/>
                <a:gd name="connsiteX46" fmla="*/ 3180210 w 5137844"/>
                <a:gd name="connsiteY46" fmla="*/ 113407 h 2523948"/>
                <a:gd name="connsiteX47" fmla="*/ 3163716 w 5137844"/>
                <a:gd name="connsiteY47" fmla="*/ 113407 h 2523948"/>
                <a:gd name="connsiteX48" fmla="*/ 3146643 w 5137844"/>
                <a:gd name="connsiteY48" fmla="*/ 113407 h 2523948"/>
                <a:gd name="connsiteX49" fmla="*/ 3124544 w 5137844"/>
                <a:gd name="connsiteY49" fmla="*/ 113407 h 2523948"/>
                <a:gd name="connsiteX50" fmla="*/ 3070360 w 5137844"/>
                <a:gd name="connsiteY50" fmla="*/ 113407 h 2523948"/>
                <a:gd name="connsiteX51" fmla="*/ 3048262 w 5137844"/>
                <a:gd name="connsiteY51" fmla="*/ 113407 h 2523948"/>
                <a:gd name="connsiteX52" fmla="*/ 3014437 w 5137844"/>
                <a:gd name="connsiteY52" fmla="*/ 113407 h 2523948"/>
                <a:gd name="connsiteX53" fmla="*/ 3011809 w 5137844"/>
                <a:gd name="connsiteY53" fmla="*/ 113407 h 2523948"/>
                <a:gd name="connsiteX54" fmla="*/ 3009746 w 5137844"/>
                <a:gd name="connsiteY54" fmla="*/ 113407 h 2523948"/>
                <a:gd name="connsiteX55" fmla="*/ 2996506 w 5137844"/>
                <a:gd name="connsiteY55" fmla="*/ 113407 h 2523948"/>
                <a:gd name="connsiteX56" fmla="*/ 2995315 w 5137844"/>
                <a:gd name="connsiteY56" fmla="*/ 113407 h 2523948"/>
                <a:gd name="connsiteX57" fmla="*/ 2992338 w 5137844"/>
                <a:gd name="connsiteY57" fmla="*/ 113407 h 2523948"/>
                <a:gd name="connsiteX58" fmla="*/ 2989710 w 5137844"/>
                <a:gd name="connsiteY58" fmla="*/ 113407 h 2523948"/>
                <a:gd name="connsiteX59" fmla="*/ 2987648 w 5137844"/>
                <a:gd name="connsiteY59" fmla="*/ 113407 h 2523948"/>
                <a:gd name="connsiteX60" fmla="*/ 2973216 w 5137844"/>
                <a:gd name="connsiteY60" fmla="*/ 113407 h 2523948"/>
                <a:gd name="connsiteX61" fmla="*/ 2956143 w 5137844"/>
                <a:gd name="connsiteY61" fmla="*/ 113407 h 2523948"/>
                <a:gd name="connsiteX62" fmla="*/ 2944597 w 5137844"/>
                <a:gd name="connsiteY62" fmla="*/ 113407 h 2523948"/>
                <a:gd name="connsiteX63" fmla="*/ 2934044 w 5137844"/>
                <a:gd name="connsiteY63" fmla="*/ 113407 h 2523948"/>
                <a:gd name="connsiteX64" fmla="*/ 2922498 w 5137844"/>
                <a:gd name="connsiteY64" fmla="*/ 113407 h 2523948"/>
                <a:gd name="connsiteX65" fmla="*/ 2879860 w 5137844"/>
                <a:gd name="connsiteY65" fmla="*/ 113407 h 2523948"/>
                <a:gd name="connsiteX66" fmla="*/ 2859294 w 5137844"/>
                <a:gd name="connsiteY66" fmla="*/ 113407 h 2523948"/>
                <a:gd name="connsiteX67" fmla="*/ 2857762 w 5137844"/>
                <a:gd name="connsiteY67" fmla="*/ 113407 h 2523948"/>
                <a:gd name="connsiteX68" fmla="*/ 2837195 w 5137844"/>
                <a:gd name="connsiteY68" fmla="*/ 113407 h 2523948"/>
                <a:gd name="connsiteX69" fmla="*/ 2823937 w 5137844"/>
                <a:gd name="connsiteY69" fmla="*/ 113407 h 2523948"/>
                <a:gd name="connsiteX70" fmla="*/ 2801838 w 5137844"/>
                <a:gd name="connsiteY70" fmla="*/ 113407 h 2523948"/>
                <a:gd name="connsiteX71" fmla="*/ 2756982 w 5137844"/>
                <a:gd name="connsiteY71" fmla="*/ 113407 h 2523948"/>
                <a:gd name="connsiteX72" fmla="*/ 2754097 w 5137844"/>
                <a:gd name="connsiteY72" fmla="*/ 113407 h 2523948"/>
                <a:gd name="connsiteX73" fmla="*/ 2734884 w 5137844"/>
                <a:gd name="connsiteY73" fmla="*/ 113407 h 2523948"/>
                <a:gd name="connsiteX74" fmla="*/ 2731998 w 5137844"/>
                <a:gd name="connsiteY74" fmla="*/ 113407 h 2523948"/>
                <a:gd name="connsiteX75" fmla="*/ 2668794 w 5137844"/>
                <a:gd name="connsiteY75" fmla="*/ 113407 h 2523948"/>
                <a:gd name="connsiteX76" fmla="*/ 2646695 w 5137844"/>
                <a:gd name="connsiteY76" fmla="*/ 113407 h 2523948"/>
                <a:gd name="connsiteX77" fmla="*/ 2636115 w 5137844"/>
                <a:gd name="connsiteY77" fmla="*/ 113407 h 2523948"/>
                <a:gd name="connsiteX78" fmla="*/ 2614017 w 5137844"/>
                <a:gd name="connsiteY78" fmla="*/ 113407 h 2523948"/>
                <a:gd name="connsiteX79" fmla="*/ 2566482 w 5137844"/>
                <a:gd name="connsiteY79" fmla="*/ 113407 h 2523948"/>
                <a:gd name="connsiteX80" fmla="*/ 2544384 w 5137844"/>
                <a:gd name="connsiteY80" fmla="*/ 113407 h 2523948"/>
                <a:gd name="connsiteX81" fmla="*/ 2495147 w 5137844"/>
                <a:gd name="connsiteY81" fmla="*/ 113407 h 2523948"/>
                <a:gd name="connsiteX82" fmla="*/ 2473049 w 5137844"/>
                <a:gd name="connsiteY82" fmla="*/ 113407 h 2523948"/>
                <a:gd name="connsiteX83" fmla="*/ 2445615 w 5137844"/>
                <a:gd name="connsiteY83" fmla="*/ 113407 h 2523948"/>
                <a:gd name="connsiteX84" fmla="*/ 2423517 w 5137844"/>
                <a:gd name="connsiteY84" fmla="*/ 113407 h 2523948"/>
                <a:gd name="connsiteX85" fmla="*/ 2332532 w 5137844"/>
                <a:gd name="connsiteY85" fmla="*/ 113407 h 2523948"/>
                <a:gd name="connsiteX86" fmla="*/ 2310433 w 5137844"/>
                <a:gd name="connsiteY86" fmla="*/ 113407 h 2523948"/>
                <a:gd name="connsiteX87" fmla="*/ 2304647 w 5137844"/>
                <a:gd name="connsiteY87" fmla="*/ 113407 h 2523948"/>
                <a:gd name="connsiteX88" fmla="*/ 2282549 w 5137844"/>
                <a:gd name="connsiteY88" fmla="*/ 113407 h 2523948"/>
                <a:gd name="connsiteX89" fmla="*/ 2146721 w 5137844"/>
                <a:gd name="connsiteY89" fmla="*/ 113407 h 2523948"/>
                <a:gd name="connsiteX90" fmla="*/ 2142032 w 5137844"/>
                <a:gd name="connsiteY90" fmla="*/ 113407 h 2523948"/>
                <a:gd name="connsiteX91" fmla="*/ 2139925 w 5137844"/>
                <a:gd name="connsiteY91" fmla="*/ 113407 h 2523948"/>
                <a:gd name="connsiteX92" fmla="*/ 2137864 w 5137844"/>
                <a:gd name="connsiteY92" fmla="*/ 113407 h 2523948"/>
                <a:gd name="connsiteX93" fmla="*/ 2124622 w 5137844"/>
                <a:gd name="connsiteY93" fmla="*/ 113407 h 2523948"/>
                <a:gd name="connsiteX94" fmla="*/ 2123432 w 5137844"/>
                <a:gd name="connsiteY94" fmla="*/ 113407 h 2523948"/>
                <a:gd name="connsiteX95" fmla="*/ 2119933 w 5137844"/>
                <a:gd name="connsiteY95" fmla="*/ 113407 h 2523948"/>
                <a:gd name="connsiteX96" fmla="*/ 2097049 w 5137844"/>
                <a:gd name="connsiteY96" fmla="*/ 113407 h 2523948"/>
                <a:gd name="connsiteX97" fmla="*/ 1981658 w 5137844"/>
                <a:gd name="connsiteY97" fmla="*/ 113407 h 2523948"/>
                <a:gd name="connsiteX98" fmla="*/ 1956221 w 5137844"/>
                <a:gd name="connsiteY98" fmla="*/ 113407 h 2523948"/>
                <a:gd name="connsiteX99" fmla="*/ 1949425 w 5137844"/>
                <a:gd name="connsiteY99" fmla="*/ 113407 h 2523948"/>
                <a:gd name="connsiteX100" fmla="*/ 1947364 w 5137844"/>
                <a:gd name="connsiteY100" fmla="*/ 113407 h 2523948"/>
                <a:gd name="connsiteX101" fmla="*/ 1934122 w 5137844"/>
                <a:gd name="connsiteY101" fmla="*/ 113407 h 2523948"/>
                <a:gd name="connsiteX102" fmla="*/ 1932932 w 5137844"/>
                <a:gd name="connsiteY102" fmla="*/ 113407 h 2523948"/>
                <a:gd name="connsiteX103" fmla="*/ 1906549 w 5137844"/>
                <a:gd name="connsiteY103" fmla="*/ 113407 h 2523948"/>
                <a:gd name="connsiteX104" fmla="*/ 1882214 w 5137844"/>
                <a:gd name="connsiteY104" fmla="*/ 113407 h 2523948"/>
                <a:gd name="connsiteX105" fmla="*/ 1861030 w 5137844"/>
                <a:gd name="connsiteY105" fmla="*/ 113407 h 2523948"/>
                <a:gd name="connsiteX106" fmla="*/ 1791158 w 5137844"/>
                <a:gd name="connsiteY106" fmla="*/ 113407 h 2523948"/>
                <a:gd name="connsiteX107" fmla="*/ 1747978 w 5137844"/>
                <a:gd name="connsiteY107" fmla="*/ 113407 h 2523948"/>
                <a:gd name="connsiteX108" fmla="*/ 1691714 w 5137844"/>
                <a:gd name="connsiteY108" fmla="*/ 113407 h 2523948"/>
                <a:gd name="connsiteX109" fmla="*/ 1573733 w 5137844"/>
                <a:gd name="connsiteY109" fmla="*/ 113407 h 2523948"/>
                <a:gd name="connsiteX110" fmla="*/ 1557478 w 5137844"/>
                <a:gd name="connsiteY110" fmla="*/ 113407 h 2523948"/>
                <a:gd name="connsiteX111" fmla="*/ 1383233 w 5137844"/>
                <a:gd name="connsiteY111" fmla="*/ 113407 h 2523948"/>
                <a:gd name="connsiteX112" fmla="*/ 1354259 w 5137844"/>
                <a:gd name="connsiteY112" fmla="*/ 113407 h 2523948"/>
                <a:gd name="connsiteX113" fmla="*/ 1163759 w 5137844"/>
                <a:gd name="connsiteY113" fmla="*/ 113407 h 2523948"/>
                <a:gd name="connsiteX114" fmla="*/ 1084338 w 5137844"/>
                <a:gd name="connsiteY114" fmla="*/ 113407 h 2523948"/>
                <a:gd name="connsiteX115" fmla="*/ 893838 w 5137844"/>
                <a:gd name="connsiteY115" fmla="*/ 113407 h 2523948"/>
                <a:gd name="connsiteX116" fmla="*/ 690261 w 5137844"/>
                <a:gd name="connsiteY116" fmla="*/ 230339 h 2523948"/>
                <a:gd name="connsiteX117" fmla="*/ 162467 w 5137844"/>
                <a:gd name="connsiteY117" fmla="*/ 1145043 h 2523948"/>
                <a:gd name="connsiteX118" fmla="*/ 135606 w 5137844"/>
                <a:gd name="connsiteY118" fmla="*/ 1261974 h 2523948"/>
                <a:gd name="connsiteX119" fmla="*/ 0 w 5137844"/>
                <a:gd name="connsiteY119" fmla="*/ 1261974 h 2523948"/>
                <a:gd name="connsiteX120" fmla="*/ 29513 w 5137844"/>
                <a:gd name="connsiteY120" fmla="*/ 1133497 h 2523948"/>
                <a:gd name="connsiteX121" fmla="*/ 609420 w 5137844"/>
                <a:gd name="connsiteY121" fmla="*/ 128477 h 2523948"/>
                <a:gd name="connsiteX122" fmla="*/ 833098 w 5137844"/>
                <a:gd name="connsiteY122" fmla="*/ 0 h 2523948"/>
                <a:gd name="connsiteX123" fmla="*/ 1974790 w 5137844"/>
                <a:gd name="connsiteY123" fmla="*/ 0 h 2523948"/>
                <a:gd name="connsiteX124" fmla="*/ 1976098 w 5137844"/>
                <a:gd name="connsiteY124" fmla="*/ 0 h 2523948"/>
                <a:gd name="connsiteX125" fmla="*/ 1990647 w 5137844"/>
                <a:gd name="connsiteY125" fmla="*/ 0 h 2523948"/>
                <a:gd name="connsiteX126" fmla="*/ 1992912 w 5137844"/>
                <a:gd name="connsiteY126" fmla="*/ 0 h 2523948"/>
                <a:gd name="connsiteX127" fmla="*/ 2000379 w 5137844"/>
                <a:gd name="connsiteY127" fmla="*/ 0 h 2523948"/>
                <a:gd name="connsiteX128" fmla="*/ 2180255 w 5137844"/>
                <a:gd name="connsiteY128" fmla="*/ 0 h 2523948"/>
                <a:gd name="connsiteX129" fmla="*/ 2204536 w 5137844"/>
                <a:gd name="connsiteY129" fmla="*/ 0 h 2523948"/>
                <a:gd name="connsiteX130" fmla="*/ 2358928 w 5137844"/>
                <a:gd name="connsiteY130" fmla="*/ 0 h 2523948"/>
                <a:gd name="connsiteX131" fmla="*/ 2383208 w 5137844"/>
                <a:gd name="connsiteY131" fmla="*/ 0 h 2523948"/>
                <a:gd name="connsiteX132" fmla="*/ 2513815 w 5137844"/>
                <a:gd name="connsiteY132" fmla="*/ 0 h 2523948"/>
                <a:gd name="connsiteX133" fmla="*/ 2538095 w 5137844"/>
                <a:gd name="connsiteY133" fmla="*/ 0 h 2523948"/>
                <a:gd name="connsiteX134" fmla="*/ 2646616 w 5137844"/>
                <a:gd name="connsiteY134" fmla="*/ 0 h 2523948"/>
                <a:gd name="connsiteX135" fmla="*/ 2670896 w 5137844"/>
                <a:gd name="connsiteY135" fmla="*/ 0 h 2523948"/>
                <a:gd name="connsiteX136" fmla="*/ 2759029 w 5137844"/>
                <a:gd name="connsiteY136" fmla="*/ 0 h 2523948"/>
                <a:gd name="connsiteX137" fmla="*/ 2783310 w 5137844"/>
                <a:gd name="connsiteY137" fmla="*/ 0 h 2523948"/>
                <a:gd name="connsiteX138" fmla="*/ 2852754 w 5137844"/>
                <a:gd name="connsiteY138" fmla="*/ 0 h 2523948"/>
                <a:gd name="connsiteX139" fmla="*/ 2877035 w 5137844"/>
                <a:gd name="connsiteY139" fmla="*/ 0 h 2523948"/>
                <a:gd name="connsiteX140" fmla="*/ 2929490 w 5137844"/>
                <a:gd name="connsiteY140" fmla="*/ 0 h 2523948"/>
                <a:gd name="connsiteX141" fmla="*/ 2953771 w 5137844"/>
                <a:gd name="connsiteY141" fmla="*/ 0 h 2523948"/>
                <a:gd name="connsiteX142" fmla="*/ 2990936 w 5137844"/>
                <a:gd name="connsiteY142" fmla="*/ 0 h 2523948"/>
                <a:gd name="connsiteX143" fmla="*/ 3015216 w 5137844"/>
                <a:gd name="connsiteY143" fmla="*/ 0 h 2523948"/>
                <a:gd name="connsiteX144" fmla="*/ 3074750 w 5137844"/>
                <a:gd name="connsiteY144" fmla="*/ 0 h 2523948"/>
                <a:gd name="connsiteX145" fmla="*/ 3099031 w 5137844"/>
                <a:gd name="connsiteY145" fmla="*/ 0 h 2523948"/>
                <a:gd name="connsiteX146" fmla="*/ 3117790 w 5137844"/>
                <a:gd name="connsiteY146" fmla="*/ 0 h 2523948"/>
                <a:gd name="connsiteX147" fmla="*/ 3135912 w 5137844"/>
                <a:gd name="connsiteY147" fmla="*/ 0 h 2523948"/>
                <a:gd name="connsiteX148" fmla="*/ 3142071 w 5137844"/>
                <a:gd name="connsiteY148" fmla="*/ 0 h 2523948"/>
                <a:gd name="connsiteX149" fmla="*/ 3143379 w 5137844"/>
                <a:gd name="connsiteY149" fmla="*/ 0 h 2523948"/>
                <a:gd name="connsiteX150" fmla="*/ 3157927 w 5137844"/>
                <a:gd name="connsiteY150" fmla="*/ 0 h 2523948"/>
                <a:gd name="connsiteX151" fmla="*/ 3160193 w 5137844"/>
                <a:gd name="connsiteY151" fmla="*/ 0 h 2523948"/>
                <a:gd name="connsiteX152" fmla="*/ 3347536 w 5137844"/>
                <a:gd name="connsiteY152" fmla="*/ 0 h 2523948"/>
                <a:gd name="connsiteX153" fmla="*/ 4303193 w 5137844"/>
                <a:gd name="connsiteY153" fmla="*/ 0 h 2523948"/>
                <a:gd name="connsiteX154" fmla="*/ 4526872 w 5137844"/>
                <a:gd name="connsiteY154" fmla="*/ 128477 h 2523948"/>
                <a:gd name="connsiteX155" fmla="*/ 5106779 w 5137844"/>
                <a:gd name="connsiteY155" fmla="*/ 1133497 h 2523948"/>
                <a:gd name="connsiteX156" fmla="*/ 5106779 w 5137844"/>
                <a:gd name="connsiteY156" fmla="*/ 1390451 h 2523948"/>
                <a:gd name="connsiteX157" fmla="*/ 4526872 w 5137844"/>
                <a:gd name="connsiteY157" fmla="*/ 2395471 h 2523948"/>
                <a:gd name="connsiteX158" fmla="*/ 4303193 w 5137844"/>
                <a:gd name="connsiteY158" fmla="*/ 2523948 h 2523948"/>
                <a:gd name="connsiteX159" fmla="*/ 3160193 w 5137844"/>
                <a:gd name="connsiteY159" fmla="*/ 2523948 h 2523948"/>
                <a:gd name="connsiteX160" fmla="*/ 3143379 w 5137844"/>
                <a:gd name="connsiteY160" fmla="*/ 2523948 h 2523948"/>
                <a:gd name="connsiteX161" fmla="*/ 3135912 w 5137844"/>
                <a:gd name="connsiteY161" fmla="*/ 2523948 h 2523948"/>
                <a:gd name="connsiteX162" fmla="*/ 2000379 w 5137844"/>
                <a:gd name="connsiteY162" fmla="*/ 2523948 h 2523948"/>
                <a:gd name="connsiteX163" fmla="*/ 1992912 w 5137844"/>
                <a:gd name="connsiteY163" fmla="*/ 2523948 h 2523948"/>
                <a:gd name="connsiteX164" fmla="*/ 1976098 w 5137844"/>
                <a:gd name="connsiteY164" fmla="*/ 2523948 h 2523948"/>
                <a:gd name="connsiteX165" fmla="*/ 833098 w 5137844"/>
                <a:gd name="connsiteY165" fmla="*/ 2523948 h 2523948"/>
                <a:gd name="connsiteX166" fmla="*/ 609420 w 5137844"/>
                <a:gd name="connsiteY166" fmla="*/ 2395471 h 2523948"/>
                <a:gd name="connsiteX167" fmla="*/ 29513 w 5137844"/>
                <a:gd name="connsiteY167" fmla="*/ 1390451 h 2523948"/>
                <a:gd name="connsiteX168" fmla="*/ 0 w 5137844"/>
                <a:gd name="connsiteY168" fmla="*/ 1261974 h 25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5137844" h="2523948">
                  <a:moveTo>
                    <a:pt x="135606" y="1261974"/>
                  </a:moveTo>
                  <a:cubicBezTo>
                    <a:pt x="135606" y="1304409"/>
                    <a:pt x="144559" y="1346843"/>
                    <a:pt x="162467" y="1378906"/>
                  </a:cubicBezTo>
                  <a:cubicBezTo>
                    <a:pt x="162467" y="1378906"/>
                    <a:pt x="162467" y="1378906"/>
                    <a:pt x="690261" y="2293610"/>
                  </a:cubicBezTo>
                  <a:cubicBezTo>
                    <a:pt x="727960" y="2357733"/>
                    <a:pt x="820324" y="2410541"/>
                    <a:pt x="893838" y="2410541"/>
                  </a:cubicBezTo>
                  <a:lnTo>
                    <a:pt x="1084338" y="2410541"/>
                  </a:lnTo>
                  <a:lnTo>
                    <a:pt x="1934122" y="2410541"/>
                  </a:lnTo>
                  <a:lnTo>
                    <a:pt x="1949425" y="2410541"/>
                  </a:lnTo>
                  <a:lnTo>
                    <a:pt x="1956221" y="2410541"/>
                  </a:lnTo>
                  <a:lnTo>
                    <a:pt x="2124622" y="2410541"/>
                  </a:lnTo>
                  <a:lnTo>
                    <a:pt x="2139925" y="2410541"/>
                  </a:lnTo>
                  <a:lnTo>
                    <a:pt x="2146721" y="2410541"/>
                  </a:lnTo>
                  <a:lnTo>
                    <a:pt x="2989710" y="2410541"/>
                  </a:lnTo>
                  <a:lnTo>
                    <a:pt x="2996506" y="2410541"/>
                  </a:lnTo>
                  <a:lnTo>
                    <a:pt x="3011809" y="2410541"/>
                  </a:lnTo>
                  <a:lnTo>
                    <a:pt x="3180210" y="2410541"/>
                  </a:lnTo>
                  <a:lnTo>
                    <a:pt x="3187006" y="2410541"/>
                  </a:lnTo>
                  <a:lnTo>
                    <a:pt x="3202309" y="2410541"/>
                  </a:lnTo>
                  <a:lnTo>
                    <a:pt x="4052093" y="2410541"/>
                  </a:lnTo>
                  <a:lnTo>
                    <a:pt x="4242593" y="2410541"/>
                  </a:lnTo>
                  <a:cubicBezTo>
                    <a:pt x="4317992" y="2410541"/>
                    <a:pt x="4408471" y="2357733"/>
                    <a:pt x="4446171" y="2293610"/>
                  </a:cubicBezTo>
                  <a:cubicBezTo>
                    <a:pt x="4446171" y="2293610"/>
                    <a:pt x="4446171" y="2293610"/>
                    <a:pt x="4973965" y="1378906"/>
                  </a:cubicBezTo>
                  <a:cubicBezTo>
                    <a:pt x="5011664" y="1314782"/>
                    <a:pt x="5011664" y="1209166"/>
                    <a:pt x="4973965" y="1145043"/>
                  </a:cubicBezTo>
                  <a:cubicBezTo>
                    <a:pt x="4973965" y="1145043"/>
                    <a:pt x="4973965" y="1145043"/>
                    <a:pt x="4446171" y="230339"/>
                  </a:cubicBezTo>
                  <a:cubicBezTo>
                    <a:pt x="4408471" y="166215"/>
                    <a:pt x="4317992" y="113407"/>
                    <a:pt x="4242593" y="113407"/>
                  </a:cubicBezTo>
                  <a:cubicBezTo>
                    <a:pt x="4242593" y="113407"/>
                    <a:pt x="4242593" y="113407"/>
                    <a:pt x="4133871" y="113407"/>
                  </a:cubicBezTo>
                  <a:lnTo>
                    <a:pt x="4052093" y="113407"/>
                  </a:lnTo>
                  <a:lnTo>
                    <a:pt x="4050394" y="113407"/>
                  </a:lnTo>
                  <a:lnTo>
                    <a:pt x="4038503" y="113407"/>
                  </a:lnTo>
                  <a:lnTo>
                    <a:pt x="4030245" y="113407"/>
                  </a:lnTo>
                  <a:lnTo>
                    <a:pt x="4006226" y="113407"/>
                  </a:lnTo>
                  <a:lnTo>
                    <a:pt x="3943371" y="113407"/>
                  </a:lnTo>
                  <a:lnTo>
                    <a:pt x="3875656" y="113407"/>
                  </a:lnTo>
                  <a:lnTo>
                    <a:pt x="3839745" y="113407"/>
                  </a:lnTo>
                  <a:lnTo>
                    <a:pt x="3776065" y="113407"/>
                  </a:lnTo>
                  <a:lnTo>
                    <a:pt x="3685156" y="113407"/>
                  </a:lnTo>
                  <a:lnTo>
                    <a:pt x="3659911" y="113407"/>
                  </a:lnTo>
                  <a:lnTo>
                    <a:pt x="3585565" y="113407"/>
                  </a:lnTo>
                  <a:lnTo>
                    <a:pt x="3525919" y="113407"/>
                  </a:lnTo>
                  <a:lnTo>
                    <a:pt x="3469411" y="113407"/>
                  </a:lnTo>
                  <a:lnTo>
                    <a:pt x="3372816" y="113407"/>
                  </a:lnTo>
                  <a:lnTo>
                    <a:pt x="3335419" y="113407"/>
                  </a:lnTo>
                  <a:lnTo>
                    <a:pt x="3202309" y="113407"/>
                  </a:lnTo>
                  <a:lnTo>
                    <a:pt x="3200246" y="113407"/>
                  </a:lnTo>
                  <a:lnTo>
                    <a:pt x="3187006" y="113407"/>
                  </a:lnTo>
                  <a:lnTo>
                    <a:pt x="3185815" y="113407"/>
                  </a:lnTo>
                  <a:lnTo>
                    <a:pt x="3182316" y="113407"/>
                  </a:lnTo>
                  <a:lnTo>
                    <a:pt x="3180210" y="113407"/>
                  </a:lnTo>
                  <a:cubicBezTo>
                    <a:pt x="3180210" y="113407"/>
                    <a:pt x="3180210" y="113407"/>
                    <a:pt x="3163716" y="113407"/>
                  </a:cubicBezTo>
                  <a:lnTo>
                    <a:pt x="3146643" y="113407"/>
                  </a:lnTo>
                  <a:lnTo>
                    <a:pt x="3124544" y="113407"/>
                  </a:lnTo>
                  <a:lnTo>
                    <a:pt x="3070360" y="113407"/>
                  </a:lnTo>
                  <a:lnTo>
                    <a:pt x="3048262" y="113407"/>
                  </a:lnTo>
                  <a:lnTo>
                    <a:pt x="3014437" y="113407"/>
                  </a:lnTo>
                  <a:lnTo>
                    <a:pt x="3011809" y="113407"/>
                  </a:lnTo>
                  <a:lnTo>
                    <a:pt x="3009746" y="113407"/>
                  </a:lnTo>
                  <a:lnTo>
                    <a:pt x="2996506" y="113407"/>
                  </a:lnTo>
                  <a:lnTo>
                    <a:pt x="2995315" y="113407"/>
                  </a:lnTo>
                  <a:lnTo>
                    <a:pt x="2992338" y="113407"/>
                  </a:lnTo>
                  <a:lnTo>
                    <a:pt x="2989710" y="113407"/>
                  </a:lnTo>
                  <a:lnTo>
                    <a:pt x="2987648" y="113407"/>
                  </a:lnTo>
                  <a:lnTo>
                    <a:pt x="2973216" y="113407"/>
                  </a:lnTo>
                  <a:lnTo>
                    <a:pt x="2956143" y="113407"/>
                  </a:lnTo>
                  <a:lnTo>
                    <a:pt x="2944597" y="113407"/>
                  </a:lnTo>
                  <a:lnTo>
                    <a:pt x="2934044" y="113407"/>
                  </a:lnTo>
                  <a:lnTo>
                    <a:pt x="2922498" y="113407"/>
                  </a:lnTo>
                  <a:lnTo>
                    <a:pt x="2879860" y="113407"/>
                  </a:lnTo>
                  <a:lnTo>
                    <a:pt x="2859294" y="113407"/>
                  </a:lnTo>
                  <a:lnTo>
                    <a:pt x="2857762" y="113407"/>
                  </a:lnTo>
                  <a:lnTo>
                    <a:pt x="2837195" y="113407"/>
                  </a:lnTo>
                  <a:lnTo>
                    <a:pt x="2823937" y="113407"/>
                  </a:lnTo>
                  <a:lnTo>
                    <a:pt x="2801838" y="113407"/>
                  </a:lnTo>
                  <a:lnTo>
                    <a:pt x="2756982" y="113407"/>
                  </a:lnTo>
                  <a:lnTo>
                    <a:pt x="2754097" y="113407"/>
                  </a:lnTo>
                  <a:lnTo>
                    <a:pt x="2734884" y="113407"/>
                  </a:lnTo>
                  <a:lnTo>
                    <a:pt x="2731998" y="113407"/>
                  </a:lnTo>
                  <a:lnTo>
                    <a:pt x="2668794" y="113407"/>
                  </a:lnTo>
                  <a:lnTo>
                    <a:pt x="2646695" y="113407"/>
                  </a:lnTo>
                  <a:lnTo>
                    <a:pt x="2636115" y="113407"/>
                  </a:lnTo>
                  <a:lnTo>
                    <a:pt x="2614017" y="113407"/>
                  </a:lnTo>
                  <a:lnTo>
                    <a:pt x="2566482" y="113407"/>
                  </a:lnTo>
                  <a:lnTo>
                    <a:pt x="2544384" y="113407"/>
                  </a:lnTo>
                  <a:lnTo>
                    <a:pt x="2495147" y="113407"/>
                  </a:lnTo>
                  <a:lnTo>
                    <a:pt x="2473049" y="113407"/>
                  </a:lnTo>
                  <a:lnTo>
                    <a:pt x="2445615" y="113407"/>
                  </a:lnTo>
                  <a:lnTo>
                    <a:pt x="2423517" y="113407"/>
                  </a:lnTo>
                  <a:lnTo>
                    <a:pt x="2332532" y="113407"/>
                  </a:lnTo>
                  <a:lnTo>
                    <a:pt x="2310433" y="113407"/>
                  </a:lnTo>
                  <a:lnTo>
                    <a:pt x="2304647" y="113407"/>
                  </a:lnTo>
                  <a:lnTo>
                    <a:pt x="2282549" y="113407"/>
                  </a:lnTo>
                  <a:lnTo>
                    <a:pt x="2146721" y="113407"/>
                  </a:lnTo>
                  <a:lnTo>
                    <a:pt x="2142032" y="113407"/>
                  </a:lnTo>
                  <a:lnTo>
                    <a:pt x="2139925" y="113407"/>
                  </a:lnTo>
                  <a:lnTo>
                    <a:pt x="2137864" y="113407"/>
                  </a:lnTo>
                  <a:lnTo>
                    <a:pt x="2124622" y="113407"/>
                  </a:lnTo>
                  <a:lnTo>
                    <a:pt x="2123432" y="113407"/>
                  </a:lnTo>
                  <a:lnTo>
                    <a:pt x="2119933" y="113407"/>
                  </a:lnTo>
                  <a:lnTo>
                    <a:pt x="2097049" y="113407"/>
                  </a:lnTo>
                  <a:cubicBezTo>
                    <a:pt x="2073661" y="113407"/>
                    <a:pt x="2037517" y="113407"/>
                    <a:pt x="1981658" y="113407"/>
                  </a:cubicBezTo>
                  <a:lnTo>
                    <a:pt x="1956221" y="113407"/>
                  </a:lnTo>
                  <a:lnTo>
                    <a:pt x="1949425" y="113407"/>
                  </a:lnTo>
                  <a:lnTo>
                    <a:pt x="1947364" y="113407"/>
                  </a:lnTo>
                  <a:lnTo>
                    <a:pt x="1934122" y="113407"/>
                  </a:lnTo>
                  <a:lnTo>
                    <a:pt x="1932932" y="113407"/>
                  </a:lnTo>
                  <a:lnTo>
                    <a:pt x="1906549" y="113407"/>
                  </a:lnTo>
                  <a:lnTo>
                    <a:pt x="1882214" y="113407"/>
                  </a:lnTo>
                  <a:lnTo>
                    <a:pt x="1861030" y="113407"/>
                  </a:lnTo>
                  <a:lnTo>
                    <a:pt x="1791158" y="113407"/>
                  </a:lnTo>
                  <a:lnTo>
                    <a:pt x="1747978" y="113407"/>
                  </a:lnTo>
                  <a:lnTo>
                    <a:pt x="1691714" y="113407"/>
                  </a:lnTo>
                  <a:lnTo>
                    <a:pt x="1573733" y="113407"/>
                  </a:lnTo>
                  <a:lnTo>
                    <a:pt x="1557478" y="113407"/>
                  </a:lnTo>
                  <a:lnTo>
                    <a:pt x="1383233" y="113407"/>
                  </a:lnTo>
                  <a:lnTo>
                    <a:pt x="1354259" y="113407"/>
                  </a:lnTo>
                  <a:lnTo>
                    <a:pt x="1163759" y="113407"/>
                  </a:lnTo>
                  <a:lnTo>
                    <a:pt x="1084338" y="113407"/>
                  </a:lnTo>
                  <a:lnTo>
                    <a:pt x="893838" y="113407"/>
                  </a:lnTo>
                  <a:cubicBezTo>
                    <a:pt x="820324" y="113407"/>
                    <a:pt x="727960" y="166215"/>
                    <a:pt x="690261" y="230339"/>
                  </a:cubicBezTo>
                  <a:cubicBezTo>
                    <a:pt x="690261" y="230339"/>
                    <a:pt x="690261" y="230339"/>
                    <a:pt x="162467" y="1145043"/>
                  </a:cubicBezTo>
                  <a:cubicBezTo>
                    <a:pt x="144559" y="1177105"/>
                    <a:pt x="135606" y="1219539"/>
                    <a:pt x="135606" y="1261974"/>
                  </a:cubicBezTo>
                  <a:close/>
                  <a:moveTo>
                    <a:pt x="0" y="1261974"/>
                  </a:moveTo>
                  <a:cubicBezTo>
                    <a:pt x="0" y="1215349"/>
                    <a:pt x="9837" y="1168725"/>
                    <a:pt x="29513" y="1133497"/>
                  </a:cubicBezTo>
                  <a:cubicBezTo>
                    <a:pt x="609420" y="128477"/>
                    <a:pt x="609420" y="128477"/>
                    <a:pt x="609420" y="128477"/>
                  </a:cubicBezTo>
                  <a:cubicBezTo>
                    <a:pt x="650842" y="58022"/>
                    <a:pt x="752325" y="0"/>
                    <a:pt x="833098" y="0"/>
                  </a:cubicBezTo>
                  <a:cubicBezTo>
                    <a:pt x="1702959" y="0"/>
                    <a:pt x="1920424" y="0"/>
                    <a:pt x="1974790" y="0"/>
                  </a:cubicBezTo>
                  <a:lnTo>
                    <a:pt x="1976098" y="0"/>
                  </a:lnTo>
                  <a:lnTo>
                    <a:pt x="1990647" y="0"/>
                  </a:lnTo>
                  <a:lnTo>
                    <a:pt x="1992912" y="0"/>
                  </a:lnTo>
                  <a:lnTo>
                    <a:pt x="2000379" y="0"/>
                  </a:lnTo>
                  <a:lnTo>
                    <a:pt x="2180255" y="0"/>
                  </a:lnTo>
                  <a:lnTo>
                    <a:pt x="2204536" y="0"/>
                  </a:lnTo>
                  <a:lnTo>
                    <a:pt x="2358928" y="0"/>
                  </a:lnTo>
                  <a:lnTo>
                    <a:pt x="2383208" y="0"/>
                  </a:lnTo>
                  <a:lnTo>
                    <a:pt x="2513815" y="0"/>
                  </a:lnTo>
                  <a:lnTo>
                    <a:pt x="2538095" y="0"/>
                  </a:lnTo>
                  <a:lnTo>
                    <a:pt x="2646616" y="0"/>
                  </a:lnTo>
                  <a:lnTo>
                    <a:pt x="2670896" y="0"/>
                  </a:lnTo>
                  <a:lnTo>
                    <a:pt x="2759029" y="0"/>
                  </a:lnTo>
                  <a:lnTo>
                    <a:pt x="2783310" y="0"/>
                  </a:lnTo>
                  <a:lnTo>
                    <a:pt x="2852754" y="0"/>
                  </a:lnTo>
                  <a:lnTo>
                    <a:pt x="2877035" y="0"/>
                  </a:lnTo>
                  <a:lnTo>
                    <a:pt x="2929490" y="0"/>
                  </a:lnTo>
                  <a:lnTo>
                    <a:pt x="2953771" y="0"/>
                  </a:lnTo>
                  <a:lnTo>
                    <a:pt x="2990936" y="0"/>
                  </a:lnTo>
                  <a:lnTo>
                    <a:pt x="3015216" y="0"/>
                  </a:lnTo>
                  <a:lnTo>
                    <a:pt x="3074750" y="0"/>
                  </a:lnTo>
                  <a:lnTo>
                    <a:pt x="3099031" y="0"/>
                  </a:lnTo>
                  <a:lnTo>
                    <a:pt x="3117790" y="0"/>
                  </a:lnTo>
                  <a:cubicBezTo>
                    <a:pt x="3135912" y="0"/>
                    <a:pt x="3135912" y="0"/>
                    <a:pt x="3135912" y="0"/>
                  </a:cubicBezTo>
                  <a:lnTo>
                    <a:pt x="3142071" y="0"/>
                  </a:lnTo>
                  <a:lnTo>
                    <a:pt x="3143379" y="0"/>
                  </a:lnTo>
                  <a:lnTo>
                    <a:pt x="3157927" y="0"/>
                  </a:lnTo>
                  <a:lnTo>
                    <a:pt x="3160193" y="0"/>
                  </a:lnTo>
                  <a:lnTo>
                    <a:pt x="3347536" y="0"/>
                  </a:lnTo>
                  <a:cubicBezTo>
                    <a:pt x="4303193" y="0"/>
                    <a:pt x="4303193" y="0"/>
                    <a:pt x="4303193" y="0"/>
                  </a:cubicBezTo>
                  <a:cubicBezTo>
                    <a:pt x="4386037" y="0"/>
                    <a:pt x="4485449" y="58022"/>
                    <a:pt x="4526872" y="128477"/>
                  </a:cubicBezTo>
                  <a:cubicBezTo>
                    <a:pt x="5106779" y="1133497"/>
                    <a:pt x="5106779" y="1133497"/>
                    <a:pt x="5106779" y="1133497"/>
                  </a:cubicBezTo>
                  <a:cubicBezTo>
                    <a:pt x="5148200" y="1203952"/>
                    <a:pt x="5148200" y="1319996"/>
                    <a:pt x="5106779" y="1390451"/>
                  </a:cubicBezTo>
                  <a:cubicBezTo>
                    <a:pt x="4526872" y="2395471"/>
                    <a:pt x="4526872" y="2395471"/>
                    <a:pt x="4526872" y="2395471"/>
                  </a:cubicBezTo>
                  <a:cubicBezTo>
                    <a:pt x="4485449" y="2465926"/>
                    <a:pt x="4386037" y="2523948"/>
                    <a:pt x="4303193" y="2523948"/>
                  </a:cubicBezTo>
                  <a:lnTo>
                    <a:pt x="3160193" y="2523948"/>
                  </a:lnTo>
                  <a:lnTo>
                    <a:pt x="3143379" y="2523948"/>
                  </a:lnTo>
                  <a:lnTo>
                    <a:pt x="3135912" y="2523948"/>
                  </a:lnTo>
                  <a:lnTo>
                    <a:pt x="2000379" y="2523948"/>
                  </a:lnTo>
                  <a:lnTo>
                    <a:pt x="1992912" y="2523948"/>
                  </a:lnTo>
                  <a:lnTo>
                    <a:pt x="1976098" y="2523948"/>
                  </a:lnTo>
                  <a:lnTo>
                    <a:pt x="833098" y="2523948"/>
                  </a:lnTo>
                  <a:cubicBezTo>
                    <a:pt x="752325" y="2523948"/>
                    <a:pt x="650842" y="2465926"/>
                    <a:pt x="609420" y="2395471"/>
                  </a:cubicBezTo>
                  <a:cubicBezTo>
                    <a:pt x="29513" y="1390451"/>
                    <a:pt x="29513" y="1390451"/>
                    <a:pt x="29513" y="1390451"/>
                  </a:cubicBezTo>
                  <a:cubicBezTo>
                    <a:pt x="9837" y="1355223"/>
                    <a:pt x="0" y="1308599"/>
                    <a:pt x="0" y="126197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800" dirty="0">
                <a:solidFill>
                  <a:prstClr val="black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632900D9-0B1A-48C1-AFE9-BF99A36030A1}"/>
                </a:ext>
              </a:extLst>
            </p:cNvPr>
            <p:cNvSpPr/>
            <p:nvPr/>
          </p:nvSpPr>
          <p:spPr>
            <a:xfrm>
              <a:off x="773540" y="2423160"/>
              <a:ext cx="2376264" cy="626712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1E4DA4EE-8158-4F34-9F69-62F95EFF1877}"/>
              </a:ext>
            </a:extLst>
          </p:cNvPr>
          <p:cNvSpPr txBox="1"/>
          <p:nvPr/>
        </p:nvSpPr>
        <p:spPr>
          <a:xfrm>
            <a:off x="4165072" y="3186576"/>
            <a:ext cx="1659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There are many variate of passages of Lorem Ipsum available, but the majority have suffered alteration in some form, by injected </a:t>
            </a:r>
            <a:r>
              <a:rPr lang="en-US" altLang="zh-CN" sz="10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humour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Lorem Ipsum available, but the majority have suffered </a:t>
            </a:r>
            <a:r>
              <a:rPr lang="en-US" altLang="zh-CN" sz="10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completedby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injected classical Latin 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5EBFA82-CE3B-427D-B912-9CCEDD97CE92}"/>
              </a:ext>
            </a:extLst>
          </p:cNvPr>
          <p:cNvGrpSpPr/>
          <p:nvPr/>
        </p:nvGrpSpPr>
        <p:grpSpPr>
          <a:xfrm>
            <a:off x="6231177" y="1627269"/>
            <a:ext cx="2088233" cy="4250886"/>
            <a:chOff x="699698" y="1340769"/>
            <a:chExt cx="2523948" cy="5137844"/>
          </a:xfrm>
          <a:solidFill>
            <a:srgbClr val="ABC0D1"/>
          </a:solidFill>
        </p:grpSpPr>
        <p:sp>
          <p:nvSpPr>
            <p:cNvPr id="60" name="任意多边形 23">
              <a:extLst>
                <a:ext uri="{FF2B5EF4-FFF2-40B4-BE49-F238E27FC236}">
                  <a16:creationId xmlns:a16="http://schemas.microsoft.com/office/drawing/2014/main" id="{3B551FEC-223D-4296-A51B-7554DBE97AB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-607250" y="2647717"/>
              <a:ext cx="5137844" cy="2523948"/>
            </a:xfrm>
            <a:custGeom>
              <a:avLst/>
              <a:gdLst>
                <a:gd name="connsiteX0" fmla="*/ 135606 w 5137844"/>
                <a:gd name="connsiteY0" fmla="*/ 1261974 h 2523948"/>
                <a:gd name="connsiteX1" fmla="*/ 162467 w 5137844"/>
                <a:gd name="connsiteY1" fmla="*/ 1378906 h 2523948"/>
                <a:gd name="connsiteX2" fmla="*/ 690261 w 5137844"/>
                <a:gd name="connsiteY2" fmla="*/ 2293610 h 2523948"/>
                <a:gd name="connsiteX3" fmla="*/ 893838 w 5137844"/>
                <a:gd name="connsiteY3" fmla="*/ 2410541 h 2523948"/>
                <a:gd name="connsiteX4" fmla="*/ 1084338 w 5137844"/>
                <a:gd name="connsiteY4" fmla="*/ 2410541 h 2523948"/>
                <a:gd name="connsiteX5" fmla="*/ 1934122 w 5137844"/>
                <a:gd name="connsiteY5" fmla="*/ 2410541 h 2523948"/>
                <a:gd name="connsiteX6" fmla="*/ 1949425 w 5137844"/>
                <a:gd name="connsiteY6" fmla="*/ 2410541 h 2523948"/>
                <a:gd name="connsiteX7" fmla="*/ 1956221 w 5137844"/>
                <a:gd name="connsiteY7" fmla="*/ 2410541 h 2523948"/>
                <a:gd name="connsiteX8" fmla="*/ 2124622 w 5137844"/>
                <a:gd name="connsiteY8" fmla="*/ 2410541 h 2523948"/>
                <a:gd name="connsiteX9" fmla="*/ 2139925 w 5137844"/>
                <a:gd name="connsiteY9" fmla="*/ 2410541 h 2523948"/>
                <a:gd name="connsiteX10" fmla="*/ 2146721 w 5137844"/>
                <a:gd name="connsiteY10" fmla="*/ 2410541 h 2523948"/>
                <a:gd name="connsiteX11" fmla="*/ 2989710 w 5137844"/>
                <a:gd name="connsiteY11" fmla="*/ 2410541 h 2523948"/>
                <a:gd name="connsiteX12" fmla="*/ 2996506 w 5137844"/>
                <a:gd name="connsiteY12" fmla="*/ 2410541 h 2523948"/>
                <a:gd name="connsiteX13" fmla="*/ 3011809 w 5137844"/>
                <a:gd name="connsiteY13" fmla="*/ 2410541 h 2523948"/>
                <a:gd name="connsiteX14" fmla="*/ 3180210 w 5137844"/>
                <a:gd name="connsiteY14" fmla="*/ 2410541 h 2523948"/>
                <a:gd name="connsiteX15" fmla="*/ 3187006 w 5137844"/>
                <a:gd name="connsiteY15" fmla="*/ 2410541 h 2523948"/>
                <a:gd name="connsiteX16" fmla="*/ 3202309 w 5137844"/>
                <a:gd name="connsiteY16" fmla="*/ 2410541 h 2523948"/>
                <a:gd name="connsiteX17" fmla="*/ 4052093 w 5137844"/>
                <a:gd name="connsiteY17" fmla="*/ 2410541 h 2523948"/>
                <a:gd name="connsiteX18" fmla="*/ 4242593 w 5137844"/>
                <a:gd name="connsiteY18" fmla="*/ 2410541 h 2523948"/>
                <a:gd name="connsiteX19" fmla="*/ 4446171 w 5137844"/>
                <a:gd name="connsiteY19" fmla="*/ 2293610 h 2523948"/>
                <a:gd name="connsiteX20" fmla="*/ 4973965 w 5137844"/>
                <a:gd name="connsiteY20" fmla="*/ 1378906 h 2523948"/>
                <a:gd name="connsiteX21" fmla="*/ 4973965 w 5137844"/>
                <a:gd name="connsiteY21" fmla="*/ 1145043 h 2523948"/>
                <a:gd name="connsiteX22" fmla="*/ 4446171 w 5137844"/>
                <a:gd name="connsiteY22" fmla="*/ 230339 h 2523948"/>
                <a:gd name="connsiteX23" fmla="*/ 4242593 w 5137844"/>
                <a:gd name="connsiteY23" fmla="*/ 113407 h 2523948"/>
                <a:gd name="connsiteX24" fmla="*/ 4133871 w 5137844"/>
                <a:gd name="connsiteY24" fmla="*/ 113407 h 2523948"/>
                <a:gd name="connsiteX25" fmla="*/ 4052093 w 5137844"/>
                <a:gd name="connsiteY25" fmla="*/ 113407 h 2523948"/>
                <a:gd name="connsiteX26" fmla="*/ 4050394 w 5137844"/>
                <a:gd name="connsiteY26" fmla="*/ 113407 h 2523948"/>
                <a:gd name="connsiteX27" fmla="*/ 4038503 w 5137844"/>
                <a:gd name="connsiteY27" fmla="*/ 113407 h 2523948"/>
                <a:gd name="connsiteX28" fmla="*/ 4030245 w 5137844"/>
                <a:gd name="connsiteY28" fmla="*/ 113407 h 2523948"/>
                <a:gd name="connsiteX29" fmla="*/ 4006226 w 5137844"/>
                <a:gd name="connsiteY29" fmla="*/ 113407 h 2523948"/>
                <a:gd name="connsiteX30" fmla="*/ 3943371 w 5137844"/>
                <a:gd name="connsiteY30" fmla="*/ 113407 h 2523948"/>
                <a:gd name="connsiteX31" fmla="*/ 3875656 w 5137844"/>
                <a:gd name="connsiteY31" fmla="*/ 113407 h 2523948"/>
                <a:gd name="connsiteX32" fmla="*/ 3839745 w 5137844"/>
                <a:gd name="connsiteY32" fmla="*/ 113407 h 2523948"/>
                <a:gd name="connsiteX33" fmla="*/ 3776065 w 5137844"/>
                <a:gd name="connsiteY33" fmla="*/ 113407 h 2523948"/>
                <a:gd name="connsiteX34" fmla="*/ 3685156 w 5137844"/>
                <a:gd name="connsiteY34" fmla="*/ 113407 h 2523948"/>
                <a:gd name="connsiteX35" fmla="*/ 3659911 w 5137844"/>
                <a:gd name="connsiteY35" fmla="*/ 113407 h 2523948"/>
                <a:gd name="connsiteX36" fmla="*/ 3585565 w 5137844"/>
                <a:gd name="connsiteY36" fmla="*/ 113407 h 2523948"/>
                <a:gd name="connsiteX37" fmla="*/ 3525919 w 5137844"/>
                <a:gd name="connsiteY37" fmla="*/ 113407 h 2523948"/>
                <a:gd name="connsiteX38" fmla="*/ 3469411 w 5137844"/>
                <a:gd name="connsiteY38" fmla="*/ 113407 h 2523948"/>
                <a:gd name="connsiteX39" fmla="*/ 3372816 w 5137844"/>
                <a:gd name="connsiteY39" fmla="*/ 113407 h 2523948"/>
                <a:gd name="connsiteX40" fmla="*/ 3335419 w 5137844"/>
                <a:gd name="connsiteY40" fmla="*/ 113407 h 2523948"/>
                <a:gd name="connsiteX41" fmla="*/ 3202309 w 5137844"/>
                <a:gd name="connsiteY41" fmla="*/ 113407 h 2523948"/>
                <a:gd name="connsiteX42" fmla="*/ 3200246 w 5137844"/>
                <a:gd name="connsiteY42" fmla="*/ 113407 h 2523948"/>
                <a:gd name="connsiteX43" fmla="*/ 3187006 w 5137844"/>
                <a:gd name="connsiteY43" fmla="*/ 113407 h 2523948"/>
                <a:gd name="connsiteX44" fmla="*/ 3185815 w 5137844"/>
                <a:gd name="connsiteY44" fmla="*/ 113407 h 2523948"/>
                <a:gd name="connsiteX45" fmla="*/ 3182316 w 5137844"/>
                <a:gd name="connsiteY45" fmla="*/ 113407 h 2523948"/>
                <a:gd name="connsiteX46" fmla="*/ 3180210 w 5137844"/>
                <a:gd name="connsiteY46" fmla="*/ 113407 h 2523948"/>
                <a:gd name="connsiteX47" fmla="*/ 3163716 w 5137844"/>
                <a:gd name="connsiteY47" fmla="*/ 113407 h 2523948"/>
                <a:gd name="connsiteX48" fmla="*/ 3146643 w 5137844"/>
                <a:gd name="connsiteY48" fmla="*/ 113407 h 2523948"/>
                <a:gd name="connsiteX49" fmla="*/ 3124544 w 5137844"/>
                <a:gd name="connsiteY49" fmla="*/ 113407 h 2523948"/>
                <a:gd name="connsiteX50" fmla="*/ 3070360 w 5137844"/>
                <a:gd name="connsiteY50" fmla="*/ 113407 h 2523948"/>
                <a:gd name="connsiteX51" fmla="*/ 3048262 w 5137844"/>
                <a:gd name="connsiteY51" fmla="*/ 113407 h 2523948"/>
                <a:gd name="connsiteX52" fmla="*/ 3014437 w 5137844"/>
                <a:gd name="connsiteY52" fmla="*/ 113407 h 2523948"/>
                <a:gd name="connsiteX53" fmla="*/ 3011809 w 5137844"/>
                <a:gd name="connsiteY53" fmla="*/ 113407 h 2523948"/>
                <a:gd name="connsiteX54" fmla="*/ 3009746 w 5137844"/>
                <a:gd name="connsiteY54" fmla="*/ 113407 h 2523948"/>
                <a:gd name="connsiteX55" fmla="*/ 2996506 w 5137844"/>
                <a:gd name="connsiteY55" fmla="*/ 113407 h 2523948"/>
                <a:gd name="connsiteX56" fmla="*/ 2995315 w 5137844"/>
                <a:gd name="connsiteY56" fmla="*/ 113407 h 2523948"/>
                <a:gd name="connsiteX57" fmla="*/ 2992338 w 5137844"/>
                <a:gd name="connsiteY57" fmla="*/ 113407 h 2523948"/>
                <a:gd name="connsiteX58" fmla="*/ 2989710 w 5137844"/>
                <a:gd name="connsiteY58" fmla="*/ 113407 h 2523948"/>
                <a:gd name="connsiteX59" fmla="*/ 2987648 w 5137844"/>
                <a:gd name="connsiteY59" fmla="*/ 113407 h 2523948"/>
                <a:gd name="connsiteX60" fmla="*/ 2973216 w 5137844"/>
                <a:gd name="connsiteY60" fmla="*/ 113407 h 2523948"/>
                <a:gd name="connsiteX61" fmla="*/ 2956143 w 5137844"/>
                <a:gd name="connsiteY61" fmla="*/ 113407 h 2523948"/>
                <a:gd name="connsiteX62" fmla="*/ 2944597 w 5137844"/>
                <a:gd name="connsiteY62" fmla="*/ 113407 h 2523948"/>
                <a:gd name="connsiteX63" fmla="*/ 2934044 w 5137844"/>
                <a:gd name="connsiteY63" fmla="*/ 113407 h 2523948"/>
                <a:gd name="connsiteX64" fmla="*/ 2922498 w 5137844"/>
                <a:gd name="connsiteY64" fmla="*/ 113407 h 2523948"/>
                <a:gd name="connsiteX65" fmla="*/ 2879860 w 5137844"/>
                <a:gd name="connsiteY65" fmla="*/ 113407 h 2523948"/>
                <a:gd name="connsiteX66" fmla="*/ 2859294 w 5137844"/>
                <a:gd name="connsiteY66" fmla="*/ 113407 h 2523948"/>
                <a:gd name="connsiteX67" fmla="*/ 2857762 w 5137844"/>
                <a:gd name="connsiteY67" fmla="*/ 113407 h 2523948"/>
                <a:gd name="connsiteX68" fmla="*/ 2837195 w 5137844"/>
                <a:gd name="connsiteY68" fmla="*/ 113407 h 2523948"/>
                <a:gd name="connsiteX69" fmla="*/ 2823937 w 5137844"/>
                <a:gd name="connsiteY69" fmla="*/ 113407 h 2523948"/>
                <a:gd name="connsiteX70" fmla="*/ 2801838 w 5137844"/>
                <a:gd name="connsiteY70" fmla="*/ 113407 h 2523948"/>
                <a:gd name="connsiteX71" fmla="*/ 2756982 w 5137844"/>
                <a:gd name="connsiteY71" fmla="*/ 113407 h 2523948"/>
                <a:gd name="connsiteX72" fmla="*/ 2754097 w 5137844"/>
                <a:gd name="connsiteY72" fmla="*/ 113407 h 2523948"/>
                <a:gd name="connsiteX73" fmla="*/ 2734884 w 5137844"/>
                <a:gd name="connsiteY73" fmla="*/ 113407 h 2523948"/>
                <a:gd name="connsiteX74" fmla="*/ 2731998 w 5137844"/>
                <a:gd name="connsiteY74" fmla="*/ 113407 h 2523948"/>
                <a:gd name="connsiteX75" fmla="*/ 2668794 w 5137844"/>
                <a:gd name="connsiteY75" fmla="*/ 113407 h 2523948"/>
                <a:gd name="connsiteX76" fmla="*/ 2646695 w 5137844"/>
                <a:gd name="connsiteY76" fmla="*/ 113407 h 2523948"/>
                <a:gd name="connsiteX77" fmla="*/ 2636115 w 5137844"/>
                <a:gd name="connsiteY77" fmla="*/ 113407 h 2523948"/>
                <a:gd name="connsiteX78" fmla="*/ 2614017 w 5137844"/>
                <a:gd name="connsiteY78" fmla="*/ 113407 h 2523948"/>
                <a:gd name="connsiteX79" fmla="*/ 2566482 w 5137844"/>
                <a:gd name="connsiteY79" fmla="*/ 113407 h 2523948"/>
                <a:gd name="connsiteX80" fmla="*/ 2544384 w 5137844"/>
                <a:gd name="connsiteY80" fmla="*/ 113407 h 2523948"/>
                <a:gd name="connsiteX81" fmla="*/ 2495147 w 5137844"/>
                <a:gd name="connsiteY81" fmla="*/ 113407 h 2523948"/>
                <a:gd name="connsiteX82" fmla="*/ 2473049 w 5137844"/>
                <a:gd name="connsiteY82" fmla="*/ 113407 h 2523948"/>
                <a:gd name="connsiteX83" fmla="*/ 2445615 w 5137844"/>
                <a:gd name="connsiteY83" fmla="*/ 113407 h 2523948"/>
                <a:gd name="connsiteX84" fmla="*/ 2423517 w 5137844"/>
                <a:gd name="connsiteY84" fmla="*/ 113407 h 2523948"/>
                <a:gd name="connsiteX85" fmla="*/ 2332532 w 5137844"/>
                <a:gd name="connsiteY85" fmla="*/ 113407 h 2523948"/>
                <a:gd name="connsiteX86" fmla="*/ 2310433 w 5137844"/>
                <a:gd name="connsiteY86" fmla="*/ 113407 h 2523948"/>
                <a:gd name="connsiteX87" fmla="*/ 2304647 w 5137844"/>
                <a:gd name="connsiteY87" fmla="*/ 113407 h 2523948"/>
                <a:gd name="connsiteX88" fmla="*/ 2282549 w 5137844"/>
                <a:gd name="connsiteY88" fmla="*/ 113407 h 2523948"/>
                <a:gd name="connsiteX89" fmla="*/ 2146721 w 5137844"/>
                <a:gd name="connsiteY89" fmla="*/ 113407 h 2523948"/>
                <a:gd name="connsiteX90" fmla="*/ 2142032 w 5137844"/>
                <a:gd name="connsiteY90" fmla="*/ 113407 h 2523948"/>
                <a:gd name="connsiteX91" fmla="*/ 2139925 w 5137844"/>
                <a:gd name="connsiteY91" fmla="*/ 113407 h 2523948"/>
                <a:gd name="connsiteX92" fmla="*/ 2137864 w 5137844"/>
                <a:gd name="connsiteY92" fmla="*/ 113407 h 2523948"/>
                <a:gd name="connsiteX93" fmla="*/ 2124622 w 5137844"/>
                <a:gd name="connsiteY93" fmla="*/ 113407 h 2523948"/>
                <a:gd name="connsiteX94" fmla="*/ 2123432 w 5137844"/>
                <a:gd name="connsiteY94" fmla="*/ 113407 h 2523948"/>
                <a:gd name="connsiteX95" fmla="*/ 2119933 w 5137844"/>
                <a:gd name="connsiteY95" fmla="*/ 113407 h 2523948"/>
                <a:gd name="connsiteX96" fmla="*/ 2097049 w 5137844"/>
                <a:gd name="connsiteY96" fmla="*/ 113407 h 2523948"/>
                <a:gd name="connsiteX97" fmla="*/ 1981658 w 5137844"/>
                <a:gd name="connsiteY97" fmla="*/ 113407 h 2523948"/>
                <a:gd name="connsiteX98" fmla="*/ 1956221 w 5137844"/>
                <a:gd name="connsiteY98" fmla="*/ 113407 h 2523948"/>
                <a:gd name="connsiteX99" fmla="*/ 1949425 w 5137844"/>
                <a:gd name="connsiteY99" fmla="*/ 113407 h 2523948"/>
                <a:gd name="connsiteX100" fmla="*/ 1947364 w 5137844"/>
                <a:gd name="connsiteY100" fmla="*/ 113407 h 2523948"/>
                <a:gd name="connsiteX101" fmla="*/ 1934122 w 5137844"/>
                <a:gd name="connsiteY101" fmla="*/ 113407 h 2523948"/>
                <a:gd name="connsiteX102" fmla="*/ 1932932 w 5137844"/>
                <a:gd name="connsiteY102" fmla="*/ 113407 h 2523948"/>
                <a:gd name="connsiteX103" fmla="*/ 1906549 w 5137844"/>
                <a:gd name="connsiteY103" fmla="*/ 113407 h 2523948"/>
                <a:gd name="connsiteX104" fmla="*/ 1882214 w 5137844"/>
                <a:gd name="connsiteY104" fmla="*/ 113407 h 2523948"/>
                <a:gd name="connsiteX105" fmla="*/ 1861030 w 5137844"/>
                <a:gd name="connsiteY105" fmla="*/ 113407 h 2523948"/>
                <a:gd name="connsiteX106" fmla="*/ 1791158 w 5137844"/>
                <a:gd name="connsiteY106" fmla="*/ 113407 h 2523948"/>
                <a:gd name="connsiteX107" fmla="*/ 1747978 w 5137844"/>
                <a:gd name="connsiteY107" fmla="*/ 113407 h 2523948"/>
                <a:gd name="connsiteX108" fmla="*/ 1691714 w 5137844"/>
                <a:gd name="connsiteY108" fmla="*/ 113407 h 2523948"/>
                <a:gd name="connsiteX109" fmla="*/ 1573733 w 5137844"/>
                <a:gd name="connsiteY109" fmla="*/ 113407 h 2523948"/>
                <a:gd name="connsiteX110" fmla="*/ 1557478 w 5137844"/>
                <a:gd name="connsiteY110" fmla="*/ 113407 h 2523948"/>
                <a:gd name="connsiteX111" fmla="*/ 1383233 w 5137844"/>
                <a:gd name="connsiteY111" fmla="*/ 113407 h 2523948"/>
                <a:gd name="connsiteX112" fmla="*/ 1354259 w 5137844"/>
                <a:gd name="connsiteY112" fmla="*/ 113407 h 2523948"/>
                <a:gd name="connsiteX113" fmla="*/ 1163759 w 5137844"/>
                <a:gd name="connsiteY113" fmla="*/ 113407 h 2523948"/>
                <a:gd name="connsiteX114" fmla="*/ 1084338 w 5137844"/>
                <a:gd name="connsiteY114" fmla="*/ 113407 h 2523948"/>
                <a:gd name="connsiteX115" fmla="*/ 893838 w 5137844"/>
                <a:gd name="connsiteY115" fmla="*/ 113407 h 2523948"/>
                <a:gd name="connsiteX116" fmla="*/ 690261 w 5137844"/>
                <a:gd name="connsiteY116" fmla="*/ 230339 h 2523948"/>
                <a:gd name="connsiteX117" fmla="*/ 162467 w 5137844"/>
                <a:gd name="connsiteY117" fmla="*/ 1145043 h 2523948"/>
                <a:gd name="connsiteX118" fmla="*/ 135606 w 5137844"/>
                <a:gd name="connsiteY118" fmla="*/ 1261974 h 2523948"/>
                <a:gd name="connsiteX119" fmla="*/ 0 w 5137844"/>
                <a:gd name="connsiteY119" fmla="*/ 1261974 h 2523948"/>
                <a:gd name="connsiteX120" fmla="*/ 29513 w 5137844"/>
                <a:gd name="connsiteY120" fmla="*/ 1133497 h 2523948"/>
                <a:gd name="connsiteX121" fmla="*/ 609420 w 5137844"/>
                <a:gd name="connsiteY121" fmla="*/ 128477 h 2523948"/>
                <a:gd name="connsiteX122" fmla="*/ 833098 w 5137844"/>
                <a:gd name="connsiteY122" fmla="*/ 0 h 2523948"/>
                <a:gd name="connsiteX123" fmla="*/ 1974790 w 5137844"/>
                <a:gd name="connsiteY123" fmla="*/ 0 h 2523948"/>
                <a:gd name="connsiteX124" fmla="*/ 1976098 w 5137844"/>
                <a:gd name="connsiteY124" fmla="*/ 0 h 2523948"/>
                <a:gd name="connsiteX125" fmla="*/ 1990647 w 5137844"/>
                <a:gd name="connsiteY125" fmla="*/ 0 h 2523948"/>
                <a:gd name="connsiteX126" fmla="*/ 1992912 w 5137844"/>
                <a:gd name="connsiteY126" fmla="*/ 0 h 2523948"/>
                <a:gd name="connsiteX127" fmla="*/ 2000379 w 5137844"/>
                <a:gd name="connsiteY127" fmla="*/ 0 h 2523948"/>
                <a:gd name="connsiteX128" fmla="*/ 2180255 w 5137844"/>
                <a:gd name="connsiteY128" fmla="*/ 0 h 2523948"/>
                <a:gd name="connsiteX129" fmla="*/ 2204536 w 5137844"/>
                <a:gd name="connsiteY129" fmla="*/ 0 h 2523948"/>
                <a:gd name="connsiteX130" fmla="*/ 2358928 w 5137844"/>
                <a:gd name="connsiteY130" fmla="*/ 0 h 2523948"/>
                <a:gd name="connsiteX131" fmla="*/ 2383208 w 5137844"/>
                <a:gd name="connsiteY131" fmla="*/ 0 h 2523948"/>
                <a:gd name="connsiteX132" fmla="*/ 2513815 w 5137844"/>
                <a:gd name="connsiteY132" fmla="*/ 0 h 2523948"/>
                <a:gd name="connsiteX133" fmla="*/ 2538095 w 5137844"/>
                <a:gd name="connsiteY133" fmla="*/ 0 h 2523948"/>
                <a:gd name="connsiteX134" fmla="*/ 2646616 w 5137844"/>
                <a:gd name="connsiteY134" fmla="*/ 0 h 2523948"/>
                <a:gd name="connsiteX135" fmla="*/ 2670896 w 5137844"/>
                <a:gd name="connsiteY135" fmla="*/ 0 h 2523948"/>
                <a:gd name="connsiteX136" fmla="*/ 2759029 w 5137844"/>
                <a:gd name="connsiteY136" fmla="*/ 0 h 2523948"/>
                <a:gd name="connsiteX137" fmla="*/ 2783310 w 5137844"/>
                <a:gd name="connsiteY137" fmla="*/ 0 h 2523948"/>
                <a:gd name="connsiteX138" fmla="*/ 2852754 w 5137844"/>
                <a:gd name="connsiteY138" fmla="*/ 0 h 2523948"/>
                <a:gd name="connsiteX139" fmla="*/ 2877035 w 5137844"/>
                <a:gd name="connsiteY139" fmla="*/ 0 h 2523948"/>
                <a:gd name="connsiteX140" fmla="*/ 2929490 w 5137844"/>
                <a:gd name="connsiteY140" fmla="*/ 0 h 2523948"/>
                <a:gd name="connsiteX141" fmla="*/ 2953771 w 5137844"/>
                <a:gd name="connsiteY141" fmla="*/ 0 h 2523948"/>
                <a:gd name="connsiteX142" fmla="*/ 2990936 w 5137844"/>
                <a:gd name="connsiteY142" fmla="*/ 0 h 2523948"/>
                <a:gd name="connsiteX143" fmla="*/ 3015216 w 5137844"/>
                <a:gd name="connsiteY143" fmla="*/ 0 h 2523948"/>
                <a:gd name="connsiteX144" fmla="*/ 3074750 w 5137844"/>
                <a:gd name="connsiteY144" fmla="*/ 0 h 2523948"/>
                <a:gd name="connsiteX145" fmla="*/ 3099031 w 5137844"/>
                <a:gd name="connsiteY145" fmla="*/ 0 h 2523948"/>
                <a:gd name="connsiteX146" fmla="*/ 3117790 w 5137844"/>
                <a:gd name="connsiteY146" fmla="*/ 0 h 2523948"/>
                <a:gd name="connsiteX147" fmla="*/ 3135912 w 5137844"/>
                <a:gd name="connsiteY147" fmla="*/ 0 h 2523948"/>
                <a:gd name="connsiteX148" fmla="*/ 3142071 w 5137844"/>
                <a:gd name="connsiteY148" fmla="*/ 0 h 2523948"/>
                <a:gd name="connsiteX149" fmla="*/ 3143379 w 5137844"/>
                <a:gd name="connsiteY149" fmla="*/ 0 h 2523948"/>
                <a:gd name="connsiteX150" fmla="*/ 3157927 w 5137844"/>
                <a:gd name="connsiteY150" fmla="*/ 0 h 2523948"/>
                <a:gd name="connsiteX151" fmla="*/ 3160193 w 5137844"/>
                <a:gd name="connsiteY151" fmla="*/ 0 h 2523948"/>
                <a:gd name="connsiteX152" fmla="*/ 3347536 w 5137844"/>
                <a:gd name="connsiteY152" fmla="*/ 0 h 2523948"/>
                <a:gd name="connsiteX153" fmla="*/ 4303193 w 5137844"/>
                <a:gd name="connsiteY153" fmla="*/ 0 h 2523948"/>
                <a:gd name="connsiteX154" fmla="*/ 4526872 w 5137844"/>
                <a:gd name="connsiteY154" fmla="*/ 128477 h 2523948"/>
                <a:gd name="connsiteX155" fmla="*/ 5106779 w 5137844"/>
                <a:gd name="connsiteY155" fmla="*/ 1133497 h 2523948"/>
                <a:gd name="connsiteX156" fmla="*/ 5106779 w 5137844"/>
                <a:gd name="connsiteY156" fmla="*/ 1390451 h 2523948"/>
                <a:gd name="connsiteX157" fmla="*/ 4526872 w 5137844"/>
                <a:gd name="connsiteY157" fmla="*/ 2395471 h 2523948"/>
                <a:gd name="connsiteX158" fmla="*/ 4303193 w 5137844"/>
                <a:gd name="connsiteY158" fmla="*/ 2523948 h 2523948"/>
                <a:gd name="connsiteX159" fmla="*/ 3160193 w 5137844"/>
                <a:gd name="connsiteY159" fmla="*/ 2523948 h 2523948"/>
                <a:gd name="connsiteX160" fmla="*/ 3143379 w 5137844"/>
                <a:gd name="connsiteY160" fmla="*/ 2523948 h 2523948"/>
                <a:gd name="connsiteX161" fmla="*/ 3135912 w 5137844"/>
                <a:gd name="connsiteY161" fmla="*/ 2523948 h 2523948"/>
                <a:gd name="connsiteX162" fmla="*/ 2000379 w 5137844"/>
                <a:gd name="connsiteY162" fmla="*/ 2523948 h 2523948"/>
                <a:gd name="connsiteX163" fmla="*/ 1992912 w 5137844"/>
                <a:gd name="connsiteY163" fmla="*/ 2523948 h 2523948"/>
                <a:gd name="connsiteX164" fmla="*/ 1976098 w 5137844"/>
                <a:gd name="connsiteY164" fmla="*/ 2523948 h 2523948"/>
                <a:gd name="connsiteX165" fmla="*/ 833098 w 5137844"/>
                <a:gd name="connsiteY165" fmla="*/ 2523948 h 2523948"/>
                <a:gd name="connsiteX166" fmla="*/ 609420 w 5137844"/>
                <a:gd name="connsiteY166" fmla="*/ 2395471 h 2523948"/>
                <a:gd name="connsiteX167" fmla="*/ 29513 w 5137844"/>
                <a:gd name="connsiteY167" fmla="*/ 1390451 h 2523948"/>
                <a:gd name="connsiteX168" fmla="*/ 0 w 5137844"/>
                <a:gd name="connsiteY168" fmla="*/ 1261974 h 25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5137844" h="2523948">
                  <a:moveTo>
                    <a:pt x="135606" y="1261974"/>
                  </a:moveTo>
                  <a:cubicBezTo>
                    <a:pt x="135606" y="1304409"/>
                    <a:pt x="144559" y="1346843"/>
                    <a:pt x="162467" y="1378906"/>
                  </a:cubicBezTo>
                  <a:cubicBezTo>
                    <a:pt x="162467" y="1378906"/>
                    <a:pt x="162467" y="1378906"/>
                    <a:pt x="690261" y="2293610"/>
                  </a:cubicBezTo>
                  <a:cubicBezTo>
                    <a:pt x="727960" y="2357733"/>
                    <a:pt x="820324" y="2410541"/>
                    <a:pt x="893838" y="2410541"/>
                  </a:cubicBezTo>
                  <a:lnTo>
                    <a:pt x="1084338" y="2410541"/>
                  </a:lnTo>
                  <a:lnTo>
                    <a:pt x="1934122" y="2410541"/>
                  </a:lnTo>
                  <a:lnTo>
                    <a:pt x="1949425" y="2410541"/>
                  </a:lnTo>
                  <a:lnTo>
                    <a:pt x="1956221" y="2410541"/>
                  </a:lnTo>
                  <a:lnTo>
                    <a:pt x="2124622" y="2410541"/>
                  </a:lnTo>
                  <a:lnTo>
                    <a:pt x="2139925" y="2410541"/>
                  </a:lnTo>
                  <a:lnTo>
                    <a:pt x="2146721" y="2410541"/>
                  </a:lnTo>
                  <a:lnTo>
                    <a:pt x="2989710" y="2410541"/>
                  </a:lnTo>
                  <a:lnTo>
                    <a:pt x="2996506" y="2410541"/>
                  </a:lnTo>
                  <a:lnTo>
                    <a:pt x="3011809" y="2410541"/>
                  </a:lnTo>
                  <a:lnTo>
                    <a:pt x="3180210" y="2410541"/>
                  </a:lnTo>
                  <a:lnTo>
                    <a:pt x="3187006" y="2410541"/>
                  </a:lnTo>
                  <a:lnTo>
                    <a:pt x="3202309" y="2410541"/>
                  </a:lnTo>
                  <a:lnTo>
                    <a:pt x="4052093" y="2410541"/>
                  </a:lnTo>
                  <a:lnTo>
                    <a:pt x="4242593" y="2410541"/>
                  </a:lnTo>
                  <a:cubicBezTo>
                    <a:pt x="4317992" y="2410541"/>
                    <a:pt x="4408471" y="2357733"/>
                    <a:pt x="4446171" y="2293610"/>
                  </a:cubicBezTo>
                  <a:cubicBezTo>
                    <a:pt x="4446171" y="2293610"/>
                    <a:pt x="4446171" y="2293610"/>
                    <a:pt x="4973965" y="1378906"/>
                  </a:cubicBezTo>
                  <a:cubicBezTo>
                    <a:pt x="5011664" y="1314782"/>
                    <a:pt x="5011664" y="1209166"/>
                    <a:pt x="4973965" y="1145043"/>
                  </a:cubicBezTo>
                  <a:cubicBezTo>
                    <a:pt x="4973965" y="1145043"/>
                    <a:pt x="4973965" y="1145043"/>
                    <a:pt x="4446171" y="230339"/>
                  </a:cubicBezTo>
                  <a:cubicBezTo>
                    <a:pt x="4408471" y="166215"/>
                    <a:pt x="4317992" y="113407"/>
                    <a:pt x="4242593" y="113407"/>
                  </a:cubicBezTo>
                  <a:cubicBezTo>
                    <a:pt x="4242593" y="113407"/>
                    <a:pt x="4242593" y="113407"/>
                    <a:pt x="4133871" y="113407"/>
                  </a:cubicBezTo>
                  <a:lnTo>
                    <a:pt x="4052093" y="113407"/>
                  </a:lnTo>
                  <a:lnTo>
                    <a:pt x="4050394" y="113407"/>
                  </a:lnTo>
                  <a:lnTo>
                    <a:pt x="4038503" y="113407"/>
                  </a:lnTo>
                  <a:lnTo>
                    <a:pt x="4030245" y="113407"/>
                  </a:lnTo>
                  <a:lnTo>
                    <a:pt x="4006226" y="113407"/>
                  </a:lnTo>
                  <a:lnTo>
                    <a:pt x="3943371" y="113407"/>
                  </a:lnTo>
                  <a:lnTo>
                    <a:pt x="3875656" y="113407"/>
                  </a:lnTo>
                  <a:lnTo>
                    <a:pt x="3839745" y="113407"/>
                  </a:lnTo>
                  <a:lnTo>
                    <a:pt x="3776065" y="113407"/>
                  </a:lnTo>
                  <a:lnTo>
                    <a:pt x="3685156" y="113407"/>
                  </a:lnTo>
                  <a:lnTo>
                    <a:pt x="3659911" y="113407"/>
                  </a:lnTo>
                  <a:lnTo>
                    <a:pt x="3585565" y="113407"/>
                  </a:lnTo>
                  <a:lnTo>
                    <a:pt x="3525919" y="113407"/>
                  </a:lnTo>
                  <a:lnTo>
                    <a:pt x="3469411" y="113407"/>
                  </a:lnTo>
                  <a:lnTo>
                    <a:pt x="3372816" y="113407"/>
                  </a:lnTo>
                  <a:lnTo>
                    <a:pt x="3335419" y="113407"/>
                  </a:lnTo>
                  <a:lnTo>
                    <a:pt x="3202309" y="113407"/>
                  </a:lnTo>
                  <a:lnTo>
                    <a:pt x="3200246" y="113407"/>
                  </a:lnTo>
                  <a:lnTo>
                    <a:pt x="3187006" y="113407"/>
                  </a:lnTo>
                  <a:lnTo>
                    <a:pt x="3185815" y="113407"/>
                  </a:lnTo>
                  <a:lnTo>
                    <a:pt x="3182316" y="113407"/>
                  </a:lnTo>
                  <a:lnTo>
                    <a:pt x="3180210" y="113407"/>
                  </a:lnTo>
                  <a:cubicBezTo>
                    <a:pt x="3180210" y="113407"/>
                    <a:pt x="3180210" y="113407"/>
                    <a:pt x="3163716" y="113407"/>
                  </a:cubicBezTo>
                  <a:lnTo>
                    <a:pt x="3146643" y="113407"/>
                  </a:lnTo>
                  <a:lnTo>
                    <a:pt x="3124544" y="113407"/>
                  </a:lnTo>
                  <a:lnTo>
                    <a:pt x="3070360" y="113407"/>
                  </a:lnTo>
                  <a:lnTo>
                    <a:pt x="3048262" y="113407"/>
                  </a:lnTo>
                  <a:lnTo>
                    <a:pt x="3014437" y="113407"/>
                  </a:lnTo>
                  <a:lnTo>
                    <a:pt x="3011809" y="113407"/>
                  </a:lnTo>
                  <a:lnTo>
                    <a:pt x="3009746" y="113407"/>
                  </a:lnTo>
                  <a:lnTo>
                    <a:pt x="2996506" y="113407"/>
                  </a:lnTo>
                  <a:lnTo>
                    <a:pt x="2995315" y="113407"/>
                  </a:lnTo>
                  <a:lnTo>
                    <a:pt x="2992338" y="113407"/>
                  </a:lnTo>
                  <a:lnTo>
                    <a:pt x="2989710" y="113407"/>
                  </a:lnTo>
                  <a:lnTo>
                    <a:pt x="2987648" y="113407"/>
                  </a:lnTo>
                  <a:lnTo>
                    <a:pt x="2973216" y="113407"/>
                  </a:lnTo>
                  <a:lnTo>
                    <a:pt x="2956143" y="113407"/>
                  </a:lnTo>
                  <a:lnTo>
                    <a:pt x="2944597" y="113407"/>
                  </a:lnTo>
                  <a:lnTo>
                    <a:pt x="2934044" y="113407"/>
                  </a:lnTo>
                  <a:lnTo>
                    <a:pt x="2922498" y="113407"/>
                  </a:lnTo>
                  <a:lnTo>
                    <a:pt x="2879860" y="113407"/>
                  </a:lnTo>
                  <a:lnTo>
                    <a:pt x="2859294" y="113407"/>
                  </a:lnTo>
                  <a:lnTo>
                    <a:pt x="2857762" y="113407"/>
                  </a:lnTo>
                  <a:lnTo>
                    <a:pt x="2837195" y="113407"/>
                  </a:lnTo>
                  <a:lnTo>
                    <a:pt x="2823937" y="113407"/>
                  </a:lnTo>
                  <a:lnTo>
                    <a:pt x="2801838" y="113407"/>
                  </a:lnTo>
                  <a:lnTo>
                    <a:pt x="2756982" y="113407"/>
                  </a:lnTo>
                  <a:lnTo>
                    <a:pt x="2754097" y="113407"/>
                  </a:lnTo>
                  <a:lnTo>
                    <a:pt x="2734884" y="113407"/>
                  </a:lnTo>
                  <a:lnTo>
                    <a:pt x="2731998" y="113407"/>
                  </a:lnTo>
                  <a:lnTo>
                    <a:pt x="2668794" y="113407"/>
                  </a:lnTo>
                  <a:lnTo>
                    <a:pt x="2646695" y="113407"/>
                  </a:lnTo>
                  <a:lnTo>
                    <a:pt x="2636115" y="113407"/>
                  </a:lnTo>
                  <a:lnTo>
                    <a:pt x="2614017" y="113407"/>
                  </a:lnTo>
                  <a:lnTo>
                    <a:pt x="2566482" y="113407"/>
                  </a:lnTo>
                  <a:lnTo>
                    <a:pt x="2544384" y="113407"/>
                  </a:lnTo>
                  <a:lnTo>
                    <a:pt x="2495147" y="113407"/>
                  </a:lnTo>
                  <a:lnTo>
                    <a:pt x="2473049" y="113407"/>
                  </a:lnTo>
                  <a:lnTo>
                    <a:pt x="2445615" y="113407"/>
                  </a:lnTo>
                  <a:lnTo>
                    <a:pt x="2423517" y="113407"/>
                  </a:lnTo>
                  <a:lnTo>
                    <a:pt x="2332532" y="113407"/>
                  </a:lnTo>
                  <a:lnTo>
                    <a:pt x="2310433" y="113407"/>
                  </a:lnTo>
                  <a:lnTo>
                    <a:pt x="2304647" y="113407"/>
                  </a:lnTo>
                  <a:lnTo>
                    <a:pt x="2282549" y="113407"/>
                  </a:lnTo>
                  <a:lnTo>
                    <a:pt x="2146721" y="113407"/>
                  </a:lnTo>
                  <a:lnTo>
                    <a:pt x="2142032" y="113407"/>
                  </a:lnTo>
                  <a:lnTo>
                    <a:pt x="2139925" y="113407"/>
                  </a:lnTo>
                  <a:lnTo>
                    <a:pt x="2137864" y="113407"/>
                  </a:lnTo>
                  <a:lnTo>
                    <a:pt x="2124622" y="113407"/>
                  </a:lnTo>
                  <a:lnTo>
                    <a:pt x="2123432" y="113407"/>
                  </a:lnTo>
                  <a:lnTo>
                    <a:pt x="2119933" y="113407"/>
                  </a:lnTo>
                  <a:lnTo>
                    <a:pt x="2097049" y="113407"/>
                  </a:lnTo>
                  <a:cubicBezTo>
                    <a:pt x="2073661" y="113407"/>
                    <a:pt x="2037517" y="113407"/>
                    <a:pt x="1981658" y="113407"/>
                  </a:cubicBezTo>
                  <a:lnTo>
                    <a:pt x="1956221" y="113407"/>
                  </a:lnTo>
                  <a:lnTo>
                    <a:pt x="1949425" y="113407"/>
                  </a:lnTo>
                  <a:lnTo>
                    <a:pt x="1947364" y="113407"/>
                  </a:lnTo>
                  <a:lnTo>
                    <a:pt x="1934122" y="113407"/>
                  </a:lnTo>
                  <a:lnTo>
                    <a:pt x="1932932" y="113407"/>
                  </a:lnTo>
                  <a:lnTo>
                    <a:pt x="1906549" y="113407"/>
                  </a:lnTo>
                  <a:lnTo>
                    <a:pt x="1882214" y="113407"/>
                  </a:lnTo>
                  <a:lnTo>
                    <a:pt x="1861030" y="113407"/>
                  </a:lnTo>
                  <a:lnTo>
                    <a:pt x="1791158" y="113407"/>
                  </a:lnTo>
                  <a:lnTo>
                    <a:pt x="1747978" y="113407"/>
                  </a:lnTo>
                  <a:lnTo>
                    <a:pt x="1691714" y="113407"/>
                  </a:lnTo>
                  <a:lnTo>
                    <a:pt x="1573733" y="113407"/>
                  </a:lnTo>
                  <a:lnTo>
                    <a:pt x="1557478" y="113407"/>
                  </a:lnTo>
                  <a:lnTo>
                    <a:pt x="1383233" y="113407"/>
                  </a:lnTo>
                  <a:lnTo>
                    <a:pt x="1354259" y="113407"/>
                  </a:lnTo>
                  <a:lnTo>
                    <a:pt x="1163759" y="113407"/>
                  </a:lnTo>
                  <a:lnTo>
                    <a:pt x="1084338" y="113407"/>
                  </a:lnTo>
                  <a:lnTo>
                    <a:pt x="893838" y="113407"/>
                  </a:lnTo>
                  <a:cubicBezTo>
                    <a:pt x="820324" y="113407"/>
                    <a:pt x="727960" y="166215"/>
                    <a:pt x="690261" y="230339"/>
                  </a:cubicBezTo>
                  <a:cubicBezTo>
                    <a:pt x="690261" y="230339"/>
                    <a:pt x="690261" y="230339"/>
                    <a:pt x="162467" y="1145043"/>
                  </a:cubicBezTo>
                  <a:cubicBezTo>
                    <a:pt x="144559" y="1177105"/>
                    <a:pt x="135606" y="1219539"/>
                    <a:pt x="135606" y="1261974"/>
                  </a:cubicBezTo>
                  <a:close/>
                  <a:moveTo>
                    <a:pt x="0" y="1261974"/>
                  </a:moveTo>
                  <a:cubicBezTo>
                    <a:pt x="0" y="1215349"/>
                    <a:pt x="9837" y="1168725"/>
                    <a:pt x="29513" y="1133497"/>
                  </a:cubicBezTo>
                  <a:cubicBezTo>
                    <a:pt x="609420" y="128477"/>
                    <a:pt x="609420" y="128477"/>
                    <a:pt x="609420" y="128477"/>
                  </a:cubicBezTo>
                  <a:cubicBezTo>
                    <a:pt x="650842" y="58022"/>
                    <a:pt x="752325" y="0"/>
                    <a:pt x="833098" y="0"/>
                  </a:cubicBezTo>
                  <a:cubicBezTo>
                    <a:pt x="1702959" y="0"/>
                    <a:pt x="1920424" y="0"/>
                    <a:pt x="1974790" y="0"/>
                  </a:cubicBezTo>
                  <a:lnTo>
                    <a:pt x="1976098" y="0"/>
                  </a:lnTo>
                  <a:lnTo>
                    <a:pt x="1990647" y="0"/>
                  </a:lnTo>
                  <a:lnTo>
                    <a:pt x="1992912" y="0"/>
                  </a:lnTo>
                  <a:lnTo>
                    <a:pt x="2000379" y="0"/>
                  </a:lnTo>
                  <a:lnTo>
                    <a:pt x="2180255" y="0"/>
                  </a:lnTo>
                  <a:lnTo>
                    <a:pt x="2204536" y="0"/>
                  </a:lnTo>
                  <a:lnTo>
                    <a:pt x="2358928" y="0"/>
                  </a:lnTo>
                  <a:lnTo>
                    <a:pt x="2383208" y="0"/>
                  </a:lnTo>
                  <a:lnTo>
                    <a:pt x="2513815" y="0"/>
                  </a:lnTo>
                  <a:lnTo>
                    <a:pt x="2538095" y="0"/>
                  </a:lnTo>
                  <a:lnTo>
                    <a:pt x="2646616" y="0"/>
                  </a:lnTo>
                  <a:lnTo>
                    <a:pt x="2670896" y="0"/>
                  </a:lnTo>
                  <a:lnTo>
                    <a:pt x="2759029" y="0"/>
                  </a:lnTo>
                  <a:lnTo>
                    <a:pt x="2783310" y="0"/>
                  </a:lnTo>
                  <a:lnTo>
                    <a:pt x="2852754" y="0"/>
                  </a:lnTo>
                  <a:lnTo>
                    <a:pt x="2877035" y="0"/>
                  </a:lnTo>
                  <a:lnTo>
                    <a:pt x="2929490" y="0"/>
                  </a:lnTo>
                  <a:lnTo>
                    <a:pt x="2953771" y="0"/>
                  </a:lnTo>
                  <a:lnTo>
                    <a:pt x="2990936" y="0"/>
                  </a:lnTo>
                  <a:lnTo>
                    <a:pt x="3015216" y="0"/>
                  </a:lnTo>
                  <a:lnTo>
                    <a:pt x="3074750" y="0"/>
                  </a:lnTo>
                  <a:lnTo>
                    <a:pt x="3099031" y="0"/>
                  </a:lnTo>
                  <a:lnTo>
                    <a:pt x="3117790" y="0"/>
                  </a:lnTo>
                  <a:cubicBezTo>
                    <a:pt x="3135912" y="0"/>
                    <a:pt x="3135912" y="0"/>
                    <a:pt x="3135912" y="0"/>
                  </a:cubicBezTo>
                  <a:lnTo>
                    <a:pt x="3142071" y="0"/>
                  </a:lnTo>
                  <a:lnTo>
                    <a:pt x="3143379" y="0"/>
                  </a:lnTo>
                  <a:lnTo>
                    <a:pt x="3157927" y="0"/>
                  </a:lnTo>
                  <a:lnTo>
                    <a:pt x="3160193" y="0"/>
                  </a:lnTo>
                  <a:lnTo>
                    <a:pt x="3347536" y="0"/>
                  </a:lnTo>
                  <a:cubicBezTo>
                    <a:pt x="4303193" y="0"/>
                    <a:pt x="4303193" y="0"/>
                    <a:pt x="4303193" y="0"/>
                  </a:cubicBezTo>
                  <a:cubicBezTo>
                    <a:pt x="4386037" y="0"/>
                    <a:pt x="4485449" y="58022"/>
                    <a:pt x="4526872" y="128477"/>
                  </a:cubicBezTo>
                  <a:cubicBezTo>
                    <a:pt x="5106779" y="1133497"/>
                    <a:pt x="5106779" y="1133497"/>
                    <a:pt x="5106779" y="1133497"/>
                  </a:cubicBezTo>
                  <a:cubicBezTo>
                    <a:pt x="5148200" y="1203952"/>
                    <a:pt x="5148200" y="1319996"/>
                    <a:pt x="5106779" y="1390451"/>
                  </a:cubicBezTo>
                  <a:cubicBezTo>
                    <a:pt x="4526872" y="2395471"/>
                    <a:pt x="4526872" y="2395471"/>
                    <a:pt x="4526872" y="2395471"/>
                  </a:cubicBezTo>
                  <a:cubicBezTo>
                    <a:pt x="4485449" y="2465926"/>
                    <a:pt x="4386037" y="2523948"/>
                    <a:pt x="4303193" y="2523948"/>
                  </a:cubicBezTo>
                  <a:lnTo>
                    <a:pt x="3160193" y="2523948"/>
                  </a:lnTo>
                  <a:lnTo>
                    <a:pt x="3143379" y="2523948"/>
                  </a:lnTo>
                  <a:lnTo>
                    <a:pt x="3135912" y="2523948"/>
                  </a:lnTo>
                  <a:lnTo>
                    <a:pt x="2000379" y="2523948"/>
                  </a:lnTo>
                  <a:lnTo>
                    <a:pt x="1992912" y="2523948"/>
                  </a:lnTo>
                  <a:lnTo>
                    <a:pt x="1976098" y="2523948"/>
                  </a:lnTo>
                  <a:lnTo>
                    <a:pt x="833098" y="2523948"/>
                  </a:lnTo>
                  <a:cubicBezTo>
                    <a:pt x="752325" y="2523948"/>
                    <a:pt x="650842" y="2465926"/>
                    <a:pt x="609420" y="2395471"/>
                  </a:cubicBezTo>
                  <a:cubicBezTo>
                    <a:pt x="29513" y="1390451"/>
                    <a:pt x="29513" y="1390451"/>
                    <a:pt x="29513" y="1390451"/>
                  </a:cubicBezTo>
                  <a:cubicBezTo>
                    <a:pt x="9837" y="1355223"/>
                    <a:pt x="0" y="1308599"/>
                    <a:pt x="0" y="126197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800" dirty="0">
                <a:solidFill>
                  <a:prstClr val="black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7ADC5593-069E-4465-A5CC-B07E3DE6CCFD}"/>
                </a:ext>
              </a:extLst>
            </p:cNvPr>
            <p:cNvSpPr/>
            <p:nvPr/>
          </p:nvSpPr>
          <p:spPr>
            <a:xfrm>
              <a:off x="773540" y="2423160"/>
              <a:ext cx="2376264" cy="626712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Calibri Light"/>
                <a:ea typeface="方正细谭黑简体"/>
                <a:sym typeface="Calibri Light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EFDCCD80-582E-4932-A282-4052D882E97E}"/>
              </a:ext>
            </a:extLst>
          </p:cNvPr>
          <p:cNvGrpSpPr/>
          <p:nvPr/>
        </p:nvGrpSpPr>
        <p:grpSpPr>
          <a:xfrm>
            <a:off x="8511897" y="1627269"/>
            <a:ext cx="2088233" cy="4250886"/>
            <a:chOff x="699698" y="1340769"/>
            <a:chExt cx="2523948" cy="5137844"/>
          </a:xfrm>
          <a:solidFill>
            <a:srgbClr val="C5CDD8"/>
          </a:solidFill>
        </p:grpSpPr>
        <p:sp>
          <p:nvSpPr>
            <p:cNvPr id="67" name="任意多边形 28">
              <a:extLst>
                <a:ext uri="{FF2B5EF4-FFF2-40B4-BE49-F238E27FC236}">
                  <a16:creationId xmlns:a16="http://schemas.microsoft.com/office/drawing/2014/main" id="{046EA0C3-7084-4E94-81AB-42F12FF74D5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-607250" y="2647717"/>
              <a:ext cx="5137844" cy="2523948"/>
            </a:xfrm>
            <a:custGeom>
              <a:avLst/>
              <a:gdLst>
                <a:gd name="connsiteX0" fmla="*/ 135606 w 5137844"/>
                <a:gd name="connsiteY0" fmla="*/ 1261974 h 2523948"/>
                <a:gd name="connsiteX1" fmla="*/ 162467 w 5137844"/>
                <a:gd name="connsiteY1" fmla="*/ 1378906 h 2523948"/>
                <a:gd name="connsiteX2" fmla="*/ 690261 w 5137844"/>
                <a:gd name="connsiteY2" fmla="*/ 2293610 h 2523948"/>
                <a:gd name="connsiteX3" fmla="*/ 893838 w 5137844"/>
                <a:gd name="connsiteY3" fmla="*/ 2410541 h 2523948"/>
                <a:gd name="connsiteX4" fmla="*/ 1084338 w 5137844"/>
                <a:gd name="connsiteY4" fmla="*/ 2410541 h 2523948"/>
                <a:gd name="connsiteX5" fmla="*/ 1934122 w 5137844"/>
                <a:gd name="connsiteY5" fmla="*/ 2410541 h 2523948"/>
                <a:gd name="connsiteX6" fmla="*/ 1949425 w 5137844"/>
                <a:gd name="connsiteY6" fmla="*/ 2410541 h 2523948"/>
                <a:gd name="connsiteX7" fmla="*/ 1956221 w 5137844"/>
                <a:gd name="connsiteY7" fmla="*/ 2410541 h 2523948"/>
                <a:gd name="connsiteX8" fmla="*/ 2124622 w 5137844"/>
                <a:gd name="connsiteY8" fmla="*/ 2410541 h 2523948"/>
                <a:gd name="connsiteX9" fmla="*/ 2139925 w 5137844"/>
                <a:gd name="connsiteY9" fmla="*/ 2410541 h 2523948"/>
                <a:gd name="connsiteX10" fmla="*/ 2146721 w 5137844"/>
                <a:gd name="connsiteY10" fmla="*/ 2410541 h 2523948"/>
                <a:gd name="connsiteX11" fmla="*/ 2989710 w 5137844"/>
                <a:gd name="connsiteY11" fmla="*/ 2410541 h 2523948"/>
                <a:gd name="connsiteX12" fmla="*/ 2996506 w 5137844"/>
                <a:gd name="connsiteY12" fmla="*/ 2410541 h 2523948"/>
                <a:gd name="connsiteX13" fmla="*/ 3011809 w 5137844"/>
                <a:gd name="connsiteY13" fmla="*/ 2410541 h 2523948"/>
                <a:gd name="connsiteX14" fmla="*/ 3180210 w 5137844"/>
                <a:gd name="connsiteY14" fmla="*/ 2410541 h 2523948"/>
                <a:gd name="connsiteX15" fmla="*/ 3187006 w 5137844"/>
                <a:gd name="connsiteY15" fmla="*/ 2410541 h 2523948"/>
                <a:gd name="connsiteX16" fmla="*/ 3202309 w 5137844"/>
                <a:gd name="connsiteY16" fmla="*/ 2410541 h 2523948"/>
                <a:gd name="connsiteX17" fmla="*/ 4052093 w 5137844"/>
                <a:gd name="connsiteY17" fmla="*/ 2410541 h 2523948"/>
                <a:gd name="connsiteX18" fmla="*/ 4242593 w 5137844"/>
                <a:gd name="connsiteY18" fmla="*/ 2410541 h 2523948"/>
                <a:gd name="connsiteX19" fmla="*/ 4446171 w 5137844"/>
                <a:gd name="connsiteY19" fmla="*/ 2293610 h 2523948"/>
                <a:gd name="connsiteX20" fmla="*/ 4973965 w 5137844"/>
                <a:gd name="connsiteY20" fmla="*/ 1378906 h 2523948"/>
                <a:gd name="connsiteX21" fmla="*/ 4973965 w 5137844"/>
                <a:gd name="connsiteY21" fmla="*/ 1145043 h 2523948"/>
                <a:gd name="connsiteX22" fmla="*/ 4446171 w 5137844"/>
                <a:gd name="connsiteY22" fmla="*/ 230339 h 2523948"/>
                <a:gd name="connsiteX23" fmla="*/ 4242593 w 5137844"/>
                <a:gd name="connsiteY23" fmla="*/ 113407 h 2523948"/>
                <a:gd name="connsiteX24" fmla="*/ 4133871 w 5137844"/>
                <a:gd name="connsiteY24" fmla="*/ 113407 h 2523948"/>
                <a:gd name="connsiteX25" fmla="*/ 4052093 w 5137844"/>
                <a:gd name="connsiteY25" fmla="*/ 113407 h 2523948"/>
                <a:gd name="connsiteX26" fmla="*/ 4050394 w 5137844"/>
                <a:gd name="connsiteY26" fmla="*/ 113407 h 2523948"/>
                <a:gd name="connsiteX27" fmla="*/ 4038503 w 5137844"/>
                <a:gd name="connsiteY27" fmla="*/ 113407 h 2523948"/>
                <a:gd name="connsiteX28" fmla="*/ 4030245 w 5137844"/>
                <a:gd name="connsiteY28" fmla="*/ 113407 h 2523948"/>
                <a:gd name="connsiteX29" fmla="*/ 4006226 w 5137844"/>
                <a:gd name="connsiteY29" fmla="*/ 113407 h 2523948"/>
                <a:gd name="connsiteX30" fmla="*/ 3943371 w 5137844"/>
                <a:gd name="connsiteY30" fmla="*/ 113407 h 2523948"/>
                <a:gd name="connsiteX31" fmla="*/ 3875656 w 5137844"/>
                <a:gd name="connsiteY31" fmla="*/ 113407 h 2523948"/>
                <a:gd name="connsiteX32" fmla="*/ 3839745 w 5137844"/>
                <a:gd name="connsiteY32" fmla="*/ 113407 h 2523948"/>
                <a:gd name="connsiteX33" fmla="*/ 3776065 w 5137844"/>
                <a:gd name="connsiteY33" fmla="*/ 113407 h 2523948"/>
                <a:gd name="connsiteX34" fmla="*/ 3685156 w 5137844"/>
                <a:gd name="connsiteY34" fmla="*/ 113407 h 2523948"/>
                <a:gd name="connsiteX35" fmla="*/ 3659911 w 5137844"/>
                <a:gd name="connsiteY35" fmla="*/ 113407 h 2523948"/>
                <a:gd name="connsiteX36" fmla="*/ 3585565 w 5137844"/>
                <a:gd name="connsiteY36" fmla="*/ 113407 h 2523948"/>
                <a:gd name="connsiteX37" fmla="*/ 3525919 w 5137844"/>
                <a:gd name="connsiteY37" fmla="*/ 113407 h 2523948"/>
                <a:gd name="connsiteX38" fmla="*/ 3469411 w 5137844"/>
                <a:gd name="connsiteY38" fmla="*/ 113407 h 2523948"/>
                <a:gd name="connsiteX39" fmla="*/ 3372816 w 5137844"/>
                <a:gd name="connsiteY39" fmla="*/ 113407 h 2523948"/>
                <a:gd name="connsiteX40" fmla="*/ 3335419 w 5137844"/>
                <a:gd name="connsiteY40" fmla="*/ 113407 h 2523948"/>
                <a:gd name="connsiteX41" fmla="*/ 3202309 w 5137844"/>
                <a:gd name="connsiteY41" fmla="*/ 113407 h 2523948"/>
                <a:gd name="connsiteX42" fmla="*/ 3200246 w 5137844"/>
                <a:gd name="connsiteY42" fmla="*/ 113407 h 2523948"/>
                <a:gd name="connsiteX43" fmla="*/ 3187006 w 5137844"/>
                <a:gd name="connsiteY43" fmla="*/ 113407 h 2523948"/>
                <a:gd name="connsiteX44" fmla="*/ 3185815 w 5137844"/>
                <a:gd name="connsiteY44" fmla="*/ 113407 h 2523948"/>
                <a:gd name="connsiteX45" fmla="*/ 3182316 w 5137844"/>
                <a:gd name="connsiteY45" fmla="*/ 113407 h 2523948"/>
                <a:gd name="connsiteX46" fmla="*/ 3180210 w 5137844"/>
                <a:gd name="connsiteY46" fmla="*/ 113407 h 2523948"/>
                <a:gd name="connsiteX47" fmla="*/ 3163716 w 5137844"/>
                <a:gd name="connsiteY47" fmla="*/ 113407 h 2523948"/>
                <a:gd name="connsiteX48" fmla="*/ 3146643 w 5137844"/>
                <a:gd name="connsiteY48" fmla="*/ 113407 h 2523948"/>
                <a:gd name="connsiteX49" fmla="*/ 3124544 w 5137844"/>
                <a:gd name="connsiteY49" fmla="*/ 113407 h 2523948"/>
                <a:gd name="connsiteX50" fmla="*/ 3070360 w 5137844"/>
                <a:gd name="connsiteY50" fmla="*/ 113407 h 2523948"/>
                <a:gd name="connsiteX51" fmla="*/ 3048262 w 5137844"/>
                <a:gd name="connsiteY51" fmla="*/ 113407 h 2523948"/>
                <a:gd name="connsiteX52" fmla="*/ 3014437 w 5137844"/>
                <a:gd name="connsiteY52" fmla="*/ 113407 h 2523948"/>
                <a:gd name="connsiteX53" fmla="*/ 3011809 w 5137844"/>
                <a:gd name="connsiteY53" fmla="*/ 113407 h 2523948"/>
                <a:gd name="connsiteX54" fmla="*/ 3009746 w 5137844"/>
                <a:gd name="connsiteY54" fmla="*/ 113407 h 2523948"/>
                <a:gd name="connsiteX55" fmla="*/ 2996506 w 5137844"/>
                <a:gd name="connsiteY55" fmla="*/ 113407 h 2523948"/>
                <a:gd name="connsiteX56" fmla="*/ 2995315 w 5137844"/>
                <a:gd name="connsiteY56" fmla="*/ 113407 h 2523948"/>
                <a:gd name="connsiteX57" fmla="*/ 2992338 w 5137844"/>
                <a:gd name="connsiteY57" fmla="*/ 113407 h 2523948"/>
                <a:gd name="connsiteX58" fmla="*/ 2989710 w 5137844"/>
                <a:gd name="connsiteY58" fmla="*/ 113407 h 2523948"/>
                <a:gd name="connsiteX59" fmla="*/ 2987648 w 5137844"/>
                <a:gd name="connsiteY59" fmla="*/ 113407 h 2523948"/>
                <a:gd name="connsiteX60" fmla="*/ 2973216 w 5137844"/>
                <a:gd name="connsiteY60" fmla="*/ 113407 h 2523948"/>
                <a:gd name="connsiteX61" fmla="*/ 2956143 w 5137844"/>
                <a:gd name="connsiteY61" fmla="*/ 113407 h 2523948"/>
                <a:gd name="connsiteX62" fmla="*/ 2944597 w 5137844"/>
                <a:gd name="connsiteY62" fmla="*/ 113407 h 2523948"/>
                <a:gd name="connsiteX63" fmla="*/ 2934044 w 5137844"/>
                <a:gd name="connsiteY63" fmla="*/ 113407 h 2523948"/>
                <a:gd name="connsiteX64" fmla="*/ 2922498 w 5137844"/>
                <a:gd name="connsiteY64" fmla="*/ 113407 h 2523948"/>
                <a:gd name="connsiteX65" fmla="*/ 2879860 w 5137844"/>
                <a:gd name="connsiteY65" fmla="*/ 113407 h 2523948"/>
                <a:gd name="connsiteX66" fmla="*/ 2859294 w 5137844"/>
                <a:gd name="connsiteY66" fmla="*/ 113407 h 2523948"/>
                <a:gd name="connsiteX67" fmla="*/ 2857762 w 5137844"/>
                <a:gd name="connsiteY67" fmla="*/ 113407 h 2523948"/>
                <a:gd name="connsiteX68" fmla="*/ 2837195 w 5137844"/>
                <a:gd name="connsiteY68" fmla="*/ 113407 h 2523948"/>
                <a:gd name="connsiteX69" fmla="*/ 2823937 w 5137844"/>
                <a:gd name="connsiteY69" fmla="*/ 113407 h 2523948"/>
                <a:gd name="connsiteX70" fmla="*/ 2801838 w 5137844"/>
                <a:gd name="connsiteY70" fmla="*/ 113407 h 2523948"/>
                <a:gd name="connsiteX71" fmla="*/ 2756982 w 5137844"/>
                <a:gd name="connsiteY71" fmla="*/ 113407 h 2523948"/>
                <a:gd name="connsiteX72" fmla="*/ 2754097 w 5137844"/>
                <a:gd name="connsiteY72" fmla="*/ 113407 h 2523948"/>
                <a:gd name="connsiteX73" fmla="*/ 2734884 w 5137844"/>
                <a:gd name="connsiteY73" fmla="*/ 113407 h 2523948"/>
                <a:gd name="connsiteX74" fmla="*/ 2731998 w 5137844"/>
                <a:gd name="connsiteY74" fmla="*/ 113407 h 2523948"/>
                <a:gd name="connsiteX75" fmla="*/ 2668794 w 5137844"/>
                <a:gd name="connsiteY75" fmla="*/ 113407 h 2523948"/>
                <a:gd name="connsiteX76" fmla="*/ 2646695 w 5137844"/>
                <a:gd name="connsiteY76" fmla="*/ 113407 h 2523948"/>
                <a:gd name="connsiteX77" fmla="*/ 2636115 w 5137844"/>
                <a:gd name="connsiteY77" fmla="*/ 113407 h 2523948"/>
                <a:gd name="connsiteX78" fmla="*/ 2614017 w 5137844"/>
                <a:gd name="connsiteY78" fmla="*/ 113407 h 2523948"/>
                <a:gd name="connsiteX79" fmla="*/ 2566482 w 5137844"/>
                <a:gd name="connsiteY79" fmla="*/ 113407 h 2523948"/>
                <a:gd name="connsiteX80" fmla="*/ 2544384 w 5137844"/>
                <a:gd name="connsiteY80" fmla="*/ 113407 h 2523948"/>
                <a:gd name="connsiteX81" fmla="*/ 2495147 w 5137844"/>
                <a:gd name="connsiteY81" fmla="*/ 113407 h 2523948"/>
                <a:gd name="connsiteX82" fmla="*/ 2473049 w 5137844"/>
                <a:gd name="connsiteY82" fmla="*/ 113407 h 2523948"/>
                <a:gd name="connsiteX83" fmla="*/ 2445615 w 5137844"/>
                <a:gd name="connsiteY83" fmla="*/ 113407 h 2523948"/>
                <a:gd name="connsiteX84" fmla="*/ 2423517 w 5137844"/>
                <a:gd name="connsiteY84" fmla="*/ 113407 h 2523948"/>
                <a:gd name="connsiteX85" fmla="*/ 2332532 w 5137844"/>
                <a:gd name="connsiteY85" fmla="*/ 113407 h 2523948"/>
                <a:gd name="connsiteX86" fmla="*/ 2310433 w 5137844"/>
                <a:gd name="connsiteY86" fmla="*/ 113407 h 2523948"/>
                <a:gd name="connsiteX87" fmla="*/ 2304647 w 5137844"/>
                <a:gd name="connsiteY87" fmla="*/ 113407 h 2523948"/>
                <a:gd name="connsiteX88" fmla="*/ 2282549 w 5137844"/>
                <a:gd name="connsiteY88" fmla="*/ 113407 h 2523948"/>
                <a:gd name="connsiteX89" fmla="*/ 2146721 w 5137844"/>
                <a:gd name="connsiteY89" fmla="*/ 113407 h 2523948"/>
                <a:gd name="connsiteX90" fmla="*/ 2142032 w 5137844"/>
                <a:gd name="connsiteY90" fmla="*/ 113407 h 2523948"/>
                <a:gd name="connsiteX91" fmla="*/ 2139925 w 5137844"/>
                <a:gd name="connsiteY91" fmla="*/ 113407 h 2523948"/>
                <a:gd name="connsiteX92" fmla="*/ 2137864 w 5137844"/>
                <a:gd name="connsiteY92" fmla="*/ 113407 h 2523948"/>
                <a:gd name="connsiteX93" fmla="*/ 2124622 w 5137844"/>
                <a:gd name="connsiteY93" fmla="*/ 113407 h 2523948"/>
                <a:gd name="connsiteX94" fmla="*/ 2123432 w 5137844"/>
                <a:gd name="connsiteY94" fmla="*/ 113407 h 2523948"/>
                <a:gd name="connsiteX95" fmla="*/ 2119933 w 5137844"/>
                <a:gd name="connsiteY95" fmla="*/ 113407 h 2523948"/>
                <a:gd name="connsiteX96" fmla="*/ 2097049 w 5137844"/>
                <a:gd name="connsiteY96" fmla="*/ 113407 h 2523948"/>
                <a:gd name="connsiteX97" fmla="*/ 1981658 w 5137844"/>
                <a:gd name="connsiteY97" fmla="*/ 113407 h 2523948"/>
                <a:gd name="connsiteX98" fmla="*/ 1956221 w 5137844"/>
                <a:gd name="connsiteY98" fmla="*/ 113407 h 2523948"/>
                <a:gd name="connsiteX99" fmla="*/ 1949425 w 5137844"/>
                <a:gd name="connsiteY99" fmla="*/ 113407 h 2523948"/>
                <a:gd name="connsiteX100" fmla="*/ 1947364 w 5137844"/>
                <a:gd name="connsiteY100" fmla="*/ 113407 h 2523948"/>
                <a:gd name="connsiteX101" fmla="*/ 1934122 w 5137844"/>
                <a:gd name="connsiteY101" fmla="*/ 113407 h 2523948"/>
                <a:gd name="connsiteX102" fmla="*/ 1932932 w 5137844"/>
                <a:gd name="connsiteY102" fmla="*/ 113407 h 2523948"/>
                <a:gd name="connsiteX103" fmla="*/ 1906549 w 5137844"/>
                <a:gd name="connsiteY103" fmla="*/ 113407 h 2523948"/>
                <a:gd name="connsiteX104" fmla="*/ 1882214 w 5137844"/>
                <a:gd name="connsiteY104" fmla="*/ 113407 h 2523948"/>
                <a:gd name="connsiteX105" fmla="*/ 1861030 w 5137844"/>
                <a:gd name="connsiteY105" fmla="*/ 113407 h 2523948"/>
                <a:gd name="connsiteX106" fmla="*/ 1791158 w 5137844"/>
                <a:gd name="connsiteY106" fmla="*/ 113407 h 2523948"/>
                <a:gd name="connsiteX107" fmla="*/ 1747978 w 5137844"/>
                <a:gd name="connsiteY107" fmla="*/ 113407 h 2523948"/>
                <a:gd name="connsiteX108" fmla="*/ 1691714 w 5137844"/>
                <a:gd name="connsiteY108" fmla="*/ 113407 h 2523948"/>
                <a:gd name="connsiteX109" fmla="*/ 1573733 w 5137844"/>
                <a:gd name="connsiteY109" fmla="*/ 113407 h 2523948"/>
                <a:gd name="connsiteX110" fmla="*/ 1557478 w 5137844"/>
                <a:gd name="connsiteY110" fmla="*/ 113407 h 2523948"/>
                <a:gd name="connsiteX111" fmla="*/ 1383233 w 5137844"/>
                <a:gd name="connsiteY111" fmla="*/ 113407 h 2523948"/>
                <a:gd name="connsiteX112" fmla="*/ 1354259 w 5137844"/>
                <a:gd name="connsiteY112" fmla="*/ 113407 h 2523948"/>
                <a:gd name="connsiteX113" fmla="*/ 1163759 w 5137844"/>
                <a:gd name="connsiteY113" fmla="*/ 113407 h 2523948"/>
                <a:gd name="connsiteX114" fmla="*/ 1084338 w 5137844"/>
                <a:gd name="connsiteY114" fmla="*/ 113407 h 2523948"/>
                <a:gd name="connsiteX115" fmla="*/ 893838 w 5137844"/>
                <a:gd name="connsiteY115" fmla="*/ 113407 h 2523948"/>
                <a:gd name="connsiteX116" fmla="*/ 690261 w 5137844"/>
                <a:gd name="connsiteY116" fmla="*/ 230339 h 2523948"/>
                <a:gd name="connsiteX117" fmla="*/ 162467 w 5137844"/>
                <a:gd name="connsiteY117" fmla="*/ 1145043 h 2523948"/>
                <a:gd name="connsiteX118" fmla="*/ 135606 w 5137844"/>
                <a:gd name="connsiteY118" fmla="*/ 1261974 h 2523948"/>
                <a:gd name="connsiteX119" fmla="*/ 0 w 5137844"/>
                <a:gd name="connsiteY119" fmla="*/ 1261974 h 2523948"/>
                <a:gd name="connsiteX120" fmla="*/ 29513 w 5137844"/>
                <a:gd name="connsiteY120" fmla="*/ 1133497 h 2523948"/>
                <a:gd name="connsiteX121" fmla="*/ 609420 w 5137844"/>
                <a:gd name="connsiteY121" fmla="*/ 128477 h 2523948"/>
                <a:gd name="connsiteX122" fmla="*/ 833098 w 5137844"/>
                <a:gd name="connsiteY122" fmla="*/ 0 h 2523948"/>
                <a:gd name="connsiteX123" fmla="*/ 1974790 w 5137844"/>
                <a:gd name="connsiteY123" fmla="*/ 0 h 2523948"/>
                <a:gd name="connsiteX124" fmla="*/ 1976098 w 5137844"/>
                <a:gd name="connsiteY124" fmla="*/ 0 h 2523948"/>
                <a:gd name="connsiteX125" fmla="*/ 1990647 w 5137844"/>
                <a:gd name="connsiteY125" fmla="*/ 0 h 2523948"/>
                <a:gd name="connsiteX126" fmla="*/ 1992912 w 5137844"/>
                <a:gd name="connsiteY126" fmla="*/ 0 h 2523948"/>
                <a:gd name="connsiteX127" fmla="*/ 2000379 w 5137844"/>
                <a:gd name="connsiteY127" fmla="*/ 0 h 2523948"/>
                <a:gd name="connsiteX128" fmla="*/ 2180255 w 5137844"/>
                <a:gd name="connsiteY128" fmla="*/ 0 h 2523948"/>
                <a:gd name="connsiteX129" fmla="*/ 2204536 w 5137844"/>
                <a:gd name="connsiteY129" fmla="*/ 0 h 2523948"/>
                <a:gd name="connsiteX130" fmla="*/ 2358928 w 5137844"/>
                <a:gd name="connsiteY130" fmla="*/ 0 h 2523948"/>
                <a:gd name="connsiteX131" fmla="*/ 2383208 w 5137844"/>
                <a:gd name="connsiteY131" fmla="*/ 0 h 2523948"/>
                <a:gd name="connsiteX132" fmla="*/ 2513815 w 5137844"/>
                <a:gd name="connsiteY132" fmla="*/ 0 h 2523948"/>
                <a:gd name="connsiteX133" fmla="*/ 2538095 w 5137844"/>
                <a:gd name="connsiteY133" fmla="*/ 0 h 2523948"/>
                <a:gd name="connsiteX134" fmla="*/ 2646616 w 5137844"/>
                <a:gd name="connsiteY134" fmla="*/ 0 h 2523948"/>
                <a:gd name="connsiteX135" fmla="*/ 2670896 w 5137844"/>
                <a:gd name="connsiteY135" fmla="*/ 0 h 2523948"/>
                <a:gd name="connsiteX136" fmla="*/ 2759029 w 5137844"/>
                <a:gd name="connsiteY136" fmla="*/ 0 h 2523948"/>
                <a:gd name="connsiteX137" fmla="*/ 2783310 w 5137844"/>
                <a:gd name="connsiteY137" fmla="*/ 0 h 2523948"/>
                <a:gd name="connsiteX138" fmla="*/ 2852754 w 5137844"/>
                <a:gd name="connsiteY138" fmla="*/ 0 h 2523948"/>
                <a:gd name="connsiteX139" fmla="*/ 2877035 w 5137844"/>
                <a:gd name="connsiteY139" fmla="*/ 0 h 2523948"/>
                <a:gd name="connsiteX140" fmla="*/ 2929490 w 5137844"/>
                <a:gd name="connsiteY140" fmla="*/ 0 h 2523948"/>
                <a:gd name="connsiteX141" fmla="*/ 2953771 w 5137844"/>
                <a:gd name="connsiteY141" fmla="*/ 0 h 2523948"/>
                <a:gd name="connsiteX142" fmla="*/ 2990936 w 5137844"/>
                <a:gd name="connsiteY142" fmla="*/ 0 h 2523948"/>
                <a:gd name="connsiteX143" fmla="*/ 3015216 w 5137844"/>
                <a:gd name="connsiteY143" fmla="*/ 0 h 2523948"/>
                <a:gd name="connsiteX144" fmla="*/ 3074750 w 5137844"/>
                <a:gd name="connsiteY144" fmla="*/ 0 h 2523948"/>
                <a:gd name="connsiteX145" fmla="*/ 3099031 w 5137844"/>
                <a:gd name="connsiteY145" fmla="*/ 0 h 2523948"/>
                <a:gd name="connsiteX146" fmla="*/ 3117790 w 5137844"/>
                <a:gd name="connsiteY146" fmla="*/ 0 h 2523948"/>
                <a:gd name="connsiteX147" fmla="*/ 3135912 w 5137844"/>
                <a:gd name="connsiteY147" fmla="*/ 0 h 2523948"/>
                <a:gd name="connsiteX148" fmla="*/ 3142071 w 5137844"/>
                <a:gd name="connsiteY148" fmla="*/ 0 h 2523948"/>
                <a:gd name="connsiteX149" fmla="*/ 3143379 w 5137844"/>
                <a:gd name="connsiteY149" fmla="*/ 0 h 2523948"/>
                <a:gd name="connsiteX150" fmla="*/ 3157927 w 5137844"/>
                <a:gd name="connsiteY150" fmla="*/ 0 h 2523948"/>
                <a:gd name="connsiteX151" fmla="*/ 3160193 w 5137844"/>
                <a:gd name="connsiteY151" fmla="*/ 0 h 2523948"/>
                <a:gd name="connsiteX152" fmla="*/ 3347536 w 5137844"/>
                <a:gd name="connsiteY152" fmla="*/ 0 h 2523948"/>
                <a:gd name="connsiteX153" fmla="*/ 4303193 w 5137844"/>
                <a:gd name="connsiteY153" fmla="*/ 0 h 2523948"/>
                <a:gd name="connsiteX154" fmla="*/ 4526872 w 5137844"/>
                <a:gd name="connsiteY154" fmla="*/ 128477 h 2523948"/>
                <a:gd name="connsiteX155" fmla="*/ 5106779 w 5137844"/>
                <a:gd name="connsiteY155" fmla="*/ 1133497 h 2523948"/>
                <a:gd name="connsiteX156" fmla="*/ 5106779 w 5137844"/>
                <a:gd name="connsiteY156" fmla="*/ 1390451 h 2523948"/>
                <a:gd name="connsiteX157" fmla="*/ 4526872 w 5137844"/>
                <a:gd name="connsiteY157" fmla="*/ 2395471 h 2523948"/>
                <a:gd name="connsiteX158" fmla="*/ 4303193 w 5137844"/>
                <a:gd name="connsiteY158" fmla="*/ 2523948 h 2523948"/>
                <a:gd name="connsiteX159" fmla="*/ 3160193 w 5137844"/>
                <a:gd name="connsiteY159" fmla="*/ 2523948 h 2523948"/>
                <a:gd name="connsiteX160" fmla="*/ 3143379 w 5137844"/>
                <a:gd name="connsiteY160" fmla="*/ 2523948 h 2523948"/>
                <a:gd name="connsiteX161" fmla="*/ 3135912 w 5137844"/>
                <a:gd name="connsiteY161" fmla="*/ 2523948 h 2523948"/>
                <a:gd name="connsiteX162" fmla="*/ 2000379 w 5137844"/>
                <a:gd name="connsiteY162" fmla="*/ 2523948 h 2523948"/>
                <a:gd name="connsiteX163" fmla="*/ 1992912 w 5137844"/>
                <a:gd name="connsiteY163" fmla="*/ 2523948 h 2523948"/>
                <a:gd name="connsiteX164" fmla="*/ 1976098 w 5137844"/>
                <a:gd name="connsiteY164" fmla="*/ 2523948 h 2523948"/>
                <a:gd name="connsiteX165" fmla="*/ 833098 w 5137844"/>
                <a:gd name="connsiteY165" fmla="*/ 2523948 h 2523948"/>
                <a:gd name="connsiteX166" fmla="*/ 609420 w 5137844"/>
                <a:gd name="connsiteY166" fmla="*/ 2395471 h 2523948"/>
                <a:gd name="connsiteX167" fmla="*/ 29513 w 5137844"/>
                <a:gd name="connsiteY167" fmla="*/ 1390451 h 2523948"/>
                <a:gd name="connsiteX168" fmla="*/ 0 w 5137844"/>
                <a:gd name="connsiteY168" fmla="*/ 1261974 h 25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5137844" h="2523948">
                  <a:moveTo>
                    <a:pt x="135606" y="1261974"/>
                  </a:moveTo>
                  <a:cubicBezTo>
                    <a:pt x="135606" y="1304409"/>
                    <a:pt x="144559" y="1346843"/>
                    <a:pt x="162467" y="1378906"/>
                  </a:cubicBezTo>
                  <a:cubicBezTo>
                    <a:pt x="162467" y="1378906"/>
                    <a:pt x="162467" y="1378906"/>
                    <a:pt x="690261" y="2293610"/>
                  </a:cubicBezTo>
                  <a:cubicBezTo>
                    <a:pt x="727960" y="2357733"/>
                    <a:pt x="820324" y="2410541"/>
                    <a:pt x="893838" y="2410541"/>
                  </a:cubicBezTo>
                  <a:lnTo>
                    <a:pt x="1084338" y="2410541"/>
                  </a:lnTo>
                  <a:lnTo>
                    <a:pt x="1934122" y="2410541"/>
                  </a:lnTo>
                  <a:lnTo>
                    <a:pt x="1949425" y="2410541"/>
                  </a:lnTo>
                  <a:lnTo>
                    <a:pt x="1956221" y="2410541"/>
                  </a:lnTo>
                  <a:lnTo>
                    <a:pt x="2124622" y="2410541"/>
                  </a:lnTo>
                  <a:lnTo>
                    <a:pt x="2139925" y="2410541"/>
                  </a:lnTo>
                  <a:lnTo>
                    <a:pt x="2146721" y="2410541"/>
                  </a:lnTo>
                  <a:lnTo>
                    <a:pt x="2989710" y="2410541"/>
                  </a:lnTo>
                  <a:lnTo>
                    <a:pt x="2996506" y="2410541"/>
                  </a:lnTo>
                  <a:lnTo>
                    <a:pt x="3011809" y="2410541"/>
                  </a:lnTo>
                  <a:lnTo>
                    <a:pt x="3180210" y="2410541"/>
                  </a:lnTo>
                  <a:lnTo>
                    <a:pt x="3187006" y="2410541"/>
                  </a:lnTo>
                  <a:lnTo>
                    <a:pt x="3202309" y="2410541"/>
                  </a:lnTo>
                  <a:lnTo>
                    <a:pt x="4052093" y="2410541"/>
                  </a:lnTo>
                  <a:lnTo>
                    <a:pt x="4242593" y="2410541"/>
                  </a:lnTo>
                  <a:cubicBezTo>
                    <a:pt x="4317992" y="2410541"/>
                    <a:pt x="4408471" y="2357733"/>
                    <a:pt x="4446171" y="2293610"/>
                  </a:cubicBezTo>
                  <a:cubicBezTo>
                    <a:pt x="4446171" y="2293610"/>
                    <a:pt x="4446171" y="2293610"/>
                    <a:pt x="4973965" y="1378906"/>
                  </a:cubicBezTo>
                  <a:cubicBezTo>
                    <a:pt x="5011664" y="1314782"/>
                    <a:pt x="5011664" y="1209166"/>
                    <a:pt x="4973965" y="1145043"/>
                  </a:cubicBezTo>
                  <a:cubicBezTo>
                    <a:pt x="4973965" y="1145043"/>
                    <a:pt x="4973965" y="1145043"/>
                    <a:pt x="4446171" y="230339"/>
                  </a:cubicBezTo>
                  <a:cubicBezTo>
                    <a:pt x="4408471" y="166215"/>
                    <a:pt x="4317992" y="113407"/>
                    <a:pt x="4242593" y="113407"/>
                  </a:cubicBezTo>
                  <a:cubicBezTo>
                    <a:pt x="4242593" y="113407"/>
                    <a:pt x="4242593" y="113407"/>
                    <a:pt x="4133871" y="113407"/>
                  </a:cubicBezTo>
                  <a:lnTo>
                    <a:pt x="4052093" y="113407"/>
                  </a:lnTo>
                  <a:lnTo>
                    <a:pt x="4050394" y="113407"/>
                  </a:lnTo>
                  <a:lnTo>
                    <a:pt x="4038503" y="113407"/>
                  </a:lnTo>
                  <a:lnTo>
                    <a:pt x="4030245" y="113407"/>
                  </a:lnTo>
                  <a:lnTo>
                    <a:pt x="4006226" y="113407"/>
                  </a:lnTo>
                  <a:lnTo>
                    <a:pt x="3943371" y="113407"/>
                  </a:lnTo>
                  <a:lnTo>
                    <a:pt x="3875656" y="113407"/>
                  </a:lnTo>
                  <a:lnTo>
                    <a:pt x="3839745" y="113407"/>
                  </a:lnTo>
                  <a:lnTo>
                    <a:pt x="3776065" y="113407"/>
                  </a:lnTo>
                  <a:lnTo>
                    <a:pt x="3685156" y="113407"/>
                  </a:lnTo>
                  <a:lnTo>
                    <a:pt x="3659911" y="113407"/>
                  </a:lnTo>
                  <a:lnTo>
                    <a:pt x="3585565" y="113407"/>
                  </a:lnTo>
                  <a:lnTo>
                    <a:pt x="3525919" y="113407"/>
                  </a:lnTo>
                  <a:lnTo>
                    <a:pt x="3469411" y="113407"/>
                  </a:lnTo>
                  <a:lnTo>
                    <a:pt x="3372816" y="113407"/>
                  </a:lnTo>
                  <a:lnTo>
                    <a:pt x="3335419" y="113407"/>
                  </a:lnTo>
                  <a:lnTo>
                    <a:pt x="3202309" y="113407"/>
                  </a:lnTo>
                  <a:lnTo>
                    <a:pt x="3200246" y="113407"/>
                  </a:lnTo>
                  <a:lnTo>
                    <a:pt x="3187006" y="113407"/>
                  </a:lnTo>
                  <a:lnTo>
                    <a:pt x="3185815" y="113407"/>
                  </a:lnTo>
                  <a:lnTo>
                    <a:pt x="3182316" y="113407"/>
                  </a:lnTo>
                  <a:lnTo>
                    <a:pt x="3180210" y="113407"/>
                  </a:lnTo>
                  <a:cubicBezTo>
                    <a:pt x="3180210" y="113407"/>
                    <a:pt x="3180210" y="113407"/>
                    <a:pt x="3163716" y="113407"/>
                  </a:cubicBezTo>
                  <a:lnTo>
                    <a:pt x="3146643" y="113407"/>
                  </a:lnTo>
                  <a:lnTo>
                    <a:pt x="3124544" y="113407"/>
                  </a:lnTo>
                  <a:lnTo>
                    <a:pt x="3070360" y="113407"/>
                  </a:lnTo>
                  <a:lnTo>
                    <a:pt x="3048262" y="113407"/>
                  </a:lnTo>
                  <a:lnTo>
                    <a:pt x="3014437" y="113407"/>
                  </a:lnTo>
                  <a:lnTo>
                    <a:pt x="3011809" y="113407"/>
                  </a:lnTo>
                  <a:lnTo>
                    <a:pt x="3009746" y="113407"/>
                  </a:lnTo>
                  <a:lnTo>
                    <a:pt x="2996506" y="113407"/>
                  </a:lnTo>
                  <a:lnTo>
                    <a:pt x="2995315" y="113407"/>
                  </a:lnTo>
                  <a:lnTo>
                    <a:pt x="2992338" y="113407"/>
                  </a:lnTo>
                  <a:lnTo>
                    <a:pt x="2989710" y="113407"/>
                  </a:lnTo>
                  <a:lnTo>
                    <a:pt x="2987648" y="113407"/>
                  </a:lnTo>
                  <a:lnTo>
                    <a:pt x="2973216" y="113407"/>
                  </a:lnTo>
                  <a:lnTo>
                    <a:pt x="2956143" y="113407"/>
                  </a:lnTo>
                  <a:lnTo>
                    <a:pt x="2944597" y="113407"/>
                  </a:lnTo>
                  <a:lnTo>
                    <a:pt x="2934044" y="113407"/>
                  </a:lnTo>
                  <a:lnTo>
                    <a:pt x="2922498" y="113407"/>
                  </a:lnTo>
                  <a:lnTo>
                    <a:pt x="2879860" y="113407"/>
                  </a:lnTo>
                  <a:lnTo>
                    <a:pt x="2859294" y="113407"/>
                  </a:lnTo>
                  <a:lnTo>
                    <a:pt x="2857762" y="113407"/>
                  </a:lnTo>
                  <a:lnTo>
                    <a:pt x="2837195" y="113407"/>
                  </a:lnTo>
                  <a:lnTo>
                    <a:pt x="2823937" y="113407"/>
                  </a:lnTo>
                  <a:lnTo>
                    <a:pt x="2801838" y="113407"/>
                  </a:lnTo>
                  <a:lnTo>
                    <a:pt x="2756982" y="113407"/>
                  </a:lnTo>
                  <a:lnTo>
                    <a:pt x="2754097" y="113407"/>
                  </a:lnTo>
                  <a:lnTo>
                    <a:pt x="2734884" y="113407"/>
                  </a:lnTo>
                  <a:lnTo>
                    <a:pt x="2731998" y="113407"/>
                  </a:lnTo>
                  <a:lnTo>
                    <a:pt x="2668794" y="113407"/>
                  </a:lnTo>
                  <a:lnTo>
                    <a:pt x="2646695" y="113407"/>
                  </a:lnTo>
                  <a:lnTo>
                    <a:pt x="2636115" y="113407"/>
                  </a:lnTo>
                  <a:lnTo>
                    <a:pt x="2614017" y="113407"/>
                  </a:lnTo>
                  <a:lnTo>
                    <a:pt x="2566482" y="113407"/>
                  </a:lnTo>
                  <a:lnTo>
                    <a:pt x="2544384" y="113407"/>
                  </a:lnTo>
                  <a:lnTo>
                    <a:pt x="2495147" y="113407"/>
                  </a:lnTo>
                  <a:lnTo>
                    <a:pt x="2473049" y="113407"/>
                  </a:lnTo>
                  <a:lnTo>
                    <a:pt x="2445615" y="113407"/>
                  </a:lnTo>
                  <a:lnTo>
                    <a:pt x="2423517" y="113407"/>
                  </a:lnTo>
                  <a:lnTo>
                    <a:pt x="2332532" y="113407"/>
                  </a:lnTo>
                  <a:lnTo>
                    <a:pt x="2310433" y="113407"/>
                  </a:lnTo>
                  <a:lnTo>
                    <a:pt x="2304647" y="113407"/>
                  </a:lnTo>
                  <a:lnTo>
                    <a:pt x="2282549" y="113407"/>
                  </a:lnTo>
                  <a:lnTo>
                    <a:pt x="2146721" y="113407"/>
                  </a:lnTo>
                  <a:lnTo>
                    <a:pt x="2142032" y="113407"/>
                  </a:lnTo>
                  <a:lnTo>
                    <a:pt x="2139925" y="113407"/>
                  </a:lnTo>
                  <a:lnTo>
                    <a:pt x="2137864" y="113407"/>
                  </a:lnTo>
                  <a:lnTo>
                    <a:pt x="2124622" y="113407"/>
                  </a:lnTo>
                  <a:lnTo>
                    <a:pt x="2123432" y="113407"/>
                  </a:lnTo>
                  <a:lnTo>
                    <a:pt x="2119933" y="113407"/>
                  </a:lnTo>
                  <a:lnTo>
                    <a:pt x="2097049" y="113407"/>
                  </a:lnTo>
                  <a:cubicBezTo>
                    <a:pt x="2073661" y="113407"/>
                    <a:pt x="2037517" y="113407"/>
                    <a:pt x="1981658" y="113407"/>
                  </a:cubicBezTo>
                  <a:lnTo>
                    <a:pt x="1956221" y="113407"/>
                  </a:lnTo>
                  <a:lnTo>
                    <a:pt x="1949425" y="113407"/>
                  </a:lnTo>
                  <a:lnTo>
                    <a:pt x="1947364" y="113407"/>
                  </a:lnTo>
                  <a:lnTo>
                    <a:pt x="1934122" y="113407"/>
                  </a:lnTo>
                  <a:lnTo>
                    <a:pt x="1932932" y="113407"/>
                  </a:lnTo>
                  <a:lnTo>
                    <a:pt x="1906549" y="113407"/>
                  </a:lnTo>
                  <a:lnTo>
                    <a:pt x="1882214" y="113407"/>
                  </a:lnTo>
                  <a:lnTo>
                    <a:pt x="1861030" y="113407"/>
                  </a:lnTo>
                  <a:lnTo>
                    <a:pt x="1791158" y="113407"/>
                  </a:lnTo>
                  <a:lnTo>
                    <a:pt x="1747978" y="113407"/>
                  </a:lnTo>
                  <a:lnTo>
                    <a:pt x="1691714" y="113407"/>
                  </a:lnTo>
                  <a:lnTo>
                    <a:pt x="1573733" y="113407"/>
                  </a:lnTo>
                  <a:lnTo>
                    <a:pt x="1557478" y="113407"/>
                  </a:lnTo>
                  <a:lnTo>
                    <a:pt x="1383233" y="113407"/>
                  </a:lnTo>
                  <a:lnTo>
                    <a:pt x="1354259" y="113407"/>
                  </a:lnTo>
                  <a:lnTo>
                    <a:pt x="1163759" y="113407"/>
                  </a:lnTo>
                  <a:lnTo>
                    <a:pt x="1084338" y="113407"/>
                  </a:lnTo>
                  <a:lnTo>
                    <a:pt x="893838" y="113407"/>
                  </a:lnTo>
                  <a:cubicBezTo>
                    <a:pt x="820324" y="113407"/>
                    <a:pt x="727960" y="166215"/>
                    <a:pt x="690261" y="230339"/>
                  </a:cubicBezTo>
                  <a:cubicBezTo>
                    <a:pt x="690261" y="230339"/>
                    <a:pt x="690261" y="230339"/>
                    <a:pt x="162467" y="1145043"/>
                  </a:cubicBezTo>
                  <a:cubicBezTo>
                    <a:pt x="144559" y="1177105"/>
                    <a:pt x="135606" y="1219539"/>
                    <a:pt x="135606" y="1261974"/>
                  </a:cubicBezTo>
                  <a:close/>
                  <a:moveTo>
                    <a:pt x="0" y="1261974"/>
                  </a:moveTo>
                  <a:cubicBezTo>
                    <a:pt x="0" y="1215349"/>
                    <a:pt x="9837" y="1168725"/>
                    <a:pt x="29513" y="1133497"/>
                  </a:cubicBezTo>
                  <a:cubicBezTo>
                    <a:pt x="609420" y="128477"/>
                    <a:pt x="609420" y="128477"/>
                    <a:pt x="609420" y="128477"/>
                  </a:cubicBezTo>
                  <a:cubicBezTo>
                    <a:pt x="650842" y="58022"/>
                    <a:pt x="752325" y="0"/>
                    <a:pt x="833098" y="0"/>
                  </a:cubicBezTo>
                  <a:cubicBezTo>
                    <a:pt x="1702959" y="0"/>
                    <a:pt x="1920424" y="0"/>
                    <a:pt x="1974790" y="0"/>
                  </a:cubicBezTo>
                  <a:lnTo>
                    <a:pt x="1976098" y="0"/>
                  </a:lnTo>
                  <a:lnTo>
                    <a:pt x="1990647" y="0"/>
                  </a:lnTo>
                  <a:lnTo>
                    <a:pt x="1992912" y="0"/>
                  </a:lnTo>
                  <a:lnTo>
                    <a:pt x="2000379" y="0"/>
                  </a:lnTo>
                  <a:lnTo>
                    <a:pt x="2180255" y="0"/>
                  </a:lnTo>
                  <a:lnTo>
                    <a:pt x="2204536" y="0"/>
                  </a:lnTo>
                  <a:lnTo>
                    <a:pt x="2358928" y="0"/>
                  </a:lnTo>
                  <a:lnTo>
                    <a:pt x="2383208" y="0"/>
                  </a:lnTo>
                  <a:lnTo>
                    <a:pt x="2513815" y="0"/>
                  </a:lnTo>
                  <a:lnTo>
                    <a:pt x="2538095" y="0"/>
                  </a:lnTo>
                  <a:lnTo>
                    <a:pt x="2646616" y="0"/>
                  </a:lnTo>
                  <a:lnTo>
                    <a:pt x="2670896" y="0"/>
                  </a:lnTo>
                  <a:lnTo>
                    <a:pt x="2759029" y="0"/>
                  </a:lnTo>
                  <a:lnTo>
                    <a:pt x="2783310" y="0"/>
                  </a:lnTo>
                  <a:lnTo>
                    <a:pt x="2852754" y="0"/>
                  </a:lnTo>
                  <a:lnTo>
                    <a:pt x="2877035" y="0"/>
                  </a:lnTo>
                  <a:lnTo>
                    <a:pt x="2929490" y="0"/>
                  </a:lnTo>
                  <a:lnTo>
                    <a:pt x="2953771" y="0"/>
                  </a:lnTo>
                  <a:lnTo>
                    <a:pt x="2990936" y="0"/>
                  </a:lnTo>
                  <a:lnTo>
                    <a:pt x="3015216" y="0"/>
                  </a:lnTo>
                  <a:lnTo>
                    <a:pt x="3074750" y="0"/>
                  </a:lnTo>
                  <a:lnTo>
                    <a:pt x="3099031" y="0"/>
                  </a:lnTo>
                  <a:lnTo>
                    <a:pt x="3117790" y="0"/>
                  </a:lnTo>
                  <a:cubicBezTo>
                    <a:pt x="3135912" y="0"/>
                    <a:pt x="3135912" y="0"/>
                    <a:pt x="3135912" y="0"/>
                  </a:cubicBezTo>
                  <a:lnTo>
                    <a:pt x="3142071" y="0"/>
                  </a:lnTo>
                  <a:lnTo>
                    <a:pt x="3143379" y="0"/>
                  </a:lnTo>
                  <a:lnTo>
                    <a:pt x="3157927" y="0"/>
                  </a:lnTo>
                  <a:lnTo>
                    <a:pt x="3160193" y="0"/>
                  </a:lnTo>
                  <a:lnTo>
                    <a:pt x="3347536" y="0"/>
                  </a:lnTo>
                  <a:cubicBezTo>
                    <a:pt x="4303193" y="0"/>
                    <a:pt x="4303193" y="0"/>
                    <a:pt x="4303193" y="0"/>
                  </a:cubicBezTo>
                  <a:cubicBezTo>
                    <a:pt x="4386037" y="0"/>
                    <a:pt x="4485449" y="58022"/>
                    <a:pt x="4526872" y="128477"/>
                  </a:cubicBezTo>
                  <a:cubicBezTo>
                    <a:pt x="5106779" y="1133497"/>
                    <a:pt x="5106779" y="1133497"/>
                    <a:pt x="5106779" y="1133497"/>
                  </a:cubicBezTo>
                  <a:cubicBezTo>
                    <a:pt x="5148200" y="1203952"/>
                    <a:pt x="5148200" y="1319996"/>
                    <a:pt x="5106779" y="1390451"/>
                  </a:cubicBezTo>
                  <a:cubicBezTo>
                    <a:pt x="4526872" y="2395471"/>
                    <a:pt x="4526872" y="2395471"/>
                    <a:pt x="4526872" y="2395471"/>
                  </a:cubicBezTo>
                  <a:cubicBezTo>
                    <a:pt x="4485449" y="2465926"/>
                    <a:pt x="4386037" y="2523948"/>
                    <a:pt x="4303193" y="2523948"/>
                  </a:cubicBezTo>
                  <a:lnTo>
                    <a:pt x="3160193" y="2523948"/>
                  </a:lnTo>
                  <a:lnTo>
                    <a:pt x="3143379" y="2523948"/>
                  </a:lnTo>
                  <a:lnTo>
                    <a:pt x="3135912" y="2523948"/>
                  </a:lnTo>
                  <a:lnTo>
                    <a:pt x="2000379" y="2523948"/>
                  </a:lnTo>
                  <a:lnTo>
                    <a:pt x="1992912" y="2523948"/>
                  </a:lnTo>
                  <a:lnTo>
                    <a:pt x="1976098" y="2523948"/>
                  </a:lnTo>
                  <a:lnTo>
                    <a:pt x="833098" y="2523948"/>
                  </a:lnTo>
                  <a:cubicBezTo>
                    <a:pt x="752325" y="2523948"/>
                    <a:pt x="650842" y="2465926"/>
                    <a:pt x="609420" y="2395471"/>
                  </a:cubicBezTo>
                  <a:cubicBezTo>
                    <a:pt x="29513" y="1390451"/>
                    <a:pt x="29513" y="1390451"/>
                    <a:pt x="29513" y="1390451"/>
                  </a:cubicBezTo>
                  <a:cubicBezTo>
                    <a:pt x="9837" y="1355223"/>
                    <a:pt x="0" y="1308599"/>
                    <a:pt x="0" y="126197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800" dirty="0">
                <a:solidFill>
                  <a:prstClr val="black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F18564E3-AC5E-422D-B161-3FF9FA8346B5}"/>
                </a:ext>
              </a:extLst>
            </p:cNvPr>
            <p:cNvSpPr/>
            <p:nvPr/>
          </p:nvSpPr>
          <p:spPr>
            <a:xfrm>
              <a:off x="773540" y="2423160"/>
              <a:ext cx="2376264" cy="626712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69" name="TextBox 25">
            <a:extLst>
              <a:ext uri="{FF2B5EF4-FFF2-40B4-BE49-F238E27FC236}">
                <a16:creationId xmlns:a16="http://schemas.microsoft.com/office/drawing/2014/main" id="{0DD3A719-3022-45A5-8804-ECDD59731A48}"/>
              </a:ext>
            </a:extLst>
          </p:cNvPr>
          <p:cNvSpPr txBox="1"/>
          <p:nvPr/>
        </p:nvSpPr>
        <p:spPr>
          <a:xfrm>
            <a:off x="1963540" y="2653016"/>
            <a:ext cx="1500627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457200"/>
            <a:r>
              <a:rPr lang="en-US" sz="1400" b="1" spc="50" dirty="0">
                <a:solidFill>
                  <a:schemeClr val="bg1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BUSINESS</a:t>
            </a:r>
          </a:p>
        </p:txBody>
      </p:sp>
      <p:sp>
        <p:nvSpPr>
          <p:cNvPr id="70" name="TextBox 38">
            <a:extLst>
              <a:ext uri="{FF2B5EF4-FFF2-40B4-BE49-F238E27FC236}">
                <a16:creationId xmlns:a16="http://schemas.microsoft.com/office/drawing/2014/main" id="{15199160-9446-46D0-AF47-F0E893A782A8}"/>
              </a:ext>
            </a:extLst>
          </p:cNvPr>
          <p:cNvSpPr txBox="1"/>
          <p:nvPr/>
        </p:nvSpPr>
        <p:spPr>
          <a:xfrm>
            <a:off x="4244259" y="2653016"/>
            <a:ext cx="1500627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457200"/>
            <a:r>
              <a:rPr lang="en-US" sz="1400" b="1" spc="50" dirty="0">
                <a:solidFill>
                  <a:schemeClr val="bg1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MARKETING</a:t>
            </a:r>
          </a:p>
        </p:txBody>
      </p:sp>
      <p:sp>
        <p:nvSpPr>
          <p:cNvPr id="71" name="TextBox 41">
            <a:extLst>
              <a:ext uri="{FF2B5EF4-FFF2-40B4-BE49-F238E27FC236}">
                <a16:creationId xmlns:a16="http://schemas.microsoft.com/office/drawing/2014/main" id="{A4B2587E-00B4-403A-9B8E-01D5734B838A}"/>
              </a:ext>
            </a:extLst>
          </p:cNvPr>
          <p:cNvSpPr txBox="1"/>
          <p:nvPr/>
        </p:nvSpPr>
        <p:spPr>
          <a:xfrm>
            <a:off x="6399289" y="2653016"/>
            <a:ext cx="1752003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457200"/>
            <a:r>
              <a:rPr lang="en-US" sz="1400" b="1" spc="50" dirty="0">
                <a:solidFill>
                  <a:schemeClr val="bg1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PRESENTATION</a:t>
            </a:r>
          </a:p>
        </p:txBody>
      </p:sp>
      <p:sp>
        <p:nvSpPr>
          <p:cNvPr id="72" name="TextBox 44">
            <a:extLst>
              <a:ext uri="{FF2B5EF4-FFF2-40B4-BE49-F238E27FC236}">
                <a16:creationId xmlns:a16="http://schemas.microsoft.com/office/drawing/2014/main" id="{BAC5D224-90CE-4F90-A66C-51F6B58C16D3}"/>
              </a:ext>
            </a:extLst>
          </p:cNvPr>
          <p:cNvSpPr txBox="1"/>
          <p:nvPr/>
        </p:nvSpPr>
        <p:spPr>
          <a:xfrm>
            <a:off x="8805699" y="2653015"/>
            <a:ext cx="1500627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457200"/>
            <a:r>
              <a:rPr lang="en-US" sz="1400" b="1" spc="50" dirty="0">
                <a:solidFill>
                  <a:schemeClr val="bg1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SURVEY TEAM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48B144F-D5D9-4E0B-87F7-B15EA800A1FE}"/>
              </a:ext>
            </a:extLst>
          </p:cNvPr>
          <p:cNvSpPr txBox="1"/>
          <p:nvPr/>
        </p:nvSpPr>
        <p:spPr>
          <a:xfrm>
            <a:off x="6445791" y="3186576"/>
            <a:ext cx="1659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There are many variate of passages of Lorem Ipsum available, but the majority have suffered alteration in some form, by injected </a:t>
            </a:r>
            <a:r>
              <a:rPr lang="en-US" altLang="zh-CN" sz="10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humour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Lorem Ipsum available, but the majority have suffered </a:t>
            </a:r>
            <a:r>
              <a:rPr lang="en-US" altLang="zh-CN" sz="10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completedby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injected classical Latin 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22DA2B8-3D4D-461E-8C52-02644C84E435}"/>
              </a:ext>
            </a:extLst>
          </p:cNvPr>
          <p:cNvSpPr txBox="1"/>
          <p:nvPr/>
        </p:nvSpPr>
        <p:spPr>
          <a:xfrm>
            <a:off x="8726512" y="3186577"/>
            <a:ext cx="1659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There are many variate of passages of Lorem Ipsum available, but the majority have suffered alteration in some form, by injected </a:t>
            </a:r>
            <a:r>
              <a:rPr lang="en-US" altLang="zh-CN" sz="10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humour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Lorem Ipsum available, but the majority have suffered </a:t>
            </a:r>
            <a:r>
              <a:rPr lang="en-US" altLang="zh-CN" sz="10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completedby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injected classical Latin </a:t>
            </a:r>
          </a:p>
        </p:txBody>
      </p:sp>
    </p:spTree>
    <p:extLst>
      <p:ext uri="{BB962C8B-B14F-4D97-AF65-F5344CB8AC3E}">
        <p14:creationId xmlns:p14="http://schemas.microsoft.com/office/powerpoint/2010/main" val="250154481"/>
      </p:ext>
    </p:extLst>
  </p:cSld>
  <p:clrMapOvr>
    <a:masterClrMapping/>
  </p:clrMapOvr>
  <p:transition spd="slow" advClick="0" advTm="2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6284A32-EBEB-448C-B03A-5EF30A3DFF24}"/>
              </a:ext>
            </a:extLst>
          </p:cNvPr>
          <p:cNvPicPr>
            <a:picLocks noChangeAspect="1"/>
          </p:cNvPicPr>
          <p:nvPr/>
        </p:nvPicPr>
        <p:blipFill rotWithShape="1">
          <a:blip r:embed="R866ae5eeb9ea493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939DF94B-B1CD-41FB-B7B9-FBEA9CFED548}"/>
              </a:ext>
            </a:extLst>
          </p:cNvPr>
          <p:cNvGrpSpPr/>
          <p:nvPr/>
        </p:nvGrpSpPr>
        <p:grpSpPr>
          <a:xfrm>
            <a:off x="5424526" y="1538027"/>
            <a:ext cx="5408279" cy="3808301"/>
            <a:chOff x="5424526" y="1650764"/>
            <a:chExt cx="5408278" cy="3808301"/>
          </a:xfrm>
        </p:grpSpPr>
        <p:cxnSp>
          <p:nvCxnSpPr>
            <p:cNvPr id="5" name="Google Shape;164;p15">
              <a:extLst>
                <a:ext uri="{FF2B5EF4-FFF2-40B4-BE49-F238E27FC236}">
                  <a16:creationId xmlns:a16="http://schemas.microsoft.com/office/drawing/2014/main" id="{415927C6-E22F-480D-9EAC-9B8725BEC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628" y="1650764"/>
              <a:ext cx="0" cy="3630160"/>
            </a:xfrm>
            <a:prstGeom prst="straightConnector1">
              <a:avLst/>
            </a:prstGeom>
            <a:noFill/>
            <a:ln w="19050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diamond" w="med" len="med"/>
              <a:tailEnd type="diamond" w="med" len="med"/>
            </a:ln>
          </p:spPr>
        </p:cxnSp>
        <p:sp>
          <p:nvSpPr>
            <p:cNvPr id="6" name="Google Shape;737;p43">
              <a:extLst>
                <a:ext uri="{FF2B5EF4-FFF2-40B4-BE49-F238E27FC236}">
                  <a16:creationId xmlns:a16="http://schemas.microsoft.com/office/drawing/2014/main" id="{ED2BC00A-7A2F-4065-B4D5-053951442BCB}"/>
                </a:ext>
              </a:extLst>
            </p:cNvPr>
            <p:cNvSpPr/>
            <p:nvPr/>
          </p:nvSpPr>
          <p:spPr>
            <a:xfrm rot="5400000">
              <a:off x="5335194" y="2809891"/>
              <a:ext cx="1297051" cy="79270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CDD8"/>
                </a:gs>
                <a:gs pos="100000">
                  <a:srgbClr val="80A0BA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7" name="Google Shape;738;p43">
              <a:extLst>
                <a:ext uri="{FF2B5EF4-FFF2-40B4-BE49-F238E27FC236}">
                  <a16:creationId xmlns:a16="http://schemas.microsoft.com/office/drawing/2014/main" id="{C4DBE2CA-63C4-4B80-9BE8-FC99F249E8A0}"/>
                </a:ext>
              </a:extLst>
            </p:cNvPr>
            <p:cNvSpPr/>
            <p:nvPr/>
          </p:nvSpPr>
          <p:spPr>
            <a:xfrm rot="5400000">
              <a:off x="5193024" y="2733967"/>
              <a:ext cx="1297051" cy="792704"/>
            </a:xfrm>
            <a:prstGeom prst="roundRect">
              <a:avLst>
                <a:gd name="adj" fmla="val 50000"/>
              </a:avLst>
            </a:prstGeom>
            <a:noFill/>
            <a:ln w="19050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8" name="Google Shape;740;p43">
              <a:extLst>
                <a:ext uri="{FF2B5EF4-FFF2-40B4-BE49-F238E27FC236}">
                  <a16:creationId xmlns:a16="http://schemas.microsoft.com/office/drawing/2014/main" id="{CF0F5E60-5C52-4EB9-942C-D65EF91A50F3}"/>
                </a:ext>
              </a:extLst>
            </p:cNvPr>
            <p:cNvSpPr txBox="1">
              <a:spLocks/>
            </p:cNvSpPr>
            <p:nvPr/>
          </p:nvSpPr>
          <p:spPr>
            <a:xfrm>
              <a:off x="5424526" y="2823656"/>
              <a:ext cx="976205" cy="605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Tenor Sans"/>
                <a:buNone/>
                <a:defRPr sz="6000" b="0" i="0" u="none" strike="noStrike" cap="none">
                  <a:solidFill>
                    <a:schemeClr val="dk1"/>
                  </a:solidFill>
                  <a:latin typeface="Tenor Sans"/>
                  <a:ea typeface="Tenor Sans"/>
                  <a:cs typeface="Tenor Sans"/>
                  <a:sym typeface="Tenor Sans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Tenor Sans"/>
                <a:buNone/>
                <a:tabLst/>
                <a:defRPr/>
              </a:pPr>
              <a:r>
                <a:rPr kumimoji="0" lang="e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03.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2C56805-61BA-4E3B-8743-CB4A3F7DC10E}"/>
                </a:ext>
              </a:extLst>
            </p:cNvPr>
            <p:cNvSpPr txBox="1"/>
            <p:nvPr/>
          </p:nvSpPr>
          <p:spPr>
            <a:xfrm>
              <a:off x="6588089" y="2481793"/>
              <a:ext cx="42447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单击添加标题</a:t>
              </a:r>
            </a:p>
          </p:txBody>
        </p:sp>
        <p:sp>
          <p:nvSpPr>
            <p:cNvPr id="10" name="iconfont-1122-840613">
              <a:extLst>
                <a:ext uri="{FF2B5EF4-FFF2-40B4-BE49-F238E27FC236}">
                  <a16:creationId xmlns:a16="http://schemas.microsoft.com/office/drawing/2014/main" id="{7872590D-56D6-4134-A49F-D4E0019FAA63}"/>
                </a:ext>
              </a:extLst>
            </p:cNvPr>
            <p:cNvSpPr/>
            <p:nvPr/>
          </p:nvSpPr>
          <p:spPr>
            <a:xfrm>
              <a:off x="6892983" y="3465844"/>
              <a:ext cx="345134" cy="345134"/>
            </a:xfrm>
            <a:custGeom>
              <a:avLst/>
              <a:gdLst>
                <a:gd name="T0" fmla="*/ 5096 w 10942"/>
                <a:gd name="T1" fmla="*/ 9044 h 10942"/>
                <a:gd name="T2" fmla="*/ 8344 w 10942"/>
                <a:gd name="T3" fmla="*/ 5796 h 10942"/>
                <a:gd name="T4" fmla="*/ 8344 w 10942"/>
                <a:gd name="T5" fmla="*/ 5146 h 10942"/>
                <a:gd name="T6" fmla="*/ 5096 w 10942"/>
                <a:gd name="T7" fmla="*/ 1898 h 10942"/>
                <a:gd name="T8" fmla="*/ 4797 w 10942"/>
                <a:gd name="T9" fmla="*/ 1774 h 10942"/>
                <a:gd name="T10" fmla="*/ 4472 w 10942"/>
                <a:gd name="T11" fmla="*/ 1898 h 10942"/>
                <a:gd name="T12" fmla="*/ 3747 w 10942"/>
                <a:gd name="T13" fmla="*/ 2648 h 10942"/>
                <a:gd name="T14" fmla="*/ 3597 w 10942"/>
                <a:gd name="T15" fmla="*/ 2948 h 10942"/>
                <a:gd name="T16" fmla="*/ 3747 w 10942"/>
                <a:gd name="T17" fmla="*/ 3272 h 10942"/>
                <a:gd name="T18" fmla="*/ 5921 w 10942"/>
                <a:gd name="T19" fmla="*/ 5471 h 10942"/>
                <a:gd name="T20" fmla="*/ 3747 w 10942"/>
                <a:gd name="T21" fmla="*/ 7669 h 10942"/>
                <a:gd name="T22" fmla="*/ 3597 w 10942"/>
                <a:gd name="T23" fmla="*/ 7994 h 10942"/>
                <a:gd name="T24" fmla="*/ 3747 w 10942"/>
                <a:gd name="T25" fmla="*/ 8294 h 10942"/>
                <a:gd name="T26" fmla="*/ 4472 w 10942"/>
                <a:gd name="T27" fmla="*/ 9044 h 10942"/>
                <a:gd name="T28" fmla="*/ 4797 w 10942"/>
                <a:gd name="T29" fmla="*/ 9168 h 10942"/>
                <a:gd name="T30" fmla="*/ 5096 w 10942"/>
                <a:gd name="T31" fmla="*/ 9044 h 10942"/>
                <a:gd name="T32" fmla="*/ 10218 w 10942"/>
                <a:gd name="T33" fmla="*/ 8219 h 10942"/>
                <a:gd name="T34" fmla="*/ 8219 w 10942"/>
                <a:gd name="T35" fmla="*/ 10218 h 10942"/>
                <a:gd name="T36" fmla="*/ 5471 w 10942"/>
                <a:gd name="T37" fmla="*/ 10942 h 10942"/>
                <a:gd name="T38" fmla="*/ 2723 w 10942"/>
                <a:gd name="T39" fmla="*/ 10218 h 10942"/>
                <a:gd name="T40" fmla="*/ 724 w 10942"/>
                <a:gd name="T41" fmla="*/ 8219 h 10942"/>
                <a:gd name="T42" fmla="*/ 0 w 10942"/>
                <a:gd name="T43" fmla="*/ 5471 h 10942"/>
                <a:gd name="T44" fmla="*/ 724 w 10942"/>
                <a:gd name="T45" fmla="*/ 2723 h 10942"/>
                <a:gd name="T46" fmla="*/ 2723 w 10942"/>
                <a:gd name="T47" fmla="*/ 724 h 10942"/>
                <a:gd name="T48" fmla="*/ 5471 w 10942"/>
                <a:gd name="T49" fmla="*/ 0 h 10942"/>
                <a:gd name="T50" fmla="*/ 8219 w 10942"/>
                <a:gd name="T51" fmla="*/ 724 h 10942"/>
                <a:gd name="T52" fmla="*/ 10218 w 10942"/>
                <a:gd name="T53" fmla="*/ 2723 h 10942"/>
                <a:gd name="T54" fmla="*/ 10942 w 10942"/>
                <a:gd name="T55" fmla="*/ 5471 h 10942"/>
                <a:gd name="T56" fmla="*/ 10218 w 10942"/>
                <a:gd name="T57" fmla="*/ 8219 h 10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942" h="10942">
                  <a:moveTo>
                    <a:pt x="5096" y="9044"/>
                  </a:moveTo>
                  <a:lnTo>
                    <a:pt x="8344" y="5796"/>
                  </a:lnTo>
                  <a:cubicBezTo>
                    <a:pt x="8544" y="5596"/>
                    <a:pt x="8544" y="5346"/>
                    <a:pt x="8344" y="5146"/>
                  </a:cubicBezTo>
                  <a:lnTo>
                    <a:pt x="5096" y="1898"/>
                  </a:lnTo>
                  <a:cubicBezTo>
                    <a:pt x="5021" y="1823"/>
                    <a:pt x="4921" y="1774"/>
                    <a:pt x="4797" y="1774"/>
                  </a:cubicBezTo>
                  <a:cubicBezTo>
                    <a:pt x="4672" y="1774"/>
                    <a:pt x="4547" y="1823"/>
                    <a:pt x="4472" y="1898"/>
                  </a:cubicBezTo>
                  <a:lnTo>
                    <a:pt x="3747" y="2648"/>
                  </a:lnTo>
                  <a:cubicBezTo>
                    <a:pt x="3647" y="2723"/>
                    <a:pt x="3597" y="2823"/>
                    <a:pt x="3597" y="2948"/>
                  </a:cubicBezTo>
                  <a:cubicBezTo>
                    <a:pt x="3597" y="3098"/>
                    <a:pt x="3647" y="3198"/>
                    <a:pt x="3747" y="3272"/>
                  </a:cubicBezTo>
                  <a:lnTo>
                    <a:pt x="5921" y="5471"/>
                  </a:lnTo>
                  <a:lnTo>
                    <a:pt x="3747" y="7669"/>
                  </a:lnTo>
                  <a:cubicBezTo>
                    <a:pt x="3647" y="7744"/>
                    <a:pt x="3597" y="7844"/>
                    <a:pt x="3597" y="7994"/>
                  </a:cubicBezTo>
                  <a:cubicBezTo>
                    <a:pt x="3597" y="8119"/>
                    <a:pt x="3647" y="8219"/>
                    <a:pt x="3747" y="8294"/>
                  </a:cubicBezTo>
                  <a:lnTo>
                    <a:pt x="4472" y="9044"/>
                  </a:lnTo>
                  <a:cubicBezTo>
                    <a:pt x="4547" y="9119"/>
                    <a:pt x="4672" y="9168"/>
                    <a:pt x="4797" y="9168"/>
                  </a:cubicBezTo>
                  <a:cubicBezTo>
                    <a:pt x="4921" y="9168"/>
                    <a:pt x="5021" y="9119"/>
                    <a:pt x="5096" y="9044"/>
                  </a:cubicBezTo>
                  <a:close/>
                  <a:moveTo>
                    <a:pt x="10218" y="8219"/>
                  </a:moveTo>
                  <a:cubicBezTo>
                    <a:pt x="9718" y="9044"/>
                    <a:pt x="9044" y="9718"/>
                    <a:pt x="8219" y="10218"/>
                  </a:cubicBezTo>
                  <a:cubicBezTo>
                    <a:pt x="7420" y="10692"/>
                    <a:pt x="6495" y="10942"/>
                    <a:pt x="5471" y="10942"/>
                  </a:cubicBezTo>
                  <a:cubicBezTo>
                    <a:pt x="4447" y="10942"/>
                    <a:pt x="3522" y="10692"/>
                    <a:pt x="2723" y="10218"/>
                  </a:cubicBezTo>
                  <a:cubicBezTo>
                    <a:pt x="1898" y="9718"/>
                    <a:pt x="1224" y="9044"/>
                    <a:pt x="724" y="8219"/>
                  </a:cubicBezTo>
                  <a:cubicBezTo>
                    <a:pt x="250" y="7420"/>
                    <a:pt x="0" y="6495"/>
                    <a:pt x="0" y="5471"/>
                  </a:cubicBezTo>
                  <a:cubicBezTo>
                    <a:pt x="0" y="4447"/>
                    <a:pt x="250" y="3522"/>
                    <a:pt x="724" y="2723"/>
                  </a:cubicBezTo>
                  <a:cubicBezTo>
                    <a:pt x="1224" y="1898"/>
                    <a:pt x="1898" y="1224"/>
                    <a:pt x="2723" y="724"/>
                  </a:cubicBezTo>
                  <a:cubicBezTo>
                    <a:pt x="3522" y="250"/>
                    <a:pt x="4447" y="0"/>
                    <a:pt x="5471" y="0"/>
                  </a:cubicBezTo>
                  <a:cubicBezTo>
                    <a:pt x="6495" y="0"/>
                    <a:pt x="7420" y="250"/>
                    <a:pt x="8219" y="724"/>
                  </a:cubicBezTo>
                  <a:cubicBezTo>
                    <a:pt x="9044" y="1224"/>
                    <a:pt x="9718" y="1898"/>
                    <a:pt x="10218" y="2723"/>
                  </a:cubicBezTo>
                  <a:cubicBezTo>
                    <a:pt x="10692" y="3522"/>
                    <a:pt x="10942" y="4447"/>
                    <a:pt x="10942" y="5471"/>
                  </a:cubicBezTo>
                  <a:cubicBezTo>
                    <a:pt x="10942" y="6495"/>
                    <a:pt x="10692" y="7420"/>
                    <a:pt x="10218" y="821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7F0D1BD-FA16-4D50-B151-312ED5E450E2}"/>
                </a:ext>
              </a:extLst>
            </p:cNvPr>
            <p:cNvSpPr txBox="1"/>
            <p:nvPr/>
          </p:nvSpPr>
          <p:spPr>
            <a:xfrm>
              <a:off x="6847504" y="3843238"/>
              <a:ext cx="3020396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Lorem ipsum dolor sit amet, consectetuer adipiscing elit. Maecenas, Lorem ipsum dolor sit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Lorem ipsum dolor sit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adipiscing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elit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. Maecenas, Lorem ipsum dolor sit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Lorem ipsum dolor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6257152"/>
      </p:ext>
    </p:extLst>
  </p:cSld>
  <p:clrMapOvr>
    <a:masterClrMapping/>
  </p:clrMapOvr>
  <p:transition spd="slow" advClick="0" advTm="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片 110">
            <a:extLst>
              <a:ext uri="{FF2B5EF4-FFF2-40B4-BE49-F238E27FC236}">
                <a16:creationId xmlns:a16="http://schemas.microsoft.com/office/drawing/2014/main" id="{5FE2333B-D72E-466F-8671-B5D552871519}"/>
              </a:ext>
            </a:extLst>
          </p:cNvPr>
          <p:cNvPicPr>
            <a:picLocks noChangeAspect="1"/>
          </p:cNvPicPr>
          <p:nvPr/>
        </p:nvPicPr>
        <p:blipFill rotWithShape="1">
          <a:blip r:embed="Rb6e8112f0d1a480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CE4AE11-8CD3-4F3D-A8AE-24DA33385EBC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3C901BD-0DBF-4E48-9A38-D202D0230312}"/>
              </a:ext>
            </a:extLst>
          </p:cNvPr>
          <p:cNvGrpSpPr/>
          <p:nvPr/>
        </p:nvGrpSpPr>
        <p:grpSpPr>
          <a:xfrm>
            <a:off x="2068426" y="5308399"/>
            <a:ext cx="1617919" cy="1017459"/>
            <a:chOff x="2068425" y="5308397"/>
            <a:chExt cx="1617919" cy="1017459"/>
          </a:xfrm>
        </p:grpSpPr>
        <p:sp>
          <p:nvSpPr>
            <p:cNvPr id="80" name="TextBox 36">
              <a:extLst>
                <a:ext uri="{FF2B5EF4-FFF2-40B4-BE49-F238E27FC236}">
                  <a16:creationId xmlns:a16="http://schemas.microsoft.com/office/drawing/2014/main" id="{77521F7C-C43B-4620-8E87-CD667007438C}"/>
                </a:ext>
              </a:extLst>
            </p:cNvPr>
            <p:cNvSpPr txBox="1"/>
            <p:nvPr/>
          </p:nvSpPr>
          <p:spPr>
            <a:xfrm>
              <a:off x="2068428" y="5646952"/>
              <a:ext cx="1617915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/>
              <a:r>
                <a:rPr lang="en-US" sz="1200" b="1" spc="50" dirty="0"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81" name="TextBox 37">
              <a:extLst>
                <a:ext uri="{FF2B5EF4-FFF2-40B4-BE49-F238E27FC236}">
                  <a16:creationId xmlns:a16="http://schemas.microsoft.com/office/drawing/2014/main" id="{23315AF1-57E9-4405-8FD3-806173FE10B0}"/>
                </a:ext>
              </a:extLst>
            </p:cNvPr>
            <p:cNvSpPr txBox="1"/>
            <p:nvPr/>
          </p:nvSpPr>
          <p:spPr>
            <a:xfrm>
              <a:off x="2068426" y="5901124"/>
              <a:ext cx="1617918" cy="4247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When an unknown printer took a galley of type and</a:t>
              </a:r>
            </a:p>
          </p:txBody>
        </p:sp>
        <p:sp>
          <p:nvSpPr>
            <p:cNvPr id="82" name="TextBox 35">
              <a:extLst>
                <a:ext uri="{FF2B5EF4-FFF2-40B4-BE49-F238E27FC236}">
                  <a16:creationId xmlns:a16="http://schemas.microsoft.com/office/drawing/2014/main" id="{43F00350-01DF-4485-8D06-F62AC22A1DA8}"/>
                </a:ext>
              </a:extLst>
            </p:cNvPr>
            <p:cNvSpPr txBox="1"/>
            <p:nvPr/>
          </p:nvSpPr>
          <p:spPr>
            <a:xfrm>
              <a:off x="2068425" y="5308397"/>
              <a:ext cx="442360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 defTabSz="457200"/>
              <a:r>
                <a:rPr lang="en-US" sz="1600" b="1" spc="50" dirty="0">
                  <a:latin typeface="Calibri Light"/>
                  <a:ea typeface="方正细谭黑简体"/>
                  <a:cs typeface="Open Sans"/>
                  <a:sym typeface="Calibri Light"/>
                </a:rPr>
                <a:t>01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1652403-A547-4EB3-AF2B-C9C25E0AA971}"/>
              </a:ext>
            </a:extLst>
          </p:cNvPr>
          <p:cNvGrpSpPr/>
          <p:nvPr/>
        </p:nvGrpSpPr>
        <p:grpSpPr>
          <a:xfrm>
            <a:off x="1796526" y="3403396"/>
            <a:ext cx="1617919" cy="1472210"/>
            <a:chOff x="2661879" y="3019477"/>
            <a:chExt cx="1617919" cy="1472210"/>
          </a:xfrm>
        </p:grpSpPr>
        <p:sp>
          <p:nvSpPr>
            <p:cNvPr id="70" name="Rectangle 21">
              <a:extLst>
                <a:ext uri="{FF2B5EF4-FFF2-40B4-BE49-F238E27FC236}">
                  <a16:creationId xmlns:a16="http://schemas.microsoft.com/office/drawing/2014/main" id="{B9281A8D-3F93-47DD-82CB-4BB71E6F1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767" y="4473644"/>
              <a:ext cx="27065" cy="180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th-TH">
                <a:solidFill>
                  <a:prstClr val="black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83" name="TextBox 41">
              <a:extLst>
                <a:ext uri="{FF2B5EF4-FFF2-40B4-BE49-F238E27FC236}">
                  <a16:creationId xmlns:a16="http://schemas.microsoft.com/office/drawing/2014/main" id="{B38C18B7-1DDD-4F64-803D-34379D160FDD}"/>
                </a:ext>
              </a:extLst>
            </p:cNvPr>
            <p:cNvSpPr txBox="1"/>
            <p:nvPr/>
          </p:nvSpPr>
          <p:spPr>
            <a:xfrm>
              <a:off x="2661882" y="3358032"/>
              <a:ext cx="1617915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/>
              <a:r>
                <a:rPr lang="en-US" sz="1200" b="1" spc="50" dirty="0">
                  <a:solidFill>
                    <a:srgbClr val="80A0BA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MARKETING</a:t>
              </a:r>
            </a:p>
          </p:txBody>
        </p:sp>
        <p:sp>
          <p:nvSpPr>
            <p:cNvPr id="84" name="TextBox 42">
              <a:extLst>
                <a:ext uri="{FF2B5EF4-FFF2-40B4-BE49-F238E27FC236}">
                  <a16:creationId xmlns:a16="http://schemas.microsoft.com/office/drawing/2014/main" id="{C4A5BDD0-3061-4EEF-B53C-643BF13FCD3E}"/>
                </a:ext>
              </a:extLst>
            </p:cNvPr>
            <p:cNvSpPr txBox="1"/>
            <p:nvPr/>
          </p:nvSpPr>
          <p:spPr>
            <a:xfrm>
              <a:off x="2661880" y="3612204"/>
              <a:ext cx="1617918" cy="4247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It uses a dictionary of over 200 handful of model</a:t>
              </a:r>
            </a:p>
          </p:txBody>
        </p:sp>
        <p:sp>
          <p:nvSpPr>
            <p:cNvPr id="85" name="TextBox 40">
              <a:extLst>
                <a:ext uri="{FF2B5EF4-FFF2-40B4-BE49-F238E27FC236}">
                  <a16:creationId xmlns:a16="http://schemas.microsoft.com/office/drawing/2014/main" id="{F170C2F7-EB20-4256-AA4A-511B947408AD}"/>
                </a:ext>
              </a:extLst>
            </p:cNvPr>
            <p:cNvSpPr txBox="1"/>
            <p:nvPr/>
          </p:nvSpPr>
          <p:spPr>
            <a:xfrm>
              <a:off x="2661879" y="3019477"/>
              <a:ext cx="442360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 defTabSz="457200"/>
              <a:r>
                <a:rPr lang="en-US" sz="1600" b="1" spc="50" dirty="0">
                  <a:solidFill>
                    <a:srgbClr val="80A0BA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02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52161DB-8B38-4D5C-8E00-EEFFC839E59E}"/>
              </a:ext>
            </a:extLst>
          </p:cNvPr>
          <p:cNvGrpSpPr/>
          <p:nvPr/>
        </p:nvGrpSpPr>
        <p:grpSpPr>
          <a:xfrm>
            <a:off x="4081106" y="1914594"/>
            <a:ext cx="1617919" cy="1017459"/>
            <a:chOff x="3692750" y="1766495"/>
            <a:chExt cx="1617919" cy="1017459"/>
          </a:xfrm>
        </p:grpSpPr>
        <p:sp>
          <p:nvSpPr>
            <p:cNvPr id="86" name="TextBox 46">
              <a:extLst>
                <a:ext uri="{FF2B5EF4-FFF2-40B4-BE49-F238E27FC236}">
                  <a16:creationId xmlns:a16="http://schemas.microsoft.com/office/drawing/2014/main" id="{21E3141D-BAA5-4C58-B819-A875536C68E0}"/>
                </a:ext>
              </a:extLst>
            </p:cNvPr>
            <p:cNvSpPr txBox="1"/>
            <p:nvPr/>
          </p:nvSpPr>
          <p:spPr>
            <a:xfrm>
              <a:off x="3692753" y="2105050"/>
              <a:ext cx="1617915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/>
              <a:r>
                <a:rPr lang="en-US" sz="1200" b="1" spc="50" dirty="0">
                  <a:latin typeface="Calibri Light"/>
                  <a:ea typeface="方正细谭黑简体"/>
                  <a:cs typeface="Open Sans"/>
                  <a:sym typeface="Calibri Light"/>
                </a:rPr>
                <a:t>MEETING</a:t>
              </a:r>
            </a:p>
          </p:txBody>
        </p:sp>
        <p:sp>
          <p:nvSpPr>
            <p:cNvPr id="87" name="TextBox 47">
              <a:extLst>
                <a:ext uri="{FF2B5EF4-FFF2-40B4-BE49-F238E27FC236}">
                  <a16:creationId xmlns:a16="http://schemas.microsoft.com/office/drawing/2014/main" id="{D9DAA1ED-6DB2-4290-8A2A-17A9096C2A14}"/>
                </a:ext>
              </a:extLst>
            </p:cNvPr>
            <p:cNvSpPr txBox="1"/>
            <p:nvPr/>
          </p:nvSpPr>
          <p:spPr>
            <a:xfrm>
              <a:off x="3692751" y="2359222"/>
              <a:ext cx="1617918" cy="4247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Contrary to popular belief, </a:t>
              </a:r>
              <a:r>
                <a:rPr lang="en-US" sz="900" dirty="0" err="1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900" dirty="0" err="1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simply</a:t>
              </a:r>
            </a:p>
          </p:txBody>
        </p:sp>
        <p:sp>
          <p:nvSpPr>
            <p:cNvPr id="88" name="TextBox 45">
              <a:extLst>
                <a:ext uri="{FF2B5EF4-FFF2-40B4-BE49-F238E27FC236}">
                  <a16:creationId xmlns:a16="http://schemas.microsoft.com/office/drawing/2014/main" id="{2C64B9FB-6B4E-40E1-A7AA-B01906AE4756}"/>
                </a:ext>
              </a:extLst>
            </p:cNvPr>
            <p:cNvSpPr txBox="1"/>
            <p:nvPr/>
          </p:nvSpPr>
          <p:spPr>
            <a:xfrm>
              <a:off x="3692750" y="1766495"/>
              <a:ext cx="442360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 defTabSz="457200"/>
              <a:r>
                <a:rPr lang="en-US" sz="1600" b="1" spc="50" dirty="0">
                  <a:latin typeface="Calibri Light"/>
                  <a:ea typeface="方正细谭黑简体"/>
                  <a:cs typeface="Open Sans"/>
                  <a:sym typeface="Calibri Light"/>
                </a:rPr>
                <a:t>03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400B4D9-A339-4224-A60B-8F7BD78C475D}"/>
              </a:ext>
            </a:extLst>
          </p:cNvPr>
          <p:cNvGrpSpPr/>
          <p:nvPr/>
        </p:nvGrpSpPr>
        <p:grpSpPr>
          <a:xfrm>
            <a:off x="8684014" y="3423083"/>
            <a:ext cx="1617919" cy="1017459"/>
            <a:chOff x="8731608" y="3072120"/>
            <a:chExt cx="1617919" cy="1017459"/>
          </a:xfrm>
        </p:grpSpPr>
        <p:sp>
          <p:nvSpPr>
            <p:cNvPr id="92" name="TextBox 56">
              <a:extLst>
                <a:ext uri="{FF2B5EF4-FFF2-40B4-BE49-F238E27FC236}">
                  <a16:creationId xmlns:a16="http://schemas.microsoft.com/office/drawing/2014/main" id="{AA8C02F4-AE8A-43B8-B7C1-31660D891177}"/>
                </a:ext>
              </a:extLst>
            </p:cNvPr>
            <p:cNvSpPr txBox="1"/>
            <p:nvPr/>
          </p:nvSpPr>
          <p:spPr>
            <a:xfrm>
              <a:off x="8731612" y="3410675"/>
              <a:ext cx="1617915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/>
              <a:r>
                <a:rPr lang="en-US" sz="1200" b="1" spc="50" dirty="0">
                  <a:solidFill>
                    <a:srgbClr val="80A0BA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SURVEY TEAM</a:t>
              </a:r>
            </a:p>
          </p:txBody>
        </p:sp>
        <p:sp>
          <p:nvSpPr>
            <p:cNvPr id="93" name="TextBox 57">
              <a:extLst>
                <a:ext uri="{FF2B5EF4-FFF2-40B4-BE49-F238E27FC236}">
                  <a16:creationId xmlns:a16="http://schemas.microsoft.com/office/drawing/2014/main" id="{B9AA7A11-E753-4F38-948B-7E262EA84828}"/>
                </a:ext>
              </a:extLst>
            </p:cNvPr>
            <p:cNvSpPr txBox="1"/>
            <p:nvPr/>
          </p:nvSpPr>
          <p:spPr>
            <a:xfrm>
              <a:off x="8731608" y="3664847"/>
              <a:ext cx="1617918" cy="4247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Centuries, but also the </a:t>
              </a:r>
              <a:b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</a:b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into electronic typesetting</a:t>
              </a:r>
            </a:p>
          </p:txBody>
        </p:sp>
        <p:sp>
          <p:nvSpPr>
            <p:cNvPr id="94" name="TextBox 55">
              <a:extLst>
                <a:ext uri="{FF2B5EF4-FFF2-40B4-BE49-F238E27FC236}">
                  <a16:creationId xmlns:a16="http://schemas.microsoft.com/office/drawing/2014/main" id="{9847207E-ABB6-4EFC-8B94-C122194EF8D0}"/>
                </a:ext>
              </a:extLst>
            </p:cNvPr>
            <p:cNvSpPr txBox="1"/>
            <p:nvPr/>
          </p:nvSpPr>
          <p:spPr>
            <a:xfrm>
              <a:off x="9907166" y="3072120"/>
              <a:ext cx="442360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 defTabSz="457200"/>
              <a:r>
                <a:rPr lang="en-US" sz="1600" b="1" spc="50" dirty="0">
                  <a:solidFill>
                    <a:srgbClr val="80A0BA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05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FD45FC7-B903-4949-825B-EFA617BD2736}"/>
              </a:ext>
            </a:extLst>
          </p:cNvPr>
          <p:cNvGrpSpPr/>
          <p:nvPr/>
        </p:nvGrpSpPr>
        <p:grpSpPr>
          <a:xfrm>
            <a:off x="7925406" y="5300877"/>
            <a:ext cx="1617919" cy="1017459"/>
            <a:chOff x="7756626" y="5279147"/>
            <a:chExt cx="1617919" cy="1017459"/>
          </a:xfrm>
        </p:grpSpPr>
        <p:sp>
          <p:nvSpPr>
            <p:cNvPr id="95" name="TextBox 61">
              <a:extLst>
                <a:ext uri="{FF2B5EF4-FFF2-40B4-BE49-F238E27FC236}">
                  <a16:creationId xmlns:a16="http://schemas.microsoft.com/office/drawing/2014/main" id="{7A6B6C14-8EEA-4CD6-ACA5-3CEEB1061D35}"/>
                </a:ext>
              </a:extLst>
            </p:cNvPr>
            <p:cNvSpPr txBox="1"/>
            <p:nvPr/>
          </p:nvSpPr>
          <p:spPr>
            <a:xfrm>
              <a:off x="7756630" y="5617702"/>
              <a:ext cx="1617915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/>
              <a:r>
                <a:rPr lang="en-US" sz="1200" b="1" spc="50" dirty="0">
                  <a:solidFill>
                    <a:srgbClr val="C5CDD8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RESULTS</a:t>
              </a:r>
            </a:p>
          </p:txBody>
        </p:sp>
        <p:sp>
          <p:nvSpPr>
            <p:cNvPr id="96" name="TextBox 62">
              <a:extLst>
                <a:ext uri="{FF2B5EF4-FFF2-40B4-BE49-F238E27FC236}">
                  <a16:creationId xmlns:a16="http://schemas.microsoft.com/office/drawing/2014/main" id="{712107EF-13E2-49BC-B824-66616F4C3F42}"/>
                </a:ext>
              </a:extLst>
            </p:cNvPr>
            <p:cNvSpPr txBox="1"/>
            <p:nvPr/>
          </p:nvSpPr>
          <p:spPr>
            <a:xfrm>
              <a:off x="7756626" y="5871874"/>
              <a:ext cx="1617918" cy="4247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There are many variations </a:t>
              </a:r>
              <a:b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</a:b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of passages of </a:t>
              </a:r>
              <a:r>
                <a:rPr lang="en-US" sz="900" dirty="0" err="1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endPara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endParaRPr>
            </a:p>
          </p:txBody>
        </p:sp>
        <p:sp>
          <p:nvSpPr>
            <p:cNvPr id="97" name="TextBox 60">
              <a:extLst>
                <a:ext uri="{FF2B5EF4-FFF2-40B4-BE49-F238E27FC236}">
                  <a16:creationId xmlns:a16="http://schemas.microsoft.com/office/drawing/2014/main" id="{4F21562E-20C4-4544-B3FF-AEF46435CDAB}"/>
                </a:ext>
              </a:extLst>
            </p:cNvPr>
            <p:cNvSpPr txBox="1"/>
            <p:nvPr/>
          </p:nvSpPr>
          <p:spPr>
            <a:xfrm>
              <a:off x="8932184" y="5279147"/>
              <a:ext cx="442360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 defTabSz="457200"/>
              <a:r>
                <a:rPr lang="en-US" sz="1600" b="1" spc="50" dirty="0">
                  <a:solidFill>
                    <a:srgbClr val="C5CDD8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06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AD0B62D-BA99-4C8F-9EAD-A5AA4F5AA548}"/>
              </a:ext>
            </a:extLst>
          </p:cNvPr>
          <p:cNvGrpSpPr/>
          <p:nvPr/>
        </p:nvGrpSpPr>
        <p:grpSpPr>
          <a:xfrm>
            <a:off x="6659669" y="2127303"/>
            <a:ext cx="1893591" cy="1324236"/>
            <a:chOff x="6862972" y="1794618"/>
            <a:chExt cx="1893590" cy="1324236"/>
          </a:xfrm>
        </p:grpSpPr>
        <p:sp>
          <p:nvSpPr>
            <p:cNvPr id="89" name="TextBox 51">
              <a:extLst>
                <a:ext uri="{FF2B5EF4-FFF2-40B4-BE49-F238E27FC236}">
                  <a16:creationId xmlns:a16="http://schemas.microsoft.com/office/drawing/2014/main" id="{463CBAE9-A844-4B12-80D7-05FCFB68C926}"/>
                </a:ext>
              </a:extLst>
            </p:cNvPr>
            <p:cNvSpPr txBox="1"/>
            <p:nvPr/>
          </p:nvSpPr>
          <p:spPr>
            <a:xfrm>
              <a:off x="7138647" y="2133173"/>
              <a:ext cx="1617915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/>
              <a:r>
                <a:rPr lang="en-US" sz="1200" b="1" spc="50" dirty="0">
                  <a:solidFill>
                    <a:srgbClr val="C5CDD8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PRESENTATION</a:t>
              </a:r>
            </a:p>
          </p:txBody>
        </p:sp>
        <p:sp>
          <p:nvSpPr>
            <p:cNvPr id="90" name="TextBox 52">
              <a:extLst>
                <a:ext uri="{FF2B5EF4-FFF2-40B4-BE49-F238E27FC236}">
                  <a16:creationId xmlns:a16="http://schemas.microsoft.com/office/drawing/2014/main" id="{E883165A-47AC-44A3-AE0C-C2BF2F107B30}"/>
                </a:ext>
              </a:extLst>
            </p:cNvPr>
            <p:cNvSpPr txBox="1"/>
            <p:nvPr/>
          </p:nvSpPr>
          <p:spPr>
            <a:xfrm>
              <a:off x="7138643" y="2387345"/>
              <a:ext cx="1617918" cy="4247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But the majority have </a:t>
              </a:r>
              <a:b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</a:b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suffered alteration in</a:t>
              </a:r>
            </a:p>
          </p:txBody>
        </p:sp>
        <p:sp>
          <p:nvSpPr>
            <p:cNvPr id="91" name="TextBox 50">
              <a:extLst>
                <a:ext uri="{FF2B5EF4-FFF2-40B4-BE49-F238E27FC236}">
                  <a16:creationId xmlns:a16="http://schemas.microsoft.com/office/drawing/2014/main" id="{3850884A-8AF9-478E-B7E2-9D6CA17563CB}"/>
                </a:ext>
              </a:extLst>
            </p:cNvPr>
            <p:cNvSpPr txBox="1"/>
            <p:nvPr/>
          </p:nvSpPr>
          <p:spPr>
            <a:xfrm>
              <a:off x="8314201" y="1794618"/>
              <a:ext cx="442360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 defTabSz="457200"/>
              <a:r>
                <a:rPr lang="en-US" sz="1600" b="1" spc="50" dirty="0">
                  <a:solidFill>
                    <a:srgbClr val="C5CDD8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04</a:t>
              </a:r>
            </a:p>
          </p:txBody>
        </p:sp>
        <p:sp>
          <p:nvSpPr>
            <p:cNvPr id="99" name="Freeform 64">
              <a:extLst>
                <a:ext uri="{FF2B5EF4-FFF2-40B4-BE49-F238E27FC236}">
                  <a16:creationId xmlns:a16="http://schemas.microsoft.com/office/drawing/2014/main" id="{637802CD-2B5B-44CE-BC98-4C0D6C4BAB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2972" y="2918311"/>
              <a:ext cx="204657" cy="200543"/>
            </a:xfrm>
            <a:custGeom>
              <a:avLst/>
              <a:gdLst>
                <a:gd name="T0" fmla="*/ 199 w 199"/>
                <a:gd name="T1" fmla="*/ 70 h 195"/>
                <a:gd name="T2" fmla="*/ 128 w 199"/>
                <a:gd name="T3" fmla="*/ 70 h 195"/>
                <a:gd name="T4" fmla="*/ 101 w 199"/>
                <a:gd name="T5" fmla="*/ 0 h 195"/>
                <a:gd name="T6" fmla="*/ 74 w 199"/>
                <a:gd name="T7" fmla="*/ 70 h 195"/>
                <a:gd name="T8" fmla="*/ 0 w 199"/>
                <a:gd name="T9" fmla="*/ 70 h 195"/>
                <a:gd name="T10" fmla="*/ 61 w 199"/>
                <a:gd name="T11" fmla="*/ 114 h 195"/>
                <a:gd name="T12" fmla="*/ 34 w 199"/>
                <a:gd name="T13" fmla="*/ 195 h 195"/>
                <a:gd name="T14" fmla="*/ 101 w 199"/>
                <a:gd name="T15" fmla="*/ 148 h 195"/>
                <a:gd name="T16" fmla="*/ 169 w 199"/>
                <a:gd name="T17" fmla="*/ 195 h 195"/>
                <a:gd name="T18" fmla="*/ 142 w 199"/>
                <a:gd name="T19" fmla="*/ 114 h 195"/>
                <a:gd name="T20" fmla="*/ 199 w 199"/>
                <a:gd name="T21" fmla="*/ 70 h 195"/>
                <a:gd name="T22" fmla="*/ 148 w 199"/>
                <a:gd name="T23" fmla="*/ 171 h 195"/>
                <a:gd name="T24" fmla="*/ 105 w 199"/>
                <a:gd name="T25" fmla="*/ 141 h 195"/>
                <a:gd name="T26" fmla="*/ 101 w 199"/>
                <a:gd name="T27" fmla="*/ 134 h 195"/>
                <a:gd name="T28" fmla="*/ 95 w 199"/>
                <a:gd name="T29" fmla="*/ 141 h 195"/>
                <a:gd name="T30" fmla="*/ 51 w 199"/>
                <a:gd name="T31" fmla="*/ 171 h 195"/>
                <a:gd name="T32" fmla="*/ 68 w 199"/>
                <a:gd name="T33" fmla="*/ 118 h 195"/>
                <a:gd name="T34" fmla="*/ 71 w 199"/>
                <a:gd name="T35" fmla="*/ 111 h 195"/>
                <a:gd name="T36" fmla="*/ 64 w 199"/>
                <a:gd name="T37" fmla="*/ 107 h 195"/>
                <a:gd name="T38" fmla="*/ 27 w 199"/>
                <a:gd name="T39" fmla="*/ 81 h 195"/>
                <a:gd name="T40" fmla="*/ 81 w 199"/>
                <a:gd name="T41" fmla="*/ 81 h 195"/>
                <a:gd name="T42" fmla="*/ 81 w 199"/>
                <a:gd name="T43" fmla="*/ 74 h 195"/>
                <a:gd name="T44" fmla="*/ 101 w 199"/>
                <a:gd name="T45" fmla="*/ 23 h 195"/>
                <a:gd name="T46" fmla="*/ 118 w 199"/>
                <a:gd name="T47" fmla="*/ 74 h 195"/>
                <a:gd name="T48" fmla="*/ 122 w 199"/>
                <a:gd name="T49" fmla="*/ 81 h 195"/>
                <a:gd name="T50" fmla="*/ 172 w 199"/>
                <a:gd name="T51" fmla="*/ 81 h 195"/>
                <a:gd name="T52" fmla="*/ 135 w 199"/>
                <a:gd name="T53" fmla="*/ 107 h 195"/>
                <a:gd name="T54" fmla="*/ 132 w 199"/>
                <a:gd name="T55" fmla="*/ 111 h 195"/>
                <a:gd name="T56" fmla="*/ 148 w 199"/>
                <a:gd name="T57" fmla="*/ 17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9" h="195">
                  <a:moveTo>
                    <a:pt x="199" y="70"/>
                  </a:moveTo>
                  <a:lnTo>
                    <a:pt x="128" y="70"/>
                  </a:lnTo>
                  <a:lnTo>
                    <a:pt x="101" y="0"/>
                  </a:lnTo>
                  <a:lnTo>
                    <a:pt x="74" y="70"/>
                  </a:lnTo>
                  <a:lnTo>
                    <a:pt x="0" y="70"/>
                  </a:lnTo>
                  <a:lnTo>
                    <a:pt x="61" y="114"/>
                  </a:lnTo>
                  <a:lnTo>
                    <a:pt x="34" y="195"/>
                  </a:lnTo>
                  <a:lnTo>
                    <a:pt x="101" y="148"/>
                  </a:lnTo>
                  <a:lnTo>
                    <a:pt x="169" y="195"/>
                  </a:lnTo>
                  <a:lnTo>
                    <a:pt x="142" y="114"/>
                  </a:lnTo>
                  <a:lnTo>
                    <a:pt x="199" y="70"/>
                  </a:lnTo>
                  <a:close/>
                  <a:moveTo>
                    <a:pt x="148" y="171"/>
                  </a:moveTo>
                  <a:lnTo>
                    <a:pt x="105" y="141"/>
                  </a:lnTo>
                  <a:lnTo>
                    <a:pt x="101" y="134"/>
                  </a:lnTo>
                  <a:lnTo>
                    <a:pt x="95" y="141"/>
                  </a:lnTo>
                  <a:lnTo>
                    <a:pt x="51" y="171"/>
                  </a:lnTo>
                  <a:lnTo>
                    <a:pt x="68" y="118"/>
                  </a:lnTo>
                  <a:lnTo>
                    <a:pt x="71" y="111"/>
                  </a:lnTo>
                  <a:lnTo>
                    <a:pt x="64" y="107"/>
                  </a:lnTo>
                  <a:lnTo>
                    <a:pt x="27" y="81"/>
                  </a:lnTo>
                  <a:lnTo>
                    <a:pt x="81" y="81"/>
                  </a:lnTo>
                  <a:lnTo>
                    <a:pt x="81" y="74"/>
                  </a:lnTo>
                  <a:lnTo>
                    <a:pt x="101" y="23"/>
                  </a:lnTo>
                  <a:lnTo>
                    <a:pt x="118" y="74"/>
                  </a:lnTo>
                  <a:lnTo>
                    <a:pt x="122" y="81"/>
                  </a:lnTo>
                  <a:lnTo>
                    <a:pt x="172" y="81"/>
                  </a:lnTo>
                  <a:lnTo>
                    <a:pt x="135" y="107"/>
                  </a:lnTo>
                  <a:lnTo>
                    <a:pt x="132" y="111"/>
                  </a:lnTo>
                  <a:lnTo>
                    <a:pt x="148" y="171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800" b="0" i="0" u="none" strike="noStrike" kern="0" cap="none" spc="0" normalizeH="0" baseline="0" noProof="0">
                <a:ln>
                  <a:noFill/>
                </a:ln>
                <a:solidFill>
                  <a:srgbClr val="918FB3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</p:grpSp>
      <p:grpSp>
        <p:nvGrpSpPr>
          <p:cNvPr id="104" name="Group 5">
            <a:extLst>
              <a:ext uri="{FF2B5EF4-FFF2-40B4-BE49-F238E27FC236}">
                <a16:creationId xmlns:a16="http://schemas.microsoft.com/office/drawing/2014/main" id="{BD3B328C-4438-45A5-803C-48517FE9A83F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05" name="Rectangle 6">
              <a:extLst>
                <a:ext uri="{FF2B5EF4-FFF2-40B4-BE49-F238E27FC236}">
                  <a16:creationId xmlns:a16="http://schemas.microsoft.com/office/drawing/2014/main" id="{374E105D-7724-45B2-AE9A-6CA7171AD395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06" name="Rectangle 7">
              <a:extLst>
                <a:ext uri="{FF2B5EF4-FFF2-40B4-BE49-F238E27FC236}">
                  <a16:creationId xmlns:a16="http://schemas.microsoft.com/office/drawing/2014/main" id="{2BB760A8-0B4E-420F-8D1D-4C8B78C930B3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07" name="Rectangle 8">
              <a:extLst>
                <a:ext uri="{FF2B5EF4-FFF2-40B4-BE49-F238E27FC236}">
                  <a16:creationId xmlns:a16="http://schemas.microsoft.com/office/drawing/2014/main" id="{B20B4EC0-11D3-48F2-AFFF-4C79084BBB20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08" name="TextBox 34">
            <a:extLst>
              <a:ext uri="{FF2B5EF4-FFF2-40B4-BE49-F238E27FC236}">
                <a16:creationId xmlns:a16="http://schemas.microsoft.com/office/drawing/2014/main" id="{7EC3D171-0981-4BC3-98E1-0B5544D2B4BC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09" name="TextBox 35">
            <a:extLst>
              <a:ext uri="{FF2B5EF4-FFF2-40B4-BE49-F238E27FC236}">
                <a16:creationId xmlns:a16="http://schemas.microsoft.com/office/drawing/2014/main" id="{0DFC1330-C595-4A63-ADA4-18A7F439C22F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10" name="TextBox 36">
            <a:extLst>
              <a:ext uri="{FF2B5EF4-FFF2-40B4-BE49-F238E27FC236}">
                <a16:creationId xmlns:a16="http://schemas.microsoft.com/office/drawing/2014/main" id="{05C5D53F-9F0F-470D-878A-E6FDA2614E51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332A2C41-B405-4C5D-B563-9E786952B5A5}"/>
              </a:ext>
            </a:extLst>
          </p:cNvPr>
          <p:cNvGrpSpPr/>
          <p:nvPr/>
        </p:nvGrpSpPr>
        <p:grpSpPr>
          <a:xfrm>
            <a:off x="4172923" y="2800115"/>
            <a:ext cx="3953215" cy="3725198"/>
            <a:chOff x="3942188" y="2785286"/>
            <a:chExt cx="4130315" cy="4103916"/>
          </a:xfrm>
        </p:grpSpPr>
        <p:sp>
          <p:nvSpPr>
            <p:cNvPr id="113" name="圆角右箭头 41">
              <a:extLst>
                <a:ext uri="{FF2B5EF4-FFF2-40B4-BE49-F238E27FC236}">
                  <a16:creationId xmlns:a16="http://schemas.microsoft.com/office/drawing/2014/main" id="{FBB83D0B-9E7C-45E5-B2B3-3E3A6EDBC45D}"/>
                </a:ext>
              </a:extLst>
            </p:cNvPr>
            <p:cNvSpPr/>
            <p:nvPr/>
          </p:nvSpPr>
          <p:spPr>
            <a:xfrm>
              <a:off x="6296939" y="3290454"/>
              <a:ext cx="1367389" cy="3598747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75000"/>
              </a:avLst>
            </a:prstGeom>
            <a:solidFill>
              <a:srgbClr val="B9C5D2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 dirty="0">
                <a:solidFill>
                  <a:schemeClr val="tx2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14" name="圆角右箭头 52">
              <a:extLst>
                <a:ext uri="{FF2B5EF4-FFF2-40B4-BE49-F238E27FC236}">
                  <a16:creationId xmlns:a16="http://schemas.microsoft.com/office/drawing/2014/main" id="{5B8D6074-2DFD-4DF0-97EC-948475F4B615}"/>
                </a:ext>
              </a:extLst>
            </p:cNvPr>
            <p:cNvSpPr/>
            <p:nvPr/>
          </p:nvSpPr>
          <p:spPr>
            <a:xfrm flipH="1">
              <a:off x="4353764" y="3290454"/>
              <a:ext cx="1367389" cy="3598747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75000"/>
              </a:avLst>
            </a:prstGeom>
            <a:solidFill>
              <a:srgbClr val="E6E6E6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 dirty="0">
                <a:solidFill>
                  <a:schemeClr val="tx2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15" name="圆角右箭头 61">
              <a:extLst>
                <a:ext uri="{FF2B5EF4-FFF2-40B4-BE49-F238E27FC236}">
                  <a16:creationId xmlns:a16="http://schemas.microsoft.com/office/drawing/2014/main" id="{975C7035-0B82-400D-9DC3-9940C517405D}"/>
                </a:ext>
              </a:extLst>
            </p:cNvPr>
            <p:cNvSpPr/>
            <p:nvPr/>
          </p:nvSpPr>
          <p:spPr>
            <a:xfrm>
              <a:off x="6711918" y="4365318"/>
              <a:ext cx="1360585" cy="2523884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75000"/>
              </a:avLst>
            </a:prstGeom>
            <a:solidFill>
              <a:srgbClr val="E6E6E6"/>
            </a:solidFill>
            <a:ln>
              <a:noFill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 dirty="0">
                <a:solidFill>
                  <a:schemeClr val="tx2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16" name="圆角右箭头 83">
              <a:extLst>
                <a:ext uri="{FF2B5EF4-FFF2-40B4-BE49-F238E27FC236}">
                  <a16:creationId xmlns:a16="http://schemas.microsoft.com/office/drawing/2014/main" id="{74C85948-E50D-46EC-96D5-EFB3D426CA10}"/>
                </a:ext>
              </a:extLst>
            </p:cNvPr>
            <p:cNvSpPr/>
            <p:nvPr/>
          </p:nvSpPr>
          <p:spPr>
            <a:xfrm flipH="1">
              <a:off x="3942188" y="4365318"/>
              <a:ext cx="1360585" cy="2523884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75000"/>
              </a:avLst>
            </a:prstGeom>
            <a:solidFill>
              <a:srgbClr val="C5CD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 dirty="0">
                <a:solidFill>
                  <a:schemeClr val="tx2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17" name="上箭头 45">
              <a:extLst>
                <a:ext uri="{FF2B5EF4-FFF2-40B4-BE49-F238E27FC236}">
                  <a16:creationId xmlns:a16="http://schemas.microsoft.com/office/drawing/2014/main" id="{D643763E-8BF6-4442-A08C-CA5A556C4207}"/>
                </a:ext>
              </a:extLst>
            </p:cNvPr>
            <p:cNvSpPr/>
            <p:nvPr/>
          </p:nvSpPr>
          <p:spPr>
            <a:xfrm>
              <a:off x="5677875" y="2785286"/>
              <a:ext cx="693899" cy="4103915"/>
            </a:xfrm>
            <a:prstGeom prst="upArrow">
              <a:avLst/>
            </a:prstGeom>
            <a:solidFill>
              <a:srgbClr val="80A0BA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200000"/>
                </a:lnSpc>
                <a:spcBef>
                  <a:spcPct val="20000"/>
                </a:spcBef>
              </a:pPr>
              <a:endParaRPr lang="zh-CN" altLang="en-US" sz="2000" dirty="0">
                <a:solidFill>
                  <a:schemeClr val="tx2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2091359"/>
      </p:ext>
    </p:extLst>
  </p:cSld>
  <p:clrMapOvr>
    <a:masterClrMapping/>
  </p:clrMapOvr>
  <p:transition spd="slow" advClick="0" advTm="2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>
            <a:extLst>
              <a:ext uri="{FF2B5EF4-FFF2-40B4-BE49-F238E27FC236}">
                <a16:creationId xmlns:a16="http://schemas.microsoft.com/office/drawing/2014/main" id="{D95804D1-A0D4-468A-8576-4A7889492F14}"/>
              </a:ext>
            </a:extLst>
          </p:cNvPr>
          <p:cNvPicPr>
            <a:picLocks noChangeAspect="1"/>
          </p:cNvPicPr>
          <p:nvPr/>
        </p:nvPicPr>
        <p:blipFill rotWithShape="1">
          <a:blip r:embed="R3aa5769aee28461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C7F5273F-B291-4E9A-BD3D-A82AEE5E6C78}"/>
              </a:ext>
            </a:extLst>
          </p:cNvPr>
          <p:cNvSpPr>
            <a:spLocks noEditPoints="1"/>
          </p:cNvSpPr>
          <p:nvPr/>
        </p:nvSpPr>
        <p:spPr bwMode="auto">
          <a:xfrm>
            <a:off x="4312160" y="2443782"/>
            <a:ext cx="2060965" cy="1783201"/>
          </a:xfrm>
          <a:custGeom>
            <a:avLst/>
            <a:gdLst>
              <a:gd name="T0" fmla="*/ 0 w 1944"/>
              <a:gd name="T1" fmla="*/ 0 h 1682"/>
              <a:gd name="T2" fmla="*/ 1944 w 1944"/>
              <a:gd name="T3" fmla="*/ 0 h 1682"/>
              <a:gd name="T4" fmla="*/ 973 w 1944"/>
              <a:gd name="T5" fmla="*/ 1682 h 1682"/>
              <a:gd name="T6" fmla="*/ 0 w 1944"/>
              <a:gd name="T7" fmla="*/ 0 h 1682"/>
              <a:gd name="T8" fmla="*/ 1727 w 1944"/>
              <a:gd name="T9" fmla="*/ 125 h 1682"/>
              <a:gd name="T10" fmla="*/ 220 w 1944"/>
              <a:gd name="T11" fmla="*/ 125 h 1682"/>
              <a:gd name="T12" fmla="*/ 973 w 1944"/>
              <a:gd name="T13" fmla="*/ 1432 h 1682"/>
              <a:gd name="T14" fmla="*/ 1727 w 1944"/>
              <a:gd name="T15" fmla="*/ 125 h 168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944" h="1682">
                <a:moveTo>
                  <a:pt x="0" y="0"/>
                </a:moveTo>
                <a:lnTo>
                  <a:pt x="1944" y="0"/>
                </a:lnTo>
                <a:lnTo>
                  <a:pt x="973" y="1682"/>
                </a:lnTo>
                <a:lnTo>
                  <a:pt x="0" y="0"/>
                </a:lnTo>
                <a:close/>
                <a:moveTo>
                  <a:pt x="1727" y="125"/>
                </a:moveTo>
                <a:lnTo>
                  <a:pt x="220" y="125"/>
                </a:lnTo>
                <a:lnTo>
                  <a:pt x="973" y="1432"/>
                </a:lnTo>
                <a:lnTo>
                  <a:pt x="1727" y="125"/>
                </a:lnTo>
                <a:close/>
              </a:path>
            </a:pathLst>
          </a:custGeom>
          <a:solidFill>
            <a:srgbClr val="80A0B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0" cap="none" spc="0" normalizeH="0" baseline="0" noProof="0">
              <a:ln>
                <a:noFill/>
              </a:ln>
              <a:solidFill>
                <a:srgbClr val="ABC0D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1F8075CC-3A9D-4F5F-8445-28035888A0A3}"/>
              </a:ext>
            </a:extLst>
          </p:cNvPr>
          <p:cNvSpPr>
            <a:spLocks/>
          </p:cNvSpPr>
          <p:nvPr/>
        </p:nvSpPr>
        <p:spPr bwMode="auto">
          <a:xfrm>
            <a:off x="5034134" y="2443782"/>
            <a:ext cx="1342172" cy="1783201"/>
          </a:xfrm>
          <a:custGeom>
            <a:avLst/>
            <a:gdLst>
              <a:gd name="T0" fmla="*/ 1046 w 1266"/>
              <a:gd name="T1" fmla="*/ 125 h 1682"/>
              <a:gd name="T2" fmla="*/ 293 w 1266"/>
              <a:gd name="T3" fmla="*/ 1432 h 1682"/>
              <a:gd name="T4" fmla="*/ 92 w 1266"/>
              <a:gd name="T5" fmla="*/ 1080 h 1682"/>
              <a:gd name="T6" fmla="*/ 0 w 1266"/>
              <a:gd name="T7" fmla="*/ 1172 h 1682"/>
              <a:gd name="T8" fmla="*/ 293 w 1266"/>
              <a:gd name="T9" fmla="*/ 1682 h 1682"/>
              <a:gd name="T10" fmla="*/ 1266 w 1266"/>
              <a:gd name="T11" fmla="*/ 0 h 1682"/>
              <a:gd name="T12" fmla="*/ 1172 w 1266"/>
              <a:gd name="T13" fmla="*/ 0 h 1682"/>
              <a:gd name="T14" fmla="*/ 1046 w 1266"/>
              <a:gd name="T15" fmla="*/ 125 h 1682"/>
              <a:gd name="T16" fmla="*/ 1046 w 1266"/>
              <a:gd name="T17" fmla="*/ 125 h 16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66" h="1682">
                <a:moveTo>
                  <a:pt x="1046" y="125"/>
                </a:moveTo>
                <a:lnTo>
                  <a:pt x="293" y="1432"/>
                </a:lnTo>
                <a:lnTo>
                  <a:pt x="92" y="1080"/>
                </a:lnTo>
                <a:lnTo>
                  <a:pt x="0" y="1172"/>
                </a:lnTo>
                <a:lnTo>
                  <a:pt x="293" y="1682"/>
                </a:lnTo>
                <a:lnTo>
                  <a:pt x="1266" y="0"/>
                </a:lnTo>
                <a:lnTo>
                  <a:pt x="1172" y="0"/>
                </a:lnTo>
                <a:lnTo>
                  <a:pt x="1046" y="125"/>
                </a:lnTo>
                <a:close/>
              </a:path>
            </a:pathLst>
          </a:custGeom>
          <a:solidFill>
            <a:srgbClr val="80A0BA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0" cap="none" spc="0" normalizeH="0" baseline="0" noProof="0">
              <a:ln>
                <a:noFill/>
              </a:ln>
              <a:solidFill>
                <a:srgbClr val="ABC0D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EE058CBD-90D2-4FC6-B302-AD4C9DA6A44B}"/>
              </a:ext>
            </a:extLst>
          </p:cNvPr>
          <p:cNvSpPr>
            <a:spLocks/>
          </p:cNvSpPr>
          <p:nvPr/>
        </p:nvSpPr>
        <p:spPr bwMode="auto">
          <a:xfrm>
            <a:off x="5897111" y="2443782"/>
            <a:ext cx="1981453" cy="1783201"/>
          </a:xfrm>
          <a:custGeom>
            <a:avLst/>
            <a:gdLst>
              <a:gd name="T0" fmla="*/ 449 w 1869"/>
              <a:gd name="T1" fmla="*/ 0 h 1682"/>
              <a:gd name="T2" fmla="*/ 376 w 1869"/>
              <a:gd name="T3" fmla="*/ 125 h 1682"/>
              <a:gd name="T4" fmla="*/ 1651 w 1869"/>
              <a:gd name="T5" fmla="*/ 125 h 1682"/>
              <a:gd name="T6" fmla="*/ 898 w 1869"/>
              <a:gd name="T7" fmla="*/ 1432 h 1682"/>
              <a:gd name="T8" fmla="*/ 144 w 1869"/>
              <a:gd name="T9" fmla="*/ 125 h 1682"/>
              <a:gd name="T10" fmla="*/ 0 w 1869"/>
              <a:gd name="T11" fmla="*/ 125 h 1682"/>
              <a:gd name="T12" fmla="*/ 898 w 1869"/>
              <a:gd name="T13" fmla="*/ 1682 h 1682"/>
              <a:gd name="T14" fmla="*/ 1869 w 1869"/>
              <a:gd name="T15" fmla="*/ 0 h 1682"/>
              <a:gd name="T16" fmla="*/ 449 w 1869"/>
              <a:gd name="T17" fmla="*/ 0 h 16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869" h="1682">
                <a:moveTo>
                  <a:pt x="449" y="0"/>
                </a:moveTo>
                <a:lnTo>
                  <a:pt x="376" y="125"/>
                </a:lnTo>
                <a:lnTo>
                  <a:pt x="1651" y="125"/>
                </a:lnTo>
                <a:lnTo>
                  <a:pt x="898" y="1432"/>
                </a:lnTo>
                <a:lnTo>
                  <a:pt x="144" y="125"/>
                </a:lnTo>
                <a:lnTo>
                  <a:pt x="0" y="125"/>
                </a:lnTo>
                <a:lnTo>
                  <a:pt x="898" y="1682"/>
                </a:lnTo>
                <a:lnTo>
                  <a:pt x="1869" y="0"/>
                </a:lnTo>
                <a:lnTo>
                  <a:pt x="449" y="0"/>
                </a:lnTo>
                <a:close/>
              </a:path>
            </a:pathLst>
          </a:custGeom>
          <a:solidFill>
            <a:srgbClr val="ABC0D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0" cap="none" spc="0" normalizeH="0" baseline="0" noProof="0">
              <a:ln>
                <a:noFill/>
              </a:ln>
              <a:solidFill>
                <a:srgbClr val="ABC0D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399D6C04-CF0D-41D1-980C-A6D659DAAD1F}"/>
              </a:ext>
            </a:extLst>
          </p:cNvPr>
          <p:cNvSpPr>
            <a:spLocks/>
          </p:cNvSpPr>
          <p:nvPr/>
        </p:nvSpPr>
        <p:spPr bwMode="auto">
          <a:xfrm>
            <a:off x="6538511" y="2443782"/>
            <a:ext cx="1340052" cy="1783201"/>
          </a:xfrm>
          <a:custGeom>
            <a:avLst/>
            <a:gdLst>
              <a:gd name="T0" fmla="*/ 1046 w 1264"/>
              <a:gd name="T1" fmla="*/ 125 h 1682"/>
              <a:gd name="T2" fmla="*/ 293 w 1264"/>
              <a:gd name="T3" fmla="*/ 1432 h 1682"/>
              <a:gd name="T4" fmla="*/ 90 w 1264"/>
              <a:gd name="T5" fmla="*/ 1080 h 1682"/>
              <a:gd name="T6" fmla="*/ 0 w 1264"/>
              <a:gd name="T7" fmla="*/ 1172 h 1682"/>
              <a:gd name="T8" fmla="*/ 293 w 1264"/>
              <a:gd name="T9" fmla="*/ 1682 h 1682"/>
              <a:gd name="T10" fmla="*/ 1264 w 1264"/>
              <a:gd name="T11" fmla="*/ 0 h 1682"/>
              <a:gd name="T12" fmla="*/ 1172 w 1264"/>
              <a:gd name="T13" fmla="*/ 0 h 1682"/>
              <a:gd name="T14" fmla="*/ 1044 w 1264"/>
              <a:gd name="T15" fmla="*/ 125 h 1682"/>
              <a:gd name="T16" fmla="*/ 1046 w 1264"/>
              <a:gd name="T17" fmla="*/ 125 h 16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64" h="1682">
                <a:moveTo>
                  <a:pt x="1046" y="125"/>
                </a:moveTo>
                <a:lnTo>
                  <a:pt x="293" y="1432"/>
                </a:lnTo>
                <a:lnTo>
                  <a:pt x="90" y="1080"/>
                </a:lnTo>
                <a:lnTo>
                  <a:pt x="0" y="1172"/>
                </a:lnTo>
                <a:lnTo>
                  <a:pt x="293" y="1682"/>
                </a:lnTo>
                <a:lnTo>
                  <a:pt x="1264" y="0"/>
                </a:lnTo>
                <a:lnTo>
                  <a:pt x="1172" y="0"/>
                </a:lnTo>
                <a:lnTo>
                  <a:pt x="1044" y="125"/>
                </a:lnTo>
                <a:lnTo>
                  <a:pt x="1046" y="125"/>
                </a:lnTo>
                <a:close/>
              </a:path>
            </a:pathLst>
          </a:custGeom>
          <a:solidFill>
            <a:srgbClr val="ABC0D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0" cap="none" spc="0" normalizeH="0" baseline="0" noProof="0">
              <a:ln>
                <a:noFill/>
              </a:ln>
              <a:solidFill>
                <a:srgbClr val="ABC0D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79B1C7D0-AB16-4656-AD51-54855E660D3F}"/>
              </a:ext>
            </a:extLst>
          </p:cNvPr>
          <p:cNvSpPr>
            <a:spLocks/>
          </p:cNvSpPr>
          <p:nvPr/>
        </p:nvSpPr>
        <p:spPr bwMode="auto">
          <a:xfrm>
            <a:off x="5826080" y="3586639"/>
            <a:ext cx="2058845" cy="1783200"/>
          </a:xfrm>
          <a:custGeom>
            <a:avLst/>
            <a:gdLst>
              <a:gd name="T0" fmla="*/ 1072 w 1942"/>
              <a:gd name="T1" fmla="*/ 427 h 1682"/>
              <a:gd name="T2" fmla="*/ 1724 w 1942"/>
              <a:gd name="T3" fmla="*/ 1556 h 1682"/>
              <a:gd name="T4" fmla="*/ 217 w 1942"/>
              <a:gd name="T5" fmla="*/ 1556 h 1682"/>
              <a:gd name="T6" fmla="*/ 971 w 1942"/>
              <a:gd name="T7" fmla="*/ 252 h 1682"/>
              <a:gd name="T8" fmla="*/ 1002 w 1942"/>
              <a:gd name="T9" fmla="*/ 302 h 1682"/>
              <a:gd name="T10" fmla="*/ 1072 w 1942"/>
              <a:gd name="T11" fmla="*/ 177 h 1682"/>
              <a:gd name="T12" fmla="*/ 971 w 1942"/>
              <a:gd name="T13" fmla="*/ 0 h 1682"/>
              <a:gd name="T14" fmla="*/ 0 w 1942"/>
              <a:gd name="T15" fmla="*/ 1682 h 1682"/>
              <a:gd name="T16" fmla="*/ 1942 w 1942"/>
              <a:gd name="T17" fmla="*/ 1682 h 1682"/>
              <a:gd name="T18" fmla="*/ 1146 w 1942"/>
              <a:gd name="T19" fmla="*/ 302 h 1682"/>
              <a:gd name="T20" fmla="*/ 1072 w 1942"/>
              <a:gd name="T21" fmla="*/ 427 h 168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942" h="1682">
                <a:moveTo>
                  <a:pt x="1072" y="427"/>
                </a:moveTo>
                <a:lnTo>
                  <a:pt x="1724" y="1556"/>
                </a:lnTo>
                <a:lnTo>
                  <a:pt x="217" y="1556"/>
                </a:lnTo>
                <a:lnTo>
                  <a:pt x="971" y="252"/>
                </a:lnTo>
                <a:lnTo>
                  <a:pt x="1002" y="302"/>
                </a:lnTo>
                <a:lnTo>
                  <a:pt x="1072" y="177"/>
                </a:lnTo>
                <a:lnTo>
                  <a:pt x="971" y="0"/>
                </a:lnTo>
                <a:lnTo>
                  <a:pt x="0" y="1682"/>
                </a:lnTo>
                <a:lnTo>
                  <a:pt x="1942" y="1682"/>
                </a:lnTo>
                <a:lnTo>
                  <a:pt x="1146" y="302"/>
                </a:lnTo>
                <a:lnTo>
                  <a:pt x="1072" y="427"/>
                </a:lnTo>
                <a:close/>
              </a:path>
            </a:pathLst>
          </a:custGeom>
          <a:solidFill>
            <a:srgbClr val="E6E6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0" cap="none" spc="0" normalizeH="0" baseline="0" noProof="0">
              <a:ln>
                <a:noFill/>
              </a:ln>
              <a:solidFill>
                <a:srgbClr val="ABC0D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D2DEE796-C95E-4558-ACE4-6E333D4A4EF7}"/>
              </a:ext>
            </a:extLst>
          </p:cNvPr>
          <p:cNvSpPr>
            <a:spLocks/>
          </p:cNvSpPr>
          <p:nvPr/>
        </p:nvSpPr>
        <p:spPr bwMode="auto">
          <a:xfrm>
            <a:off x="5233662" y="3586642"/>
            <a:ext cx="1062535" cy="1649619"/>
          </a:xfrm>
          <a:custGeom>
            <a:avLst/>
            <a:gdLst>
              <a:gd name="T0" fmla="*/ 0 w 1002"/>
              <a:gd name="T1" fmla="*/ 177 h 1556"/>
              <a:gd name="T2" fmla="*/ 74 w 1002"/>
              <a:gd name="T3" fmla="*/ 302 h 1556"/>
              <a:gd name="T4" fmla="*/ 104 w 1002"/>
              <a:gd name="T5" fmla="*/ 252 h 1556"/>
              <a:gd name="T6" fmla="*/ 858 w 1002"/>
              <a:gd name="T7" fmla="*/ 1556 h 1556"/>
              <a:gd name="T8" fmla="*/ 1002 w 1002"/>
              <a:gd name="T9" fmla="*/ 1556 h 1556"/>
              <a:gd name="T10" fmla="*/ 104 w 1002"/>
              <a:gd name="T11" fmla="*/ 0 h 1556"/>
              <a:gd name="T12" fmla="*/ 0 w 1002"/>
              <a:gd name="T13" fmla="*/ 177 h 15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2" h="1556">
                <a:moveTo>
                  <a:pt x="0" y="177"/>
                </a:moveTo>
                <a:lnTo>
                  <a:pt x="74" y="302"/>
                </a:lnTo>
                <a:lnTo>
                  <a:pt x="104" y="252"/>
                </a:lnTo>
                <a:lnTo>
                  <a:pt x="858" y="1556"/>
                </a:lnTo>
                <a:lnTo>
                  <a:pt x="1002" y="1556"/>
                </a:lnTo>
                <a:lnTo>
                  <a:pt x="104" y="0"/>
                </a:lnTo>
                <a:lnTo>
                  <a:pt x="0" y="177"/>
                </a:lnTo>
                <a:close/>
              </a:path>
            </a:pathLst>
          </a:custGeom>
          <a:solidFill>
            <a:srgbClr val="C5CDD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0" cap="none" spc="0" normalizeH="0" baseline="0" noProof="0">
              <a:ln>
                <a:noFill/>
              </a:ln>
              <a:solidFill>
                <a:srgbClr val="ABC0D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26" name="Freeform 9">
            <a:extLst>
              <a:ext uri="{FF2B5EF4-FFF2-40B4-BE49-F238E27FC236}">
                <a16:creationId xmlns:a16="http://schemas.microsoft.com/office/drawing/2014/main" id="{2394E067-9D8B-465A-91FB-AFA062D1BCD5}"/>
              </a:ext>
            </a:extLst>
          </p:cNvPr>
          <p:cNvSpPr>
            <a:spLocks/>
          </p:cNvSpPr>
          <p:nvPr/>
        </p:nvSpPr>
        <p:spPr bwMode="auto">
          <a:xfrm>
            <a:off x="4312161" y="3906809"/>
            <a:ext cx="1585319" cy="1463030"/>
          </a:xfrm>
          <a:custGeom>
            <a:avLst/>
            <a:gdLst>
              <a:gd name="T0" fmla="*/ 869 w 1495"/>
              <a:gd name="T1" fmla="*/ 125 h 1380"/>
              <a:gd name="T2" fmla="*/ 798 w 1495"/>
              <a:gd name="T3" fmla="*/ 0 h 1380"/>
              <a:gd name="T4" fmla="*/ 0 w 1495"/>
              <a:gd name="T5" fmla="*/ 1380 h 1380"/>
              <a:gd name="T6" fmla="*/ 1422 w 1495"/>
              <a:gd name="T7" fmla="*/ 1380 h 1380"/>
              <a:gd name="T8" fmla="*/ 1495 w 1495"/>
              <a:gd name="T9" fmla="*/ 1254 h 1380"/>
              <a:gd name="T10" fmla="*/ 220 w 1495"/>
              <a:gd name="T11" fmla="*/ 1254 h 1380"/>
              <a:gd name="T12" fmla="*/ 869 w 1495"/>
              <a:gd name="T13" fmla="*/ 125 h 13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95" h="1380">
                <a:moveTo>
                  <a:pt x="869" y="125"/>
                </a:moveTo>
                <a:lnTo>
                  <a:pt x="798" y="0"/>
                </a:lnTo>
                <a:lnTo>
                  <a:pt x="0" y="1380"/>
                </a:lnTo>
                <a:lnTo>
                  <a:pt x="1422" y="1380"/>
                </a:lnTo>
                <a:lnTo>
                  <a:pt x="1495" y="1254"/>
                </a:lnTo>
                <a:lnTo>
                  <a:pt x="220" y="1254"/>
                </a:lnTo>
                <a:lnTo>
                  <a:pt x="869" y="125"/>
                </a:lnTo>
                <a:close/>
              </a:path>
            </a:pathLst>
          </a:custGeom>
          <a:solidFill>
            <a:srgbClr val="C5CDD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0" cap="none" spc="0" normalizeH="0" baseline="0" noProof="0">
              <a:ln>
                <a:noFill/>
              </a:ln>
              <a:solidFill>
                <a:srgbClr val="ABC0D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27" name="Oval 14">
            <a:extLst>
              <a:ext uri="{FF2B5EF4-FFF2-40B4-BE49-F238E27FC236}">
                <a16:creationId xmlns:a16="http://schemas.microsoft.com/office/drawing/2014/main" id="{7F8B296E-7CCC-4185-8E07-97D4D13378C4}"/>
              </a:ext>
            </a:extLst>
          </p:cNvPr>
          <p:cNvSpPr/>
          <p:nvPr/>
        </p:nvSpPr>
        <p:spPr>
          <a:xfrm>
            <a:off x="4996429" y="2155063"/>
            <a:ext cx="692424" cy="692424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rgbClr val="80A0B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ABC0D1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rPr>
              <a:t>S</a:t>
            </a:r>
            <a:endParaRPr kumimoji="0" lang="th-TH" sz="2000" b="1" i="0" u="none" strike="noStrike" kern="0" cap="none" spc="0" normalizeH="0" baseline="0" noProof="0" dirty="0">
              <a:ln>
                <a:noFill/>
              </a:ln>
              <a:solidFill>
                <a:srgbClr val="ABC0D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28" name="Oval 15">
            <a:extLst>
              <a:ext uri="{FF2B5EF4-FFF2-40B4-BE49-F238E27FC236}">
                <a16:creationId xmlns:a16="http://schemas.microsoft.com/office/drawing/2014/main" id="{0ADB6834-2BBB-49D6-89E4-0808B0CFEB7F}"/>
              </a:ext>
            </a:extLst>
          </p:cNvPr>
          <p:cNvSpPr/>
          <p:nvPr/>
        </p:nvSpPr>
        <p:spPr>
          <a:xfrm>
            <a:off x="6541623" y="2155063"/>
            <a:ext cx="692424" cy="692424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C5CDD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ABC0D1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rPr>
              <a:t>W</a:t>
            </a:r>
            <a:endParaRPr kumimoji="0" lang="th-TH" sz="2000" b="1" i="0" u="none" strike="noStrike" kern="0" cap="none" spc="0" normalizeH="0" baseline="0" noProof="0" dirty="0">
              <a:ln>
                <a:noFill/>
              </a:ln>
              <a:solidFill>
                <a:srgbClr val="ABC0D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29" name="Oval 6">
            <a:extLst>
              <a:ext uri="{FF2B5EF4-FFF2-40B4-BE49-F238E27FC236}">
                <a16:creationId xmlns:a16="http://schemas.microsoft.com/office/drawing/2014/main" id="{A650714E-F77B-4A0C-980E-A4C4E8511CC2}"/>
              </a:ext>
            </a:extLst>
          </p:cNvPr>
          <p:cNvSpPr/>
          <p:nvPr/>
        </p:nvSpPr>
        <p:spPr>
          <a:xfrm>
            <a:off x="4957964" y="4978468"/>
            <a:ext cx="692424" cy="692424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ABC0D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ABC0D1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rPr>
              <a:t>O</a:t>
            </a:r>
            <a:endParaRPr kumimoji="0" lang="th-TH" sz="2000" b="1" i="0" u="none" strike="noStrike" kern="0" cap="none" spc="0" normalizeH="0" baseline="0" noProof="0" dirty="0">
              <a:ln>
                <a:noFill/>
              </a:ln>
              <a:solidFill>
                <a:srgbClr val="ABC0D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30" name="Oval 7">
            <a:extLst>
              <a:ext uri="{FF2B5EF4-FFF2-40B4-BE49-F238E27FC236}">
                <a16:creationId xmlns:a16="http://schemas.microsoft.com/office/drawing/2014/main" id="{0380DAAC-E4F0-4AF9-956E-6C67F26B9855}"/>
              </a:ext>
            </a:extLst>
          </p:cNvPr>
          <p:cNvSpPr/>
          <p:nvPr/>
        </p:nvSpPr>
        <p:spPr>
          <a:xfrm>
            <a:off x="6509288" y="4978468"/>
            <a:ext cx="692424" cy="692424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E6E6E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ABC0D1"/>
                </a:solidFill>
                <a:effectLst/>
                <a:uLnTx/>
                <a:uFillTx/>
                <a:latin typeface="Calibri Light"/>
                <a:ea typeface="方正细谭黑简体"/>
                <a:cs typeface="Open Sans"/>
                <a:sym typeface="Calibri Light"/>
              </a:rPr>
              <a:t>T</a:t>
            </a:r>
            <a:endParaRPr kumimoji="0" lang="th-TH" sz="2000" b="1" i="0" u="none" strike="noStrike" kern="0" cap="none" spc="0" normalizeH="0" baseline="0" noProof="0" dirty="0">
              <a:ln>
                <a:noFill/>
              </a:ln>
              <a:solidFill>
                <a:srgbClr val="ABC0D1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C7453EC6-D90F-4213-8654-E5CF96A8DCA6}"/>
              </a:ext>
            </a:extLst>
          </p:cNvPr>
          <p:cNvSpPr txBox="1"/>
          <p:nvPr/>
        </p:nvSpPr>
        <p:spPr>
          <a:xfrm>
            <a:off x="2227196" y="1963576"/>
            <a:ext cx="1585912" cy="2616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457200"/>
            <a:r>
              <a:rPr lang="en-GB" sz="1200" b="1" dirty="0">
                <a:solidFill>
                  <a:srgbClr val="ABC0D1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STRENGTHS</a:t>
            </a: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75EE8296-713C-4BD3-A562-60D1942B09CF}"/>
              </a:ext>
            </a:extLst>
          </p:cNvPr>
          <p:cNvSpPr txBox="1"/>
          <p:nvPr/>
        </p:nvSpPr>
        <p:spPr>
          <a:xfrm>
            <a:off x="2227196" y="2215322"/>
            <a:ext cx="1585912" cy="6043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It is a long established </a:t>
            </a:r>
            <a:b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</a:b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fact that a reader will be distracted by the readable</a:t>
            </a:r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3BFC6B77-5444-480A-8809-6A6C962876AE}"/>
              </a:ext>
            </a:extLst>
          </p:cNvPr>
          <p:cNvSpPr txBox="1"/>
          <p:nvPr/>
        </p:nvSpPr>
        <p:spPr>
          <a:xfrm>
            <a:off x="2227196" y="5006289"/>
            <a:ext cx="1585912" cy="2616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457200"/>
            <a:r>
              <a:rPr lang="en-GB" sz="1200" b="1" dirty="0">
                <a:latin typeface="Calibri Light"/>
                <a:ea typeface="方正细谭黑简体"/>
                <a:cs typeface="Open Sans"/>
                <a:sym typeface="Calibri Light"/>
              </a:rPr>
              <a:t>OPPORTUNITY</a:t>
            </a: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3F5F7C89-A049-464F-9EA6-F2B1D5FB8242}"/>
              </a:ext>
            </a:extLst>
          </p:cNvPr>
          <p:cNvSpPr txBox="1"/>
          <p:nvPr/>
        </p:nvSpPr>
        <p:spPr>
          <a:xfrm>
            <a:off x="2227196" y="5258035"/>
            <a:ext cx="1585912" cy="6043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Centuries, but also the leap into electronic typesetting, remaining.</a:t>
            </a: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AFBA8B51-DC3B-46E9-B5BC-2EDAA861AF5F}"/>
              </a:ext>
            </a:extLst>
          </p:cNvPr>
          <p:cNvSpPr txBox="1"/>
          <p:nvPr/>
        </p:nvSpPr>
        <p:spPr>
          <a:xfrm>
            <a:off x="8383973" y="1963576"/>
            <a:ext cx="1585912" cy="2616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457200"/>
            <a:r>
              <a:rPr lang="en-GB" sz="1200" b="1" dirty="0">
                <a:solidFill>
                  <a:srgbClr val="ABC0D1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WEAKNESS</a:t>
            </a: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F9A6BEBE-C4BE-49CA-A5C2-FBA038364CC3}"/>
              </a:ext>
            </a:extLst>
          </p:cNvPr>
          <p:cNvSpPr txBox="1"/>
          <p:nvPr/>
        </p:nvSpPr>
        <p:spPr>
          <a:xfrm>
            <a:off x="8383973" y="2215322"/>
            <a:ext cx="1585912" cy="6043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There are many </a:t>
            </a:r>
            <a:r>
              <a:rPr lang="en-US" sz="9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variat</a:t>
            </a: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</a:t>
            </a:r>
            <a:b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</a:b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of passages of </a:t>
            </a:r>
            <a:r>
              <a:rPr lang="en-US" sz="9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Lorem</a:t>
            </a: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</a:t>
            </a:r>
            <a:r>
              <a:rPr lang="en-US" sz="9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Ipsum</a:t>
            </a: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 available, but.</a:t>
            </a:r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9D0D574E-7C42-489B-966E-BDFCE4B7C369}"/>
              </a:ext>
            </a:extLst>
          </p:cNvPr>
          <p:cNvSpPr txBox="1"/>
          <p:nvPr/>
        </p:nvSpPr>
        <p:spPr>
          <a:xfrm>
            <a:off x="8383973" y="5006289"/>
            <a:ext cx="1585912" cy="2616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457200"/>
            <a:r>
              <a:rPr lang="en-GB" sz="1200" b="1" dirty="0">
                <a:latin typeface="Calibri Light"/>
                <a:ea typeface="方正细谭黑简体"/>
                <a:cs typeface="Open Sans"/>
                <a:sym typeface="Calibri Light"/>
              </a:rPr>
              <a:t>THREATS</a:t>
            </a:r>
          </a:p>
        </p:txBody>
      </p:sp>
      <p:sp>
        <p:nvSpPr>
          <p:cNvPr id="38" name="TextBox 29">
            <a:extLst>
              <a:ext uri="{FF2B5EF4-FFF2-40B4-BE49-F238E27FC236}">
                <a16:creationId xmlns:a16="http://schemas.microsoft.com/office/drawing/2014/main" id="{CEEDE566-0905-415B-B55D-AF3B6C6374F9}"/>
              </a:ext>
            </a:extLst>
          </p:cNvPr>
          <p:cNvSpPr txBox="1"/>
          <p:nvPr/>
        </p:nvSpPr>
        <p:spPr>
          <a:xfrm>
            <a:off x="8383973" y="5258035"/>
            <a:ext cx="1585912" cy="6043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When an unknown printer took a galley of type and scrambled it to make.</a:t>
            </a:r>
          </a:p>
        </p:txBody>
      </p:sp>
    </p:spTree>
    <p:extLst>
      <p:ext uri="{BB962C8B-B14F-4D97-AF65-F5344CB8AC3E}">
        <p14:creationId xmlns:p14="http://schemas.microsoft.com/office/powerpoint/2010/main" val="1035687342"/>
      </p:ext>
    </p:extLst>
  </p:cSld>
  <p:clrMapOvr>
    <a:masterClrMapping/>
  </p:clrMapOvr>
  <p:transition spd="slow" advClick="0" advTm="2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>
            <a:extLst>
              <a:ext uri="{FF2B5EF4-FFF2-40B4-BE49-F238E27FC236}">
                <a16:creationId xmlns:a16="http://schemas.microsoft.com/office/drawing/2014/main" id="{F2C57C09-32B4-4E45-9A71-2197C080461A}"/>
              </a:ext>
            </a:extLst>
          </p:cNvPr>
          <p:cNvPicPr>
            <a:picLocks noChangeAspect="1"/>
          </p:cNvPicPr>
          <p:nvPr/>
        </p:nvPicPr>
        <p:blipFill rotWithShape="1">
          <a:blip r:embed="R42d5bf39384244c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70" name="任意多边形 26">
            <a:extLst>
              <a:ext uri="{FF2B5EF4-FFF2-40B4-BE49-F238E27FC236}">
                <a16:creationId xmlns:a16="http://schemas.microsoft.com/office/drawing/2014/main" id="{CDEBA05A-F78E-4457-B529-28520A5B0B9B}"/>
              </a:ext>
            </a:extLst>
          </p:cNvPr>
          <p:cNvSpPr/>
          <p:nvPr/>
        </p:nvSpPr>
        <p:spPr>
          <a:xfrm rot="18900000">
            <a:off x="2560792" y="1263714"/>
            <a:ext cx="7092501" cy="4954754"/>
          </a:xfrm>
          <a:custGeom>
            <a:avLst/>
            <a:gdLst>
              <a:gd name="connsiteX0" fmla="*/ 7587321 w 7691321"/>
              <a:gd name="connsiteY0" fmla="*/ 4766931 h 5373084"/>
              <a:gd name="connsiteX1" fmla="*/ 7691321 w 7691321"/>
              <a:gd name="connsiteY1" fmla="*/ 5018008 h 5373084"/>
              <a:gd name="connsiteX2" fmla="*/ 7691320 w 7691321"/>
              <a:gd name="connsiteY2" fmla="*/ 5018008 h 5373084"/>
              <a:gd name="connsiteX3" fmla="*/ 7336244 w 7691321"/>
              <a:gd name="connsiteY3" fmla="*/ 5373084 h 5373084"/>
              <a:gd name="connsiteX4" fmla="*/ 5018008 w 7691321"/>
              <a:gd name="connsiteY4" fmla="*/ 5373083 h 5373084"/>
              <a:gd name="connsiteX5" fmla="*/ 4766931 w 7691321"/>
              <a:gd name="connsiteY5" fmla="*/ 5269083 h 5373084"/>
              <a:gd name="connsiteX6" fmla="*/ 4762547 w 7691321"/>
              <a:gd name="connsiteY6" fmla="*/ 5263771 h 5373084"/>
              <a:gd name="connsiteX7" fmla="*/ 4757230 w 7691321"/>
              <a:gd name="connsiteY7" fmla="*/ 5259383 h 5373084"/>
              <a:gd name="connsiteX8" fmla="*/ 4653231 w 7691321"/>
              <a:gd name="connsiteY8" fmla="*/ 5008306 h 5373084"/>
              <a:gd name="connsiteX9" fmla="*/ 4653232 w 7691321"/>
              <a:gd name="connsiteY9" fmla="*/ 3041618 h 5373084"/>
              <a:gd name="connsiteX10" fmla="*/ 2686542 w 7691321"/>
              <a:gd name="connsiteY10" fmla="*/ 3041617 h 5373084"/>
              <a:gd name="connsiteX11" fmla="*/ 2435466 w 7691321"/>
              <a:gd name="connsiteY11" fmla="*/ 2937618 h 5373084"/>
              <a:gd name="connsiteX12" fmla="*/ 2431081 w 7691321"/>
              <a:gd name="connsiteY12" fmla="*/ 2932304 h 5373084"/>
              <a:gd name="connsiteX13" fmla="*/ 2425764 w 7691321"/>
              <a:gd name="connsiteY13" fmla="*/ 2927917 h 5373084"/>
              <a:gd name="connsiteX14" fmla="*/ 2321765 w 7691321"/>
              <a:gd name="connsiteY14" fmla="*/ 2676840 h 5373084"/>
              <a:gd name="connsiteX15" fmla="*/ 2321766 w 7691321"/>
              <a:gd name="connsiteY15" fmla="*/ 710152 h 5373084"/>
              <a:gd name="connsiteX16" fmla="*/ 355076 w 7691321"/>
              <a:gd name="connsiteY16" fmla="*/ 710151 h 5373084"/>
              <a:gd name="connsiteX17" fmla="*/ 0 w 7691321"/>
              <a:gd name="connsiteY17" fmla="*/ 355075 h 5373084"/>
              <a:gd name="connsiteX18" fmla="*/ 0 w 7691321"/>
              <a:gd name="connsiteY18" fmla="*/ 355076 h 5373084"/>
              <a:gd name="connsiteX19" fmla="*/ 355076 w 7691321"/>
              <a:gd name="connsiteY19" fmla="*/ 0 h 5373084"/>
              <a:gd name="connsiteX20" fmla="*/ 2673313 w 7691321"/>
              <a:gd name="connsiteY20" fmla="*/ 0 h 5373084"/>
              <a:gd name="connsiteX21" fmla="*/ 2924390 w 7691321"/>
              <a:gd name="connsiteY21" fmla="*/ 103999 h 5373084"/>
              <a:gd name="connsiteX22" fmla="*/ 2925987 w 7691321"/>
              <a:gd name="connsiteY22" fmla="*/ 105936 h 5373084"/>
              <a:gd name="connsiteX23" fmla="*/ 2927917 w 7691321"/>
              <a:gd name="connsiteY23" fmla="*/ 107528 h 5373084"/>
              <a:gd name="connsiteX24" fmla="*/ 3031917 w 7691321"/>
              <a:gd name="connsiteY24" fmla="*/ 358605 h 5373084"/>
              <a:gd name="connsiteX25" fmla="*/ 3031916 w 7691321"/>
              <a:gd name="connsiteY25" fmla="*/ 2331466 h 5373084"/>
              <a:gd name="connsiteX26" fmla="*/ 5004779 w 7691321"/>
              <a:gd name="connsiteY26" fmla="*/ 2331466 h 5373084"/>
              <a:gd name="connsiteX27" fmla="*/ 5255856 w 7691321"/>
              <a:gd name="connsiteY27" fmla="*/ 2435466 h 5373084"/>
              <a:gd name="connsiteX28" fmla="*/ 5257453 w 7691321"/>
              <a:gd name="connsiteY28" fmla="*/ 2437402 h 5373084"/>
              <a:gd name="connsiteX29" fmla="*/ 5259383 w 7691321"/>
              <a:gd name="connsiteY29" fmla="*/ 2438994 h 5373084"/>
              <a:gd name="connsiteX30" fmla="*/ 5363383 w 7691321"/>
              <a:gd name="connsiteY30" fmla="*/ 2690071 h 5373084"/>
              <a:gd name="connsiteX31" fmla="*/ 5363383 w 7691321"/>
              <a:gd name="connsiteY31" fmla="*/ 4662932 h 5373084"/>
              <a:gd name="connsiteX32" fmla="*/ 7336245 w 7691321"/>
              <a:gd name="connsiteY32" fmla="*/ 4662932 h 5373084"/>
              <a:gd name="connsiteX33" fmla="*/ 7587321 w 7691321"/>
              <a:gd name="connsiteY33" fmla="*/ 4766931 h 5373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691321" h="5373084">
                <a:moveTo>
                  <a:pt x="7587321" y="4766931"/>
                </a:moveTo>
                <a:cubicBezTo>
                  <a:pt x="7651577" y="4831187"/>
                  <a:pt x="7691321" y="4919956"/>
                  <a:pt x="7691321" y="5018008"/>
                </a:cubicBezTo>
                <a:lnTo>
                  <a:pt x="7691320" y="5018008"/>
                </a:lnTo>
                <a:cubicBezTo>
                  <a:pt x="7691320" y="5214111"/>
                  <a:pt x="7532347" y="5373084"/>
                  <a:pt x="7336244" y="5373084"/>
                </a:cubicBezTo>
                <a:lnTo>
                  <a:pt x="5018008" y="5373083"/>
                </a:lnTo>
                <a:cubicBezTo>
                  <a:pt x="4919956" y="5373083"/>
                  <a:pt x="4831187" y="5333339"/>
                  <a:pt x="4766931" y="5269083"/>
                </a:cubicBezTo>
                <a:lnTo>
                  <a:pt x="4762547" y="5263771"/>
                </a:lnTo>
                <a:lnTo>
                  <a:pt x="4757230" y="5259383"/>
                </a:lnTo>
                <a:cubicBezTo>
                  <a:pt x="4692974" y="5195127"/>
                  <a:pt x="4653231" y="5106358"/>
                  <a:pt x="4653231" y="5008306"/>
                </a:cubicBezTo>
                <a:lnTo>
                  <a:pt x="4653232" y="3041618"/>
                </a:lnTo>
                <a:lnTo>
                  <a:pt x="2686542" y="3041617"/>
                </a:lnTo>
                <a:cubicBezTo>
                  <a:pt x="2588491" y="3041618"/>
                  <a:pt x="2499722" y="3001874"/>
                  <a:pt x="2435466" y="2937618"/>
                </a:cubicBezTo>
                <a:lnTo>
                  <a:pt x="2431081" y="2932304"/>
                </a:lnTo>
                <a:lnTo>
                  <a:pt x="2425764" y="2927917"/>
                </a:lnTo>
                <a:cubicBezTo>
                  <a:pt x="2361508" y="2863661"/>
                  <a:pt x="2321765" y="2774892"/>
                  <a:pt x="2321765" y="2676840"/>
                </a:cubicBezTo>
                <a:lnTo>
                  <a:pt x="2321766" y="710152"/>
                </a:lnTo>
                <a:lnTo>
                  <a:pt x="355076" y="710151"/>
                </a:lnTo>
                <a:cubicBezTo>
                  <a:pt x="158973" y="710151"/>
                  <a:pt x="0" y="551178"/>
                  <a:pt x="0" y="355075"/>
                </a:cubicBezTo>
                <a:lnTo>
                  <a:pt x="0" y="355076"/>
                </a:lnTo>
                <a:cubicBezTo>
                  <a:pt x="0" y="158973"/>
                  <a:pt x="158973" y="0"/>
                  <a:pt x="355076" y="0"/>
                </a:cubicBezTo>
                <a:lnTo>
                  <a:pt x="2673313" y="0"/>
                </a:lnTo>
                <a:cubicBezTo>
                  <a:pt x="2771365" y="0"/>
                  <a:pt x="2860134" y="39743"/>
                  <a:pt x="2924390" y="103999"/>
                </a:cubicBezTo>
                <a:lnTo>
                  <a:pt x="2925987" y="105936"/>
                </a:lnTo>
                <a:lnTo>
                  <a:pt x="2927917" y="107528"/>
                </a:lnTo>
                <a:cubicBezTo>
                  <a:pt x="2992173" y="171784"/>
                  <a:pt x="3031916" y="260553"/>
                  <a:pt x="3031917" y="358605"/>
                </a:cubicBezTo>
                <a:lnTo>
                  <a:pt x="3031916" y="2331466"/>
                </a:lnTo>
                <a:lnTo>
                  <a:pt x="5004779" y="2331466"/>
                </a:lnTo>
                <a:cubicBezTo>
                  <a:pt x="5102831" y="2331466"/>
                  <a:pt x="5191600" y="2371210"/>
                  <a:pt x="5255856" y="2435466"/>
                </a:cubicBezTo>
                <a:lnTo>
                  <a:pt x="5257453" y="2437402"/>
                </a:lnTo>
                <a:lnTo>
                  <a:pt x="5259383" y="2438994"/>
                </a:lnTo>
                <a:cubicBezTo>
                  <a:pt x="5323640" y="2503250"/>
                  <a:pt x="5363383" y="2592019"/>
                  <a:pt x="5363383" y="2690071"/>
                </a:cubicBezTo>
                <a:lnTo>
                  <a:pt x="5363383" y="4662932"/>
                </a:lnTo>
                <a:lnTo>
                  <a:pt x="7336245" y="4662932"/>
                </a:lnTo>
                <a:cubicBezTo>
                  <a:pt x="7434296" y="4662931"/>
                  <a:pt x="7523065" y="4702675"/>
                  <a:pt x="7587321" y="4766931"/>
                </a:cubicBezTo>
                <a:close/>
              </a:path>
            </a:pathLst>
          </a:custGeom>
          <a:solidFill>
            <a:srgbClr val="80A0BA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8A74496-1A90-47E7-BBCE-D927162E92C6}"/>
              </a:ext>
            </a:extLst>
          </p:cNvPr>
          <p:cNvGrpSpPr/>
          <p:nvPr/>
        </p:nvGrpSpPr>
        <p:grpSpPr>
          <a:xfrm>
            <a:off x="1899835" y="4220133"/>
            <a:ext cx="839596" cy="530017"/>
            <a:chOff x="1017106" y="3087917"/>
            <a:chExt cx="682862" cy="4310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D7369C75-1C3D-4EF7-8E7B-1AB671F6ED16}"/>
                </a:ext>
              </a:extLst>
            </p:cNvPr>
            <p:cNvSpPr/>
            <p:nvPr/>
          </p:nvSpPr>
          <p:spPr>
            <a:xfrm>
              <a:off x="1143001" y="3087917"/>
              <a:ext cx="431075" cy="431075"/>
            </a:xfrm>
            <a:prstGeom prst="ellipse">
              <a:avLst/>
            </a:prstGeom>
            <a:solidFill>
              <a:srgbClr val="80A0B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BBFC9876-D1E5-401F-8A74-9922EAD39E33}"/>
                </a:ext>
              </a:extLst>
            </p:cNvPr>
            <p:cNvSpPr/>
            <p:nvPr/>
          </p:nvSpPr>
          <p:spPr>
            <a:xfrm>
              <a:off x="1017106" y="3190597"/>
              <a:ext cx="682862" cy="24406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Calibri Light"/>
                  <a:ea typeface="方正细谭黑简体"/>
                  <a:sym typeface="Calibri Light"/>
                </a:rPr>
                <a:t>01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AC5E84A-25DB-4392-ADE7-A7FBFAACD44E}"/>
              </a:ext>
            </a:extLst>
          </p:cNvPr>
          <p:cNvGrpSpPr/>
          <p:nvPr/>
        </p:nvGrpSpPr>
        <p:grpSpPr>
          <a:xfrm>
            <a:off x="4914283" y="4220133"/>
            <a:ext cx="839596" cy="530017"/>
            <a:chOff x="3468825" y="3087917"/>
            <a:chExt cx="682862" cy="431075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4CC97D36-A93B-43C8-90F7-9BDCD55BBCF2}"/>
                </a:ext>
              </a:extLst>
            </p:cNvPr>
            <p:cNvSpPr/>
            <p:nvPr/>
          </p:nvSpPr>
          <p:spPr>
            <a:xfrm>
              <a:off x="3602083" y="3087917"/>
              <a:ext cx="431075" cy="431075"/>
            </a:xfrm>
            <a:prstGeom prst="ellipse">
              <a:avLst/>
            </a:prstGeom>
            <a:solidFill>
              <a:srgbClr val="80A0BA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33D2220D-E6C3-4F6F-A10E-F045796DEA0E}"/>
                </a:ext>
              </a:extLst>
            </p:cNvPr>
            <p:cNvSpPr/>
            <p:nvPr/>
          </p:nvSpPr>
          <p:spPr>
            <a:xfrm>
              <a:off x="3468825" y="3190597"/>
              <a:ext cx="682862" cy="24406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Calibri Light"/>
                  <a:ea typeface="方正细谭黑简体"/>
                  <a:sym typeface="Calibri Light"/>
                </a:rPr>
                <a:t>03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37277BB-AE46-4397-A72B-CAFF7786BBF6}"/>
              </a:ext>
            </a:extLst>
          </p:cNvPr>
          <p:cNvGrpSpPr/>
          <p:nvPr/>
        </p:nvGrpSpPr>
        <p:grpSpPr>
          <a:xfrm>
            <a:off x="7928730" y="4220133"/>
            <a:ext cx="839596" cy="530017"/>
            <a:chOff x="5920543" y="3087917"/>
            <a:chExt cx="682862" cy="431075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ED81C15E-C3D6-458E-BA04-B9F56FE33669}"/>
                </a:ext>
              </a:extLst>
            </p:cNvPr>
            <p:cNvSpPr/>
            <p:nvPr/>
          </p:nvSpPr>
          <p:spPr>
            <a:xfrm>
              <a:off x="6074230" y="3087917"/>
              <a:ext cx="431075" cy="431075"/>
            </a:xfrm>
            <a:prstGeom prst="ellipse">
              <a:avLst/>
            </a:prstGeom>
            <a:solidFill>
              <a:srgbClr val="80A0BA"/>
            </a:solidFill>
            <a:ln>
              <a:noFill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5732044C-5D0B-41FB-BCFC-90D7334A4AE7}"/>
                </a:ext>
              </a:extLst>
            </p:cNvPr>
            <p:cNvSpPr/>
            <p:nvPr/>
          </p:nvSpPr>
          <p:spPr>
            <a:xfrm>
              <a:off x="5920543" y="3202992"/>
              <a:ext cx="682862" cy="24406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Calibri Light"/>
                  <a:ea typeface="方正细谭黑简体"/>
                  <a:sym typeface="Calibri Light"/>
                </a:rPr>
                <a:t>05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CAEF871-CF63-492F-B53A-C8F2228358B1}"/>
              </a:ext>
            </a:extLst>
          </p:cNvPr>
          <p:cNvGrpSpPr/>
          <p:nvPr/>
        </p:nvGrpSpPr>
        <p:grpSpPr>
          <a:xfrm>
            <a:off x="9449515" y="2754555"/>
            <a:ext cx="839596" cy="530017"/>
            <a:chOff x="7157431" y="1895930"/>
            <a:chExt cx="682862" cy="431075"/>
          </a:xfrm>
        </p:grpSpPr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FE449697-E23E-47FF-8381-FD6F6D67B98B}"/>
                </a:ext>
              </a:extLst>
            </p:cNvPr>
            <p:cNvSpPr/>
            <p:nvPr/>
          </p:nvSpPr>
          <p:spPr>
            <a:xfrm>
              <a:off x="7298872" y="1895930"/>
              <a:ext cx="431075" cy="431075"/>
            </a:xfrm>
            <a:prstGeom prst="ellipse">
              <a:avLst/>
            </a:prstGeom>
            <a:solidFill>
              <a:srgbClr val="80A0BA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2E9AEC26-7668-4F01-8A53-B2E151195188}"/>
                </a:ext>
              </a:extLst>
            </p:cNvPr>
            <p:cNvSpPr/>
            <p:nvPr/>
          </p:nvSpPr>
          <p:spPr>
            <a:xfrm>
              <a:off x="7157431" y="1989434"/>
              <a:ext cx="682862" cy="24406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Calibri Light"/>
                  <a:ea typeface="方正细谭黑简体"/>
                  <a:sym typeface="Calibri Light"/>
                </a:rPr>
                <a:t>06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5D0155F-423F-4704-A973-4F9AC86D63A4}"/>
              </a:ext>
            </a:extLst>
          </p:cNvPr>
          <p:cNvGrpSpPr/>
          <p:nvPr/>
        </p:nvGrpSpPr>
        <p:grpSpPr>
          <a:xfrm>
            <a:off x="6426013" y="2754556"/>
            <a:ext cx="839596" cy="530017"/>
            <a:chOff x="4698349" y="1895931"/>
            <a:chExt cx="682862" cy="431075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0C9030AC-ABCD-424D-A5DC-77693EC41504}"/>
                </a:ext>
              </a:extLst>
            </p:cNvPr>
            <p:cNvSpPr/>
            <p:nvPr/>
          </p:nvSpPr>
          <p:spPr>
            <a:xfrm>
              <a:off x="4826726" y="1895931"/>
              <a:ext cx="431075" cy="431075"/>
            </a:xfrm>
            <a:prstGeom prst="ellipse">
              <a:avLst/>
            </a:prstGeom>
            <a:solidFill>
              <a:srgbClr val="80A0BA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3AEB1DFF-47B6-4C6D-BCE2-F7BDE3415D0E}"/>
                </a:ext>
              </a:extLst>
            </p:cNvPr>
            <p:cNvSpPr/>
            <p:nvPr/>
          </p:nvSpPr>
          <p:spPr>
            <a:xfrm>
              <a:off x="4698349" y="1989434"/>
              <a:ext cx="682862" cy="24406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Calibri Light"/>
                  <a:ea typeface="方正细谭黑简体"/>
                  <a:sym typeface="Calibri Light"/>
                </a:rPr>
                <a:t>04</a:t>
              </a: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5721C1B1-BDAD-49D4-BC68-1DD9CF14382F}"/>
              </a:ext>
            </a:extLst>
          </p:cNvPr>
          <p:cNvGrpSpPr/>
          <p:nvPr/>
        </p:nvGrpSpPr>
        <p:grpSpPr>
          <a:xfrm>
            <a:off x="3405563" y="2754555"/>
            <a:ext cx="839596" cy="530017"/>
            <a:chOff x="2241749" y="1895930"/>
            <a:chExt cx="682862" cy="431075"/>
          </a:xfrm>
        </p:grpSpPr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511C61BE-6926-45C7-8A49-69244C636CA8}"/>
                </a:ext>
              </a:extLst>
            </p:cNvPr>
            <p:cNvSpPr/>
            <p:nvPr/>
          </p:nvSpPr>
          <p:spPr>
            <a:xfrm>
              <a:off x="2367643" y="1895930"/>
              <a:ext cx="431075" cy="431075"/>
            </a:xfrm>
            <a:prstGeom prst="ellipse">
              <a:avLst/>
            </a:prstGeom>
            <a:solidFill>
              <a:srgbClr val="80A0BA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FF56CB8E-E1B3-4CD3-ACC9-F718FCB858F4}"/>
                </a:ext>
              </a:extLst>
            </p:cNvPr>
            <p:cNvSpPr/>
            <p:nvPr/>
          </p:nvSpPr>
          <p:spPr>
            <a:xfrm>
              <a:off x="2241749" y="1984109"/>
              <a:ext cx="682862" cy="24406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Calibri Light"/>
                  <a:ea typeface="方正细谭黑简体"/>
                  <a:sym typeface="Calibri Light"/>
                </a:rPr>
                <a:t>02</a:t>
              </a:r>
            </a:p>
          </p:txBody>
        </p:sp>
      </p:grpSp>
      <p:sp>
        <p:nvSpPr>
          <p:cNvPr id="64" name="TextBox 58">
            <a:extLst>
              <a:ext uri="{FF2B5EF4-FFF2-40B4-BE49-F238E27FC236}">
                <a16:creationId xmlns:a16="http://schemas.microsoft.com/office/drawing/2014/main" id="{5D3FB0D0-476F-4E85-958A-944EF1AF4CA8}"/>
              </a:ext>
            </a:extLst>
          </p:cNvPr>
          <p:cNvSpPr txBox="1"/>
          <p:nvPr/>
        </p:nvSpPr>
        <p:spPr>
          <a:xfrm>
            <a:off x="1648222" y="4876396"/>
            <a:ext cx="1342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When an unknown printer took a galley</a:t>
            </a:r>
            <a:b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</a:b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to make a type the specimen book. It has survived not only five.</a:t>
            </a:r>
          </a:p>
        </p:txBody>
      </p:sp>
      <p:sp>
        <p:nvSpPr>
          <p:cNvPr id="65" name="TextBox 58">
            <a:extLst>
              <a:ext uri="{FF2B5EF4-FFF2-40B4-BE49-F238E27FC236}">
                <a16:creationId xmlns:a16="http://schemas.microsoft.com/office/drawing/2014/main" id="{C47BFE34-3247-497C-906D-1355B6028E19}"/>
              </a:ext>
            </a:extLst>
          </p:cNvPr>
          <p:cNvSpPr txBox="1"/>
          <p:nvPr/>
        </p:nvSpPr>
        <p:spPr>
          <a:xfrm>
            <a:off x="3153950" y="1441979"/>
            <a:ext cx="1342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When an unknown printer took a galley</a:t>
            </a:r>
            <a:b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</a:b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to make a type the specimen book. It has survived not only five.</a:t>
            </a:r>
          </a:p>
        </p:txBody>
      </p:sp>
      <p:sp>
        <p:nvSpPr>
          <p:cNvPr id="66" name="TextBox 58">
            <a:extLst>
              <a:ext uri="{FF2B5EF4-FFF2-40B4-BE49-F238E27FC236}">
                <a16:creationId xmlns:a16="http://schemas.microsoft.com/office/drawing/2014/main" id="{9B9E8E6B-8E15-4358-80CE-ABB5CEBA03D2}"/>
              </a:ext>
            </a:extLst>
          </p:cNvPr>
          <p:cNvSpPr txBox="1"/>
          <p:nvPr/>
        </p:nvSpPr>
        <p:spPr>
          <a:xfrm>
            <a:off x="4662670" y="4876396"/>
            <a:ext cx="1342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When an unknown printer took a galley</a:t>
            </a:r>
            <a:b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</a:b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to make a type the specimen book. It has survived not only five.</a:t>
            </a:r>
          </a:p>
        </p:txBody>
      </p:sp>
      <p:sp>
        <p:nvSpPr>
          <p:cNvPr id="67" name="TextBox 58">
            <a:extLst>
              <a:ext uri="{FF2B5EF4-FFF2-40B4-BE49-F238E27FC236}">
                <a16:creationId xmlns:a16="http://schemas.microsoft.com/office/drawing/2014/main" id="{C607C5EF-428F-40C2-B58E-961AB4AC829C}"/>
              </a:ext>
            </a:extLst>
          </p:cNvPr>
          <p:cNvSpPr txBox="1"/>
          <p:nvPr/>
        </p:nvSpPr>
        <p:spPr>
          <a:xfrm>
            <a:off x="7711290" y="4876395"/>
            <a:ext cx="1342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When an unknown printer took a galley</a:t>
            </a:r>
            <a:b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</a:b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to make a type the specimen book. It has survived not only five.</a:t>
            </a:r>
          </a:p>
        </p:txBody>
      </p:sp>
      <p:sp>
        <p:nvSpPr>
          <p:cNvPr id="68" name="TextBox 58">
            <a:extLst>
              <a:ext uri="{FF2B5EF4-FFF2-40B4-BE49-F238E27FC236}">
                <a16:creationId xmlns:a16="http://schemas.microsoft.com/office/drawing/2014/main" id="{DFE2808F-4A3B-4A62-ACBF-0EA3C2240817}"/>
              </a:ext>
            </a:extLst>
          </p:cNvPr>
          <p:cNvSpPr txBox="1"/>
          <p:nvPr/>
        </p:nvSpPr>
        <p:spPr>
          <a:xfrm>
            <a:off x="6174399" y="1441978"/>
            <a:ext cx="1342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When an unknown printer took a galley</a:t>
            </a:r>
            <a:b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</a:b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to make a type the specimen book. It has survived not only five.</a:t>
            </a:r>
          </a:p>
        </p:txBody>
      </p:sp>
      <p:sp>
        <p:nvSpPr>
          <p:cNvPr id="69" name="TextBox 58">
            <a:extLst>
              <a:ext uri="{FF2B5EF4-FFF2-40B4-BE49-F238E27FC236}">
                <a16:creationId xmlns:a16="http://schemas.microsoft.com/office/drawing/2014/main" id="{C2315E61-01CA-4055-9DB1-6B232617D8C4}"/>
              </a:ext>
            </a:extLst>
          </p:cNvPr>
          <p:cNvSpPr txBox="1"/>
          <p:nvPr/>
        </p:nvSpPr>
        <p:spPr>
          <a:xfrm>
            <a:off x="9269693" y="1441977"/>
            <a:ext cx="1342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spcBef>
                <a:spcPts val="600"/>
              </a:spcBef>
            </a:pP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When an unknown printer took a galley</a:t>
            </a:r>
            <a:b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</a:br>
            <a:r>
              <a:rPr 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 Light"/>
                <a:ea typeface="方正细谭黑简体"/>
                <a:cs typeface="Open Sans"/>
                <a:sym typeface="Calibri Light"/>
              </a:rPr>
              <a:t>to make a type the specimen book. It has survived not only five.</a:t>
            </a:r>
          </a:p>
        </p:txBody>
      </p:sp>
    </p:spTree>
    <p:extLst>
      <p:ext uri="{BB962C8B-B14F-4D97-AF65-F5344CB8AC3E}">
        <p14:creationId xmlns:p14="http://schemas.microsoft.com/office/powerpoint/2010/main" val="1607447981"/>
      </p:ext>
    </p:extLst>
  </p:cSld>
  <p:clrMapOvr>
    <a:masterClrMapping/>
  </p:clrMapOvr>
  <p:transition spd="slow" advClick="0" advTm="2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6284A32-EBEB-448C-B03A-5EF30A3DFF24}"/>
              </a:ext>
            </a:extLst>
          </p:cNvPr>
          <p:cNvPicPr>
            <a:picLocks noChangeAspect="1"/>
          </p:cNvPicPr>
          <p:nvPr/>
        </p:nvPicPr>
        <p:blipFill rotWithShape="1">
          <a:blip r:embed="R2cbb2482de424b5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939DF94B-B1CD-41FB-B7B9-FBEA9CFED548}"/>
              </a:ext>
            </a:extLst>
          </p:cNvPr>
          <p:cNvGrpSpPr/>
          <p:nvPr/>
        </p:nvGrpSpPr>
        <p:grpSpPr>
          <a:xfrm>
            <a:off x="5424526" y="1538027"/>
            <a:ext cx="5408279" cy="3808301"/>
            <a:chOff x="5424526" y="1650764"/>
            <a:chExt cx="5408278" cy="3808301"/>
          </a:xfrm>
        </p:grpSpPr>
        <p:cxnSp>
          <p:nvCxnSpPr>
            <p:cNvPr id="5" name="Google Shape;164;p15">
              <a:extLst>
                <a:ext uri="{FF2B5EF4-FFF2-40B4-BE49-F238E27FC236}">
                  <a16:creationId xmlns:a16="http://schemas.microsoft.com/office/drawing/2014/main" id="{415927C6-E22F-480D-9EAC-9B8725BEC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628" y="1650764"/>
              <a:ext cx="0" cy="3630160"/>
            </a:xfrm>
            <a:prstGeom prst="straightConnector1">
              <a:avLst/>
            </a:prstGeom>
            <a:noFill/>
            <a:ln w="19050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diamond" w="med" len="med"/>
              <a:tailEnd type="diamond" w="med" len="med"/>
            </a:ln>
          </p:spPr>
        </p:cxnSp>
        <p:sp>
          <p:nvSpPr>
            <p:cNvPr id="6" name="Google Shape;737;p43">
              <a:extLst>
                <a:ext uri="{FF2B5EF4-FFF2-40B4-BE49-F238E27FC236}">
                  <a16:creationId xmlns:a16="http://schemas.microsoft.com/office/drawing/2014/main" id="{ED2BC00A-7A2F-4065-B4D5-053951442BCB}"/>
                </a:ext>
              </a:extLst>
            </p:cNvPr>
            <p:cNvSpPr/>
            <p:nvPr/>
          </p:nvSpPr>
          <p:spPr>
            <a:xfrm rot="5400000">
              <a:off x="5335194" y="2809891"/>
              <a:ext cx="1297051" cy="79270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CDD8"/>
                </a:gs>
                <a:gs pos="100000">
                  <a:srgbClr val="80A0BA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7" name="Google Shape;738;p43">
              <a:extLst>
                <a:ext uri="{FF2B5EF4-FFF2-40B4-BE49-F238E27FC236}">
                  <a16:creationId xmlns:a16="http://schemas.microsoft.com/office/drawing/2014/main" id="{C4DBE2CA-63C4-4B80-9BE8-FC99F249E8A0}"/>
                </a:ext>
              </a:extLst>
            </p:cNvPr>
            <p:cNvSpPr/>
            <p:nvPr/>
          </p:nvSpPr>
          <p:spPr>
            <a:xfrm rot="5400000">
              <a:off x="5193024" y="2733967"/>
              <a:ext cx="1297051" cy="792704"/>
            </a:xfrm>
            <a:prstGeom prst="roundRect">
              <a:avLst>
                <a:gd name="adj" fmla="val 50000"/>
              </a:avLst>
            </a:prstGeom>
            <a:noFill/>
            <a:ln w="19050" cap="flat" cmpd="sng">
              <a:solidFill>
                <a:schemeClr val="bg1">
                  <a:alpha val="8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方正细谭黑简体"/>
                <a:cs typeface="Arial"/>
                <a:sym typeface="Calibri Light"/>
              </a:endParaRPr>
            </a:p>
          </p:txBody>
        </p:sp>
        <p:sp>
          <p:nvSpPr>
            <p:cNvPr id="8" name="Google Shape;740;p43">
              <a:extLst>
                <a:ext uri="{FF2B5EF4-FFF2-40B4-BE49-F238E27FC236}">
                  <a16:creationId xmlns:a16="http://schemas.microsoft.com/office/drawing/2014/main" id="{CF0F5E60-5C52-4EB9-942C-D65EF91A50F3}"/>
                </a:ext>
              </a:extLst>
            </p:cNvPr>
            <p:cNvSpPr txBox="1">
              <a:spLocks/>
            </p:cNvSpPr>
            <p:nvPr/>
          </p:nvSpPr>
          <p:spPr>
            <a:xfrm>
              <a:off x="5424526" y="2823656"/>
              <a:ext cx="976205" cy="605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Tenor Sans"/>
                <a:buNone/>
                <a:defRPr sz="6000" b="0" i="0" u="none" strike="noStrike" cap="none">
                  <a:solidFill>
                    <a:schemeClr val="dk1"/>
                  </a:solidFill>
                  <a:latin typeface="Tenor Sans"/>
                  <a:ea typeface="Tenor Sans"/>
                  <a:cs typeface="Tenor Sans"/>
                  <a:sym typeface="Tenor Sans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0"/>
                <a:buFont typeface="Arial"/>
                <a:buNone/>
                <a:defRPr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Tenor Sans"/>
                <a:buNone/>
                <a:tabLst/>
                <a:defRPr/>
              </a:pPr>
              <a:r>
                <a:rPr kumimoji="0" lang="e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04.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2C56805-61BA-4E3B-8743-CB4A3F7DC10E}"/>
                </a:ext>
              </a:extLst>
            </p:cNvPr>
            <p:cNvSpPr txBox="1"/>
            <p:nvPr/>
          </p:nvSpPr>
          <p:spPr>
            <a:xfrm>
              <a:off x="6588089" y="2481793"/>
              <a:ext cx="42447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单击添加标题</a:t>
              </a:r>
            </a:p>
          </p:txBody>
        </p:sp>
        <p:sp>
          <p:nvSpPr>
            <p:cNvPr id="10" name="iconfont-1122-840613">
              <a:extLst>
                <a:ext uri="{FF2B5EF4-FFF2-40B4-BE49-F238E27FC236}">
                  <a16:creationId xmlns:a16="http://schemas.microsoft.com/office/drawing/2014/main" id="{7872590D-56D6-4134-A49F-D4E0019FAA63}"/>
                </a:ext>
              </a:extLst>
            </p:cNvPr>
            <p:cNvSpPr/>
            <p:nvPr/>
          </p:nvSpPr>
          <p:spPr>
            <a:xfrm>
              <a:off x="6892983" y="3465844"/>
              <a:ext cx="345134" cy="345134"/>
            </a:xfrm>
            <a:custGeom>
              <a:avLst/>
              <a:gdLst>
                <a:gd name="T0" fmla="*/ 5096 w 10942"/>
                <a:gd name="T1" fmla="*/ 9044 h 10942"/>
                <a:gd name="T2" fmla="*/ 8344 w 10942"/>
                <a:gd name="T3" fmla="*/ 5796 h 10942"/>
                <a:gd name="T4" fmla="*/ 8344 w 10942"/>
                <a:gd name="T5" fmla="*/ 5146 h 10942"/>
                <a:gd name="T6" fmla="*/ 5096 w 10942"/>
                <a:gd name="T7" fmla="*/ 1898 h 10942"/>
                <a:gd name="T8" fmla="*/ 4797 w 10942"/>
                <a:gd name="T9" fmla="*/ 1774 h 10942"/>
                <a:gd name="T10" fmla="*/ 4472 w 10942"/>
                <a:gd name="T11" fmla="*/ 1898 h 10942"/>
                <a:gd name="T12" fmla="*/ 3747 w 10942"/>
                <a:gd name="T13" fmla="*/ 2648 h 10942"/>
                <a:gd name="T14" fmla="*/ 3597 w 10942"/>
                <a:gd name="T15" fmla="*/ 2948 h 10942"/>
                <a:gd name="T16" fmla="*/ 3747 w 10942"/>
                <a:gd name="T17" fmla="*/ 3272 h 10942"/>
                <a:gd name="T18" fmla="*/ 5921 w 10942"/>
                <a:gd name="T19" fmla="*/ 5471 h 10942"/>
                <a:gd name="T20" fmla="*/ 3747 w 10942"/>
                <a:gd name="T21" fmla="*/ 7669 h 10942"/>
                <a:gd name="T22" fmla="*/ 3597 w 10942"/>
                <a:gd name="T23" fmla="*/ 7994 h 10942"/>
                <a:gd name="T24" fmla="*/ 3747 w 10942"/>
                <a:gd name="T25" fmla="*/ 8294 h 10942"/>
                <a:gd name="T26" fmla="*/ 4472 w 10942"/>
                <a:gd name="T27" fmla="*/ 9044 h 10942"/>
                <a:gd name="T28" fmla="*/ 4797 w 10942"/>
                <a:gd name="T29" fmla="*/ 9168 h 10942"/>
                <a:gd name="T30" fmla="*/ 5096 w 10942"/>
                <a:gd name="T31" fmla="*/ 9044 h 10942"/>
                <a:gd name="T32" fmla="*/ 10218 w 10942"/>
                <a:gd name="T33" fmla="*/ 8219 h 10942"/>
                <a:gd name="T34" fmla="*/ 8219 w 10942"/>
                <a:gd name="T35" fmla="*/ 10218 h 10942"/>
                <a:gd name="T36" fmla="*/ 5471 w 10942"/>
                <a:gd name="T37" fmla="*/ 10942 h 10942"/>
                <a:gd name="T38" fmla="*/ 2723 w 10942"/>
                <a:gd name="T39" fmla="*/ 10218 h 10942"/>
                <a:gd name="T40" fmla="*/ 724 w 10942"/>
                <a:gd name="T41" fmla="*/ 8219 h 10942"/>
                <a:gd name="T42" fmla="*/ 0 w 10942"/>
                <a:gd name="T43" fmla="*/ 5471 h 10942"/>
                <a:gd name="T44" fmla="*/ 724 w 10942"/>
                <a:gd name="T45" fmla="*/ 2723 h 10942"/>
                <a:gd name="T46" fmla="*/ 2723 w 10942"/>
                <a:gd name="T47" fmla="*/ 724 h 10942"/>
                <a:gd name="T48" fmla="*/ 5471 w 10942"/>
                <a:gd name="T49" fmla="*/ 0 h 10942"/>
                <a:gd name="T50" fmla="*/ 8219 w 10942"/>
                <a:gd name="T51" fmla="*/ 724 h 10942"/>
                <a:gd name="T52" fmla="*/ 10218 w 10942"/>
                <a:gd name="T53" fmla="*/ 2723 h 10942"/>
                <a:gd name="T54" fmla="*/ 10942 w 10942"/>
                <a:gd name="T55" fmla="*/ 5471 h 10942"/>
                <a:gd name="T56" fmla="*/ 10218 w 10942"/>
                <a:gd name="T57" fmla="*/ 8219 h 10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942" h="10942">
                  <a:moveTo>
                    <a:pt x="5096" y="9044"/>
                  </a:moveTo>
                  <a:lnTo>
                    <a:pt x="8344" y="5796"/>
                  </a:lnTo>
                  <a:cubicBezTo>
                    <a:pt x="8544" y="5596"/>
                    <a:pt x="8544" y="5346"/>
                    <a:pt x="8344" y="5146"/>
                  </a:cubicBezTo>
                  <a:lnTo>
                    <a:pt x="5096" y="1898"/>
                  </a:lnTo>
                  <a:cubicBezTo>
                    <a:pt x="5021" y="1823"/>
                    <a:pt x="4921" y="1774"/>
                    <a:pt x="4797" y="1774"/>
                  </a:cubicBezTo>
                  <a:cubicBezTo>
                    <a:pt x="4672" y="1774"/>
                    <a:pt x="4547" y="1823"/>
                    <a:pt x="4472" y="1898"/>
                  </a:cubicBezTo>
                  <a:lnTo>
                    <a:pt x="3747" y="2648"/>
                  </a:lnTo>
                  <a:cubicBezTo>
                    <a:pt x="3647" y="2723"/>
                    <a:pt x="3597" y="2823"/>
                    <a:pt x="3597" y="2948"/>
                  </a:cubicBezTo>
                  <a:cubicBezTo>
                    <a:pt x="3597" y="3098"/>
                    <a:pt x="3647" y="3198"/>
                    <a:pt x="3747" y="3272"/>
                  </a:cubicBezTo>
                  <a:lnTo>
                    <a:pt x="5921" y="5471"/>
                  </a:lnTo>
                  <a:lnTo>
                    <a:pt x="3747" y="7669"/>
                  </a:lnTo>
                  <a:cubicBezTo>
                    <a:pt x="3647" y="7744"/>
                    <a:pt x="3597" y="7844"/>
                    <a:pt x="3597" y="7994"/>
                  </a:cubicBezTo>
                  <a:cubicBezTo>
                    <a:pt x="3597" y="8119"/>
                    <a:pt x="3647" y="8219"/>
                    <a:pt x="3747" y="8294"/>
                  </a:cubicBezTo>
                  <a:lnTo>
                    <a:pt x="4472" y="9044"/>
                  </a:lnTo>
                  <a:cubicBezTo>
                    <a:pt x="4547" y="9119"/>
                    <a:pt x="4672" y="9168"/>
                    <a:pt x="4797" y="9168"/>
                  </a:cubicBezTo>
                  <a:cubicBezTo>
                    <a:pt x="4921" y="9168"/>
                    <a:pt x="5021" y="9119"/>
                    <a:pt x="5096" y="9044"/>
                  </a:cubicBezTo>
                  <a:close/>
                  <a:moveTo>
                    <a:pt x="10218" y="8219"/>
                  </a:moveTo>
                  <a:cubicBezTo>
                    <a:pt x="9718" y="9044"/>
                    <a:pt x="9044" y="9718"/>
                    <a:pt x="8219" y="10218"/>
                  </a:cubicBezTo>
                  <a:cubicBezTo>
                    <a:pt x="7420" y="10692"/>
                    <a:pt x="6495" y="10942"/>
                    <a:pt x="5471" y="10942"/>
                  </a:cubicBezTo>
                  <a:cubicBezTo>
                    <a:pt x="4447" y="10942"/>
                    <a:pt x="3522" y="10692"/>
                    <a:pt x="2723" y="10218"/>
                  </a:cubicBezTo>
                  <a:cubicBezTo>
                    <a:pt x="1898" y="9718"/>
                    <a:pt x="1224" y="9044"/>
                    <a:pt x="724" y="8219"/>
                  </a:cubicBezTo>
                  <a:cubicBezTo>
                    <a:pt x="250" y="7420"/>
                    <a:pt x="0" y="6495"/>
                    <a:pt x="0" y="5471"/>
                  </a:cubicBezTo>
                  <a:cubicBezTo>
                    <a:pt x="0" y="4447"/>
                    <a:pt x="250" y="3522"/>
                    <a:pt x="724" y="2723"/>
                  </a:cubicBezTo>
                  <a:cubicBezTo>
                    <a:pt x="1224" y="1898"/>
                    <a:pt x="1898" y="1224"/>
                    <a:pt x="2723" y="724"/>
                  </a:cubicBezTo>
                  <a:cubicBezTo>
                    <a:pt x="3522" y="250"/>
                    <a:pt x="4447" y="0"/>
                    <a:pt x="5471" y="0"/>
                  </a:cubicBezTo>
                  <a:cubicBezTo>
                    <a:pt x="6495" y="0"/>
                    <a:pt x="7420" y="250"/>
                    <a:pt x="8219" y="724"/>
                  </a:cubicBezTo>
                  <a:cubicBezTo>
                    <a:pt x="9044" y="1224"/>
                    <a:pt x="9718" y="1898"/>
                    <a:pt x="10218" y="2723"/>
                  </a:cubicBezTo>
                  <a:cubicBezTo>
                    <a:pt x="10692" y="3522"/>
                    <a:pt x="10942" y="4447"/>
                    <a:pt x="10942" y="5471"/>
                  </a:cubicBezTo>
                  <a:cubicBezTo>
                    <a:pt x="10942" y="6495"/>
                    <a:pt x="10692" y="7420"/>
                    <a:pt x="10218" y="821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7F0D1BD-FA16-4D50-B151-312ED5E450E2}"/>
                </a:ext>
              </a:extLst>
            </p:cNvPr>
            <p:cNvSpPr txBox="1"/>
            <p:nvPr/>
          </p:nvSpPr>
          <p:spPr>
            <a:xfrm>
              <a:off x="6847504" y="3843238"/>
              <a:ext cx="3020396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Lorem ipsum dolor sit amet, consectetuer adipiscing elit. Maecenas, Lorem ipsum dolor sit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Lorem ipsum dolor sit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adipiscing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elit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. Maecenas, Lorem ipsum dolor sit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amet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</a:t>
              </a:r>
              <a:r>
                <a:rPr kumimoji="0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consectetuer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rPr>
                <a:t>, Lorem ipsum dolor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726908"/>
      </p:ext>
    </p:extLst>
  </p:cSld>
  <p:clrMapOvr>
    <a:masterClrMapping/>
  </p:clrMapOvr>
  <p:transition spd="slow" advClick="0" advTm="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A73662A7-A962-4EEC-90DC-65CBF391E0DE}"/>
              </a:ext>
            </a:extLst>
          </p:cNvPr>
          <p:cNvPicPr>
            <a:picLocks noChangeAspect="1"/>
          </p:cNvPicPr>
          <p:nvPr/>
        </p:nvPicPr>
        <p:blipFill rotWithShape="1">
          <a:blip r:embed="Rf09d7393fc8543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92F5304-E2D0-424C-AA7F-62121F851F55}"/>
              </a:ext>
            </a:extLst>
          </p:cNvPr>
          <p:cNvGrpSpPr/>
          <p:nvPr/>
        </p:nvGrpSpPr>
        <p:grpSpPr>
          <a:xfrm>
            <a:off x="2102821" y="1669914"/>
            <a:ext cx="1737771" cy="1637864"/>
            <a:chOff x="2115521" y="1593714"/>
            <a:chExt cx="1737770" cy="1637864"/>
          </a:xfrm>
        </p:grpSpPr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3165761D-41C5-46F7-95BF-C4136A33AAB8}"/>
                </a:ext>
              </a:extLst>
            </p:cNvPr>
            <p:cNvSpPr txBox="1"/>
            <p:nvPr/>
          </p:nvSpPr>
          <p:spPr>
            <a:xfrm>
              <a:off x="2115521" y="2012543"/>
              <a:ext cx="1585912" cy="26161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457200"/>
              <a:r>
                <a:rPr lang="en-GB" sz="1200" b="1" dirty="0">
                  <a:solidFill>
                    <a:srgbClr val="ABC0D1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23" name="TextBox 15">
              <a:extLst>
                <a:ext uri="{FF2B5EF4-FFF2-40B4-BE49-F238E27FC236}">
                  <a16:creationId xmlns:a16="http://schemas.microsoft.com/office/drawing/2014/main" id="{723686BF-3230-47FB-9B1E-520D12EC2FEC}"/>
                </a:ext>
              </a:extLst>
            </p:cNvPr>
            <p:cNvSpPr txBox="1"/>
            <p:nvPr/>
          </p:nvSpPr>
          <p:spPr>
            <a:xfrm>
              <a:off x="2115521" y="2269956"/>
              <a:ext cx="1737770" cy="9616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  <a:t>There are many </a:t>
              </a:r>
              <a:r>
                <a:rPr lang="en-US" sz="900" dirty="0" err="1">
                  <a:latin typeface="Calibri Light"/>
                  <a:ea typeface="方正细谭黑简体"/>
                  <a:cs typeface="Open Sans"/>
                  <a:sym typeface="Calibri Light"/>
                </a:rPr>
                <a:t>variat</a:t>
              </a:r>
              <a: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b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</a:br>
              <a: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  <a:t>of passages of </a:t>
              </a:r>
              <a:r>
                <a:rPr lang="en-US" sz="900" dirty="0" err="1"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900" dirty="0" err="1"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  <a:t> available, but the majority have suffered alteration in some form.</a:t>
              </a:r>
            </a:p>
          </p:txBody>
        </p:sp>
        <p:sp>
          <p:nvSpPr>
            <p:cNvPr id="24" name="TextBox 16">
              <a:extLst>
                <a:ext uri="{FF2B5EF4-FFF2-40B4-BE49-F238E27FC236}">
                  <a16:creationId xmlns:a16="http://schemas.microsoft.com/office/drawing/2014/main" id="{922619C8-7A4F-4A64-9F46-7C2B44C0D469}"/>
                </a:ext>
              </a:extLst>
            </p:cNvPr>
            <p:cNvSpPr txBox="1"/>
            <p:nvPr/>
          </p:nvSpPr>
          <p:spPr>
            <a:xfrm>
              <a:off x="2115521" y="1593714"/>
              <a:ext cx="525124" cy="26161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457200"/>
              <a:r>
                <a:rPr lang="en-GB" b="1" dirty="0">
                  <a:solidFill>
                    <a:srgbClr val="ABC0D1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01</a:t>
              </a:r>
              <a:endParaRPr lang="th-TH" b="1" dirty="0">
                <a:solidFill>
                  <a:srgbClr val="ABC0D1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FDA3E2D-9B8E-48B7-89A9-03125D673973}"/>
              </a:ext>
            </a:extLst>
          </p:cNvPr>
          <p:cNvGrpSpPr/>
          <p:nvPr/>
        </p:nvGrpSpPr>
        <p:grpSpPr>
          <a:xfrm>
            <a:off x="2102821" y="4562299"/>
            <a:ext cx="1737769" cy="1637864"/>
            <a:chOff x="2115520" y="4486099"/>
            <a:chExt cx="1737769" cy="1637864"/>
          </a:xfrm>
        </p:grpSpPr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C4297BB3-A5A4-4ADB-B715-3A2B12456D85}"/>
                </a:ext>
              </a:extLst>
            </p:cNvPr>
            <p:cNvSpPr txBox="1"/>
            <p:nvPr/>
          </p:nvSpPr>
          <p:spPr>
            <a:xfrm>
              <a:off x="2115521" y="4904928"/>
              <a:ext cx="1585912" cy="26161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457200"/>
              <a:r>
                <a:rPr lang="en-GB" sz="1200" b="1" dirty="0">
                  <a:solidFill>
                    <a:srgbClr val="ABC0D1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MARKETING</a:t>
              </a:r>
            </a:p>
          </p:txBody>
        </p:sp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id="{1C42D086-1174-4D13-99A4-08F04FA6E56B}"/>
                </a:ext>
              </a:extLst>
            </p:cNvPr>
            <p:cNvSpPr txBox="1"/>
            <p:nvPr/>
          </p:nvSpPr>
          <p:spPr>
            <a:xfrm>
              <a:off x="2115520" y="5162341"/>
              <a:ext cx="1737769" cy="9616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  <a:t>Centuries, but also </a:t>
              </a:r>
              <a:b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</a:br>
              <a: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  <a:t>the leap into electronic typesetting, remaining essentially and more recently specimen book.</a:t>
              </a:r>
            </a:p>
          </p:txBody>
        </p:sp>
        <p:sp>
          <p:nvSpPr>
            <p:cNvPr id="27" name="TextBox 13">
              <a:extLst>
                <a:ext uri="{FF2B5EF4-FFF2-40B4-BE49-F238E27FC236}">
                  <a16:creationId xmlns:a16="http://schemas.microsoft.com/office/drawing/2014/main" id="{02D6AE3E-55AC-4222-B553-FE7FDA3889A7}"/>
                </a:ext>
              </a:extLst>
            </p:cNvPr>
            <p:cNvSpPr txBox="1"/>
            <p:nvPr/>
          </p:nvSpPr>
          <p:spPr>
            <a:xfrm>
              <a:off x="2115521" y="4486099"/>
              <a:ext cx="525124" cy="26161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457200"/>
              <a:r>
                <a:rPr lang="en-GB" b="1" dirty="0">
                  <a:solidFill>
                    <a:srgbClr val="ABC0D1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02</a:t>
              </a:r>
              <a:endParaRPr lang="th-TH" b="1" dirty="0">
                <a:solidFill>
                  <a:srgbClr val="ABC0D1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7E659D3-9783-41A5-9195-24010DBB7788}"/>
              </a:ext>
            </a:extLst>
          </p:cNvPr>
          <p:cNvGrpSpPr/>
          <p:nvPr/>
        </p:nvGrpSpPr>
        <p:grpSpPr>
          <a:xfrm>
            <a:off x="8351409" y="1669914"/>
            <a:ext cx="1737771" cy="1637864"/>
            <a:chOff x="8364109" y="1593714"/>
            <a:chExt cx="1737770" cy="1637864"/>
          </a:xfrm>
        </p:grpSpPr>
        <p:sp>
          <p:nvSpPr>
            <p:cNvPr id="28" name="TextBox 23">
              <a:extLst>
                <a:ext uri="{FF2B5EF4-FFF2-40B4-BE49-F238E27FC236}">
                  <a16:creationId xmlns:a16="http://schemas.microsoft.com/office/drawing/2014/main" id="{6F491400-F558-4D01-9F9E-D0CAAFABCF4D}"/>
                </a:ext>
              </a:extLst>
            </p:cNvPr>
            <p:cNvSpPr txBox="1"/>
            <p:nvPr/>
          </p:nvSpPr>
          <p:spPr>
            <a:xfrm>
              <a:off x="8515967" y="2012543"/>
              <a:ext cx="1585912" cy="26161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r" defTabSz="457200"/>
              <a:r>
                <a:rPr lang="en-GB" sz="1200" b="1" dirty="0">
                  <a:latin typeface="Calibri Light"/>
                  <a:ea typeface="方正细谭黑简体"/>
                  <a:cs typeface="Open Sans"/>
                  <a:sym typeface="Calibri Light"/>
                </a:rPr>
                <a:t>PRESENTATION</a:t>
              </a:r>
            </a:p>
          </p:txBody>
        </p:sp>
        <p:sp>
          <p:nvSpPr>
            <p:cNvPr id="29" name="TextBox 24">
              <a:extLst>
                <a:ext uri="{FF2B5EF4-FFF2-40B4-BE49-F238E27FC236}">
                  <a16:creationId xmlns:a16="http://schemas.microsoft.com/office/drawing/2014/main" id="{3477A175-D8E0-4FF6-9A49-59A321D319E4}"/>
                </a:ext>
              </a:extLst>
            </p:cNvPr>
            <p:cNvSpPr txBox="1"/>
            <p:nvPr/>
          </p:nvSpPr>
          <p:spPr>
            <a:xfrm>
              <a:off x="8364109" y="2269956"/>
              <a:ext cx="1737770" cy="9616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  <a:t>When an unknown printer took a galley of type and scrambled it to make a type specimen book. It has survived not only five.</a:t>
              </a:r>
            </a:p>
          </p:txBody>
        </p:sp>
        <p:sp>
          <p:nvSpPr>
            <p:cNvPr id="30" name="TextBox 25">
              <a:extLst>
                <a:ext uri="{FF2B5EF4-FFF2-40B4-BE49-F238E27FC236}">
                  <a16:creationId xmlns:a16="http://schemas.microsoft.com/office/drawing/2014/main" id="{5E70A502-1F36-4785-8489-FBB6A4352E90}"/>
                </a:ext>
              </a:extLst>
            </p:cNvPr>
            <p:cNvSpPr txBox="1"/>
            <p:nvPr/>
          </p:nvSpPr>
          <p:spPr>
            <a:xfrm>
              <a:off x="9576755" y="1593714"/>
              <a:ext cx="525124" cy="26161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r" defTabSz="457200"/>
              <a:r>
                <a:rPr lang="en-GB" b="1" dirty="0">
                  <a:latin typeface="Calibri Light"/>
                  <a:ea typeface="方正细谭黑简体"/>
                  <a:cs typeface="Open Sans"/>
                  <a:sym typeface="Calibri Light"/>
                </a:rPr>
                <a:t>03</a:t>
              </a:r>
              <a:endParaRPr lang="th-TH" b="1" dirty="0">
                <a:latin typeface="Calibri Light"/>
                <a:ea typeface="方正细谭黑简体"/>
                <a:sym typeface="Calibri Ligh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515A65C-624C-4074-972C-D458C2F286D8}"/>
              </a:ext>
            </a:extLst>
          </p:cNvPr>
          <p:cNvGrpSpPr/>
          <p:nvPr/>
        </p:nvGrpSpPr>
        <p:grpSpPr>
          <a:xfrm>
            <a:off x="8503267" y="4562299"/>
            <a:ext cx="1585912" cy="1637864"/>
            <a:chOff x="8515967" y="4486099"/>
            <a:chExt cx="1585912" cy="1637864"/>
          </a:xfrm>
        </p:grpSpPr>
        <p:sp>
          <p:nvSpPr>
            <p:cNvPr id="31" name="TextBox 20">
              <a:extLst>
                <a:ext uri="{FF2B5EF4-FFF2-40B4-BE49-F238E27FC236}">
                  <a16:creationId xmlns:a16="http://schemas.microsoft.com/office/drawing/2014/main" id="{F06F43F5-E99B-4E43-B24B-D1A534B7DEA2}"/>
                </a:ext>
              </a:extLst>
            </p:cNvPr>
            <p:cNvSpPr txBox="1"/>
            <p:nvPr/>
          </p:nvSpPr>
          <p:spPr>
            <a:xfrm>
              <a:off x="8515967" y="4904928"/>
              <a:ext cx="1585912" cy="26161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r" defTabSz="457200"/>
              <a:r>
                <a:rPr lang="en-GB" sz="1200" b="1" dirty="0">
                  <a:latin typeface="Calibri Light"/>
                  <a:ea typeface="方正细谭黑简体"/>
                  <a:cs typeface="Open Sans"/>
                  <a:sym typeface="Calibri Light"/>
                </a:rPr>
                <a:t>SURVEY TEAM</a:t>
              </a:r>
            </a:p>
          </p:txBody>
        </p:sp>
        <p:sp>
          <p:nvSpPr>
            <p:cNvPr id="32" name="TextBox 21">
              <a:extLst>
                <a:ext uri="{FF2B5EF4-FFF2-40B4-BE49-F238E27FC236}">
                  <a16:creationId xmlns:a16="http://schemas.microsoft.com/office/drawing/2014/main" id="{71DE86A1-5F9E-4075-9E60-EA24EC83BE17}"/>
                </a:ext>
              </a:extLst>
            </p:cNvPr>
            <p:cNvSpPr txBox="1"/>
            <p:nvPr/>
          </p:nvSpPr>
          <p:spPr>
            <a:xfrm>
              <a:off x="8515967" y="5162341"/>
              <a:ext cx="1585912" cy="9616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  <a:t>It is a long established </a:t>
              </a:r>
              <a:b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</a:br>
              <a:r>
                <a:rPr lang="en-US" sz="900" dirty="0">
                  <a:latin typeface="Calibri Light"/>
                  <a:ea typeface="方正细谭黑简体"/>
                  <a:cs typeface="Open Sans"/>
                  <a:sym typeface="Calibri Light"/>
                </a:rPr>
                <a:t>fact that a reader will be distracted by the readable content of a page when looking at its layout. </a:t>
              </a:r>
            </a:p>
          </p:txBody>
        </p:sp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CE20634F-41B9-42C8-A873-9588966AD2ED}"/>
                </a:ext>
              </a:extLst>
            </p:cNvPr>
            <p:cNvSpPr txBox="1"/>
            <p:nvPr/>
          </p:nvSpPr>
          <p:spPr>
            <a:xfrm>
              <a:off x="9576755" y="4486099"/>
              <a:ext cx="525124" cy="26161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r" defTabSz="457200"/>
              <a:r>
                <a:rPr lang="en-GB" b="1" dirty="0">
                  <a:latin typeface="Calibri Light"/>
                  <a:ea typeface="方正细谭黑简体"/>
                  <a:cs typeface="Open Sans"/>
                  <a:sym typeface="Calibri Light"/>
                </a:rPr>
                <a:t>04</a:t>
              </a:r>
              <a:endParaRPr lang="th-TH" b="1" dirty="0">
                <a:latin typeface="Calibri Light"/>
                <a:ea typeface="方正细谭黑简体"/>
                <a:sym typeface="Calibri Light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8DD2B91-C3AD-4F5F-8827-A9B5C620983A}"/>
              </a:ext>
            </a:extLst>
          </p:cNvPr>
          <p:cNvGrpSpPr/>
          <p:nvPr/>
        </p:nvGrpSpPr>
        <p:grpSpPr>
          <a:xfrm>
            <a:off x="3840591" y="1542830"/>
            <a:ext cx="4510819" cy="4510547"/>
            <a:chOff x="3840591" y="1542828"/>
            <a:chExt cx="4510818" cy="4510547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701E5045-2BA4-484C-A304-3B7E020C8A70}"/>
                </a:ext>
              </a:extLst>
            </p:cNvPr>
            <p:cNvGrpSpPr/>
            <p:nvPr/>
          </p:nvGrpSpPr>
          <p:grpSpPr>
            <a:xfrm>
              <a:off x="5001781" y="1542828"/>
              <a:ext cx="1058828" cy="2224117"/>
              <a:chOff x="5001781" y="1542828"/>
              <a:chExt cx="1058828" cy="2224117"/>
            </a:xfrm>
            <a:solidFill>
              <a:schemeClr val="accent1"/>
            </a:solidFill>
          </p:grpSpPr>
          <p:sp>
            <p:nvSpPr>
              <p:cNvPr id="51" name="Freeform 18">
                <a:extLst>
                  <a:ext uri="{FF2B5EF4-FFF2-40B4-BE49-F238E27FC236}">
                    <a16:creationId xmlns:a16="http://schemas.microsoft.com/office/drawing/2014/main" id="{EC9566A7-52B1-4092-AB14-8FC324100AF1}"/>
                  </a:ext>
                </a:extLst>
              </p:cNvPr>
              <p:cNvSpPr/>
              <p:nvPr/>
            </p:nvSpPr>
            <p:spPr bwMode="auto">
              <a:xfrm>
                <a:off x="5001781" y="1542828"/>
                <a:ext cx="1058828" cy="2224117"/>
              </a:xfrm>
              <a:custGeom>
                <a:avLst/>
                <a:gdLst>
                  <a:gd name="connsiteX0" fmla="*/ 1058828 w 1058828"/>
                  <a:gd name="connsiteY0" fmla="*/ 0 h 2224117"/>
                  <a:gd name="connsiteX1" fmla="*/ 1058828 w 1058828"/>
                  <a:gd name="connsiteY1" fmla="*/ 1192965 h 2224117"/>
                  <a:gd name="connsiteX2" fmla="*/ 1058828 w 1058828"/>
                  <a:gd name="connsiteY2" fmla="*/ 1443358 h 2224117"/>
                  <a:gd name="connsiteX3" fmla="*/ 1058826 w 1058828"/>
                  <a:gd name="connsiteY3" fmla="*/ 1443357 h 2224117"/>
                  <a:gd name="connsiteX4" fmla="*/ 278069 w 1058828"/>
                  <a:gd name="connsiteY4" fmla="*/ 2224114 h 2224117"/>
                  <a:gd name="connsiteX5" fmla="*/ 278069 w 1058828"/>
                  <a:gd name="connsiteY5" fmla="*/ 2224117 h 2224117"/>
                  <a:gd name="connsiteX6" fmla="*/ 186381 w 1058828"/>
                  <a:gd name="connsiteY6" fmla="*/ 2224117 h 2224117"/>
                  <a:gd name="connsiteX7" fmla="*/ 0 w 1058828"/>
                  <a:gd name="connsiteY7" fmla="*/ 2224117 h 2224117"/>
                  <a:gd name="connsiteX8" fmla="*/ 0 w 1058828"/>
                  <a:gd name="connsiteY8" fmla="*/ 1004440 h 2224117"/>
                  <a:gd name="connsiteX9" fmla="*/ 71785 w 1058828"/>
                  <a:gd name="connsiteY9" fmla="*/ 843012 h 2224117"/>
                  <a:gd name="connsiteX10" fmla="*/ 1058828 w 1058828"/>
                  <a:gd name="connsiteY10" fmla="*/ 0 h 2224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58828" h="2224117">
                    <a:moveTo>
                      <a:pt x="1058828" y="0"/>
                    </a:moveTo>
                    <a:cubicBezTo>
                      <a:pt x="1058828" y="0"/>
                      <a:pt x="1058828" y="0"/>
                      <a:pt x="1058828" y="1192965"/>
                    </a:cubicBezTo>
                    <a:lnTo>
                      <a:pt x="1058828" y="1443358"/>
                    </a:lnTo>
                    <a:lnTo>
                      <a:pt x="1058826" y="1443357"/>
                    </a:lnTo>
                    <a:cubicBezTo>
                      <a:pt x="627626" y="1443357"/>
                      <a:pt x="278069" y="1792914"/>
                      <a:pt x="278069" y="2224114"/>
                    </a:cubicBezTo>
                    <a:lnTo>
                      <a:pt x="278069" y="2224117"/>
                    </a:lnTo>
                    <a:lnTo>
                      <a:pt x="186381" y="2224117"/>
                    </a:lnTo>
                    <a:cubicBezTo>
                      <a:pt x="128218" y="2224117"/>
                      <a:pt x="66177" y="2224117"/>
                      <a:pt x="0" y="2224117"/>
                    </a:cubicBezTo>
                    <a:cubicBezTo>
                      <a:pt x="0" y="2224117"/>
                      <a:pt x="0" y="1103090"/>
                      <a:pt x="0" y="1004440"/>
                    </a:cubicBezTo>
                    <a:cubicBezTo>
                      <a:pt x="0" y="905790"/>
                      <a:pt x="71785" y="843012"/>
                      <a:pt x="71785" y="843012"/>
                    </a:cubicBezTo>
                    <a:cubicBezTo>
                      <a:pt x="71785" y="843012"/>
                      <a:pt x="71785" y="843012"/>
                      <a:pt x="1058828" y="0"/>
                    </a:cubicBezTo>
                    <a:close/>
                  </a:path>
                </a:pathLst>
              </a:custGeom>
              <a:solidFill>
                <a:srgbClr val="80A0B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en-US" dirty="0">
                  <a:solidFill>
                    <a:srgbClr val="FF0000"/>
                  </a:solidFill>
                  <a:latin typeface="Calibri Light"/>
                  <a:ea typeface="方正细谭黑简体"/>
                  <a:sym typeface="Calibri Light"/>
                </a:endParaRPr>
              </a:p>
            </p:txBody>
          </p:sp>
          <p:sp>
            <p:nvSpPr>
              <p:cNvPr id="52" name="Freeform 42">
                <a:extLst>
                  <a:ext uri="{FF2B5EF4-FFF2-40B4-BE49-F238E27FC236}">
                    <a16:creationId xmlns:a16="http://schemas.microsoft.com/office/drawing/2014/main" id="{0AE11E4E-C633-427F-BFE4-26B62E71A3C0}"/>
                  </a:ext>
                </a:extLst>
              </p:cNvPr>
              <p:cNvSpPr/>
              <p:nvPr/>
            </p:nvSpPr>
            <p:spPr bwMode="auto">
              <a:xfrm>
                <a:off x="5335819" y="3039170"/>
                <a:ext cx="724790" cy="724788"/>
              </a:xfrm>
              <a:custGeom>
                <a:avLst/>
                <a:gdLst>
                  <a:gd name="connsiteX0" fmla="*/ 724790 w 724790"/>
                  <a:gd name="connsiteY0" fmla="*/ 0 h 724788"/>
                  <a:gd name="connsiteX1" fmla="*/ 724790 w 724790"/>
                  <a:gd name="connsiteY1" fmla="*/ 156067 h 724788"/>
                  <a:gd name="connsiteX2" fmla="*/ 724790 w 724790"/>
                  <a:gd name="connsiteY2" fmla="*/ 724788 h 724788"/>
                  <a:gd name="connsiteX3" fmla="*/ 15458 w 724790"/>
                  <a:gd name="connsiteY3" fmla="*/ 724788 h 724788"/>
                  <a:gd name="connsiteX4" fmla="*/ 0 w 724790"/>
                  <a:gd name="connsiteY4" fmla="*/ 724788 h 724788"/>
                  <a:gd name="connsiteX5" fmla="*/ 2239 w 724790"/>
                  <a:gd name="connsiteY5" fmla="*/ 680444 h 724788"/>
                  <a:gd name="connsiteX6" fmla="*/ 680443 w 724790"/>
                  <a:gd name="connsiteY6" fmla="*/ 2239 h 72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4790" h="724788">
                    <a:moveTo>
                      <a:pt x="724790" y="0"/>
                    </a:moveTo>
                    <a:lnTo>
                      <a:pt x="724790" y="156067"/>
                    </a:lnTo>
                    <a:cubicBezTo>
                      <a:pt x="724790" y="327315"/>
                      <a:pt x="724790" y="516278"/>
                      <a:pt x="724790" y="724788"/>
                    </a:cubicBezTo>
                    <a:cubicBezTo>
                      <a:pt x="724790" y="724788"/>
                      <a:pt x="724790" y="724788"/>
                      <a:pt x="15458" y="724788"/>
                    </a:cubicBezTo>
                    <a:lnTo>
                      <a:pt x="0" y="724788"/>
                    </a:lnTo>
                    <a:lnTo>
                      <a:pt x="2239" y="680444"/>
                    </a:lnTo>
                    <a:cubicBezTo>
                      <a:pt x="38555" y="322845"/>
                      <a:pt x="322845" y="38555"/>
                      <a:pt x="680443" y="2239"/>
                    </a:cubicBezTo>
                    <a:close/>
                  </a:path>
                </a:pathLst>
              </a:custGeom>
              <a:solidFill>
                <a:srgbClr val="B9C5D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en-US" dirty="0">
                  <a:solidFill>
                    <a:srgbClr val="FF0000"/>
                  </a:solidFill>
                  <a:latin typeface="Calibri Light"/>
                  <a:ea typeface="方正细谭黑简体"/>
                  <a:sym typeface="Calibri Light"/>
                </a:endParaRP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1B9A2D77-41B1-4975-9168-84BD9177647F}"/>
                </a:ext>
              </a:extLst>
            </p:cNvPr>
            <p:cNvGrpSpPr/>
            <p:nvPr/>
          </p:nvGrpSpPr>
          <p:grpSpPr>
            <a:xfrm>
              <a:off x="6115566" y="2714809"/>
              <a:ext cx="2235843" cy="1049149"/>
              <a:chOff x="6115566" y="2714809"/>
              <a:chExt cx="2235843" cy="1049149"/>
            </a:xfrm>
            <a:solidFill>
              <a:srgbClr val="247484"/>
            </a:solidFill>
          </p:grpSpPr>
          <p:sp>
            <p:nvSpPr>
              <p:cNvPr id="49" name="Freeform 24">
                <a:extLst>
                  <a:ext uri="{FF2B5EF4-FFF2-40B4-BE49-F238E27FC236}">
                    <a16:creationId xmlns:a16="http://schemas.microsoft.com/office/drawing/2014/main" id="{744F3805-043D-4238-96CF-BB92B6AA2777}"/>
                  </a:ext>
                </a:extLst>
              </p:cNvPr>
              <p:cNvSpPr/>
              <p:nvPr/>
            </p:nvSpPr>
            <p:spPr bwMode="auto">
              <a:xfrm>
                <a:off x="6127290" y="2714809"/>
                <a:ext cx="2224119" cy="1049149"/>
              </a:xfrm>
              <a:custGeom>
                <a:avLst/>
                <a:gdLst>
                  <a:gd name="connsiteX0" fmla="*/ 0 w 2224119"/>
                  <a:gd name="connsiteY0" fmla="*/ 0 h 1049149"/>
                  <a:gd name="connsiteX1" fmla="*/ 1219678 w 2224119"/>
                  <a:gd name="connsiteY1" fmla="*/ 0 h 1049149"/>
                  <a:gd name="connsiteX2" fmla="*/ 1381106 w 2224119"/>
                  <a:gd name="connsiteY2" fmla="*/ 62770 h 1049149"/>
                  <a:gd name="connsiteX3" fmla="*/ 2224119 w 2224119"/>
                  <a:gd name="connsiteY3" fmla="*/ 1049149 h 1049149"/>
                  <a:gd name="connsiteX4" fmla="*/ 1031153 w 2224119"/>
                  <a:gd name="connsiteY4" fmla="*/ 1049149 h 1049149"/>
                  <a:gd name="connsiteX5" fmla="*/ 780757 w 2224119"/>
                  <a:gd name="connsiteY5" fmla="*/ 1049149 h 1049149"/>
                  <a:gd name="connsiteX6" fmla="*/ 780757 w 2224119"/>
                  <a:gd name="connsiteY6" fmla="*/ 1049145 h 1049149"/>
                  <a:gd name="connsiteX7" fmla="*/ 0 w 2224119"/>
                  <a:gd name="connsiteY7" fmla="*/ 268388 h 1049149"/>
                  <a:gd name="connsiteX8" fmla="*/ 0 w 2224119"/>
                  <a:gd name="connsiteY8" fmla="*/ 184677 h 1049149"/>
                  <a:gd name="connsiteX9" fmla="*/ 0 w 2224119"/>
                  <a:gd name="connsiteY9" fmla="*/ 0 h 1049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24119" h="1049149">
                    <a:moveTo>
                      <a:pt x="0" y="0"/>
                    </a:moveTo>
                    <a:cubicBezTo>
                      <a:pt x="0" y="0"/>
                      <a:pt x="1121028" y="0"/>
                      <a:pt x="1219678" y="0"/>
                    </a:cubicBezTo>
                    <a:cubicBezTo>
                      <a:pt x="1318329" y="0"/>
                      <a:pt x="1381106" y="62770"/>
                      <a:pt x="1381106" y="62770"/>
                    </a:cubicBezTo>
                    <a:cubicBezTo>
                      <a:pt x="1381106" y="62770"/>
                      <a:pt x="1381106" y="62770"/>
                      <a:pt x="2224119" y="1049149"/>
                    </a:cubicBezTo>
                    <a:cubicBezTo>
                      <a:pt x="2224119" y="1049149"/>
                      <a:pt x="2224119" y="1049149"/>
                      <a:pt x="1031153" y="1049149"/>
                    </a:cubicBezTo>
                    <a:lnTo>
                      <a:pt x="780757" y="1049149"/>
                    </a:lnTo>
                    <a:lnTo>
                      <a:pt x="780757" y="1049145"/>
                    </a:lnTo>
                    <a:cubicBezTo>
                      <a:pt x="780757" y="617945"/>
                      <a:pt x="431200" y="268388"/>
                      <a:pt x="0" y="268388"/>
                    </a:cubicBezTo>
                    <a:lnTo>
                      <a:pt x="0" y="184677"/>
                    </a:lnTo>
                    <a:cubicBezTo>
                      <a:pt x="0" y="127045"/>
                      <a:pt x="0" y="65572"/>
                      <a:pt x="0" y="0"/>
                    </a:cubicBezTo>
                    <a:close/>
                  </a:path>
                </a:pathLst>
              </a:custGeom>
              <a:solidFill>
                <a:srgbClr val="B9C5D2"/>
              </a:solidFill>
              <a:ln>
                <a:noFill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en-US" dirty="0">
                  <a:solidFill>
                    <a:srgbClr val="FF0000"/>
                  </a:solidFill>
                  <a:latin typeface="Calibri Light"/>
                  <a:ea typeface="方正细谭黑简体"/>
                  <a:sym typeface="Calibri Light"/>
                </a:endParaRPr>
              </a:p>
            </p:txBody>
          </p:sp>
          <p:sp>
            <p:nvSpPr>
              <p:cNvPr id="50" name="Freeform 43">
                <a:extLst>
                  <a:ext uri="{FF2B5EF4-FFF2-40B4-BE49-F238E27FC236}">
                    <a16:creationId xmlns:a16="http://schemas.microsoft.com/office/drawing/2014/main" id="{C16CA526-2D0B-41CF-A502-9F0A28FBCE0F}"/>
                  </a:ext>
                </a:extLst>
              </p:cNvPr>
              <p:cNvSpPr/>
              <p:nvPr/>
            </p:nvSpPr>
            <p:spPr bwMode="auto">
              <a:xfrm rot="5400000">
                <a:off x="6115565" y="3039169"/>
                <a:ext cx="724790" cy="724788"/>
              </a:xfrm>
              <a:custGeom>
                <a:avLst/>
                <a:gdLst>
                  <a:gd name="connsiteX0" fmla="*/ 724790 w 724790"/>
                  <a:gd name="connsiteY0" fmla="*/ 0 h 724788"/>
                  <a:gd name="connsiteX1" fmla="*/ 724790 w 724790"/>
                  <a:gd name="connsiteY1" fmla="*/ 156067 h 724788"/>
                  <a:gd name="connsiteX2" fmla="*/ 724790 w 724790"/>
                  <a:gd name="connsiteY2" fmla="*/ 724788 h 724788"/>
                  <a:gd name="connsiteX3" fmla="*/ 15458 w 724790"/>
                  <a:gd name="connsiteY3" fmla="*/ 724788 h 724788"/>
                  <a:gd name="connsiteX4" fmla="*/ 0 w 724790"/>
                  <a:gd name="connsiteY4" fmla="*/ 724788 h 724788"/>
                  <a:gd name="connsiteX5" fmla="*/ 2239 w 724790"/>
                  <a:gd name="connsiteY5" fmla="*/ 680444 h 724788"/>
                  <a:gd name="connsiteX6" fmla="*/ 680443 w 724790"/>
                  <a:gd name="connsiteY6" fmla="*/ 2239 h 72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4790" h="724788">
                    <a:moveTo>
                      <a:pt x="724790" y="0"/>
                    </a:moveTo>
                    <a:lnTo>
                      <a:pt x="724790" y="156067"/>
                    </a:lnTo>
                    <a:cubicBezTo>
                      <a:pt x="724790" y="327315"/>
                      <a:pt x="724790" y="516278"/>
                      <a:pt x="724790" y="724788"/>
                    </a:cubicBezTo>
                    <a:cubicBezTo>
                      <a:pt x="724790" y="724788"/>
                      <a:pt x="724790" y="724788"/>
                      <a:pt x="15458" y="724788"/>
                    </a:cubicBezTo>
                    <a:lnTo>
                      <a:pt x="0" y="724788"/>
                    </a:lnTo>
                    <a:lnTo>
                      <a:pt x="2239" y="680444"/>
                    </a:lnTo>
                    <a:cubicBezTo>
                      <a:pt x="38555" y="322845"/>
                      <a:pt x="322845" y="38555"/>
                      <a:pt x="680443" y="2239"/>
                    </a:cubicBezTo>
                    <a:close/>
                  </a:path>
                </a:pathLst>
              </a:custGeom>
              <a:solidFill>
                <a:srgbClr val="80A0BA"/>
              </a:solidFill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en-US" dirty="0">
                  <a:solidFill>
                    <a:srgbClr val="FF0000"/>
                  </a:solidFill>
                  <a:latin typeface="Calibri Light"/>
                  <a:ea typeface="方正细谭黑简体"/>
                  <a:sym typeface="Calibri Light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508BF515-03B9-48C8-A344-B96C30D1F6CB}"/>
                </a:ext>
              </a:extLst>
            </p:cNvPr>
            <p:cNvGrpSpPr/>
            <p:nvPr/>
          </p:nvGrpSpPr>
          <p:grpSpPr>
            <a:xfrm>
              <a:off x="6127288" y="3826272"/>
              <a:ext cx="1049151" cy="2227103"/>
              <a:chOff x="6127288" y="3826272"/>
              <a:chExt cx="1049151" cy="2227103"/>
            </a:xfrm>
            <a:solidFill>
              <a:schemeClr val="accent1"/>
            </a:solidFill>
          </p:grpSpPr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9F6BA287-BFE8-430B-8E57-DBC2C2D766A7}"/>
                  </a:ext>
                </a:extLst>
              </p:cNvPr>
              <p:cNvSpPr/>
              <p:nvPr/>
            </p:nvSpPr>
            <p:spPr bwMode="auto">
              <a:xfrm>
                <a:off x="6127290" y="3829258"/>
                <a:ext cx="1049149" cy="2224117"/>
              </a:xfrm>
              <a:custGeom>
                <a:avLst/>
                <a:gdLst>
                  <a:gd name="connsiteX0" fmla="*/ 780757 w 1049149"/>
                  <a:gd name="connsiteY0" fmla="*/ 0 h 2224117"/>
                  <a:gd name="connsiteX1" fmla="*/ 864472 w 1049149"/>
                  <a:gd name="connsiteY1" fmla="*/ 0 h 2224117"/>
                  <a:gd name="connsiteX2" fmla="*/ 1049149 w 1049149"/>
                  <a:gd name="connsiteY2" fmla="*/ 0 h 2224117"/>
                  <a:gd name="connsiteX3" fmla="*/ 1049149 w 1049149"/>
                  <a:gd name="connsiteY3" fmla="*/ 1228645 h 2224117"/>
                  <a:gd name="connsiteX4" fmla="*/ 986379 w 1049149"/>
                  <a:gd name="connsiteY4" fmla="*/ 1381105 h 2224117"/>
                  <a:gd name="connsiteX5" fmla="*/ 0 w 1049149"/>
                  <a:gd name="connsiteY5" fmla="*/ 2224117 h 2224117"/>
                  <a:gd name="connsiteX6" fmla="*/ 0 w 1049149"/>
                  <a:gd name="connsiteY6" fmla="*/ 1031152 h 2224117"/>
                  <a:gd name="connsiteX7" fmla="*/ 0 w 1049149"/>
                  <a:gd name="connsiteY7" fmla="*/ 780754 h 2224117"/>
                  <a:gd name="connsiteX8" fmla="*/ 776726 w 1049149"/>
                  <a:gd name="connsiteY8" fmla="*/ 79825 h 2224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9149" h="2224117">
                    <a:moveTo>
                      <a:pt x="780757" y="0"/>
                    </a:moveTo>
                    <a:lnTo>
                      <a:pt x="864472" y="0"/>
                    </a:lnTo>
                    <a:cubicBezTo>
                      <a:pt x="922104" y="0"/>
                      <a:pt x="983577" y="0"/>
                      <a:pt x="1049149" y="0"/>
                    </a:cubicBezTo>
                    <a:cubicBezTo>
                      <a:pt x="1049149" y="0"/>
                      <a:pt x="1049149" y="1129995"/>
                      <a:pt x="1049149" y="1228645"/>
                    </a:cubicBezTo>
                    <a:cubicBezTo>
                      <a:pt x="1049149" y="1327296"/>
                      <a:pt x="986379" y="1381105"/>
                      <a:pt x="986379" y="1381105"/>
                    </a:cubicBezTo>
                    <a:cubicBezTo>
                      <a:pt x="986379" y="1381105"/>
                      <a:pt x="986379" y="1381105"/>
                      <a:pt x="0" y="2224117"/>
                    </a:cubicBezTo>
                    <a:cubicBezTo>
                      <a:pt x="0" y="2224117"/>
                      <a:pt x="0" y="2224117"/>
                      <a:pt x="0" y="1031152"/>
                    </a:cubicBezTo>
                    <a:lnTo>
                      <a:pt x="0" y="780754"/>
                    </a:lnTo>
                    <a:cubicBezTo>
                      <a:pt x="404250" y="780754"/>
                      <a:pt x="736743" y="473526"/>
                      <a:pt x="776726" y="79825"/>
                    </a:cubicBezTo>
                    <a:close/>
                  </a:path>
                </a:pathLst>
              </a:custGeom>
              <a:solidFill>
                <a:srgbClr val="80A0BA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en-US" dirty="0">
                  <a:solidFill>
                    <a:srgbClr val="FF0000"/>
                  </a:solidFill>
                  <a:latin typeface="Calibri Light"/>
                  <a:ea typeface="方正细谭黑简体"/>
                  <a:sym typeface="Calibri Light"/>
                </a:endParaRPr>
              </a:p>
            </p:txBody>
          </p:sp>
          <p:sp>
            <p:nvSpPr>
              <p:cNvPr id="48" name="Freeform 44">
                <a:extLst>
                  <a:ext uri="{FF2B5EF4-FFF2-40B4-BE49-F238E27FC236}">
                    <a16:creationId xmlns:a16="http://schemas.microsoft.com/office/drawing/2014/main" id="{6372E565-ACC4-4BF5-A230-9A26BF7BEF13}"/>
                  </a:ext>
                </a:extLst>
              </p:cNvPr>
              <p:cNvSpPr/>
              <p:nvPr/>
            </p:nvSpPr>
            <p:spPr bwMode="auto">
              <a:xfrm rot="10800000">
                <a:off x="6127288" y="3826272"/>
                <a:ext cx="724790" cy="724788"/>
              </a:xfrm>
              <a:custGeom>
                <a:avLst/>
                <a:gdLst>
                  <a:gd name="connsiteX0" fmla="*/ 724790 w 724790"/>
                  <a:gd name="connsiteY0" fmla="*/ 0 h 724788"/>
                  <a:gd name="connsiteX1" fmla="*/ 724790 w 724790"/>
                  <a:gd name="connsiteY1" fmla="*/ 156067 h 724788"/>
                  <a:gd name="connsiteX2" fmla="*/ 724790 w 724790"/>
                  <a:gd name="connsiteY2" fmla="*/ 724788 h 724788"/>
                  <a:gd name="connsiteX3" fmla="*/ 15458 w 724790"/>
                  <a:gd name="connsiteY3" fmla="*/ 724788 h 724788"/>
                  <a:gd name="connsiteX4" fmla="*/ 0 w 724790"/>
                  <a:gd name="connsiteY4" fmla="*/ 724788 h 724788"/>
                  <a:gd name="connsiteX5" fmla="*/ 2239 w 724790"/>
                  <a:gd name="connsiteY5" fmla="*/ 680444 h 724788"/>
                  <a:gd name="connsiteX6" fmla="*/ 680443 w 724790"/>
                  <a:gd name="connsiteY6" fmla="*/ 2239 h 72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4790" h="724788">
                    <a:moveTo>
                      <a:pt x="724790" y="0"/>
                    </a:moveTo>
                    <a:lnTo>
                      <a:pt x="724790" y="156067"/>
                    </a:lnTo>
                    <a:cubicBezTo>
                      <a:pt x="724790" y="327315"/>
                      <a:pt x="724790" y="516278"/>
                      <a:pt x="724790" y="724788"/>
                    </a:cubicBezTo>
                    <a:cubicBezTo>
                      <a:pt x="724790" y="724788"/>
                      <a:pt x="724790" y="724788"/>
                      <a:pt x="15458" y="724788"/>
                    </a:cubicBezTo>
                    <a:lnTo>
                      <a:pt x="0" y="724788"/>
                    </a:lnTo>
                    <a:lnTo>
                      <a:pt x="2239" y="680444"/>
                    </a:lnTo>
                    <a:cubicBezTo>
                      <a:pt x="38555" y="322845"/>
                      <a:pt x="322845" y="38555"/>
                      <a:pt x="680443" y="2239"/>
                    </a:cubicBezTo>
                    <a:close/>
                  </a:path>
                </a:pathLst>
              </a:custGeom>
              <a:solidFill>
                <a:srgbClr val="B9C5D2"/>
              </a:solidFill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en-US" dirty="0">
                  <a:solidFill>
                    <a:srgbClr val="FF0000"/>
                  </a:solidFill>
                  <a:latin typeface="Calibri Light"/>
                  <a:ea typeface="方正细谭黑简体"/>
                  <a:sym typeface="Calibri Light"/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0DD5B35C-FD44-4843-8340-BB9C6A48539D}"/>
                </a:ext>
              </a:extLst>
            </p:cNvPr>
            <p:cNvGrpSpPr/>
            <p:nvPr/>
          </p:nvGrpSpPr>
          <p:grpSpPr>
            <a:xfrm>
              <a:off x="3840591" y="3826271"/>
              <a:ext cx="2224119" cy="1059879"/>
              <a:chOff x="3840591" y="3826271"/>
              <a:chExt cx="2224119" cy="1059879"/>
            </a:xfrm>
            <a:solidFill>
              <a:srgbClr val="247484"/>
            </a:solidFill>
          </p:grpSpPr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BD2CA427-C7D2-4418-9C10-E33E6BBB04CD}"/>
                  </a:ext>
                </a:extLst>
              </p:cNvPr>
              <p:cNvSpPr/>
              <p:nvPr/>
            </p:nvSpPr>
            <p:spPr bwMode="auto">
              <a:xfrm>
                <a:off x="3840591" y="3829258"/>
                <a:ext cx="2224119" cy="1056892"/>
              </a:xfrm>
              <a:custGeom>
                <a:avLst/>
                <a:gdLst>
                  <a:gd name="connsiteX0" fmla="*/ 0 w 2224119"/>
                  <a:gd name="connsiteY0" fmla="*/ 0 h 1056892"/>
                  <a:gd name="connsiteX1" fmla="*/ 1192966 w 2224119"/>
                  <a:gd name="connsiteY1" fmla="*/ 0 h 1056892"/>
                  <a:gd name="connsiteX2" fmla="*/ 1443361 w 2224119"/>
                  <a:gd name="connsiteY2" fmla="*/ 0 h 1056892"/>
                  <a:gd name="connsiteX3" fmla="*/ 1459223 w 2224119"/>
                  <a:gd name="connsiteY3" fmla="*/ 157347 h 1056892"/>
                  <a:gd name="connsiteX4" fmla="*/ 2224117 w 2224119"/>
                  <a:gd name="connsiteY4" fmla="*/ 780754 h 1056892"/>
                  <a:gd name="connsiteX5" fmla="*/ 2224119 w 2224119"/>
                  <a:gd name="connsiteY5" fmla="*/ 780754 h 1056892"/>
                  <a:gd name="connsiteX6" fmla="*/ 2224119 w 2224119"/>
                  <a:gd name="connsiteY6" fmla="*/ 870852 h 1056892"/>
                  <a:gd name="connsiteX7" fmla="*/ 2224119 w 2224119"/>
                  <a:gd name="connsiteY7" fmla="*/ 1056892 h 1056892"/>
                  <a:gd name="connsiteX8" fmla="*/ 995473 w 2224119"/>
                  <a:gd name="connsiteY8" fmla="*/ 1056892 h 1056892"/>
                  <a:gd name="connsiteX9" fmla="*/ 843013 w 2224119"/>
                  <a:gd name="connsiteY9" fmla="*/ 994195 h 1056892"/>
                  <a:gd name="connsiteX10" fmla="*/ 0 w 2224119"/>
                  <a:gd name="connsiteY10" fmla="*/ 0 h 1056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24119" h="1056892">
                    <a:moveTo>
                      <a:pt x="0" y="0"/>
                    </a:moveTo>
                    <a:cubicBezTo>
                      <a:pt x="0" y="0"/>
                      <a:pt x="0" y="0"/>
                      <a:pt x="1192966" y="0"/>
                    </a:cubicBezTo>
                    <a:lnTo>
                      <a:pt x="1443361" y="0"/>
                    </a:lnTo>
                    <a:lnTo>
                      <a:pt x="1459223" y="157347"/>
                    </a:lnTo>
                    <a:cubicBezTo>
                      <a:pt x="1532025" y="513124"/>
                      <a:pt x="1846817" y="780754"/>
                      <a:pt x="2224117" y="780754"/>
                    </a:cubicBezTo>
                    <a:lnTo>
                      <a:pt x="2224119" y="780754"/>
                    </a:lnTo>
                    <a:lnTo>
                      <a:pt x="2224119" y="870852"/>
                    </a:lnTo>
                    <a:cubicBezTo>
                      <a:pt x="2224119" y="928909"/>
                      <a:pt x="2224119" y="990836"/>
                      <a:pt x="2224119" y="1056892"/>
                    </a:cubicBezTo>
                    <a:cubicBezTo>
                      <a:pt x="2224119" y="1056892"/>
                      <a:pt x="1094123" y="1056892"/>
                      <a:pt x="995473" y="1056892"/>
                    </a:cubicBezTo>
                    <a:cubicBezTo>
                      <a:pt x="896822" y="1056892"/>
                      <a:pt x="843013" y="994195"/>
                      <a:pt x="843013" y="994195"/>
                    </a:cubicBezTo>
                    <a:cubicBezTo>
                      <a:pt x="843013" y="994195"/>
                      <a:pt x="843013" y="994195"/>
                      <a:pt x="0" y="0"/>
                    </a:cubicBezTo>
                    <a:close/>
                  </a:path>
                </a:pathLst>
              </a:custGeom>
              <a:solidFill>
                <a:srgbClr val="B9C5D2"/>
              </a:solidFill>
              <a:ln>
                <a:noFill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en-US" dirty="0">
                  <a:solidFill>
                    <a:srgbClr val="FF0000"/>
                  </a:solidFill>
                  <a:latin typeface="Calibri Light"/>
                  <a:ea typeface="方正细谭黑简体"/>
                  <a:sym typeface="Calibri Light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137B1653-1112-45AB-9993-ACF190254060}"/>
                  </a:ext>
                </a:extLst>
              </p:cNvPr>
              <p:cNvSpPr/>
              <p:nvPr/>
            </p:nvSpPr>
            <p:spPr bwMode="auto">
              <a:xfrm rot="10800000" flipH="1">
                <a:off x="5335819" y="3826271"/>
                <a:ext cx="724790" cy="724788"/>
              </a:xfrm>
              <a:custGeom>
                <a:avLst/>
                <a:gdLst>
                  <a:gd name="connsiteX0" fmla="*/ 724790 w 724790"/>
                  <a:gd name="connsiteY0" fmla="*/ 0 h 724788"/>
                  <a:gd name="connsiteX1" fmla="*/ 724790 w 724790"/>
                  <a:gd name="connsiteY1" fmla="*/ 156067 h 724788"/>
                  <a:gd name="connsiteX2" fmla="*/ 724790 w 724790"/>
                  <a:gd name="connsiteY2" fmla="*/ 724788 h 724788"/>
                  <a:gd name="connsiteX3" fmla="*/ 15458 w 724790"/>
                  <a:gd name="connsiteY3" fmla="*/ 724788 h 724788"/>
                  <a:gd name="connsiteX4" fmla="*/ 0 w 724790"/>
                  <a:gd name="connsiteY4" fmla="*/ 724788 h 724788"/>
                  <a:gd name="connsiteX5" fmla="*/ 2239 w 724790"/>
                  <a:gd name="connsiteY5" fmla="*/ 680444 h 724788"/>
                  <a:gd name="connsiteX6" fmla="*/ 680443 w 724790"/>
                  <a:gd name="connsiteY6" fmla="*/ 2239 h 72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4790" h="724788">
                    <a:moveTo>
                      <a:pt x="724790" y="0"/>
                    </a:moveTo>
                    <a:lnTo>
                      <a:pt x="724790" y="156067"/>
                    </a:lnTo>
                    <a:cubicBezTo>
                      <a:pt x="724790" y="327315"/>
                      <a:pt x="724790" y="516278"/>
                      <a:pt x="724790" y="724788"/>
                    </a:cubicBezTo>
                    <a:cubicBezTo>
                      <a:pt x="724790" y="724788"/>
                      <a:pt x="724790" y="724788"/>
                      <a:pt x="15458" y="724788"/>
                    </a:cubicBezTo>
                    <a:lnTo>
                      <a:pt x="0" y="724788"/>
                    </a:lnTo>
                    <a:lnTo>
                      <a:pt x="2239" y="680444"/>
                    </a:lnTo>
                    <a:cubicBezTo>
                      <a:pt x="38555" y="322845"/>
                      <a:pt x="322845" y="38555"/>
                      <a:pt x="680443" y="2239"/>
                    </a:cubicBezTo>
                    <a:close/>
                  </a:path>
                </a:pathLst>
              </a:custGeom>
              <a:solidFill>
                <a:srgbClr val="80A0BA"/>
              </a:solidFill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en-US" dirty="0">
                  <a:solidFill>
                    <a:srgbClr val="FF0000"/>
                  </a:solidFill>
                  <a:latin typeface="Calibri Light"/>
                  <a:ea typeface="方正细谭黑简体"/>
                  <a:sym typeface="Calibri Ligh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8089894"/>
      </p:ext>
    </p:extLst>
  </p:cSld>
  <p:clrMapOvr>
    <a:masterClrMapping/>
  </p:clrMapOvr>
  <p:transition spd="slow" advClick="0" advTm="2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>
            <a:extLst>
              <a:ext uri="{FF2B5EF4-FFF2-40B4-BE49-F238E27FC236}">
                <a16:creationId xmlns:a16="http://schemas.microsoft.com/office/drawing/2014/main" id="{99B9AB97-5EF6-4FCF-95AF-F95ADF388F45}"/>
              </a:ext>
            </a:extLst>
          </p:cNvPr>
          <p:cNvPicPr>
            <a:picLocks noChangeAspect="1"/>
          </p:cNvPicPr>
          <p:nvPr/>
        </p:nvPicPr>
        <p:blipFill rotWithShape="1">
          <a:blip r:embed="R9d627112651a49e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89D0312-AA8C-4204-84A0-76194D101234}"/>
              </a:ext>
            </a:extLst>
          </p:cNvPr>
          <p:cNvGrpSpPr/>
          <p:nvPr/>
        </p:nvGrpSpPr>
        <p:grpSpPr>
          <a:xfrm>
            <a:off x="2259181" y="1580807"/>
            <a:ext cx="4166851" cy="4569514"/>
            <a:chOff x="2259181" y="1504607"/>
            <a:chExt cx="4166850" cy="4569514"/>
          </a:xfrm>
        </p:grpSpPr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278E1B80-196A-43F0-9C3C-8CB98183EABD}"/>
                </a:ext>
              </a:extLst>
            </p:cNvPr>
            <p:cNvSpPr txBox="1"/>
            <p:nvPr/>
          </p:nvSpPr>
          <p:spPr>
            <a:xfrm>
              <a:off x="2259182" y="1504607"/>
              <a:ext cx="1911463" cy="277999"/>
            </a:xfrm>
            <a:prstGeom prst="rect">
              <a:avLst/>
            </a:prstGeom>
            <a:noFill/>
          </p:spPr>
          <p:txBody>
            <a:bodyPr wrap="square" rIns="144000" rtlCol="0" anchor="t">
              <a:spAutoFit/>
            </a:bodyPr>
            <a:lstStyle/>
            <a:p>
              <a:pPr algn="r" defTabSz="457200"/>
              <a:r>
                <a:rPr lang="en-US" sz="1200" b="1" spc="50" dirty="0">
                  <a:latin typeface="Calibri Light"/>
                  <a:ea typeface="方正细谭黑简体"/>
                  <a:cs typeface="Open Sans"/>
                  <a:sym typeface="Calibri Light"/>
                </a:rPr>
                <a:t>BUSINESS</a:t>
              </a:r>
            </a:p>
          </p:txBody>
        </p:sp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30A83D81-DA71-465C-94B9-81861CDDC2D2}"/>
                </a:ext>
              </a:extLst>
            </p:cNvPr>
            <p:cNvSpPr txBox="1"/>
            <p:nvPr/>
          </p:nvSpPr>
          <p:spPr>
            <a:xfrm>
              <a:off x="2259181" y="1785672"/>
              <a:ext cx="1911466" cy="4247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When an unknown printer took a galley of type and scrambled it </a:t>
              </a:r>
            </a:p>
          </p:txBody>
        </p:sp>
        <p:sp>
          <p:nvSpPr>
            <p:cNvPr id="20" name="TextBox 8">
              <a:extLst>
                <a:ext uri="{FF2B5EF4-FFF2-40B4-BE49-F238E27FC236}">
                  <a16:creationId xmlns:a16="http://schemas.microsoft.com/office/drawing/2014/main" id="{A4374E6F-331D-4183-9291-66D4638AFDEA}"/>
                </a:ext>
              </a:extLst>
            </p:cNvPr>
            <p:cNvSpPr txBox="1"/>
            <p:nvPr/>
          </p:nvSpPr>
          <p:spPr>
            <a:xfrm>
              <a:off x="2259182" y="5368323"/>
              <a:ext cx="1911463" cy="277999"/>
            </a:xfrm>
            <a:prstGeom prst="rect">
              <a:avLst/>
            </a:prstGeom>
            <a:noFill/>
          </p:spPr>
          <p:txBody>
            <a:bodyPr wrap="square" rIns="144000" rtlCol="0" anchor="t">
              <a:spAutoFit/>
            </a:bodyPr>
            <a:lstStyle/>
            <a:p>
              <a:pPr algn="r" defTabSz="457200"/>
              <a:r>
                <a:rPr lang="en-US" sz="1200" b="1" spc="50" dirty="0">
                  <a:solidFill>
                    <a:srgbClr val="ABC0D1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MARKETING</a:t>
              </a:r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968C8CDA-CA97-4339-A790-46A6D2167C01}"/>
                </a:ext>
              </a:extLst>
            </p:cNvPr>
            <p:cNvSpPr txBox="1"/>
            <p:nvPr/>
          </p:nvSpPr>
          <p:spPr>
            <a:xfrm>
              <a:off x="2259181" y="5649389"/>
              <a:ext cx="1911466" cy="4247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It is a long established fact that a reader will be by the readable</a:t>
              </a:r>
            </a:p>
          </p:txBody>
        </p:sp>
        <p:sp>
          <p:nvSpPr>
            <p:cNvPr id="27" name="Block Arc 17">
              <a:extLst>
                <a:ext uri="{FF2B5EF4-FFF2-40B4-BE49-F238E27FC236}">
                  <a16:creationId xmlns:a16="http://schemas.microsoft.com/office/drawing/2014/main" id="{D2D9E11F-DBAF-4776-8935-90A259F1F974}"/>
                </a:ext>
              </a:extLst>
            </p:cNvPr>
            <p:cNvSpPr/>
            <p:nvPr/>
          </p:nvSpPr>
          <p:spPr>
            <a:xfrm>
              <a:off x="3781176" y="2264198"/>
              <a:ext cx="2644855" cy="2644856"/>
            </a:xfrm>
            <a:prstGeom prst="blockArc">
              <a:avLst/>
            </a:prstGeom>
            <a:solidFill>
              <a:srgbClr val="ABC0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8" name="Block Arc 18">
              <a:extLst>
                <a:ext uri="{FF2B5EF4-FFF2-40B4-BE49-F238E27FC236}">
                  <a16:creationId xmlns:a16="http://schemas.microsoft.com/office/drawing/2014/main" id="{DA163BDA-A785-4258-A215-E3EE3202E9F1}"/>
                </a:ext>
              </a:extLst>
            </p:cNvPr>
            <p:cNvSpPr/>
            <p:nvPr/>
          </p:nvSpPr>
          <p:spPr>
            <a:xfrm flipV="1">
              <a:off x="3781176" y="2264198"/>
              <a:ext cx="2644855" cy="2644856"/>
            </a:xfrm>
            <a:prstGeom prst="blockArc">
              <a:avLst/>
            </a:prstGeom>
            <a:solidFill>
              <a:srgbClr val="C5CDD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30" name="TextBox 20">
              <a:extLst>
                <a:ext uri="{FF2B5EF4-FFF2-40B4-BE49-F238E27FC236}">
                  <a16:creationId xmlns:a16="http://schemas.microsoft.com/office/drawing/2014/main" id="{432189BB-CE27-4878-BD12-EF0581BD0038}"/>
                </a:ext>
              </a:extLst>
            </p:cNvPr>
            <p:cNvSpPr txBox="1"/>
            <p:nvPr/>
          </p:nvSpPr>
          <p:spPr>
            <a:xfrm>
              <a:off x="3851515" y="3202617"/>
              <a:ext cx="489421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/>
              <a:r>
                <a:rPr lang="en-US" b="1" spc="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01</a:t>
              </a:r>
              <a:endParaRPr lang="th-TH" b="1" spc="50" dirty="0">
                <a:solidFill>
                  <a:prstClr val="white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5D06FDFC-09EA-42BD-B399-43EDA70D4321}"/>
                </a:ext>
              </a:extLst>
            </p:cNvPr>
            <p:cNvSpPr txBox="1"/>
            <p:nvPr/>
          </p:nvSpPr>
          <p:spPr>
            <a:xfrm>
              <a:off x="3851515" y="3615773"/>
              <a:ext cx="489421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457200"/>
              <a:r>
                <a:rPr lang="en-US" b="1" spc="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02</a:t>
              </a:r>
              <a:endParaRPr lang="th-TH" b="1" spc="50" dirty="0">
                <a:solidFill>
                  <a:prstClr val="white"/>
                </a:solidFill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34" name="Oval 24">
              <a:extLst>
                <a:ext uri="{FF2B5EF4-FFF2-40B4-BE49-F238E27FC236}">
                  <a16:creationId xmlns:a16="http://schemas.microsoft.com/office/drawing/2014/main" id="{C432764E-EFDB-4460-9EE9-2CCB7CF96F89}"/>
                </a:ext>
              </a:extLst>
            </p:cNvPr>
            <p:cNvSpPr/>
            <p:nvPr/>
          </p:nvSpPr>
          <p:spPr>
            <a:xfrm>
              <a:off x="4782348" y="1999733"/>
              <a:ext cx="642508" cy="642508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ABC0D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35" name="Oval 25">
              <a:extLst>
                <a:ext uri="{FF2B5EF4-FFF2-40B4-BE49-F238E27FC236}">
                  <a16:creationId xmlns:a16="http://schemas.microsoft.com/office/drawing/2014/main" id="{57B84BFB-CE00-4109-BA8E-295F6321B2A5}"/>
                </a:ext>
              </a:extLst>
            </p:cNvPr>
            <p:cNvSpPr/>
            <p:nvPr/>
          </p:nvSpPr>
          <p:spPr>
            <a:xfrm>
              <a:off x="4782348" y="4516497"/>
              <a:ext cx="642508" cy="642508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C5CDD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800" b="0" i="0" u="none" strike="noStrike" kern="0" cap="none" spc="0" normalizeH="0" baseline="0" noProof="0">
                <a:ln>
                  <a:noFill/>
                </a:ln>
                <a:solidFill>
                  <a:srgbClr val="ABC0D1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cxnSp>
          <p:nvCxnSpPr>
            <p:cNvPr id="38" name="Elbow Connector 28">
              <a:extLst>
                <a:ext uri="{FF2B5EF4-FFF2-40B4-BE49-F238E27FC236}">
                  <a16:creationId xmlns:a16="http://schemas.microsoft.com/office/drawing/2014/main" id="{52678BD8-7794-4578-921B-7518997B67D8}"/>
                </a:ext>
              </a:extLst>
            </p:cNvPr>
            <p:cNvCxnSpPr>
              <a:endCxn id="11" idx="3"/>
            </p:cNvCxnSpPr>
            <p:nvPr/>
          </p:nvCxnSpPr>
          <p:spPr>
            <a:xfrm rot="16200000" flipV="1">
              <a:off x="4473573" y="1340676"/>
              <a:ext cx="327100" cy="932958"/>
            </a:xfrm>
            <a:prstGeom prst="bentConnector2">
              <a:avLst/>
            </a:prstGeom>
            <a:noFill/>
            <a:ln w="19050" cap="flat" cmpd="sng" algn="ctr">
              <a:solidFill>
                <a:srgbClr val="ABC0D1"/>
              </a:solidFill>
              <a:prstDash val="sysDot"/>
              <a:miter lim="800000"/>
              <a:headEnd type="oval" w="sm" len="sm"/>
              <a:tailEnd type="oval" w="med" len="med"/>
            </a:ln>
            <a:effectLst/>
          </p:spPr>
        </p:cxnSp>
        <p:cxnSp>
          <p:nvCxnSpPr>
            <p:cNvPr id="40" name="Elbow Connector 30">
              <a:extLst>
                <a:ext uri="{FF2B5EF4-FFF2-40B4-BE49-F238E27FC236}">
                  <a16:creationId xmlns:a16="http://schemas.microsoft.com/office/drawing/2014/main" id="{50253797-8858-4219-A17D-823F9BECDC0A}"/>
                </a:ext>
              </a:extLst>
            </p:cNvPr>
            <p:cNvCxnSpPr>
              <a:endCxn id="20" idx="3"/>
            </p:cNvCxnSpPr>
            <p:nvPr/>
          </p:nvCxnSpPr>
          <p:spPr>
            <a:xfrm rot="5400000">
              <a:off x="4477479" y="4881198"/>
              <a:ext cx="319288" cy="932958"/>
            </a:xfrm>
            <a:prstGeom prst="bentConnector2">
              <a:avLst/>
            </a:prstGeom>
            <a:noFill/>
            <a:ln w="19050" cap="flat" cmpd="sng" algn="ctr">
              <a:solidFill>
                <a:srgbClr val="C5CDD8"/>
              </a:solidFill>
              <a:prstDash val="sysDot"/>
              <a:miter lim="800000"/>
              <a:headEnd type="oval" w="sm" len="sm"/>
              <a:tailEnd type="oval" w="med" len="med"/>
            </a:ln>
            <a:effectLst/>
          </p:spPr>
        </p:cxnSp>
        <p:pic>
          <p:nvPicPr>
            <p:cNvPr id="5" name="图形 4" descr="齿轮">
              <a:extLst>
                <a:ext uri="{FF2B5EF4-FFF2-40B4-BE49-F238E27FC236}">
                  <a16:creationId xmlns:a16="http://schemas.microsoft.com/office/drawing/2014/main" id="{83FD38D0-326A-42E7-8688-395AE2A4882D}"/>
                </a:ext>
              </a:extLst>
            </p:cNvPr>
            <p:cNvPicPr>
              <a:picLocks noChangeAspect="1"/>
            </p:cNvPicPr>
            <p:nvPr/>
          </p:nvPicPr>
          <p:blipFill>
            <a:blip r:embed="R6f137c8ebb80488a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58892" y="2109703"/>
              <a:ext cx="489421" cy="489421"/>
            </a:xfrm>
            <a:prstGeom prst="rect">
              <a:avLst/>
            </a:prstGeom>
          </p:spPr>
        </p:pic>
        <p:pic>
          <p:nvPicPr>
            <p:cNvPr id="47" name="图形 46" descr="齿轮">
              <a:extLst>
                <a:ext uri="{FF2B5EF4-FFF2-40B4-BE49-F238E27FC236}">
                  <a16:creationId xmlns:a16="http://schemas.microsoft.com/office/drawing/2014/main" id="{A1C68BEF-861C-4F98-8F5B-D04EEBC2E925}"/>
                </a:ext>
              </a:extLst>
            </p:cNvPr>
            <p:cNvPicPr>
              <a:picLocks noChangeAspect="1"/>
            </p:cNvPicPr>
            <p:nvPr/>
          </p:nvPicPr>
          <p:blipFill>
            <a:blip r:embed="R902fe2bbabfb46b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58892" y="4649267"/>
              <a:ext cx="489421" cy="489421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CDE5F99-B2A7-4638-B130-F168F73E288F}"/>
              </a:ext>
            </a:extLst>
          </p:cNvPr>
          <p:cNvGrpSpPr/>
          <p:nvPr/>
        </p:nvGrpSpPr>
        <p:grpSpPr>
          <a:xfrm>
            <a:off x="5765973" y="1580805"/>
            <a:ext cx="4326740" cy="4569515"/>
            <a:chOff x="5765972" y="1504604"/>
            <a:chExt cx="4326740" cy="4569515"/>
          </a:xfrm>
        </p:grpSpPr>
        <p:sp>
          <p:nvSpPr>
            <p:cNvPr id="29" name="Block Arc 19">
              <a:extLst>
                <a:ext uri="{FF2B5EF4-FFF2-40B4-BE49-F238E27FC236}">
                  <a16:creationId xmlns:a16="http://schemas.microsoft.com/office/drawing/2014/main" id="{692AFC33-49F8-474B-94AF-F2F327940602}"/>
                </a:ext>
              </a:extLst>
            </p:cNvPr>
            <p:cNvSpPr/>
            <p:nvPr/>
          </p:nvSpPr>
          <p:spPr>
            <a:xfrm flipV="1">
              <a:off x="5765972" y="2264198"/>
              <a:ext cx="2644855" cy="2644856"/>
            </a:xfrm>
            <a:prstGeom prst="blockArc">
              <a:avLst/>
            </a:prstGeom>
            <a:solidFill>
              <a:srgbClr val="ABC0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6D79E19-183B-4D6B-8D82-1D25FFAC3EE0}"/>
                </a:ext>
              </a:extLst>
            </p:cNvPr>
            <p:cNvGrpSpPr/>
            <p:nvPr/>
          </p:nvGrpSpPr>
          <p:grpSpPr>
            <a:xfrm>
              <a:off x="5765972" y="1504604"/>
              <a:ext cx="4326740" cy="4569515"/>
              <a:chOff x="5765972" y="1504604"/>
              <a:chExt cx="4326740" cy="4569515"/>
            </a:xfrm>
          </p:grpSpPr>
          <p:sp>
            <p:nvSpPr>
              <p:cNvPr id="26" name="Block Arc 16">
                <a:extLst>
                  <a:ext uri="{FF2B5EF4-FFF2-40B4-BE49-F238E27FC236}">
                    <a16:creationId xmlns:a16="http://schemas.microsoft.com/office/drawing/2014/main" id="{25D17C80-A689-4D74-AB07-DF343C656DA7}"/>
                  </a:ext>
                </a:extLst>
              </p:cNvPr>
              <p:cNvSpPr/>
              <p:nvPr/>
            </p:nvSpPr>
            <p:spPr>
              <a:xfrm>
                <a:off x="5765972" y="2264198"/>
                <a:ext cx="2644855" cy="2644856"/>
              </a:xfrm>
              <a:prstGeom prst="blockArc">
                <a:avLst/>
              </a:prstGeom>
              <a:solidFill>
                <a:srgbClr val="C5CDD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th-TH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方正细谭黑简体"/>
                  <a:sym typeface="Calibri Light"/>
                </a:endParaRPr>
              </a:p>
            </p:txBody>
          </p: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DC1347EA-6AFE-4E36-8DD6-8D5C40CBE70D}"/>
                  </a:ext>
                </a:extLst>
              </p:cNvPr>
              <p:cNvGrpSpPr/>
              <p:nvPr/>
            </p:nvGrpSpPr>
            <p:grpSpPr>
              <a:xfrm>
                <a:off x="6767659" y="1504604"/>
                <a:ext cx="3325053" cy="4569515"/>
                <a:chOff x="6767659" y="1504604"/>
                <a:chExt cx="3325053" cy="4569515"/>
              </a:xfrm>
            </p:grpSpPr>
            <p:sp>
              <p:nvSpPr>
                <p:cNvPr id="22" name="TextBox 11">
                  <a:extLst>
                    <a:ext uri="{FF2B5EF4-FFF2-40B4-BE49-F238E27FC236}">
                      <a16:creationId xmlns:a16="http://schemas.microsoft.com/office/drawing/2014/main" id="{5ED65FB8-65B6-4A4A-879C-46946F358F02}"/>
                    </a:ext>
                  </a:extLst>
                </p:cNvPr>
                <p:cNvSpPr txBox="1"/>
                <p:nvPr/>
              </p:nvSpPr>
              <p:spPr>
                <a:xfrm>
                  <a:off x="8021354" y="1504604"/>
                  <a:ext cx="1911463" cy="277999"/>
                </a:xfrm>
                <a:prstGeom prst="rect">
                  <a:avLst/>
                </a:prstGeom>
                <a:noFill/>
              </p:spPr>
              <p:txBody>
                <a:bodyPr wrap="square" lIns="144000" rtlCol="0" anchor="t">
                  <a:spAutoFit/>
                </a:bodyPr>
                <a:lstStyle/>
                <a:p>
                  <a:pPr defTabSz="457200"/>
                  <a:r>
                    <a:rPr lang="en-US" sz="1200" b="1" spc="50" dirty="0"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PRESENTATION</a:t>
                  </a:r>
                </a:p>
              </p:txBody>
            </p:sp>
            <p:sp>
              <p:nvSpPr>
                <p:cNvPr id="23" name="TextBox 12">
                  <a:extLst>
                    <a:ext uri="{FF2B5EF4-FFF2-40B4-BE49-F238E27FC236}">
                      <a16:creationId xmlns:a16="http://schemas.microsoft.com/office/drawing/2014/main" id="{CE0084F0-D2D8-4AB1-81D9-274F3583C5B4}"/>
                    </a:ext>
                  </a:extLst>
                </p:cNvPr>
                <p:cNvSpPr txBox="1"/>
                <p:nvPr/>
              </p:nvSpPr>
              <p:spPr>
                <a:xfrm>
                  <a:off x="8021354" y="1785671"/>
                  <a:ext cx="2071358" cy="424732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defTabSz="457200">
                    <a:lnSpc>
                      <a:spcPct val="120000"/>
                    </a:lnSpc>
                    <a:spcBef>
                      <a:spcPts val="600"/>
                    </a:spcBef>
                  </a:pPr>
                  <a:r>
                    <a:rPr lang="en-US" sz="900" dirty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There are many </a:t>
                  </a:r>
                  <a:r>
                    <a:rPr lang="en-US" sz="900" dirty="0" err="1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variat</a:t>
                  </a:r>
                  <a:r>
                    <a:rPr lang="en-US" sz="900" dirty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 of passages of </a:t>
                  </a:r>
                  <a:r>
                    <a:rPr lang="en-US" sz="900" dirty="0" err="1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Lorem</a:t>
                  </a:r>
                  <a:r>
                    <a:rPr lang="en-US" sz="900" dirty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 </a:t>
                  </a:r>
                  <a:r>
                    <a:rPr lang="en-US" sz="900" dirty="0" err="1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Ipsum</a:t>
                  </a:r>
                  <a:r>
                    <a:rPr lang="en-US" sz="900" dirty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 available, but the</a:t>
                  </a:r>
                </a:p>
              </p:txBody>
            </p:sp>
            <p:sp>
              <p:nvSpPr>
                <p:cNvPr id="24" name="TextBox 14">
                  <a:extLst>
                    <a:ext uri="{FF2B5EF4-FFF2-40B4-BE49-F238E27FC236}">
                      <a16:creationId xmlns:a16="http://schemas.microsoft.com/office/drawing/2014/main" id="{995ED61C-0EBD-46E2-8931-D9850AF34762}"/>
                    </a:ext>
                  </a:extLst>
                </p:cNvPr>
                <p:cNvSpPr txBox="1"/>
                <p:nvPr/>
              </p:nvSpPr>
              <p:spPr>
                <a:xfrm>
                  <a:off x="8021354" y="5368320"/>
                  <a:ext cx="1911463" cy="277999"/>
                </a:xfrm>
                <a:prstGeom prst="rect">
                  <a:avLst/>
                </a:prstGeom>
                <a:noFill/>
              </p:spPr>
              <p:txBody>
                <a:bodyPr wrap="square" lIns="144000" rtlCol="0" anchor="t">
                  <a:spAutoFit/>
                </a:bodyPr>
                <a:lstStyle/>
                <a:p>
                  <a:pPr defTabSz="457200"/>
                  <a:r>
                    <a:rPr lang="en-US" sz="1200" b="1" spc="50" dirty="0">
                      <a:solidFill>
                        <a:srgbClr val="ABC0D1"/>
                      </a:solidFill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SURVEY TEAM</a:t>
                  </a:r>
                </a:p>
              </p:txBody>
            </p:sp>
            <p:sp>
              <p:nvSpPr>
                <p:cNvPr id="25" name="TextBox 15">
                  <a:extLst>
                    <a:ext uri="{FF2B5EF4-FFF2-40B4-BE49-F238E27FC236}">
                      <a16:creationId xmlns:a16="http://schemas.microsoft.com/office/drawing/2014/main" id="{852DD7D4-8866-4B5A-8451-7DD5227CBCDC}"/>
                    </a:ext>
                  </a:extLst>
                </p:cNvPr>
                <p:cNvSpPr txBox="1"/>
                <p:nvPr/>
              </p:nvSpPr>
              <p:spPr>
                <a:xfrm>
                  <a:off x="8021354" y="5649387"/>
                  <a:ext cx="2071358" cy="424732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defTabSz="457200">
                    <a:lnSpc>
                      <a:spcPct val="120000"/>
                    </a:lnSpc>
                    <a:spcBef>
                      <a:spcPts val="600"/>
                    </a:spcBef>
                  </a:pPr>
                  <a:r>
                    <a:rPr lang="en-US" sz="900" dirty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Centuries, but also the leap into electronic typesetting, remaining</a:t>
                  </a:r>
                </a:p>
              </p:txBody>
            </p:sp>
            <p:sp>
              <p:nvSpPr>
                <p:cNvPr id="32" name="TextBox 22">
                  <a:extLst>
                    <a:ext uri="{FF2B5EF4-FFF2-40B4-BE49-F238E27FC236}">
                      <a16:creationId xmlns:a16="http://schemas.microsoft.com/office/drawing/2014/main" id="{FA00966B-2F5E-49AB-95CF-048E33F7C1C3}"/>
                    </a:ext>
                  </a:extLst>
                </p:cNvPr>
                <p:cNvSpPr txBox="1"/>
                <p:nvPr/>
              </p:nvSpPr>
              <p:spPr>
                <a:xfrm>
                  <a:off x="7825808" y="3202617"/>
                  <a:ext cx="489421" cy="369332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defTabSz="457200"/>
                  <a:r>
                    <a:rPr lang="en-US" b="1" spc="50" dirty="0">
                      <a:solidFill>
                        <a:prstClr val="white"/>
                      </a:solidFill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03</a:t>
                  </a:r>
                  <a:endParaRPr lang="th-TH" b="1" spc="50" dirty="0">
                    <a:solidFill>
                      <a:prstClr val="white"/>
                    </a:solidFill>
                    <a:latin typeface="Calibri Light"/>
                    <a:ea typeface="方正细谭黑简体"/>
                    <a:sym typeface="Calibri Light"/>
                  </a:endParaRPr>
                </a:p>
              </p:txBody>
            </p:sp>
            <p:sp>
              <p:nvSpPr>
                <p:cNvPr id="33" name="TextBox 23">
                  <a:extLst>
                    <a:ext uri="{FF2B5EF4-FFF2-40B4-BE49-F238E27FC236}">
                      <a16:creationId xmlns:a16="http://schemas.microsoft.com/office/drawing/2014/main" id="{E890B6C4-B43B-4834-926B-B3C09776DF12}"/>
                    </a:ext>
                  </a:extLst>
                </p:cNvPr>
                <p:cNvSpPr txBox="1"/>
                <p:nvPr/>
              </p:nvSpPr>
              <p:spPr>
                <a:xfrm>
                  <a:off x="7825808" y="3615773"/>
                  <a:ext cx="489421" cy="369332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defTabSz="457200"/>
                  <a:r>
                    <a:rPr lang="en-US" b="1" spc="50" dirty="0">
                      <a:solidFill>
                        <a:prstClr val="white"/>
                      </a:solidFill>
                      <a:latin typeface="Calibri Light"/>
                      <a:ea typeface="方正细谭黑简体"/>
                      <a:cs typeface="Open Sans"/>
                      <a:sym typeface="Calibri Light"/>
                    </a:rPr>
                    <a:t>04</a:t>
                  </a:r>
                  <a:endParaRPr lang="th-TH" b="1" spc="50" dirty="0">
                    <a:solidFill>
                      <a:prstClr val="white"/>
                    </a:solidFill>
                    <a:latin typeface="Calibri Light"/>
                    <a:ea typeface="方正细谭黑简体"/>
                    <a:sym typeface="Calibri Light"/>
                  </a:endParaRPr>
                </a:p>
              </p:txBody>
            </p:sp>
            <p:sp>
              <p:nvSpPr>
                <p:cNvPr id="36" name="Oval 26">
                  <a:extLst>
                    <a:ext uri="{FF2B5EF4-FFF2-40B4-BE49-F238E27FC236}">
                      <a16:creationId xmlns:a16="http://schemas.microsoft.com/office/drawing/2014/main" id="{1B476B1F-1B86-4F8A-A51E-10B25550FF2A}"/>
                    </a:ext>
                  </a:extLst>
                </p:cNvPr>
                <p:cNvSpPr/>
                <p:nvPr/>
              </p:nvSpPr>
              <p:spPr>
                <a:xfrm>
                  <a:off x="6767659" y="1999733"/>
                  <a:ext cx="642508" cy="64250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rgbClr val="C5CDD8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th-TH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 Light"/>
                    <a:ea typeface="方正细谭黑简体"/>
                    <a:sym typeface="Calibri Light"/>
                  </a:endParaRPr>
                </a:p>
              </p:txBody>
            </p:sp>
            <p:sp>
              <p:nvSpPr>
                <p:cNvPr id="37" name="Oval 27">
                  <a:extLst>
                    <a:ext uri="{FF2B5EF4-FFF2-40B4-BE49-F238E27FC236}">
                      <a16:creationId xmlns:a16="http://schemas.microsoft.com/office/drawing/2014/main" id="{A5B10210-5EE9-42D7-B758-B7D3A801AD28}"/>
                    </a:ext>
                  </a:extLst>
                </p:cNvPr>
                <p:cNvSpPr/>
                <p:nvPr/>
              </p:nvSpPr>
              <p:spPr>
                <a:xfrm>
                  <a:off x="6767659" y="4516497"/>
                  <a:ext cx="642508" cy="64250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rgbClr val="ABC0D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th-TH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ABC0D1"/>
                    </a:solidFill>
                    <a:effectLst/>
                    <a:uLnTx/>
                    <a:uFillTx/>
                    <a:latin typeface="Calibri Light"/>
                    <a:ea typeface="方正细谭黑简体"/>
                    <a:sym typeface="Calibri Light"/>
                  </a:endParaRPr>
                </a:p>
              </p:txBody>
            </p:sp>
            <p:cxnSp>
              <p:nvCxnSpPr>
                <p:cNvPr id="39" name="Elbow Connector 29">
                  <a:extLst>
                    <a:ext uri="{FF2B5EF4-FFF2-40B4-BE49-F238E27FC236}">
                      <a16:creationId xmlns:a16="http://schemas.microsoft.com/office/drawing/2014/main" id="{F0D55DBC-5ED0-4616-84A5-BAB0CD34F949}"/>
                    </a:ext>
                  </a:extLst>
                </p:cNvPr>
                <p:cNvCxnSpPr>
                  <a:endCxn id="22" idx="1"/>
                </p:cNvCxnSpPr>
                <p:nvPr/>
              </p:nvCxnSpPr>
              <p:spPr>
                <a:xfrm rot="5400000" flipH="1" flipV="1">
                  <a:off x="7391583" y="1340935"/>
                  <a:ext cx="327100" cy="932440"/>
                </a:xfrm>
                <a:prstGeom prst="bentConnector2">
                  <a:avLst/>
                </a:prstGeom>
                <a:noFill/>
                <a:ln w="19050" cap="flat" cmpd="sng" algn="ctr">
                  <a:solidFill>
                    <a:srgbClr val="C5CDD8"/>
                  </a:solidFill>
                  <a:prstDash val="sysDot"/>
                  <a:miter lim="800000"/>
                  <a:headEnd type="oval" w="sm" len="sm"/>
                  <a:tailEnd type="oval" w="med" len="med"/>
                </a:ln>
                <a:effectLst/>
              </p:spPr>
            </p:cxnSp>
            <p:cxnSp>
              <p:nvCxnSpPr>
                <p:cNvPr id="41" name="Elbow Connector 31">
                  <a:extLst>
                    <a:ext uri="{FF2B5EF4-FFF2-40B4-BE49-F238E27FC236}">
                      <a16:creationId xmlns:a16="http://schemas.microsoft.com/office/drawing/2014/main" id="{9E08062E-5F11-47BB-B3DF-BA67C97429A9}"/>
                    </a:ext>
                  </a:extLst>
                </p:cNvPr>
                <p:cNvCxnSpPr>
                  <a:stCxn id="24" idx="1"/>
                </p:cNvCxnSpPr>
                <p:nvPr/>
              </p:nvCxnSpPr>
              <p:spPr>
                <a:xfrm rot="10800000">
                  <a:off x="7088913" y="5188033"/>
                  <a:ext cx="932440" cy="319288"/>
                </a:xfrm>
                <a:prstGeom prst="bentConnector2">
                  <a:avLst/>
                </a:prstGeom>
                <a:noFill/>
                <a:ln w="19050" cap="flat" cmpd="sng" algn="ctr">
                  <a:solidFill>
                    <a:srgbClr val="C5CDD8"/>
                  </a:solidFill>
                  <a:prstDash val="sysDot"/>
                  <a:miter lim="800000"/>
                  <a:headEnd type="oval" w="med" len="med"/>
                  <a:tailEnd type="oval" w="sm" len="sm"/>
                </a:ln>
                <a:effectLst/>
              </p:spPr>
            </p:cxnSp>
            <p:pic>
              <p:nvPicPr>
                <p:cNvPr id="48" name="图形 47" descr="齿轮">
                  <a:extLst>
                    <a:ext uri="{FF2B5EF4-FFF2-40B4-BE49-F238E27FC236}">
                      <a16:creationId xmlns:a16="http://schemas.microsoft.com/office/drawing/2014/main" id="{DAFF8070-5541-4E3E-8BF2-BA1972D35A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902fe2bbabfb46b2"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44203" y="4604762"/>
                  <a:ext cx="489421" cy="489421"/>
                </a:xfrm>
                <a:prstGeom prst="rect">
                  <a:avLst/>
                </a:prstGeom>
              </p:spPr>
            </p:pic>
            <p:pic>
              <p:nvPicPr>
                <p:cNvPr id="49" name="图形 48" descr="齿轮">
                  <a:extLst>
                    <a:ext uri="{FF2B5EF4-FFF2-40B4-BE49-F238E27FC236}">
                      <a16:creationId xmlns:a16="http://schemas.microsoft.com/office/drawing/2014/main" id="{A4E9A51A-8823-47BA-9E02-E4F686C0F3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6f137c8ebb80488a"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44203" y="2076276"/>
                  <a:ext cx="489421" cy="489421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591110443"/>
      </p:ext>
    </p:extLst>
  </p:cSld>
  <p:clrMapOvr>
    <a:masterClrMapping/>
  </p:clrMapOvr>
  <p:transition spd="slow" advClick="0" advTm="2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extLst>
              <a:ext uri="{FF2B5EF4-FFF2-40B4-BE49-F238E27FC236}">
                <a16:creationId xmlns:a16="http://schemas.microsoft.com/office/drawing/2014/main" id="{72D2A5F6-0114-4AB3-9C97-4ACD852EF369}"/>
              </a:ext>
            </a:extLst>
          </p:cNvPr>
          <p:cNvPicPr>
            <a:picLocks noChangeAspect="1"/>
          </p:cNvPicPr>
          <p:nvPr/>
        </p:nvPicPr>
        <p:blipFill rotWithShape="1">
          <a:blip r:embed="Rdbf58d20653249a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F5EF57-A1E6-4960-A47B-59C52F34E403}"/>
              </a:ext>
            </a:extLst>
          </p:cNvPr>
          <p:cNvSpPr/>
          <p:nvPr/>
        </p:nvSpPr>
        <p:spPr>
          <a:xfrm>
            <a:off x="441767" y="338561"/>
            <a:ext cx="11308467" cy="6180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3FD709BE-0181-4DB5-A74B-F0FE12983458}"/>
              </a:ext>
            </a:extLst>
          </p:cNvPr>
          <p:cNvGrpSpPr/>
          <p:nvPr/>
        </p:nvGrpSpPr>
        <p:grpSpPr>
          <a:xfrm>
            <a:off x="939477" y="838178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EF024EE-B4DC-40D9-91F1-D1F3621147DB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53BD5D9-AB92-4BDE-8BDD-496B07FBB2A8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8815050-1C8B-45AD-8C70-75F80B776F86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7" name="TextBox 34">
            <a:extLst>
              <a:ext uri="{FF2B5EF4-FFF2-40B4-BE49-F238E27FC236}">
                <a16:creationId xmlns:a16="http://schemas.microsoft.com/office/drawing/2014/main" id="{415C1F73-67EF-41AB-8DE9-72488D871BC7}"/>
              </a:ext>
            </a:extLst>
          </p:cNvPr>
          <p:cNvSpPr txBox="1"/>
          <p:nvPr/>
        </p:nvSpPr>
        <p:spPr>
          <a:xfrm>
            <a:off x="787735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17CE8862-EA90-402B-925B-5A327DB996F0}"/>
              </a:ext>
            </a:extLst>
          </p:cNvPr>
          <p:cNvSpPr txBox="1"/>
          <p:nvPr/>
        </p:nvSpPr>
        <p:spPr>
          <a:xfrm>
            <a:off x="922498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721F8ADF-53E3-4B30-9129-5875E4079952}"/>
              </a:ext>
            </a:extLst>
          </p:cNvPr>
          <p:cNvSpPr txBox="1"/>
          <p:nvPr/>
        </p:nvSpPr>
        <p:spPr>
          <a:xfrm>
            <a:off x="10572612" y="840850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900" kern="0"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lang="en-US" sz="900" kern="0"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50" name="AutoShape 2">
            <a:extLst>
              <a:ext uri="{FF2B5EF4-FFF2-40B4-BE49-F238E27FC236}">
                <a16:creationId xmlns:a16="http://schemas.microsoft.com/office/drawing/2014/main" id="{D02AD8C5-C318-409D-B899-F565B3941C95}"/>
              </a:ext>
            </a:extLst>
          </p:cNvPr>
          <p:cNvSpPr>
            <a:spLocks/>
          </p:cNvSpPr>
          <p:nvPr/>
        </p:nvSpPr>
        <p:spPr bwMode="auto">
          <a:xfrm>
            <a:off x="1289729" y="1848259"/>
            <a:ext cx="1941271" cy="4692193"/>
          </a:xfrm>
          <a:custGeom>
            <a:avLst/>
            <a:gdLst>
              <a:gd name="T0" fmla="*/ 21600 w 21600"/>
              <a:gd name="T1" fmla="*/ 21600 h 21600"/>
              <a:gd name="T2" fmla="*/ 0 w 21600"/>
              <a:gd name="T3" fmla="*/ 21600 h 21600"/>
              <a:gd name="T4" fmla="*/ 0 w 21600"/>
              <a:gd name="T5" fmla="*/ 4642 h 21600"/>
              <a:gd name="T6" fmla="*/ 10755 w 21600"/>
              <a:gd name="T7" fmla="*/ 0 h 21600"/>
              <a:gd name="T8" fmla="*/ 21600 w 21600"/>
              <a:gd name="T9" fmla="*/ 4642 h 21600"/>
              <a:gd name="T10" fmla="*/ 21600 w 21600"/>
              <a:gd name="T11" fmla="*/ 21600 h 21600"/>
              <a:gd name="T12" fmla="*/ 21600 w 21600"/>
              <a:gd name="T13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4642"/>
                </a:lnTo>
                <a:lnTo>
                  <a:pt x="10755" y="0"/>
                </a:lnTo>
                <a:lnTo>
                  <a:pt x="21600" y="4642"/>
                </a:lnTo>
                <a:lnTo>
                  <a:pt x="21600" y="21600"/>
                </a:lnTo>
                <a:close/>
                <a:moveTo>
                  <a:pt x="21600" y="21600"/>
                </a:moveTo>
              </a:path>
            </a:pathLst>
          </a:custGeom>
          <a:solidFill>
            <a:srgbClr val="ABC0D1"/>
          </a:solidFill>
          <a:ln>
            <a:noFill/>
          </a:ln>
        </p:spPr>
        <p:txBody>
          <a:bodyPr lIns="0" tIns="0" rIns="0" bIns="0"/>
          <a:lstStyle/>
          <a:p>
            <a:pPr marL="0" marR="0" lvl="0" indent="0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3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62" name="AutoShape 2">
            <a:extLst>
              <a:ext uri="{FF2B5EF4-FFF2-40B4-BE49-F238E27FC236}">
                <a16:creationId xmlns:a16="http://schemas.microsoft.com/office/drawing/2014/main" id="{A34E3119-C76D-4E59-A3EC-5C02E76FC5EF}"/>
              </a:ext>
            </a:extLst>
          </p:cNvPr>
          <p:cNvSpPr>
            <a:spLocks/>
          </p:cNvSpPr>
          <p:nvPr/>
        </p:nvSpPr>
        <p:spPr bwMode="auto">
          <a:xfrm>
            <a:off x="3223897" y="1848259"/>
            <a:ext cx="1941271" cy="4692193"/>
          </a:xfrm>
          <a:custGeom>
            <a:avLst/>
            <a:gdLst>
              <a:gd name="T0" fmla="*/ 21600 w 21600"/>
              <a:gd name="T1" fmla="*/ 21600 h 21600"/>
              <a:gd name="T2" fmla="*/ 0 w 21600"/>
              <a:gd name="T3" fmla="*/ 21600 h 21600"/>
              <a:gd name="T4" fmla="*/ 0 w 21600"/>
              <a:gd name="T5" fmla="*/ 4642 h 21600"/>
              <a:gd name="T6" fmla="*/ 10755 w 21600"/>
              <a:gd name="T7" fmla="*/ 0 h 21600"/>
              <a:gd name="T8" fmla="*/ 21600 w 21600"/>
              <a:gd name="T9" fmla="*/ 4642 h 21600"/>
              <a:gd name="T10" fmla="*/ 21600 w 21600"/>
              <a:gd name="T11" fmla="*/ 21600 h 21600"/>
              <a:gd name="T12" fmla="*/ 21600 w 21600"/>
              <a:gd name="T13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4642"/>
                </a:lnTo>
                <a:lnTo>
                  <a:pt x="10755" y="0"/>
                </a:lnTo>
                <a:lnTo>
                  <a:pt x="21600" y="4642"/>
                </a:lnTo>
                <a:lnTo>
                  <a:pt x="21600" y="21600"/>
                </a:lnTo>
                <a:close/>
                <a:moveTo>
                  <a:pt x="21600" y="21600"/>
                </a:moveTo>
              </a:path>
            </a:pathLst>
          </a:custGeom>
          <a:solidFill>
            <a:srgbClr val="80A0BA"/>
          </a:solidFill>
          <a:ln>
            <a:noFill/>
          </a:ln>
        </p:spPr>
        <p:txBody>
          <a:bodyPr lIns="0" tIns="0" rIns="0" bIns="0"/>
          <a:lstStyle/>
          <a:p>
            <a:pPr marL="0" marR="0" lvl="0" indent="0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3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68" name="AutoShape 2">
            <a:extLst>
              <a:ext uri="{FF2B5EF4-FFF2-40B4-BE49-F238E27FC236}">
                <a16:creationId xmlns:a16="http://schemas.microsoft.com/office/drawing/2014/main" id="{EDBA32A5-C2D7-4A2D-8DF1-8715C7DC750B}"/>
              </a:ext>
            </a:extLst>
          </p:cNvPr>
          <p:cNvSpPr>
            <a:spLocks/>
          </p:cNvSpPr>
          <p:nvPr/>
        </p:nvSpPr>
        <p:spPr bwMode="auto">
          <a:xfrm>
            <a:off x="5165166" y="1848259"/>
            <a:ext cx="1943639" cy="4692193"/>
          </a:xfrm>
          <a:custGeom>
            <a:avLst/>
            <a:gdLst>
              <a:gd name="T0" fmla="*/ 21600 w 21600"/>
              <a:gd name="T1" fmla="*/ 21600 h 21600"/>
              <a:gd name="T2" fmla="*/ 0 w 21600"/>
              <a:gd name="T3" fmla="*/ 21600 h 21600"/>
              <a:gd name="T4" fmla="*/ 0 w 21600"/>
              <a:gd name="T5" fmla="*/ 4642 h 21600"/>
              <a:gd name="T6" fmla="*/ 10755 w 21600"/>
              <a:gd name="T7" fmla="*/ 0 h 21600"/>
              <a:gd name="T8" fmla="*/ 21600 w 21600"/>
              <a:gd name="T9" fmla="*/ 4642 h 21600"/>
              <a:gd name="T10" fmla="*/ 21600 w 21600"/>
              <a:gd name="T11" fmla="*/ 21600 h 21600"/>
              <a:gd name="T12" fmla="*/ 21600 w 21600"/>
              <a:gd name="T13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4642"/>
                </a:lnTo>
                <a:lnTo>
                  <a:pt x="10755" y="0"/>
                </a:lnTo>
                <a:lnTo>
                  <a:pt x="21600" y="4642"/>
                </a:lnTo>
                <a:lnTo>
                  <a:pt x="21600" y="21600"/>
                </a:lnTo>
                <a:close/>
                <a:moveTo>
                  <a:pt x="21600" y="21600"/>
                </a:moveTo>
              </a:path>
            </a:pathLst>
          </a:custGeom>
          <a:solidFill>
            <a:srgbClr val="C5CDD8"/>
          </a:solidFill>
          <a:ln>
            <a:noFill/>
          </a:ln>
        </p:spPr>
        <p:txBody>
          <a:bodyPr lIns="0" tIns="0" rIns="0" bIns="0"/>
          <a:lstStyle/>
          <a:p>
            <a:pPr marL="0" marR="0" lvl="0" indent="0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3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74" name="AutoShape 2">
            <a:extLst>
              <a:ext uri="{FF2B5EF4-FFF2-40B4-BE49-F238E27FC236}">
                <a16:creationId xmlns:a16="http://schemas.microsoft.com/office/drawing/2014/main" id="{8258A3B2-4C38-4992-AB9C-96BC4CA86BD9}"/>
              </a:ext>
            </a:extLst>
          </p:cNvPr>
          <p:cNvSpPr>
            <a:spLocks/>
          </p:cNvSpPr>
          <p:nvPr/>
        </p:nvSpPr>
        <p:spPr bwMode="auto">
          <a:xfrm>
            <a:off x="7108806" y="1848259"/>
            <a:ext cx="1941271" cy="4692193"/>
          </a:xfrm>
          <a:custGeom>
            <a:avLst/>
            <a:gdLst>
              <a:gd name="T0" fmla="*/ 21600 w 21600"/>
              <a:gd name="T1" fmla="*/ 21600 h 21600"/>
              <a:gd name="T2" fmla="*/ 0 w 21600"/>
              <a:gd name="T3" fmla="*/ 21600 h 21600"/>
              <a:gd name="T4" fmla="*/ 0 w 21600"/>
              <a:gd name="T5" fmla="*/ 4642 h 21600"/>
              <a:gd name="T6" fmla="*/ 10755 w 21600"/>
              <a:gd name="T7" fmla="*/ 0 h 21600"/>
              <a:gd name="T8" fmla="*/ 21600 w 21600"/>
              <a:gd name="T9" fmla="*/ 4642 h 21600"/>
              <a:gd name="T10" fmla="*/ 21600 w 21600"/>
              <a:gd name="T11" fmla="*/ 21600 h 21600"/>
              <a:gd name="T12" fmla="*/ 21600 w 21600"/>
              <a:gd name="T13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4642"/>
                </a:lnTo>
                <a:lnTo>
                  <a:pt x="10755" y="0"/>
                </a:lnTo>
                <a:lnTo>
                  <a:pt x="21600" y="4642"/>
                </a:lnTo>
                <a:lnTo>
                  <a:pt x="21600" y="21600"/>
                </a:lnTo>
                <a:close/>
                <a:moveTo>
                  <a:pt x="21600" y="21600"/>
                </a:moveTo>
              </a:path>
            </a:pathLst>
          </a:custGeom>
          <a:solidFill>
            <a:srgbClr val="80A0BA"/>
          </a:solidFill>
          <a:ln>
            <a:noFill/>
          </a:ln>
        </p:spPr>
        <p:txBody>
          <a:bodyPr lIns="0" tIns="0" rIns="0" bIns="0"/>
          <a:lstStyle/>
          <a:p>
            <a:pPr marL="0" marR="0" lvl="0" indent="0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3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80" name="AutoShape 2">
            <a:extLst>
              <a:ext uri="{FF2B5EF4-FFF2-40B4-BE49-F238E27FC236}">
                <a16:creationId xmlns:a16="http://schemas.microsoft.com/office/drawing/2014/main" id="{A7D2477A-B565-4A91-8A96-E68820E78070}"/>
              </a:ext>
            </a:extLst>
          </p:cNvPr>
          <p:cNvSpPr>
            <a:spLocks/>
          </p:cNvSpPr>
          <p:nvPr/>
        </p:nvSpPr>
        <p:spPr bwMode="auto">
          <a:xfrm>
            <a:off x="9050076" y="1848259"/>
            <a:ext cx="1943637" cy="4692193"/>
          </a:xfrm>
          <a:custGeom>
            <a:avLst/>
            <a:gdLst>
              <a:gd name="T0" fmla="*/ 21600 w 21600"/>
              <a:gd name="T1" fmla="*/ 21600 h 21600"/>
              <a:gd name="T2" fmla="*/ 0 w 21600"/>
              <a:gd name="T3" fmla="*/ 21600 h 21600"/>
              <a:gd name="T4" fmla="*/ 0 w 21600"/>
              <a:gd name="T5" fmla="*/ 4642 h 21600"/>
              <a:gd name="T6" fmla="*/ 10755 w 21600"/>
              <a:gd name="T7" fmla="*/ 0 h 21600"/>
              <a:gd name="T8" fmla="*/ 21600 w 21600"/>
              <a:gd name="T9" fmla="*/ 4642 h 21600"/>
              <a:gd name="T10" fmla="*/ 21600 w 21600"/>
              <a:gd name="T11" fmla="*/ 21600 h 21600"/>
              <a:gd name="T12" fmla="*/ 21600 w 21600"/>
              <a:gd name="T13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4642"/>
                </a:lnTo>
                <a:lnTo>
                  <a:pt x="10755" y="0"/>
                </a:lnTo>
                <a:lnTo>
                  <a:pt x="21600" y="4642"/>
                </a:lnTo>
                <a:lnTo>
                  <a:pt x="21600" y="21600"/>
                </a:lnTo>
                <a:close/>
                <a:moveTo>
                  <a:pt x="21600" y="21600"/>
                </a:moveTo>
              </a:path>
            </a:pathLst>
          </a:custGeom>
          <a:solidFill>
            <a:srgbClr val="ABC0D1"/>
          </a:solidFill>
          <a:ln>
            <a:noFill/>
          </a:ln>
        </p:spPr>
        <p:txBody>
          <a:bodyPr lIns="0" tIns="0" rIns="0" bIns="0"/>
          <a:lstStyle/>
          <a:p>
            <a:pPr marL="0" marR="0" lvl="0" indent="0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3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5135E19-80CF-4D67-865F-81850C45B229}"/>
              </a:ext>
            </a:extLst>
          </p:cNvPr>
          <p:cNvGrpSpPr/>
          <p:nvPr/>
        </p:nvGrpSpPr>
        <p:grpSpPr>
          <a:xfrm>
            <a:off x="1510923" y="3692634"/>
            <a:ext cx="1498879" cy="2289990"/>
            <a:chOff x="1511656" y="3686789"/>
            <a:chExt cx="1498878" cy="2289990"/>
          </a:xfrm>
        </p:grpSpPr>
        <p:sp>
          <p:nvSpPr>
            <p:cNvPr id="86" name="TextBox 28">
              <a:extLst>
                <a:ext uri="{FF2B5EF4-FFF2-40B4-BE49-F238E27FC236}">
                  <a16:creationId xmlns:a16="http://schemas.microsoft.com/office/drawing/2014/main" id="{20315B75-25D3-4743-B6A0-F0417B1C0B63}"/>
                </a:ext>
              </a:extLst>
            </p:cNvPr>
            <p:cNvSpPr txBox="1"/>
            <p:nvPr/>
          </p:nvSpPr>
          <p:spPr>
            <a:xfrm>
              <a:off x="1511656" y="3686789"/>
              <a:ext cx="1498878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457200"/>
              <a:r>
                <a:rPr lang="en-US" sz="1200" b="1" spc="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PRESENTATION</a:t>
              </a:r>
            </a:p>
          </p:txBody>
        </p:sp>
        <p:sp>
          <p:nvSpPr>
            <p:cNvPr id="87" name="TextBox 29">
              <a:extLst>
                <a:ext uri="{FF2B5EF4-FFF2-40B4-BE49-F238E27FC236}">
                  <a16:creationId xmlns:a16="http://schemas.microsoft.com/office/drawing/2014/main" id="{34452E4F-43E7-436E-A0B7-F1EAA46BC806}"/>
                </a:ext>
              </a:extLst>
            </p:cNvPr>
            <p:cNvSpPr txBox="1"/>
            <p:nvPr/>
          </p:nvSpPr>
          <p:spPr>
            <a:xfrm>
              <a:off x="1691420" y="4056253"/>
              <a:ext cx="1168399" cy="19205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The looking at its more attracted electronic typesetting, remaining essentially and more recently many of specimen popular belief, </a:t>
              </a:r>
              <a:r>
                <a:rPr lang="en-US" sz="90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90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is not simply random text. It has roots in</a:t>
              </a: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7955E254-2036-4075-AC58-02025154FB46}"/>
              </a:ext>
            </a:extLst>
          </p:cNvPr>
          <p:cNvGrpSpPr/>
          <p:nvPr/>
        </p:nvGrpSpPr>
        <p:grpSpPr>
          <a:xfrm>
            <a:off x="3445091" y="3692634"/>
            <a:ext cx="1498879" cy="2289990"/>
            <a:chOff x="1511656" y="3686789"/>
            <a:chExt cx="1498878" cy="2289990"/>
          </a:xfrm>
        </p:grpSpPr>
        <p:sp>
          <p:nvSpPr>
            <p:cNvPr id="89" name="TextBox 28">
              <a:extLst>
                <a:ext uri="{FF2B5EF4-FFF2-40B4-BE49-F238E27FC236}">
                  <a16:creationId xmlns:a16="http://schemas.microsoft.com/office/drawing/2014/main" id="{381B71F9-A939-46F2-A0FA-D859F7EF82F2}"/>
                </a:ext>
              </a:extLst>
            </p:cNvPr>
            <p:cNvSpPr txBox="1"/>
            <p:nvPr/>
          </p:nvSpPr>
          <p:spPr>
            <a:xfrm>
              <a:off x="1511656" y="3686789"/>
              <a:ext cx="1498878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457200"/>
              <a:r>
                <a:rPr lang="en-US" sz="1200" b="1" spc="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PRESENTATION</a:t>
              </a:r>
            </a:p>
          </p:txBody>
        </p:sp>
        <p:sp>
          <p:nvSpPr>
            <p:cNvPr id="90" name="TextBox 29">
              <a:extLst>
                <a:ext uri="{FF2B5EF4-FFF2-40B4-BE49-F238E27FC236}">
                  <a16:creationId xmlns:a16="http://schemas.microsoft.com/office/drawing/2014/main" id="{5D033C63-33FE-4026-B7E4-F4210750C6BE}"/>
                </a:ext>
              </a:extLst>
            </p:cNvPr>
            <p:cNvSpPr txBox="1"/>
            <p:nvPr/>
          </p:nvSpPr>
          <p:spPr>
            <a:xfrm>
              <a:off x="1691420" y="4056253"/>
              <a:ext cx="1168399" cy="19205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The looking at its more attracted electronic typesetting, remaining essentially and more recently many of specimen popular belief, </a:t>
              </a:r>
              <a:r>
                <a:rPr lang="en-US" sz="90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90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is not simply random text. It has roots in</a:t>
              </a: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AB0A2562-E0E4-4C74-A588-8827BBDA9EAE}"/>
              </a:ext>
            </a:extLst>
          </p:cNvPr>
          <p:cNvGrpSpPr/>
          <p:nvPr/>
        </p:nvGrpSpPr>
        <p:grpSpPr>
          <a:xfrm>
            <a:off x="5387546" y="3692634"/>
            <a:ext cx="1498879" cy="2289990"/>
            <a:chOff x="1511656" y="3686789"/>
            <a:chExt cx="1498878" cy="2289990"/>
          </a:xfrm>
        </p:grpSpPr>
        <p:sp>
          <p:nvSpPr>
            <p:cNvPr id="92" name="TextBox 28">
              <a:extLst>
                <a:ext uri="{FF2B5EF4-FFF2-40B4-BE49-F238E27FC236}">
                  <a16:creationId xmlns:a16="http://schemas.microsoft.com/office/drawing/2014/main" id="{C958B2B7-0F0A-44B4-A50C-CE6F36D4E93D}"/>
                </a:ext>
              </a:extLst>
            </p:cNvPr>
            <p:cNvSpPr txBox="1"/>
            <p:nvPr/>
          </p:nvSpPr>
          <p:spPr>
            <a:xfrm>
              <a:off x="1511656" y="3686789"/>
              <a:ext cx="1498878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457200"/>
              <a:r>
                <a:rPr lang="en-US" sz="1200" b="1" spc="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PRESENTATION</a:t>
              </a:r>
            </a:p>
          </p:txBody>
        </p:sp>
        <p:sp>
          <p:nvSpPr>
            <p:cNvPr id="93" name="TextBox 29">
              <a:extLst>
                <a:ext uri="{FF2B5EF4-FFF2-40B4-BE49-F238E27FC236}">
                  <a16:creationId xmlns:a16="http://schemas.microsoft.com/office/drawing/2014/main" id="{BA08BA54-7B8A-4D09-A569-AFFFF980D441}"/>
                </a:ext>
              </a:extLst>
            </p:cNvPr>
            <p:cNvSpPr txBox="1"/>
            <p:nvPr/>
          </p:nvSpPr>
          <p:spPr>
            <a:xfrm>
              <a:off x="1691420" y="4056253"/>
              <a:ext cx="1168399" cy="19205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The looking at its more attracted electronic typesetting, remaining essentially and more recently many of specimen popular belief, </a:t>
              </a:r>
              <a:r>
                <a:rPr lang="en-US" sz="90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90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is not simply random text. It has roots in</a:t>
              </a:r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5F50999E-8206-4401-AE44-C91AD8BF20E4}"/>
              </a:ext>
            </a:extLst>
          </p:cNvPr>
          <p:cNvGrpSpPr/>
          <p:nvPr/>
        </p:nvGrpSpPr>
        <p:grpSpPr>
          <a:xfrm>
            <a:off x="7330001" y="3692634"/>
            <a:ext cx="1498879" cy="2289990"/>
            <a:chOff x="1511656" y="3686789"/>
            <a:chExt cx="1498878" cy="2289990"/>
          </a:xfrm>
        </p:grpSpPr>
        <p:sp>
          <p:nvSpPr>
            <p:cNvPr id="95" name="TextBox 28">
              <a:extLst>
                <a:ext uri="{FF2B5EF4-FFF2-40B4-BE49-F238E27FC236}">
                  <a16:creationId xmlns:a16="http://schemas.microsoft.com/office/drawing/2014/main" id="{3836C120-57FB-48FC-98DA-7D3A3B028901}"/>
                </a:ext>
              </a:extLst>
            </p:cNvPr>
            <p:cNvSpPr txBox="1"/>
            <p:nvPr/>
          </p:nvSpPr>
          <p:spPr>
            <a:xfrm>
              <a:off x="1511656" y="3686789"/>
              <a:ext cx="1498878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457200"/>
              <a:r>
                <a:rPr lang="en-US" sz="1200" b="1" spc="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PRESENTATION</a:t>
              </a:r>
            </a:p>
          </p:txBody>
        </p:sp>
        <p:sp>
          <p:nvSpPr>
            <p:cNvPr id="96" name="TextBox 29">
              <a:extLst>
                <a:ext uri="{FF2B5EF4-FFF2-40B4-BE49-F238E27FC236}">
                  <a16:creationId xmlns:a16="http://schemas.microsoft.com/office/drawing/2014/main" id="{862D4666-0156-4619-B5D2-535F497669A6}"/>
                </a:ext>
              </a:extLst>
            </p:cNvPr>
            <p:cNvSpPr txBox="1"/>
            <p:nvPr/>
          </p:nvSpPr>
          <p:spPr>
            <a:xfrm>
              <a:off x="1691420" y="4056253"/>
              <a:ext cx="1168399" cy="19205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The looking at its more attracted electronic typesetting, remaining essentially and more recently many of specimen popular belief, </a:t>
              </a:r>
              <a:r>
                <a:rPr lang="en-US" sz="90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90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is not simply random text. It has roots in</a:t>
              </a:r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86F3FF36-1F75-40E2-BF35-556831E0CF0B}"/>
              </a:ext>
            </a:extLst>
          </p:cNvPr>
          <p:cNvGrpSpPr/>
          <p:nvPr/>
        </p:nvGrpSpPr>
        <p:grpSpPr>
          <a:xfrm>
            <a:off x="9272454" y="3692634"/>
            <a:ext cx="1498879" cy="2289990"/>
            <a:chOff x="1511656" y="3686789"/>
            <a:chExt cx="1498878" cy="2289990"/>
          </a:xfrm>
        </p:grpSpPr>
        <p:sp>
          <p:nvSpPr>
            <p:cNvPr id="98" name="TextBox 28">
              <a:extLst>
                <a:ext uri="{FF2B5EF4-FFF2-40B4-BE49-F238E27FC236}">
                  <a16:creationId xmlns:a16="http://schemas.microsoft.com/office/drawing/2014/main" id="{5954945D-2CE6-4B59-B84C-84C3BCC5CEA2}"/>
                </a:ext>
              </a:extLst>
            </p:cNvPr>
            <p:cNvSpPr txBox="1"/>
            <p:nvPr/>
          </p:nvSpPr>
          <p:spPr>
            <a:xfrm>
              <a:off x="1511656" y="3686789"/>
              <a:ext cx="1498878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457200"/>
              <a:r>
                <a:rPr lang="en-US" sz="1200" b="1" spc="5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PRESENTATION</a:t>
              </a:r>
            </a:p>
          </p:txBody>
        </p:sp>
        <p:sp>
          <p:nvSpPr>
            <p:cNvPr id="99" name="TextBox 29">
              <a:extLst>
                <a:ext uri="{FF2B5EF4-FFF2-40B4-BE49-F238E27FC236}">
                  <a16:creationId xmlns:a16="http://schemas.microsoft.com/office/drawing/2014/main" id="{2D0374D5-D5D9-4B74-97BC-2671C7F0BAAC}"/>
                </a:ext>
              </a:extLst>
            </p:cNvPr>
            <p:cNvSpPr txBox="1"/>
            <p:nvPr/>
          </p:nvSpPr>
          <p:spPr>
            <a:xfrm>
              <a:off x="1691420" y="4056253"/>
              <a:ext cx="1168399" cy="19205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The looking at its more attracted electronic typesetting, remaining essentially and more recently many of specimen popular belief, </a:t>
              </a:r>
              <a:r>
                <a:rPr lang="en-US" sz="90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Lorem</a:t>
              </a: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</a:t>
              </a:r>
              <a:r>
                <a:rPr lang="en-US" sz="900" dirty="0" err="1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Ipsum</a:t>
              </a:r>
              <a:r>
                <a:rPr lang="en-US" sz="900" dirty="0">
                  <a:solidFill>
                    <a:prstClr val="white"/>
                  </a:solidFill>
                  <a:latin typeface="Calibri Light"/>
                  <a:ea typeface="方正细谭黑简体"/>
                  <a:cs typeface="Open Sans"/>
                  <a:sym typeface="Calibri Light"/>
                </a:rPr>
                <a:t> is not simply random text. It has roots in</a:t>
              </a:r>
            </a:p>
          </p:txBody>
        </p:sp>
      </p:grpSp>
      <p:sp>
        <p:nvSpPr>
          <p:cNvPr id="100" name="TextBox 16">
            <a:extLst>
              <a:ext uri="{FF2B5EF4-FFF2-40B4-BE49-F238E27FC236}">
                <a16:creationId xmlns:a16="http://schemas.microsoft.com/office/drawing/2014/main" id="{FCF481FF-5B21-4813-ACF7-92503CCB5ED3}"/>
              </a:ext>
            </a:extLst>
          </p:cNvPr>
          <p:cNvSpPr txBox="1"/>
          <p:nvPr/>
        </p:nvSpPr>
        <p:spPr>
          <a:xfrm>
            <a:off x="3857293" y="3015567"/>
            <a:ext cx="674475" cy="359517"/>
          </a:xfrm>
          <a:prstGeom prst="rect">
            <a:avLst/>
          </a:prstGeom>
          <a:noFill/>
        </p:spPr>
        <p:txBody>
          <a:bodyPr wrap="square" tIns="36000" bIns="36000" rtlCol="0" anchor="ctr">
            <a:spAutoFit/>
          </a:bodyPr>
          <a:lstStyle/>
          <a:p>
            <a:pPr algn="ctr" defTabSz="457200"/>
            <a:r>
              <a:rPr lang="en-US" b="1" dirty="0">
                <a:solidFill>
                  <a:prstClr val="white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02</a:t>
            </a:r>
            <a:endParaRPr lang="th-TH" b="1" dirty="0">
              <a:solidFill>
                <a:prstClr val="white"/>
              </a:solidFill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101" name="TextBox 17">
            <a:extLst>
              <a:ext uri="{FF2B5EF4-FFF2-40B4-BE49-F238E27FC236}">
                <a16:creationId xmlns:a16="http://schemas.microsoft.com/office/drawing/2014/main" id="{1721C930-9490-4097-BB23-A742DCAE7E3A}"/>
              </a:ext>
            </a:extLst>
          </p:cNvPr>
          <p:cNvSpPr txBox="1"/>
          <p:nvPr/>
        </p:nvSpPr>
        <p:spPr>
          <a:xfrm>
            <a:off x="5799747" y="3015567"/>
            <a:ext cx="674475" cy="359517"/>
          </a:xfrm>
          <a:prstGeom prst="rect">
            <a:avLst/>
          </a:prstGeom>
          <a:noFill/>
        </p:spPr>
        <p:txBody>
          <a:bodyPr wrap="square" tIns="36000" bIns="36000" rtlCol="0" anchor="ctr">
            <a:spAutoFit/>
          </a:bodyPr>
          <a:lstStyle/>
          <a:p>
            <a:pPr algn="ctr" defTabSz="457200"/>
            <a:r>
              <a:rPr lang="en-US" b="1" dirty="0">
                <a:solidFill>
                  <a:prstClr val="white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03</a:t>
            </a:r>
            <a:endParaRPr lang="th-TH" b="1" dirty="0">
              <a:solidFill>
                <a:prstClr val="white"/>
              </a:solidFill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102" name="TextBox 12">
            <a:extLst>
              <a:ext uri="{FF2B5EF4-FFF2-40B4-BE49-F238E27FC236}">
                <a16:creationId xmlns:a16="http://schemas.microsoft.com/office/drawing/2014/main" id="{DA1D5C0F-BD1E-45AE-890D-136D87B351BD}"/>
              </a:ext>
            </a:extLst>
          </p:cNvPr>
          <p:cNvSpPr txBox="1"/>
          <p:nvPr/>
        </p:nvSpPr>
        <p:spPr>
          <a:xfrm>
            <a:off x="1923125" y="3015567"/>
            <a:ext cx="674475" cy="359517"/>
          </a:xfrm>
          <a:prstGeom prst="rect">
            <a:avLst/>
          </a:prstGeom>
          <a:noFill/>
        </p:spPr>
        <p:txBody>
          <a:bodyPr wrap="square" tIns="36000" bIns="36000" rtlCol="0" anchor="ctr">
            <a:spAutoFit/>
          </a:bodyPr>
          <a:lstStyle/>
          <a:p>
            <a:pPr algn="ctr" defTabSz="457200"/>
            <a:r>
              <a:rPr lang="en-US" b="1" dirty="0">
                <a:solidFill>
                  <a:prstClr val="white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01</a:t>
            </a:r>
            <a:endParaRPr lang="th-TH" b="1" dirty="0">
              <a:solidFill>
                <a:prstClr val="white"/>
              </a:solidFill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103" name="TextBox 17">
            <a:extLst>
              <a:ext uri="{FF2B5EF4-FFF2-40B4-BE49-F238E27FC236}">
                <a16:creationId xmlns:a16="http://schemas.microsoft.com/office/drawing/2014/main" id="{E2C2C4C1-4D5A-4029-8E76-D5442550CD85}"/>
              </a:ext>
            </a:extLst>
          </p:cNvPr>
          <p:cNvSpPr txBox="1"/>
          <p:nvPr/>
        </p:nvSpPr>
        <p:spPr>
          <a:xfrm>
            <a:off x="7742201" y="3015567"/>
            <a:ext cx="674475" cy="359517"/>
          </a:xfrm>
          <a:prstGeom prst="rect">
            <a:avLst/>
          </a:prstGeom>
          <a:noFill/>
        </p:spPr>
        <p:txBody>
          <a:bodyPr wrap="square" tIns="36000" bIns="36000" rtlCol="0" anchor="ctr">
            <a:spAutoFit/>
          </a:bodyPr>
          <a:lstStyle/>
          <a:p>
            <a:pPr algn="ctr" defTabSz="457200"/>
            <a:r>
              <a:rPr lang="en-US" b="1" dirty="0">
                <a:solidFill>
                  <a:prstClr val="white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04</a:t>
            </a:r>
            <a:endParaRPr lang="th-TH" b="1" dirty="0">
              <a:solidFill>
                <a:prstClr val="white"/>
              </a:solidFill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104" name="TextBox 17">
            <a:extLst>
              <a:ext uri="{FF2B5EF4-FFF2-40B4-BE49-F238E27FC236}">
                <a16:creationId xmlns:a16="http://schemas.microsoft.com/office/drawing/2014/main" id="{6BD3AF13-2D02-4E86-A93E-A5AB70FBB318}"/>
              </a:ext>
            </a:extLst>
          </p:cNvPr>
          <p:cNvSpPr txBox="1"/>
          <p:nvPr/>
        </p:nvSpPr>
        <p:spPr>
          <a:xfrm>
            <a:off x="9684656" y="3015567"/>
            <a:ext cx="674475" cy="359517"/>
          </a:xfrm>
          <a:prstGeom prst="rect">
            <a:avLst/>
          </a:prstGeom>
          <a:noFill/>
        </p:spPr>
        <p:txBody>
          <a:bodyPr wrap="square" tIns="36000" bIns="36000" rtlCol="0" anchor="ctr">
            <a:spAutoFit/>
          </a:bodyPr>
          <a:lstStyle/>
          <a:p>
            <a:pPr algn="ctr" defTabSz="457200"/>
            <a:r>
              <a:rPr lang="en-US" b="1" dirty="0">
                <a:solidFill>
                  <a:prstClr val="white"/>
                </a:solidFill>
                <a:latin typeface="Calibri Light"/>
                <a:ea typeface="方正细谭黑简体"/>
                <a:cs typeface="Open Sans"/>
                <a:sym typeface="Calibri Light"/>
              </a:rPr>
              <a:t>05</a:t>
            </a:r>
            <a:endParaRPr lang="th-TH" b="1" dirty="0">
              <a:solidFill>
                <a:prstClr val="white"/>
              </a:solidFill>
              <a:latin typeface="Calibri Light"/>
              <a:ea typeface="方正细谭黑简体"/>
              <a:sym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051848210"/>
      </p:ext>
    </p:extLst>
  </p:cSld>
  <p:clrMapOvr>
    <a:masterClrMapping/>
  </p:clrMapOvr>
  <p:transition spd="slow" advClick="0" advTm="2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86BC50A4-EC4D-4398-8543-13CD3B2DB704}"/>
              </a:ext>
            </a:extLst>
          </p:cNvPr>
          <p:cNvPicPr>
            <a:picLocks noChangeAspect="1"/>
          </p:cNvPicPr>
          <p:nvPr/>
        </p:nvPicPr>
        <p:blipFill rotWithShape="1">
          <a:blip r:embed="R4470dd40751e48bf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CB6840DE-7FD0-4440-BDD2-7BB44B4D96EA}"/>
              </a:ext>
            </a:extLst>
          </p:cNvPr>
          <p:cNvGrpSpPr/>
          <p:nvPr/>
        </p:nvGrpSpPr>
        <p:grpSpPr>
          <a:xfrm>
            <a:off x="594253" y="572081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86380B0-7A90-4169-BDB8-C5A1DB98F9DA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0678D360-8929-4321-9B04-9761B07EA8A0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AFF7AC24-C44A-4FB5-9349-203B5950C731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9" name="TextBox 34">
            <a:extLst>
              <a:ext uri="{FF2B5EF4-FFF2-40B4-BE49-F238E27FC236}">
                <a16:creationId xmlns:a16="http://schemas.microsoft.com/office/drawing/2014/main" id="{786A8DDC-64AC-4FE6-9A3F-77B2D378691A}"/>
              </a:ext>
            </a:extLst>
          </p:cNvPr>
          <p:cNvSpPr txBox="1"/>
          <p:nvPr/>
        </p:nvSpPr>
        <p:spPr>
          <a:xfrm>
            <a:off x="8029838" y="587576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7F276B5E-2976-41A7-B7AB-FCCF2D736CD4}"/>
              </a:ext>
            </a:extLst>
          </p:cNvPr>
          <p:cNvSpPr txBox="1"/>
          <p:nvPr/>
        </p:nvSpPr>
        <p:spPr>
          <a:xfrm>
            <a:off x="9377468" y="587576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id="{2F725F02-03F1-40CE-A6E4-ED6A9A3B34E8}"/>
              </a:ext>
            </a:extLst>
          </p:cNvPr>
          <p:cNvSpPr txBox="1"/>
          <p:nvPr/>
        </p:nvSpPr>
        <p:spPr>
          <a:xfrm>
            <a:off x="10725098" y="587576"/>
            <a:ext cx="835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cs typeface="Poppins Medium" panose="00000600000000000000" pitchFamily="2" charset="0"/>
                <a:sym typeface="Calibri Light"/>
              </a:rPr>
              <a:t>Text Tittle 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方正细谭黑简体"/>
              <a:cs typeface="Poppins Medium" panose="00000600000000000000" pitchFamily="2" charset="0"/>
              <a:sym typeface="Calibri Ligh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96E208-5B2C-425B-9BC9-5EA7C358895E}"/>
              </a:ext>
            </a:extLst>
          </p:cNvPr>
          <p:cNvSpPr txBox="1"/>
          <p:nvPr/>
        </p:nvSpPr>
        <p:spPr>
          <a:xfrm>
            <a:off x="2027360" y="2253578"/>
            <a:ext cx="68380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9600" dirty="0">
                <a:solidFill>
                  <a:prstClr val="black"/>
                </a:solidFill>
                <a:latin typeface="Calibri Light"/>
                <a:ea typeface="方正细谭黑简体"/>
                <a:sym typeface="Calibri Light"/>
              </a:rPr>
              <a:t>THANK YOU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AF74F5-2779-456C-8242-9824EE78E789}"/>
              </a:ext>
            </a:extLst>
          </p:cNvPr>
          <p:cNvSpPr txBox="1"/>
          <p:nvPr/>
        </p:nvSpPr>
        <p:spPr>
          <a:xfrm>
            <a:off x="2687395" y="3972123"/>
            <a:ext cx="983848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rPr>
              <a:t>2030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6DF32E-8EDA-4F72-8258-467D8AE52747}"/>
              </a:ext>
            </a:extLst>
          </p:cNvPr>
          <p:cNvSpPr txBox="1"/>
          <p:nvPr/>
        </p:nvSpPr>
        <p:spPr>
          <a:xfrm>
            <a:off x="3938415" y="3854495"/>
            <a:ext cx="41152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rPr>
              <a:t>Lorem ipsum dolor sit amet, consectetuer adipiscing elit. Maecenas, Lorem ipsum dolor sit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rPr>
              <a:t>amet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716ECB0-F6C0-449C-9B1C-206DD7702F66}"/>
              </a:ext>
            </a:extLst>
          </p:cNvPr>
          <p:cNvGrpSpPr/>
          <p:nvPr/>
        </p:nvGrpSpPr>
        <p:grpSpPr>
          <a:xfrm>
            <a:off x="2557345" y="2040066"/>
            <a:ext cx="3205551" cy="64500"/>
            <a:chOff x="2557344" y="2040066"/>
            <a:chExt cx="3205550" cy="64500"/>
          </a:xfrm>
        </p:grpSpPr>
        <p:cxnSp>
          <p:nvCxnSpPr>
            <p:cNvPr id="18" name="Google Shape;141;p25">
              <a:extLst>
                <a:ext uri="{FF2B5EF4-FFF2-40B4-BE49-F238E27FC236}">
                  <a16:creationId xmlns:a16="http://schemas.microsoft.com/office/drawing/2014/main" id="{422B2D14-77EF-46A7-A381-0C9A9D84F5D7}"/>
                </a:ext>
              </a:extLst>
            </p:cNvPr>
            <p:cNvCxnSpPr/>
            <p:nvPr/>
          </p:nvCxnSpPr>
          <p:spPr>
            <a:xfrm rot="16200000">
              <a:off x="3734094" y="895566"/>
              <a:ext cx="0" cy="2353500"/>
            </a:xfrm>
            <a:prstGeom prst="straightConnector1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44;p25">
              <a:extLst>
                <a:ext uri="{FF2B5EF4-FFF2-40B4-BE49-F238E27FC236}">
                  <a16:creationId xmlns:a16="http://schemas.microsoft.com/office/drawing/2014/main" id="{768DEC07-56E4-4A8B-92D4-8A6DBEFBBA50}"/>
                </a:ext>
              </a:extLst>
            </p:cNvPr>
            <p:cNvSpPr/>
            <p:nvPr/>
          </p:nvSpPr>
          <p:spPr>
            <a:xfrm rot="5400000">
              <a:off x="5118023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0" name="Google Shape;145;p25">
              <a:extLst>
                <a:ext uri="{FF2B5EF4-FFF2-40B4-BE49-F238E27FC236}">
                  <a16:creationId xmlns:a16="http://schemas.microsoft.com/office/drawing/2014/main" id="{2BE585BB-BA8D-4FA2-861F-7727BD84DF32}"/>
                </a:ext>
              </a:extLst>
            </p:cNvPr>
            <p:cNvSpPr/>
            <p:nvPr/>
          </p:nvSpPr>
          <p:spPr>
            <a:xfrm rot="5400000">
              <a:off x="5311483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1" name="Google Shape;146;p25">
              <a:extLst>
                <a:ext uri="{FF2B5EF4-FFF2-40B4-BE49-F238E27FC236}">
                  <a16:creationId xmlns:a16="http://schemas.microsoft.com/office/drawing/2014/main" id="{3D61FCDB-1B79-4D53-BD7A-9040C7D5DFA6}"/>
                </a:ext>
              </a:extLst>
            </p:cNvPr>
            <p:cNvSpPr/>
            <p:nvPr/>
          </p:nvSpPr>
          <p:spPr>
            <a:xfrm rot="5400000">
              <a:off x="5504944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2" name="Google Shape;147;p25">
              <a:extLst>
                <a:ext uri="{FF2B5EF4-FFF2-40B4-BE49-F238E27FC236}">
                  <a16:creationId xmlns:a16="http://schemas.microsoft.com/office/drawing/2014/main" id="{D35EB4C6-48DA-4CAB-A449-A93CA5FFC6FC}"/>
                </a:ext>
              </a:extLst>
            </p:cNvPr>
            <p:cNvSpPr/>
            <p:nvPr/>
          </p:nvSpPr>
          <p:spPr>
            <a:xfrm rot="5400000">
              <a:off x="5698394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365428C-EEB5-45B5-AE8E-FC17A5E7ADE2}"/>
              </a:ext>
            </a:extLst>
          </p:cNvPr>
          <p:cNvGrpSpPr/>
          <p:nvPr/>
        </p:nvGrpSpPr>
        <p:grpSpPr>
          <a:xfrm>
            <a:off x="2619101" y="4885450"/>
            <a:ext cx="3205551" cy="64500"/>
            <a:chOff x="2619100" y="4885450"/>
            <a:chExt cx="3205550" cy="64500"/>
          </a:xfrm>
        </p:grpSpPr>
        <p:cxnSp>
          <p:nvCxnSpPr>
            <p:cNvPr id="24" name="Google Shape;141;p25">
              <a:extLst>
                <a:ext uri="{FF2B5EF4-FFF2-40B4-BE49-F238E27FC236}">
                  <a16:creationId xmlns:a16="http://schemas.microsoft.com/office/drawing/2014/main" id="{4F818B40-0D3D-4088-A519-99F6393855F2}"/>
                </a:ext>
              </a:extLst>
            </p:cNvPr>
            <p:cNvCxnSpPr/>
            <p:nvPr/>
          </p:nvCxnSpPr>
          <p:spPr>
            <a:xfrm rot="16200000">
              <a:off x="3795850" y="3740950"/>
              <a:ext cx="0" cy="2353500"/>
            </a:xfrm>
            <a:prstGeom prst="straightConnector1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" name="Google Shape;144;p25">
              <a:extLst>
                <a:ext uri="{FF2B5EF4-FFF2-40B4-BE49-F238E27FC236}">
                  <a16:creationId xmlns:a16="http://schemas.microsoft.com/office/drawing/2014/main" id="{CA8E53FC-7547-4F69-909F-5DCC67DA5919}"/>
                </a:ext>
              </a:extLst>
            </p:cNvPr>
            <p:cNvSpPr/>
            <p:nvPr/>
          </p:nvSpPr>
          <p:spPr>
            <a:xfrm rot="5400000">
              <a:off x="5179779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6" name="Google Shape;145;p25">
              <a:extLst>
                <a:ext uri="{FF2B5EF4-FFF2-40B4-BE49-F238E27FC236}">
                  <a16:creationId xmlns:a16="http://schemas.microsoft.com/office/drawing/2014/main" id="{E094541F-4FB6-4C3A-AE1D-1A2F7D8EAA68}"/>
                </a:ext>
              </a:extLst>
            </p:cNvPr>
            <p:cNvSpPr/>
            <p:nvPr/>
          </p:nvSpPr>
          <p:spPr>
            <a:xfrm rot="5400000">
              <a:off x="5373239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7" name="Google Shape;146;p25">
              <a:extLst>
                <a:ext uri="{FF2B5EF4-FFF2-40B4-BE49-F238E27FC236}">
                  <a16:creationId xmlns:a16="http://schemas.microsoft.com/office/drawing/2014/main" id="{CBBE2025-B12D-4974-91A8-7E1F8420E607}"/>
                </a:ext>
              </a:extLst>
            </p:cNvPr>
            <p:cNvSpPr/>
            <p:nvPr/>
          </p:nvSpPr>
          <p:spPr>
            <a:xfrm rot="5400000">
              <a:off x="5566700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8" name="Google Shape;147;p25">
              <a:extLst>
                <a:ext uri="{FF2B5EF4-FFF2-40B4-BE49-F238E27FC236}">
                  <a16:creationId xmlns:a16="http://schemas.microsoft.com/office/drawing/2014/main" id="{2D3C2064-1540-47C3-8777-164806F77088}"/>
                </a:ext>
              </a:extLst>
            </p:cNvPr>
            <p:cNvSpPr/>
            <p:nvPr/>
          </p:nvSpPr>
          <p:spPr>
            <a:xfrm rot="5400000">
              <a:off x="5760150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4491093"/>
      </p:ext>
    </p:extLst>
  </p:cSld>
  <p:clrMapOvr>
    <a:masterClrMapping/>
  </p:clrMapOvr>
  <p:transition spd="slow" advClick="0" advTm="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c7bdb05f15af4c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8336864edcac478d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d6fd3fc9ae614edd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5b73098ca1574f32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d6fd3fc9ae614edd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7f0f0ce27acb4a48a0bef10670bfe10c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94fee738878d4f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cacb28900879465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17545e05f6b747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7fabeb119a4a4ca6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57cbbf677e7f4492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5451556e25ed4f34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b4f2e5da0ac847a3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8a26a9cb4598459b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469cd4a2051742ce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a6d3e13ecf584f6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c0afd190b6a4442f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ed7f6f04d5b84fd8ba14c75cd721f1f7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fc78afcaa30c4e7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1e356a0748c047a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55a96a09c6f24d8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b1f64d0955af4439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9c3c56cc5859405d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6f34482194224393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9c3c56cc5859405d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eaaf188c2b974c87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9c3c56cc5859405d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b149a2a3e873443abf7d8c291b86b857"/>
              </a:rPr>
              <a:t>部分字体来源于</a:t>
            </a:r>
            <a:r>
              <a:rPr lang="en-US" altLang="zh-CN" dirty="0">
                <a:hlinkClick r:id="Rb149a2a3e873443abf7d8c291b86b857"/>
              </a:rPr>
              <a:t>100font.com  </a:t>
            </a:r>
            <a:r>
              <a:rPr lang="zh-CN" altLang="en-US" dirty="0">
                <a:hlinkClick r:id="Rb149a2a3e873443abf7d8c291b86b857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7ebc549c8b0b43ab8b5c8a1432f33b53"/>
              </a:rPr>
              <a:t>部分图标来源于</a:t>
            </a:r>
            <a:r>
              <a:rPr lang="en-US" altLang="zh-CN" dirty="0">
                <a:hlinkClick r:id="R7ebc549c8b0b43ab8b5c8a1432f33b53"/>
              </a:rPr>
              <a:t>Storyset.com </a:t>
            </a:r>
            <a:r>
              <a:rPr lang="zh-CN" altLang="en-US" dirty="0">
                <a:hlinkClick r:id="R7ebc549c8b0b43ab8b5c8a1432f33b53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slides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1754</TotalTime>
  <Words>1644</Words>
  <Application>Microsoft Office PowerPoint</Application>
  <PresentationFormat>宽屏</PresentationFormat>
  <Paragraphs>228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Tenor Sans</vt:lpstr>
      <vt:lpstr>思源黑体 CN Light</vt:lpstr>
      <vt:lpstr>微软雅黑</vt:lpstr>
      <vt:lpstr>Arial</vt:lpstr>
      <vt:lpstr>Calibri Light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JP Liu</cp:lastModifiedBy>
  <cp:revision>265</cp:revision>
  <dcterms:created xsi:type="dcterms:W3CDTF">2021-05-06T02:24:00Z</dcterms:created>
  <dcterms:modified xsi:type="dcterms:W3CDTF">2025-04-28T03:58:51Z</dcterms:modified>
</cp:coreProperties>
</file>