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Default Extension="bin" ContentType="image/jpeg"/>
  <Override PartName="/docProps/core.xml" ContentType="application/vnd.openxmlformats-package.core-properties+xml"/>
  <Override PartName="/docProps/app.xml" ContentType="application/vnd.openxmlformats-officedocument.extended-properties+xml"/>
  <Override PartName="/ppt/notesMasters/notesMaster1.xml" ContentType="application/vnd.openxmlformats-officedocument.presentationml.notesMaster+xml"/>
  <Override PartName="/ppt/notesMasters/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s/slide1.xml" ContentType="application/vnd.openxmlformats-officedocument.presentationml.slide+xml"/>
  <Override PartName="/ppt/media/image2.bin" ContentType="image/png"/>
  <Override PartName="/ppt/media/image3.bin" ContentType="image/png"/>
  <Override PartName="/ppt/media/image4.bin" ContentType="image/png"/>
  <Override PartName="/ppt/slides/slide2.xml" ContentType="application/vnd.openxmlformats-officedocument.presentationml.slide+xml"/>
  <Override PartName="/ppt/slides/slide3.xml" ContentType="application/vnd.openxmlformats-officedocument.presentationml.slide+xml"/>
  <Override PartName="/ppt/notesSlides/notesSlide1.xml" ContentType="application/vnd.openxmlformats-officedocument.presentationml.notesSlide+xml"/>
  <Override PartName="/ppt/slides/slide4.xml" ContentType="application/vnd.openxmlformats-officedocument.presentationml.slide+xml"/>
  <Override PartName="/ppt/media/image5.bin" ContentType="image/png"/>
  <Override PartName="/ppt/media/image6.bin" ContentType="image/png"/>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tags/tag1.xml" ContentType="application/vnd.openxmlformats-officedocument.presentationml.tags+xml"/>
  <Override PartName="/ppt/slides/tags/tag2.xml" ContentType="application/vnd.openxmlformats-officedocument.presentationml.tags+xml"/>
  <Override PartName="/ppt/slides/tags/tag3.xml" ContentType="application/vnd.openxmlformats-officedocument.presentationml.tags+xml"/>
  <Override PartName="/ppt/slides/tags/tag4.xml" ContentType="application/vnd.openxmlformats-officedocument.presentationml.tags+xml"/>
  <Override PartName="/ppt/slides/tags/tag5.xml" ContentType="application/vnd.openxmlformats-officedocument.presentationml.tags+xml"/>
  <Override PartName="/ppt/slides/tags/tag6.xml" ContentType="application/vnd.openxmlformats-officedocument.presentationml.tags+xml"/>
  <Override PartName="/ppt/slides/tags/tag7.xml" ContentType="application/vnd.openxmlformats-officedocument.presentationml.tags+xml"/>
  <Override PartName="/ppt/slides/tags/tag8.xml" ContentType="application/vnd.openxmlformats-officedocument.presentationml.tags+xml"/>
  <Override PartName="/ppt/slides/tags/tag9.xml" ContentType="application/vnd.openxmlformats-officedocument.presentationml.tags+xml"/>
  <Override PartName="/ppt/slides/tags/tag10.xml" ContentType="application/vnd.openxmlformats-officedocument.presentationml.tags+xml"/>
  <Override PartName="/ppt/slides/tags/tag11.xml" ContentType="application/vnd.openxmlformats-officedocument.presentationml.tags+xml"/>
  <Override PartName="/ppt/slides/tags/tag12.xml" ContentType="application/vnd.openxmlformats-officedocument.presentationml.tags+xml"/>
  <Override PartName="/ppt/slides/tags/tag13.xml" ContentType="application/vnd.openxmlformats-officedocument.presentationml.tags+xml"/>
  <Override PartName="/ppt/slides/tags/tag14.xml" ContentType="application/vnd.openxmlformats-officedocument.presentationml.tags+xml"/>
  <Override PartName="/ppt/slides/tags/tag15.xml" ContentType="application/vnd.openxmlformats-officedocument.presentationml.tags+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media/image9.bin" ContentType="image/png"/>
  <Override PartName="/ppt/slides/tags/tag16.xml" ContentType="application/vnd.openxmlformats-officedocument.presentationml.tags+xml"/>
  <Override PartName="/ppt/slides/tags/tag17.xml" ContentType="application/vnd.openxmlformats-officedocument.presentationml.tags+xml"/>
  <Override PartName="/ppt/slides/tags/tag18.xml" ContentType="application/vnd.openxmlformats-officedocument.presentationml.tags+xml"/>
  <Override PartName="/ppt/slides/tags/tag19.xml" ContentType="application/vnd.openxmlformats-officedocument.presentationml.tags+xml"/>
  <Override PartName="/ppt/slides/tags/tag20.xml" ContentType="application/vnd.openxmlformats-officedocument.presentationml.tags+xml"/>
  <Override PartName="/ppt/slides/tags/tag21.xml" ContentType="application/vnd.openxmlformats-officedocument.presentationml.tags+xml"/>
  <Override PartName="/ppt/slides/tags/tag22.xml" ContentType="application/vnd.openxmlformats-officedocument.presentationml.tags+xml"/>
  <Override PartName="/ppt/slides/tags/tag23.xml" ContentType="application/vnd.openxmlformats-officedocument.presentationml.tags+xml"/>
  <Override PartName="/ppt/slides/tags/tag24.xml" ContentType="application/vnd.openxmlformats-officedocument.presentationml.tags+xml"/>
  <Override PartName="/ppt/slides/tags/tag25.xml" ContentType="application/vnd.openxmlformats-officedocument.presentationml.tags+xml"/>
  <Override PartName="/ppt/slides/tags/tag26.xml" ContentType="application/vnd.openxmlformats-officedocument.presentationml.tags+xml"/>
  <Override PartName="/ppt/slides/tags/tag27.xml" ContentType="application/vnd.openxmlformats-officedocument.presentationml.tags+xml"/>
  <Override PartName="/ppt/slides/tags/tag28.xml" ContentType="application/vnd.openxmlformats-officedocument.presentationml.tags+xml"/>
  <Override PartName="/ppt/slides/tags/tag29.xml" ContentType="application/vnd.openxmlformats-officedocument.presentationml.tags+xml"/>
  <Override PartName="/ppt/slides/tags/tag30.xml" ContentType="application/vnd.openxmlformats-officedocument.presentationml.tags+xml"/>
  <Override PartName="/ppt/slides/tags/tag31.xml" ContentType="application/vnd.openxmlformats-officedocument.presentationml.tags+xml"/>
  <Override PartName="/ppt/slides/tags/tag32.xml" ContentType="application/vnd.openxmlformats-officedocument.presentationml.tags+xml"/>
  <Override PartName="/ppt/slides/tags/tag33.xml" ContentType="application/vnd.openxmlformats-officedocument.presentationml.tags+xml"/>
  <Override PartName="/ppt/slides/tags/tag34.xml" ContentType="application/vnd.openxmlformats-officedocument.presentationml.tags+xml"/>
  <Override PartName="/ppt/slides/tags/tag35.xml" ContentType="application/vnd.openxmlformats-officedocument.presentationml.tags+xml"/>
  <Override PartName="/ppt/slides/tags/tag36.xml" ContentType="application/vnd.openxmlformats-officedocument.presentationml.tags+xml"/>
  <Override PartName="/ppt/slides/tags/tag37.xml" ContentType="application/vnd.openxmlformats-officedocument.presentationml.tags+xml"/>
  <Override PartName="/ppt/slides/tags/tag38.xml" ContentType="application/vnd.openxmlformats-officedocument.presentationml.tags+xml"/>
  <Override PartName="/ppt/slides/tags/tag39.xml" ContentType="application/vnd.openxmlformats-officedocument.presentationml.tags+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tags/tag40.xml" ContentType="application/vnd.openxmlformats-officedocument.presentationml.tags+xml"/>
  <Override PartName="/ppt/slides/tags/tag41.xml" ContentType="application/vnd.openxmlformats-officedocument.presentationml.tags+xml"/>
  <Override PartName="/ppt/slides/tags/tag42.xml" ContentType="application/vnd.openxmlformats-officedocument.presentationml.tags+xml"/>
  <Override PartName="/ppt/slides/tags/tag43.xml" ContentType="application/vnd.openxmlformats-officedocument.presentationml.tags+xml"/>
  <Override PartName="/ppt/slides/tags/tag44.xml" ContentType="application/vnd.openxmlformats-officedocument.presentationml.tags+xml"/>
  <Override PartName="/ppt/slides/tags/tag45.xml" ContentType="application/vnd.openxmlformats-officedocument.presentationml.tags+xml"/>
  <Override PartName="/ppt/slides/tags/tag46.xml" ContentType="application/vnd.openxmlformats-officedocument.presentationml.tags+xml"/>
  <Override PartName="/ppt/slides/tags/tag47.xml" ContentType="application/vnd.openxmlformats-officedocument.presentationml.tags+xml"/>
  <Override PartName="/ppt/slides/tags/tag48.xml" ContentType="application/vnd.openxmlformats-officedocument.presentationml.tags+xml"/>
  <Override PartName="/ppt/slides/tags/tag49.xml" ContentType="application/vnd.openxmlformats-officedocument.presentationml.tags+xml"/>
  <Override PartName="/ppt/slides/slide15.xml" ContentType="application/vnd.openxmlformats-officedocument.presentationml.slide+xml"/>
  <Override PartName="/ppt/media/image10.bin" ContentType="image/png"/>
  <Override PartName="/ppt/slides/slide16.xml" ContentType="application/vnd.openxmlformats-officedocument.presentationml.slide+xml"/>
  <Override PartName="/ppt/slides/slide17.xml" ContentType="application/vnd.openxmlformats-officedocument.presentationml.slide+xml"/>
  <Override PartName="/ppt/slides/tags/tag50.xml" ContentType="application/vnd.openxmlformats-officedocument.presentationml.tags+xml"/>
  <Override PartName="/ppt/slides/tags/tag51.xml" ContentType="application/vnd.openxmlformats-officedocument.presentationml.tags+xml"/>
  <Override PartName="/ppt/slides/tags/tag52.xml" ContentType="application/vnd.openxmlformats-officedocument.presentationml.tags+xml"/>
  <Override PartName="/ppt/slides/tags/tag53.xml" ContentType="application/vnd.openxmlformats-officedocument.presentationml.tags+xml"/>
  <Override PartName="/ppt/slides/tags/tag54.xml" ContentType="application/vnd.openxmlformats-officedocument.presentationml.tags+xml"/>
  <Override PartName="/ppt/slides/tags/tag55.xml" ContentType="application/vnd.openxmlformats-officedocument.presentationml.tags+xml"/>
  <Override PartName="/ppt/slides/tags/tag56.xml" ContentType="application/vnd.openxmlformats-officedocument.presentationml.tags+xml"/>
  <Override PartName="/ppt/slides/tags/tag57.xml" ContentType="application/vnd.openxmlformats-officedocument.presentationml.tags+xml"/>
  <Override PartName="/ppt/slides/tags/tag58.xml" ContentType="application/vnd.openxmlformats-officedocument.presentationml.tags+xml"/>
  <Override PartName="/ppt/slides/tags/tag59.xml" ContentType="application/vnd.openxmlformats-officedocument.presentationml.tags+xml"/>
  <Override PartName="/ppt/slides/tags/tag60.xml" ContentType="application/vnd.openxmlformats-officedocument.presentationml.tags+xml"/>
  <Override PartName="/ppt/slides/tags/tag61.xml" ContentType="application/vnd.openxmlformats-officedocument.presentationml.tags+xml"/>
  <Override PartName="/ppt/slides/slide18.xml" ContentType="application/vnd.openxmlformats-officedocument.presentationml.slide+xml"/>
  <Override PartName="/ppt/media/image12.bin" ContentType="image/png"/>
  <Override PartName="/ppt/media/image13.bin" ContentType="image/png"/>
  <Override PartName="/ppt/slides/slide19.xml" ContentType="application/vnd.openxmlformats-officedocument.presentationml.slide+xml"/>
  <Override PartName="/ppt/slides/tags/tag62.xml" ContentType="application/vnd.openxmlformats-officedocument.presentationml.tags+xml"/>
  <Override PartName="/ppt/slides/tags/tag63.xml" ContentType="application/vnd.openxmlformats-officedocument.presentationml.tags+xml"/>
  <Override PartName="/ppt/slides/tags/tag64.xml" ContentType="application/vnd.openxmlformats-officedocument.presentationml.tags+xml"/>
  <Override PartName="/ppt/slides/tags/tag65.xml" ContentType="application/vnd.openxmlformats-officedocument.presentationml.tags+xml"/>
  <Override PartName="/ppt/slides/tags/tag66.xml" ContentType="application/vnd.openxmlformats-officedocument.presentationml.tags+xml"/>
  <Override PartName="/ppt/slides/tags/tag67.xml" ContentType="application/vnd.openxmlformats-officedocument.presentationml.tags+xml"/>
  <Override PartName="/ppt/slides/tags/tag68.xml" ContentType="application/vnd.openxmlformats-officedocument.presentationml.tags+xml"/>
  <Override PartName="/ppt/slides/tags/tag69.xml" ContentType="application/vnd.openxmlformats-officedocument.presentationml.tags+xml"/>
  <Override PartName="/ppt/slides/tags/tag70.xml" ContentType="application/vnd.openxmlformats-officedocument.presentationml.tags+xml"/>
  <Override PartName="/ppt/slides/tags/tag71.xml" ContentType="application/vnd.openxmlformats-officedocument.presentationml.tags+xml"/>
  <Override PartName="/ppt/slides/tags/tag72.xml" ContentType="application/vnd.openxmlformats-officedocument.presentationml.tags+xml"/>
  <Override PartName="/ppt/slides/tags/tag73.xml" ContentType="application/vnd.openxmlformats-officedocument.presentationml.tags+xml"/>
  <Override PartName="/ppt/slides/tags/tag74.xml" ContentType="application/vnd.openxmlformats-officedocument.presentationml.tags+xml"/>
  <Override PartName="/ppt/slides/tags/tag75.xml" ContentType="application/vnd.openxmlformats-officedocument.presentationml.tags+xml"/>
  <Override PartName="/ppt/slides/tags/tag76.xml" ContentType="application/vnd.openxmlformats-officedocument.presentationml.tags+xml"/>
  <Override PartName="/ppt/slides/tags/tag77.xml" ContentType="application/vnd.openxmlformats-officedocument.presentationml.tags+xml"/>
  <Override PartName="/ppt/slides/tags/tag78.xml" ContentType="application/vnd.openxmlformats-officedocument.presentationml.tags+xml"/>
  <Override PartName="/ppt/slides/tags/tag79.xml" ContentType="application/vnd.openxmlformats-officedocument.presentationml.tags+xml"/>
  <Override PartName="/ppt/slides/tags/tag80.xml" ContentType="application/vnd.openxmlformats-officedocument.presentationml.tags+xml"/>
  <Override PartName="/ppt/slides/tags/tag81.xml" ContentType="application/vnd.openxmlformats-officedocument.presentationml.tags+xml"/>
  <Override PartName="/ppt/slides/tags/tag82.xml" ContentType="application/vnd.openxmlformats-officedocument.presentationml.tags+xml"/>
  <Override PartName="/ppt/slides/slide20.xml" ContentType="application/vnd.openxmlformats-officedocument.presentationml.slide+xml"/>
  <Override PartName="/ppt/slides/slide21.xml" ContentType="application/vnd.openxmlformats-officedocument.presentationml.slide+xml"/>
  <Override PartName="/ppt/media/image15.bin" ContentType="image/png"/>
  <Override PartName="/ppt/media/image16.bin" ContentType="image/png"/>
  <Override PartName="/ppt/customXML/item.xml" ContentType="application/inkml+xml"/>
  <Override PartName="/ppt/customXML/item2.xml" ContentType="application/inkml+xml"/>
  <Override PartName="/ppt/slides/slide22.xml" ContentType="application/vnd.openxmlformats-officedocument.presentationml.slide+xml"/>
  <Override PartName="/ppt/media/image19.bin" ContentType="image/png"/>
  <Override PartName="/ppt/media/image20.bin" ContentType="image/png"/>
  <Override PartName="/ppt/customXML/item3.xml" ContentType="application/inkml+xml"/>
  <Override PartName="/ppt/customXML/item4.xml" ContentType="application/inkml+xml"/>
  <Override PartName="/ppt/customXML/item5.xml" ContentType="application/inkml+xml"/>
  <Override PartName="/ppt/slides/slide23.xml" ContentType="application/vnd.openxmlformats-officedocument.presentationml.slide+xml"/>
  <Override PartName="/ppt/media/image22.bin" ContentType="image/png"/>
  <Override PartName="/ppt/media/image23.bin" ContentType="image/png"/>
  <Override PartName="/ppt/media/image24.bin" ContentType="image/png"/>
  <Override PartName="/ppt/customXML/item6.xml" ContentType="application/inkml+xml"/>
  <Override PartName="/ppt/customXML/item7.xml" ContentType="application/inkml+xml"/>
  <Override PartName="/ppt/customXML/item8.xml" ContentType="application/inkml+xml"/>
  <Override PartName="/ppt/slides/slide24.xml" ContentType="application/vnd.openxmlformats-officedocument.presentationml.slide+xml"/>
</Types>
</file>

<file path=_rels/.rels>&#65279;<?xml version="1.0" encoding="utf-8"?><Relationships xmlns="http://schemas.openxmlformats.org/package/2006/relationships"><Relationship Type="http://schemas.openxmlformats.org/officeDocument/2006/relationships/officeDocument" Target="/ppt/presentation.xml" Id="Rc21328c55a814e98" /><Relationship Type="http://schemas.openxmlformats.org/package/2006/relationships/metadata/core-properties" Target="/docProps/core.xml" Id="Rb450e287277f42ff" /><Relationship Type="http://schemas.openxmlformats.org/officeDocument/2006/relationships/extended-properties" Target="/docProps/app.xml" Id="Rb84b7ac95f604674"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c82df1860e7f4ff7"/>
  </p:sldMasterIdLst>
  <p:notesMasterIdLst>
    <p:notesMasterId r:id="R42600d2a97964941"/>
  </p:notesMasterIdLst>
  <p:sldIdLst>
    <p:sldId id="256" r:id="Rabd63404e9264887"/>
    <p:sldId id="257" r:id="Ra8647ecffea24f98"/>
    <p:sldId id="258" r:id="R6d08b7ec35894052"/>
    <p:sldId id="259" r:id="Rc05fa4f0815944cc"/>
    <p:sldId id="260" r:id="R9ea72e3dc19147eb"/>
    <p:sldId id="261" r:id="Rc1d5f587df534964"/>
    <p:sldId id="262" r:id="R604674d6f12140fd"/>
    <p:sldId id="263" r:id="R9b4afa6e85c648d8"/>
    <p:sldId id="264" r:id="R6e5255a5971f48cd"/>
    <p:sldId id="265" r:id="R2de5df838e504e8e"/>
    <p:sldId id="266" r:id="R73aba59eaf8e4e49"/>
    <p:sldId id="267" r:id="R27d50741b4364795"/>
    <p:sldId id="268" r:id="Rd2eb5f81ffa94c53"/>
    <p:sldId id="269" r:id="R0d959138e9b04e79"/>
    <p:sldId id="270" r:id="Ra866f00bffd648cf"/>
    <p:sldId id="271" r:id="Re3f376f82fc54fb8"/>
    <p:sldId id="272" r:id="R6cafbee704ce4724"/>
    <p:sldId id="273" r:id="R6547e450f26f4196"/>
    <p:sldId id="274" r:id="R1fdd5ff91c3b4861"/>
    <p:sldId id="275" r:id="R5139b3b1ef8542b4"/>
    <p:sldId id="276" r:id="R584b7f4a78414070"/>
    <p:sldId id="277" r:id="R1816db4b84c645d9"/>
    <p:sldId id="278" r:id="R49fbe07e19594dc4"/>
    <p:sldId id="279" r:id="R2b1f63ec036f401d"/>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E9A8"/>
    <a:srgbClr val="FBC27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4624"/>
  </p:normalViewPr>
  <p:slideViewPr>
    <p:cSldViewPr showGuides="1">
      <p:cViewPr varScale="1">
        <p:scale>
          <a:sx n="82" d="100"/>
          <a:sy n="82" d="100"/>
        </p:scale>
        <p:origin x="39" y="453"/>
      </p:cViewPr>
      <p:guideLst>
        <p:guide orient="horz" pos="2160"/>
        <p:guide pos="3840"/>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2008" cy="72008"/>
</p:viewPr>
</file>

<file path=ppt/_rels/presentation.xml.rels>&#65279;<?xml version="1.0" encoding="utf-8"?><Relationships xmlns="http://schemas.openxmlformats.org/package/2006/relationships"><Relationship Type="http://schemas.openxmlformats.org/officeDocument/2006/relationships/notesMaster" Target="/ppt/notesMasters/notesMaster1.xml" Id="R42600d2a97964941" /><Relationship Type="http://schemas.openxmlformats.org/officeDocument/2006/relationships/presProps" Target="/ppt/presProps.xml" Id="R821b112681ec401f" /><Relationship Type="http://schemas.openxmlformats.org/officeDocument/2006/relationships/viewProps" Target="/ppt/viewProps.xml" Id="Rd3834d526fc54e53" /><Relationship Type="http://schemas.openxmlformats.org/officeDocument/2006/relationships/slideMaster" Target="/ppt/slideMasters/slideMaster1.xml" Id="Rc82df1860e7f4ff7" /><Relationship Type="http://schemas.openxmlformats.org/officeDocument/2006/relationships/theme" Target="/ppt/slideMasters/theme/theme2.xml" Id="Rbfe0d693c2c74a0f" /><Relationship Type="http://schemas.openxmlformats.org/officeDocument/2006/relationships/slide" Target="/ppt/slides/slide1.xml" Id="Rabd63404e9264887" /><Relationship Type="http://schemas.openxmlformats.org/officeDocument/2006/relationships/slide" Target="/ppt/slides/slide2.xml" Id="Ra8647ecffea24f98" /><Relationship Type="http://schemas.openxmlformats.org/officeDocument/2006/relationships/slide" Target="/ppt/slides/slide3.xml" Id="R6d08b7ec35894052" /><Relationship Type="http://schemas.openxmlformats.org/officeDocument/2006/relationships/slide" Target="/ppt/slides/slide4.xml" Id="Rc05fa4f0815944cc" /><Relationship Type="http://schemas.openxmlformats.org/officeDocument/2006/relationships/slide" Target="/ppt/slides/slide5.xml" Id="R9ea72e3dc19147eb" /><Relationship Type="http://schemas.openxmlformats.org/officeDocument/2006/relationships/slide" Target="/ppt/slides/slide6.xml" Id="Rc1d5f587df534964" /><Relationship Type="http://schemas.openxmlformats.org/officeDocument/2006/relationships/slide" Target="/ppt/slides/slide7.xml" Id="R604674d6f12140fd" /><Relationship Type="http://schemas.openxmlformats.org/officeDocument/2006/relationships/slide" Target="/ppt/slides/slide8.xml" Id="R9b4afa6e85c648d8" /><Relationship Type="http://schemas.openxmlformats.org/officeDocument/2006/relationships/slide" Target="/ppt/slides/slide9.xml" Id="R6e5255a5971f48cd" /><Relationship Type="http://schemas.openxmlformats.org/officeDocument/2006/relationships/slide" Target="/ppt/slides/slide10.xml" Id="R2de5df838e504e8e" /><Relationship Type="http://schemas.openxmlformats.org/officeDocument/2006/relationships/slide" Target="/ppt/slides/slide11.xml" Id="R73aba59eaf8e4e49" /><Relationship Type="http://schemas.openxmlformats.org/officeDocument/2006/relationships/slide" Target="/ppt/slides/slide12.xml" Id="R27d50741b4364795" /><Relationship Type="http://schemas.openxmlformats.org/officeDocument/2006/relationships/slide" Target="/ppt/slides/slide13.xml" Id="Rd2eb5f81ffa94c53" /><Relationship Type="http://schemas.openxmlformats.org/officeDocument/2006/relationships/slide" Target="/ppt/slides/slide14.xml" Id="R0d959138e9b04e79" /><Relationship Type="http://schemas.openxmlformats.org/officeDocument/2006/relationships/slide" Target="/ppt/slides/slide15.xml" Id="Ra866f00bffd648cf" /><Relationship Type="http://schemas.openxmlformats.org/officeDocument/2006/relationships/slide" Target="/ppt/slides/slide16.xml" Id="Re3f376f82fc54fb8" /><Relationship Type="http://schemas.openxmlformats.org/officeDocument/2006/relationships/slide" Target="/ppt/slides/slide17.xml" Id="R6cafbee704ce4724" /><Relationship Type="http://schemas.openxmlformats.org/officeDocument/2006/relationships/slide" Target="/ppt/slides/slide18.xml" Id="R6547e450f26f4196" /><Relationship Type="http://schemas.openxmlformats.org/officeDocument/2006/relationships/slide" Target="/ppt/slides/slide19.xml" Id="R1fdd5ff91c3b4861" /><Relationship Type="http://schemas.openxmlformats.org/officeDocument/2006/relationships/slide" Target="/ppt/slides/slide20.xml" Id="R5139b3b1ef8542b4" /><Relationship Type="http://schemas.openxmlformats.org/officeDocument/2006/relationships/slide" Target="/ppt/slides/slide21.xml" Id="R584b7f4a78414070" /><Relationship Type="http://schemas.openxmlformats.org/officeDocument/2006/relationships/slide" Target="/ppt/slides/slide22.xml" Id="R1816db4b84c645d9" /><Relationship Type="http://schemas.openxmlformats.org/officeDocument/2006/relationships/slide" Target="/ppt/slides/slide23.xml" Id="R49fbe07e19594dc4" /><Relationship Type="http://schemas.openxmlformats.org/officeDocument/2006/relationships/slide" Target="/ppt/slides/slide24.xml" Id="R2b1f63ec036f401d" /></Relationships>
</file>

<file path=ppt/customXML/item.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6"/>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17"/>
    </inkml:context>
    <inkml:brush xml:id="br0">
      <inkml:brushProperty name="width" value="0.2" units="cm"/>
      <inkml:brushProperty name="height" value="0.2" units="cm"/>
      <inkml:brushProperty name="color" value="#EAEAEA"/>
    </inkml:brush>
  </inkml:definitions>
  <inkml:trace contextRef="#ctx0" brushRef="#br0">0 1 24575</inkml:trace>
</inkml:ink>
</file>

<file path=ppt/customXML/item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3"/>
    </inkml:context>
    <inkml:brush xml:id="br0">
      <inkml:brushProperty name="width" value="0.2" units="cm"/>
      <inkml:brushProperty name="height" value="0.2" units="cm"/>
      <inkml:brushProperty name="color" value="#EAEAEA"/>
    </inkml:brush>
  </inkml:definitions>
  <inkml:trace contextRef="#ctx0" brushRef="#br0">1 1 24575,'5255'0'-1365</inkml:trace>
</inkml:ink>
</file>

<file path=ppt/customXML/item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06"/>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17"/>
    </inkml:context>
    <inkml:brush xml:id="br0">
      <inkml:brushProperty name="width" value="0.2" units="cm"/>
      <inkml:brushProperty name="height" value="0.2" units="cm"/>
      <inkml:brushProperty name="color" value="#EAEAEA"/>
    </inkml:brush>
  </inkml:definitions>
  <inkml:trace contextRef="#ctx0" brushRef="#br0">0 1 24575</inkml:trace>
</inkml:ink>
</file>

<file path=ppt/customXML/item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7:37"/>
    </inkml:context>
    <inkml:brush xml:id="br0">
      <inkml:brushProperty name="width" value="0.2" units="cm"/>
      <inkml:brushProperty name="height" value="0.2" units="cm"/>
      <inkml:brushProperty name="color" value="#EAEAEA"/>
    </inkml:brush>
  </inkml:definitions>
  <inkml:trace contextRef="#ctx0" brushRef="#br0">0 0 24575,'0'0'-8191</inkml:trace>
</inkml:ink>
</file>

<file path=ppt/customXML/item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8:18"/>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customXML/item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5-26T02:48:18"/>
    </inkml:context>
    <inkml:brush xml:id="br0">
      <inkml:brushProperty name="width" value="0.2" units="cm"/>
      <inkml:brushProperty name="height" value="0.2" units="cm"/>
      <inkml:brushProperty name="color" value="#EAEAEA"/>
    </inkml:brush>
  </inkml:definitions>
  <inkml:trace contextRef="#ctx0" brushRef="#br0">0 1 24575,'0'0'-8191</inkml:trace>
</inkml:ink>
</file>

<file path=ppt/notesMasters/_rels/notesMaster1.xml.rels>&#65279;<?xml version="1.0" encoding="utf-8"?><Relationships xmlns="http://schemas.openxmlformats.org/package/2006/relationships"><Relationship Type="http://schemas.openxmlformats.org/officeDocument/2006/relationships/theme" Target="/ppt/notesMasters/theme/theme1.xml" Id="R8047c486df7147aa"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53B27B-1841-43BA-A5FB-B9108D610AC6}" type="datetimeFigureOut">
              <a:rPr lang="zh-CN" altLang="en-US"/>
              <a:t>2025/4/28</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DD37255-7620-4030-8EBD-66095D6EF110}" type="slidenum">
              <a:rPr lang="zh-CN" altLang="en-US"/>
              <a:t>‹#›</a:t>
            </a:fld>
            <a:endParaRPr lang="zh-CN" altLang="en-US"/>
          </a:p>
        </p:txBody>
      </p:sp>
    </p:spTree>
    <p:extLst>
      <p:ext uri="{BB962C8B-B14F-4D97-AF65-F5344CB8AC3E}">
        <p14:creationId xmlns:p14="http://schemas.microsoft.com/office/powerpoint/2010/main" val="12023831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notesSlides/_rels/notesSlide1.xml.rels>&#65279;<?xml version="1.0" encoding="utf-8"?><Relationships xmlns="http://schemas.openxmlformats.org/package/2006/relationships"><Relationship Type="http://schemas.openxmlformats.org/officeDocument/2006/relationships/slide" Target="/ppt/slides/slide3.xml" Id="R594602563f374999" /><Relationship Type="http://schemas.openxmlformats.org/officeDocument/2006/relationships/notesMaster" Target="/ppt/notesMasters/notesMaster1.xml" Id="Rf6a58f66ff49466a"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ct val="0"/>
              </a:spcBef>
              <a:spcAft>
                <a:spcPct val="0"/>
              </a:spcAft>
              <a:buClrTx/>
              <a:buSzTx/>
              <a:buFontTx/>
              <a:buNone/>
              <a:defRPr/>
            </a:pPr>
            <a:r>
              <a:rPr lang="zh-CN" altLang="en-US" sz="1200">
                <a:latin typeface="微软雅黑" panose="020B0503020204020204" pitchFamily="34" charset="-122"/>
                <a:ea typeface="微软雅黑" panose="020B0503020204020204" pitchFamily="34" charset="-122"/>
              </a:rPr>
              <a:t>模板来自于：XX</a:t>
            </a:r>
            <a:r>
              <a:rPr lang="en-US" altLang="zh-CN" sz="1200">
                <a:latin typeface="微软雅黑" panose="020B0503020204020204" pitchFamily="34" charset="-122"/>
                <a:ea typeface="微软雅黑" panose="020B0503020204020204" pitchFamily="34" charset="-122"/>
              </a:rPr>
              <a:t>PPT</a:t>
            </a:r>
            <a:r>
              <a:rPr lang="zh-CN" altLang="en-US" sz="1200">
                <a:latin typeface="微软雅黑" panose="020B0503020204020204" pitchFamily="34" charset="-122"/>
                <a:ea typeface="微软雅黑" panose="020B0503020204020204" pitchFamily="34" charset="-122"/>
              </a:rPr>
              <a:t> </a:t>
            </a:r>
            <a:r>
              <a:rPr lang="en-US" altLang="zh-CN" sz="1200">
                <a:latin typeface="微软雅黑" panose="020B0503020204020204" pitchFamily="34" charset="-122"/>
                <a:ea typeface="微软雅黑" panose="020B0503020204020204" pitchFamily="34" charset="-122"/>
              </a:rPr>
              <a:t>https://www.1ppt.com/</a:t>
            </a:r>
            <a:endParaRPr lang="zh-CN" altLang="en-US" sz="1200">
              <a:latin typeface="微软雅黑" panose="020B0503020204020204" pitchFamily="34" charset="-122"/>
              <a:ea typeface="微软雅黑" panose="020B0503020204020204" pitchFamily="34" charset="-122"/>
            </a:endParaRPr>
          </a:p>
          <a:p>
            <a:endParaRPr lang="zh-CN" altLang="en-US"/>
          </a:p>
        </p:txBody>
      </p:sp>
      <p:sp>
        <p:nvSpPr>
          <p:cNvPr id="4" name="灯片编号占位符 3"/>
          <p:cNvSpPr>
            <a:spLocks noGrp="1"/>
          </p:cNvSpPr>
          <p:nvPr>
            <p:ph type="sldNum" sz="quarter" idx="10"/>
          </p:nvPr>
        </p:nvSpPr>
        <p:spPr/>
        <p:txBody>
          <a:bodyPr/>
          <a:lstStyle/>
          <a:p>
            <a:fld id="{BDD37255-7620-4030-8EBD-66095D6EF110}" type="slidenum">
              <a:rPr lang="zh-CN" altLang="en-US"/>
              <a:t>3</a:t>
            </a:fld>
            <a:endParaRPr lang="zh-CN" altLang="en-US"/>
          </a:p>
        </p:txBody>
      </p:sp>
    </p:spTree>
    <p:extLst>
      <p:ext uri="{BB962C8B-B14F-4D97-AF65-F5344CB8AC3E}">
        <p14:creationId xmlns:p14="http://schemas.microsoft.com/office/powerpoint/2010/main" val="3650723073"/>
      </p:ext>
    </p:extLst>
  </p:cSld>
  <p:clrMapOvr>
    <a:masterClrMapping/>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1750a6ed114ad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1888745890f4bf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c55f4dff9354480" /></Relationships>
</file>

<file path=ppt/slideLayouts/_rels/slideLayout4.xml.rels>&#65279;<?xml version="1.0" encoding="utf-8"?><Relationships xmlns="http://schemas.openxmlformats.org/package/2006/relationships"><Relationship Type="http://schemas.openxmlformats.org/officeDocument/2006/relationships/hyperlink" Target="http://www.1ppt.com/hangye/" TargetMode="External" Id="R2551fa89222a42bfab879c59e093815b" /><Relationship Type="http://schemas.openxmlformats.org/officeDocument/2006/relationships/slideMaster" Target="/ppt/slideMasters/slideMaster1.xml" Id="R9c5779c0938d41c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7c16d83be54482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5f34848317f42d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422b6e44fccf45ee"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2f49f2dad924c4a"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c2d39235389f453a"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de5587ba942f480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41786ef039994d4c"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5febc11a16684d8b" /></Relationships>
</file>

<file path=ppt/slideLayouts/slideLayout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8CD0CC-2730-0A7C-F6BC-A76B3A43C87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85585157-CEC9-735A-D392-2859472B3CDF}"/>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6738DC75-9984-F870-587A-7C8B55D65F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C8F1E85-DE25-6853-F56A-543B56F30868}"/>
              </a:ext>
            </a:extLst>
          </p:cNvPr>
          <p:cNvSpPr>
            <a:spLocks noGrp="1"/>
          </p:cNvSpPr>
          <p:nvPr>
            <p:ph type="dt" sz="half" idx="10"/>
          </p:nvPr>
        </p:nvSpPr>
        <p:spPr/>
        <p:txBody>
          <a:bodyPr/>
          <a:lstStyle/>
          <a:p>
            <a:fld id="{D8CC8B8A-F02C-4F92-AEF0-A3E07CF13C16}" type="datetimeFigureOut">
              <a:rPr lang="zh-CN" altLang="en-US"/>
              <a:t>2025/4/28</a:t>
            </a:fld>
            <a:endParaRPr lang="zh-CN" altLang="en-US"/>
          </a:p>
        </p:txBody>
      </p:sp>
      <p:sp>
        <p:nvSpPr>
          <p:cNvPr id="6" name="页脚占位符 5">
            <a:extLst>
              <a:ext uri="{FF2B5EF4-FFF2-40B4-BE49-F238E27FC236}">
                <a16:creationId xmlns:a16="http://schemas.microsoft.com/office/drawing/2014/main" id="{1B4780A3-44E2-A3A5-BDBC-5D98E18A7BA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C373D8D-67AA-98F0-2D95-4BBA2A870A79}"/>
              </a:ext>
            </a:extLst>
          </p:cNvPr>
          <p:cNvSpPr>
            <a:spLocks noGrp="1"/>
          </p:cNvSpPr>
          <p:nvPr>
            <p:ph type="sldNum" sz="quarter" idx="12"/>
          </p:nvPr>
        </p:nvSpPr>
        <p:spPr/>
        <p:txBody>
          <a:bodyPr/>
          <a:lstStyle/>
          <a:p>
            <a:fld id="{73502A5B-E29E-4DF0-A9E5-7B0BFB1187B4}" type="slidenum">
              <a:rPr lang="zh-CN" altLang="en-US"/>
              <a:t>‹#›</a:t>
            </a:fld>
            <a:endParaRPr lang="zh-CN" altLang="en-US"/>
          </a:p>
        </p:txBody>
      </p:sp>
    </p:spTree>
    <p:extLst>
      <p:ext uri="{BB962C8B-B14F-4D97-AF65-F5344CB8AC3E}">
        <p14:creationId xmlns:p14="http://schemas.microsoft.com/office/powerpoint/2010/main" val="391627962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372299-E9B9-E20F-ECB9-AE736284F248}"/>
              </a:ext>
            </a:extLst>
          </p:cNvPr>
          <p:cNvSpPr>
            <a:spLocks noGrp="1"/>
          </p:cNvSpPr>
          <p:nvPr>
            <p:ph type="title"/>
          </p:nvPr>
        </p:nvSpPr>
        <p:spPr>
          <a:xfrm>
            <a:off x="831851" y="1709740"/>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29003080-FBB4-9CBC-AEE5-BAD3E3ACA457}"/>
              </a:ext>
            </a:extLst>
          </p:cNvPr>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85D70C7-8C8C-9513-1FC6-50CD4AB6534F}"/>
              </a:ext>
            </a:extLst>
          </p:cNvPr>
          <p:cNvSpPr>
            <a:spLocks noGrp="1"/>
          </p:cNvSpPr>
          <p:nvPr>
            <p:ph type="dt" sz="half" idx="10"/>
          </p:nvPr>
        </p:nvSpPr>
        <p:spPr/>
        <p:txBody>
          <a:bodyPr/>
          <a:lstStyle/>
          <a:p>
            <a:fld id="{D8CC8B8A-F02C-4F92-AEF0-A3E07CF13C16}" type="datetimeFigureOut">
              <a:rPr lang="zh-CN" altLang="en-US"/>
              <a:t>2025/4/28</a:t>
            </a:fld>
            <a:endParaRPr lang="zh-CN" altLang="en-US"/>
          </a:p>
        </p:txBody>
      </p:sp>
      <p:sp>
        <p:nvSpPr>
          <p:cNvPr id="5" name="页脚占位符 4">
            <a:extLst>
              <a:ext uri="{FF2B5EF4-FFF2-40B4-BE49-F238E27FC236}">
                <a16:creationId xmlns:a16="http://schemas.microsoft.com/office/drawing/2014/main" id="{C757E959-6140-710F-C085-E6C2180849B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DC32E82-E04E-3530-BE1A-B26EB5D2F0E3}"/>
              </a:ext>
            </a:extLst>
          </p:cNvPr>
          <p:cNvSpPr>
            <a:spLocks noGrp="1"/>
          </p:cNvSpPr>
          <p:nvPr>
            <p:ph type="sldNum" sz="quarter" idx="12"/>
          </p:nvPr>
        </p:nvSpPr>
        <p:spPr/>
        <p:txBody>
          <a:bodyPr/>
          <a:lstStyle/>
          <a:p>
            <a:fld id="{73502A5B-E29E-4DF0-A9E5-7B0BFB1187B4}" type="slidenum">
              <a:rPr lang="zh-CN" altLang="en-US"/>
              <a:t>‹#›</a:t>
            </a:fld>
            <a:endParaRPr lang="zh-CN" altLang="en-US"/>
          </a:p>
        </p:txBody>
      </p:sp>
    </p:spTree>
    <p:extLst>
      <p:ext uri="{BB962C8B-B14F-4D97-AF65-F5344CB8AC3E}">
        <p14:creationId xmlns:p14="http://schemas.microsoft.com/office/powerpoint/2010/main" val="3953836218"/>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C8ACBDA-DAA9-F222-6546-1D0504B18CC2}"/>
              </a:ext>
            </a:extLst>
          </p:cNvPr>
          <p:cNvSpPr>
            <a:spLocks noGrp="1"/>
          </p:cNvSpPr>
          <p:nvPr>
            <p:ph type="dt" sz="half" idx="10"/>
          </p:nvPr>
        </p:nvSpPr>
        <p:spPr/>
        <p:txBody>
          <a:bodyPr/>
          <a:lstStyle/>
          <a:p>
            <a:fld id="{D8CC8B8A-F02C-4F92-AEF0-A3E07CF13C16}" type="datetimeFigureOut">
              <a:rPr lang="zh-CN" altLang="en-US"/>
              <a:t>2025/4/28</a:t>
            </a:fld>
            <a:endParaRPr lang="zh-CN" altLang="en-US"/>
          </a:p>
        </p:txBody>
      </p:sp>
      <p:sp>
        <p:nvSpPr>
          <p:cNvPr id="3" name="页脚占位符 2">
            <a:extLst>
              <a:ext uri="{FF2B5EF4-FFF2-40B4-BE49-F238E27FC236}">
                <a16:creationId xmlns:a16="http://schemas.microsoft.com/office/drawing/2014/main" id="{1E3A62AC-A530-BBC3-2668-31C3E0B99EEF}"/>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C0B0ADE0-2493-5579-6E19-AFA586840B6F}"/>
              </a:ext>
            </a:extLst>
          </p:cNvPr>
          <p:cNvSpPr>
            <a:spLocks noGrp="1"/>
          </p:cNvSpPr>
          <p:nvPr>
            <p:ph type="sldNum" sz="quarter" idx="12"/>
          </p:nvPr>
        </p:nvSpPr>
        <p:spPr/>
        <p:txBody>
          <a:bodyPr/>
          <a:lstStyle/>
          <a:p>
            <a:fld id="{73502A5B-E29E-4DF0-A9E5-7B0BFB1187B4}" type="slidenum">
              <a:rPr lang="zh-CN" altLang="en-US"/>
              <a:t>‹#›</a:t>
            </a:fld>
            <a:endParaRPr lang="zh-CN" altLang="en-US"/>
          </a:p>
        </p:txBody>
      </p:sp>
    </p:spTree>
    <p:extLst>
      <p:ext uri="{BB962C8B-B14F-4D97-AF65-F5344CB8AC3E}">
        <p14:creationId xmlns:p14="http://schemas.microsoft.com/office/powerpoint/2010/main" val="1941826553"/>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vertTitleAndTx" preserve="1">
  <p:cSld name="1_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70FC6A2-3E71-89EB-E922-6B91FE16A74B}"/>
              </a:ext>
            </a:extLst>
          </p:cNvPr>
          <p:cNvSpPr>
            <a:spLocks noGrp="1"/>
          </p:cNvSpPr>
          <p:nvPr>
            <p:ph type="title" orient="vert"/>
          </p:nvPr>
        </p:nvSpPr>
        <p:spPr>
          <a:xfrm>
            <a:off x="8724901"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10DFFF6-44EB-21EC-83DF-38FD6EDA3B73}"/>
              </a:ext>
            </a:extLst>
          </p:cNvPr>
          <p:cNvSpPr>
            <a:spLocks noGrp="1"/>
          </p:cNvSpPr>
          <p:nvPr>
            <p:ph type="body" orient="vert" idx="1"/>
          </p:nvPr>
        </p:nvSpPr>
        <p:spPr>
          <a:xfrm>
            <a:off x="838201"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CEC581B-5631-ACEB-7B83-F84E305C94E6}"/>
              </a:ext>
            </a:extLst>
          </p:cNvPr>
          <p:cNvSpPr>
            <a:spLocks noGrp="1"/>
          </p:cNvSpPr>
          <p:nvPr>
            <p:ph type="dt" sz="half" idx="10"/>
          </p:nvPr>
        </p:nvSpPr>
        <p:spPr/>
        <p:txBody>
          <a:bodyPr/>
          <a:lstStyle/>
          <a:p>
            <a:fld id="{D8CC8B8A-F02C-4F92-AEF0-A3E07CF13C16}" type="datetimeFigureOut">
              <a:rPr lang="zh-CN" altLang="en-US"/>
              <a:t>2025/4/28</a:t>
            </a:fld>
            <a:endParaRPr lang="zh-CN" altLang="en-US"/>
          </a:p>
        </p:txBody>
      </p:sp>
      <p:sp>
        <p:nvSpPr>
          <p:cNvPr id="5" name="页脚占位符 4">
            <a:extLst>
              <a:ext uri="{FF2B5EF4-FFF2-40B4-BE49-F238E27FC236}">
                <a16:creationId xmlns:a16="http://schemas.microsoft.com/office/drawing/2014/main" id="{53E2DC3C-30D5-470A-09CA-31E19C3357E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5CFA6AD-7EE3-F772-4B5F-1431B512E861}"/>
              </a:ext>
            </a:extLst>
          </p:cNvPr>
          <p:cNvSpPr>
            <a:spLocks noGrp="1"/>
          </p:cNvSpPr>
          <p:nvPr>
            <p:ph type="sldNum" sz="quarter" idx="12"/>
          </p:nvPr>
        </p:nvSpPr>
        <p:spPr/>
        <p:txBody>
          <a:bodyPr/>
          <a:lstStyle/>
          <a:p>
            <a:fld id="{73502A5B-E29E-4DF0-A9E5-7B0BFB1187B4}" type="slidenum">
              <a:rPr lang="zh-CN" altLang="en-US"/>
              <a:t>‹#›</a:t>
            </a:fld>
            <a:endParaRPr lang="zh-CN" altLang="en-US"/>
          </a:p>
        </p:txBody>
      </p:sp>
      <p:sp>
        <p:nvSpPr>
          <p:cNvPr id="7" name="TextBox 6"/>
          <p:cNvSpPr txBox="1"/>
          <p:nvPr userDrawn="1"/>
        </p:nvSpPr>
        <p:spPr>
          <a:xfrm>
            <a:off x="11645516" y="0"/>
            <a:ext cx="540060" cy="118430"/>
          </a:xfrm>
          <a:prstGeom prst="rect">
            <a:avLst/>
          </a:prstGeom>
          <a:noFill/>
        </p:spPr>
        <p:txBody>
          <a:bodyPr wrap="square" rtlCol="0">
            <a:spAutoFit/>
          </a:bodyPr>
          <a:lstStyle/>
          <a:p>
            <a:pPr>
              <a:lnSpc>
                <a:spcPct val="200000"/>
              </a:lnSpc>
            </a:pPr>
            <a:r>
              <a:rPr lang="zh-CN" altLang="en-US" sz="100">
                <a:latin typeface="微软雅黑" panose="020B0503020204020204" pitchFamily="34" charset="-122"/>
                <a:ea typeface="微软雅黑" panose="020B0503020204020204" pitchFamily="34" charset="-122"/>
                <a:hlinkClick r:id="R2551fa89222a42bfab879c59e093815b"/>
              </a:rPr>
              <a:t>行业</a:t>
            </a:r>
            <a:r>
              <a:rPr lang="en-US" altLang="zh-CN" sz="100">
                <a:latin typeface="微软雅黑" panose="020B0503020204020204" pitchFamily="34" charset="-122"/>
                <a:ea typeface="微软雅黑" panose="020B0503020204020204" pitchFamily="34" charset="-122"/>
                <a:hlinkClick r:id="R2551fa89222a42bfab879c59e093815b"/>
              </a:rPr>
              <a:t>PPT</a:t>
            </a:r>
            <a:r>
              <a:rPr lang="zh-CN" altLang="en-US" sz="100">
                <a:latin typeface="微软雅黑" panose="020B0503020204020204" pitchFamily="34" charset="-122"/>
                <a:ea typeface="微软雅黑" panose="020B0503020204020204" pitchFamily="34" charset="-122"/>
                <a:hlinkClick r:id="R2551fa89222a42bfab879c59e093815b"/>
              </a:rPr>
              <a:t>模板</a:t>
            </a:r>
            <a:r>
              <a:rPr lang="en-US" altLang="zh-CN" sz="100">
                <a:latin typeface="微软雅黑" panose="020B0503020204020204" pitchFamily="34" charset="-122"/>
                <a:ea typeface="微软雅黑" panose="020B0503020204020204" pitchFamily="34" charset="-122"/>
              </a:rPr>
              <a:t>http://www.1ppt.com/hangye/</a:t>
            </a:r>
          </a:p>
        </p:txBody>
      </p:sp>
    </p:spTree>
    <p:extLst>
      <p:ext uri="{BB962C8B-B14F-4D97-AF65-F5344CB8AC3E}">
        <p14:creationId xmlns:p14="http://schemas.microsoft.com/office/powerpoint/2010/main" val="138280377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CD37B2-8F9E-CF49-0240-54583A269E6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1C6601A-07B7-FD5B-920F-5FEDD47B18E3}"/>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E2FFDC7-9234-EDF7-1FCA-415A9CE4AD99}"/>
              </a:ext>
            </a:extLst>
          </p:cNvPr>
          <p:cNvSpPr>
            <a:spLocks noGrp="1"/>
          </p:cNvSpPr>
          <p:nvPr>
            <p:ph type="dt" sz="half" idx="10"/>
          </p:nvPr>
        </p:nvSpPr>
        <p:spPr/>
        <p:txBody>
          <a:bodyPr/>
          <a:lstStyle/>
          <a:p>
            <a:fld id="{D8CC8B8A-F02C-4F92-AEF0-A3E07CF13C16}" type="datetimeFigureOut">
              <a:rPr lang="zh-CN" altLang="en-US"/>
              <a:t>2025/4/28</a:t>
            </a:fld>
            <a:endParaRPr lang="zh-CN" altLang="en-US"/>
          </a:p>
        </p:txBody>
      </p:sp>
      <p:sp>
        <p:nvSpPr>
          <p:cNvPr id="5" name="页脚占位符 4">
            <a:extLst>
              <a:ext uri="{FF2B5EF4-FFF2-40B4-BE49-F238E27FC236}">
                <a16:creationId xmlns:a16="http://schemas.microsoft.com/office/drawing/2014/main" id="{94FE3314-4D1C-4C04-C1F0-1E530800F28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BA2AEBC-D5DB-8C21-B8FB-6AB2EB102964}"/>
              </a:ext>
            </a:extLst>
          </p:cNvPr>
          <p:cNvSpPr>
            <a:spLocks noGrp="1"/>
          </p:cNvSpPr>
          <p:nvPr>
            <p:ph type="sldNum" sz="quarter" idx="12"/>
          </p:nvPr>
        </p:nvSpPr>
        <p:spPr/>
        <p:txBody>
          <a:bodyPr/>
          <a:lstStyle/>
          <a:p>
            <a:fld id="{73502A5B-E29E-4DF0-A9E5-7B0BFB1187B4}" type="slidenum">
              <a:rPr lang="zh-CN" altLang="en-US"/>
              <a:t>‹#›</a:t>
            </a:fld>
            <a:endParaRPr lang="zh-CN" altLang="en-US"/>
          </a:p>
        </p:txBody>
      </p:sp>
    </p:spTree>
    <p:extLst>
      <p:ext uri="{BB962C8B-B14F-4D97-AF65-F5344CB8AC3E}">
        <p14:creationId xmlns:p14="http://schemas.microsoft.com/office/powerpoint/2010/main" val="1210680070"/>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D2C823-3404-6C6C-6DAA-5442CE9D2478}"/>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17BE2D19-516B-157F-EEC3-93F71A5F1C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22627971-9226-21CA-161B-B74D69AC8758}"/>
              </a:ext>
            </a:extLst>
          </p:cNvPr>
          <p:cNvSpPr>
            <a:spLocks noGrp="1"/>
          </p:cNvSpPr>
          <p:nvPr>
            <p:ph type="dt" sz="half" idx="10"/>
          </p:nvPr>
        </p:nvSpPr>
        <p:spPr/>
        <p:txBody>
          <a:bodyPr/>
          <a:lstStyle/>
          <a:p>
            <a:fld id="{D8CC8B8A-F02C-4F92-AEF0-A3E07CF13C16}" type="datetimeFigureOut">
              <a:rPr lang="zh-CN" altLang="en-US"/>
              <a:t>2025/4/28</a:t>
            </a:fld>
            <a:endParaRPr lang="zh-CN" altLang="en-US"/>
          </a:p>
        </p:txBody>
      </p:sp>
      <p:sp>
        <p:nvSpPr>
          <p:cNvPr id="5" name="页脚占位符 4">
            <a:extLst>
              <a:ext uri="{FF2B5EF4-FFF2-40B4-BE49-F238E27FC236}">
                <a16:creationId xmlns:a16="http://schemas.microsoft.com/office/drawing/2014/main" id="{58B6E2D2-511F-68D4-D2AA-3C94C5EF4E4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202DE5C-A8FE-AD7F-408A-F5ABCAD3C0A0}"/>
              </a:ext>
            </a:extLst>
          </p:cNvPr>
          <p:cNvSpPr>
            <a:spLocks noGrp="1"/>
          </p:cNvSpPr>
          <p:nvPr>
            <p:ph type="sldNum" sz="quarter" idx="12"/>
          </p:nvPr>
        </p:nvSpPr>
        <p:spPr/>
        <p:txBody>
          <a:bodyPr/>
          <a:lstStyle/>
          <a:p>
            <a:fld id="{73502A5B-E29E-4DF0-A9E5-7B0BFB1187B4}" type="slidenum">
              <a:rPr lang="zh-CN" altLang="en-US"/>
              <a:t>‹#›</a:t>
            </a:fld>
            <a:endParaRPr lang="zh-CN" altLang="en-US"/>
          </a:p>
        </p:txBody>
      </p:sp>
    </p:spTree>
    <p:extLst>
      <p:ext uri="{BB962C8B-B14F-4D97-AF65-F5344CB8AC3E}">
        <p14:creationId xmlns:p14="http://schemas.microsoft.com/office/powerpoint/2010/main" val="2184909654"/>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D41FAA-9A13-6AFF-6B8F-CA19809572A1}"/>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7ACD6AB-FE63-2E6D-EB8B-613E34142326}"/>
              </a:ext>
            </a:extLst>
          </p:cNvPr>
          <p:cNvSpPr>
            <a:spLocks noGrp="1"/>
          </p:cNvSpPr>
          <p:nvPr>
            <p:ph type="dt" sz="half" idx="10"/>
          </p:nvPr>
        </p:nvSpPr>
        <p:spPr/>
        <p:txBody>
          <a:bodyPr/>
          <a:lstStyle/>
          <a:p>
            <a:fld id="{D8CC8B8A-F02C-4F92-AEF0-A3E07CF13C16}" type="datetimeFigureOut">
              <a:rPr lang="zh-CN" altLang="en-US"/>
              <a:t>2025/4/28</a:t>
            </a:fld>
            <a:endParaRPr lang="zh-CN" altLang="en-US"/>
          </a:p>
        </p:txBody>
      </p:sp>
      <p:sp>
        <p:nvSpPr>
          <p:cNvPr id="4" name="页脚占位符 3">
            <a:extLst>
              <a:ext uri="{FF2B5EF4-FFF2-40B4-BE49-F238E27FC236}">
                <a16:creationId xmlns:a16="http://schemas.microsoft.com/office/drawing/2014/main" id="{94BEFF09-9A3D-D4A9-9EDF-F52E29694588}"/>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9E1609A-6F8D-C6BF-8E91-0C16B60963E4}"/>
              </a:ext>
            </a:extLst>
          </p:cNvPr>
          <p:cNvSpPr>
            <a:spLocks noGrp="1"/>
          </p:cNvSpPr>
          <p:nvPr>
            <p:ph type="sldNum" sz="quarter" idx="12"/>
          </p:nvPr>
        </p:nvSpPr>
        <p:spPr/>
        <p:txBody>
          <a:bodyPr/>
          <a:lstStyle/>
          <a:p>
            <a:fld id="{73502A5B-E29E-4DF0-A9E5-7B0BFB1187B4}" type="slidenum">
              <a:rPr lang="zh-CN" altLang="en-US"/>
              <a:t>‹#›</a:t>
            </a:fld>
            <a:endParaRPr lang="zh-CN" altLang="en-US"/>
          </a:p>
        </p:txBody>
      </p:sp>
    </p:spTree>
    <p:extLst>
      <p:ext uri="{BB962C8B-B14F-4D97-AF65-F5344CB8AC3E}">
        <p14:creationId xmlns:p14="http://schemas.microsoft.com/office/powerpoint/2010/main" val="1380993298"/>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70FC6A2-3E71-89EB-E922-6B91FE16A74B}"/>
              </a:ext>
            </a:extLst>
          </p:cNvPr>
          <p:cNvSpPr>
            <a:spLocks noGrp="1"/>
          </p:cNvSpPr>
          <p:nvPr>
            <p:ph type="title" orient="vert"/>
          </p:nvPr>
        </p:nvSpPr>
        <p:spPr>
          <a:xfrm>
            <a:off x="8724901"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10DFFF6-44EB-21EC-83DF-38FD6EDA3B73}"/>
              </a:ext>
            </a:extLst>
          </p:cNvPr>
          <p:cNvSpPr>
            <a:spLocks noGrp="1"/>
          </p:cNvSpPr>
          <p:nvPr>
            <p:ph type="body" orient="vert" idx="1"/>
          </p:nvPr>
        </p:nvSpPr>
        <p:spPr>
          <a:xfrm>
            <a:off x="838201"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CEC581B-5631-ACEB-7B83-F84E305C94E6}"/>
              </a:ext>
            </a:extLst>
          </p:cNvPr>
          <p:cNvSpPr>
            <a:spLocks noGrp="1"/>
          </p:cNvSpPr>
          <p:nvPr>
            <p:ph type="dt" sz="half" idx="10"/>
          </p:nvPr>
        </p:nvSpPr>
        <p:spPr/>
        <p:txBody>
          <a:bodyPr/>
          <a:lstStyle/>
          <a:p>
            <a:fld id="{D8CC8B8A-F02C-4F92-AEF0-A3E07CF13C16}" type="datetimeFigureOut">
              <a:rPr lang="zh-CN" altLang="en-US"/>
              <a:t>2025/4/28</a:t>
            </a:fld>
            <a:endParaRPr lang="zh-CN" altLang="en-US"/>
          </a:p>
        </p:txBody>
      </p:sp>
      <p:sp>
        <p:nvSpPr>
          <p:cNvPr id="5" name="页脚占位符 4">
            <a:extLst>
              <a:ext uri="{FF2B5EF4-FFF2-40B4-BE49-F238E27FC236}">
                <a16:creationId xmlns:a16="http://schemas.microsoft.com/office/drawing/2014/main" id="{53E2DC3C-30D5-470A-09CA-31E19C3357E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5CFA6AD-7EE3-F772-4B5F-1431B512E861}"/>
              </a:ext>
            </a:extLst>
          </p:cNvPr>
          <p:cNvSpPr>
            <a:spLocks noGrp="1"/>
          </p:cNvSpPr>
          <p:nvPr>
            <p:ph type="sldNum" sz="quarter" idx="12"/>
          </p:nvPr>
        </p:nvSpPr>
        <p:spPr/>
        <p:txBody>
          <a:bodyPr/>
          <a:lstStyle/>
          <a:p>
            <a:fld id="{73502A5B-E29E-4DF0-A9E5-7B0BFB1187B4}" type="slidenum">
              <a:rPr lang="zh-CN" altLang="en-US"/>
              <a:t>‹#›</a:t>
            </a:fld>
            <a:endParaRPr lang="zh-CN" altLang="en-US"/>
          </a:p>
        </p:txBody>
      </p:sp>
    </p:spTree>
    <p:extLst>
      <p:ext uri="{BB962C8B-B14F-4D97-AF65-F5344CB8AC3E}">
        <p14:creationId xmlns:p14="http://schemas.microsoft.com/office/powerpoint/2010/main" val="1616973004"/>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CBE4D6-3B5A-3434-1262-0B743CC0D6B1}"/>
              </a:ext>
            </a:extLst>
          </p:cNvPr>
          <p:cNvSpPr>
            <a:spLocks noGrp="1"/>
          </p:cNvSpPr>
          <p:nvPr>
            <p:ph type="title"/>
          </p:nvPr>
        </p:nvSpPr>
        <p:spPr>
          <a:xfrm>
            <a:off x="839788" y="365127"/>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013E50C-8340-AEF9-431E-72094188852F}"/>
              </a:ext>
            </a:extLst>
          </p:cNvPr>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1A213B0-56CF-086C-D182-FEBECD310147}"/>
              </a:ext>
            </a:extLst>
          </p:cNvPr>
          <p:cNvSpPr>
            <a:spLocks noGrp="1"/>
          </p:cNvSpPr>
          <p:nvPr>
            <p:ph sz="half" idx="2"/>
          </p:nvPr>
        </p:nvSpPr>
        <p:spPr>
          <a:xfrm>
            <a:off x="839789"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5D1CA470-83FB-02C2-4894-42326CE1D1A3}"/>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428189D-B909-09C3-22E9-8839B1248ABB}"/>
              </a:ext>
            </a:extLst>
          </p:cNvPr>
          <p:cNvSpPr>
            <a:spLocks noGrp="1"/>
          </p:cNvSpPr>
          <p:nvPr>
            <p:ph sz="quarter" idx="4"/>
          </p:nvPr>
        </p:nvSpPr>
        <p:spPr>
          <a:xfrm>
            <a:off x="6172201"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B525D27C-C5AB-488C-7739-B44BC098D82F}"/>
              </a:ext>
            </a:extLst>
          </p:cNvPr>
          <p:cNvSpPr>
            <a:spLocks noGrp="1"/>
          </p:cNvSpPr>
          <p:nvPr>
            <p:ph type="dt" sz="half" idx="10"/>
          </p:nvPr>
        </p:nvSpPr>
        <p:spPr/>
        <p:txBody>
          <a:bodyPr/>
          <a:lstStyle/>
          <a:p>
            <a:fld id="{D8CC8B8A-F02C-4F92-AEF0-A3E07CF13C16}" type="datetimeFigureOut">
              <a:rPr lang="zh-CN" altLang="en-US"/>
              <a:t>2025/4/28</a:t>
            </a:fld>
            <a:endParaRPr lang="zh-CN" altLang="en-US"/>
          </a:p>
        </p:txBody>
      </p:sp>
      <p:sp>
        <p:nvSpPr>
          <p:cNvPr id="8" name="页脚占位符 7">
            <a:extLst>
              <a:ext uri="{FF2B5EF4-FFF2-40B4-BE49-F238E27FC236}">
                <a16:creationId xmlns:a16="http://schemas.microsoft.com/office/drawing/2014/main" id="{9EA941CB-B7ED-24B6-5F09-25E0102920EB}"/>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E0F39E38-5902-BB4D-4AEE-740E3E98D1E3}"/>
              </a:ext>
            </a:extLst>
          </p:cNvPr>
          <p:cNvSpPr>
            <a:spLocks noGrp="1"/>
          </p:cNvSpPr>
          <p:nvPr>
            <p:ph type="sldNum" sz="quarter" idx="12"/>
          </p:nvPr>
        </p:nvSpPr>
        <p:spPr/>
        <p:txBody>
          <a:bodyPr/>
          <a:lstStyle/>
          <a:p>
            <a:fld id="{73502A5B-E29E-4DF0-A9E5-7B0BFB1187B4}" type="slidenum">
              <a:rPr lang="zh-CN" altLang="en-US"/>
              <a:t>‹#›</a:t>
            </a:fld>
            <a:endParaRPr lang="zh-CN" altLang="en-US"/>
          </a:p>
        </p:txBody>
      </p:sp>
    </p:spTree>
    <p:extLst>
      <p:ext uri="{BB962C8B-B14F-4D97-AF65-F5344CB8AC3E}">
        <p14:creationId xmlns:p14="http://schemas.microsoft.com/office/powerpoint/2010/main" val="103639433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080194-E3B3-BDA2-FA2C-5E0111F5513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298B3A4-A89F-C954-ADF1-A9240185F3D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8A88CFD-512D-94A3-3760-B6E58EFEC22F}"/>
              </a:ext>
            </a:extLst>
          </p:cNvPr>
          <p:cNvSpPr>
            <a:spLocks noGrp="1"/>
          </p:cNvSpPr>
          <p:nvPr>
            <p:ph type="dt" sz="half" idx="10"/>
          </p:nvPr>
        </p:nvSpPr>
        <p:spPr/>
        <p:txBody>
          <a:bodyPr/>
          <a:lstStyle/>
          <a:p>
            <a:fld id="{D8CC8B8A-F02C-4F92-AEF0-A3E07CF13C16}" type="datetimeFigureOut">
              <a:rPr lang="zh-CN" altLang="en-US"/>
              <a:t>2025/4/28</a:t>
            </a:fld>
            <a:endParaRPr lang="zh-CN" altLang="en-US"/>
          </a:p>
        </p:txBody>
      </p:sp>
      <p:sp>
        <p:nvSpPr>
          <p:cNvPr id="5" name="页脚占位符 4">
            <a:extLst>
              <a:ext uri="{FF2B5EF4-FFF2-40B4-BE49-F238E27FC236}">
                <a16:creationId xmlns:a16="http://schemas.microsoft.com/office/drawing/2014/main" id="{4D227071-5D6B-EECE-C5DF-4F160CBA8C4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6071EC0-0E18-9F35-2B62-12E3983B11E6}"/>
              </a:ext>
            </a:extLst>
          </p:cNvPr>
          <p:cNvSpPr>
            <a:spLocks noGrp="1"/>
          </p:cNvSpPr>
          <p:nvPr>
            <p:ph type="sldNum" sz="quarter" idx="12"/>
          </p:nvPr>
        </p:nvSpPr>
        <p:spPr/>
        <p:txBody>
          <a:bodyPr/>
          <a:lstStyle/>
          <a:p>
            <a:fld id="{73502A5B-E29E-4DF0-A9E5-7B0BFB1187B4}" type="slidenum">
              <a:rPr lang="zh-CN" altLang="en-US"/>
              <a:t>‹#›</a:t>
            </a:fld>
            <a:endParaRPr lang="zh-CN" altLang="en-US"/>
          </a:p>
        </p:txBody>
      </p:sp>
    </p:spTree>
    <p:extLst>
      <p:ext uri="{BB962C8B-B14F-4D97-AF65-F5344CB8AC3E}">
        <p14:creationId xmlns:p14="http://schemas.microsoft.com/office/powerpoint/2010/main" val="637646395"/>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F3F7E8-C8D7-B805-30CD-71490D38A95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855C9BA-A7C1-67CD-35E4-311260E17B2F}"/>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0261E749-1C8A-6633-B8D9-DB1FAF037BC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B4B26C39-8F09-E340-440C-A8969D257749}"/>
              </a:ext>
            </a:extLst>
          </p:cNvPr>
          <p:cNvSpPr>
            <a:spLocks noGrp="1"/>
          </p:cNvSpPr>
          <p:nvPr>
            <p:ph type="dt" sz="half" idx="10"/>
          </p:nvPr>
        </p:nvSpPr>
        <p:spPr/>
        <p:txBody>
          <a:bodyPr/>
          <a:lstStyle/>
          <a:p>
            <a:fld id="{D8CC8B8A-F02C-4F92-AEF0-A3E07CF13C16}" type="datetimeFigureOut">
              <a:rPr lang="zh-CN" altLang="en-US"/>
              <a:t>2025/4/28</a:t>
            </a:fld>
            <a:endParaRPr lang="zh-CN" altLang="en-US"/>
          </a:p>
        </p:txBody>
      </p:sp>
      <p:sp>
        <p:nvSpPr>
          <p:cNvPr id="6" name="页脚占位符 5">
            <a:extLst>
              <a:ext uri="{FF2B5EF4-FFF2-40B4-BE49-F238E27FC236}">
                <a16:creationId xmlns:a16="http://schemas.microsoft.com/office/drawing/2014/main" id="{99BB7B37-577B-BF86-5F27-5B6552F357A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5C95635-BD6A-C6D0-CB61-AAD9F1829E04}"/>
              </a:ext>
            </a:extLst>
          </p:cNvPr>
          <p:cNvSpPr>
            <a:spLocks noGrp="1"/>
          </p:cNvSpPr>
          <p:nvPr>
            <p:ph type="sldNum" sz="quarter" idx="12"/>
          </p:nvPr>
        </p:nvSpPr>
        <p:spPr/>
        <p:txBody>
          <a:bodyPr/>
          <a:lstStyle/>
          <a:p>
            <a:fld id="{73502A5B-E29E-4DF0-A9E5-7B0BFB1187B4}" type="slidenum">
              <a:rPr lang="zh-CN" altLang="en-US"/>
              <a:t>‹#›</a:t>
            </a:fld>
            <a:endParaRPr lang="zh-CN" altLang="en-US"/>
          </a:p>
        </p:txBody>
      </p:sp>
    </p:spTree>
    <p:extLst>
      <p:ext uri="{BB962C8B-B14F-4D97-AF65-F5344CB8AC3E}">
        <p14:creationId xmlns:p14="http://schemas.microsoft.com/office/powerpoint/2010/main" val="2059202844"/>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5F8E46-446B-9E93-7B42-725364DF74F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25DC3F8-F9A8-D513-1293-42B63B4514B4}"/>
              </a:ext>
            </a:extLst>
          </p:cNvPr>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25034407-02ED-5294-FE33-F76DF7F1A4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2046C53-66AE-EFF7-6EB6-0A6CDA8093F9}"/>
              </a:ext>
            </a:extLst>
          </p:cNvPr>
          <p:cNvSpPr>
            <a:spLocks noGrp="1"/>
          </p:cNvSpPr>
          <p:nvPr>
            <p:ph type="dt" sz="half" idx="10"/>
          </p:nvPr>
        </p:nvSpPr>
        <p:spPr/>
        <p:txBody>
          <a:bodyPr/>
          <a:lstStyle/>
          <a:p>
            <a:fld id="{D8CC8B8A-F02C-4F92-AEF0-A3E07CF13C16}" type="datetimeFigureOut">
              <a:rPr lang="zh-CN" altLang="en-US"/>
              <a:t>2025/4/28</a:t>
            </a:fld>
            <a:endParaRPr lang="zh-CN" altLang="en-US"/>
          </a:p>
        </p:txBody>
      </p:sp>
      <p:sp>
        <p:nvSpPr>
          <p:cNvPr id="6" name="页脚占位符 5">
            <a:extLst>
              <a:ext uri="{FF2B5EF4-FFF2-40B4-BE49-F238E27FC236}">
                <a16:creationId xmlns:a16="http://schemas.microsoft.com/office/drawing/2014/main" id="{F189BDF9-7B23-BC17-8AF5-078BE40A7DE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059B199-617A-191E-72C2-E2D3CB47BC66}"/>
              </a:ext>
            </a:extLst>
          </p:cNvPr>
          <p:cNvSpPr>
            <a:spLocks noGrp="1"/>
          </p:cNvSpPr>
          <p:nvPr>
            <p:ph type="sldNum" sz="quarter" idx="12"/>
          </p:nvPr>
        </p:nvSpPr>
        <p:spPr/>
        <p:txBody>
          <a:bodyPr/>
          <a:lstStyle/>
          <a:p>
            <a:fld id="{73502A5B-E29E-4DF0-A9E5-7B0BFB1187B4}" type="slidenum">
              <a:rPr lang="zh-CN" altLang="en-US"/>
              <a:t>‹#›</a:t>
            </a:fld>
            <a:endParaRPr lang="zh-CN" altLang="en-US"/>
          </a:p>
        </p:txBody>
      </p:sp>
    </p:spTree>
    <p:extLst>
      <p:ext uri="{BB962C8B-B14F-4D97-AF65-F5344CB8AC3E}">
        <p14:creationId xmlns:p14="http://schemas.microsoft.com/office/powerpoint/2010/main" val="4048029801"/>
      </p:ext>
    </p:extLst>
  </p:cSld>
  <p:clrMapOvr>
    <a:masterClrMapping/>
  </p:clrMapOvr>
  <p:transition/>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8f9628869454e34" /><Relationship Type="http://schemas.openxmlformats.org/officeDocument/2006/relationships/slideLayout" Target="/ppt/slideLayouts/slideLayout1.xml" Id="Rf3d5b35281324ad4" /><Relationship Type="http://schemas.openxmlformats.org/officeDocument/2006/relationships/slideLayout" Target="/ppt/slideLayouts/slideLayout2.xml" Id="Rd56af3af9c614156" /><Relationship Type="http://schemas.openxmlformats.org/officeDocument/2006/relationships/slideLayout" Target="/ppt/slideLayouts/slideLayout3.xml" Id="Rd07e233d414d41fd" /><Relationship Type="http://schemas.openxmlformats.org/officeDocument/2006/relationships/slideLayout" Target="/ppt/slideLayouts/slideLayout4.xml" Id="R0e0b2da2d212494b" /><Relationship Type="http://schemas.openxmlformats.org/officeDocument/2006/relationships/slideLayout" Target="/ppt/slideLayouts/slideLayout5.xml" Id="Re85c1d7ab7b94da3" /><Relationship Type="http://schemas.openxmlformats.org/officeDocument/2006/relationships/slideLayout" Target="/ppt/slideLayouts/slideLayout6.xml" Id="R397d2d78410545dc" /><Relationship Type="http://schemas.openxmlformats.org/officeDocument/2006/relationships/slideLayout" Target="/ppt/slideLayouts/slideLayout7.xml" Id="Rc6141b92117b4826" /><Relationship Type="http://schemas.openxmlformats.org/officeDocument/2006/relationships/slideLayout" Target="/ppt/slideLayouts/slideLayout8.xml" Id="R66d8ec2885044ab5" /><Relationship Type="http://schemas.openxmlformats.org/officeDocument/2006/relationships/slideLayout" Target="/ppt/slideLayouts/slideLayout9.xml" Id="Ra89556fd2a0942cc" /><Relationship Type="http://schemas.openxmlformats.org/officeDocument/2006/relationships/slideLayout" Target="/ppt/slideLayouts/slideLayout10.xml" Id="R6a6c824e78d442a5" /><Relationship Type="http://schemas.openxmlformats.org/officeDocument/2006/relationships/slideLayout" Target="/ppt/slideLayouts/slideLayout11.xml" Id="R7644d0115aee437a" /><Relationship Type="http://schemas.openxmlformats.org/officeDocument/2006/relationships/slideLayout" Target="/ppt/slideLayouts/slideLayout12.xml" Id="R7c365859eb114af3"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a:lum/>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C49EBB5-F7C5-E2AD-0BFD-FA263BCA6819}"/>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CE3289F-A391-D14E-74E4-B5355213B3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CA6C96E-D507-627A-19DD-C8BF517A103C}"/>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CC8B8A-F02C-4F92-AEF0-A3E07CF13C16}" type="datetimeFigureOut">
              <a:rPr lang="zh-CN" altLang="en-US"/>
              <a:t>2025/4/28</a:t>
            </a:fld>
            <a:endParaRPr lang="zh-CN" altLang="en-US"/>
          </a:p>
        </p:txBody>
      </p:sp>
      <p:sp>
        <p:nvSpPr>
          <p:cNvPr id="5" name="页脚占位符 4">
            <a:extLst>
              <a:ext uri="{FF2B5EF4-FFF2-40B4-BE49-F238E27FC236}">
                <a16:creationId xmlns:a16="http://schemas.microsoft.com/office/drawing/2014/main" id="{C08A7DD9-5256-62D6-7E8A-5A043F41AC8B}"/>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BCD5CADD-1E00-5621-BAA5-DD69CEC9165E}"/>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502A5B-E29E-4DF0-A9E5-7B0BFB1187B4}" type="slidenum">
              <a:rPr lang="zh-CN" altLang="en-US"/>
              <a:t>‹#›</a:t>
            </a:fld>
            <a:endParaRPr lang="zh-CN" altLang="en-US"/>
          </a:p>
        </p:txBody>
      </p:sp>
    </p:spTree>
    <p:extLst>
      <p:ext uri="{BB962C8B-B14F-4D97-AF65-F5344CB8AC3E}">
        <p14:creationId xmlns:p14="http://schemas.microsoft.com/office/powerpoint/2010/main" val="2029757862"/>
      </p:ext>
    </p:extLst>
  </p:cSld>
  <p:clrMap bg1="lt1" tx1="dk1" bg2="lt2" tx2="dk2" accent1="accent1" accent2="accent2" accent3="accent3" accent4="accent4" accent5="accent5" accent6="accent6" hlink="hlink" folHlink="folHlink"/>
  <p:sldLayoutIdLst>
    <p:sldLayoutId id="2147483654" r:id="R397d2d78410545dc"/>
    <p:sldLayoutId id="2147483653" r:id="Re85c1d7ab7b94da3"/>
    <p:sldLayoutId id="2147483650" r:id="Rd56af3af9c614156"/>
    <p:sldLayoutId id="2147483659" r:id="R7644d0115aee437a"/>
    <p:sldLayoutId id="2147483657" r:id="Ra89556fd2a0942cc"/>
    <p:sldLayoutId id="2147483655" r:id="Rc6141b92117b4826"/>
    <p:sldLayoutId id="2147483651" r:id="Rd07e233d414d41fd"/>
    <p:sldLayoutId id="2147483649" r:id="Rf3d5b35281324ad4"/>
    <p:sldLayoutId id="2147483660" r:id="R7c365859eb114af3"/>
    <p:sldLayoutId id="2147483658" r:id="R6a6c824e78d442a5"/>
    <p:sldLayoutId id="2147483656" r:id="R66d8ec2885044ab5"/>
    <p:sldLayoutId id="2147483652" r:id="R0e0b2da2d212494b"/>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theme/theme2.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slides/_rels/slide1.xml.rels>&#65279;<?xml version="1.0" encoding="utf-8"?><Relationships xmlns="http://schemas.openxmlformats.org/package/2006/relationships"><Relationship Type="http://schemas.openxmlformats.org/officeDocument/2006/relationships/image" Target="/ppt/media/image.bin" Id="R71ea769180f043ab" /><Relationship Type="http://schemas.openxmlformats.org/officeDocument/2006/relationships/image" Target="/ppt/media/image2.bin" Id="R20752a8ae0684d7c" /><Relationship Type="http://schemas.openxmlformats.org/officeDocument/2006/relationships/image" Target="/ppt/media/image3.bin" Id="R7ffccd69bdf1461d" /><Relationship Type="http://schemas.openxmlformats.org/officeDocument/2006/relationships/image" Target="/ppt/media/image4.bin" Id="R7fc49a3f83744f84" /><Relationship Type="http://schemas.openxmlformats.org/officeDocument/2006/relationships/slideLayout" Target="/ppt/slideLayouts/slideLayout6.xml" Id="R250c1d2897a34b31" /></Relationships>
</file>

<file path=ppt/slides/_rels/slide2.xml.rels>&#65279;<?xml version="1.0" encoding="utf-8"?><Relationships xmlns="http://schemas.openxmlformats.org/package/2006/relationships"><Relationship Type="http://schemas.openxmlformats.org/officeDocument/2006/relationships/image" Target="/ppt/media/image.bin" Id="Rad094fce148240bf" /><Relationship Type="http://schemas.openxmlformats.org/officeDocument/2006/relationships/image" Target="/ppt/media/image2.bin" Id="R1978e0f023c24491" /><Relationship Type="http://schemas.openxmlformats.org/officeDocument/2006/relationships/image" Target="/ppt/media/image3.bin" Id="R68d8bfc2a36b4da9" /><Relationship Type="http://schemas.openxmlformats.org/officeDocument/2006/relationships/slideLayout" Target="/ppt/slideLayouts/slideLayout3.xml" Id="R892b29fec5864da1" /></Relationships>
</file>

<file path=ppt/slides/_rels/slide3.xml.rels>&#65279;<?xml version="1.0" encoding="utf-8"?><Relationships xmlns="http://schemas.openxmlformats.org/package/2006/relationships"><Relationship Type="http://schemas.openxmlformats.org/officeDocument/2006/relationships/image" Target="/ppt/media/image.bin" Id="Rf6cc6779ea8b442d" /><Relationship Type="http://schemas.openxmlformats.org/officeDocument/2006/relationships/image" Target="/ppt/media/image2.bin" Id="R9dfb16a633d249de" /><Relationship Type="http://schemas.openxmlformats.org/officeDocument/2006/relationships/image" Target="/ppt/media/image3.bin" Id="Rd4194d4a5e7942b9" /><Relationship Type="http://schemas.openxmlformats.org/officeDocument/2006/relationships/notesSlide" Target="/ppt/notesSlides/notesSlide1.xml" Id="Rdfa3596291ca436f" /><Relationship Type="http://schemas.openxmlformats.org/officeDocument/2006/relationships/slideLayout" Target="/ppt/slideLayouts/slideLayout3.xml" Id="Rdb6d1df7cf404cef" /></Relationships>
</file>

<file path=ppt/slides/_rels/slide4.xml.rels>&#65279;<?xml version="1.0" encoding="utf-8"?><Relationships xmlns="http://schemas.openxmlformats.org/package/2006/relationships"><Relationship Type="http://schemas.openxmlformats.org/officeDocument/2006/relationships/image" Target="/ppt/media/image5.bin" Id="Rdabaddfff993430b" /><Relationship Type="http://schemas.openxmlformats.org/officeDocument/2006/relationships/image" Target="/ppt/media/image6.bin" Id="R191ac31d59224a55" /><Relationship Type="http://schemas.openxmlformats.org/officeDocument/2006/relationships/slideLayout" Target="/ppt/slideLayouts/slideLayout3.xml" Id="Rbecfb8c4bb8841a7"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79aff6fff7824262" /></Relationships>
</file>

<file path=ppt/slides/_rels/slide6.xml.rels>&#65279;<?xml version="1.0" encoding="utf-8"?><Relationships xmlns="http://schemas.openxmlformats.org/package/2006/relationships"><Relationship Type="http://schemas.openxmlformats.org/officeDocument/2006/relationships/image" Target="/ppt/media/image7.bin" Id="R8aa5e9d552d04400" /><Relationship Type="http://schemas.openxmlformats.org/officeDocument/2006/relationships/slideLayout" Target="/ppt/slideLayouts/slideLayout3.xml" Id="R82780446b54b46d1" /></Relationships>
</file>

<file path=ppt/slides/_rels/slide7.xml.rels>&#65279;<?xml version="1.0" encoding="utf-8"?><Relationships xmlns="http://schemas.openxmlformats.org/package/2006/relationships"><Relationship Type="http://schemas.openxmlformats.org/officeDocument/2006/relationships/tags" Target="/ppt/slides/tags/tag1.xml" Id="R6b67ba4ef24948ce" /><Relationship Type="http://schemas.openxmlformats.org/officeDocument/2006/relationships/tags" Target="/ppt/slides/tags/tag2.xml" Id="Rcad35342d9fe482c" /><Relationship Type="http://schemas.openxmlformats.org/officeDocument/2006/relationships/tags" Target="/ppt/slides/tags/tag3.xml" Id="R01368679f8fb4c22" /><Relationship Type="http://schemas.openxmlformats.org/officeDocument/2006/relationships/tags" Target="/ppt/slides/tags/tag4.xml" Id="Ra436ce8b182a478b" /><Relationship Type="http://schemas.openxmlformats.org/officeDocument/2006/relationships/tags" Target="/ppt/slides/tags/tag5.xml" Id="Rf0095b00004a453a" /><Relationship Type="http://schemas.openxmlformats.org/officeDocument/2006/relationships/tags" Target="/ppt/slides/tags/tag6.xml" Id="R1c98f3b132914fc3" /><Relationship Type="http://schemas.openxmlformats.org/officeDocument/2006/relationships/tags" Target="/ppt/slides/tags/tag7.xml" Id="Rf0051104bdf34191" /><Relationship Type="http://schemas.openxmlformats.org/officeDocument/2006/relationships/tags" Target="/ppt/slides/tags/tag8.xml" Id="R40213c0204c44d2b" /><Relationship Type="http://schemas.openxmlformats.org/officeDocument/2006/relationships/tags" Target="/ppt/slides/tags/tag9.xml" Id="Rf04a454d66b646a4" /><Relationship Type="http://schemas.openxmlformats.org/officeDocument/2006/relationships/tags" Target="/ppt/slides/tags/tag10.xml" Id="Rc4424e1df2834400" /><Relationship Type="http://schemas.openxmlformats.org/officeDocument/2006/relationships/tags" Target="/ppt/slides/tags/tag11.xml" Id="R15045331e3764f6b" /><Relationship Type="http://schemas.openxmlformats.org/officeDocument/2006/relationships/tags" Target="/ppt/slides/tags/tag12.xml" Id="R4aeb645046e648cd" /><Relationship Type="http://schemas.openxmlformats.org/officeDocument/2006/relationships/tags" Target="/ppt/slides/tags/tag13.xml" Id="Ra9f6ca9743f5473e" /><Relationship Type="http://schemas.openxmlformats.org/officeDocument/2006/relationships/tags" Target="/ppt/slides/tags/tag14.xml" Id="R22f3d4b7694c48ae" /><Relationship Type="http://schemas.openxmlformats.org/officeDocument/2006/relationships/tags" Target="/ppt/slides/tags/tag15.xml" Id="R8057eaeb2f274a26" /><Relationship Type="http://schemas.openxmlformats.org/officeDocument/2006/relationships/slideLayout" Target="/ppt/slideLayouts/slideLayout3.xml" Id="R86599275289f4f7c" /></Relationships>
</file>

<file path=ppt/slides/_rels/slide8.xml.rels>&#65279;<?xml version="1.0" encoding="utf-8"?><Relationships xmlns="http://schemas.openxmlformats.org/package/2006/relationships"><Relationship Type="http://schemas.openxmlformats.org/officeDocument/2006/relationships/image" Target="/ppt/media/image.bin" Id="Rc4fa0995f9024aed" /><Relationship Type="http://schemas.openxmlformats.org/officeDocument/2006/relationships/image" Target="/ppt/media/image2.bin" Id="R8e063d29b0eb4250" /><Relationship Type="http://schemas.openxmlformats.org/officeDocument/2006/relationships/image" Target="/ppt/media/image3.bin" Id="R4f420d1c5e9c414a" /><Relationship Type="http://schemas.openxmlformats.org/officeDocument/2006/relationships/slideLayout" Target="/ppt/slideLayouts/slideLayout3.xml" Id="Re07ca0d124df4342"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1c592d86b9a74d3a" /></Relationships>
</file>

<file path=ppt/slides/_rels/slide10.xml.rels>&#65279;<?xml version="1.0" encoding="utf-8"?><Relationships xmlns="http://schemas.openxmlformats.org/package/2006/relationships"><Relationship Type="http://schemas.openxmlformats.org/officeDocument/2006/relationships/image" Target="/ppt/media/image8.bin" Id="R7f32956bcdc04cd2" /><Relationship Type="http://schemas.openxmlformats.org/officeDocument/2006/relationships/image" Target="/ppt/media/image9.bin" Id="R508b1d6507db4ec8" /><Relationship Type="http://schemas.openxmlformats.org/officeDocument/2006/relationships/tags" Target="/ppt/slides/tags/tag16.xml" Id="R25fbaf983b7542d1" /><Relationship Type="http://schemas.openxmlformats.org/officeDocument/2006/relationships/tags" Target="/ppt/slides/tags/tag17.xml" Id="R8aed2d23d2d642b2" /><Relationship Type="http://schemas.openxmlformats.org/officeDocument/2006/relationships/tags" Target="/ppt/slides/tags/tag18.xml" Id="R62d6928bfe8f426a" /><Relationship Type="http://schemas.openxmlformats.org/officeDocument/2006/relationships/tags" Target="/ppt/slides/tags/tag19.xml" Id="Rfdf8e678b6154e20" /><Relationship Type="http://schemas.openxmlformats.org/officeDocument/2006/relationships/tags" Target="/ppt/slides/tags/tag20.xml" Id="R55b35c9e65fc4fdf" /><Relationship Type="http://schemas.openxmlformats.org/officeDocument/2006/relationships/tags" Target="/ppt/slides/tags/tag21.xml" Id="R569c123718644ddf" /><Relationship Type="http://schemas.openxmlformats.org/officeDocument/2006/relationships/tags" Target="/ppt/slides/tags/tag22.xml" Id="R82b8b0d8705e44b2" /><Relationship Type="http://schemas.openxmlformats.org/officeDocument/2006/relationships/tags" Target="/ppt/slides/tags/tag23.xml" Id="Rffee266c88db4832" /><Relationship Type="http://schemas.openxmlformats.org/officeDocument/2006/relationships/tags" Target="/ppt/slides/tags/tag24.xml" Id="R93638a886c804bd0" /><Relationship Type="http://schemas.openxmlformats.org/officeDocument/2006/relationships/tags" Target="/ppt/slides/tags/tag25.xml" Id="Rcb7d50066d6a4a15" /><Relationship Type="http://schemas.openxmlformats.org/officeDocument/2006/relationships/tags" Target="/ppt/slides/tags/tag26.xml" Id="R6447923cfb7d486c" /><Relationship Type="http://schemas.openxmlformats.org/officeDocument/2006/relationships/tags" Target="/ppt/slides/tags/tag27.xml" Id="R4bbf8ca36a2d4a3f" /><Relationship Type="http://schemas.openxmlformats.org/officeDocument/2006/relationships/tags" Target="/ppt/slides/tags/tag28.xml" Id="R4b5b68af0e2e41d5" /><Relationship Type="http://schemas.openxmlformats.org/officeDocument/2006/relationships/tags" Target="/ppt/slides/tags/tag29.xml" Id="R574eadb5ec6244c4" /><Relationship Type="http://schemas.openxmlformats.org/officeDocument/2006/relationships/tags" Target="/ppt/slides/tags/tag30.xml" Id="Rabf66f735cc74322" /><Relationship Type="http://schemas.openxmlformats.org/officeDocument/2006/relationships/tags" Target="/ppt/slides/tags/tag31.xml" Id="Rfb80b75f799444a7" /><Relationship Type="http://schemas.openxmlformats.org/officeDocument/2006/relationships/tags" Target="/ppt/slides/tags/tag32.xml" Id="R5653ca4efc684243" /><Relationship Type="http://schemas.openxmlformats.org/officeDocument/2006/relationships/tags" Target="/ppt/slides/tags/tag33.xml" Id="Rc6a36422c8b64411" /><Relationship Type="http://schemas.openxmlformats.org/officeDocument/2006/relationships/tags" Target="/ppt/slides/tags/tag34.xml" Id="R4d9d7e84185c4132" /><Relationship Type="http://schemas.openxmlformats.org/officeDocument/2006/relationships/tags" Target="/ppt/slides/tags/tag35.xml" Id="R77681474e0e04e6e" /><Relationship Type="http://schemas.openxmlformats.org/officeDocument/2006/relationships/tags" Target="/ppt/slides/tags/tag36.xml" Id="R738eba6a492c468c" /><Relationship Type="http://schemas.openxmlformats.org/officeDocument/2006/relationships/tags" Target="/ppt/slides/tags/tag37.xml" Id="R0f409edb62b44963" /><Relationship Type="http://schemas.openxmlformats.org/officeDocument/2006/relationships/tags" Target="/ppt/slides/tags/tag38.xml" Id="Rc3c417d9823b4332" /><Relationship Type="http://schemas.openxmlformats.org/officeDocument/2006/relationships/tags" Target="/ppt/slides/tags/tag39.xml" Id="Rd76948fa198d4b85" /><Relationship Type="http://schemas.openxmlformats.org/officeDocument/2006/relationships/slideLayout" Target="/ppt/slideLayouts/slideLayout3.xml" Id="R1118308b50334d9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2fcd65ab4eff4592" /></Relationships>
</file>

<file path=ppt/slides/_rels/slide12.xml.rels>&#65279;<?xml version="1.0" encoding="utf-8"?><Relationships xmlns="http://schemas.openxmlformats.org/package/2006/relationships"><Relationship Type="http://schemas.openxmlformats.org/officeDocument/2006/relationships/image" Target="/ppt/media/image.bin" Id="Rbb3cacb387ee40e6" /><Relationship Type="http://schemas.openxmlformats.org/officeDocument/2006/relationships/image" Target="/ppt/media/image2.bin" Id="R078373c498aa4ad8" /><Relationship Type="http://schemas.openxmlformats.org/officeDocument/2006/relationships/image" Target="/ppt/media/image3.bin" Id="R49ca98d0a3ea4dc8" /><Relationship Type="http://schemas.openxmlformats.org/officeDocument/2006/relationships/slideLayout" Target="/ppt/slideLayouts/slideLayout3.xml" Id="Rd502a2453820495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b8e8d17a2fbf4229" /></Relationships>
</file>

<file path=ppt/slides/_rels/slide14.xml.rels>&#65279;<?xml version="1.0" encoding="utf-8"?><Relationships xmlns="http://schemas.openxmlformats.org/package/2006/relationships"><Relationship Type="http://schemas.openxmlformats.org/officeDocument/2006/relationships/tags" Target="/ppt/slides/tags/tag40.xml" Id="R7a46ab07331e460d" /><Relationship Type="http://schemas.openxmlformats.org/officeDocument/2006/relationships/tags" Target="/ppt/slides/tags/tag41.xml" Id="R8ce987918ed24977" /><Relationship Type="http://schemas.openxmlformats.org/officeDocument/2006/relationships/tags" Target="/ppt/slides/tags/tag42.xml" Id="Ra69bbda3e4544eb1" /><Relationship Type="http://schemas.openxmlformats.org/officeDocument/2006/relationships/tags" Target="/ppt/slides/tags/tag43.xml" Id="R209c349de2de4e3e" /><Relationship Type="http://schemas.openxmlformats.org/officeDocument/2006/relationships/tags" Target="/ppt/slides/tags/tag44.xml" Id="R2ffe357b0ab545ab" /><Relationship Type="http://schemas.openxmlformats.org/officeDocument/2006/relationships/tags" Target="/ppt/slides/tags/tag45.xml" Id="Rb3f3c4153e194e74" /><Relationship Type="http://schemas.openxmlformats.org/officeDocument/2006/relationships/tags" Target="/ppt/slides/tags/tag46.xml" Id="R9afd083c356e489c" /><Relationship Type="http://schemas.openxmlformats.org/officeDocument/2006/relationships/tags" Target="/ppt/slides/tags/tag47.xml" Id="R7b4d247d74604b4f" /><Relationship Type="http://schemas.openxmlformats.org/officeDocument/2006/relationships/tags" Target="/ppt/slides/tags/tag48.xml" Id="Rf3499c8868834724" /><Relationship Type="http://schemas.openxmlformats.org/officeDocument/2006/relationships/tags" Target="/ppt/slides/tags/tag49.xml" Id="Rc4bc451bb63f42b4" /><Relationship Type="http://schemas.openxmlformats.org/officeDocument/2006/relationships/slideLayout" Target="/ppt/slideLayouts/slideLayout3.xml" Id="Rde0fe7ada5524ef0" /></Relationships>
</file>

<file path=ppt/slides/_rels/slide15.xml.rels>&#65279;<?xml version="1.0" encoding="utf-8"?><Relationships xmlns="http://schemas.openxmlformats.org/package/2006/relationships"><Relationship Type="http://schemas.openxmlformats.org/officeDocument/2006/relationships/image" Target="/ppt/media/image10.bin" Id="Rba9eadb4bc8e4714" /><Relationship Type="http://schemas.openxmlformats.org/officeDocument/2006/relationships/slideLayout" Target="/ppt/slideLayouts/slideLayout3.xml" Id="R54a9acca02834b62" /></Relationships>
</file>

<file path=ppt/slides/_rels/slide16.xml.rels>&#65279;<?xml version="1.0" encoding="utf-8"?><Relationships xmlns="http://schemas.openxmlformats.org/package/2006/relationships"><Relationship Type="http://schemas.openxmlformats.org/officeDocument/2006/relationships/image" Target="/ppt/media/image.bin" Id="R6ad9443300a04f4d" /><Relationship Type="http://schemas.openxmlformats.org/officeDocument/2006/relationships/image" Target="/ppt/media/image2.bin" Id="R5268c29cd5f4457c" /><Relationship Type="http://schemas.openxmlformats.org/officeDocument/2006/relationships/image" Target="/ppt/media/image3.bin" Id="R03f1bf11a6c14fc7" /><Relationship Type="http://schemas.openxmlformats.org/officeDocument/2006/relationships/slideLayout" Target="/ppt/slideLayouts/slideLayout3.xml" Id="Rbd2d61a64f0b4eaf" /></Relationships>
</file>

<file path=ppt/slides/_rels/slide17.xml.rels>&#65279;<?xml version="1.0" encoding="utf-8"?><Relationships xmlns="http://schemas.openxmlformats.org/package/2006/relationships"><Relationship Type="http://schemas.openxmlformats.org/officeDocument/2006/relationships/image" Target="/ppt/media/image11.bin" Id="R6d51966bc8864d86" /><Relationship Type="http://schemas.openxmlformats.org/officeDocument/2006/relationships/tags" Target="/ppt/slides/tags/tag50.xml" Id="R3ae3d3f8712d4181" /><Relationship Type="http://schemas.openxmlformats.org/officeDocument/2006/relationships/tags" Target="/ppt/slides/tags/tag51.xml" Id="R657cf37969dd4ae9" /><Relationship Type="http://schemas.openxmlformats.org/officeDocument/2006/relationships/tags" Target="/ppt/slides/tags/tag52.xml" Id="Rfec399f935994809" /><Relationship Type="http://schemas.openxmlformats.org/officeDocument/2006/relationships/tags" Target="/ppt/slides/tags/tag53.xml" Id="R71bb99cc132c4f72" /><Relationship Type="http://schemas.openxmlformats.org/officeDocument/2006/relationships/tags" Target="/ppt/slides/tags/tag54.xml" Id="Re5ee60284e6d4120" /><Relationship Type="http://schemas.openxmlformats.org/officeDocument/2006/relationships/tags" Target="/ppt/slides/tags/tag55.xml" Id="Rc705468327d94625" /><Relationship Type="http://schemas.openxmlformats.org/officeDocument/2006/relationships/tags" Target="/ppt/slides/tags/tag56.xml" Id="Rc9bb2227d11a4212" /><Relationship Type="http://schemas.openxmlformats.org/officeDocument/2006/relationships/tags" Target="/ppt/slides/tags/tag57.xml" Id="R1f1bd3571d59461a" /><Relationship Type="http://schemas.openxmlformats.org/officeDocument/2006/relationships/tags" Target="/ppt/slides/tags/tag58.xml" Id="R533ca20e27a546a2" /><Relationship Type="http://schemas.openxmlformats.org/officeDocument/2006/relationships/tags" Target="/ppt/slides/tags/tag59.xml" Id="Rfaa58ed071fc4e02" /><Relationship Type="http://schemas.openxmlformats.org/officeDocument/2006/relationships/tags" Target="/ppt/slides/tags/tag60.xml" Id="R24c2bcb7920449aa" /><Relationship Type="http://schemas.openxmlformats.org/officeDocument/2006/relationships/tags" Target="/ppt/slides/tags/tag61.xml" Id="Rb34ddbd1dc0e430a" /><Relationship Type="http://schemas.openxmlformats.org/officeDocument/2006/relationships/slideLayout" Target="/ppt/slideLayouts/slideLayout3.xml" Id="R6feea1ccae2049f0" /></Relationships>
</file>

<file path=ppt/slides/_rels/slide18.xml.rels>&#65279;<?xml version="1.0" encoding="utf-8"?><Relationships xmlns="http://schemas.openxmlformats.org/package/2006/relationships"><Relationship Type="http://schemas.openxmlformats.org/officeDocument/2006/relationships/image" Target="/ppt/media/image12.bin" Id="Ra5a25aeb22d84ce2" /><Relationship Type="http://schemas.openxmlformats.org/officeDocument/2006/relationships/image" Target="/ppt/media/image13.bin" Id="Raa2ca5d6d5284602" /><Relationship Type="http://schemas.openxmlformats.org/officeDocument/2006/relationships/slideLayout" Target="/ppt/slideLayouts/slideLayout3.xml" Id="Ra28a017a9a79408f" /></Relationships>
</file>

<file path=ppt/slides/_rels/slide19.xml.rels>&#65279;<?xml version="1.0" encoding="utf-8"?><Relationships xmlns="http://schemas.openxmlformats.org/package/2006/relationships"><Relationship Type="http://schemas.openxmlformats.org/officeDocument/2006/relationships/tags" Target="/ppt/slides/tags/tag62.xml" Id="R8adea5c0d4c04a75" /><Relationship Type="http://schemas.openxmlformats.org/officeDocument/2006/relationships/tags" Target="/ppt/slides/tags/tag63.xml" Id="Rdaee4d7cf8b743f0" /><Relationship Type="http://schemas.openxmlformats.org/officeDocument/2006/relationships/tags" Target="/ppt/slides/tags/tag64.xml" Id="R8739f69d1a484bb2" /><Relationship Type="http://schemas.openxmlformats.org/officeDocument/2006/relationships/tags" Target="/ppt/slides/tags/tag65.xml" Id="R28d54a5d9f5f4118" /><Relationship Type="http://schemas.openxmlformats.org/officeDocument/2006/relationships/tags" Target="/ppt/slides/tags/tag66.xml" Id="Rf84a617ebb1c48fd" /><Relationship Type="http://schemas.openxmlformats.org/officeDocument/2006/relationships/tags" Target="/ppt/slides/tags/tag67.xml" Id="Ra98d5a3b0c8e4a72" /><Relationship Type="http://schemas.openxmlformats.org/officeDocument/2006/relationships/tags" Target="/ppt/slides/tags/tag68.xml" Id="R936fc95759ad4121" /><Relationship Type="http://schemas.openxmlformats.org/officeDocument/2006/relationships/tags" Target="/ppt/slides/tags/tag69.xml" Id="R4ca33167697841b8" /><Relationship Type="http://schemas.openxmlformats.org/officeDocument/2006/relationships/tags" Target="/ppt/slides/tags/tag70.xml" Id="R4c79f12e60304510" /><Relationship Type="http://schemas.openxmlformats.org/officeDocument/2006/relationships/tags" Target="/ppt/slides/tags/tag71.xml" Id="R268c4d11035445ca" /><Relationship Type="http://schemas.openxmlformats.org/officeDocument/2006/relationships/tags" Target="/ppt/slides/tags/tag72.xml" Id="Rc92fe2c90a1346e5" /><Relationship Type="http://schemas.openxmlformats.org/officeDocument/2006/relationships/tags" Target="/ppt/slides/tags/tag73.xml" Id="R61a68d18be6a4a90" /><Relationship Type="http://schemas.openxmlformats.org/officeDocument/2006/relationships/tags" Target="/ppt/slides/tags/tag74.xml" Id="Rc13d0f2d62be4cce" /><Relationship Type="http://schemas.openxmlformats.org/officeDocument/2006/relationships/tags" Target="/ppt/slides/tags/tag75.xml" Id="R2265036fe76f4eef" /><Relationship Type="http://schemas.openxmlformats.org/officeDocument/2006/relationships/tags" Target="/ppt/slides/tags/tag76.xml" Id="Rc97a0462d7854832" /><Relationship Type="http://schemas.openxmlformats.org/officeDocument/2006/relationships/tags" Target="/ppt/slides/tags/tag77.xml" Id="Rb7a9a205a9bf4354" /><Relationship Type="http://schemas.openxmlformats.org/officeDocument/2006/relationships/tags" Target="/ppt/slides/tags/tag78.xml" Id="R91eb63dcf1244504" /><Relationship Type="http://schemas.openxmlformats.org/officeDocument/2006/relationships/tags" Target="/ppt/slides/tags/tag79.xml" Id="R6a5bb91fadf34403" /><Relationship Type="http://schemas.openxmlformats.org/officeDocument/2006/relationships/tags" Target="/ppt/slides/tags/tag80.xml" Id="R40643f3e41164245" /><Relationship Type="http://schemas.openxmlformats.org/officeDocument/2006/relationships/tags" Target="/ppt/slides/tags/tag81.xml" Id="Rc0c3c209b11c4253" /><Relationship Type="http://schemas.openxmlformats.org/officeDocument/2006/relationships/tags" Target="/ppt/slides/tags/tag82.xml" Id="R32b2d0579d334a4f" /><Relationship Type="http://schemas.openxmlformats.org/officeDocument/2006/relationships/slideLayout" Target="/ppt/slideLayouts/slideLayout3.xml" Id="R073c59ecfafc4cf5" /></Relationships>
</file>

<file path=ppt/slides/_rels/slide20.xml.rels>&#65279;<?xml version="1.0" encoding="utf-8"?><Relationships xmlns="http://schemas.openxmlformats.org/package/2006/relationships"><Relationship Type="http://schemas.openxmlformats.org/officeDocument/2006/relationships/image" Target="/ppt/media/image.bin" Id="R485ea2e4be1c47a8" /><Relationship Type="http://schemas.openxmlformats.org/officeDocument/2006/relationships/image" Target="/ppt/media/image2.bin" Id="Rd2f4090bc00743b2" /><Relationship Type="http://schemas.openxmlformats.org/officeDocument/2006/relationships/image" Target="/ppt/media/image3.bin" Id="R7b2355a65cc24dd8" /><Relationship Type="http://schemas.openxmlformats.org/officeDocument/2006/relationships/image" Target="/ppt/media/image4.bin" Id="Ra684418503274731" /><Relationship Type="http://schemas.openxmlformats.org/officeDocument/2006/relationships/slideLayout" Target="/ppt/slideLayouts/slideLayout6.xml" Id="R791be05e4cc24cd9" /></Relationships>
</file>

<file path=ppt/slides/_rels/slide21.xml.rels>&#65279;<?xml version="1.0" encoding="utf-8"?><Relationships xmlns="http://schemas.openxmlformats.org/package/2006/relationships"><Relationship Type="http://schemas.openxmlformats.org/officeDocument/2006/relationships/hyperlink" Target="https://pptsupermarket.com/customizes" TargetMode="External" Id="R2207054504844141aab1b0cf851b4666" /><Relationship Type="http://schemas.openxmlformats.org/officeDocument/2006/relationships/image" Target="/ppt/media/image14.bin" Id="R078ad79d3aef438a" /><Relationship Type="http://schemas.openxmlformats.org/officeDocument/2006/relationships/image" Target="/ppt/media/image15.bin" Id="R5b96e789cf3545f9" /><Relationship Type="http://schemas.openxmlformats.org/officeDocument/2006/relationships/image" Target="/ppt/media/image16.bin" Id="R3e27098b0c1e4bf3" /><Relationship Type="http://schemas.openxmlformats.org/officeDocument/2006/relationships/customXml" Target="/ppt/customXML/item.xml" Id="R4856b599bbc84000" /><Relationship Type="http://schemas.openxmlformats.org/officeDocument/2006/relationships/customXml" Target="/ppt/customXML/item2.xml" Id="R16885ff0ae6f4696" /><Relationship Type="http://schemas.openxmlformats.org/officeDocument/2006/relationships/slideLayout" Target="/ppt/slideLayouts/slideLayout5.xml" Id="R337f67ddf1c64bd7" /></Relationships>
</file>

<file path=ppt/slides/_rels/slide22.xml.rels>&#65279;<?xml version="1.0" encoding="utf-8"?><Relationships xmlns="http://schemas.openxmlformats.org/package/2006/relationships"><Relationship Type="http://schemas.openxmlformats.org/officeDocument/2006/relationships/hyperlink" Target="https://www.pptsupermarket.com/" TargetMode="External" Id="Ra023b5c8d40443ce87ae97cbaf48ebf8" /><Relationship Type="http://schemas.openxmlformats.org/officeDocument/2006/relationships/image" Target="/ppt/media/image17.bin" Id="Rc00f2ae946064fa0" /><Relationship Type="http://schemas.openxmlformats.org/officeDocument/2006/relationships/image" Target="/ppt/media/image18.bin" Id="R4928513dab3b4805" /><Relationship Type="http://schemas.openxmlformats.org/officeDocument/2006/relationships/image" Target="/ppt/media/image19.bin" Id="R859b9ec5e7494f03" /><Relationship Type="http://schemas.openxmlformats.org/officeDocument/2006/relationships/image" Target="/ppt/media/image15.bin" Id="R4086503f24f24fec" /><Relationship Type="http://schemas.openxmlformats.org/officeDocument/2006/relationships/image" Target="/ppt/media/image20.bin" Id="R3048ebf17b0448da" /><Relationship Type="http://schemas.openxmlformats.org/officeDocument/2006/relationships/image" Target="/ppt/media/image21.bin" Id="Ra7e559c1b5e44993" /><Relationship Type="http://schemas.openxmlformats.org/officeDocument/2006/relationships/image" Target="/ppt/media/image16.bin" Id="R4da1bc2b35f14610" /><Relationship Type="http://schemas.openxmlformats.org/officeDocument/2006/relationships/customXml" Target="/ppt/customXML/item3.xml" Id="R30db3199e9814836" /><Relationship Type="http://schemas.openxmlformats.org/officeDocument/2006/relationships/customXml" Target="/ppt/customXML/item4.xml" Id="Rc1b325228767446c" /><Relationship Type="http://schemas.openxmlformats.org/officeDocument/2006/relationships/customXml" Target="/ppt/customXML/item5.xml" Id="Re5807fe050b74933" /><Relationship Type="http://schemas.openxmlformats.org/officeDocument/2006/relationships/slideLayout" Target="/ppt/slideLayouts/slideLayout5.xml" Id="Rc5edde8185314c91" /></Relationships>
</file>

<file path=ppt/slides/_rels/slide23.xml.rels>&#65279;<?xml version="1.0" encoding="utf-8"?><Relationships xmlns="http://schemas.openxmlformats.org/package/2006/relationships"><Relationship Type="http://schemas.openxmlformats.org/officeDocument/2006/relationships/image" Target="/ppt/media/image22.bin" Id="R3fb42f3d6ee64b40" /><Relationship Type="http://schemas.openxmlformats.org/officeDocument/2006/relationships/image" Target="/ppt/media/image23.bin" Id="R51e070f0a6ec4821" /><Relationship Type="http://schemas.openxmlformats.org/officeDocument/2006/relationships/image" Target="/ppt/media/image21.bin" Id="R5621bbc1012c4242" /><Relationship Type="http://schemas.openxmlformats.org/officeDocument/2006/relationships/image" Target="/ppt/media/image24.bin" Id="Rc69d2fc2c6274b33" /><Relationship Type="http://schemas.openxmlformats.org/officeDocument/2006/relationships/customXml" Target="/ppt/customXML/item6.xml" Id="R692ec7fe9492451f" /><Relationship Type="http://schemas.openxmlformats.org/officeDocument/2006/relationships/customXml" Target="/ppt/customXML/item7.xml" Id="Rc4de9c3767e14868" /><Relationship Type="http://schemas.openxmlformats.org/officeDocument/2006/relationships/customXml" Target="/ppt/customXML/item8.xml" Id="R22718c0361cb4eb6" /><Relationship Type="http://schemas.openxmlformats.org/officeDocument/2006/relationships/slideLayout" Target="/ppt/slideLayouts/slideLayout6.xml" Id="R2dc4f4c23d8643f4" /></Relationships>
</file>

<file path=ppt/slides/_rels/slide24.xml.rels>&#65279;<?xml version="1.0" encoding="utf-8"?><Relationships xmlns="http://schemas.openxmlformats.org/package/2006/relationships"><Relationship Type="http://schemas.openxmlformats.org/officeDocument/2006/relationships/hyperlink" Target="https://www.100font.com/thread-118.htm" TargetMode="External" Id="R138e143184044986bc22c6353dd4c473" /><Relationship Type="http://schemas.openxmlformats.org/officeDocument/2006/relationships/hyperlink" Target="https://storyset.com/" TargetMode="External" Id="R6260df83d4244786a399238d33fdbc50" /><Relationship Type="http://schemas.openxmlformats.org/officeDocument/2006/relationships/slideLayout" Target="/ppt/slideLayouts/slideLayout5.xml" Id="R180958d386644d39"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D74DDA84-7C4C-6BC7-9045-FDB09DD13438}"/>
              </a:ext>
            </a:extLst>
          </p:cNvPr>
          <p:cNvPicPr>
            <a:picLocks noChangeAspect="1"/>
          </p:cNvPicPr>
          <p:nvPr/>
        </p:nvPicPr>
        <p:blipFill>
          <a:blip r:embed="R71ea769180f043ab">
            <a:extLst>
              <a:ext uri="{28A0092B-C50C-407E-A947-70E740481C1C}">
                <a14:useLocalDpi xmlns:a14="http://schemas.microsoft.com/office/drawing/2010/main"/>
              </a:ext>
            </a:extLst>
          </a:blip>
          <a:stretch>
            <a:fillRect/>
          </a:stretch>
        </p:blipFill>
        <p:spPr>
          <a:xfrm>
            <a:off x="-1" y="0"/>
            <a:ext cx="12192001" cy="6858000"/>
          </a:xfrm>
          <a:prstGeom prst="rect">
            <a:avLst/>
          </a:prstGeom>
        </p:spPr>
      </p:pic>
      <p:grpSp>
        <p:nvGrpSpPr>
          <p:cNvPr id="7" name="组合 6">
            <a:extLst>
              <a:ext uri="{FF2B5EF4-FFF2-40B4-BE49-F238E27FC236}">
                <a16:creationId xmlns:a16="http://schemas.microsoft.com/office/drawing/2014/main" id="{A8CB049F-63DC-DA2C-B61E-DF1A588EDC74}"/>
              </a:ext>
            </a:extLst>
          </p:cNvPr>
          <p:cNvGrpSpPr/>
          <p:nvPr/>
        </p:nvGrpSpPr>
        <p:grpSpPr>
          <a:xfrm>
            <a:off x="6735057" y="95115"/>
            <a:ext cx="5484194" cy="584776"/>
            <a:chOff x="6530658" y="224934"/>
            <a:chExt cx="5484194" cy="584776"/>
          </a:xfrm>
        </p:grpSpPr>
        <p:sp>
          <p:nvSpPr>
            <p:cNvPr id="8" name="文本框 7">
              <a:extLst>
                <a:ext uri="{FF2B5EF4-FFF2-40B4-BE49-F238E27FC236}">
                  <a16:creationId xmlns:a16="http://schemas.microsoft.com/office/drawing/2014/main" id="{FF03784A-E104-EF55-6C5E-14A3A48F99B4}"/>
                </a:ext>
              </a:extLst>
            </p:cNvPr>
            <p:cNvSpPr txBox="1"/>
            <p:nvPr/>
          </p:nvSpPr>
          <p:spPr>
            <a:xfrm>
              <a:off x="7627365" y="224934"/>
              <a:ext cx="4248472" cy="369332"/>
            </a:xfrm>
            <a:prstGeom prst="rect">
              <a:avLst/>
            </a:prstGeom>
            <a:noFill/>
          </p:spPr>
          <p:txBody>
            <a:bodyPr wrap="square" rtlCol="0">
              <a:spAutoFit/>
            </a:bodyPr>
            <a:lstStyle/>
            <a:p>
              <a:pPr algn="dist"/>
              <a:r>
                <a:rPr lang="zh-CN" altLang="en-US">
                  <a:solidFill>
                    <a:schemeClr val="bg1"/>
                  </a:solidFill>
                  <a:effectLst>
                    <a:outerShdw blurRad="38100" dist="38100" dir="2700000" algn="tl">
                      <a:srgbClr val="000000">
                        <a:alpha val="43137"/>
                      </a:srgbClr>
                    </a:outerShdw>
                  </a:effectLst>
                  <a:latin typeface="Arial"/>
                  <a:ea typeface="微软雅黑"/>
                  <a:cs typeface="阿里巴巴普惠体 2.0 65 Medium" panose="00020600040101010101" pitchFamily="18" charset="-122"/>
                  <a:sym typeface="Arial"/>
                </a:rPr>
                <a:t>反腐倡廉 攻坚克难 廉洁政府</a:t>
              </a:r>
            </a:p>
          </p:txBody>
        </p:sp>
        <p:sp>
          <p:nvSpPr>
            <p:cNvPr id="9" name="文本框 8">
              <a:extLst>
                <a:ext uri="{FF2B5EF4-FFF2-40B4-BE49-F238E27FC236}">
                  <a16:creationId xmlns:a16="http://schemas.microsoft.com/office/drawing/2014/main" id="{7C30377C-36C2-3C59-CAD8-73EB15FC4A20}"/>
                </a:ext>
              </a:extLst>
            </p:cNvPr>
            <p:cNvSpPr txBox="1"/>
            <p:nvPr/>
          </p:nvSpPr>
          <p:spPr>
            <a:xfrm>
              <a:off x="6530658" y="594266"/>
              <a:ext cx="5484194" cy="215444"/>
            </a:xfrm>
            <a:prstGeom prst="rect">
              <a:avLst/>
            </a:prstGeom>
            <a:noFill/>
          </p:spPr>
          <p:txBody>
            <a:bodyPr wrap="none" rtlCol="0">
              <a:spAutoFit/>
            </a:bodyPr>
            <a:lstStyle/>
            <a:p>
              <a:r>
                <a:rPr lang="en-US" altLang="zh-CN" sz="800">
                  <a:solidFill>
                    <a:schemeClr val="bg1"/>
                  </a:solidFill>
                  <a:effectLst>
                    <a:outerShdw blurRad="38100" dist="38100" dir="2700000" algn="tl">
                      <a:srgbClr val="000000">
                        <a:alpha val="43137"/>
                      </a:srgbClr>
                    </a:outerShdw>
                  </a:effectLst>
                  <a:latin typeface="Arial"/>
                  <a:ea typeface="微软雅黑"/>
                  <a:cs typeface="阿里巴巴普惠体 2.0 45 Light" panose="00020600040101010101" pitchFamily="18" charset="-122"/>
                  <a:sym typeface="Arial"/>
                </a:rPr>
                <a:t>FIGHTING CORRUPTION AND ADVOCATING INTEGRITY, TACKLING DIFFICULTIES IN CLEAN GOVERNMENT</a:t>
              </a:r>
              <a:endParaRPr lang="zh-CN" altLang="en-US" sz="800">
                <a:solidFill>
                  <a:schemeClr val="bg1"/>
                </a:solidFill>
                <a:effectLst>
                  <a:outerShdw blurRad="38100" dist="38100" dir="2700000" algn="tl">
                    <a:srgbClr val="000000">
                      <a:alpha val="43137"/>
                    </a:srgbClr>
                  </a:outerShdw>
                </a:effectLst>
                <a:latin typeface="Arial"/>
                <a:ea typeface="微软雅黑"/>
                <a:cs typeface="阿里巴巴普惠体 2.0 45 Light" panose="00020600040101010101" pitchFamily="18" charset="-122"/>
                <a:sym typeface="Arial"/>
              </a:endParaRPr>
            </a:p>
          </p:txBody>
        </p:sp>
      </p:grpSp>
      <p:pic>
        <p:nvPicPr>
          <p:cNvPr id="10" name="图片 9">
            <a:extLst>
              <a:ext uri="{FF2B5EF4-FFF2-40B4-BE49-F238E27FC236}">
                <a16:creationId xmlns:a16="http://schemas.microsoft.com/office/drawing/2014/main" id="{18FA9D85-8EAF-E0CE-F965-A4811F6DE319}"/>
              </a:ext>
            </a:extLst>
          </p:cNvPr>
          <p:cNvPicPr>
            <a:picLocks noChangeAspect="1"/>
          </p:cNvPicPr>
          <p:nvPr/>
        </p:nvPicPr>
        <p:blipFill>
          <a:blip r:embed="R20752a8ae0684d7c">
            <a:extLst>
              <a:ext uri="{28A0092B-C50C-407E-A947-70E740481C1C}">
                <a14:useLocalDpi xmlns:a14="http://schemas.microsoft.com/office/drawing/2010/main"/>
              </a:ext>
            </a:extLst>
          </a:blip>
          <a:stretch>
            <a:fillRect/>
          </a:stretch>
        </p:blipFill>
        <p:spPr>
          <a:xfrm>
            <a:off x="11280578" y="5373504"/>
            <a:ext cx="779327" cy="1394182"/>
          </a:xfrm>
          <a:prstGeom prst="rect">
            <a:avLst/>
          </a:prstGeom>
        </p:spPr>
      </p:pic>
      <p:pic>
        <p:nvPicPr>
          <p:cNvPr id="11" name="图片 10">
            <a:extLst>
              <a:ext uri="{FF2B5EF4-FFF2-40B4-BE49-F238E27FC236}">
                <a16:creationId xmlns:a16="http://schemas.microsoft.com/office/drawing/2014/main" id="{08D8CFAF-CC64-9ACA-390A-1AE66F6D8559}"/>
              </a:ext>
            </a:extLst>
          </p:cNvPr>
          <p:cNvPicPr>
            <a:picLocks noChangeAspect="1"/>
          </p:cNvPicPr>
          <p:nvPr/>
        </p:nvPicPr>
        <p:blipFill>
          <a:blip r:embed="R7ffccd69bdf1461d">
            <a:lum bright="70000" contrast="-70000"/>
            <a:extLst>
              <a:ext uri="{28A0092B-C50C-407E-A947-70E740481C1C}">
                <a14:useLocalDpi xmlns:a14="http://schemas.microsoft.com/office/drawing/2010/main"/>
              </a:ext>
            </a:extLst>
          </a:blip>
          <a:stretch>
            <a:fillRect/>
          </a:stretch>
        </p:blipFill>
        <p:spPr>
          <a:xfrm>
            <a:off x="-1" y="5733256"/>
            <a:ext cx="2654625" cy="1174614"/>
          </a:xfrm>
          <a:prstGeom prst="rect">
            <a:avLst/>
          </a:prstGeom>
        </p:spPr>
      </p:pic>
      <p:sp>
        <p:nvSpPr>
          <p:cNvPr id="12" name="文本框 11">
            <a:extLst>
              <a:ext uri="{FF2B5EF4-FFF2-40B4-BE49-F238E27FC236}">
                <a16:creationId xmlns:a16="http://schemas.microsoft.com/office/drawing/2014/main" id="{2C7E9968-4BE6-C301-8047-1102DD1EB534}"/>
              </a:ext>
            </a:extLst>
          </p:cNvPr>
          <p:cNvSpPr txBox="1"/>
          <p:nvPr/>
        </p:nvSpPr>
        <p:spPr>
          <a:xfrm>
            <a:off x="1847528" y="1509584"/>
            <a:ext cx="9073008" cy="1323439"/>
          </a:xfrm>
          <a:prstGeom prst="rect">
            <a:avLst/>
          </a:prstGeom>
          <a:noFill/>
        </p:spPr>
        <p:txBody>
          <a:bodyPr wrap="square" rtlCol="0">
            <a:spAutoFit/>
          </a:bodyPr>
          <a:lstStyle/>
          <a:p>
            <a:pPr algn="dist"/>
            <a:r>
              <a:rPr lang="zh-CN" altLang="en-US" sz="8000">
                <a:solidFill>
                  <a:srgbClr val="FBC27A"/>
                </a:solidFill>
                <a:effectLst>
                  <a:outerShdw blurRad="38100" dist="38100" dir="2700000" algn="tl">
                    <a:srgbClr val="000000">
                      <a:alpha val="43137"/>
                    </a:srgbClr>
                  </a:outerShdw>
                </a:effectLst>
                <a:latin typeface="字体家AI造字剑客" pitchFamily="66" charset="-122"/>
                <a:ea typeface="字体家AI造字剑客" pitchFamily="66" charset="-122"/>
                <a:sym typeface="Arial"/>
              </a:rPr>
              <a:t>纪检监察教育整顿</a:t>
            </a:r>
          </a:p>
        </p:txBody>
      </p:sp>
      <p:pic>
        <p:nvPicPr>
          <p:cNvPr id="3" name="图片 2">
            <a:extLst>
              <a:ext uri="{FF2B5EF4-FFF2-40B4-BE49-F238E27FC236}">
                <a16:creationId xmlns:a16="http://schemas.microsoft.com/office/drawing/2014/main" id="{FFF8E5EE-6B12-8B9B-4A10-12D8456289CA}"/>
              </a:ext>
            </a:extLst>
          </p:cNvPr>
          <p:cNvPicPr>
            <a:picLocks noChangeAspect="1"/>
          </p:cNvPicPr>
          <p:nvPr/>
        </p:nvPicPr>
        <p:blipFill>
          <a:blip r:embed="R7fc49a3f83744f84">
            <a:extLst>
              <a:ext uri="{28A0092B-C50C-407E-A947-70E740481C1C}">
                <a14:useLocalDpi xmlns:a14="http://schemas.microsoft.com/office/drawing/2010/main"/>
              </a:ext>
            </a:extLst>
          </a:blip>
          <a:stretch>
            <a:fillRect/>
          </a:stretch>
        </p:blipFill>
        <p:spPr>
          <a:xfrm>
            <a:off x="1937237" y="2813215"/>
            <a:ext cx="8064897" cy="1911461"/>
          </a:xfrm>
          <a:prstGeom prst="rect">
            <a:avLst/>
          </a:prstGeom>
        </p:spPr>
      </p:pic>
    </p:spTree>
    <p:extLst>
      <p:ext uri="{BB962C8B-B14F-4D97-AF65-F5344CB8AC3E}">
        <p14:creationId xmlns:p14="http://schemas.microsoft.com/office/powerpoint/2010/main" val="257706346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par>
                                <p:cTn id="10" presetID="53" presetClass="entr" presetSubtype="0" fill="hold" nodeType="with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animEffect transition="in" filter="fade">
                                      <p:cBhvr>
                                        <p:cTn id="14" dur="500"/>
                                        <p:tgtEl>
                                          <p:spTgt spid="10"/>
                                        </p:tgtEl>
                                      </p:cBhvr>
                                    </p:animEffect>
                                  </p:childTnLst>
                                </p:cTn>
                              </p:par>
                              <p:par>
                                <p:cTn id="15" presetID="53"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childTnLst>
                          </p:cTn>
                        </p:par>
                      </p:childTnLst>
                    </p:cTn>
                  </p:par>
                  <p:par>
                    <p:cTn id="20" fill="hold" nodeType="clickPar">
                      <p:stCondLst>
                        <p:cond delay="indefinite"/>
                        <p:cond evt="onBegin" delay="0">
                          <p:tn val="19"/>
                        </p:cond>
                      </p:stCondLst>
                      <p:childTnLst>
                        <p:par>
                          <p:cTn id="21" fill="hold" nodeType="afterGroup">
                            <p:stCondLst>
                              <p:cond delay="0"/>
                            </p:stCondLst>
                            <p:childTnLst>
                              <p:par>
                                <p:cTn id="22" presetID="53" presetClass="entr" presetSubtype="0"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 calcmode="lin" valueType="num">
                                      <p:cBhvr>
                                        <p:cTn id="24" dur="500" fill="hold"/>
                                        <p:tgtEl>
                                          <p:spTgt spid="12"/>
                                        </p:tgtEl>
                                        <p:attrNameLst>
                                          <p:attrName>ppt_w</p:attrName>
                                        </p:attrNameLst>
                                      </p:cBhvr>
                                      <p:tavLst>
                                        <p:tav tm="0">
                                          <p:val>
                                            <p:fltVal val="0"/>
                                          </p:val>
                                        </p:tav>
                                        <p:tav tm="100000">
                                          <p:val>
                                            <p:strVal val="#ppt_w"/>
                                          </p:val>
                                        </p:tav>
                                      </p:tavLst>
                                    </p:anim>
                                    <p:anim calcmode="lin" valueType="num">
                                      <p:cBhvr>
                                        <p:cTn id="25" dur="500" fill="hold"/>
                                        <p:tgtEl>
                                          <p:spTgt spid="12"/>
                                        </p:tgtEl>
                                        <p:attrNameLst>
                                          <p:attrName>ppt_h</p:attrName>
                                        </p:attrNameLst>
                                      </p:cBhvr>
                                      <p:tavLst>
                                        <p:tav tm="0">
                                          <p:val>
                                            <p:fltVal val="0"/>
                                          </p:val>
                                        </p:tav>
                                        <p:tav tm="100000">
                                          <p:val>
                                            <p:strVal val="#ppt_h"/>
                                          </p:val>
                                        </p:tav>
                                      </p:tavLst>
                                    </p:anim>
                                    <p:animEffect transition="in" filter="fade">
                                      <p:cBhvr>
                                        <p:cTn id="26" dur="500"/>
                                        <p:tgtEl>
                                          <p:spTgt spid="12"/>
                                        </p:tgtEl>
                                      </p:cBhvr>
                                    </p:animEffect>
                                  </p:childTnLst>
                                </p:cTn>
                              </p:par>
                              <p:par>
                                <p:cTn id="27" presetID="53" presetClass="entr" presetSubtype="0" fill="hold" nodeType="withEffect">
                                  <p:stCondLst>
                                    <p:cond delay="0"/>
                                  </p:stCondLst>
                                  <p:childTnLst>
                                    <p:set>
                                      <p:cBhvr>
                                        <p:cTn id="28" dur="1" fill="hold">
                                          <p:stCondLst>
                                            <p:cond delay="0"/>
                                          </p:stCondLst>
                                        </p:cTn>
                                        <p:tgtEl>
                                          <p:spTgt spid="3"/>
                                        </p:tgtEl>
                                        <p:attrNameLst>
                                          <p:attrName>style.visibility</p:attrName>
                                        </p:attrNameLst>
                                      </p:cBhvr>
                                      <p:to>
                                        <p:strVal val="visible"/>
                                      </p:to>
                                    </p:set>
                                    <p:anim calcmode="lin" valueType="num">
                                      <p:cBhvr>
                                        <p:cTn id="29" dur="500" fill="hold"/>
                                        <p:tgtEl>
                                          <p:spTgt spid="3"/>
                                        </p:tgtEl>
                                        <p:attrNameLst>
                                          <p:attrName>ppt_w</p:attrName>
                                        </p:attrNameLst>
                                      </p:cBhvr>
                                      <p:tavLst>
                                        <p:tav tm="0">
                                          <p:val>
                                            <p:fltVal val="0"/>
                                          </p:val>
                                        </p:tav>
                                        <p:tav tm="100000">
                                          <p:val>
                                            <p:strVal val="#ppt_w"/>
                                          </p:val>
                                        </p:tav>
                                      </p:tavLst>
                                    </p:anim>
                                    <p:anim calcmode="lin" valueType="num">
                                      <p:cBhvr>
                                        <p:cTn id="30" dur="500" fill="hold"/>
                                        <p:tgtEl>
                                          <p:spTgt spid="3"/>
                                        </p:tgtEl>
                                        <p:attrNameLst>
                                          <p:attrName>ppt_h</p:attrName>
                                        </p:attrNameLst>
                                      </p:cBhvr>
                                      <p:tavLst>
                                        <p:tav tm="0">
                                          <p:val>
                                            <p:fltVal val="0"/>
                                          </p:val>
                                        </p:tav>
                                        <p:tav tm="100000">
                                          <p:val>
                                            <p:strVal val="#ppt_h"/>
                                          </p:val>
                                        </p:tav>
                                      </p:tavLst>
                                    </p:anim>
                                    <p:animEffect transition="in" filter="fade">
                                      <p:cBhvr>
                                        <p:cTn id="3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B628A4B0-577F-0F92-4D31-469DB3928E22}"/>
              </a:ext>
            </a:extLst>
          </p:cNvPr>
          <p:cNvPicPr>
            <a:picLocks noChangeAspect="1"/>
          </p:cNvPicPr>
          <p:nvPr/>
        </p:nvPicPr>
        <p:blipFill>
          <a:blip r:embed="Rad094fce148240bf">
            <a:extLst>
              <a:ext uri="{28A0092B-C50C-407E-A947-70E740481C1C}">
                <a14:useLocalDpi xmlns:a14="http://schemas.microsoft.com/office/drawing/2010/main"/>
              </a:ext>
            </a:extLst>
          </a:blip>
          <a:stretch>
            <a:fillRect/>
          </a:stretch>
        </p:blipFill>
        <p:spPr>
          <a:xfrm>
            <a:off x="-1" y="0"/>
            <a:ext cx="12192001" cy="6858000"/>
          </a:xfrm>
          <a:prstGeom prst="rect">
            <a:avLst/>
          </a:prstGeom>
        </p:spPr>
      </p:pic>
      <p:pic>
        <p:nvPicPr>
          <p:cNvPr id="7" name="图片 6">
            <a:extLst>
              <a:ext uri="{FF2B5EF4-FFF2-40B4-BE49-F238E27FC236}">
                <a16:creationId xmlns:a16="http://schemas.microsoft.com/office/drawing/2014/main" id="{9669B94B-8283-B9EB-CF79-84022B339D43}"/>
              </a:ext>
            </a:extLst>
          </p:cNvPr>
          <p:cNvPicPr>
            <a:picLocks noChangeAspect="1"/>
          </p:cNvPicPr>
          <p:nvPr/>
        </p:nvPicPr>
        <p:blipFill>
          <a:blip r:embed="R1978e0f023c24491">
            <a:extLst>
              <a:ext uri="{28A0092B-C50C-407E-A947-70E740481C1C}">
                <a14:useLocalDpi xmlns:a14="http://schemas.microsoft.com/office/drawing/2010/main"/>
              </a:ext>
            </a:extLst>
          </a:blip>
          <a:stretch>
            <a:fillRect/>
          </a:stretch>
        </p:blipFill>
        <p:spPr>
          <a:xfrm>
            <a:off x="11280578" y="5373504"/>
            <a:ext cx="779327" cy="1394182"/>
          </a:xfrm>
          <a:prstGeom prst="rect">
            <a:avLst/>
          </a:prstGeom>
        </p:spPr>
      </p:pic>
      <p:pic>
        <p:nvPicPr>
          <p:cNvPr id="8" name="图片 7">
            <a:extLst>
              <a:ext uri="{FF2B5EF4-FFF2-40B4-BE49-F238E27FC236}">
                <a16:creationId xmlns:a16="http://schemas.microsoft.com/office/drawing/2014/main" id="{172758AE-B588-F9C4-9C96-103FAD96812A}"/>
              </a:ext>
            </a:extLst>
          </p:cNvPr>
          <p:cNvPicPr>
            <a:picLocks noChangeAspect="1"/>
          </p:cNvPicPr>
          <p:nvPr/>
        </p:nvPicPr>
        <p:blipFill>
          <a:blip r:embed="R68d8bfc2a36b4da9">
            <a:lum bright="70000" contrast="-70000"/>
            <a:extLst>
              <a:ext uri="{28A0092B-C50C-407E-A947-70E740481C1C}">
                <a14:useLocalDpi xmlns:a14="http://schemas.microsoft.com/office/drawing/2010/main"/>
              </a:ext>
            </a:extLst>
          </a:blip>
          <a:stretch>
            <a:fillRect/>
          </a:stretch>
        </p:blipFill>
        <p:spPr>
          <a:xfrm>
            <a:off x="-1" y="5733256"/>
            <a:ext cx="2654625" cy="1174614"/>
          </a:xfrm>
          <a:prstGeom prst="rect">
            <a:avLst/>
          </a:prstGeom>
        </p:spPr>
      </p:pic>
      <p:grpSp>
        <p:nvGrpSpPr>
          <p:cNvPr id="9" name="组合 8">
            <a:extLst>
              <a:ext uri="{FF2B5EF4-FFF2-40B4-BE49-F238E27FC236}">
                <a16:creationId xmlns:a16="http://schemas.microsoft.com/office/drawing/2014/main" id="{CAFF6BE6-DCE0-E982-C4F0-61B5FEE00EC7}"/>
              </a:ext>
            </a:extLst>
          </p:cNvPr>
          <p:cNvGrpSpPr/>
          <p:nvPr/>
        </p:nvGrpSpPr>
        <p:grpSpPr>
          <a:xfrm>
            <a:off x="1298105" y="1641608"/>
            <a:ext cx="3059793" cy="3044306"/>
            <a:chOff x="2401869" y="74622"/>
            <a:chExt cx="3059793" cy="3044306"/>
          </a:xfrm>
        </p:grpSpPr>
        <p:sp>
          <p:nvSpPr>
            <p:cNvPr id="10" name="文本框 9">
              <a:extLst>
                <a:ext uri="{FF2B5EF4-FFF2-40B4-BE49-F238E27FC236}">
                  <a16:creationId xmlns:a16="http://schemas.microsoft.com/office/drawing/2014/main" id="{75264C3B-68FF-40A5-0C57-601285FE23A6}"/>
                </a:ext>
              </a:extLst>
            </p:cNvPr>
            <p:cNvSpPr txBox="1"/>
            <p:nvPr/>
          </p:nvSpPr>
          <p:spPr>
            <a:xfrm>
              <a:off x="2401869" y="74622"/>
              <a:ext cx="3059793" cy="2554545"/>
            </a:xfrm>
            <a:prstGeom prst="rect">
              <a:avLst/>
            </a:prstGeom>
            <a:noFill/>
          </p:spPr>
          <p:txBody>
            <a:bodyPr wrap="square" rtlCol="0">
              <a:spAutoFit/>
            </a:bodyPr>
            <a:lstStyle/>
            <a:p>
              <a:pPr algn="ctr"/>
              <a:r>
                <a:rPr lang="zh-CN" altLang="en-US" sz="8000" b="1">
                  <a:solidFill>
                    <a:srgbClr val="FFE9A8"/>
                  </a:solidFill>
                  <a:effectLst>
                    <a:outerShdw blurRad="38100" dist="38100" dir="2700000" algn="tl">
                      <a:srgbClr val="000000">
                        <a:alpha val="43137"/>
                      </a:srgbClr>
                    </a:outerShdw>
                  </a:effectLst>
                  <a:latin typeface="Arial"/>
                  <a:ea typeface="微软雅黑"/>
                  <a:cs typeface="阿里巴巴普惠体 2.0 115 Black" panose="00020600040101010101" pitchFamily="18" charset="-122"/>
                  <a:sym typeface="Arial"/>
                </a:rPr>
                <a:t>目 </a:t>
              </a:r>
              <a:endParaRPr lang="en-US" altLang="zh-CN" sz="8000" b="1">
                <a:solidFill>
                  <a:srgbClr val="FFE9A8"/>
                </a:solidFill>
                <a:effectLst>
                  <a:outerShdw blurRad="38100" dist="38100" dir="2700000" algn="tl">
                    <a:srgbClr val="000000">
                      <a:alpha val="43137"/>
                    </a:srgbClr>
                  </a:outerShdw>
                </a:effectLst>
                <a:latin typeface="Arial"/>
                <a:ea typeface="微软雅黑"/>
                <a:cs typeface="阿里巴巴普惠体 2.0 115 Black" panose="00020600040101010101" pitchFamily="18" charset="-122"/>
                <a:sym typeface="Arial"/>
              </a:endParaRPr>
            </a:p>
            <a:p>
              <a:pPr algn="ctr"/>
              <a:r>
                <a:rPr lang="zh-CN" altLang="en-US" sz="8000" b="1">
                  <a:solidFill>
                    <a:srgbClr val="FFE9A8"/>
                  </a:solidFill>
                  <a:effectLst>
                    <a:outerShdw blurRad="38100" dist="38100" dir="2700000" algn="tl">
                      <a:srgbClr val="000000">
                        <a:alpha val="43137"/>
                      </a:srgbClr>
                    </a:outerShdw>
                  </a:effectLst>
                  <a:latin typeface="Arial"/>
                  <a:ea typeface="微软雅黑"/>
                  <a:cs typeface="阿里巴巴普惠体 2.0 115 Black" panose="00020600040101010101" pitchFamily="18" charset="-122"/>
                  <a:sym typeface="Arial"/>
                </a:rPr>
                <a:t>录</a:t>
              </a:r>
            </a:p>
          </p:txBody>
        </p:sp>
        <p:sp>
          <p:nvSpPr>
            <p:cNvPr id="11" name="文本框 10">
              <a:extLst>
                <a:ext uri="{FF2B5EF4-FFF2-40B4-BE49-F238E27FC236}">
                  <a16:creationId xmlns:a16="http://schemas.microsoft.com/office/drawing/2014/main" id="{E7935A9D-310A-7089-358A-7D22ECAEB258}"/>
                </a:ext>
              </a:extLst>
            </p:cNvPr>
            <p:cNvSpPr txBox="1"/>
            <p:nvPr/>
          </p:nvSpPr>
          <p:spPr>
            <a:xfrm rot="5400000">
              <a:off x="3622166" y="1850614"/>
              <a:ext cx="2228850" cy="307777"/>
            </a:xfrm>
            <a:prstGeom prst="rect">
              <a:avLst/>
            </a:prstGeom>
            <a:noFill/>
          </p:spPr>
          <p:txBody>
            <a:bodyPr wrap="square" rtlCol="0">
              <a:spAutoFit/>
            </a:bodyPr>
            <a:lstStyle/>
            <a:p>
              <a:pPr algn="dist"/>
              <a:r>
                <a:rPr lang="en-US" altLang="zh-CN" sz="1400">
                  <a:solidFill>
                    <a:schemeClr val="bg1"/>
                  </a:solidFill>
                  <a:effectLst>
                    <a:outerShdw blurRad="38100" dist="38100" dir="2700000" algn="tl">
                      <a:srgbClr val="000000">
                        <a:alpha val="43137"/>
                      </a:srgbClr>
                    </a:outerShdw>
                  </a:effectLst>
                  <a:latin typeface="Arial"/>
                  <a:ea typeface="微软雅黑"/>
                  <a:cs typeface="阿里巴巴普惠体 2.0 115 Black" panose="00020600040101010101" pitchFamily="18" charset="-122"/>
                  <a:sym typeface="Arial"/>
                </a:rPr>
                <a:t>CONTENTES</a:t>
              </a:r>
              <a:endParaRPr lang="zh-CN" altLang="en-US" sz="1400">
                <a:solidFill>
                  <a:schemeClr val="bg1"/>
                </a:solidFill>
                <a:effectLst>
                  <a:outerShdw blurRad="38100" dist="38100" dir="2700000" algn="tl">
                    <a:srgbClr val="000000">
                      <a:alpha val="43137"/>
                    </a:srgbClr>
                  </a:outerShdw>
                </a:effectLst>
                <a:latin typeface="Arial"/>
                <a:ea typeface="微软雅黑"/>
                <a:cs typeface="阿里巴巴普惠体 2.0 115 Black" panose="00020600040101010101" pitchFamily="18" charset="-122"/>
                <a:sym typeface="Arial"/>
              </a:endParaRPr>
            </a:p>
          </p:txBody>
        </p:sp>
      </p:grpSp>
      <p:grpSp>
        <p:nvGrpSpPr>
          <p:cNvPr id="12" name="组合 11">
            <a:extLst>
              <a:ext uri="{FF2B5EF4-FFF2-40B4-BE49-F238E27FC236}">
                <a16:creationId xmlns:a16="http://schemas.microsoft.com/office/drawing/2014/main" id="{D9F5C977-7E0D-66D0-FBE8-C7FEA5772706}"/>
              </a:ext>
            </a:extLst>
          </p:cNvPr>
          <p:cNvGrpSpPr/>
          <p:nvPr/>
        </p:nvGrpSpPr>
        <p:grpSpPr>
          <a:xfrm>
            <a:off x="5465136" y="1181363"/>
            <a:ext cx="5013669" cy="846387"/>
            <a:chOff x="785249" y="2363676"/>
            <a:chExt cx="5013669" cy="846387"/>
          </a:xfrm>
        </p:grpSpPr>
        <p:sp>
          <p:nvSpPr>
            <p:cNvPr id="13" name="文本框 12">
              <a:extLst>
                <a:ext uri="{FF2B5EF4-FFF2-40B4-BE49-F238E27FC236}">
                  <a16:creationId xmlns:a16="http://schemas.microsoft.com/office/drawing/2014/main" id="{3F58B45A-F3FE-04F9-AABE-A183ACF98874}"/>
                </a:ext>
              </a:extLst>
            </p:cNvPr>
            <p:cNvSpPr txBox="1"/>
            <p:nvPr/>
          </p:nvSpPr>
          <p:spPr>
            <a:xfrm>
              <a:off x="785249" y="2379066"/>
              <a:ext cx="948864" cy="830997"/>
            </a:xfrm>
            <a:prstGeom prst="rect">
              <a:avLst/>
            </a:prstGeom>
            <a:noFill/>
          </p:spPr>
          <p:txBody>
            <a:bodyPr wrap="square" rtlCol="0">
              <a:spAutoFit/>
            </a:bodyPr>
            <a:lstStyle/>
            <a:p>
              <a:pPr algn="ctr"/>
              <a:r>
                <a:rPr lang="en-US" altLang="zh-CN" sz="4800" b="1">
                  <a:solidFill>
                    <a:srgbClr val="FFE9A8"/>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01.</a:t>
              </a:r>
              <a:endParaRPr lang="zh-CN" altLang="en-US" sz="4800" b="1">
                <a:solidFill>
                  <a:srgbClr val="FFE9A8"/>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endParaRPr>
            </a:p>
          </p:txBody>
        </p:sp>
        <p:grpSp>
          <p:nvGrpSpPr>
            <p:cNvPr id="14" name="组合 13">
              <a:extLst>
                <a:ext uri="{FF2B5EF4-FFF2-40B4-BE49-F238E27FC236}">
                  <a16:creationId xmlns:a16="http://schemas.microsoft.com/office/drawing/2014/main" id="{7979DB5D-F42F-31DC-F271-2DB3B6E9D225}"/>
                </a:ext>
              </a:extLst>
            </p:cNvPr>
            <p:cNvGrpSpPr/>
            <p:nvPr/>
          </p:nvGrpSpPr>
          <p:grpSpPr>
            <a:xfrm>
              <a:off x="1712710" y="2363676"/>
              <a:ext cx="4086208" cy="713926"/>
              <a:chOff x="1835348" y="2444485"/>
              <a:chExt cx="4086208" cy="713926"/>
            </a:xfrm>
          </p:grpSpPr>
          <p:sp>
            <p:nvSpPr>
              <p:cNvPr id="15" name="文本框 14">
                <a:extLst>
                  <a:ext uri="{FF2B5EF4-FFF2-40B4-BE49-F238E27FC236}">
                    <a16:creationId xmlns:a16="http://schemas.microsoft.com/office/drawing/2014/main" id="{281AA9DF-0B4A-4169-5FAA-91226E43966A}"/>
                  </a:ext>
                </a:extLst>
              </p:cNvPr>
              <p:cNvSpPr txBox="1"/>
              <p:nvPr/>
            </p:nvSpPr>
            <p:spPr>
              <a:xfrm>
                <a:off x="1835348" y="2444485"/>
                <a:ext cx="3918679" cy="523220"/>
              </a:xfrm>
              <a:prstGeom prst="rect">
                <a:avLst/>
              </a:prstGeom>
              <a:noFill/>
            </p:spPr>
            <p:txBody>
              <a:bodyPr wrap="square" rtlCol="0">
                <a:spAutoFit/>
              </a:bodyPr>
              <a:lstStyle/>
              <a:p>
                <a:pPr algn="dist"/>
                <a:r>
                  <a:rPr lang="zh-CN" altLang="en-US" sz="2800" b="1">
                    <a:solidFill>
                      <a:schemeClr val="bg1"/>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完善党的自我革命制度</a:t>
                </a:r>
              </a:p>
            </p:txBody>
          </p:sp>
          <p:sp>
            <p:nvSpPr>
              <p:cNvPr id="16" name="文本框 15">
                <a:extLst>
                  <a:ext uri="{FF2B5EF4-FFF2-40B4-BE49-F238E27FC236}">
                    <a16:creationId xmlns:a16="http://schemas.microsoft.com/office/drawing/2014/main" id="{F66E2069-8855-FC20-654A-F9C0490ECBA1}"/>
                  </a:ext>
                </a:extLst>
              </p:cNvPr>
              <p:cNvSpPr txBox="1"/>
              <p:nvPr/>
            </p:nvSpPr>
            <p:spPr>
              <a:xfrm>
                <a:off x="1856751" y="2912190"/>
                <a:ext cx="4064805" cy="246221"/>
              </a:xfrm>
              <a:prstGeom prst="rect">
                <a:avLst/>
              </a:prstGeom>
              <a:noFill/>
            </p:spPr>
            <p:txBody>
              <a:bodyPr wrap="square" rtlCol="0">
                <a:spAutoFit/>
              </a:bodyPr>
              <a:lstStyle/>
              <a:p>
                <a:pPr algn="dist"/>
                <a:r>
                  <a:rPr lang="en-US" altLang="zh-CN" sz="1000" b="1">
                    <a:solidFill>
                      <a:schemeClr val="bg1"/>
                    </a:solidFill>
                    <a:effectLst>
                      <a:outerShdw blurRad="38100" dist="38100" dir="2700000" algn="tl">
                        <a:srgbClr val="000000">
                          <a:alpha val="43137"/>
                        </a:srgbClr>
                      </a:outerShdw>
                    </a:effectLst>
                    <a:latin typeface="Arial"/>
                    <a:ea typeface="微软雅黑"/>
                    <a:cs typeface="阿里巴巴普惠体 2.0 45 Light" panose="00020600040101010101" pitchFamily="18" charset="-122"/>
                    <a:sym typeface="Arial"/>
                  </a:rPr>
                  <a:t>THE ORIGIN OF THE FOUNDING PARTY FESTIVAL</a:t>
                </a:r>
                <a:endParaRPr lang="zh-CN" altLang="en-US" sz="1000" b="1">
                  <a:solidFill>
                    <a:schemeClr val="bg1"/>
                  </a:solidFill>
                  <a:effectLst>
                    <a:outerShdw blurRad="38100" dist="38100" dir="2700000" algn="tl">
                      <a:srgbClr val="000000">
                        <a:alpha val="43137"/>
                      </a:srgbClr>
                    </a:outerShdw>
                  </a:effectLst>
                  <a:latin typeface="Arial"/>
                  <a:ea typeface="微软雅黑"/>
                  <a:cs typeface="阿里巴巴普惠体 2.0 45 Light" panose="00020600040101010101" pitchFamily="18" charset="-122"/>
                  <a:sym typeface="Arial"/>
                </a:endParaRPr>
              </a:p>
            </p:txBody>
          </p:sp>
        </p:grpSp>
      </p:grpSp>
      <p:grpSp>
        <p:nvGrpSpPr>
          <p:cNvPr id="17" name="组合 16">
            <a:extLst>
              <a:ext uri="{FF2B5EF4-FFF2-40B4-BE49-F238E27FC236}">
                <a16:creationId xmlns:a16="http://schemas.microsoft.com/office/drawing/2014/main" id="{240EB64D-DCE0-E533-55FB-904BA0A2F83B}"/>
              </a:ext>
            </a:extLst>
          </p:cNvPr>
          <p:cNvGrpSpPr/>
          <p:nvPr/>
        </p:nvGrpSpPr>
        <p:grpSpPr>
          <a:xfrm>
            <a:off x="5465136" y="2319896"/>
            <a:ext cx="5013669" cy="830997"/>
            <a:chOff x="785249" y="2379066"/>
            <a:chExt cx="5013669" cy="830997"/>
          </a:xfrm>
        </p:grpSpPr>
        <p:sp>
          <p:nvSpPr>
            <p:cNvPr id="18" name="文本框 17">
              <a:extLst>
                <a:ext uri="{FF2B5EF4-FFF2-40B4-BE49-F238E27FC236}">
                  <a16:creationId xmlns:a16="http://schemas.microsoft.com/office/drawing/2014/main" id="{CBE31A58-E52A-9116-A17B-6E053FFF7D2E}"/>
                </a:ext>
              </a:extLst>
            </p:cNvPr>
            <p:cNvSpPr txBox="1"/>
            <p:nvPr/>
          </p:nvSpPr>
          <p:spPr>
            <a:xfrm>
              <a:off x="785249" y="2379066"/>
              <a:ext cx="948864" cy="830997"/>
            </a:xfrm>
            <a:prstGeom prst="rect">
              <a:avLst/>
            </a:prstGeom>
            <a:noFill/>
          </p:spPr>
          <p:txBody>
            <a:bodyPr wrap="square" rtlCol="0">
              <a:spAutoFit/>
            </a:bodyPr>
            <a:lstStyle/>
            <a:p>
              <a:pPr algn="ctr"/>
              <a:r>
                <a:rPr lang="en-US" altLang="zh-CN" sz="4800" b="1">
                  <a:solidFill>
                    <a:srgbClr val="FFE9A8"/>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02.</a:t>
              </a:r>
              <a:endParaRPr lang="zh-CN" altLang="en-US" sz="4800" b="1">
                <a:solidFill>
                  <a:srgbClr val="FFE9A8"/>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endParaRPr>
            </a:p>
          </p:txBody>
        </p:sp>
        <p:grpSp>
          <p:nvGrpSpPr>
            <p:cNvPr id="19" name="组合 18">
              <a:extLst>
                <a:ext uri="{FF2B5EF4-FFF2-40B4-BE49-F238E27FC236}">
                  <a16:creationId xmlns:a16="http://schemas.microsoft.com/office/drawing/2014/main" id="{4067D04F-CB2B-99E6-DCFC-4F8B9CE76D6E}"/>
                </a:ext>
              </a:extLst>
            </p:cNvPr>
            <p:cNvGrpSpPr/>
            <p:nvPr/>
          </p:nvGrpSpPr>
          <p:grpSpPr>
            <a:xfrm>
              <a:off x="1712711" y="2391577"/>
              <a:ext cx="4086207" cy="686025"/>
              <a:chOff x="1835349" y="2472386"/>
              <a:chExt cx="4086207" cy="686025"/>
            </a:xfrm>
          </p:grpSpPr>
          <p:sp>
            <p:nvSpPr>
              <p:cNvPr id="20" name="文本框 19">
                <a:extLst>
                  <a:ext uri="{FF2B5EF4-FFF2-40B4-BE49-F238E27FC236}">
                    <a16:creationId xmlns:a16="http://schemas.microsoft.com/office/drawing/2014/main" id="{6D5F651D-FD16-533E-E7D8-72B42C1FDBED}"/>
                  </a:ext>
                </a:extLst>
              </p:cNvPr>
              <p:cNvSpPr txBox="1"/>
              <p:nvPr/>
            </p:nvSpPr>
            <p:spPr>
              <a:xfrm>
                <a:off x="1835349" y="2472386"/>
                <a:ext cx="3918679" cy="523220"/>
              </a:xfrm>
              <a:prstGeom prst="rect">
                <a:avLst/>
              </a:prstGeom>
              <a:noFill/>
            </p:spPr>
            <p:txBody>
              <a:bodyPr wrap="square" rtlCol="0">
                <a:spAutoFit/>
              </a:bodyPr>
              <a:lstStyle/>
              <a:p>
                <a:pPr algn="dist"/>
                <a:r>
                  <a:rPr lang="zh-CN" altLang="en-US" sz="2800" b="1">
                    <a:solidFill>
                      <a:schemeClr val="bg1"/>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规范体系的重大意义</a:t>
                </a:r>
              </a:p>
            </p:txBody>
          </p:sp>
          <p:sp>
            <p:nvSpPr>
              <p:cNvPr id="21" name="文本框 20">
                <a:extLst>
                  <a:ext uri="{FF2B5EF4-FFF2-40B4-BE49-F238E27FC236}">
                    <a16:creationId xmlns:a16="http://schemas.microsoft.com/office/drawing/2014/main" id="{FDFAAC41-0D40-CE71-7469-510ED8AA8BA5}"/>
                  </a:ext>
                </a:extLst>
              </p:cNvPr>
              <p:cNvSpPr txBox="1"/>
              <p:nvPr/>
            </p:nvSpPr>
            <p:spPr>
              <a:xfrm>
                <a:off x="1856750" y="2912190"/>
                <a:ext cx="4064806" cy="246221"/>
              </a:xfrm>
              <a:prstGeom prst="rect">
                <a:avLst/>
              </a:prstGeom>
              <a:noFill/>
            </p:spPr>
            <p:txBody>
              <a:bodyPr wrap="square" rtlCol="0">
                <a:spAutoFit/>
              </a:bodyPr>
              <a:lstStyle/>
              <a:p>
                <a:pPr algn="dist"/>
                <a:r>
                  <a:rPr lang="en-US" altLang="zh-CN" sz="1000" b="1">
                    <a:solidFill>
                      <a:schemeClr val="bg1"/>
                    </a:solidFill>
                    <a:effectLst>
                      <a:outerShdw blurRad="38100" dist="38100" dir="2700000" algn="tl">
                        <a:srgbClr val="000000">
                          <a:alpha val="43137"/>
                        </a:srgbClr>
                      </a:outerShdw>
                    </a:effectLst>
                    <a:latin typeface="Arial"/>
                    <a:ea typeface="微软雅黑"/>
                    <a:cs typeface="阿里巴巴普惠体 2.0 45 Light" panose="00020600040101010101" pitchFamily="18" charset="-122"/>
                    <a:sym typeface="Arial"/>
                  </a:rPr>
                  <a:t>THE ORIGIN OF THE FOUNDING PARTY FESTIVAL</a:t>
                </a:r>
                <a:endParaRPr lang="zh-CN" altLang="en-US" sz="1000" b="1">
                  <a:solidFill>
                    <a:schemeClr val="bg1"/>
                  </a:solidFill>
                  <a:effectLst>
                    <a:outerShdw blurRad="38100" dist="38100" dir="2700000" algn="tl">
                      <a:srgbClr val="000000">
                        <a:alpha val="43137"/>
                      </a:srgbClr>
                    </a:outerShdw>
                  </a:effectLst>
                  <a:latin typeface="Arial"/>
                  <a:ea typeface="微软雅黑"/>
                  <a:cs typeface="阿里巴巴普惠体 2.0 45 Light" panose="00020600040101010101" pitchFamily="18" charset="-122"/>
                  <a:sym typeface="Arial"/>
                </a:endParaRPr>
              </a:p>
            </p:txBody>
          </p:sp>
        </p:grpSp>
      </p:grpSp>
      <p:grpSp>
        <p:nvGrpSpPr>
          <p:cNvPr id="22" name="组合 21">
            <a:extLst>
              <a:ext uri="{FF2B5EF4-FFF2-40B4-BE49-F238E27FC236}">
                <a16:creationId xmlns:a16="http://schemas.microsoft.com/office/drawing/2014/main" id="{248BA124-2B0B-4591-66EC-6DA14E142650}"/>
              </a:ext>
            </a:extLst>
          </p:cNvPr>
          <p:cNvGrpSpPr/>
          <p:nvPr/>
        </p:nvGrpSpPr>
        <p:grpSpPr>
          <a:xfrm>
            <a:off x="5465136" y="3443039"/>
            <a:ext cx="5013669" cy="830997"/>
            <a:chOff x="785249" y="2379066"/>
            <a:chExt cx="5013669" cy="830997"/>
          </a:xfrm>
        </p:grpSpPr>
        <p:sp>
          <p:nvSpPr>
            <p:cNvPr id="23" name="文本框 22">
              <a:extLst>
                <a:ext uri="{FF2B5EF4-FFF2-40B4-BE49-F238E27FC236}">
                  <a16:creationId xmlns:a16="http://schemas.microsoft.com/office/drawing/2014/main" id="{BA1E7911-7506-CAE8-71B5-9A625641F448}"/>
                </a:ext>
              </a:extLst>
            </p:cNvPr>
            <p:cNvSpPr txBox="1"/>
            <p:nvPr/>
          </p:nvSpPr>
          <p:spPr>
            <a:xfrm>
              <a:off x="785249" y="2379066"/>
              <a:ext cx="948864" cy="830997"/>
            </a:xfrm>
            <a:prstGeom prst="rect">
              <a:avLst/>
            </a:prstGeom>
            <a:noFill/>
          </p:spPr>
          <p:txBody>
            <a:bodyPr wrap="square" rtlCol="0">
              <a:spAutoFit/>
            </a:bodyPr>
            <a:lstStyle/>
            <a:p>
              <a:pPr algn="ctr"/>
              <a:r>
                <a:rPr lang="en-US" altLang="zh-CN" sz="4800" b="1">
                  <a:solidFill>
                    <a:srgbClr val="FFE9A8"/>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03.</a:t>
              </a:r>
              <a:endParaRPr lang="zh-CN" altLang="en-US" sz="4800" b="1">
                <a:solidFill>
                  <a:srgbClr val="FFE9A8"/>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endParaRPr>
            </a:p>
          </p:txBody>
        </p:sp>
        <p:grpSp>
          <p:nvGrpSpPr>
            <p:cNvPr id="24" name="组合 23">
              <a:extLst>
                <a:ext uri="{FF2B5EF4-FFF2-40B4-BE49-F238E27FC236}">
                  <a16:creationId xmlns:a16="http://schemas.microsoft.com/office/drawing/2014/main" id="{A0BCD495-1465-02BC-1BCF-773CED9FB103}"/>
                </a:ext>
              </a:extLst>
            </p:cNvPr>
            <p:cNvGrpSpPr/>
            <p:nvPr/>
          </p:nvGrpSpPr>
          <p:grpSpPr>
            <a:xfrm>
              <a:off x="1712711" y="2391577"/>
              <a:ext cx="4086207" cy="686025"/>
              <a:chOff x="1835349" y="2472386"/>
              <a:chExt cx="4086207" cy="686025"/>
            </a:xfrm>
          </p:grpSpPr>
          <p:sp>
            <p:nvSpPr>
              <p:cNvPr id="25" name="文本框 24">
                <a:extLst>
                  <a:ext uri="{FF2B5EF4-FFF2-40B4-BE49-F238E27FC236}">
                    <a16:creationId xmlns:a16="http://schemas.microsoft.com/office/drawing/2014/main" id="{827C3906-5089-9763-C153-8F92F3078BD2}"/>
                  </a:ext>
                </a:extLst>
              </p:cNvPr>
              <p:cNvSpPr txBox="1"/>
              <p:nvPr/>
            </p:nvSpPr>
            <p:spPr>
              <a:xfrm>
                <a:off x="1835349" y="2472386"/>
                <a:ext cx="4086207" cy="523220"/>
              </a:xfrm>
              <a:prstGeom prst="rect">
                <a:avLst/>
              </a:prstGeom>
              <a:noFill/>
            </p:spPr>
            <p:txBody>
              <a:bodyPr wrap="square" rtlCol="0">
                <a:spAutoFit/>
              </a:bodyPr>
              <a:lstStyle/>
              <a:p>
                <a:pPr algn="dist"/>
                <a:r>
                  <a:rPr lang="zh-CN" altLang="en-US" sz="2800" b="1">
                    <a:solidFill>
                      <a:schemeClr val="bg1"/>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新时代党自我革命制度</a:t>
                </a:r>
              </a:p>
            </p:txBody>
          </p:sp>
          <p:sp>
            <p:nvSpPr>
              <p:cNvPr id="26" name="文本框 25">
                <a:extLst>
                  <a:ext uri="{FF2B5EF4-FFF2-40B4-BE49-F238E27FC236}">
                    <a16:creationId xmlns:a16="http://schemas.microsoft.com/office/drawing/2014/main" id="{76E52A25-5BAE-13F7-A6C8-5A210C77BA5F}"/>
                  </a:ext>
                </a:extLst>
              </p:cNvPr>
              <p:cNvSpPr txBox="1"/>
              <p:nvPr/>
            </p:nvSpPr>
            <p:spPr>
              <a:xfrm>
                <a:off x="1856750" y="2912190"/>
                <a:ext cx="4064806" cy="246221"/>
              </a:xfrm>
              <a:prstGeom prst="rect">
                <a:avLst/>
              </a:prstGeom>
              <a:noFill/>
            </p:spPr>
            <p:txBody>
              <a:bodyPr wrap="square" rtlCol="0">
                <a:spAutoFit/>
              </a:bodyPr>
              <a:lstStyle/>
              <a:p>
                <a:pPr algn="dist"/>
                <a:r>
                  <a:rPr lang="en-US" altLang="zh-CN" sz="1000" b="1">
                    <a:solidFill>
                      <a:schemeClr val="bg1"/>
                    </a:solidFill>
                    <a:effectLst>
                      <a:outerShdw blurRad="38100" dist="38100" dir="2700000" algn="tl">
                        <a:srgbClr val="000000">
                          <a:alpha val="43137"/>
                        </a:srgbClr>
                      </a:outerShdw>
                    </a:effectLst>
                    <a:latin typeface="Arial"/>
                    <a:ea typeface="微软雅黑"/>
                    <a:cs typeface="阿里巴巴普惠体 2.0 45 Light" panose="00020600040101010101" pitchFamily="18" charset="-122"/>
                    <a:sym typeface="Arial"/>
                  </a:rPr>
                  <a:t>THE ORIGIN OF THE FOUNDING PARTY FESTIVAL</a:t>
                </a:r>
                <a:endParaRPr lang="zh-CN" altLang="en-US" sz="1000" b="1">
                  <a:solidFill>
                    <a:schemeClr val="bg1"/>
                  </a:solidFill>
                  <a:effectLst>
                    <a:outerShdw blurRad="38100" dist="38100" dir="2700000" algn="tl">
                      <a:srgbClr val="000000">
                        <a:alpha val="43137"/>
                      </a:srgbClr>
                    </a:outerShdw>
                  </a:effectLst>
                  <a:latin typeface="Arial"/>
                  <a:ea typeface="微软雅黑"/>
                  <a:cs typeface="阿里巴巴普惠体 2.0 45 Light" panose="00020600040101010101" pitchFamily="18" charset="-122"/>
                  <a:sym typeface="Arial"/>
                </a:endParaRPr>
              </a:p>
            </p:txBody>
          </p:sp>
        </p:grpSp>
      </p:grpSp>
      <p:grpSp>
        <p:nvGrpSpPr>
          <p:cNvPr id="27" name="组合 26">
            <a:extLst>
              <a:ext uri="{FF2B5EF4-FFF2-40B4-BE49-F238E27FC236}">
                <a16:creationId xmlns:a16="http://schemas.microsoft.com/office/drawing/2014/main" id="{9FE86D37-AEEF-D54D-84F1-C23C51DF4D76}"/>
              </a:ext>
            </a:extLst>
          </p:cNvPr>
          <p:cNvGrpSpPr/>
          <p:nvPr/>
        </p:nvGrpSpPr>
        <p:grpSpPr>
          <a:xfrm>
            <a:off x="5465136" y="4566183"/>
            <a:ext cx="5013669" cy="830997"/>
            <a:chOff x="785249" y="2379066"/>
            <a:chExt cx="5013669" cy="830997"/>
          </a:xfrm>
        </p:grpSpPr>
        <p:sp>
          <p:nvSpPr>
            <p:cNvPr id="28" name="文本框 27">
              <a:extLst>
                <a:ext uri="{FF2B5EF4-FFF2-40B4-BE49-F238E27FC236}">
                  <a16:creationId xmlns:a16="http://schemas.microsoft.com/office/drawing/2014/main" id="{483E3043-1E44-3183-F240-CA439E704C5C}"/>
                </a:ext>
              </a:extLst>
            </p:cNvPr>
            <p:cNvSpPr txBox="1"/>
            <p:nvPr/>
          </p:nvSpPr>
          <p:spPr>
            <a:xfrm>
              <a:off x="785249" y="2379066"/>
              <a:ext cx="948864" cy="830997"/>
            </a:xfrm>
            <a:prstGeom prst="rect">
              <a:avLst/>
            </a:prstGeom>
            <a:noFill/>
          </p:spPr>
          <p:txBody>
            <a:bodyPr wrap="square" rtlCol="0">
              <a:spAutoFit/>
            </a:bodyPr>
            <a:lstStyle/>
            <a:p>
              <a:pPr algn="ctr"/>
              <a:r>
                <a:rPr lang="en-US" altLang="zh-CN" sz="4800" b="1">
                  <a:solidFill>
                    <a:srgbClr val="FFE9A8"/>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04.</a:t>
              </a:r>
              <a:endParaRPr lang="zh-CN" altLang="en-US" sz="4800" b="1">
                <a:solidFill>
                  <a:srgbClr val="FFE9A8"/>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endParaRPr>
            </a:p>
          </p:txBody>
        </p:sp>
        <p:grpSp>
          <p:nvGrpSpPr>
            <p:cNvPr id="29" name="组合 28">
              <a:extLst>
                <a:ext uri="{FF2B5EF4-FFF2-40B4-BE49-F238E27FC236}">
                  <a16:creationId xmlns:a16="http://schemas.microsoft.com/office/drawing/2014/main" id="{49BA46E0-D319-2074-7EAA-26162C97BCC1}"/>
                </a:ext>
              </a:extLst>
            </p:cNvPr>
            <p:cNvGrpSpPr/>
            <p:nvPr/>
          </p:nvGrpSpPr>
          <p:grpSpPr>
            <a:xfrm>
              <a:off x="1712711" y="2391577"/>
              <a:ext cx="4086207" cy="686025"/>
              <a:chOff x="1835349" y="2472386"/>
              <a:chExt cx="4086207" cy="686025"/>
            </a:xfrm>
          </p:grpSpPr>
          <p:sp>
            <p:nvSpPr>
              <p:cNvPr id="30" name="文本框 29">
                <a:extLst>
                  <a:ext uri="{FF2B5EF4-FFF2-40B4-BE49-F238E27FC236}">
                    <a16:creationId xmlns:a16="http://schemas.microsoft.com/office/drawing/2014/main" id="{B2ED35EF-D561-117C-6EF2-E60D540143AD}"/>
                  </a:ext>
                </a:extLst>
              </p:cNvPr>
              <p:cNvSpPr txBox="1"/>
              <p:nvPr/>
            </p:nvSpPr>
            <p:spPr>
              <a:xfrm>
                <a:off x="1835349" y="2472386"/>
                <a:ext cx="3918679" cy="523220"/>
              </a:xfrm>
              <a:prstGeom prst="rect">
                <a:avLst/>
              </a:prstGeom>
              <a:noFill/>
            </p:spPr>
            <p:txBody>
              <a:bodyPr wrap="square" rtlCol="0">
                <a:spAutoFit/>
              </a:bodyPr>
              <a:lstStyle/>
              <a:p>
                <a:pPr algn="dist"/>
                <a:r>
                  <a:rPr lang="zh-CN" altLang="en-US" sz="2800" b="1">
                    <a:solidFill>
                      <a:schemeClr val="bg1"/>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规范体系的创新实践</a:t>
                </a:r>
              </a:p>
            </p:txBody>
          </p:sp>
          <p:sp>
            <p:nvSpPr>
              <p:cNvPr id="31" name="文本框 30">
                <a:extLst>
                  <a:ext uri="{FF2B5EF4-FFF2-40B4-BE49-F238E27FC236}">
                    <a16:creationId xmlns:a16="http://schemas.microsoft.com/office/drawing/2014/main" id="{07039AB6-C986-37F6-4D9F-2BAE461AB1EB}"/>
                  </a:ext>
                </a:extLst>
              </p:cNvPr>
              <p:cNvSpPr txBox="1"/>
              <p:nvPr/>
            </p:nvSpPr>
            <p:spPr>
              <a:xfrm>
                <a:off x="1856750" y="2912190"/>
                <a:ext cx="4064806" cy="246221"/>
              </a:xfrm>
              <a:prstGeom prst="rect">
                <a:avLst/>
              </a:prstGeom>
              <a:noFill/>
            </p:spPr>
            <p:txBody>
              <a:bodyPr wrap="square" rtlCol="0">
                <a:spAutoFit/>
              </a:bodyPr>
              <a:lstStyle/>
              <a:p>
                <a:pPr algn="dist"/>
                <a:r>
                  <a:rPr lang="en-US" altLang="zh-CN" sz="1000" b="1">
                    <a:solidFill>
                      <a:schemeClr val="bg1"/>
                    </a:solidFill>
                    <a:effectLst>
                      <a:outerShdw blurRad="38100" dist="38100" dir="2700000" algn="tl">
                        <a:srgbClr val="000000">
                          <a:alpha val="43137"/>
                        </a:srgbClr>
                      </a:outerShdw>
                    </a:effectLst>
                    <a:latin typeface="Arial"/>
                    <a:ea typeface="微软雅黑"/>
                    <a:cs typeface="阿里巴巴普惠体 2.0 45 Light" panose="00020600040101010101" pitchFamily="18" charset="-122"/>
                    <a:sym typeface="Arial"/>
                  </a:rPr>
                  <a:t>THE ORIGIN OF THE FOUNDING PARTY FESTIVAL</a:t>
                </a:r>
                <a:endParaRPr lang="zh-CN" altLang="en-US" sz="1000" b="1">
                  <a:solidFill>
                    <a:schemeClr val="bg1"/>
                  </a:solidFill>
                  <a:effectLst>
                    <a:outerShdw blurRad="38100" dist="38100" dir="2700000" algn="tl">
                      <a:srgbClr val="000000">
                        <a:alpha val="43137"/>
                      </a:srgbClr>
                    </a:outerShdw>
                  </a:effectLst>
                  <a:latin typeface="Arial"/>
                  <a:ea typeface="微软雅黑"/>
                  <a:cs typeface="阿里巴巴普惠体 2.0 45 Light" panose="00020600040101010101" pitchFamily="18" charset="-122"/>
                  <a:sym typeface="Arial"/>
                </a:endParaRPr>
              </a:p>
            </p:txBody>
          </p:sp>
        </p:grpSp>
      </p:grpSp>
      <p:grpSp>
        <p:nvGrpSpPr>
          <p:cNvPr id="32" name="组合 31">
            <a:extLst>
              <a:ext uri="{FF2B5EF4-FFF2-40B4-BE49-F238E27FC236}">
                <a16:creationId xmlns:a16="http://schemas.microsoft.com/office/drawing/2014/main" id="{A8CB049F-63DC-DA2C-B61E-DF1A588EDC74}"/>
              </a:ext>
            </a:extLst>
          </p:cNvPr>
          <p:cNvGrpSpPr/>
          <p:nvPr/>
        </p:nvGrpSpPr>
        <p:grpSpPr>
          <a:xfrm>
            <a:off x="6735057" y="95115"/>
            <a:ext cx="5484194" cy="584776"/>
            <a:chOff x="6530658" y="224934"/>
            <a:chExt cx="5484194" cy="584776"/>
          </a:xfrm>
        </p:grpSpPr>
        <p:sp>
          <p:nvSpPr>
            <p:cNvPr id="33" name="文本框 7">
              <a:extLst>
                <a:ext uri="{FF2B5EF4-FFF2-40B4-BE49-F238E27FC236}">
                  <a16:creationId xmlns:a16="http://schemas.microsoft.com/office/drawing/2014/main" id="{FF03784A-E104-EF55-6C5E-14A3A48F99B4}"/>
                </a:ext>
              </a:extLst>
            </p:cNvPr>
            <p:cNvSpPr txBox="1"/>
            <p:nvPr/>
          </p:nvSpPr>
          <p:spPr>
            <a:xfrm>
              <a:off x="7627365" y="224934"/>
              <a:ext cx="4248472" cy="369332"/>
            </a:xfrm>
            <a:prstGeom prst="rect">
              <a:avLst/>
            </a:prstGeom>
            <a:noFill/>
          </p:spPr>
          <p:txBody>
            <a:bodyPr wrap="square" rtlCol="0">
              <a:spAutoFit/>
            </a:bodyPr>
            <a:lstStyle/>
            <a:p>
              <a:pPr algn="dist"/>
              <a:r>
                <a:rPr lang="zh-CN" altLang="en-US">
                  <a:solidFill>
                    <a:schemeClr val="bg1"/>
                  </a:solidFill>
                  <a:effectLst>
                    <a:outerShdw blurRad="38100" dist="38100" dir="2700000" algn="tl">
                      <a:srgbClr val="000000">
                        <a:alpha val="43137"/>
                      </a:srgbClr>
                    </a:outerShdw>
                  </a:effectLst>
                  <a:latin typeface="Arial"/>
                  <a:ea typeface="微软雅黑"/>
                  <a:cs typeface="阿里巴巴普惠体 2.0 65 Medium" panose="00020600040101010101" pitchFamily="18" charset="-122"/>
                  <a:sym typeface="Arial"/>
                </a:rPr>
                <a:t>反腐倡廉 攻坚克难 廉洁政府</a:t>
              </a:r>
            </a:p>
          </p:txBody>
        </p:sp>
        <p:sp>
          <p:nvSpPr>
            <p:cNvPr id="34" name="文本框 8">
              <a:extLst>
                <a:ext uri="{FF2B5EF4-FFF2-40B4-BE49-F238E27FC236}">
                  <a16:creationId xmlns:a16="http://schemas.microsoft.com/office/drawing/2014/main" id="{7C30377C-36C2-3C59-CAD8-73EB15FC4A20}"/>
                </a:ext>
              </a:extLst>
            </p:cNvPr>
            <p:cNvSpPr txBox="1"/>
            <p:nvPr/>
          </p:nvSpPr>
          <p:spPr>
            <a:xfrm>
              <a:off x="6530658" y="594266"/>
              <a:ext cx="5484194" cy="215444"/>
            </a:xfrm>
            <a:prstGeom prst="rect">
              <a:avLst/>
            </a:prstGeom>
            <a:noFill/>
          </p:spPr>
          <p:txBody>
            <a:bodyPr wrap="none" rtlCol="0">
              <a:spAutoFit/>
            </a:bodyPr>
            <a:lstStyle/>
            <a:p>
              <a:r>
                <a:rPr lang="en-US" altLang="zh-CN" sz="800">
                  <a:solidFill>
                    <a:schemeClr val="bg1"/>
                  </a:solidFill>
                  <a:effectLst>
                    <a:outerShdw blurRad="38100" dist="38100" dir="2700000" algn="tl">
                      <a:srgbClr val="000000">
                        <a:alpha val="43137"/>
                      </a:srgbClr>
                    </a:outerShdw>
                  </a:effectLst>
                  <a:latin typeface="Arial"/>
                  <a:ea typeface="微软雅黑"/>
                  <a:cs typeface="阿里巴巴普惠体 2.0 45 Light" panose="00020600040101010101" pitchFamily="18" charset="-122"/>
                  <a:sym typeface="Arial"/>
                </a:rPr>
                <a:t>FIGHTING CORRUPTION AND ADVOCATING INTEGRITY, TACKLING DIFFICULTIES IN CLEAN GOVERNMENT</a:t>
              </a:r>
              <a:endParaRPr lang="zh-CN" altLang="en-US" sz="800">
                <a:solidFill>
                  <a:schemeClr val="bg1"/>
                </a:solidFill>
                <a:effectLst>
                  <a:outerShdw blurRad="38100" dist="38100" dir="2700000" algn="tl">
                    <a:srgbClr val="000000">
                      <a:alpha val="43137"/>
                    </a:srgbClr>
                  </a:outerShdw>
                </a:effectLst>
                <a:latin typeface="Arial"/>
                <a:ea typeface="微软雅黑"/>
                <a:cs typeface="阿里巴巴普惠体 2.0 45 Light" panose="00020600040101010101" pitchFamily="18" charset="-122"/>
                <a:sym typeface="Arial"/>
              </a:endParaRPr>
            </a:p>
          </p:txBody>
        </p:sp>
      </p:grpSp>
      <p:sp>
        <p:nvSpPr>
          <p:cNvPr id="35" name="TextBox 4">
            <a:extLst>
              <a:ext uri="{FF2B5EF4-FFF2-40B4-BE49-F238E27FC236}">
                <a16:creationId xmlns:a16="http://schemas.microsoft.com/office/drawing/2014/main" id="{EB684C7E-20A7-9694-F2D4-694B922B40F4}"/>
              </a:ext>
            </a:extLst>
          </p:cNvPr>
          <p:cNvSpPr txBox="1"/>
          <p:nvPr/>
        </p:nvSpPr>
        <p:spPr>
          <a:xfrm>
            <a:off x="-1" y="35900"/>
            <a:ext cx="453650" cy="118430"/>
          </a:xfrm>
          <a:prstGeom prst="rect">
            <a:avLst/>
          </a:prstGeom>
          <a:noFill/>
        </p:spPr>
        <p:txBody>
          <a:bodyPr wrap="square" rtlCol="0">
            <a:spAutoFit/>
          </a:bodyPr>
          <a:lstStyle/>
          <a:p>
            <a:pPr>
              <a:lnSpc>
                <a:spcPct val="200000"/>
              </a:lnSpc>
            </a:pPr>
            <a:r>
              <a:rPr lang="zh-CN" altLang="en-US" sz="100">
                <a:noFill/>
                <a:latin typeface="微软雅黑" panose="020B0503020204020204" pitchFamily="34" charset="-122"/>
                <a:ea typeface="微软雅黑" panose="020B0503020204020204" pitchFamily="34" charset="-122"/>
              </a:rPr>
              <a:t>行业</a:t>
            </a:r>
            <a:r>
              <a:rPr lang="en-US" altLang="zh-CN" sz="100">
                <a:noFill/>
                <a:latin typeface="微软雅黑" panose="020B0503020204020204" pitchFamily="34" charset="-122"/>
                <a:ea typeface="微软雅黑" panose="020B0503020204020204" pitchFamily="34" charset="-122"/>
              </a:rPr>
              <a:t>PPT</a:t>
            </a:r>
            <a:r>
              <a:rPr lang="zh-CN" altLang="en-US" sz="100">
                <a:noFill/>
                <a:latin typeface="微软雅黑" panose="020B0503020204020204" pitchFamily="34" charset="-122"/>
                <a:ea typeface="微软雅黑" panose="020B0503020204020204" pitchFamily="34" charset="-122"/>
              </a:rPr>
              <a:t>模板</a:t>
            </a:r>
            <a:r>
              <a:rPr lang="en-US" altLang="zh-CN" sz="100">
                <a:noFill/>
                <a:latin typeface="微软雅黑" panose="020B0503020204020204" pitchFamily="34" charset="-122"/>
                <a:ea typeface="微软雅黑" panose="020B0503020204020204" pitchFamily="34" charset="-122"/>
              </a:rPr>
              <a:t>http://www.1ppt.com/hangye/</a:t>
            </a:r>
          </a:p>
        </p:txBody>
      </p:sp>
    </p:spTree>
    <p:extLst>
      <p:ext uri="{BB962C8B-B14F-4D97-AF65-F5344CB8AC3E}">
        <p14:creationId xmlns:p14="http://schemas.microsoft.com/office/powerpoint/2010/main" val="319754189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par>
                                <p:cTn id="10" presetID="53" presetClass="entr" presetSubtype="0"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childTnLst>
                          </p:cTn>
                        </p:par>
                      </p:childTnLst>
                    </p:cTn>
                  </p:par>
                  <p:par>
                    <p:cTn id="15" fill="hold" nodeType="clickPar">
                      <p:stCondLst>
                        <p:cond delay="indefinite"/>
                        <p:cond evt="onBegin" delay="0">
                          <p:tn val="14"/>
                        </p:cond>
                      </p:stCondLst>
                      <p:childTnLst>
                        <p:par>
                          <p:cTn id="16" fill="hold" nodeType="afterGroup">
                            <p:stCondLst>
                              <p:cond delay="0"/>
                            </p:stCondLst>
                            <p:childTnLst>
                              <p:par>
                                <p:cTn id="17" presetID="16" presetClass="entr" presetSubtype="37"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barn(outVertical)">
                                      <p:cBhvr>
                                        <p:cTn id="19" dur="500"/>
                                        <p:tgtEl>
                                          <p:spTgt spid="9"/>
                                        </p:tgtEl>
                                      </p:cBhvr>
                                    </p:animEffect>
                                  </p:childTnLst>
                                </p:cTn>
                              </p:par>
                            </p:childTnLst>
                          </p:cTn>
                        </p:par>
                      </p:childTnLst>
                    </p:cTn>
                  </p:par>
                  <p:par>
                    <p:cTn id="20" fill="hold" nodeType="clickPar">
                      <p:stCondLst>
                        <p:cond delay="indefinite"/>
                        <p:cond evt="onBegin" delay="0">
                          <p:tn val="19"/>
                        </p:cond>
                      </p:stCondLst>
                      <p:childTnLst>
                        <p:par>
                          <p:cTn id="21" fill="hold" nodeType="afterGroup">
                            <p:stCondLst>
                              <p:cond delay="0"/>
                            </p:stCondLst>
                            <p:childTnLst>
                              <p:par>
                                <p:cTn id="22" presetID="2" presetClass="entr" presetSubtype="8"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 calcmode="lin" valueType="num">
                                      <p:cBhvr additive="base">
                                        <p:cTn id="24" dur="500" fill="hold"/>
                                        <p:tgtEl>
                                          <p:spTgt spid="12"/>
                                        </p:tgtEl>
                                        <p:attrNameLst>
                                          <p:attrName>ppt_x</p:attrName>
                                        </p:attrNameLst>
                                      </p:cBhvr>
                                      <p:tavLst>
                                        <p:tav tm="0">
                                          <p:val>
                                            <p:strVal val="0-#ppt_w/2"/>
                                          </p:val>
                                        </p:tav>
                                        <p:tav tm="100000">
                                          <p:val>
                                            <p:strVal val="#ppt_x"/>
                                          </p:val>
                                        </p:tav>
                                      </p:tavLst>
                                    </p:anim>
                                    <p:anim calcmode="lin" valueType="num">
                                      <p:cBhvr additive="base">
                                        <p:cTn id="25"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26" fill="hold" nodeType="clickPar">
                      <p:stCondLst>
                        <p:cond delay="indefinite"/>
                        <p:cond evt="onBegin" delay="0">
                          <p:tn val="25"/>
                        </p:cond>
                      </p:stCondLst>
                      <p:childTnLst>
                        <p:par>
                          <p:cTn id="27" fill="hold" nodeType="afterGroup">
                            <p:stCondLst>
                              <p:cond delay="0"/>
                            </p:stCondLst>
                            <p:childTnLst>
                              <p:par>
                                <p:cTn id="28" presetID="2" presetClass="entr" presetSubtype="8" fill="hold" nodeType="clickEffect">
                                  <p:stCondLst>
                                    <p:cond delay="0"/>
                                  </p:stCondLst>
                                  <p:childTnLst>
                                    <p:set>
                                      <p:cBhvr>
                                        <p:cTn id="29" dur="1" fill="hold">
                                          <p:stCondLst>
                                            <p:cond delay="0"/>
                                          </p:stCondLst>
                                        </p:cTn>
                                        <p:tgtEl>
                                          <p:spTgt spid="17"/>
                                        </p:tgtEl>
                                        <p:attrNameLst>
                                          <p:attrName>style.visibility</p:attrName>
                                        </p:attrNameLst>
                                      </p:cBhvr>
                                      <p:to>
                                        <p:strVal val="visible"/>
                                      </p:to>
                                    </p:set>
                                    <p:anim calcmode="lin" valueType="num">
                                      <p:cBhvr additive="base">
                                        <p:cTn id="30" dur="500" fill="hold"/>
                                        <p:tgtEl>
                                          <p:spTgt spid="17"/>
                                        </p:tgtEl>
                                        <p:attrNameLst>
                                          <p:attrName>ppt_x</p:attrName>
                                        </p:attrNameLst>
                                      </p:cBhvr>
                                      <p:tavLst>
                                        <p:tav tm="0">
                                          <p:val>
                                            <p:strVal val="0-#ppt_w/2"/>
                                          </p:val>
                                        </p:tav>
                                        <p:tav tm="100000">
                                          <p:val>
                                            <p:strVal val="#ppt_x"/>
                                          </p:val>
                                        </p:tav>
                                      </p:tavLst>
                                    </p:anim>
                                    <p:anim calcmode="lin" valueType="num">
                                      <p:cBhvr additive="base">
                                        <p:cTn id="31"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32" fill="hold" nodeType="clickPar">
                      <p:stCondLst>
                        <p:cond delay="indefinite"/>
                        <p:cond evt="onBegin" delay="0">
                          <p:tn val="31"/>
                        </p:cond>
                      </p:stCondLst>
                      <p:childTnLst>
                        <p:par>
                          <p:cTn id="33" fill="hold" nodeType="afterGroup">
                            <p:stCondLst>
                              <p:cond delay="0"/>
                            </p:stCondLst>
                            <p:childTnLst>
                              <p:par>
                                <p:cTn id="34" presetID="2" presetClass="entr" presetSubtype="8" fill="hold" nodeType="clickEffect">
                                  <p:stCondLst>
                                    <p:cond delay="0"/>
                                  </p:stCondLst>
                                  <p:childTnLst>
                                    <p:set>
                                      <p:cBhvr>
                                        <p:cTn id="35" dur="1" fill="hold">
                                          <p:stCondLst>
                                            <p:cond delay="0"/>
                                          </p:stCondLst>
                                        </p:cTn>
                                        <p:tgtEl>
                                          <p:spTgt spid="22"/>
                                        </p:tgtEl>
                                        <p:attrNameLst>
                                          <p:attrName>style.visibility</p:attrName>
                                        </p:attrNameLst>
                                      </p:cBhvr>
                                      <p:to>
                                        <p:strVal val="visible"/>
                                      </p:to>
                                    </p:set>
                                    <p:anim calcmode="lin" valueType="num">
                                      <p:cBhvr additive="base">
                                        <p:cTn id="36" dur="500" fill="hold"/>
                                        <p:tgtEl>
                                          <p:spTgt spid="22"/>
                                        </p:tgtEl>
                                        <p:attrNameLst>
                                          <p:attrName>ppt_x</p:attrName>
                                        </p:attrNameLst>
                                      </p:cBhvr>
                                      <p:tavLst>
                                        <p:tav tm="0">
                                          <p:val>
                                            <p:strVal val="0-#ppt_w/2"/>
                                          </p:val>
                                        </p:tav>
                                        <p:tav tm="100000">
                                          <p:val>
                                            <p:strVal val="#ppt_x"/>
                                          </p:val>
                                        </p:tav>
                                      </p:tavLst>
                                    </p:anim>
                                    <p:anim calcmode="lin" valueType="num">
                                      <p:cBhvr additive="base">
                                        <p:cTn id="37"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38" fill="hold" nodeType="clickPar">
                      <p:stCondLst>
                        <p:cond delay="indefinite"/>
                        <p:cond evt="onBegin" delay="0">
                          <p:tn val="37"/>
                        </p:cond>
                      </p:stCondLst>
                      <p:childTnLst>
                        <p:par>
                          <p:cTn id="39" fill="hold" nodeType="afterGroup">
                            <p:stCondLst>
                              <p:cond delay="0"/>
                            </p:stCondLst>
                            <p:childTnLst>
                              <p:par>
                                <p:cTn id="40" presetID="2" presetClass="entr" presetSubtype="8" fill="hold" nodeType="clickEffect">
                                  <p:stCondLst>
                                    <p:cond delay="0"/>
                                  </p:stCondLst>
                                  <p:childTnLst>
                                    <p:set>
                                      <p:cBhvr>
                                        <p:cTn id="41" dur="1" fill="hold">
                                          <p:stCondLst>
                                            <p:cond delay="0"/>
                                          </p:stCondLst>
                                        </p:cTn>
                                        <p:tgtEl>
                                          <p:spTgt spid="27"/>
                                        </p:tgtEl>
                                        <p:attrNameLst>
                                          <p:attrName>style.visibility</p:attrName>
                                        </p:attrNameLst>
                                      </p:cBhvr>
                                      <p:to>
                                        <p:strVal val="visible"/>
                                      </p:to>
                                    </p:set>
                                    <p:anim calcmode="lin" valueType="num">
                                      <p:cBhvr additive="base">
                                        <p:cTn id="42" dur="500" fill="hold"/>
                                        <p:tgtEl>
                                          <p:spTgt spid="27"/>
                                        </p:tgtEl>
                                        <p:attrNameLst>
                                          <p:attrName>ppt_x</p:attrName>
                                        </p:attrNameLst>
                                      </p:cBhvr>
                                      <p:tavLst>
                                        <p:tav tm="0">
                                          <p:val>
                                            <p:strVal val="0-#ppt_w/2"/>
                                          </p:val>
                                        </p:tav>
                                        <p:tav tm="100000">
                                          <p:val>
                                            <p:strVal val="#ppt_x"/>
                                          </p:val>
                                        </p:tav>
                                      </p:tavLst>
                                    </p:anim>
                                    <p:anim calcmode="lin" valueType="num">
                                      <p:cBhvr additive="base">
                                        <p:cTn id="43" dur="500" fill="hold"/>
                                        <p:tgtEl>
                                          <p:spTgt spid="27"/>
                                        </p:tgtEl>
                                        <p:attrNameLst>
                                          <p:attrName>ppt_y</p:attrName>
                                        </p:attrNameLst>
                                      </p:cBhvr>
                                      <p:tavLst>
                                        <p:tav tm="0">
                                          <p:val>
                                            <p:strVal val="#ppt_y"/>
                                          </p:val>
                                        </p:tav>
                                        <p:tav tm="100000">
                                          <p:val>
                                            <p:strVal val="#ppt_y"/>
                                          </p:val>
                                        </p:tav>
                                      </p:tavLst>
                                    </p:anim>
                                  </p:childTnLst>
                                </p:cTn>
                              </p:par>
                              <p:par>
                                <p:cTn id="44" presetID="53" presetClass="entr" presetSubtype="0" fill="hold" nodeType="withEffect">
                                  <p:stCondLst>
                                    <p:cond delay="0"/>
                                  </p:stCondLst>
                                  <p:childTnLst>
                                    <p:set>
                                      <p:cBhvr>
                                        <p:cTn id="45" dur="1" fill="hold">
                                          <p:stCondLst>
                                            <p:cond delay="0"/>
                                          </p:stCondLst>
                                        </p:cTn>
                                        <p:tgtEl>
                                          <p:spTgt spid="32"/>
                                        </p:tgtEl>
                                        <p:attrNameLst>
                                          <p:attrName>style.visibility</p:attrName>
                                        </p:attrNameLst>
                                      </p:cBhvr>
                                      <p:to>
                                        <p:strVal val="visible"/>
                                      </p:to>
                                    </p:set>
                                    <p:anim calcmode="lin" valueType="num">
                                      <p:cBhvr>
                                        <p:cTn id="46" dur="500" fill="hold"/>
                                        <p:tgtEl>
                                          <p:spTgt spid="32"/>
                                        </p:tgtEl>
                                        <p:attrNameLst>
                                          <p:attrName>ppt_w</p:attrName>
                                        </p:attrNameLst>
                                      </p:cBhvr>
                                      <p:tavLst>
                                        <p:tav tm="0">
                                          <p:val>
                                            <p:fltVal val="0"/>
                                          </p:val>
                                        </p:tav>
                                        <p:tav tm="100000">
                                          <p:val>
                                            <p:strVal val="#ppt_w"/>
                                          </p:val>
                                        </p:tav>
                                      </p:tavLst>
                                    </p:anim>
                                    <p:anim calcmode="lin" valueType="num">
                                      <p:cBhvr>
                                        <p:cTn id="47" dur="500" fill="hold"/>
                                        <p:tgtEl>
                                          <p:spTgt spid="32"/>
                                        </p:tgtEl>
                                        <p:attrNameLst>
                                          <p:attrName>ppt_h</p:attrName>
                                        </p:attrNameLst>
                                      </p:cBhvr>
                                      <p:tavLst>
                                        <p:tav tm="0">
                                          <p:val>
                                            <p:fltVal val="0"/>
                                          </p:val>
                                        </p:tav>
                                        <p:tav tm="100000">
                                          <p:val>
                                            <p:strVal val="#ppt_h"/>
                                          </p:val>
                                        </p:tav>
                                      </p:tavLst>
                                    </p:anim>
                                    <p:animEffect transition="in" filter="fade">
                                      <p:cBhvr>
                                        <p:cTn id="48"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37A31515-A52D-7776-4FDA-84DE750531D1}"/>
              </a:ext>
            </a:extLst>
          </p:cNvPr>
          <p:cNvPicPr>
            <a:picLocks noChangeAspect="1"/>
          </p:cNvPicPr>
          <p:nvPr/>
        </p:nvPicPr>
        <p:blipFill>
          <a:blip r:embed="Rf6cc6779ea8b442d">
            <a:extLst>
              <a:ext uri="{28A0092B-C50C-407E-A947-70E740481C1C}">
                <a14:useLocalDpi xmlns:a14="http://schemas.microsoft.com/office/drawing/2010/main"/>
              </a:ext>
            </a:extLst>
          </a:blip>
          <a:stretch>
            <a:fillRect/>
          </a:stretch>
        </p:blipFill>
        <p:spPr>
          <a:xfrm>
            <a:off x="-1" y="0"/>
            <a:ext cx="12192001" cy="6858000"/>
          </a:xfrm>
          <a:prstGeom prst="rect">
            <a:avLst/>
          </a:prstGeom>
        </p:spPr>
      </p:pic>
      <p:grpSp>
        <p:nvGrpSpPr>
          <p:cNvPr id="4" name="组合 3">
            <a:extLst>
              <a:ext uri="{FF2B5EF4-FFF2-40B4-BE49-F238E27FC236}">
                <a16:creationId xmlns:a16="http://schemas.microsoft.com/office/drawing/2014/main" id="{1A896FBB-8445-D6F9-5F16-21716FCFDADE}"/>
              </a:ext>
            </a:extLst>
          </p:cNvPr>
          <p:cNvGrpSpPr/>
          <p:nvPr/>
        </p:nvGrpSpPr>
        <p:grpSpPr>
          <a:xfrm>
            <a:off x="7003629" y="130829"/>
            <a:ext cx="5484194" cy="549062"/>
            <a:chOff x="6799229" y="260648"/>
            <a:chExt cx="5484194" cy="549062"/>
          </a:xfrm>
        </p:grpSpPr>
        <p:sp>
          <p:nvSpPr>
            <p:cNvPr id="5" name="文本框 4">
              <a:extLst>
                <a:ext uri="{FF2B5EF4-FFF2-40B4-BE49-F238E27FC236}">
                  <a16:creationId xmlns:a16="http://schemas.microsoft.com/office/drawing/2014/main" id="{5E61183A-5FBE-7B1A-E2E0-D170982972EA}"/>
                </a:ext>
              </a:extLst>
            </p:cNvPr>
            <p:cNvSpPr txBox="1"/>
            <p:nvPr/>
          </p:nvSpPr>
          <p:spPr>
            <a:xfrm>
              <a:off x="7473900" y="260648"/>
              <a:ext cx="4248472" cy="369332"/>
            </a:xfrm>
            <a:prstGeom prst="rect">
              <a:avLst/>
            </a:prstGeom>
            <a:noFill/>
          </p:spPr>
          <p:txBody>
            <a:bodyPr wrap="square" rtlCol="0">
              <a:spAutoFit/>
            </a:bodyPr>
            <a:lstStyle/>
            <a:p>
              <a:pPr algn="dist"/>
              <a:r>
                <a:rPr lang="zh-CN" altLang="en-US">
                  <a:solidFill>
                    <a:schemeClr val="bg1"/>
                  </a:solidFill>
                  <a:effectLst>
                    <a:outerShdw blurRad="38100" dist="38100" dir="2700000" algn="tl">
                      <a:srgbClr val="000000">
                        <a:alpha val="43137"/>
                      </a:srgbClr>
                    </a:outerShdw>
                  </a:effectLst>
                  <a:latin typeface="Arial"/>
                  <a:ea typeface="微软雅黑"/>
                  <a:cs typeface="阿里巴巴普惠体 2.0 65 Medium" panose="00020600040101010101" pitchFamily="18" charset="-122"/>
                  <a:sym typeface="Arial"/>
                </a:rPr>
                <a:t>反腐倡廉 攻坚克难 廉洁政府</a:t>
              </a:r>
            </a:p>
          </p:txBody>
        </p:sp>
        <p:sp>
          <p:nvSpPr>
            <p:cNvPr id="6" name="文本框 5">
              <a:extLst>
                <a:ext uri="{FF2B5EF4-FFF2-40B4-BE49-F238E27FC236}">
                  <a16:creationId xmlns:a16="http://schemas.microsoft.com/office/drawing/2014/main" id="{0BC0CB41-4581-6BB6-A2B0-92502D8CF9D0}"/>
                </a:ext>
              </a:extLst>
            </p:cNvPr>
            <p:cNvSpPr txBox="1"/>
            <p:nvPr/>
          </p:nvSpPr>
          <p:spPr>
            <a:xfrm>
              <a:off x="6799229" y="594266"/>
              <a:ext cx="5484194" cy="215444"/>
            </a:xfrm>
            <a:prstGeom prst="rect">
              <a:avLst/>
            </a:prstGeom>
            <a:noFill/>
          </p:spPr>
          <p:txBody>
            <a:bodyPr wrap="none" rtlCol="0">
              <a:spAutoFit/>
            </a:bodyPr>
            <a:lstStyle/>
            <a:p>
              <a:r>
                <a:rPr lang="en-US" altLang="zh-CN" sz="800">
                  <a:solidFill>
                    <a:schemeClr val="bg1"/>
                  </a:solidFill>
                  <a:effectLst>
                    <a:outerShdw blurRad="38100" dist="38100" dir="2700000" algn="tl">
                      <a:srgbClr val="000000">
                        <a:alpha val="43137"/>
                      </a:srgbClr>
                    </a:outerShdw>
                  </a:effectLst>
                  <a:latin typeface="Arial"/>
                  <a:ea typeface="微软雅黑"/>
                  <a:cs typeface="阿里巴巴普惠体 2.0 45 Light" panose="00020600040101010101" pitchFamily="18" charset="-122"/>
                  <a:sym typeface="Arial"/>
                </a:rPr>
                <a:t>FIGHTING CORRUPTION AND ADVOCATING INTEGRITY, TACKLING DIFFICULTIES IN CLEAN GOVERNMENT</a:t>
              </a:r>
              <a:endParaRPr lang="zh-CN" altLang="en-US" sz="800">
                <a:solidFill>
                  <a:schemeClr val="bg1"/>
                </a:solidFill>
                <a:effectLst>
                  <a:outerShdw blurRad="38100" dist="38100" dir="2700000" algn="tl">
                    <a:srgbClr val="000000">
                      <a:alpha val="43137"/>
                    </a:srgbClr>
                  </a:outerShdw>
                </a:effectLst>
                <a:latin typeface="Arial"/>
                <a:ea typeface="微软雅黑"/>
                <a:cs typeface="阿里巴巴普惠体 2.0 45 Light" panose="00020600040101010101" pitchFamily="18" charset="-122"/>
                <a:sym typeface="Arial"/>
              </a:endParaRPr>
            </a:p>
          </p:txBody>
        </p:sp>
      </p:grpSp>
      <p:pic>
        <p:nvPicPr>
          <p:cNvPr id="7" name="图片 6">
            <a:extLst>
              <a:ext uri="{FF2B5EF4-FFF2-40B4-BE49-F238E27FC236}">
                <a16:creationId xmlns:a16="http://schemas.microsoft.com/office/drawing/2014/main" id="{DA75C10B-DFC5-1179-FAD1-674C99F39EFF}"/>
              </a:ext>
            </a:extLst>
          </p:cNvPr>
          <p:cNvPicPr>
            <a:picLocks noChangeAspect="1"/>
          </p:cNvPicPr>
          <p:nvPr/>
        </p:nvPicPr>
        <p:blipFill>
          <a:blip r:embed="R9dfb16a633d249de">
            <a:extLst>
              <a:ext uri="{28A0092B-C50C-407E-A947-70E740481C1C}">
                <a14:useLocalDpi xmlns:a14="http://schemas.microsoft.com/office/drawing/2010/main"/>
              </a:ext>
            </a:extLst>
          </a:blip>
          <a:stretch>
            <a:fillRect/>
          </a:stretch>
        </p:blipFill>
        <p:spPr>
          <a:xfrm>
            <a:off x="11280578" y="5373504"/>
            <a:ext cx="779327" cy="1394182"/>
          </a:xfrm>
          <a:prstGeom prst="rect">
            <a:avLst/>
          </a:prstGeom>
        </p:spPr>
      </p:pic>
      <p:pic>
        <p:nvPicPr>
          <p:cNvPr id="8" name="图片 7">
            <a:extLst>
              <a:ext uri="{FF2B5EF4-FFF2-40B4-BE49-F238E27FC236}">
                <a16:creationId xmlns:a16="http://schemas.microsoft.com/office/drawing/2014/main" id="{C1E7FFEF-7111-EBC4-44FD-FF5A04440185}"/>
              </a:ext>
            </a:extLst>
          </p:cNvPr>
          <p:cNvPicPr>
            <a:picLocks noChangeAspect="1"/>
          </p:cNvPicPr>
          <p:nvPr/>
        </p:nvPicPr>
        <p:blipFill>
          <a:blip r:embed="Rd4194d4a5e7942b9">
            <a:lum bright="70000" contrast="-70000"/>
            <a:extLst>
              <a:ext uri="{28A0092B-C50C-407E-A947-70E740481C1C}">
                <a14:useLocalDpi xmlns:a14="http://schemas.microsoft.com/office/drawing/2010/main"/>
              </a:ext>
            </a:extLst>
          </a:blip>
          <a:stretch>
            <a:fillRect/>
          </a:stretch>
        </p:blipFill>
        <p:spPr>
          <a:xfrm>
            <a:off x="-1" y="5733256"/>
            <a:ext cx="2654625" cy="1174614"/>
          </a:xfrm>
          <a:prstGeom prst="rect">
            <a:avLst/>
          </a:prstGeom>
        </p:spPr>
      </p:pic>
      <p:sp>
        <p:nvSpPr>
          <p:cNvPr id="9" name="文本框 8">
            <a:extLst>
              <a:ext uri="{FF2B5EF4-FFF2-40B4-BE49-F238E27FC236}">
                <a16:creationId xmlns:a16="http://schemas.microsoft.com/office/drawing/2014/main" id="{306A28DE-8B51-539D-7CC4-03AEA8496E7A}"/>
              </a:ext>
            </a:extLst>
          </p:cNvPr>
          <p:cNvSpPr txBox="1"/>
          <p:nvPr/>
        </p:nvSpPr>
        <p:spPr>
          <a:xfrm>
            <a:off x="1634958" y="1366242"/>
            <a:ext cx="5156100" cy="1569660"/>
          </a:xfrm>
          <a:prstGeom prst="rect">
            <a:avLst/>
          </a:prstGeom>
          <a:noFill/>
        </p:spPr>
        <p:txBody>
          <a:bodyPr wrap="square" rtlCol="0">
            <a:spAutoFit/>
          </a:bodyPr>
          <a:lstStyle/>
          <a:p>
            <a:r>
              <a:rPr lang="en-US" altLang="zh-CN" sz="9600" b="1">
                <a:solidFill>
                  <a:srgbClr val="FFE9A8"/>
                </a:solidFill>
                <a:effectLst>
                  <a:outerShdw blurRad="38100" dist="38100" dir="2700000" algn="tl">
                    <a:srgbClr val="000000">
                      <a:alpha val="43137"/>
                    </a:srgbClr>
                  </a:outerShdw>
                  <a:reflection blurRad="6350" stA="60000" endA="900" endPos="58000" dir="5400000" sy="-100000" algn="bl" rotWithShape="0"/>
                </a:effectLst>
                <a:latin typeface="Arial"/>
                <a:ea typeface="微软雅黑"/>
                <a:sym typeface="Arial"/>
              </a:rPr>
              <a:t>PART 01</a:t>
            </a:r>
            <a:endParaRPr lang="zh-CN" altLang="en-US" sz="9600" b="1">
              <a:solidFill>
                <a:srgbClr val="FFE9A8"/>
              </a:solidFill>
              <a:effectLst>
                <a:outerShdw blurRad="38100" dist="38100" dir="2700000" algn="tl">
                  <a:srgbClr val="000000">
                    <a:alpha val="43137"/>
                  </a:srgbClr>
                </a:outerShdw>
                <a:reflection blurRad="6350" stA="60000" endA="900" endPos="58000" dir="5400000" sy="-100000" algn="bl" rotWithShape="0"/>
              </a:effectLst>
              <a:latin typeface="Arial"/>
              <a:ea typeface="微软雅黑"/>
              <a:sym typeface="Arial"/>
            </a:endParaRPr>
          </a:p>
        </p:txBody>
      </p:sp>
      <p:grpSp>
        <p:nvGrpSpPr>
          <p:cNvPr id="10" name="组合 9">
            <a:extLst>
              <a:ext uri="{FF2B5EF4-FFF2-40B4-BE49-F238E27FC236}">
                <a16:creationId xmlns:a16="http://schemas.microsoft.com/office/drawing/2014/main" id="{0AF4D978-C5AC-0628-74C3-C70C02A4B9CD}"/>
              </a:ext>
            </a:extLst>
          </p:cNvPr>
          <p:cNvGrpSpPr/>
          <p:nvPr/>
        </p:nvGrpSpPr>
        <p:grpSpPr>
          <a:xfrm>
            <a:off x="3935760" y="3471147"/>
            <a:ext cx="7029027" cy="1107996"/>
            <a:chOff x="2802007" y="4348917"/>
            <a:chExt cx="6076001" cy="1107996"/>
          </a:xfrm>
        </p:grpSpPr>
        <p:sp>
          <p:nvSpPr>
            <p:cNvPr id="11" name="文本框 10">
              <a:extLst>
                <a:ext uri="{FF2B5EF4-FFF2-40B4-BE49-F238E27FC236}">
                  <a16:creationId xmlns:a16="http://schemas.microsoft.com/office/drawing/2014/main" id="{12DC7114-E1F3-46FA-1D5B-8894FD8DABA8}"/>
                </a:ext>
              </a:extLst>
            </p:cNvPr>
            <p:cNvSpPr txBox="1"/>
            <p:nvPr/>
          </p:nvSpPr>
          <p:spPr>
            <a:xfrm>
              <a:off x="2802007" y="4348917"/>
              <a:ext cx="6076001" cy="830997"/>
            </a:xfrm>
            <a:prstGeom prst="rect">
              <a:avLst/>
            </a:prstGeom>
            <a:noFill/>
          </p:spPr>
          <p:txBody>
            <a:bodyPr wrap="square" rtlCol="0">
              <a:spAutoFit/>
            </a:bodyPr>
            <a:lstStyle/>
            <a:p>
              <a:pPr algn="dist"/>
              <a:r>
                <a:rPr lang="zh-CN" altLang="en-US" sz="4800" b="1">
                  <a:solidFill>
                    <a:schemeClr val="bg1"/>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完善党的自我革命制度</a:t>
              </a:r>
            </a:p>
          </p:txBody>
        </p:sp>
        <p:sp>
          <p:nvSpPr>
            <p:cNvPr id="12" name="文本框 11">
              <a:extLst>
                <a:ext uri="{FF2B5EF4-FFF2-40B4-BE49-F238E27FC236}">
                  <a16:creationId xmlns:a16="http://schemas.microsoft.com/office/drawing/2014/main" id="{C55E0247-6195-9E41-F441-A95DFDDC3319}"/>
                </a:ext>
              </a:extLst>
            </p:cNvPr>
            <p:cNvSpPr txBox="1"/>
            <p:nvPr/>
          </p:nvSpPr>
          <p:spPr>
            <a:xfrm>
              <a:off x="2802007" y="5179914"/>
              <a:ext cx="6076001" cy="276999"/>
            </a:xfrm>
            <a:prstGeom prst="rect">
              <a:avLst/>
            </a:prstGeom>
            <a:noFill/>
          </p:spPr>
          <p:txBody>
            <a:bodyPr wrap="square" rtlCol="0">
              <a:spAutoFit/>
            </a:bodyPr>
            <a:lstStyle/>
            <a:p>
              <a:pPr algn="dist"/>
              <a:r>
                <a:rPr lang="en-US" altLang="zh-CN" sz="1200" b="1">
                  <a:solidFill>
                    <a:schemeClr val="bg1"/>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ORIGIN OF THE HOLIDAY</a:t>
              </a:r>
              <a:endParaRPr lang="zh-CN" altLang="en-US" sz="1200" b="1">
                <a:solidFill>
                  <a:schemeClr val="bg1"/>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endParaRPr>
            </a:p>
          </p:txBody>
        </p:sp>
      </p:grpSp>
    </p:spTree>
    <p:extLst>
      <p:ext uri="{BB962C8B-B14F-4D97-AF65-F5344CB8AC3E}">
        <p14:creationId xmlns:p14="http://schemas.microsoft.com/office/powerpoint/2010/main" val="242489033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par>
                                <p:cTn id="10" presetID="53" presetClass="entr" presetSubtype="0"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par>
                                <p:cTn id="15" presetID="53"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500" fill="hold"/>
                                        <p:tgtEl>
                                          <p:spTgt spid="4"/>
                                        </p:tgtEl>
                                        <p:attrNameLst>
                                          <p:attrName>ppt_w</p:attrName>
                                        </p:attrNameLst>
                                      </p:cBhvr>
                                      <p:tavLst>
                                        <p:tav tm="0">
                                          <p:val>
                                            <p:fltVal val="0"/>
                                          </p:val>
                                        </p:tav>
                                        <p:tav tm="100000">
                                          <p:val>
                                            <p:strVal val="#ppt_w"/>
                                          </p:val>
                                        </p:tav>
                                      </p:tavLst>
                                    </p:anim>
                                    <p:anim calcmode="lin" valueType="num">
                                      <p:cBhvr>
                                        <p:cTn id="18" dur="500" fill="hold"/>
                                        <p:tgtEl>
                                          <p:spTgt spid="4"/>
                                        </p:tgtEl>
                                        <p:attrNameLst>
                                          <p:attrName>ppt_h</p:attrName>
                                        </p:attrNameLst>
                                      </p:cBhvr>
                                      <p:tavLst>
                                        <p:tav tm="0">
                                          <p:val>
                                            <p:fltVal val="0"/>
                                          </p:val>
                                        </p:tav>
                                        <p:tav tm="100000">
                                          <p:val>
                                            <p:strVal val="#ppt_h"/>
                                          </p:val>
                                        </p:tav>
                                      </p:tavLst>
                                    </p:anim>
                                    <p:animEffect transition="in" filter="fade">
                                      <p:cBhvr>
                                        <p:cTn id="19" dur="500"/>
                                        <p:tgtEl>
                                          <p:spTgt spid="4"/>
                                        </p:tgtEl>
                                      </p:cBhvr>
                                    </p:animEffect>
                                  </p:childTnLst>
                                </p:cTn>
                              </p:par>
                            </p:childTnLst>
                          </p:cTn>
                        </p:par>
                      </p:childTnLst>
                    </p:cTn>
                  </p:par>
                  <p:par>
                    <p:cTn id="20" fill="hold" nodeType="clickPar">
                      <p:stCondLst>
                        <p:cond delay="indefinite"/>
                        <p:cond evt="onBegin" delay="0">
                          <p:tn val="19"/>
                        </p:cond>
                      </p:stCondLst>
                      <p:childTnLst>
                        <p:par>
                          <p:cTn id="21" fill="hold" nodeType="afterGroup">
                            <p:stCondLst>
                              <p:cond delay="0"/>
                            </p:stCondLst>
                            <p:childTnLst>
                              <p:par>
                                <p:cTn id="22" presetID="16" presetClass="entr" presetSubtype="37"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barn(outVertical)">
                                      <p:cBhvr>
                                        <p:cTn id="24" dur="500"/>
                                        <p:tgtEl>
                                          <p:spTgt spid="9"/>
                                        </p:tgtEl>
                                      </p:cBhvr>
                                    </p:animEffect>
                                  </p:childTnLst>
                                </p:cTn>
                              </p:par>
                            </p:childTnLst>
                          </p:cTn>
                        </p:par>
                      </p:childTnLst>
                    </p:cTn>
                  </p:par>
                  <p:par>
                    <p:cTn id="25" fill="hold" nodeType="clickPar">
                      <p:stCondLst>
                        <p:cond delay="indefinite"/>
                        <p:cond evt="onBegin" delay="0">
                          <p:tn val="24"/>
                        </p:cond>
                      </p:stCondLst>
                      <p:childTnLst>
                        <p:par>
                          <p:cTn id="26" fill="hold" nodeType="afterGroup">
                            <p:stCondLst>
                              <p:cond delay="0"/>
                            </p:stCondLst>
                            <p:childTnLst>
                              <p:par>
                                <p:cTn id="27" presetID="42" presetClass="entr" presetSubtype="0"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1000"/>
                                        <p:tgtEl>
                                          <p:spTgt spid="10"/>
                                        </p:tgtEl>
                                      </p:cBhvr>
                                    </p:animEffect>
                                    <p:anim calcmode="lin" valueType="num">
                                      <p:cBhvr>
                                        <p:cTn id="30" dur="1000" fill="hold"/>
                                        <p:tgtEl>
                                          <p:spTgt spid="10"/>
                                        </p:tgtEl>
                                        <p:attrNameLst>
                                          <p:attrName>ppt_x</p:attrName>
                                        </p:attrNameLst>
                                      </p:cBhvr>
                                      <p:tavLst>
                                        <p:tav tm="0">
                                          <p:val>
                                            <p:strVal val="#ppt_x"/>
                                          </p:val>
                                        </p:tav>
                                        <p:tav tm="100000">
                                          <p:val>
                                            <p:strVal val="#ppt_x"/>
                                          </p:val>
                                        </p:tav>
                                      </p:tavLst>
                                    </p:anim>
                                    <p:anim calcmode="lin" valueType="num">
                                      <p:cBhvr>
                                        <p:cTn id="3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a:extLst>
              <a:ext uri="{FF2B5EF4-FFF2-40B4-BE49-F238E27FC236}">
                <a16:creationId xmlns:a16="http://schemas.microsoft.com/office/drawing/2014/main" id="{AE5378B2-AB55-DACB-B6C0-A50EC5D42914}"/>
              </a:ext>
            </a:extLst>
          </p:cNvPr>
          <p:cNvGrpSpPr/>
          <p:nvPr/>
        </p:nvGrpSpPr>
        <p:grpSpPr>
          <a:xfrm>
            <a:off x="598056" y="509654"/>
            <a:ext cx="5569955" cy="707747"/>
            <a:chOff x="598056" y="509653"/>
            <a:chExt cx="5569954" cy="707747"/>
          </a:xfrm>
        </p:grpSpPr>
        <p:grpSp>
          <p:nvGrpSpPr>
            <p:cNvPr id="8" name="组合 7">
              <a:extLst>
                <a:ext uri="{FF2B5EF4-FFF2-40B4-BE49-F238E27FC236}">
                  <a16:creationId xmlns:a16="http://schemas.microsoft.com/office/drawing/2014/main" id="{79894796-7F25-E876-7D0C-A7B8B83ABF33}"/>
                </a:ext>
              </a:extLst>
            </p:cNvPr>
            <p:cNvGrpSpPr/>
            <p:nvPr/>
          </p:nvGrpSpPr>
          <p:grpSpPr>
            <a:xfrm>
              <a:off x="1343999" y="509653"/>
              <a:ext cx="4824011" cy="707747"/>
              <a:chOff x="1731561" y="2531528"/>
              <a:chExt cx="4824011" cy="707747"/>
            </a:xfrm>
          </p:grpSpPr>
          <p:sp>
            <p:nvSpPr>
              <p:cNvPr id="9" name="文本框 8">
                <a:extLst>
                  <a:ext uri="{FF2B5EF4-FFF2-40B4-BE49-F238E27FC236}">
                    <a16:creationId xmlns:a16="http://schemas.microsoft.com/office/drawing/2014/main" id="{02CDBF9F-D65B-B284-E14F-68DB679F7D5E}"/>
                  </a:ext>
                </a:extLst>
              </p:cNvPr>
              <p:cNvSpPr txBox="1"/>
              <p:nvPr/>
            </p:nvSpPr>
            <p:spPr>
              <a:xfrm>
                <a:off x="1731561" y="2531528"/>
                <a:ext cx="4679992" cy="584775"/>
              </a:xfrm>
              <a:prstGeom prst="rect">
                <a:avLst/>
              </a:prstGeom>
              <a:noFill/>
            </p:spPr>
            <p:txBody>
              <a:bodyPr wrap="square" rtlCol="0">
                <a:spAutoFit/>
              </a:bodyPr>
              <a:lstStyle/>
              <a:p>
                <a:pPr algn="dist"/>
                <a:r>
                  <a:rPr lang="zh-CN" altLang="en-US" sz="3200" b="1">
                    <a:solidFill>
                      <a:srgbClr val="C00000"/>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完善党的自我革命制度</a:t>
                </a:r>
              </a:p>
            </p:txBody>
          </p:sp>
          <p:sp>
            <p:nvSpPr>
              <p:cNvPr id="10" name="文本框 9">
                <a:extLst>
                  <a:ext uri="{FF2B5EF4-FFF2-40B4-BE49-F238E27FC236}">
                    <a16:creationId xmlns:a16="http://schemas.microsoft.com/office/drawing/2014/main" id="{0630033E-5E8E-911D-B203-54C87B2E22A2}"/>
                  </a:ext>
                </a:extLst>
              </p:cNvPr>
              <p:cNvSpPr txBox="1"/>
              <p:nvPr/>
            </p:nvSpPr>
            <p:spPr>
              <a:xfrm>
                <a:off x="1779186" y="3008443"/>
                <a:ext cx="4776386" cy="230832"/>
              </a:xfrm>
              <a:prstGeom prst="rect">
                <a:avLst/>
              </a:prstGeom>
              <a:noFill/>
            </p:spPr>
            <p:txBody>
              <a:bodyPr wrap="square" rtlCol="0">
                <a:spAutoFit/>
              </a:bodyPr>
              <a:lstStyle/>
              <a:p>
                <a:pPr algn="dist"/>
                <a:r>
                  <a:rPr lang="en-US" altLang="zh-CN" sz="900">
                    <a:solidFill>
                      <a:srgbClr val="C00000"/>
                    </a:solidFill>
                    <a:latin typeface="Arial"/>
                    <a:ea typeface="微软雅黑"/>
                    <a:cs typeface="阿里巴巴普惠体 2.0 75 SemiBold" panose="00020600040101010101" pitchFamily="18" charset="-122"/>
                    <a:sym typeface="Arial"/>
                  </a:rPr>
                  <a:t>THE ORIGIN OF THE FOUNDING PARTY FESTIVAL</a:t>
                </a:r>
                <a:endParaRPr lang="zh-CN" altLang="en-US" sz="900">
                  <a:solidFill>
                    <a:srgbClr val="C00000"/>
                  </a:solidFill>
                  <a:latin typeface="Arial"/>
                  <a:ea typeface="微软雅黑"/>
                  <a:cs typeface="阿里巴巴普惠体 2.0 75 SemiBold" panose="00020600040101010101" pitchFamily="18" charset="-122"/>
                  <a:sym typeface="Arial"/>
                </a:endParaRPr>
              </a:p>
            </p:txBody>
          </p:sp>
        </p:grpSp>
        <p:grpSp>
          <p:nvGrpSpPr>
            <p:cNvPr id="12" name="组合 11">
              <a:extLst>
                <a:ext uri="{FF2B5EF4-FFF2-40B4-BE49-F238E27FC236}">
                  <a16:creationId xmlns:a16="http://schemas.microsoft.com/office/drawing/2014/main" id="{A244243B-1891-C7F1-3F16-976D00275E3F}"/>
                </a:ext>
              </a:extLst>
            </p:cNvPr>
            <p:cNvGrpSpPr/>
            <p:nvPr/>
          </p:nvGrpSpPr>
          <p:grpSpPr>
            <a:xfrm>
              <a:off x="598056" y="518699"/>
              <a:ext cx="731636" cy="689655"/>
              <a:chOff x="598056" y="533585"/>
              <a:chExt cx="731636" cy="689655"/>
            </a:xfrm>
          </p:grpSpPr>
          <p:sp>
            <p:nvSpPr>
              <p:cNvPr id="6" name="椭圆 5">
                <a:extLst>
                  <a:ext uri="{FF2B5EF4-FFF2-40B4-BE49-F238E27FC236}">
                    <a16:creationId xmlns:a16="http://schemas.microsoft.com/office/drawing/2014/main" id="{5B1126D8-56F8-7771-EC8F-13EBD897F50C}"/>
                  </a:ext>
                </a:extLst>
              </p:cNvPr>
              <p:cNvSpPr/>
              <p:nvPr/>
            </p:nvSpPr>
            <p:spPr>
              <a:xfrm>
                <a:off x="619047" y="533585"/>
                <a:ext cx="689655" cy="68965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11" name="文本框 10">
                <a:extLst>
                  <a:ext uri="{FF2B5EF4-FFF2-40B4-BE49-F238E27FC236}">
                    <a16:creationId xmlns:a16="http://schemas.microsoft.com/office/drawing/2014/main" id="{6475268E-D9A1-2141-25F2-2EC168C02C39}"/>
                  </a:ext>
                </a:extLst>
              </p:cNvPr>
              <p:cNvSpPr txBox="1"/>
              <p:nvPr/>
            </p:nvSpPr>
            <p:spPr>
              <a:xfrm>
                <a:off x="598056" y="586025"/>
                <a:ext cx="731636" cy="584775"/>
              </a:xfrm>
              <a:prstGeom prst="rect">
                <a:avLst/>
              </a:prstGeom>
              <a:noFill/>
            </p:spPr>
            <p:txBody>
              <a:bodyPr wrap="square" rtlCol="0">
                <a:spAutoFit/>
              </a:bodyPr>
              <a:lstStyle/>
              <a:p>
                <a:pPr algn="ctr"/>
                <a:r>
                  <a:rPr lang="en-US" altLang="zh-CN" sz="3200">
                    <a:solidFill>
                      <a:srgbClr val="FFE9A8"/>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01</a:t>
                </a:r>
                <a:endParaRPr lang="zh-CN" altLang="en-US" sz="3200">
                  <a:solidFill>
                    <a:srgbClr val="FFE9A8"/>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endParaRPr>
              </a:p>
            </p:txBody>
          </p:sp>
        </p:grpSp>
      </p:grpSp>
      <p:pic>
        <p:nvPicPr>
          <p:cNvPr id="14" name="图片 13">
            <a:extLst>
              <a:ext uri="{FF2B5EF4-FFF2-40B4-BE49-F238E27FC236}">
                <a16:creationId xmlns:a16="http://schemas.microsoft.com/office/drawing/2014/main" id="{0C0CBC7D-09E4-F183-3872-34B34262B48F}"/>
              </a:ext>
            </a:extLst>
          </p:cNvPr>
          <p:cNvPicPr>
            <a:picLocks noChangeAspect="1"/>
          </p:cNvPicPr>
          <p:nvPr/>
        </p:nvPicPr>
        <p:blipFill>
          <a:blip r:embed="Rdabaddfff993430b">
            <a:extLst>
              <a:ext uri="{28A0092B-C50C-407E-A947-70E740481C1C}">
                <a14:useLocalDpi xmlns:a14="http://schemas.microsoft.com/office/drawing/2010/main"/>
              </a:ext>
            </a:extLst>
          </a:blip>
          <a:srcRect t="-977"/>
          <a:stretch>
            <a:fillRect/>
          </a:stretch>
        </p:blipFill>
        <p:spPr>
          <a:xfrm>
            <a:off x="746732" y="1094428"/>
            <a:ext cx="4108369" cy="6308400"/>
          </a:xfrm>
          <a:prstGeom prst="rect">
            <a:avLst/>
          </a:prstGeom>
        </p:spPr>
      </p:pic>
      <p:grpSp>
        <p:nvGrpSpPr>
          <p:cNvPr id="15" name="组合 14">
            <a:extLst>
              <a:ext uri="{FF2B5EF4-FFF2-40B4-BE49-F238E27FC236}">
                <a16:creationId xmlns:a16="http://schemas.microsoft.com/office/drawing/2014/main" id="{74BE5964-07A6-02A1-EBE5-755E774481D2}"/>
              </a:ext>
            </a:extLst>
          </p:cNvPr>
          <p:cNvGrpSpPr/>
          <p:nvPr/>
        </p:nvGrpSpPr>
        <p:grpSpPr>
          <a:xfrm>
            <a:off x="5536197" y="1820096"/>
            <a:ext cx="2508459" cy="1968365"/>
            <a:chOff x="5125217" y="1765783"/>
            <a:chExt cx="2508459" cy="1968365"/>
          </a:xfrm>
        </p:grpSpPr>
        <p:pic>
          <p:nvPicPr>
            <p:cNvPr id="16" name="图片 15">
              <a:extLst>
                <a:ext uri="{FF2B5EF4-FFF2-40B4-BE49-F238E27FC236}">
                  <a16:creationId xmlns:a16="http://schemas.microsoft.com/office/drawing/2014/main" id="{63586942-D92A-A15C-4282-258E7F606128}"/>
                </a:ext>
              </a:extLst>
            </p:cNvPr>
            <p:cNvPicPr>
              <a:picLocks noChangeAspect="1"/>
            </p:cNvPicPr>
            <p:nvPr/>
          </p:nvPicPr>
          <p:blipFill>
            <a:blip r:embed="R191ac31d59224a55">
              <a:extLst>
                <a:ext uri="{28A0092B-C50C-407E-A947-70E740481C1C}">
                  <a14:useLocalDpi xmlns:a14="http://schemas.microsoft.com/office/drawing/2010/main"/>
                </a:ext>
              </a:extLst>
            </a:blip>
            <a:stretch>
              <a:fillRect/>
            </a:stretch>
          </p:blipFill>
          <p:spPr>
            <a:xfrm>
              <a:off x="6059516" y="1765783"/>
              <a:ext cx="639860" cy="592759"/>
            </a:xfrm>
            <a:prstGeom prst="rect">
              <a:avLst/>
            </a:prstGeom>
            <a:effectLst>
              <a:outerShdw blurRad="63500" sx="101000" sy="101000" algn="ctr" rotWithShape="0">
                <a:prstClr val="black">
                  <a:alpha val="40000"/>
                </a:prstClr>
              </a:outerShdw>
            </a:effectLst>
          </p:spPr>
        </p:pic>
        <p:sp>
          <p:nvSpPr>
            <p:cNvPr id="17" name="文本框 16">
              <a:extLst>
                <a:ext uri="{FF2B5EF4-FFF2-40B4-BE49-F238E27FC236}">
                  <a16:creationId xmlns:a16="http://schemas.microsoft.com/office/drawing/2014/main" id="{A5591771-44E7-5A30-29C3-2482D76192E1}"/>
                </a:ext>
              </a:extLst>
            </p:cNvPr>
            <p:cNvSpPr txBox="1"/>
            <p:nvPr/>
          </p:nvSpPr>
          <p:spPr>
            <a:xfrm>
              <a:off x="5125217" y="2780041"/>
              <a:ext cx="2508459" cy="954107"/>
            </a:xfrm>
            <a:prstGeom prst="rect">
              <a:avLst/>
            </a:prstGeom>
            <a:noFill/>
          </p:spPr>
          <p:txBody>
            <a:bodyPr wrap="square">
              <a:spAutoFit/>
            </a:bodyPr>
            <a:lstStyle/>
            <a:p>
              <a:pPr algn="ctr"/>
              <a:r>
                <a:rPr lang="zh-CN" altLang="en-US" sz="1400" spc="400">
                  <a:latin typeface="Arial"/>
                  <a:ea typeface="微软雅黑"/>
                  <a:cs typeface="阿里巴巴普惠体 2.0 55 Regular" panose="00020600040101010101" pitchFamily="18" charset="-122"/>
                  <a:sym typeface="Arial"/>
                </a:rPr>
                <a:t>强大的政党是在自我革命中锻造出来的。党的二十大报告全面总结新时代十年党的自我革命</a:t>
              </a:r>
            </a:p>
          </p:txBody>
        </p:sp>
        <p:sp>
          <p:nvSpPr>
            <p:cNvPr id="18" name="文本框 17">
              <a:extLst>
                <a:ext uri="{FF2B5EF4-FFF2-40B4-BE49-F238E27FC236}">
                  <a16:creationId xmlns:a16="http://schemas.microsoft.com/office/drawing/2014/main" id="{1C706A12-5AC0-DC38-3A86-8F2E9E809726}"/>
                </a:ext>
              </a:extLst>
            </p:cNvPr>
            <p:cNvSpPr txBox="1"/>
            <p:nvPr/>
          </p:nvSpPr>
          <p:spPr>
            <a:xfrm>
              <a:off x="5616945" y="2338459"/>
              <a:ext cx="1525003" cy="461665"/>
            </a:xfrm>
            <a:prstGeom prst="rect">
              <a:avLst/>
            </a:prstGeom>
            <a:noFill/>
          </p:spPr>
          <p:txBody>
            <a:bodyPr wrap="square">
              <a:spAutoFit/>
            </a:bodyPr>
            <a:lstStyle/>
            <a:p>
              <a:pPr algn="ctr"/>
              <a:r>
                <a:rPr lang="zh-CN" altLang="en-US" sz="2400">
                  <a:solidFill>
                    <a:srgbClr val="C00000"/>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革命制度</a:t>
              </a:r>
              <a:endParaRPr lang="zh-CN" altLang="en-US" sz="2400">
                <a:solidFill>
                  <a:srgbClr val="C00000"/>
                </a:solidFill>
                <a:latin typeface="Arial"/>
                <a:ea typeface="微软雅黑"/>
                <a:cs typeface="阿里巴巴普惠体 2.0 55 Regular" panose="00020600040101010101" pitchFamily="18" charset="-122"/>
                <a:sym typeface="Arial"/>
              </a:endParaRPr>
            </a:p>
          </p:txBody>
        </p:sp>
      </p:grpSp>
      <p:grpSp>
        <p:nvGrpSpPr>
          <p:cNvPr id="19" name="组合 18">
            <a:extLst>
              <a:ext uri="{FF2B5EF4-FFF2-40B4-BE49-F238E27FC236}">
                <a16:creationId xmlns:a16="http://schemas.microsoft.com/office/drawing/2014/main" id="{B71DB084-F8E1-038A-D7CA-8B207B4779CE}"/>
              </a:ext>
            </a:extLst>
          </p:cNvPr>
          <p:cNvGrpSpPr/>
          <p:nvPr/>
        </p:nvGrpSpPr>
        <p:grpSpPr>
          <a:xfrm>
            <a:off x="8860241" y="1820096"/>
            <a:ext cx="2508459" cy="1968365"/>
            <a:chOff x="5125217" y="1765783"/>
            <a:chExt cx="2508459" cy="1968365"/>
          </a:xfrm>
        </p:grpSpPr>
        <p:pic>
          <p:nvPicPr>
            <p:cNvPr id="20" name="图片 19">
              <a:extLst>
                <a:ext uri="{FF2B5EF4-FFF2-40B4-BE49-F238E27FC236}">
                  <a16:creationId xmlns:a16="http://schemas.microsoft.com/office/drawing/2014/main" id="{7719E7FD-9F8F-0D11-8653-177D52A0BDFF}"/>
                </a:ext>
              </a:extLst>
            </p:cNvPr>
            <p:cNvPicPr>
              <a:picLocks noChangeAspect="1"/>
            </p:cNvPicPr>
            <p:nvPr/>
          </p:nvPicPr>
          <p:blipFill>
            <a:blip r:embed="R191ac31d59224a55">
              <a:extLst>
                <a:ext uri="{28A0092B-C50C-407E-A947-70E740481C1C}">
                  <a14:useLocalDpi xmlns:a14="http://schemas.microsoft.com/office/drawing/2010/main"/>
                </a:ext>
              </a:extLst>
            </a:blip>
            <a:stretch>
              <a:fillRect/>
            </a:stretch>
          </p:blipFill>
          <p:spPr>
            <a:xfrm>
              <a:off x="6059516" y="1765783"/>
              <a:ext cx="639860" cy="592759"/>
            </a:xfrm>
            <a:prstGeom prst="rect">
              <a:avLst/>
            </a:prstGeom>
            <a:effectLst>
              <a:outerShdw blurRad="63500" sx="101000" sy="101000" algn="ctr" rotWithShape="0">
                <a:prstClr val="black">
                  <a:alpha val="40000"/>
                </a:prstClr>
              </a:outerShdw>
            </a:effectLst>
          </p:spPr>
        </p:pic>
        <p:sp>
          <p:nvSpPr>
            <p:cNvPr id="21" name="文本框 20">
              <a:extLst>
                <a:ext uri="{FF2B5EF4-FFF2-40B4-BE49-F238E27FC236}">
                  <a16:creationId xmlns:a16="http://schemas.microsoft.com/office/drawing/2014/main" id="{D1B804BB-06C2-0762-3392-029378B3891D}"/>
                </a:ext>
              </a:extLst>
            </p:cNvPr>
            <p:cNvSpPr txBox="1"/>
            <p:nvPr/>
          </p:nvSpPr>
          <p:spPr>
            <a:xfrm>
              <a:off x="5125217" y="2780041"/>
              <a:ext cx="2508459" cy="954107"/>
            </a:xfrm>
            <a:prstGeom prst="rect">
              <a:avLst/>
            </a:prstGeom>
            <a:noFill/>
          </p:spPr>
          <p:txBody>
            <a:bodyPr wrap="square">
              <a:spAutoFit/>
            </a:bodyPr>
            <a:lstStyle/>
            <a:p>
              <a:pPr algn="ctr"/>
              <a:r>
                <a:rPr lang="zh-CN" altLang="en-US" sz="1400" spc="400">
                  <a:latin typeface="Arial"/>
                  <a:ea typeface="微软雅黑"/>
                  <a:cs typeface="阿里巴巴普惠体 2.0 55 Regular" panose="00020600040101010101" pitchFamily="18" charset="-122"/>
                  <a:sym typeface="Arial"/>
                </a:rPr>
                <a:t>全面从严治党取得的历史性成就，着眼解决大党独有难题，作出健全全面从严治党体系</a:t>
              </a:r>
            </a:p>
          </p:txBody>
        </p:sp>
        <p:sp>
          <p:nvSpPr>
            <p:cNvPr id="22" name="文本框 21">
              <a:extLst>
                <a:ext uri="{FF2B5EF4-FFF2-40B4-BE49-F238E27FC236}">
                  <a16:creationId xmlns:a16="http://schemas.microsoft.com/office/drawing/2014/main" id="{D8FA5A68-1007-23C9-5E18-92289C38B02B}"/>
                </a:ext>
              </a:extLst>
            </p:cNvPr>
            <p:cNvSpPr txBox="1"/>
            <p:nvPr/>
          </p:nvSpPr>
          <p:spPr>
            <a:xfrm>
              <a:off x="5616945" y="2338459"/>
              <a:ext cx="1525003" cy="461665"/>
            </a:xfrm>
            <a:prstGeom prst="rect">
              <a:avLst/>
            </a:prstGeom>
            <a:noFill/>
          </p:spPr>
          <p:txBody>
            <a:bodyPr wrap="square">
              <a:spAutoFit/>
            </a:bodyPr>
            <a:lstStyle/>
            <a:p>
              <a:pPr algn="ctr"/>
              <a:r>
                <a:rPr lang="zh-CN" altLang="en-US" sz="2400">
                  <a:solidFill>
                    <a:srgbClr val="C00000"/>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革命制度</a:t>
              </a:r>
              <a:endParaRPr lang="zh-CN" altLang="en-US" sz="2400">
                <a:solidFill>
                  <a:srgbClr val="C00000"/>
                </a:solidFill>
                <a:latin typeface="Arial"/>
                <a:ea typeface="微软雅黑"/>
                <a:cs typeface="阿里巴巴普惠体 2.0 55 Regular" panose="00020600040101010101" pitchFamily="18" charset="-122"/>
                <a:sym typeface="Arial"/>
              </a:endParaRPr>
            </a:p>
          </p:txBody>
        </p:sp>
      </p:grpSp>
      <p:grpSp>
        <p:nvGrpSpPr>
          <p:cNvPr id="23" name="组合 22">
            <a:extLst>
              <a:ext uri="{FF2B5EF4-FFF2-40B4-BE49-F238E27FC236}">
                <a16:creationId xmlns:a16="http://schemas.microsoft.com/office/drawing/2014/main" id="{3282224D-5E65-C921-E541-E740221AA46C}"/>
              </a:ext>
            </a:extLst>
          </p:cNvPr>
          <p:cNvGrpSpPr/>
          <p:nvPr/>
        </p:nvGrpSpPr>
        <p:grpSpPr>
          <a:xfrm>
            <a:off x="5536197" y="4085413"/>
            <a:ext cx="2508459" cy="2183809"/>
            <a:chOff x="5125217" y="1765783"/>
            <a:chExt cx="2508459" cy="2183809"/>
          </a:xfrm>
        </p:grpSpPr>
        <p:pic>
          <p:nvPicPr>
            <p:cNvPr id="24" name="图片 23">
              <a:extLst>
                <a:ext uri="{FF2B5EF4-FFF2-40B4-BE49-F238E27FC236}">
                  <a16:creationId xmlns:a16="http://schemas.microsoft.com/office/drawing/2014/main" id="{77BE0357-B8AF-6BE6-6B7D-B593D0FD645A}"/>
                </a:ext>
              </a:extLst>
            </p:cNvPr>
            <p:cNvPicPr>
              <a:picLocks noChangeAspect="1"/>
            </p:cNvPicPr>
            <p:nvPr/>
          </p:nvPicPr>
          <p:blipFill>
            <a:blip r:embed="R191ac31d59224a55">
              <a:extLst>
                <a:ext uri="{28A0092B-C50C-407E-A947-70E740481C1C}">
                  <a14:useLocalDpi xmlns:a14="http://schemas.microsoft.com/office/drawing/2010/main"/>
                </a:ext>
              </a:extLst>
            </a:blip>
            <a:stretch>
              <a:fillRect/>
            </a:stretch>
          </p:blipFill>
          <p:spPr>
            <a:xfrm>
              <a:off x="6059516" y="1765783"/>
              <a:ext cx="639860" cy="592759"/>
            </a:xfrm>
            <a:prstGeom prst="rect">
              <a:avLst/>
            </a:prstGeom>
            <a:effectLst>
              <a:outerShdw blurRad="63500" sx="101000" sy="101000" algn="ctr" rotWithShape="0">
                <a:prstClr val="black">
                  <a:alpha val="40000"/>
                </a:prstClr>
              </a:outerShdw>
            </a:effectLst>
          </p:spPr>
        </p:pic>
        <p:sp>
          <p:nvSpPr>
            <p:cNvPr id="25" name="文本框 24">
              <a:extLst>
                <a:ext uri="{FF2B5EF4-FFF2-40B4-BE49-F238E27FC236}">
                  <a16:creationId xmlns:a16="http://schemas.microsoft.com/office/drawing/2014/main" id="{4FDBAF58-2E1F-0356-DDBE-C3FD71D21B22}"/>
                </a:ext>
              </a:extLst>
            </p:cNvPr>
            <p:cNvSpPr txBox="1"/>
            <p:nvPr/>
          </p:nvSpPr>
          <p:spPr>
            <a:xfrm>
              <a:off x="5125217" y="2780041"/>
              <a:ext cx="2508459" cy="1169551"/>
            </a:xfrm>
            <a:prstGeom prst="rect">
              <a:avLst/>
            </a:prstGeom>
            <a:noFill/>
          </p:spPr>
          <p:txBody>
            <a:bodyPr wrap="square">
              <a:spAutoFit/>
            </a:bodyPr>
            <a:lstStyle/>
            <a:p>
              <a:pPr algn="ctr"/>
              <a:r>
                <a:rPr lang="zh-CN" altLang="en-US" sz="1400" spc="400">
                  <a:latin typeface="Arial"/>
                  <a:ea typeface="微软雅黑"/>
                  <a:cs typeface="阿里巴巴普惠体 2.0 55 Regular" panose="00020600040101010101" pitchFamily="18" charset="-122"/>
                  <a:sym typeface="Arial"/>
                </a:rPr>
                <a:t>完善党的自我革命制度规范体系的战略部署。总书记在中央纪委二次全会上深刻阐释以科学的态度</a:t>
              </a:r>
            </a:p>
          </p:txBody>
        </p:sp>
        <p:sp>
          <p:nvSpPr>
            <p:cNvPr id="26" name="文本框 25">
              <a:extLst>
                <a:ext uri="{FF2B5EF4-FFF2-40B4-BE49-F238E27FC236}">
                  <a16:creationId xmlns:a16="http://schemas.microsoft.com/office/drawing/2014/main" id="{7BB0E6E5-9D9B-49BB-27A5-2AF40967618C}"/>
                </a:ext>
              </a:extLst>
            </p:cNvPr>
            <p:cNvSpPr txBox="1"/>
            <p:nvPr/>
          </p:nvSpPr>
          <p:spPr>
            <a:xfrm>
              <a:off x="5616945" y="2338459"/>
              <a:ext cx="1525003" cy="461665"/>
            </a:xfrm>
            <a:prstGeom prst="rect">
              <a:avLst/>
            </a:prstGeom>
            <a:noFill/>
          </p:spPr>
          <p:txBody>
            <a:bodyPr wrap="square">
              <a:spAutoFit/>
            </a:bodyPr>
            <a:lstStyle/>
            <a:p>
              <a:pPr algn="ctr"/>
              <a:r>
                <a:rPr lang="zh-CN" altLang="en-US" sz="2400">
                  <a:solidFill>
                    <a:srgbClr val="C00000"/>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革命制度</a:t>
              </a:r>
              <a:endParaRPr lang="zh-CN" altLang="en-US" sz="2400">
                <a:solidFill>
                  <a:srgbClr val="C00000"/>
                </a:solidFill>
                <a:latin typeface="Arial"/>
                <a:ea typeface="微软雅黑"/>
                <a:cs typeface="阿里巴巴普惠体 2.0 55 Regular" panose="00020600040101010101" pitchFamily="18" charset="-122"/>
                <a:sym typeface="Arial"/>
              </a:endParaRPr>
            </a:p>
          </p:txBody>
        </p:sp>
      </p:grpSp>
      <p:grpSp>
        <p:nvGrpSpPr>
          <p:cNvPr id="27" name="组合 26">
            <a:extLst>
              <a:ext uri="{FF2B5EF4-FFF2-40B4-BE49-F238E27FC236}">
                <a16:creationId xmlns:a16="http://schemas.microsoft.com/office/drawing/2014/main" id="{14B02FAB-36A3-73DE-0C75-CA21053D9C45}"/>
              </a:ext>
            </a:extLst>
          </p:cNvPr>
          <p:cNvGrpSpPr/>
          <p:nvPr/>
        </p:nvGrpSpPr>
        <p:grpSpPr>
          <a:xfrm>
            <a:off x="8860241" y="4085414"/>
            <a:ext cx="2508459" cy="1968365"/>
            <a:chOff x="5125217" y="1765783"/>
            <a:chExt cx="2508459" cy="1968365"/>
          </a:xfrm>
        </p:grpSpPr>
        <p:pic>
          <p:nvPicPr>
            <p:cNvPr id="28" name="图片 27">
              <a:extLst>
                <a:ext uri="{FF2B5EF4-FFF2-40B4-BE49-F238E27FC236}">
                  <a16:creationId xmlns:a16="http://schemas.microsoft.com/office/drawing/2014/main" id="{27DC9061-D97E-9B84-6830-D9C845D8DE17}"/>
                </a:ext>
              </a:extLst>
            </p:cNvPr>
            <p:cNvPicPr>
              <a:picLocks noChangeAspect="1"/>
            </p:cNvPicPr>
            <p:nvPr/>
          </p:nvPicPr>
          <p:blipFill>
            <a:blip r:embed="R191ac31d59224a55">
              <a:extLst>
                <a:ext uri="{28A0092B-C50C-407E-A947-70E740481C1C}">
                  <a14:useLocalDpi xmlns:a14="http://schemas.microsoft.com/office/drawing/2010/main"/>
                </a:ext>
              </a:extLst>
            </a:blip>
            <a:stretch>
              <a:fillRect/>
            </a:stretch>
          </p:blipFill>
          <p:spPr>
            <a:xfrm>
              <a:off x="6059516" y="1765783"/>
              <a:ext cx="639860" cy="592759"/>
            </a:xfrm>
            <a:prstGeom prst="rect">
              <a:avLst/>
            </a:prstGeom>
            <a:effectLst>
              <a:outerShdw blurRad="63500" sx="101000" sy="101000" algn="ctr" rotWithShape="0">
                <a:prstClr val="black">
                  <a:alpha val="40000"/>
                </a:prstClr>
              </a:outerShdw>
            </a:effectLst>
          </p:spPr>
        </p:pic>
        <p:sp>
          <p:nvSpPr>
            <p:cNvPr id="29" name="文本框 28">
              <a:extLst>
                <a:ext uri="{FF2B5EF4-FFF2-40B4-BE49-F238E27FC236}">
                  <a16:creationId xmlns:a16="http://schemas.microsoft.com/office/drawing/2014/main" id="{944AD16F-6A39-464A-747F-CC6106267BD7}"/>
                </a:ext>
              </a:extLst>
            </p:cNvPr>
            <p:cNvSpPr txBox="1"/>
            <p:nvPr/>
          </p:nvSpPr>
          <p:spPr>
            <a:xfrm>
              <a:off x="5125217" y="2780041"/>
              <a:ext cx="2508459" cy="954107"/>
            </a:xfrm>
            <a:prstGeom prst="rect">
              <a:avLst/>
            </a:prstGeom>
            <a:noFill/>
          </p:spPr>
          <p:txBody>
            <a:bodyPr wrap="square">
              <a:spAutoFit/>
            </a:bodyPr>
            <a:lstStyle/>
            <a:p>
              <a:pPr algn="ctr"/>
              <a:r>
                <a:rPr lang="zh-CN" altLang="en-US" sz="1400" spc="400">
                  <a:latin typeface="Arial"/>
                  <a:ea typeface="微软雅黑"/>
                  <a:cs typeface="阿里巴巴普惠体 2.0 55 Regular" panose="00020600040101010101" pitchFamily="18" charset="-122"/>
                  <a:sym typeface="Arial"/>
                </a:rPr>
                <a:t>体系化的方式推进自我革命是我们党的显著优势、也是引领时代的制胜之道。</a:t>
              </a:r>
            </a:p>
          </p:txBody>
        </p:sp>
        <p:sp>
          <p:nvSpPr>
            <p:cNvPr id="30" name="文本框 29">
              <a:extLst>
                <a:ext uri="{FF2B5EF4-FFF2-40B4-BE49-F238E27FC236}">
                  <a16:creationId xmlns:a16="http://schemas.microsoft.com/office/drawing/2014/main" id="{F41F7506-32CE-40F1-E969-C58A3B846351}"/>
                </a:ext>
              </a:extLst>
            </p:cNvPr>
            <p:cNvSpPr txBox="1"/>
            <p:nvPr/>
          </p:nvSpPr>
          <p:spPr>
            <a:xfrm>
              <a:off x="5616945" y="2338459"/>
              <a:ext cx="1525003" cy="461665"/>
            </a:xfrm>
            <a:prstGeom prst="rect">
              <a:avLst/>
            </a:prstGeom>
            <a:noFill/>
          </p:spPr>
          <p:txBody>
            <a:bodyPr wrap="square">
              <a:spAutoFit/>
            </a:bodyPr>
            <a:lstStyle/>
            <a:p>
              <a:pPr algn="ctr"/>
              <a:r>
                <a:rPr lang="zh-CN" altLang="en-US" sz="2400">
                  <a:solidFill>
                    <a:srgbClr val="C00000"/>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革命制度</a:t>
              </a:r>
              <a:endParaRPr lang="zh-CN" altLang="en-US" sz="2400">
                <a:solidFill>
                  <a:srgbClr val="C00000"/>
                </a:solidFill>
                <a:latin typeface="Arial"/>
                <a:ea typeface="微软雅黑"/>
                <a:cs typeface="阿里巴巴普惠体 2.0 55 Regular" panose="00020600040101010101" pitchFamily="18" charset="-122"/>
                <a:sym typeface="Arial"/>
              </a:endParaRPr>
            </a:p>
          </p:txBody>
        </p:sp>
      </p:grpSp>
    </p:spTree>
    <p:extLst>
      <p:ext uri="{BB962C8B-B14F-4D97-AF65-F5344CB8AC3E}">
        <p14:creationId xmlns:p14="http://schemas.microsoft.com/office/powerpoint/2010/main" val="194580398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down)">
                                      <p:cBhvr>
                                        <p:cTn id="12" dur="500"/>
                                        <p:tgtEl>
                                          <p:spTgt spid="14"/>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42"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1000"/>
                                        <p:tgtEl>
                                          <p:spTgt spid="19"/>
                                        </p:tgtEl>
                                      </p:cBhvr>
                                    </p:animEffect>
                                    <p:anim calcmode="lin" valueType="num">
                                      <p:cBhvr>
                                        <p:cTn id="23" dur="1000" fill="hold"/>
                                        <p:tgtEl>
                                          <p:spTgt spid="19"/>
                                        </p:tgtEl>
                                        <p:attrNameLst>
                                          <p:attrName>ppt_x</p:attrName>
                                        </p:attrNameLst>
                                      </p:cBhvr>
                                      <p:tavLst>
                                        <p:tav tm="0">
                                          <p:val>
                                            <p:strVal val="#ppt_x"/>
                                          </p:val>
                                        </p:tav>
                                        <p:tav tm="100000">
                                          <p:val>
                                            <p:strVal val="#ppt_x"/>
                                          </p:val>
                                        </p:tav>
                                      </p:tavLst>
                                    </p:anim>
                                    <p:anim calcmode="lin" valueType="num">
                                      <p:cBhvr>
                                        <p:cTn id="24" dur="1000" fill="hold"/>
                                        <p:tgtEl>
                                          <p:spTgt spid="19"/>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1000"/>
                                        <p:tgtEl>
                                          <p:spTgt spid="23"/>
                                        </p:tgtEl>
                                      </p:cBhvr>
                                    </p:animEffect>
                                    <p:anim calcmode="lin" valueType="num">
                                      <p:cBhvr>
                                        <p:cTn id="28" dur="1000" fill="hold"/>
                                        <p:tgtEl>
                                          <p:spTgt spid="23"/>
                                        </p:tgtEl>
                                        <p:attrNameLst>
                                          <p:attrName>ppt_x</p:attrName>
                                        </p:attrNameLst>
                                      </p:cBhvr>
                                      <p:tavLst>
                                        <p:tav tm="0">
                                          <p:val>
                                            <p:strVal val="#ppt_x"/>
                                          </p:val>
                                        </p:tav>
                                        <p:tav tm="100000">
                                          <p:val>
                                            <p:strVal val="#ppt_x"/>
                                          </p:val>
                                        </p:tav>
                                      </p:tavLst>
                                    </p:anim>
                                    <p:anim calcmode="lin" valueType="num">
                                      <p:cBhvr>
                                        <p:cTn id="29" dur="1000" fill="hold"/>
                                        <p:tgtEl>
                                          <p:spTgt spid="23"/>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1000"/>
                                        <p:tgtEl>
                                          <p:spTgt spid="27"/>
                                        </p:tgtEl>
                                      </p:cBhvr>
                                    </p:animEffect>
                                    <p:anim calcmode="lin" valueType="num">
                                      <p:cBhvr>
                                        <p:cTn id="33" dur="1000" fill="hold"/>
                                        <p:tgtEl>
                                          <p:spTgt spid="27"/>
                                        </p:tgtEl>
                                        <p:attrNameLst>
                                          <p:attrName>ppt_x</p:attrName>
                                        </p:attrNameLst>
                                      </p:cBhvr>
                                      <p:tavLst>
                                        <p:tav tm="0">
                                          <p:val>
                                            <p:strVal val="#ppt_x"/>
                                          </p:val>
                                        </p:tav>
                                        <p:tav tm="100000">
                                          <p:val>
                                            <p:strVal val="#ppt_x"/>
                                          </p:val>
                                        </p:tav>
                                      </p:tavLst>
                                    </p:anim>
                                    <p:anim calcmode="lin" valueType="num">
                                      <p:cBhvr>
                                        <p:cTn id="34"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a:extLst>
              <a:ext uri="{FF2B5EF4-FFF2-40B4-BE49-F238E27FC236}">
                <a16:creationId xmlns:a16="http://schemas.microsoft.com/office/drawing/2014/main" id="{AE5378B2-AB55-DACB-B6C0-A50EC5D42914}"/>
              </a:ext>
            </a:extLst>
          </p:cNvPr>
          <p:cNvGrpSpPr/>
          <p:nvPr/>
        </p:nvGrpSpPr>
        <p:grpSpPr>
          <a:xfrm>
            <a:off x="598056" y="509654"/>
            <a:ext cx="5569955" cy="707747"/>
            <a:chOff x="598056" y="509653"/>
            <a:chExt cx="5569954" cy="707747"/>
          </a:xfrm>
        </p:grpSpPr>
        <p:grpSp>
          <p:nvGrpSpPr>
            <p:cNvPr id="8" name="组合 7">
              <a:extLst>
                <a:ext uri="{FF2B5EF4-FFF2-40B4-BE49-F238E27FC236}">
                  <a16:creationId xmlns:a16="http://schemas.microsoft.com/office/drawing/2014/main" id="{79894796-7F25-E876-7D0C-A7B8B83ABF33}"/>
                </a:ext>
              </a:extLst>
            </p:cNvPr>
            <p:cNvGrpSpPr/>
            <p:nvPr/>
          </p:nvGrpSpPr>
          <p:grpSpPr>
            <a:xfrm>
              <a:off x="1343999" y="509653"/>
              <a:ext cx="4824011" cy="707747"/>
              <a:chOff x="1731561" y="2531528"/>
              <a:chExt cx="4824011" cy="707747"/>
            </a:xfrm>
          </p:grpSpPr>
          <p:sp>
            <p:nvSpPr>
              <p:cNvPr id="9" name="文本框 8">
                <a:extLst>
                  <a:ext uri="{FF2B5EF4-FFF2-40B4-BE49-F238E27FC236}">
                    <a16:creationId xmlns:a16="http://schemas.microsoft.com/office/drawing/2014/main" id="{02CDBF9F-D65B-B284-E14F-68DB679F7D5E}"/>
                  </a:ext>
                </a:extLst>
              </p:cNvPr>
              <p:cNvSpPr txBox="1"/>
              <p:nvPr/>
            </p:nvSpPr>
            <p:spPr>
              <a:xfrm>
                <a:off x="1731561" y="2531528"/>
                <a:ext cx="4679992" cy="584775"/>
              </a:xfrm>
              <a:prstGeom prst="rect">
                <a:avLst/>
              </a:prstGeom>
              <a:noFill/>
            </p:spPr>
            <p:txBody>
              <a:bodyPr wrap="square" rtlCol="0">
                <a:spAutoFit/>
              </a:bodyPr>
              <a:lstStyle>
                <a:defPPr>
                  <a:defRPr lang="zh-CN"/>
                </a:defPPr>
                <a:lvl1pPr algn="dist">
                  <a:defRPr sz="3200" b="1">
                    <a:solidFill>
                      <a:srgbClr val="C00000"/>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defRPr>
                </a:lvl1pPr>
              </a:lstStyle>
              <a:p>
                <a:r>
                  <a:rPr lang="zh-CN" altLang="en-US">
                    <a:sym typeface="Arial"/>
                  </a:rPr>
                  <a:t>完善党的自我革命制度</a:t>
                </a:r>
              </a:p>
            </p:txBody>
          </p:sp>
          <p:sp>
            <p:nvSpPr>
              <p:cNvPr id="10" name="文本框 9">
                <a:extLst>
                  <a:ext uri="{FF2B5EF4-FFF2-40B4-BE49-F238E27FC236}">
                    <a16:creationId xmlns:a16="http://schemas.microsoft.com/office/drawing/2014/main" id="{0630033E-5E8E-911D-B203-54C87B2E22A2}"/>
                  </a:ext>
                </a:extLst>
              </p:cNvPr>
              <p:cNvSpPr txBox="1"/>
              <p:nvPr/>
            </p:nvSpPr>
            <p:spPr>
              <a:xfrm>
                <a:off x="1779186" y="3008443"/>
                <a:ext cx="4776386" cy="230832"/>
              </a:xfrm>
              <a:prstGeom prst="rect">
                <a:avLst/>
              </a:prstGeom>
              <a:noFill/>
            </p:spPr>
            <p:txBody>
              <a:bodyPr wrap="square" rtlCol="0">
                <a:spAutoFit/>
              </a:bodyPr>
              <a:lstStyle/>
              <a:p>
                <a:pPr algn="dist"/>
                <a:r>
                  <a:rPr lang="en-US" altLang="zh-CN" sz="900">
                    <a:solidFill>
                      <a:srgbClr val="C00000"/>
                    </a:solidFill>
                    <a:latin typeface="Arial"/>
                    <a:ea typeface="微软雅黑"/>
                    <a:cs typeface="阿里巴巴普惠体 2.0 75 SemiBold" panose="00020600040101010101" pitchFamily="18" charset="-122"/>
                    <a:sym typeface="Arial"/>
                  </a:rPr>
                  <a:t>THE ORIGIN OF THE FOUNDING PARTY FESTIVAL</a:t>
                </a:r>
                <a:endParaRPr lang="zh-CN" altLang="en-US" sz="900">
                  <a:solidFill>
                    <a:srgbClr val="C00000"/>
                  </a:solidFill>
                  <a:latin typeface="Arial"/>
                  <a:ea typeface="微软雅黑"/>
                  <a:cs typeface="阿里巴巴普惠体 2.0 75 SemiBold" panose="00020600040101010101" pitchFamily="18" charset="-122"/>
                  <a:sym typeface="Arial"/>
                </a:endParaRPr>
              </a:p>
            </p:txBody>
          </p:sp>
        </p:grpSp>
        <p:grpSp>
          <p:nvGrpSpPr>
            <p:cNvPr id="12" name="组合 11">
              <a:extLst>
                <a:ext uri="{FF2B5EF4-FFF2-40B4-BE49-F238E27FC236}">
                  <a16:creationId xmlns:a16="http://schemas.microsoft.com/office/drawing/2014/main" id="{A244243B-1891-C7F1-3F16-976D00275E3F}"/>
                </a:ext>
              </a:extLst>
            </p:cNvPr>
            <p:cNvGrpSpPr/>
            <p:nvPr/>
          </p:nvGrpSpPr>
          <p:grpSpPr>
            <a:xfrm>
              <a:off x="598056" y="518699"/>
              <a:ext cx="731636" cy="689655"/>
              <a:chOff x="598056" y="533585"/>
              <a:chExt cx="731636" cy="689655"/>
            </a:xfrm>
          </p:grpSpPr>
          <p:sp>
            <p:nvSpPr>
              <p:cNvPr id="6" name="椭圆 5">
                <a:extLst>
                  <a:ext uri="{FF2B5EF4-FFF2-40B4-BE49-F238E27FC236}">
                    <a16:creationId xmlns:a16="http://schemas.microsoft.com/office/drawing/2014/main" id="{5B1126D8-56F8-7771-EC8F-13EBD897F50C}"/>
                  </a:ext>
                </a:extLst>
              </p:cNvPr>
              <p:cNvSpPr/>
              <p:nvPr/>
            </p:nvSpPr>
            <p:spPr>
              <a:xfrm>
                <a:off x="619047" y="533585"/>
                <a:ext cx="689655" cy="68965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11" name="文本框 10">
                <a:extLst>
                  <a:ext uri="{FF2B5EF4-FFF2-40B4-BE49-F238E27FC236}">
                    <a16:creationId xmlns:a16="http://schemas.microsoft.com/office/drawing/2014/main" id="{6475268E-D9A1-2141-25F2-2EC168C02C39}"/>
                  </a:ext>
                </a:extLst>
              </p:cNvPr>
              <p:cNvSpPr txBox="1"/>
              <p:nvPr/>
            </p:nvSpPr>
            <p:spPr>
              <a:xfrm>
                <a:off x="598056" y="586025"/>
                <a:ext cx="731636" cy="584775"/>
              </a:xfrm>
              <a:prstGeom prst="rect">
                <a:avLst/>
              </a:prstGeom>
              <a:noFill/>
            </p:spPr>
            <p:txBody>
              <a:bodyPr wrap="square" rtlCol="0">
                <a:spAutoFit/>
              </a:bodyPr>
              <a:lstStyle/>
              <a:p>
                <a:pPr algn="ctr"/>
                <a:r>
                  <a:rPr lang="en-US" altLang="zh-CN" sz="3200">
                    <a:solidFill>
                      <a:srgbClr val="FFE9A8"/>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01</a:t>
                </a:r>
                <a:endParaRPr lang="zh-CN" altLang="en-US" sz="3200">
                  <a:solidFill>
                    <a:srgbClr val="FFE9A8"/>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endParaRPr>
              </a:p>
            </p:txBody>
          </p:sp>
        </p:grpSp>
      </p:grpSp>
      <p:grpSp>
        <p:nvGrpSpPr>
          <p:cNvPr id="2" name="组合 1">
            <a:extLst>
              <a:ext uri="{FF2B5EF4-FFF2-40B4-BE49-F238E27FC236}">
                <a16:creationId xmlns:a16="http://schemas.microsoft.com/office/drawing/2014/main" id="{1F15F5F1-B1AB-6FD1-D596-A51C337D8E57}"/>
              </a:ext>
            </a:extLst>
          </p:cNvPr>
          <p:cNvGrpSpPr/>
          <p:nvPr/>
        </p:nvGrpSpPr>
        <p:grpSpPr>
          <a:xfrm>
            <a:off x="821223" y="1329909"/>
            <a:ext cx="2494397" cy="2690301"/>
            <a:chOff x="584476" y="1747612"/>
            <a:chExt cx="2853730" cy="3077855"/>
          </a:xfrm>
        </p:grpSpPr>
        <p:grpSp>
          <p:nvGrpSpPr>
            <p:cNvPr id="3" name="组合 2">
              <a:extLst>
                <a:ext uri="{FF2B5EF4-FFF2-40B4-BE49-F238E27FC236}">
                  <a16:creationId xmlns:a16="http://schemas.microsoft.com/office/drawing/2014/main" id="{80B625BA-1334-4F8F-1136-7BA855EB8324}"/>
                </a:ext>
              </a:extLst>
            </p:cNvPr>
            <p:cNvGrpSpPr/>
            <p:nvPr/>
          </p:nvGrpSpPr>
          <p:grpSpPr>
            <a:xfrm>
              <a:off x="584476" y="1747612"/>
              <a:ext cx="2853730" cy="3077855"/>
              <a:chOff x="584476" y="1747612"/>
              <a:chExt cx="2853730" cy="3077855"/>
            </a:xfrm>
          </p:grpSpPr>
          <p:sp>
            <p:nvSpPr>
              <p:cNvPr id="14" name="椭圆 13">
                <a:extLst>
                  <a:ext uri="{FF2B5EF4-FFF2-40B4-BE49-F238E27FC236}">
                    <a16:creationId xmlns:a16="http://schemas.microsoft.com/office/drawing/2014/main" id="{0125CA49-1AF0-08F4-039F-AD1A157B3C46}"/>
                  </a:ext>
                </a:extLst>
              </p:cNvPr>
              <p:cNvSpPr/>
              <p:nvPr/>
            </p:nvSpPr>
            <p:spPr>
              <a:xfrm>
                <a:off x="673768" y="2061029"/>
                <a:ext cx="2764438" cy="2764438"/>
              </a:xfrm>
              <a:prstGeom prst="ellipse">
                <a:avLst/>
              </a:prstGeom>
              <a:noFill/>
              <a:ln>
                <a:solidFill>
                  <a:srgbClr val="9C00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cs typeface="阿里巴巴普惠体 2.0 55 Regular" panose="00020600040101010101" pitchFamily="18" charset="-122"/>
                  <a:sym typeface="Arial"/>
                </a:endParaRPr>
              </a:p>
            </p:txBody>
          </p:sp>
          <p:sp>
            <p:nvSpPr>
              <p:cNvPr id="15" name="椭圆 14">
                <a:extLst>
                  <a:ext uri="{FF2B5EF4-FFF2-40B4-BE49-F238E27FC236}">
                    <a16:creationId xmlns:a16="http://schemas.microsoft.com/office/drawing/2014/main" id="{E3085DEE-C88C-D779-F5D3-47D0688EC672}"/>
                  </a:ext>
                </a:extLst>
              </p:cNvPr>
              <p:cNvSpPr/>
              <p:nvPr/>
            </p:nvSpPr>
            <p:spPr>
              <a:xfrm>
                <a:off x="584476" y="1903524"/>
                <a:ext cx="2764438" cy="2764438"/>
              </a:xfrm>
              <a:prstGeom prst="ellipse">
                <a:avLst/>
              </a:prstGeom>
              <a:noFill/>
              <a:ln>
                <a:solidFill>
                  <a:schemeClr val="bg1">
                    <a:lumMod val="50000"/>
                    <a:alpha val="2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cs typeface="阿里巴巴普惠体 2.0 55 Regular" panose="00020600040101010101" pitchFamily="18" charset="-122"/>
                  <a:sym typeface="Arial"/>
                </a:endParaRPr>
              </a:p>
            </p:txBody>
          </p:sp>
          <p:sp>
            <p:nvSpPr>
              <p:cNvPr id="16" name="椭圆 15">
                <a:extLst>
                  <a:ext uri="{FF2B5EF4-FFF2-40B4-BE49-F238E27FC236}">
                    <a16:creationId xmlns:a16="http://schemas.microsoft.com/office/drawing/2014/main" id="{B31BA23B-CF25-F231-99F9-AA33053081B1}"/>
                  </a:ext>
                </a:extLst>
              </p:cNvPr>
              <p:cNvSpPr/>
              <p:nvPr/>
            </p:nvSpPr>
            <p:spPr>
              <a:xfrm>
                <a:off x="1642330" y="1747612"/>
                <a:ext cx="827314" cy="82731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a:effectLst>
                      <a:outerShdw blurRad="38100" dist="38100" dir="2700000" algn="tl">
                        <a:srgbClr val="000000">
                          <a:alpha val="43137"/>
                        </a:srgbClr>
                      </a:outerShdw>
                    </a:effectLst>
                    <a:latin typeface="Arial"/>
                    <a:ea typeface="微软雅黑"/>
                    <a:cs typeface="阿里巴巴普惠体 2.0 55 Regular" panose="00020600040101010101" pitchFamily="18" charset="-122"/>
                    <a:sym typeface="Arial"/>
                  </a:rPr>
                  <a:t>01</a:t>
                </a:r>
                <a:endParaRPr lang="zh-CN" altLang="en-US" sz="2000">
                  <a:effectLst>
                    <a:outerShdw blurRad="38100" dist="38100" dir="2700000" algn="tl">
                      <a:srgbClr val="000000">
                        <a:alpha val="43137"/>
                      </a:srgbClr>
                    </a:outerShdw>
                  </a:effectLst>
                  <a:latin typeface="Arial"/>
                  <a:ea typeface="微软雅黑"/>
                  <a:cs typeface="阿里巴巴普惠体 2.0 55 Regular" panose="00020600040101010101" pitchFamily="18" charset="-122"/>
                  <a:sym typeface="Arial"/>
                </a:endParaRPr>
              </a:p>
            </p:txBody>
          </p:sp>
        </p:grpSp>
        <p:grpSp>
          <p:nvGrpSpPr>
            <p:cNvPr id="4" name="组合 3">
              <a:extLst>
                <a:ext uri="{FF2B5EF4-FFF2-40B4-BE49-F238E27FC236}">
                  <a16:creationId xmlns:a16="http://schemas.microsoft.com/office/drawing/2014/main" id="{7DD3C1AB-821E-EC42-45DF-27EC052C689C}"/>
                </a:ext>
              </a:extLst>
            </p:cNvPr>
            <p:cNvGrpSpPr/>
            <p:nvPr/>
          </p:nvGrpSpPr>
          <p:grpSpPr>
            <a:xfrm>
              <a:off x="968852" y="2600721"/>
              <a:ext cx="2174269" cy="2098713"/>
              <a:chOff x="6777094" y="1872762"/>
              <a:chExt cx="2174269" cy="2098713"/>
            </a:xfrm>
          </p:grpSpPr>
          <p:sp>
            <p:nvSpPr>
              <p:cNvPr id="5" name="文本框 4">
                <a:extLst>
                  <a:ext uri="{FF2B5EF4-FFF2-40B4-BE49-F238E27FC236}">
                    <a16:creationId xmlns:a16="http://schemas.microsoft.com/office/drawing/2014/main" id="{AA8788A7-D5D2-C16A-2B3F-61A9E0E44F86}"/>
                  </a:ext>
                </a:extLst>
              </p:cNvPr>
              <p:cNvSpPr txBox="1"/>
              <p:nvPr/>
            </p:nvSpPr>
            <p:spPr>
              <a:xfrm>
                <a:off x="6973530" y="1872762"/>
                <a:ext cx="1778371" cy="528171"/>
              </a:xfrm>
              <a:prstGeom prst="rect">
                <a:avLst/>
              </a:prstGeom>
              <a:noFill/>
            </p:spPr>
            <p:txBody>
              <a:bodyPr wrap="square" rtlCol="0">
                <a:spAutoFit/>
              </a:bodyPr>
              <a:lstStyle/>
              <a:p>
                <a:pPr algn="ctr"/>
                <a:r>
                  <a:rPr lang="zh-CN" altLang="en-US" sz="2400">
                    <a:solidFill>
                      <a:srgbClr val="C00000"/>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革命制度</a:t>
                </a:r>
                <a:endParaRPr lang="zh-CN" altLang="en-US" sz="2400">
                  <a:solidFill>
                    <a:srgbClr val="C00000"/>
                  </a:solidFill>
                  <a:latin typeface="Arial"/>
                  <a:ea typeface="微软雅黑"/>
                  <a:cs typeface="阿里巴巴普惠体 2.0 55 Regular" panose="00020600040101010101" pitchFamily="18" charset="-122"/>
                  <a:sym typeface="Arial"/>
                </a:endParaRPr>
              </a:p>
            </p:txBody>
          </p:sp>
          <p:sp>
            <p:nvSpPr>
              <p:cNvPr id="7" name="文本框 6">
                <a:extLst>
                  <a:ext uri="{FF2B5EF4-FFF2-40B4-BE49-F238E27FC236}">
                    <a16:creationId xmlns:a16="http://schemas.microsoft.com/office/drawing/2014/main" id="{12C0CE72-6047-4DDF-E2A0-DB4F52F639BA}"/>
                  </a:ext>
                </a:extLst>
              </p:cNvPr>
              <p:cNvSpPr txBox="1"/>
              <p:nvPr/>
            </p:nvSpPr>
            <p:spPr>
              <a:xfrm>
                <a:off x="6777094" y="2386963"/>
                <a:ext cx="2174269" cy="1584512"/>
              </a:xfrm>
              <a:prstGeom prst="rect">
                <a:avLst/>
              </a:prstGeom>
              <a:noFill/>
            </p:spPr>
            <p:txBody>
              <a:bodyPr wrap="square" rtlCol="0">
                <a:spAutoFit/>
              </a:bodyPr>
              <a:lstStyle/>
              <a:p>
                <a:pPr algn="ctr"/>
                <a:r>
                  <a:rPr lang="zh-CN" altLang="en-US" sz="1400" spc="400">
                    <a:latin typeface="Arial"/>
                    <a:ea typeface="微软雅黑"/>
                    <a:cs typeface="阿里巴巴普惠体 2.0 55 Regular" panose="00020600040101010101" pitchFamily="18" charset="-122"/>
                    <a:sym typeface="Arial"/>
                  </a:rPr>
                  <a:t>我们要认真学习领会，坚决贯彻落实，确保百年大党在自我革命中不断焕发蓬勃生机</a:t>
                </a:r>
              </a:p>
            </p:txBody>
          </p:sp>
        </p:grpSp>
      </p:grpSp>
      <p:grpSp>
        <p:nvGrpSpPr>
          <p:cNvPr id="17" name="组合 16">
            <a:extLst>
              <a:ext uri="{FF2B5EF4-FFF2-40B4-BE49-F238E27FC236}">
                <a16:creationId xmlns:a16="http://schemas.microsoft.com/office/drawing/2014/main" id="{1AAC953C-DCBA-F7DE-0AAF-DE91BBEF7B46}"/>
              </a:ext>
            </a:extLst>
          </p:cNvPr>
          <p:cNvGrpSpPr/>
          <p:nvPr/>
        </p:nvGrpSpPr>
        <p:grpSpPr>
          <a:xfrm>
            <a:off x="3236956" y="3414909"/>
            <a:ext cx="2494397" cy="2690301"/>
            <a:chOff x="584476" y="1747612"/>
            <a:chExt cx="2853730" cy="3077855"/>
          </a:xfrm>
        </p:grpSpPr>
        <p:grpSp>
          <p:nvGrpSpPr>
            <p:cNvPr id="18" name="组合 17">
              <a:extLst>
                <a:ext uri="{FF2B5EF4-FFF2-40B4-BE49-F238E27FC236}">
                  <a16:creationId xmlns:a16="http://schemas.microsoft.com/office/drawing/2014/main" id="{ABF0638D-4A7B-DEB5-8362-3B13C7A6EFEA}"/>
                </a:ext>
              </a:extLst>
            </p:cNvPr>
            <p:cNvGrpSpPr/>
            <p:nvPr/>
          </p:nvGrpSpPr>
          <p:grpSpPr>
            <a:xfrm>
              <a:off x="584476" y="1747612"/>
              <a:ext cx="2853730" cy="3077855"/>
              <a:chOff x="584476" y="1747612"/>
              <a:chExt cx="2853730" cy="3077855"/>
            </a:xfrm>
          </p:grpSpPr>
          <p:sp>
            <p:nvSpPr>
              <p:cNvPr id="22" name="椭圆 21">
                <a:extLst>
                  <a:ext uri="{FF2B5EF4-FFF2-40B4-BE49-F238E27FC236}">
                    <a16:creationId xmlns:a16="http://schemas.microsoft.com/office/drawing/2014/main" id="{132F7695-0CA5-AB7E-98C2-A492F2393ADE}"/>
                  </a:ext>
                </a:extLst>
              </p:cNvPr>
              <p:cNvSpPr/>
              <p:nvPr/>
            </p:nvSpPr>
            <p:spPr>
              <a:xfrm>
                <a:off x="673768" y="2061029"/>
                <a:ext cx="2764438" cy="2764438"/>
              </a:xfrm>
              <a:prstGeom prst="ellipse">
                <a:avLst/>
              </a:prstGeom>
              <a:noFill/>
              <a:ln>
                <a:solidFill>
                  <a:srgbClr val="9C00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cs typeface="阿里巴巴普惠体 2.0 55 Regular" panose="00020600040101010101" pitchFamily="18" charset="-122"/>
                  <a:sym typeface="Arial"/>
                </a:endParaRPr>
              </a:p>
            </p:txBody>
          </p:sp>
          <p:sp>
            <p:nvSpPr>
              <p:cNvPr id="23" name="椭圆 22">
                <a:extLst>
                  <a:ext uri="{FF2B5EF4-FFF2-40B4-BE49-F238E27FC236}">
                    <a16:creationId xmlns:a16="http://schemas.microsoft.com/office/drawing/2014/main" id="{3F1B2F98-8EBF-7A91-FB00-4E73320C391D}"/>
                  </a:ext>
                </a:extLst>
              </p:cNvPr>
              <p:cNvSpPr/>
              <p:nvPr/>
            </p:nvSpPr>
            <p:spPr>
              <a:xfrm>
                <a:off x="584476" y="1903524"/>
                <a:ext cx="2764438" cy="2764438"/>
              </a:xfrm>
              <a:prstGeom prst="ellipse">
                <a:avLst/>
              </a:prstGeom>
              <a:noFill/>
              <a:ln>
                <a:solidFill>
                  <a:schemeClr val="bg1">
                    <a:lumMod val="50000"/>
                    <a:alpha val="2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cs typeface="阿里巴巴普惠体 2.0 55 Regular" panose="00020600040101010101" pitchFamily="18" charset="-122"/>
                  <a:sym typeface="Arial"/>
                </a:endParaRPr>
              </a:p>
            </p:txBody>
          </p:sp>
          <p:sp>
            <p:nvSpPr>
              <p:cNvPr id="24" name="椭圆 23">
                <a:extLst>
                  <a:ext uri="{FF2B5EF4-FFF2-40B4-BE49-F238E27FC236}">
                    <a16:creationId xmlns:a16="http://schemas.microsoft.com/office/drawing/2014/main" id="{71985288-7452-ED68-622B-D6D77E08DC5A}"/>
                  </a:ext>
                </a:extLst>
              </p:cNvPr>
              <p:cNvSpPr/>
              <p:nvPr/>
            </p:nvSpPr>
            <p:spPr>
              <a:xfrm>
                <a:off x="1642330" y="1747612"/>
                <a:ext cx="827314" cy="82731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a:effectLst>
                      <a:outerShdw blurRad="38100" dist="38100" dir="2700000" algn="tl">
                        <a:srgbClr val="000000">
                          <a:alpha val="43137"/>
                        </a:srgbClr>
                      </a:outerShdw>
                    </a:effectLst>
                    <a:latin typeface="Arial"/>
                    <a:ea typeface="微软雅黑"/>
                    <a:cs typeface="阿里巴巴普惠体 2.0 55 Regular" panose="00020600040101010101" pitchFamily="18" charset="-122"/>
                    <a:sym typeface="Arial"/>
                  </a:rPr>
                  <a:t>02</a:t>
                </a:r>
                <a:endParaRPr lang="zh-CN" altLang="en-US" sz="2400">
                  <a:effectLst>
                    <a:outerShdw blurRad="38100" dist="38100" dir="2700000" algn="tl">
                      <a:srgbClr val="000000">
                        <a:alpha val="43137"/>
                      </a:srgbClr>
                    </a:outerShdw>
                  </a:effectLst>
                  <a:latin typeface="Arial"/>
                  <a:ea typeface="微软雅黑"/>
                  <a:cs typeface="阿里巴巴普惠体 2.0 55 Regular" panose="00020600040101010101" pitchFamily="18" charset="-122"/>
                  <a:sym typeface="Arial"/>
                </a:endParaRPr>
              </a:p>
            </p:txBody>
          </p:sp>
        </p:grpSp>
        <p:grpSp>
          <p:nvGrpSpPr>
            <p:cNvPr id="19" name="组合 18">
              <a:extLst>
                <a:ext uri="{FF2B5EF4-FFF2-40B4-BE49-F238E27FC236}">
                  <a16:creationId xmlns:a16="http://schemas.microsoft.com/office/drawing/2014/main" id="{7B6C6538-5617-72F3-1F2A-B5814946953A}"/>
                </a:ext>
              </a:extLst>
            </p:cNvPr>
            <p:cNvGrpSpPr/>
            <p:nvPr/>
          </p:nvGrpSpPr>
          <p:grpSpPr>
            <a:xfrm>
              <a:off x="968852" y="2607768"/>
              <a:ext cx="2174269" cy="1352226"/>
              <a:chOff x="6777094" y="1879809"/>
              <a:chExt cx="2174269" cy="1352226"/>
            </a:xfrm>
          </p:grpSpPr>
          <p:sp>
            <p:nvSpPr>
              <p:cNvPr id="20" name="文本框 19">
                <a:extLst>
                  <a:ext uri="{FF2B5EF4-FFF2-40B4-BE49-F238E27FC236}">
                    <a16:creationId xmlns:a16="http://schemas.microsoft.com/office/drawing/2014/main" id="{33131E77-AD21-536F-10E6-9948A7697308}"/>
                  </a:ext>
                </a:extLst>
              </p:cNvPr>
              <p:cNvSpPr txBox="1"/>
              <p:nvPr/>
            </p:nvSpPr>
            <p:spPr>
              <a:xfrm>
                <a:off x="6944710" y="1879809"/>
                <a:ext cx="1840026" cy="528171"/>
              </a:xfrm>
              <a:prstGeom prst="rect">
                <a:avLst/>
              </a:prstGeom>
              <a:noFill/>
            </p:spPr>
            <p:txBody>
              <a:bodyPr wrap="square" rtlCol="0">
                <a:spAutoFit/>
              </a:bodyPr>
              <a:lstStyle/>
              <a:p>
                <a:pPr algn="ctr"/>
                <a:r>
                  <a:rPr lang="zh-CN" altLang="en-US" sz="2400">
                    <a:solidFill>
                      <a:srgbClr val="C00000"/>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革命制度</a:t>
                </a:r>
                <a:endParaRPr lang="zh-CN" altLang="en-US" sz="2400">
                  <a:solidFill>
                    <a:srgbClr val="C00000"/>
                  </a:solidFill>
                  <a:latin typeface="Arial"/>
                  <a:ea typeface="微软雅黑"/>
                  <a:cs typeface="阿里巴巴普惠体 2.0 55 Regular" panose="00020600040101010101" pitchFamily="18" charset="-122"/>
                  <a:sym typeface="Arial"/>
                </a:endParaRPr>
              </a:p>
            </p:txBody>
          </p:sp>
          <p:sp>
            <p:nvSpPr>
              <p:cNvPr id="21" name="文本框 20">
                <a:extLst>
                  <a:ext uri="{FF2B5EF4-FFF2-40B4-BE49-F238E27FC236}">
                    <a16:creationId xmlns:a16="http://schemas.microsoft.com/office/drawing/2014/main" id="{F14959DC-54C2-9B11-58A3-894893F79A94}"/>
                  </a:ext>
                </a:extLst>
              </p:cNvPr>
              <p:cNvSpPr txBox="1"/>
              <p:nvPr/>
            </p:nvSpPr>
            <p:spPr>
              <a:xfrm>
                <a:off x="6777094" y="2386962"/>
                <a:ext cx="2174269" cy="845073"/>
              </a:xfrm>
              <a:prstGeom prst="rect">
                <a:avLst/>
              </a:prstGeom>
              <a:noFill/>
            </p:spPr>
            <p:txBody>
              <a:bodyPr wrap="square" rtlCol="0">
                <a:spAutoFit/>
              </a:bodyPr>
              <a:lstStyle/>
              <a:p>
                <a:pPr algn="ctr"/>
                <a:r>
                  <a:rPr lang="zh-CN" altLang="en-US" sz="1400" spc="400">
                    <a:latin typeface="Arial"/>
                    <a:ea typeface="微软雅黑"/>
                    <a:cs typeface="阿里巴巴普惠体 2.0 55 Regular" panose="00020600040101010101" pitchFamily="18" charset="-122"/>
                    <a:sym typeface="Arial"/>
                  </a:rPr>
                  <a:t>巩固发展中国共产党之治、中国之治的独特优势。</a:t>
                </a:r>
              </a:p>
            </p:txBody>
          </p:sp>
        </p:grpSp>
      </p:grpSp>
      <p:grpSp>
        <p:nvGrpSpPr>
          <p:cNvPr id="25" name="组合 24">
            <a:extLst>
              <a:ext uri="{FF2B5EF4-FFF2-40B4-BE49-F238E27FC236}">
                <a16:creationId xmlns:a16="http://schemas.microsoft.com/office/drawing/2014/main" id="{42AA1A5F-3AE3-9361-9037-6DCD9DF33C79}"/>
              </a:ext>
            </a:extLst>
          </p:cNvPr>
          <p:cNvGrpSpPr/>
          <p:nvPr/>
        </p:nvGrpSpPr>
        <p:grpSpPr>
          <a:xfrm>
            <a:off x="6182863" y="1614466"/>
            <a:ext cx="2494397" cy="2690301"/>
            <a:chOff x="584476" y="1747612"/>
            <a:chExt cx="2853730" cy="3077855"/>
          </a:xfrm>
        </p:grpSpPr>
        <p:grpSp>
          <p:nvGrpSpPr>
            <p:cNvPr id="26" name="组合 25">
              <a:extLst>
                <a:ext uri="{FF2B5EF4-FFF2-40B4-BE49-F238E27FC236}">
                  <a16:creationId xmlns:a16="http://schemas.microsoft.com/office/drawing/2014/main" id="{42C732C3-67B3-9B65-2AA2-900F37D9F996}"/>
                </a:ext>
              </a:extLst>
            </p:cNvPr>
            <p:cNvGrpSpPr/>
            <p:nvPr/>
          </p:nvGrpSpPr>
          <p:grpSpPr>
            <a:xfrm>
              <a:off x="584476" y="1747612"/>
              <a:ext cx="2853730" cy="3077855"/>
              <a:chOff x="584476" y="1747612"/>
              <a:chExt cx="2853730" cy="3077855"/>
            </a:xfrm>
          </p:grpSpPr>
          <p:sp>
            <p:nvSpPr>
              <p:cNvPr id="30" name="椭圆 29">
                <a:extLst>
                  <a:ext uri="{FF2B5EF4-FFF2-40B4-BE49-F238E27FC236}">
                    <a16:creationId xmlns:a16="http://schemas.microsoft.com/office/drawing/2014/main" id="{E3563270-7929-8D2A-3982-31492EF8894D}"/>
                  </a:ext>
                </a:extLst>
              </p:cNvPr>
              <p:cNvSpPr/>
              <p:nvPr/>
            </p:nvSpPr>
            <p:spPr>
              <a:xfrm>
                <a:off x="673768" y="2061029"/>
                <a:ext cx="2764438" cy="2764438"/>
              </a:xfrm>
              <a:prstGeom prst="ellipse">
                <a:avLst/>
              </a:prstGeom>
              <a:noFill/>
              <a:ln>
                <a:solidFill>
                  <a:srgbClr val="9C00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cs typeface="阿里巴巴普惠体 2.0 55 Regular" panose="00020600040101010101" pitchFamily="18" charset="-122"/>
                  <a:sym typeface="Arial"/>
                </a:endParaRPr>
              </a:p>
            </p:txBody>
          </p:sp>
          <p:sp>
            <p:nvSpPr>
              <p:cNvPr id="31" name="椭圆 30">
                <a:extLst>
                  <a:ext uri="{FF2B5EF4-FFF2-40B4-BE49-F238E27FC236}">
                    <a16:creationId xmlns:a16="http://schemas.microsoft.com/office/drawing/2014/main" id="{272ECA04-1716-C310-6B06-D63B48CC78F9}"/>
                  </a:ext>
                </a:extLst>
              </p:cNvPr>
              <p:cNvSpPr/>
              <p:nvPr/>
            </p:nvSpPr>
            <p:spPr>
              <a:xfrm>
                <a:off x="584476" y="1903524"/>
                <a:ext cx="2764438" cy="2764438"/>
              </a:xfrm>
              <a:prstGeom prst="ellipse">
                <a:avLst/>
              </a:prstGeom>
              <a:noFill/>
              <a:ln>
                <a:solidFill>
                  <a:schemeClr val="bg1">
                    <a:lumMod val="50000"/>
                    <a:alpha val="2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cs typeface="阿里巴巴普惠体 2.0 55 Regular" panose="00020600040101010101" pitchFamily="18" charset="-122"/>
                  <a:sym typeface="Arial"/>
                </a:endParaRPr>
              </a:p>
            </p:txBody>
          </p:sp>
          <p:sp>
            <p:nvSpPr>
              <p:cNvPr id="32" name="椭圆 31">
                <a:extLst>
                  <a:ext uri="{FF2B5EF4-FFF2-40B4-BE49-F238E27FC236}">
                    <a16:creationId xmlns:a16="http://schemas.microsoft.com/office/drawing/2014/main" id="{C5790B7F-3A3B-25DE-0AA9-89DEE9C7278C}"/>
                  </a:ext>
                </a:extLst>
              </p:cNvPr>
              <p:cNvSpPr/>
              <p:nvPr/>
            </p:nvSpPr>
            <p:spPr>
              <a:xfrm>
                <a:off x="1642330" y="1747612"/>
                <a:ext cx="827314" cy="82731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a:effectLst>
                      <a:outerShdw blurRad="38100" dist="38100" dir="2700000" algn="tl">
                        <a:srgbClr val="000000">
                          <a:alpha val="43137"/>
                        </a:srgbClr>
                      </a:outerShdw>
                    </a:effectLst>
                    <a:latin typeface="Arial"/>
                    <a:ea typeface="微软雅黑"/>
                    <a:cs typeface="阿里巴巴普惠体 2.0 55 Regular" panose="00020600040101010101" pitchFamily="18" charset="-122"/>
                    <a:sym typeface="Arial"/>
                  </a:rPr>
                  <a:t>03</a:t>
                </a:r>
                <a:endParaRPr lang="zh-CN" altLang="en-US" sz="2000">
                  <a:effectLst>
                    <a:outerShdw blurRad="38100" dist="38100" dir="2700000" algn="tl">
                      <a:srgbClr val="000000">
                        <a:alpha val="43137"/>
                      </a:srgbClr>
                    </a:outerShdw>
                  </a:effectLst>
                  <a:latin typeface="Arial"/>
                  <a:ea typeface="微软雅黑"/>
                  <a:cs typeface="阿里巴巴普惠体 2.0 55 Regular" panose="00020600040101010101" pitchFamily="18" charset="-122"/>
                  <a:sym typeface="Arial"/>
                </a:endParaRPr>
              </a:p>
            </p:txBody>
          </p:sp>
        </p:grpSp>
        <p:grpSp>
          <p:nvGrpSpPr>
            <p:cNvPr id="27" name="组合 26">
              <a:extLst>
                <a:ext uri="{FF2B5EF4-FFF2-40B4-BE49-F238E27FC236}">
                  <a16:creationId xmlns:a16="http://schemas.microsoft.com/office/drawing/2014/main" id="{CE183151-5B59-5821-C312-1931479ED00C}"/>
                </a:ext>
              </a:extLst>
            </p:cNvPr>
            <p:cNvGrpSpPr/>
            <p:nvPr/>
          </p:nvGrpSpPr>
          <p:grpSpPr>
            <a:xfrm>
              <a:off x="968852" y="2612251"/>
              <a:ext cx="2174269" cy="2087182"/>
              <a:chOff x="6777094" y="1884292"/>
              <a:chExt cx="2174269" cy="2087182"/>
            </a:xfrm>
          </p:grpSpPr>
          <p:sp>
            <p:nvSpPr>
              <p:cNvPr id="28" name="文本框 27">
                <a:extLst>
                  <a:ext uri="{FF2B5EF4-FFF2-40B4-BE49-F238E27FC236}">
                    <a16:creationId xmlns:a16="http://schemas.microsoft.com/office/drawing/2014/main" id="{42EB22D4-D3EF-88A2-B415-DDD8216E665D}"/>
                  </a:ext>
                </a:extLst>
              </p:cNvPr>
              <p:cNvSpPr txBox="1"/>
              <p:nvPr/>
            </p:nvSpPr>
            <p:spPr>
              <a:xfrm>
                <a:off x="6944215" y="1884292"/>
                <a:ext cx="1840026" cy="528171"/>
              </a:xfrm>
              <a:prstGeom prst="rect">
                <a:avLst/>
              </a:prstGeom>
              <a:noFill/>
            </p:spPr>
            <p:txBody>
              <a:bodyPr wrap="square" rtlCol="0">
                <a:spAutoFit/>
              </a:bodyPr>
              <a:lstStyle/>
              <a:p>
                <a:pPr algn="ctr"/>
                <a:r>
                  <a:rPr lang="zh-CN" altLang="en-US" sz="2400">
                    <a:solidFill>
                      <a:srgbClr val="C00000"/>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革命制度</a:t>
                </a:r>
                <a:endParaRPr lang="zh-CN" altLang="en-US" sz="2400">
                  <a:solidFill>
                    <a:srgbClr val="C00000"/>
                  </a:solidFill>
                  <a:latin typeface="Arial"/>
                  <a:ea typeface="微软雅黑"/>
                  <a:cs typeface="阿里巴巴普惠体 2.0 55 Regular" panose="00020600040101010101" pitchFamily="18" charset="-122"/>
                  <a:sym typeface="Arial"/>
                </a:endParaRPr>
              </a:p>
            </p:txBody>
          </p:sp>
          <p:sp>
            <p:nvSpPr>
              <p:cNvPr id="29" name="文本框 28">
                <a:extLst>
                  <a:ext uri="{FF2B5EF4-FFF2-40B4-BE49-F238E27FC236}">
                    <a16:creationId xmlns:a16="http://schemas.microsoft.com/office/drawing/2014/main" id="{CA94F299-C6A3-5FB0-43D0-388E4E3963C9}"/>
                  </a:ext>
                </a:extLst>
              </p:cNvPr>
              <p:cNvSpPr txBox="1"/>
              <p:nvPr/>
            </p:nvSpPr>
            <p:spPr>
              <a:xfrm>
                <a:off x="6777094" y="2386962"/>
                <a:ext cx="2174269" cy="1584512"/>
              </a:xfrm>
              <a:prstGeom prst="rect">
                <a:avLst/>
              </a:prstGeom>
              <a:noFill/>
            </p:spPr>
            <p:txBody>
              <a:bodyPr wrap="square" rtlCol="0">
                <a:spAutoFit/>
              </a:bodyPr>
              <a:lstStyle/>
              <a:p>
                <a:pPr algn="ctr"/>
                <a:r>
                  <a:rPr lang="zh-CN" altLang="en-US" sz="1400" spc="400">
                    <a:latin typeface="Arial"/>
                    <a:ea typeface="微软雅黑"/>
                    <a:cs typeface="阿里巴巴普惠体 2.0 55 Regular" panose="00020600040101010101" pitchFamily="18" charset="-122"/>
                    <a:sym typeface="Arial"/>
                  </a:rPr>
                  <a:t>勇于自我革命是我们党最鲜明的政治品格和独特优势，是我们党历经百年而风华正茂</a:t>
                </a:r>
              </a:p>
            </p:txBody>
          </p:sp>
        </p:grpSp>
      </p:grpSp>
      <p:grpSp>
        <p:nvGrpSpPr>
          <p:cNvPr id="33" name="组合 32">
            <a:extLst>
              <a:ext uri="{FF2B5EF4-FFF2-40B4-BE49-F238E27FC236}">
                <a16:creationId xmlns:a16="http://schemas.microsoft.com/office/drawing/2014/main" id="{AC169E8F-752F-3A96-BCDB-23154242D6E5}"/>
              </a:ext>
            </a:extLst>
          </p:cNvPr>
          <p:cNvGrpSpPr/>
          <p:nvPr/>
        </p:nvGrpSpPr>
        <p:grpSpPr>
          <a:xfrm>
            <a:off x="8932440" y="3414909"/>
            <a:ext cx="2494397" cy="2690301"/>
            <a:chOff x="584476" y="1747612"/>
            <a:chExt cx="2853730" cy="3077855"/>
          </a:xfrm>
        </p:grpSpPr>
        <p:grpSp>
          <p:nvGrpSpPr>
            <p:cNvPr id="34" name="组合 33">
              <a:extLst>
                <a:ext uri="{FF2B5EF4-FFF2-40B4-BE49-F238E27FC236}">
                  <a16:creationId xmlns:a16="http://schemas.microsoft.com/office/drawing/2014/main" id="{B67D22C5-3EDC-5534-06D5-091BC0F505FC}"/>
                </a:ext>
              </a:extLst>
            </p:cNvPr>
            <p:cNvGrpSpPr/>
            <p:nvPr/>
          </p:nvGrpSpPr>
          <p:grpSpPr>
            <a:xfrm>
              <a:off x="584476" y="1747612"/>
              <a:ext cx="2853730" cy="3077855"/>
              <a:chOff x="584476" y="1747612"/>
              <a:chExt cx="2853730" cy="3077855"/>
            </a:xfrm>
          </p:grpSpPr>
          <p:sp>
            <p:nvSpPr>
              <p:cNvPr id="38" name="椭圆 37">
                <a:extLst>
                  <a:ext uri="{FF2B5EF4-FFF2-40B4-BE49-F238E27FC236}">
                    <a16:creationId xmlns:a16="http://schemas.microsoft.com/office/drawing/2014/main" id="{C73F7730-AAA5-1140-E30B-B51412A63518}"/>
                  </a:ext>
                </a:extLst>
              </p:cNvPr>
              <p:cNvSpPr/>
              <p:nvPr/>
            </p:nvSpPr>
            <p:spPr>
              <a:xfrm>
                <a:off x="673768" y="2061029"/>
                <a:ext cx="2764438" cy="2764438"/>
              </a:xfrm>
              <a:prstGeom prst="ellipse">
                <a:avLst/>
              </a:prstGeom>
              <a:noFill/>
              <a:ln>
                <a:solidFill>
                  <a:srgbClr val="9C000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cs typeface="阿里巴巴普惠体 2.0 55 Regular" panose="00020600040101010101" pitchFamily="18" charset="-122"/>
                  <a:sym typeface="Arial"/>
                </a:endParaRPr>
              </a:p>
            </p:txBody>
          </p:sp>
          <p:sp>
            <p:nvSpPr>
              <p:cNvPr id="39" name="椭圆 38">
                <a:extLst>
                  <a:ext uri="{FF2B5EF4-FFF2-40B4-BE49-F238E27FC236}">
                    <a16:creationId xmlns:a16="http://schemas.microsoft.com/office/drawing/2014/main" id="{0F18684E-0402-9D5D-4091-D15EB9C61BCA}"/>
                  </a:ext>
                </a:extLst>
              </p:cNvPr>
              <p:cNvSpPr/>
              <p:nvPr/>
            </p:nvSpPr>
            <p:spPr>
              <a:xfrm>
                <a:off x="584476" y="1903524"/>
                <a:ext cx="2764438" cy="2764438"/>
              </a:xfrm>
              <a:prstGeom prst="ellipse">
                <a:avLst/>
              </a:prstGeom>
              <a:noFill/>
              <a:ln>
                <a:solidFill>
                  <a:schemeClr val="bg1">
                    <a:lumMod val="50000"/>
                    <a:alpha val="24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cs typeface="阿里巴巴普惠体 2.0 55 Regular" panose="00020600040101010101" pitchFamily="18" charset="-122"/>
                  <a:sym typeface="Arial"/>
                </a:endParaRPr>
              </a:p>
            </p:txBody>
          </p:sp>
          <p:sp>
            <p:nvSpPr>
              <p:cNvPr id="40" name="椭圆 39">
                <a:extLst>
                  <a:ext uri="{FF2B5EF4-FFF2-40B4-BE49-F238E27FC236}">
                    <a16:creationId xmlns:a16="http://schemas.microsoft.com/office/drawing/2014/main" id="{750C6050-C937-D7E6-C30B-811A4344B073}"/>
                  </a:ext>
                </a:extLst>
              </p:cNvPr>
              <p:cNvSpPr/>
              <p:nvPr/>
            </p:nvSpPr>
            <p:spPr>
              <a:xfrm>
                <a:off x="1642330" y="1747612"/>
                <a:ext cx="827314" cy="827314"/>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a:effectLst>
                      <a:outerShdw blurRad="38100" dist="38100" dir="2700000" algn="tl">
                        <a:srgbClr val="000000">
                          <a:alpha val="43137"/>
                        </a:srgbClr>
                      </a:outerShdw>
                    </a:effectLst>
                    <a:latin typeface="Arial"/>
                    <a:ea typeface="微软雅黑"/>
                    <a:cs typeface="阿里巴巴普惠体 2.0 55 Regular" panose="00020600040101010101" pitchFamily="18" charset="-122"/>
                    <a:sym typeface="Arial"/>
                  </a:rPr>
                  <a:t>04</a:t>
                </a:r>
                <a:endParaRPr lang="zh-CN" altLang="en-US" sz="2800">
                  <a:effectLst>
                    <a:outerShdw blurRad="38100" dist="38100" dir="2700000" algn="tl">
                      <a:srgbClr val="000000">
                        <a:alpha val="43137"/>
                      </a:srgbClr>
                    </a:outerShdw>
                  </a:effectLst>
                  <a:latin typeface="Arial"/>
                  <a:ea typeface="微软雅黑"/>
                  <a:cs typeface="阿里巴巴普惠体 2.0 55 Regular" panose="00020600040101010101" pitchFamily="18" charset="-122"/>
                  <a:sym typeface="Arial"/>
                </a:endParaRPr>
              </a:p>
            </p:txBody>
          </p:sp>
        </p:grpSp>
        <p:grpSp>
          <p:nvGrpSpPr>
            <p:cNvPr id="35" name="组合 34">
              <a:extLst>
                <a:ext uri="{FF2B5EF4-FFF2-40B4-BE49-F238E27FC236}">
                  <a16:creationId xmlns:a16="http://schemas.microsoft.com/office/drawing/2014/main" id="{964DDCE1-919F-7AC2-6BCC-6D51DEC95F8E}"/>
                </a:ext>
              </a:extLst>
            </p:cNvPr>
            <p:cNvGrpSpPr/>
            <p:nvPr/>
          </p:nvGrpSpPr>
          <p:grpSpPr>
            <a:xfrm>
              <a:off x="968852" y="2616401"/>
              <a:ext cx="2174269" cy="1836552"/>
              <a:chOff x="6777094" y="1888442"/>
              <a:chExt cx="2174269" cy="1836552"/>
            </a:xfrm>
          </p:grpSpPr>
          <p:sp>
            <p:nvSpPr>
              <p:cNvPr id="36" name="文本框 35">
                <a:extLst>
                  <a:ext uri="{FF2B5EF4-FFF2-40B4-BE49-F238E27FC236}">
                    <a16:creationId xmlns:a16="http://schemas.microsoft.com/office/drawing/2014/main" id="{0CD0B68E-727B-F580-5383-0B907242DD3F}"/>
                  </a:ext>
                </a:extLst>
              </p:cNvPr>
              <p:cNvSpPr txBox="1"/>
              <p:nvPr/>
            </p:nvSpPr>
            <p:spPr>
              <a:xfrm>
                <a:off x="6944215" y="1888442"/>
                <a:ext cx="1840026" cy="528171"/>
              </a:xfrm>
              <a:prstGeom prst="rect">
                <a:avLst/>
              </a:prstGeom>
              <a:noFill/>
            </p:spPr>
            <p:txBody>
              <a:bodyPr wrap="square" rtlCol="0">
                <a:spAutoFit/>
              </a:bodyPr>
              <a:lstStyle/>
              <a:p>
                <a:pPr algn="ctr"/>
                <a:r>
                  <a:rPr lang="zh-CN" altLang="en-US" sz="2400">
                    <a:solidFill>
                      <a:srgbClr val="C00000"/>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革命制度</a:t>
                </a:r>
                <a:endParaRPr lang="zh-CN" altLang="en-US" sz="2400">
                  <a:solidFill>
                    <a:srgbClr val="C00000"/>
                  </a:solidFill>
                  <a:latin typeface="Arial"/>
                  <a:ea typeface="微软雅黑"/>
                  <a:cs typeface="阿里巴巴普惠体 2.0 55 Regular" panose="00020600040101010101" pitchFamily="18" charset="-122"/>
                  <a:sym typeface="Arial"/>
                </a:endParaRPr>
              </a:p>
            </p:txBody>
          </p:sp>
          <p:sp>
            <p:nvSpPr>
              <p:cNvPr id="37" name="文本框 36">
                <a:extLst>
                  <a:ext uri="{FF2B5EF4-FFF2-40B4-BE49-F238E27FC236}">
                    <a16:creationId xmlns:a16="http://schemas.microsoft.com/office/drawing/2014/main" id="{D42E0C95-5B8E-6375-5B83-5AB6CEE427BE}"/>
                  </a:ext>
                </a:extLst>
              </p:cNvPr>
              <p:cNvSpPr txBox="1"/>
              <p:nvPr/>
            </p:nvSpPr>
            <p:spPr>
              <a:xfrm>
                <a:off x="6777094" y="2386962"/>
                <a:ext cx="2174269" cy="1338032"/>
              </a:xfrm>
              <a:prstGeom prst="rect">
                <a:avLst/>
              </a:prstGeom>
              <a:noFill/>
            </p:spPr>
            <p:txBody>
              <a:bodyPr wrap="square" rtlCol="0">
                <a:spAutoFit/>
              </a:bodyPr>
              <a:lstStyle/>
              <a:p>
                <a:pPr algn="ctr"/>
                <a:r>
                  <a:rPr lang="zh-CN" altLang="en-US" sz="1400" spc="400">
                    <a:latin typeface="Arial"/>
                    <a:ea typeface="微软雅黑"/>
                    <a:cs typeface="阿里巴巴普惠体 2.0 55 Regular" panose="00020600040101010101" pitchFamily="18" charset="-122"/>
                    <a:sym typeface="Arial"/>
                  </a:rPr>
                  <a:t>饱经磨难而生生不息的奥妙所在。要把这种鲜明品格和独特优势传承好</a:t>
                </a:r>
              </a:p>
            </p:txBody>
          </p:sp>
        </p:grpSp>
      </p:grpSp>
    </p:spTree>
    <p:extLst>
      <p:ext uri="{BB962C8B-B14F-4D97-AF65-F5344CB8AC3E}">
        <p14:creationId xmlns:p14="http://schemas.microsoft.com/office/powerpoint/2010/main" val="78088726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53" presetClass="entr" presetSubtype="0"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 calcmode="lin" valueType="num">
                                      <p:cBhvr>
                                        <p:cTn id="12" dur="500" fill="hold"/>
                                        <p:tgtEl>
                                          <p:spTgt spid="33"/>
                                        </p:tgtEl>
                                        <p:attrNameLst>
                                          <p:attrName>ppt_w</p:attrName>
                                        </p:attrNameLst>
                                      </p:cBhvr>
                                      <p:tavLst>
                                        <p:tav tm="0">
                                          <p:val>
                                            <p:fltVal val="0"/>
                                          </p:val>
                                        </p:tav>
                                        <p:tav tm="100000">
                                          <p:val>
                                            <p:strVal val="#ppt_w"/>
                                          </p:val>
                                        </p:tav>
                                      </p:tavLst>
                                    </p:anim>
                                    <p:anim calcmode="lin" valueType="num">
                                      <p:cBhvr>
                                        <p:cTn id="13" dur="500" fill="hold"/>
                                        <p:tgtEl>
                                          <p:spTgt spid="33"/>
                                        </p:tgtEl>
                                        <p:attrNameLst>
                                          <p:attrName>ppt_h</p:attrName>
                                        </p:attrNameLst>
                                      </p:cBhvr>
                                      <p:tavLst>
                                        <p:tav tm="0">
                                          <p:val>
                                            <p:fltVal val="0"/>
                                          </p:val>
                                        </p:tav>
                                        <p:tav tm="100000">
                                          <p:val>
                                            <p:strVal val="#ppt_h"/>
                                          </p:val>
                                        </p:tav>
                                      </p:tavLst>
                                    </p:anim>
                                    <p:animEffect transition="in" filter="fade">
                                      <p:cBhvr>
                                        <p:cTn id="14" dur="500"/>
                                        <p:tgtEl>
                                          <p:spTgt spid="33"/>
                                        </p:tgtEl>
                                      </p:cBhvr>
                                    </p:animEffect>
                                  </p:childTnLst>
                                </p:cTn>
                              </p:par>
                              <p:par>
                                <p:cTn id="15" presetID="53"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ppt_w</p:attrName>
                                        </p:attrNameLst>
                                      </p:cBhvr>
                                      <p:tavLst>
                                        <p:tav tm="0">
                                          <p:val>
                                            <p:fltVal val="0"/>
                                          </p:val>
                                        </p:tav>
                                        <p:tav tm="100000">
                                          <p:val>
                                            <p:strVal val="#ppt_w"/>
                                          </p:val>
                                        </p:tav>
                                      </p:tavLst>
                                    </p:anim>
                                    <p:anim calcmode="lin" valueType="num">
                                      <p:cBhvr>
                                        <p:cTn id="18" dur="500" fill="hold"/>
                                        <p:tgtEl>
                                          <p:spTgt spid="2"/>
                                        </p:tgtEl>
                                        <p:attrNameLst>
                                          <p:attrName>ppt_h</p:attrName>
                                        </p:attrNameLst>
                                      </p:cBhvr>
                                      <p:tavLst>
                                        <p:tav tm="0">
                                          <p:val>
                                            <p:fltVal val="0"/>
                                          </p:val>
                                        </p:tav>
                                        <p:tav tm="100000">
                                          <p:val>
                                            <p:strVal val="#ppt_h"/>
                                          </p:val>
                                        </p:tav>
                                      </p:tavLst>
                                    </p:anim>
                                    <p:animEffect transition="in" filter="fade">
                                      <p:cBhvr>
                                        <p:cTn id="19" dur="500"/>
                                        <p:tgtEl>
                                          <p:spTgt spid="2"/>
                                        </p:tgtEl>
                                      </p:cBhvr>
                                    </p:animEffect>
                                  </p:childTnLst>
                                </p:cTn>
                              </p:par>
                              <p:par>
                                <p:cTn id="20" presetID="53" presetClass="entr" presetSubtype="0" fill="hold" nodeType="withEffect">
                                  <p:stCondLst>
                                    <p:cond delay="0"/>
                                  </p:stCondLst>
                                  <p:childTnLst>
                                    <p:set>
                                      <p:cBhvr>
                                        <p:cTn id="21" dur="1" fill="hold">
                                          <p:stCondLst>
                                            <p:cond delay="0"/>
                                          </p:stCondLst>
                                        </p:cTn>
                                        <p:tgtEl>
                                          <p:spTgt spid="17"/>
                                        </p:tgtEl>
                                        <p:attrNameLst>
                                          <p:attrName>style.visibility</p:attrName>
                                        </p:attrNameLst>
                                      </p:cBhvr>
                                      <p:to>
                                        <p:strVal val="visible"/>
                                      </p:to>
                                    </p:set>
                                    <p:anim calcmode="lin" valueType="num">
                                      <p:cBhvr>
                                        <p:cTn id="22" dur="500" fill="hold"/>
                                        <p:tgtEl>
                                          <p:spTgt spid="17"/>
                                        </p:tgtEl>
                                        <p:attrNameLst>
                                          <p:attrName>ppt_w</p:attrName>
                                        </p:attrNameLst>
                                      </p:cBhvr>
                                      <p:tavLst>
                                        <p:tav tm="0">
                                          <p:val>
                                            <p:fltVal val="0"/>
                                          </p:val>
                                        </p:tav>
                                        <p:tav tm="100000">
                                          <p:val>
                                            <p:strVal val="#ppt_w"/>
                                          </p:val>
                                        </p:tav>
                                      </p:tavLst>
                                    </p:anim>
                                    <p:anim calcmode="lin" valueType="num">
                                      <p:cBhvr>
                                        <p:cTn id="23" dur="500" fill="hold"/>
                                        <p:tgtEl>
                                          <p:spTgt spid="17"/>
                                        </p:tgtEl>
                                        <p:attrNameLst>
                                          <p:attrName>ppt_h</p:attrName>
                                        </p:attrNameLst>
                                      </p:cBhvr>
                                      <p:tavLst>
                                        <p:tav tm="0">
                                          <p:val>
                                            <p:fltVal val="0"/>
                                          </p:val>
                                        </p:tav>
                                        <p:tav tm="100000">
                                          <p:val>
                                            <p:strVal val="#ppt_h"/>
                                          </p:val>
                                        </p:tav>
                                      </p:tavLst>
                                    </p:anim>
                                    <p:animEffect transition="in" filter="fade">
                                      <p:cBhvr>
                                        <p:cTn id="24" dur="500"/>
                                        <p:tgtEl>
                                          <p:spTgt spid="17"/>
                                        </p:tgtEl>
                                      </p:cBhvr>
                                    </p:animEffect>
                                  </p:childTnLst>
                                </p:cTn>
                              </p:par>
                              <p:par>
                                <p:cTn id="25" presetID="53" presetClass="entr" presetSubtype="0" fill="hold" nodeType="withEffect">
                                  <p:stCondLst>
                                    <p:cond delay="0"/>
                                  </p:stCondLst>
                                  <p:childTnLst>
                                    <p:set>
                                      <p:cBhvr>
                                        <p:cTn id="26" dur="1" fill="hold">
                                          <p:stCondLst>
                                            <p:cond delay="0"/>
                                          </p:stCondLst>
                                        </p:cTn>
                                        <p:tgtEl>
                                          <p:spTgt spid="25"/>
                                        </p:tgtEl>
                                        <p:attrNameLst>
                                          <p:attrName>style.visibility</p:attrName>
                                        </p:attrNameLst>
                                      </p:cBhvr>
                                      <p:to>
                                        <p:strVal val="visible"/>
                                      </p:to>
                                    </p:set>
                                    <p:anim calcmode="lin" valueType="num">
                                      <p:cBhvr>
                                        <p:cTn id="27" dur="500" fill="hold"/>
                                        <p:tgtEl>
                                          <p:spTgt spid="25"/>
                                        </p:tgtEl>
                                        <p:attrNameLst>
                                          <p:attrName>ppt_w</p:attrName>
                                        </p:attrNameLst>
                                      </p:cBhvr>
                                      <p:tavLst>
                                        <p:tav tm="0">
                                          <p:val>
                                            <p:fltVal val="0"/>
                                          </p:val>
                                        </p:tav>
                                        <p:tav tm="100000">
                                          <p:val>
                                            <p:strVal val="#ppt_w"/>
                                          </p:val>
                                        </p:tav>
                                      </p:tavLst>
                                    </p:anim>
                                    <p:anim calcmode="lin" valueType="num">
                                      <p:cBhvr>
                                        <p:cTn id="28" dur="500" fill="hold"/>
                                        <p:tgtEl>
                                          <p:spTgt spid="25"/>
                                        </p:tgtEl>
                                        <p:attrNameLst>
                                          <p:attrName>ppt_h</p:attrName>
                                        </p:attrNameLst>
                                      </p:cBhvr>
                                      <p:tavLst>
                                        <p:tav tm="0">
                                          <p:val>
                                            <p:fltVal val="0"/>
                                          </p:val>
                                        </p:tav>
                                        <p:tav tm="100000">
                                          <p:val>
                                            <p:strVal val="#ppt_h"/>
                                          </p:val>
                                        </p:tav>
                                      </p:tavLst>
                                    </p:anim>
                                    <p:animEffect transition="in" filter="fade">
                                      <p:cBhvr>
                                        <p:cTn id="29"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a:extLst>
              <a:ext uri="{FF2B5EF4-FFF2-40B4-BE49-F238E27FC236}">
                <a16:creationId xmlns:a16="http://schemas.microsoft.com/office/drawing/2014/main" id="{AE5378B2-AB55-DACB-B6C0-A50EC5D42914}"/>
              </a:ext>
            </a:extLst>
          </p:cNvPr>
          <p:cNvGrpSpPr/>
          <p:nvPr/>
        </p:nvGrpSpPr>
        <p:grpSpPr>
          <a:xfrm>
            <a:off x="598056" y="509654"/>
            <a:ext cx="5569955" cy="707747"/>
            <a:chOff x="598056" y="509653"/>
            <a:chExt cx="5569954" cy="707747"/>
          </a:xfrm>
        </p:grpSpPr>
        <p:grpSp>
          <p:nvGrpSpPr>
            <p:cNvPr id="8" name="组合 7">
              <a:extLst>
                <a:ext uri="{FF2B5EF4-FFF2-40B4-BE49-F238E27FC236}">
                  <a16:creationId xmlns:a16="http://schemas.microsoft.com/office/drawing/2014/main" id="{79894796-7F25-E876-7D0C-A7B8B83ABF33}"/>
                </a:ext>
              </a:extLst>
            </p:cNvPr>
            <p:cNvGrpSpPr/>
            <p:nvPr/>
          </p:nvGrpSpPr>
          <p:grpSpPr>
            <a:xfrm>
              <a:off x="1343999" y="509653"/>
              <a:ext cx="4824011" cy="707747"/>
              <a:chOff x="1731561" y="2531528"/>
              <a:chExt cx="4824011" cy="707747"/>
            </a:xfrm>
          </p:grpSpPr>
          <p:sp>
            <p:nvSpPr>
              <p:cNvPr id="9" name="文本框 8">
                <a:extLst>
                  <a:ext uri="{FF2B5EF4-FFF2-40B4-BE49-F238E27FC236}">
                    <a16:creationId xmlns:a16="http://schemas.microsoft.com/office/drawing/2014/main" id="{02CDBF9F-D65B-B284-E14F-68DB679F7D5E}"/>
                  </a:ext>
                </a:extLst>
              </p:cNvPr>
              <p:cNvSpPr txBox="1"/>
              <p:nvPr/>
            </p:nvSpPr>
            <p:spPr>
              <a:xfrm>
                <a:off x="1731561" y="2531528"/>
                <a:ext cx="4679992" cy="584775"/>
              </a:xfrm>
              <a:prstGeom prst="rect">
                <a:avLst/>
              </a:prstGeom>
              <a:noFill/>
            </p:spPr>
            <p:txBody>
              <a:bodyPr wrap="square" rtlCol="0">
                <a:spAutoFit/>
              </a:bodyPr>
              <a:lstStyle>
                <a:defPPr>
                  <a:defRPr lang="zh-CN"/>
                </a:defPPr>
                <a:lvl1pPr algn="dist">
                  <a:defRPr sz="3200" b="1">
                    <a:solidFill>
                      <a:srgbClr val="C00000"/>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defRPr>
                </a:lvl1pPr>
              </a:lstStyle>
              <a:p>
                <a:r>
                  <a:rPr lang="zh-CN" altLang="en-US">
                    <a:sym typeface="Arial"/>
                  </a:rPr>
                  <a:t>完善党的自我革命制度</a:t>
                </a:r>
              </a:p>
            </p:txBody>
          </p:sp>
          <p:sp>
            <p:nvSpPr>
              <p:cNvPr id="10" name="文本框 9">
                <a:extLst>
                  <a:ext uri="{FF2B5EF4-FFF2-40B4-BE49-F238E27FC236}">
                    <a16:creationId xmlns:a16="http://schemas.microsoft.com/office/drawing/2014/main" id="{0630033E-5E8E-911D-B203-54C87B2E22A2}"/>
                  </a:ext>
                </a:extLst>
              </p:cNvPr>
              <p:cNvSpPr txBox="1"/>
              <p:nvPr/>
            </p:nvSpPr>
            <p:spPr>
              <a:xfrm>
                <a:off x="1779186" y="3008443"/>
                <a:ext cx="4776386" cy="230832"/>
              </a:xfrm>
              <a:prstGeom prst="rect">
                <a:avLst/>
              </a:prstGeom>
              <a:noFill/>
            </p:spPr>
            <p:txBody>
              <a:bodyPr wrap="square" rtlCol="0">
                <a:spAutoFit/>
              </a:bodyPr>
              <a:lstStyle/>
              <a:p>
                <a:pPr algn="dist"/>
                <a:r>
                  <a:rPr lang="en-US" altLang="zh-CN" sz="900">
                    <a:solidFill>
                      <a:srgbClr val="C00000"/>
                    </a:solidFill>
                    <a:latin typeface="Arial"/>
                    <a:ea typeface="微软雅黑"/>
                    <a:cs typeface="阿里巴巴普惠体 2.0 75 SemiBold" panose="00020600040101010101" pitchFamily="18" charset="-122"/>
                    <a:sym typeface="Arial"/>
                  </a:rPr>
                  <a:t>THE ORIGIN OF THE FOUNDING PARTY FESTIVAL</a:t>
                </a:r>
                <a:endParaRPr lang="zh-CN" altLang="en-US" sz="900">
                  <a:solidFill>
                    <a:srgbClr val="C00000"/>
                  </a:solidFill>
                  <a:latin typeface="Arial"/>
                  <a:ea typeface="微软雅黑"/>
                  <a:cs typeface="阿里巴巴普惠体 2.0 75 SemiBold" panose="00020600040101010101" pitchFamily="18" charset="-122"/>
                  <a:sym typeface="Arial"/>
                </a:endParaRPr>
              </a:p>
            </p:txBody>
          </p:sp>
        </p:grpSp>
        <p:grpSp>
          <p:nvGrpSpPr>
            <p:cNvPr id="12" name="组合 11">
              <a:extLst>
                <a:ext uri="{FF2B5EF4-FFF2-40B4-BE49-F238E27FC236}">
                  <a16:creationId xmlns:a16="http://schemas.microsoft.com/office/drawing/2014/main" id="{A244243B-1891-C7F1-3F16-976D00275E3F}"/>
                </a:ext>
              </a:extLst>
            </p:cNvPr>
            <p:cNvGrpSpPr/>
            <p:nvPr/>
          </p:nvGrpSpPr>
          <p:grpSpPr>
            <a:xfrm>
              <a:off x="598056" y="518699"/>
              <a:ext cx="731636" cy="689655"/>
              <a:chOff x="598056" y="533585"/>
              <a:chExt cx="731636" cy="689655"/>
            </a:xfrm>
          </p:grpSpPr>
          <p:sp>
            <p:nvSpPr>
              <p:cNvPr id="6" name="椭圆 5">
                <a:extLst>
                  <a:ext uri="{FF2B5EF4-FFF2-40B4-BE49-F238E27FC236}">
                    <a16:creationId xmlns:a16="http://schemas.microsoft.com/office/drawing/2014/main" id="{5B1126D8-56F8-7771-EC8F-13EBD897F50C}"/>
                  </a:ext>
                </a:extLst>
              </p:cNvPr>
              <p:cNvSpPr/>
              <p:nvPr/>
            </p:nvSpPr>
            <p:spPr>
              <a:xfrm>
                <a:off x="619047" y="533585"/>
                <a:ext cx="689655" cy="68965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11" name="文本框 10">
                <a:extLst>
                  <a:ext uri="{FF2B5EF4-FFF2-40B4-BE49-F238E27FC236}">
                    <a16:creationId xmlns:a16="http://schemas.microsoft.com/office/drawing/2014/main" id="{6475268E-D9A1-2141-25F2-2EC168C02C39}"/>
                  </a:ext>
                </a:extLst>
              </p:cNvPr>
              <p:cNvSpPr txBox="1"/>
              <p:nvPr/>
            </p:nvSpPr>
            <p:spPr>
              <a:xfrm>
                <a:off x="598056" y="586025"/>
                <a:ext cx="731636" cy="584775"/>
              </a:xfrm>
              <a:prstGeom prst="rect">
                <a:avLst/>
              </a:prstGeom>
              <a:noFill/>
            </p:spPr>
            <p:txBody>
              <a:bodyPr wrap="square" rtlCol="0">
                <a:spAutoFit/>
              </a:bodyPr>
              <a:lstStyle/>
              <a:p>
                <a:pPr algn="ctr"/>
                <a:r>
                  <a:rPr lang="en-US" altLang="zh-CN" sz="3200">
                    <a:solidFill>
                      <a:srgbClr val="FFE9A8"/>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01</a:t>
                </a:r>
                <a:endParaRPr lang="zh-CN" altLang="en-US" sz="3200">
                  <a:solidFill>
                    <a:srgbClr val="FFE9A8"/>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endParaRPr>
              </a:p>
            </p:txBody>
          </p:sp>
        </p:grpSp>
      </p:grpSp>
      <p:pic>
        <p:nvPicPr>
          <p:cNvPr id="2" name="图片 1">
            <a:extLst>
              <a:ext uri="{FF2B5EF4-FFF2-40B4-BE49-F238E27FC236}">
                <a16:creationId xmlns:a16="http://schemas.microsoft.com/office/drawing/2014/main" id="{2AE1CA4E-10C5-0707-E2B1-E7B5E998732D}"/>
              </a:ext>
            </a:extLst>
          </p:cNvPr>
          <p:cNvPicPr>
            <a:picLocks noChangeAspect="1"/>
          </p:cNvPicPr>
          <p:nvPr/>
        </p:nvPicPr>
        <p:blipFill>
          <a:blip r:embed="R8aa5e9d552d04400">
            <a:extLst>
              <a:ext uri="{28A0092B-C50C-407E-A947-70E740481C1C}">
                <a14:useLocalDpi xmlns:a14="http://schemas.microsoft.com/office/drawing/2010/main"/>
              </a:ext>
            </a:extLst>
          </a:blip>
          <a:stretch>
            <a:fillRect/>
          </a:stretch>
        </p:blipFill>
        <p:spPr>
          <a:xfrm>
            <a:off x="526697" y="2154717"/>
            <a:ext cx="4920347" cy="3280231"/>
          </a:xfrm>
          <a:prstGeom prst="rect">
            <a:avLst/>
          </a:prstGeom>
          <a:effectLst>
            <a:outerShdw blurRad="63500" sx="101000" sy="101000" algn="ctr" rotWithShape="0">
              <a:prstClr val="black">
                <a:alpha val="40000"/>
              </a:prstClr>
            </a:outerShdw>
          </a:effectLst>
        </p:spPr>
      </p:pic>
      <p:grpSp>
        <p:nvGrpSpPr>
          <p:cNvPr id="3" name="组合 2">
            <a:extLst>
              <a:ext uri="{FF2B5EF4-FFF2-40B4-BE49-F238E27FC236}">
                <a16:creationId xmlns:a16="http://schemas.microsoft.com/office/drawing/2014/main" id="{9EF46230-BE97-2DF2-3C58-260FDFAEBD68}"/>
              </a:ext>
            </a:extLst>
          </p:cNvPr>
          <p:cNvGrpSpPr/>
          <p:nvPr/>
        </p:nvGrpSpPr>
        <p:grpSpPr>
          <a:xfrm>
            <a:off x="5879977" y="1694315"/>
            <a:ext cx="5935316" cy="983622"/>
            <a:chOff x="6130060" y="1859137"/>
            <a:chExt cx="5112408" cy="983622"/>
          </a:xfrm>
        </p:grpSpPr>
        <p:sp>
          <p:nvSpPr>
            <p:cNvPr id="4" name="文本框 3">
              <a:extLst>
                <a:ext uri="{FF2B5EF4-FFF2-40B4-BE49-F238E27FC236}">
                  <a16:creationId xmlns:a16="http://schemas.microsoft.com/office/drawing/2014/main" id="{0F37C506-DD46-136F-7927-9668F88DBD52}"/>
                </a:ext>
              </a:extLst>
            </p:cNvPr>
            <p:cNvSpPr txBox="1"/>
            <p:nvPr/>
          </p:nvSpPr>
          <p:spPr>
            <a:xfrm>
              <a:off x="6130060" y="1859137"/>
              <a:ext cx="1611086" cy="461665"/>
            </a:xfrm>
            <a:prstGeom prst="rect">
              <a:avLst/>
            </a:prstGeom>
            <a:noFill/>
          </p:spPr>
          <p:txBody>
            <a:bodyPr wrap="square" rtlCol="0">
              <a:spAutoFit/>
            </a:bodyPr>
            <a:lstStyle/>
            <a:p>
              <a:r>
                <a:rPr lang="zh-CN" altLang="en-US" sz="2400">
                  <a:solidFill>
                    <a:srgbClr val="C00000"/>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革命制度</a:t>
              </a:r>
              <a:endParaRPr lang="zh-CN" altLang="en-US" sz="2400">
                <a:solidFill>
                  <a:srgbClr val="C00000"/>
                </a:solidFill>
                <a:latin typeface="Arial"/>
                <a:ea typeface="微软雅黑"/>
                <a:cs typeface="阿里巴巴普惠体 2.0 55 Regular" panose="00020600040101010101" pitchFamily="18" charset="-122"/>
                <a:sym typeface="Arial"/>
              </a:endParaRPr>
            </a:p>
          </p:txBody>
        </p:sp>
        <p:sp>
          <p:nvSpPr>
            <p:cNvPr id="5" name="文本框 4">
              <a:extLst>
                <a:ext uri="{FF2B5EF4-FFF2-40B4-BE49-F238E27FC236}">
                  <a16:creationId xmlns:a16="http://schemas.microsoft.com/office/drawing/2014/main" id="{49B38796-BBBC-010E-A195-5434AAD6044F}"/>
                </a:ext>
              </a:extLst>
            </p:cNvPr>
            <p:cNvSpPr txBox="1"/>
            <p:nvPr/>
          </p:nvSpPr>
          <p:spPr>
            <a:xfrm>
              <a:off x="6154123" y="2319539"/>
              <a:ext cx="5088345" cy="523220"/>
            </a:xfrm>
            <a:prstGeom prst="rect">
              <a:avLst/>
            </a:prstGeom>
            <a:noFill/>
          </p:spPr>
          <p:txBody>
            <a:bodyPr wrap="square" rtlCol="0">
              <a:spAutoFit/>
            </a:bodyPr>
            <a:lstStyle/>
            <a:p>
              <a:r>
                <a:rPr lang="zh-CN" altLang="en-US" sz="1400" spc="400">
                  <a:latin typeface="Arial"/>
                  <a:ea typeface="微软雅黑"/>
                  <a:cs typeface="阿里巴巴普惠体 2.0 55 Regular" panose="00020600040101010101" pitchFamily="18" charset="-122"/>
                  <a:sym typeface="Arial"/>
                </a:rPr>
                <a:t>保持好、发展好，离不开制度的作用。党的十八大以来，以总书记为核心的党中央继承和发展马克思主义建党学说</a:t>
              </a:r>
            </a:p>
          </p:txBody>
        </p:sp>
      </p:grpSp>
      <p:grpSp>
        <p:nvGrpSpPr>
          <p:cNvPr id="7" name="组合 6">
            <a:extLst>
              <a:ext uri="{FF2B5EF4-FFF2-40B4-BE49-F238E27FC236}">
                <a16:creationId xmlns:a16="http://schemas.microsoft.com/office/drawing/2014/main" id="{85AA58BA-B912-9811-B6F9-73A19DAE1B61}"/>
              </a:ext>
            </a:extLst>
          </p:cNvPr>
          <p:cNvGrpSpPr/>
          <p:nvPr/>
        </p:nvGrpSpPr>
        <p:grpSpPr>
          <a:xfrm>
            <a:off x="5879977" y="3233117"/>
            <a:ext cx="5706571" cy="983622"/>
            <a:chOff x="6130060" y="1859137"/>
            <a:chExt cx="4915378" cy="983622"/>
          </a:xfrm>
        </p:grpSpPr>
        <p:sp>
          <p:nvSpPr>
            <p:cNvPr id="14" name="文本框 13">
              <a:extLst>
                <a:ext uri="{FF2B5EF4-FFF2-40B4-BE49-F238E27FC236}">
                  <a16:creationId xmlns:a16="http://schemas.microsoft.com/office/drawing/2014/main" id="{895B529E-0ADD-B490-2627-822EB6395D8F}"/>
                </a:ext>
              </a:extLst>
            </p:cNvPr>
            <p:cNvSpPr txBox="1"/>
            <p:nvPr/>
          </p:nvSpPr>
          <p:spPr>
            <a:xfrm>
              <a:off x="6130060" y="1859137"/>
              <a:ext cx="1611086" cy="461665"/>
            </a:xfrm>
            <a:prstGeom prst="rect">
              <a:avLst/>
            </a:prstGeom>
            <a:noFill/>
          </p:spPr>
          <p:txBody>
            <a:bodyPr wrap="square" rtlCol="0">
              <a:spAutoFit/>
            </a:bodyPr>
            <a:lstStyle/>
            <a:p>
              <a:r>
                <a:rPr lang="zh-CN" altLang="en-US" sz="2400">
                  <a:solidFill>
                    <a:srgbClr val="C00000"/>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革命制度</a:t>
              </a:r>
              <a:endParaRPr lang="zh-CN" altLang="en-US" sz="2400">
                <a:solidFill>
                  <a:srgbClr val="C00000"/>
                </a:solidFill>
                <a:latin typeface="Arial"/>
                <a:ea typeface="微软雅黑"/>
                <a:cs typeface="阿里巴巴普惠体 2.0 55 Regular" panose="00020600040101010101" pitchFamily="18" charset="-122"/>
                <a:sym typeface="Arial"/>
              </a:endParaRPr>
            </a:p>
          </p:txBody>
        </p:sp>
        <p:sp>
          <p:nvSpPr>
            <p:cNvPr id="15" name="文本框 14">
              <a:extLst>
                <a:ext uri="{FF2B5EF4-FFF2-40B4-BE49-F238E27FC236}">
                  <a16:creationId xmlns:a16="http://schemas.microsoft.com/office/drawing/2014/main" id="{2838E2E8-B924-F028-FBF3-AB12EF6F8B17}"/>
                </a:ext>
              </a:extLst>
            </p:cNvPr>
            <p:cNvSpPr txBox="1"/>
            <p:nvPr/>
          </p:nvSpPr>
          <p:spPr>
            <a:xfrm>
              <a:off x="6154124" y="2319539"/>
              <a:ext cx="4891314" cy="523220"/>
            </a:xfrm>
            <a:prstGeom prst="rect">
              <a:avLst/>
            </a:prstGeom>
            <a:noFill/>
          </p:spPr>
          <p:txBody>
            <a:bodyPr wrap="square" rtlCol="0">
              <a:spAutoFit/>
            </a:bodyPr>
            <a:lstStyle/>
            <a:p>
              <a:r>
                <a:rPr lang="zh-CN" altLang="en-US" sz="1400" spc="400">
                  <a:latin typeface="Arial"/>
                  <a:ea typeface="微软雅黑"/>
                  <a:cs typeface="阿里巴巴普惠体 2.0 55 Regular" panose="00020600040101010101" pitchFamily="18" charset="-122"/>
                  <a:sym typeface="Arial"/>
                </a:rPr>
                <a:t>总结运用党的百年奋斗历史经验，深入推进管党治党实践创新、理论创新、制度创新</a:t>
              </a:r>
            </a:p>
          </p:txBody>
        </p:sp>
      </p:grpSp>
      <p:grpSp>
        <p:nvGrpSpPr>
          <p:cNvPr id="16" name="组合 15">
            <a:extLst>
              <a:ext uri="{FF2B5EF4-FFF2-40B4-BE49-F238E27FC236}">
                <a16:creationId xmlns:a16="http://schemas.microsoft.com/office/drawing/2014/main" id="{AE8A3361-4096-BA2B-FCF9-BA3558AB858B}"/>
              </a:ext>
            </a:extLst>
          </p:cNvPr>
          <p:cNvGrpSpPr/>
          <p:nvPr/>
        </p:nvGrpSpPr>
        <p:grpSpPr>
          <a:xfrm>
            <a:off x="5879977" y="4771920"/>
            <a:ext cx="5706571" cy="983622"/>
            <a:chOff x="6130060" y="1859137"/>
            <a:chExt cx="4915378" cy="983622"/>
          </a:xfrm>
        </p:grpSpPr>
        <p:sp>
          <p:nvSpPr>
            <p:cNvPr id="17" name="文本框 16">
              <a:extLst>
                <a:ext uri="{FF2B5EF4-FFF2-40B4-BE49-F238E27FC236}">
                  <a16:creationId xmlns:a16="http://schemas.microsoft.com/office/drawing/2014/main" id="{2E476A93-2986-43FD-8C64-203C50ED95B6}"/>
                </a:ext>
              </a:extLst>
            </p:cNvPr>
            <p:cNvSpPr txBox="1"/>
            <p:nvPr/>
          </p:nvSpPr>
          <p:spPr>
            <a:xfrm>
              <a:off x="6130060" y="1859137"/>
              <a:ext cx="1611086" cy="461665"/>
            </a:xfrm>
            <a:prstGeom prst="rect">
              <a:avLst/>
            </a:prstGeom>
            <a:noFill/>
          </p:spPr>
          <p:txBody>
            <a:bodyPr wrap="square" rtlCol="0">
              <a:spAutoFit/>
            </a:bodyPr>
            <a:lstStyle/>
            <a:p>
              <a:r>
                <a:rPr lang="zh-CN" altLang="en-US" sz="2400">
                  <a:solidFill>
                    <a:srgbClr val="C00000"/>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革命制度</a:t>
              </a:r>
              <a:endParaRPr lang="zh-CN" altLang="en-US" sz="2400">
                <a:solidFill>
                  <a:srgbClr val="C00000"/>
                </a:solidFill>
                <a:latin typeface="Arial"/>
                <a:ea typeface="微软雅黑"/>
                <a:cs typeface="阿里巴巴普惠体 2.0 55 Regular" panose="00020600040101010101" pitchFamily="18" charset="-122"/>
                <a:sym typeface="Arial"/>
              </a:endParaRPr>
            </a:p>
          </p:txBody>
        </p:sp>
        <p:sp>
          <p:nvSpPr>
            <p:cNvPr id="18" name="文本框 17">
              <a:extLst>
                <a:ext uri="{FF2B5EF4-FFF2-40B4-BE49-F238E27FC236}">
                  <a16:creationId xmlns:a16="http://schemas.microsoft.com/office/drawing/2014/main" id="{6983569B-C309-0211-13B1-699D5ACBAC10}"/>
                </a:ext>
              </a:extLst>
            </p:cNvPr>
            <p:cNvSpPr txBox="1"/>
            <p:nvPr/>
          </p:nvSpPr>
          <p:spPr>
            <a:xfrm>
              <a:off x="6154124" y="2319539"/>
              <a:ext cx="4891314" cy="523220"/>
            </a:xfrm>
            <a:prstGeom prst="rect">
              <a:avLst/>
            </a:prstGeom>
            <a:noFill/>
          </p:spPr>
          <p:txBody>
            <a:bodyPr wrap="square" rtlCol="0">
              <a:spAutoFit/>
            </a:bodyPr>
            <a:lstStyle/>
            <a:p>
              <a:r>
                <a:rPr lang="zh-CN" altLang="en-US" sz="1400" spc="400">
                  <a:latin typeface="Arial"/>
                  <a:ea typeface="微软雅黑"/>
                  <a:cs typeface="阿里巴巴普惠体 2.0 55 Regular" panose="00020600040101010101" pitchFamily="18" charset="-122"/>
                  <a:sym typeface="Arial"/>
                </a:rPr>
                <a:t>将加强党的建设行之有效的做法经验及时上升为制度，构建起一整套党的自我革命制度规范体系</a:t>
              </a:r>
            </a:p>
          </p:txBody>
        </p:sp>
      </p:grpSp>
    </p:spTree>
    <p:extLst>
      <p:ext uri="{BB962C8B-B14F-4D97-AF65-F5344CB8AC3E}">
        <p14:creationId xmlns:p14="http://schemas.microsoft.com/office/powerpoint/2010/main" val="201409705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53"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childTnLst>
                          </p:cTn>
                        </p:par>
                      </p:childTnLst>
                    </p:cTn>
                  </p:par>
                  <p:par>
                    <p:cTn id="15" fill="hold" nodeType="clickPar">
                      <p:stCondLst>
                        <p:cond delay="indefinite"/>
                      </p:stCondLst>
                      <p:childTnLst>
                        <p:par>
                          <p:cTn id="16" fill="hold" nodeType="afterGroup">
                            <p:stCondLst>
                              <p:cond delay="0"/>
                            </p:stCondLst>
                            <p:childTnLst>
                              <p:par>
                                <p:cTn id="17" presetID="2" presetClass="entr" presetSubtype="2"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1+#ppt_w/2"/>
                                          </p:val>
                                        </p:tav>
                                        <p:tav tm="100000">
                                          <p:val>
                                            <p:strVal val="#ppt_x"/>
                                          </p:val>
                                        </p:tav>
                                      </p:tavLst>
                                    </p:anim>
                                    <p:anim calcmode="lin" valueType="num">
                                      <p:cBhvr additive="base">
                                        <p:cTn id="20" dur="500" fill="hold"/>
                                        <p:tgtEl>
                                          <p:spTgt spid="3"/>
                                        </p:tgtEl>
                                        <p:attrNameLst>
                                          <p:attrName>ppt_y</p:attrName>
                                        </p:attrNameLst>
                                      </p:cBhvr>
                                      <p:tavLst>
                                        <p:tav tm="0">
                                          <p:val>
                                            <p:strVal val="#ppt_y"/>
                                          </p:val>
                                        </p:tav>
                                        <p:tav tm="100000">
                                          <p:val>
                                            <p:strVal val="#ppt_y"/>
                                          </p:val>
                                        </p:tav>
                                      </p:tavLst>
                                    </p:anim>
                                  </p:childTnLst>
                                </p:cTn>
                              </p:par>
                              <p:par>
                                <p:cTn id="21" presetID="2" presetClass="entr" presetSubtype="2"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750" fill="hold"/>
                                        <p:tgtEl>
                                          <p:spTgt spid="7"/>
                                        </p:tgtEl>
                                        <p:attrNameLst>
                                          <p:attrName>ppt_x</p:attrName>
                                        </p:attrNameLst>
                                      </p:cBhvr>
                                      <p:tavLst>
                                        <p:tav tm="0">
                                          <p:val>
                                            <p:strVal val="1+#ppt_w/2"/>
                                          </p:val>
                                        </p:tav>
                                        <p:tav tm="100000">
                                          <p:val>
                                            <p:strVal val="#ppt_x"/>
                                          </p:val>
                                        </p:tav>
                                      </p:tavLst>
                                    </p:anim>
                                    <p:anim calcmode="lin" valueType="num">
                                      <p:cBhvr additive="base">
                                        <p:cTn id="24" dur="750" fill="hold"/>
                                        <p:tgtEl>
                                          <p:spTgt spid="7"/>
                                        </p:tgtEl>
                                        <p:attrNameLst>
                                          <p:attrName>ppt_y</p:attrName>
                                        </p:attrNameLst>
                                      </p:cBhvr>
                                      <p:tavLst>
                                        <p:tav tm="0">
                                          <p:val>
                                            <p:strVal val="#ppt_y"/>
                                          </p:val>
                                        </p:tav>
                                        <p:tav tm="100000">
                                          <p:val>
                                            <p:strVal val="#ppt_y"/>
                                          </p:val>
                                        </p:tav>
                                      </p:tavLst>
                                    </p:anim>
                                  </p:childTnLst>
                                </p:cTn>
                              </p:par>
                              <p:par>
                                <p:cTn id="25" presetID="2" presetClass="entr" presetSubtype="2"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1000" fill="hold"/>
                                        <p:tgtEl>
                                          <p:spTgt spid="16"/>
                                        </p:tgtEl>
                                        <p:attrNameLst>
                                          <p:attrName>ppt_x</p:attrName>
                                        </p:attrNameLst>
                                      </p:cBhvr>
                                      <p:tavLst>
                                        <p:tav tm="0">
                                          <p:val>
                                            <p:strVal val="1+#ppt_w/2"/>
                                          </p:val>
                                        </p:tav>
                                        <p:tav tm="100000">
                                          <p:val>
                                            <p:strVal val="#ppt_x"/>
                                          </p:val>
                                        </p:tav>
                                      </p:tavLst>
                                    </p:anim>
                                    <p:anim calcmode="lin" valueType="num">
                                      <p:cBhvr additive="base">
                                        <p:cTn id="28" dur="10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a:extLst>
              <a:ext uri="{FF2B5EF4-FFF2-40B4-BE49-F238E27FC236}">
                <a16:creationId xmlns:a16="http://schemas.microsoft.com/office/drawing/2014/main" id="{AE5378B2-AB55-DACB-B6C0-A50EC5D42914}"/>
              </a:ext>
            </a:extLst>
          </p:cNvPr>
          <p:cNvGrpSpPr/>
          <p:nvPr/>
        </p:nvGrpSpPr>
        <p:grpSpPr>
          <a:xfrm>
            <a:off x="598056" y="509654"/>
            <a:ext cx="5569955" cy="707747"/>
            <a:chOff x="598056" y="509653"/>
            <a:chExt cx="5569954" cy="707747"/>
          </a:xfrm>
        </p:grpSpPr>
        <p:grpSp>
          <p:nvGrpSpPr>
            <p:cNvPr id="8" name="组合 7">
              <a:extLst>
                <a:ext uri="{FF2B5EF4-FFF2-40B4-BE49-F238E27FC236}">
                  <a16:creationId xmlns:a16="http://schemas.microsoft.com/office/drawing/2014/main" id="{79894796-7F25-E876-7D0C-A7B8B83ABF33}"/>
                </a:ext>
              </a:extLst>
            </p:cNvPr>
            <p:cNvGrpSpPr/>
            <p:nvPr/>
          </p:nvGrpSpPr>
          <p:grpSpPr>
            <a:xfrm>
              <a:off x="1343999" y="509653"/>
              <a:ext cx="4824011" cy="707747"/>
              <a:chOff x="1731561" y="2531528"/>
              <a:chExt cx="4824011" cy="707747"/>
            </a:xfrm>
          </p:grpSpPr>
          <p:sp>
            <p:nvSpPr>
              <p:cNvPr id="9" name="文本框 8">
                <a:extLst>
                  <a:ext uri="{FF2B5EF4-FFF2-40B4-BE49-F238E27FC236}">
                    <a16:creationId xmlns:a16="http://schemas.microsoft.com/office/drawing/2014/main" id="{02CDBF9F-D65B-B284-E14F-68DB679F7D5E}"/>
                  </a:ext>
                </a:extLst>
              </p:cNvPr>
              <p:cNvSpPr txBox="1"/>
              <p:nvPr/>
            </p:nvSpPr>
            <p:spPr>
              <a:xfrm>
                <a:off x="1731561" y="2531528"/>
                <a:ext cx="4679992" cy="584775"/>
              </a:xfrm>
              <a:prstGeom prst="rect">
                <a:avLst/>
              </a:prstGeom>
              <a:noFill/>
            </p:spPr>
            <p:txBody>
              <a:bodyPr wrap="square" rtlCol="0">
                <a:spAutoFit/>
              </a:bodyPr>
              <a:lstStyle>
                <a:defPPr>
                  <a:defRPr lang="zh-CN"/>
                </a:defPPr>
                <a:lvl1pPr algn="dist">
                  <a:defRPr sz="3200" b="1">
                    <a:solidFill>
                      <a:srgbClr val="C00000"/>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defRPr>
                </a:lvl1pPr>
              </a:lstStyle>
              <a:p>
                <a:r>
                  <a:rPr lang="zh-CN" altLang="en-US">
                    <a:sym typeface="Arial"/>
                  </a:rPr>
                  <a:t>完善党的自我革命制度</a:t>
                </a:r>
              </a:p>
            </p:txBody>
          </p:sp>
          <p:sp>
            <p:nvSpPr>
              <p:cNvPr id="10" name="文本框 9">
                <a:extLst>
                  <a:ext uri="{FF2B5EF4-FFF2-40B4-BE49-F238E27FC236}">
                    <a16:creationId xmlns:a16="http://schemas.microsoft.com/office/drawing/2014/main" id="{0630033E-5E8E-911D-B203-54C87B2E22A2}"/>
                  </a:ext>
                </a:extLst>
              </p:cNvPr>
              <p:cNvSpPr txBox="1"/>
              <p:nvPr/>
            </p:nvSpPr>
            <p:spPr>
              <a:xfrm>
                <a:off x="1779186" y="3008443"/>
                <a:ext cx="4776386" cy="230832"/>
              </a:xfrm>
              <a:prstGeom prst="rect">
                <a:avLst/>
              </a:prstGeom>
              <a:noFill/>
            </p:spPr>
            <p:txBody>
              <a:bodyPr wrap="square" rtlCol="0">
                <a:spAutoFit/>
              </a:bodyPr>
              <a:lstStyle/>
              <a:p>
                <a:pPr algn="dist"/>
                <a:r>
                  <a:rPr lang="en-US" altLang="zh-CN" sz="900">
                    <a:solidFill>
                      <a:srgbClr val="C00000"/>
                    </a:solidFill>
                    <a:latin typeface="Arial"/>
                    <a:ea typeface="微软雅黑"/>
                    <a:cs typeface="阿里巴巴普惠体 2.0 75 SemiBold" panose="00020600040101010101" pitchFamily="18" charset="-122"/>
                    <a:sym typeface="Arial"/>
                  </a:rPr>
                  <a:t>THE ORIGIN OF THE FOUNDING PARTY FESTIVAL</a:t>
                </a:r>
                <a:endParaRPr lang="zh-CN" altLang="en-US" sz="900">
                  <a:solidFill>
                    <a:srgbClr val="C00000"/>
                  </a:solidFill>
                  <a:latin typeface="Arial"/>
                  <a:ea typeface="微软雅黑"/>
                  <a:cs typeface="阿里巴巴普惠体 2.0 75 SemiBold" panose="00020600040101010101" pitchFamily="18" charset="-122"/>
                  <a:sym typeface="Arial"/>
                </a:endParaRPr>
              </a:p>
            </p:txBody>
          </p:sp>
        </p:grpSp>
        <p:grpSp>
          <p:nvGrpSpPr>
            <p:cNvPr id="12" name="组合 11">
              <a:extLst>
                <a:ext uri="{FF2B5EF4-FFF2-40B4-BE49-F238E27FC236}">
                  <a16:creationId xmlns:a16="http://schemas.microsoft.com/office/drawing/2014/main" id="{A244243B-1891-C7F1-3F16-976D00275E3F}"/>
                </a:ext>
              </a:extLst>
            </p:cNvPr>
            <p:cNvGrpSpPr/>
            <p:nvPr/>
          </p:nvGrpSpPr>
          <p:grpSpPr>
            <a:xfrm>
              <a:off x="598056" y="518699"/>
              <a:ext cx="731636" cy="689655"/>
              <a:chOff x="598056" y="533585"/>
              <a:chExt cx="731636" cy="689655"/>
            </a:xfrm>
          </p:grpSpPr>
          <p:sp>
            <p:nvSpPr>
              <p:cNvPr id="6" name="椭圆 5">
                <a:extLst>
                  <a:ext uri="{FF2B5EF4-FFF2-40B4-BE49-F238E27FC236}">
                    <a16:creationId xmlns:a16="http://schemas.microsoft.com/office/drawing/2014/main" id="{5B1126D8-56F8-7771-EC8F-13EBD897F50C}"/>
                  </a:ext>
                </a:extLst>
              </p:cNvPr>
              <p:cNvSpPr/>
              <p:nvPr/>
            </p:nvSpPr>
            <p:spPr>
              <a:xfrm>
                <a:off x="619047" y="533585"/>
                <a:ext cx="689655" cy="68965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11" name="文本框 10">
                <a:extLst>
                  <a:ext uri="{FF2B5EF4-FFF2-40B4-BE49-F238E27FC236}">
                    <a16:creationId xmlns:a16="http://schemas.microsoft.com/office/drawing/2014/main" id="{6475268E-D9A1-2141-25F2-2EC168C02C39}"/>
                  </a:ext>
                </a:extLst>
              </p:cNvPr>
              <p:cNvSpPr txBox="1"/>
              <p:nvPr/>
            </p:nvSpPr>
            <p:spPr>
              <a:xfrm>
                <a:off x="598056" y="586025"/>
                <a:ext cx="731636" cy="584775"/>
              </a:xfrm>
              <a:prstGeom prst="rect">
                <a:avLst/>
              </a:prstGeom>
              <a:noFill/>
            </p:spPr>
            <p:txBody>
              <a:bodyPr wrap="square" rtlCol="0">
                <a:spAutoFit/>
              </a:bodyPr>
              <a:lstStyle/>
              <a:p>
                <a:pPr algn="ctr"/>
                <a:r>
                  <a:rPr lang="en-US" altLang="zh-CN" sz="3200">
                    <a:solidFill>
                      <a:srgbClr val="FFE9A8"/>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01</a:t>
                </a:r>
                <a:endParaRPr lang="zh-CN" altLang="en-US" sz="3200">
                  <a:solidFill>
                    <a:srgbClr val="FFE9A8"/>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endParaRPr>
              </a:p>
            </p:txBody>
          </p:sp>
        </p:grpSp>
      </p:grpSp>
      <p:grpSp>
        <p:nvGrpSpPr>
          <p:cNvPr id="2" name="图形">
            <a:extLst>
              <a:ext uri="{FF2B5EF4-FFF2-40B4-BE49-F238E27FC236}">
                <a16:creationId xmlns:a16="http://schemas.microsoft.com/office/drawing/2014/main" id="{CB1AFC0A-1E9E-95DA-83BC-6D6C99E9AAC2}"/>
              </a:ext>
            </a:extLst>
          </p:cNvPr>
          <p:cNvGrpSpPr/>
          <p:nvPr/>
        </p:nvGrpSpPr>
        <p:grpSpPr>
          <a:xfrm>
            <a:off x="788670" y="1600201"/>
            <a:ext cx="10801351" cy="4168775"/>
            <a:chOff x="1242" y="2520"/>
            <a:chExt cx="17010" cy="6565"/>
          </a:xfrm>
        </p:grpSpPr>
        <p:grpSp>
          <p:nvGrpSpPr>
            <p:cNvPr id="3" name="组合 2">
              <a:extLst>
                <a:ext uri="{FF2B5EF4-FFF2-40B4-BE49-F238E27FC236}">
                  <a16:creationId xmlns:a16="http://schemas.microsoft.com/office/drawing/2014/main" id="{4C05B81E-EE5B-07F9-E40D-AD63AB8E0834}"/>
                </a:ext>
              </a:extLst>
            </p:cNvPr>
            <p:cNvGrpSpPr/>
            <p:nvPr/>
          </p:nvGrpSpPr>
          <p:grpSpPr>
            <a:xfrm>
              <a:off x="1242" y="2520"/>
              <a:ext cx="17010" cy="6565"/>
              <a:chOff x="1242" y="2520"/>
              <a:chExt cx="17010" cy="6565"/>
            </a:xfrm>
          </p:grpSpPr>
          <p:grpSp>
            <p:nvGrpSpPr>
              <p:cNvPr id="16" name="组合 15">
                <a:extLst>
                  <a:ext uri="{FF2B5EF4-FFF2-40B4-BE49-F238E27FC236}">
                    <a16:creationId xmlns:a16="http://schemas.microsoft.com/office/drawing/2014/main" id="{26EE0613-A880-CD26-A1F3-4145A116E060}"/>
                  </a:ext>
                </a:extLst>
              </p:cNvPr>
              <p:cNvGrpSpPr/>
              <p:nvPr/>
            </p:nvGrpSpPr>
            <p:grpSpPr>
              <a:xfrm>
                <a:off x="1242" y="2520"/>
                <a:ext cx="17010" cy="6565"/>
                <a:chOff x="1242" y="2520"/>
                <a:chExt cx="17010" cy="6565"/>
              </a:xfrm>
            </p:grpSpPr>
            <p:grpSp>
              <p:nvGrpSpPr>
                <p:cNvPr id="18" name="组合 17">
                  <a:extLst>
                    <a:ext uri="{FF2B5EF4-FFF2-40B4-BE49-F238E27FC236}">
                      <a16:creationId xmlns:a16="http://schemas.microsoft.com/office/drawing/2014/main" id="{A06A5675-A433-A6CC-76B0-7A9B313BB46B}"/>
                    </a:ext>
                  </a:extLst>
                </p:cNvPr>
                <p:cNvGrpSpPr/>
                <p:nvPr/>
              </p:nvGrpSpPr>
              <p:grpSpPr>
                <a:xfrm>
                  <a:off x="1242" y="2520"/>
                  <a:ext cx="4800" cy="6565"/>
                  <a:chOff x="685801" y="1457325"/>
                  <a:chExt cx="3048000" cy="4169172"/>
                </a:xfrm>
              </p:grpSpPr>
              <p:sp>
                <p:nvSpPr>
                  <p:cNvPr id="27" name="图形">
                    <a:extLst>
                      <a:ext uri="{FF2B5EF4-FFF2-40B4-BE49-F238E27FC236}">
                        <a16:creationId xmlns:a16="http://schemas.microsoft.com/office/drawing/2014/main" id="{F56827C6-B1B0-AD76-D531-F675BFDC4713}"/>
                      </a:ext>
                    </a:extLst>
                  </p:cNvPr>
                  <p:cNvSpPr/>
                  <p:nvPr>
                    <p:custDataLst>
                      <p:tags r:id="R6b67ba4ef24948ce"/>
                    </p:custDataLst>
                  </p:nvPr>
                </p:nvSpPr>
                <p:spPr>
                  <a:xfrm>
                    <a:off x="685801" y="1457325"/>
                    <a:ext cx="3048000" cy="4169172"/>
                  </a:xfrm>
                  <a:prstGeom prst="round2DiagRect">
                    <a:avLst/>
                  </a:prstGeom>
                  <a:solidFill>
                    <a:schemeClr val="bg1"/>
                  </a:solidFill>
                  <a:ln>
                    <a:gradFill>
                      <a:gsLst>
                        <a:gs pos="0">
                          <a:schemeClr val="bg1"/>
                        </a:gs>
                        <a:gs pos="84000">
                          <a:srgbClr val="C00000"/>
                        </a:gs>
                      </a:gsLst>
                      <a:lin ang="5400000" scaled="1"/>
                    </a:gradFill>
                  </a:ln>
                  <a:effectLst>
                    <a:outerShdw blurRad="76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cs typeface="阿里巴巴普惠体 2.0 55 Regular" panose="00020600040101010101" pitchFamily="18" charset="-122"/>
                      <a:sym typeface="Arial"/>
                    </a:endParaRPr>
                  </a:p>
                </p:txBody>
              </p:sp>
              <p:sp>
                <p:nvSpPr>
                  <p:cNvPr id="28" name="图形">
                    <a:extLst>
                      <a:ext uri="{FF2B5EF4-FFF2-40B4-BE49-F238E27FC236}">
                        <a16:creationId xmlns:a16="http://schemas.microsoft.com/office/drawing/2014/main" id="{9C002902-D269-9A8D-6634-7F7FB3F1ADDB}"/>
                      </a:ext>
                    </a:extLst>
                  </p:cNvPr>
                  <p:cNvSpPr/>
                  <p:nvPr>
                    <p:custDataLst>
                      <p:tags r:id="Rcad35342d9fe482c"/>
                    </p:custDataLst>
                  </p:nvPr>
                </p:nvSpPr>
                <p:spPr>
                  <a:xfrm>
                    <a:off x="1569066" y="1741823"/>
                    <a:ext cx="1242672" cy="1242777"/>
                  </a:xfrm>
                  <a:prstGeom prst="ellipse">
                    <a:avLst/>
                  </a:prstGeom>
                  <a:solidFill>
                    <a:srgbClr val="C00000"/>
                  </a:solidFill>
                  <a:ln w="12700" cap="flat" cmpd="sng" algn="ctr">
                    <a:noFill/>
                    <a:prstDash val="solid"/>
                    <a:miter lim="800000"/>
                  </a:ln>
                  <a:effectLst>
                    <a:outerShdw blurRad="762000" dist="63500" dir="5400000" algn="t" rotWithShape="0">
                      <a:srgbClr val="C5E3E3">
                        <a:alpha val="15000"/>
                      </a:srgbClr>
                    </a:outerShdw>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800" b="0" i="0" u="none" strike="noStrike" kern="0" cap="none" spc="0" normalizeH="0" baseline="0" noProof="0">
                        <a:ln>
                          <a:noFill/>
                        </a:ln>
                        <a:noFill/>
                        <a:effectLst/>
                        <a:uLnTx/>
                        <a:uFillTx/>
                        <a:latin typeface="Arial"/>
                        <a:ea typeface="微软雅黑"/>
                        <a:cs typeface="阿里巴巴普惠体 2.0 55 Regular" panose="00020600040101010101" pitchFamily="18" charset="-122"/>
                        <a:sym typeface="Arial"/>
                      </a:rPr>
                      <a:t>01</a:t>
                    </a:r>
                  </a:p>
                </p:txBody>
              </p:sp>
              <p:sp>
                <p:nvSpPr>
                  <p:cNvPr id="29" name="图形">
                    <a:extLst>
                      <a:ext uri="{FF2B5EF4-FFF2-40B4-BE49-F238E27FC236}">
                        <a16:creationId xmlns:a16="http://schemas.microsoft.com/office/drawing/2014/main" id="{BB06CB55-398B-5889-2CFD-2FA62C15291D}"/>
                      </a:ext>
                    </a:extLst>
                  </p:cNvPr>
                  <p:cNvSpPr/>
                  <p:nvPr>
                    <p:custDataLst>
                      <p:tags r:id="R01368679f8fb4c22"/>
                    </p:custDataLst>
                  </p:nvPr>
                </p:nvSpPr>
                <p:spPr>
                  <a:xfrm>
                    <a:off x="950210" y="3703930"/>
                    <a:ext cx="2519183" cy="1385127"/>
                  </a:xfrm>
                  <a:prstGeom prst="rect">
                    <a:avLst/>
                  </a:prstGeom>
                </p:spPr>
                <p:txBody>
                  <a:bodyPr wrap="square">
                    <a:spAutoFit/>
                  </a:bodyPr>
                  <a:lstStyle/>
                  <a:p>
                    <a:pPr lvl="0" algn="ctr">
                      <a:lnSpc>
                        <a:spcPct val="200000"/>
                      </a:lnSpc>
                      <a:defRPr/>
                    </a:pPr>
                    <a:r>
                      <a:rPr lang="zh-CN" altLang="en-US" sz="1400">
                        <a:latin typeface="Arial"/>
                        <a:ea typeface="微软雅黑"/>
                        <a:cs typeface="阿里巴巴普惠体 2.0 55 Regular" panose="00020600040101010101" pitchFamily="18" charset="-122"/>
                        <a:sym typeface="Arial"/>
                      </a:rPr>
                      <a:t>从思想上和制度上保证我们党成为永远打不倒、压不垮的马克思主义政党。</a:t>
                    </a:r>
                    <a:endParaRPr lang="zh-CN" altLang="en-US" sz="1400" kern="0">
                      <a:latin typeface="Arial"/>
                      <a:ea typeface="微软雅黑"/>
                      <a:cs typeface="阿里巴巴普惠体 2.0 55 Regular" panose="00020600040101010101" pitchFamily="18" charset="-122"/>
                      <a:sym typeface="Arial"/>
                    </a:endParaRPr>
                  </a:p>
                </p:txBody>
              </p:sp>
            </p:grpSp>
            <p:grpSp>
              <p:nvGrpSpPr>
                <p:cNvPr id="19" name="组合 18">
                  <a:extLst>
                    <a:ext uri="{FF2B5EF4-FFF2-40B4-BE49-F238E27FC236}">
                      <a16:creationId xmlns:a16="http://schemas.microsoft.com/office/drawing/2014/main" id="{5EED299F-A9A6-3653-B907-C1ABDD28C6F1}"/>
                    </a:ext>
                  </a:extLst>
                </p:cNvPr>
                <p:cNvGrpSpPr/>
                <p:nvPr/>
              </p:nvGrpSpPr>
              <p:grpSpPr>
                <a:xfrm>
                  <a:off x="7347" y="2520"/>
                  <a:ext cx="4800" cy="6565"/>
                  <a:chOff x="685801" y="1457325"/>
                  <a:chExt cx="3048000" cy="4169172"/>
                </a:xfrm>
              </p:grpSpPr>
              <p:sp>
                <p:nvSpPr>
                  <p:cNvPr id="24" name="图形">
                    <a:extLst>
                      <a:ext uri="{FF2B5EF4-FFF2-40B4-BE49-F238E27FC236}">
                        <a16:creationId xmlns:a16="http://schemas.microsoft.com/office/drawing/2014/main" id="{C0F40B40-9486-B914-9E5D-D98D6D4E03DD}"/>
                      </a:ext>
                    </a:extLst>
                  </p:cNvPr>
                  <p:cNvSpPr/>
                  <p:nvPr>
                    <p:custDataLst>
                      <p:tags r:id="Ra436ce8b182a478b"/>
                    </p:custDataLst>
                  </p:nvPr>
                </p:nvSpPr>
                <p:spPr>
                  <a:xfrm>
                    <a:off x="685801" y="1457325"/>
                    <a:ext cx="3048000" cy="4169172"/>
                  </a:xfrm>
                  <a:prstGeom prst="round2DiagRect">
                    <a:avLst/>
                  </a:prstGeom>
                  <a:solidFill>
                    <a:schemeClr val="bg1"/>
                  </a:solidFill>
                  <a:ln>
                    <a:gradFill>
                      <a:gsLst>
                        <a:gs pos="0">
                          <a:schemeClr val="bg1"/>
                        </a:gs>
                        <a:gs pos="84000">
                          <a:srgbClr val="C00000"/>
                        </a:gs>
                      </a:gsLst>
                      <a:lin ang="5400000" scaled="1"/>
                    </a:gradFill>
                  </a:ln>
                  <a:effectLst>
                    <a:outerShdw blurRad="76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cs typeface="阿里巴巴普惠体 2.0 55 Regular" panose="00020600040101010101" pitchFamily="18" charset="-122"/>
                      <a:sym typeface="Arial"/>
                    </a:endParaRPr>
                  </a:p>
                </p:txBody>
              </p:sp>
              <p:sp>
                <p:nvSpPr>
                  <p:cNvPr id="25" name="图形">
                    <a:extLst>
                      <a:ext uri="{FF2B5EF4-FFF2-40B4-BE49-F238E27FC236}">
                        <a16:creationId xmlns:a16="http://schemas.microsoft.com/office/drawing/2014/main" id="{D7C005FF-B469-8105-1E12-08E34194B4D3}"/>
                      </a:ext>
                    </a:extLst>
                  </p:cNvPr>
                  <p:cNvSpPr/>
                  <p:nvPr>
                    <p:custDataLst>
                      <p:tags r:id="Rf0095b00004a453a"/>
                    </p:custDataLst>
                  </p:nvPr>
                </p:nvSpPr>
                <p:spPr>
                  <a:xfrm>
                    <a:off x="1569066" y="1741823"/>
                    <a:ext cx="1242672" cy="1242777"/>
                  </a:xfrm>
                  <a:prstGeom prst="ellipse">
                    <a:avLst/>
                  </a:prstGeom>
                  <a:solidFill>
                    <a:srgbClr val="C00000"/>
                  </a:solidFill>
                  <a:ln w="12700" cap="flat" cmpd="sng" algn="ctr">
                    <a:noFill/>
                    <a:prstDash val="solid"/>
                    <a:miter lim="800000"/>
                  </a:ln>
                  <a:effectLst>
                    <a:outerShdw blurRad="762000" dist="63500" dir="5400000" algn="t" rotWithShape="0">
                      <a:srgbClr val="C5E3E3">
                        <a:alpha val="15000"/>
                      </a:srgbClr>
                    </a:outerShdw>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800" b="0" i="0" u="none" strike="noStrike" kern="0" cap="none" spc="0" normalizeH="0" baseline="0" noProof="0">
                        <a:ln>
                          <a:noFill/>
                        </a:ln>
                        <a:noFill/>
                        <a:effectLst/>
                        <a:uLnTx/>
                        <a:uFillTx/>
                        <a:latin typeface="Arial"/>
                        <a:ea typeface="微软雅黑"/>
                        <a:cs typeface="阿里巴巴普惠体 2.0 55 Regular" panose="00020600040101010101" pitchFamily="18" charset="-122"/>
                        <a:sym typeface="Arial"/>
                      </a:rPr>
                      <a:t>02</a:t>
                    </a:r>
                  </a:p>
                </p:txBody>
              </p:sp>
              <p:sp>
                <p:nvSpPr>
                  <p:cNvPr id="26" name="图形">
                    <a:extLst>
                      <a:ext uri="{FF2B5EF4-FFF2-40B4-BE49-F238E27FC236}">
                        <a16:creationId xmlns:a16="http://schemas.microsoft.com/office/drawing/2014/main" id="{B95DD895-46AA-AA53-A801-BA1181288BF4}"/>
                      </a:ext>
                    </a:extLst>
                  </p:cNvPr>
                  <p:cNvSpPr/>
                  <p:nvPr>
                    <p:custDataLst>
                      <p:tags r:id="R1c98f3b132914fc3"/>
                    </p:custDataLst>
                  </p:nvPr>
                </p:nvSpPr>
                <p:spPr>
                  <a:xfrm>
                    <a:off x="950210" y="3703930"/>
                    <a:ext cx="2519183" cy="1385127"/>
                  </a:xfrm>
                  <a:prstGeom prst="rect">
                    <a:avLst/>
                  </a:prstGeom>
                </p:spPr>
                <p:txBody>
                  <a:bodyPr wrap="square">
                    <a:spAutoFit/>
                  </a:bodyPr>
                  <a:lstStyle/>
                  <a:p>
                    <a:pPr lvl="0" algn="ctr">
                      <a:lnSpc>
                        <a:spcPct val="200000"/>
                      </a:lnSpc>
                      <a:defRPr/>
                    </a:pPr>
                    <a:r>
                      <a:rPr lang="zh-CN" altLang="en-US" sz="1400">
                        <a:latin typeface="Arial"/>
                        <a:ea typeface="微软雅黑"/>
                        <a:cs typeface="阿里巴巴普惠体 2.0 55 Regular" panose="00020600040101010101" pitchFamily="18" charset="-122"/>
                        <a:sym typeface="Arial"/>
                      </a:rPr>
                      <a:t>完善党的自我革命制度规范体系彰显了坚守党的初心使命的根本要求。</a:t>
                    </a:r>
                    <a:endParaRPr lang="zh-CN" altLang="en-US" sz="1400" kern="0">
                      <a:latin typeface="Arial"/>
                      <a:ea typeface="微软雅黑"/>
                      <a:cs typeface="阿里巴巴普惠体 2.0 55 Regular" panose="00020600040101010101" pitchFamily="18" charset="-122"/>
                      <a:sym typeface="Arial"/>
                    </a:endParaRPr>
                  </a:p>
                </p:txBody>
              </p:sp>
            </p:grpSp>
            <p:grpSp>
              <p:nvGrpSpPr>
                <p:cNvPr id="20" name="组合 19">
                  <a:extLst>
                    <a:ext uri="{FF2B5EF4-FFF2-40B4-BE49-F238E27FC236}">
                      <a16:creationId xmlns:a16="http://schemas.microsoft.com/office/drawing/2014/main" id="{A633DEFF-D5CE-DBE0-7304-6A2AB096B81C}"/>
                    </a:ext>
                  </a:extLst>
                </p:cNvPr>
                <p:cNvGrpSpPr/>
                <p:nvPr/>
              </p:nvGrpSpPr>
              <p:grpSpPr>
                <a:xfrm>
                  <a:off x="13452" y="2520"/>
                  <a:ext cx="4800" cy="6565"/>
                  <a:chOff x="685801" y="1457325"/>
                  <a:chExt cx="3048000" cy="4169172"/>
                </a:xfrm>
              </p:grpSpPr>
              <p:sp>
                <p:nvSpPr>
                  <p:cNvPr id="21" name="图形">
                    <a:extLst>
                      <a:ext uri="{FF2B5EF4-FFF2-40B4-BE49-F238E27FC236}">
                        <a16:creationId xmlns:a16="http://schemas.microsoft.com/office/drawing/2014/main" id="{5EE207B4-869F-4051-327C-4AA44B111673}"/>
                      </a:ext>
                    </a:extLst>
                  </p:cNvPr>
                  <p:cNvSpPr/>
                  <p:nvPr>
                    <p:custDataLst>
                      <p:tags r:id="Rf0051104bdf34191"/>
                    </p:custDataLst>
                  </p:nvPr>
                </p:nvSpPr>
                <p:spPr>
                  <a:xfrm>
                    <a:off x="685801" y="1457325"/>
                    <a:ext cx="3048000" cy="4169172"/>
                  </a:xfrm>
                  <a:prstGeom prst="round2DiagRect">
                    <a:avLst/>
                  </a:prstGeom>
                  <a:solidFill>
                    <a:schemeClr val="bg1"/>
                  </a:solidFill>
                  <a:ln>
                    <a:gradFill>
                      <a:gsLst>
                        <a:gs pos="0">
                          <a:schemeClr val="bg1"/>
                        </a:gs>
                        <a:gs pos="84000">
                          <a:srgbClr val="C00000"/>
                        </a:gs>
                      </a:gsLst>
                      <a:lin ang="5400000" scaled="1"/>
                    </a:gradFill>
                  </a:ln>
                  <a:effectLst>
                    <a:outerShdw blurRad="76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cs typeface="阿里巴巴普惠体 2.0 55 Regular" panose="00020600040101010101" pitchFamily="18" charset="-122"/>
                      <a:sym typeface="Arial"/>
                    </a:endParaRPr>
                  </a:p>
                </p:txBody>
              </p:sp>
              <p:sp>
                <p:nvSpPr>
                  <p:cNvPr id="22" name="图形">
                    <a:extLst>
                      <a:ext uri="{FF2B5EF4-FFF2-40B4-BE49-F238E27FC236}">
                        <a16:creationId xmlns:a16="http://schemas.microsoft.com/office/drawing/2014/main" id="{E5919954-4F1B-83DC-1E1B-21F1427050EE}"/>
                      </a:ext>
                    </a:extLst>
                  </p:cNvPr>
                  <p:cNvSpPr/>
                  <p:nvPr>
                    <p:custDataLst>
                      <p:tags r:id="R40213c0204c44d2b"/>
                    </p:custDataLst>
                  </p:nvPr>
                </p:nvSpPr>
                <p:spPr>
                  <a:xfrm>
                    <a:off x="1569066" y="1741823"/>
                    <a:ext cx="1242672" cy="1242777"/>
                  </a:xfrm>
                  <a:prstGeom prst="ellipse">
                    <a:avLst/>
                  </a:prstGeom>
                  <a:solidFill>
                    <a:srgbClr val="C00000"/>
                  </a:solidFill>
                  <a:ln w="12700" cap="flat" cmpd="sng" algn="ctr">
                    <a:noFill/>
                    <a:prstDash val="solid"/>
                    <a:miter lim="800000"/>
                  </a:ln>
                  <a:effectLst>
                    <a:outerShdw blurRad="762000" dist="63500" dir="5400000" algn="t" rotWithShape="0">
                      <a:srgbClr val="C5E3E3">
                        <a:alpha val="15000"/>
                      </a:srgbClr>
                    </a:outerShdw>
                  </a:effectLst>
                </p:spPr>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r>
                      <a:rPr kumimoji="0" lang="en-US" altLang="zh-CN" sz="2800" b="0" i="0" u="none" strike="noStrike" kern="0" cap="none" spc="0" normalizeH="0" baseline="0" noProof="0">
                        <a:ln>
                          <a:noFill/>
                        </a:ln>
                        <a:noFill/>
                        <a:effectLst/>
                        <a:uLnTx/>
                        <a:uFillTx/>
                        <a:latin typeface="Arial"/>
                        <a:ea typeface="微软雅黑"/>
                        <a:cs typeface="阿里巴巴普惠体 2.0 55 Regular" panose="00020600040101010101" pitchFamily="18" charset="-122"/>
                        <a:sym typeface="Arial"/>
                      </a:rPr>
                      <a:t>03</a:t>
                    </a:r>
                  </a:p>
                </p:txBody>
              </p:sp>
              <p:sp>
                <p:nvSpPr>
                  <p:cNvPr id="23" name="图形">
                    <a:extLst>
                      <a:ext uri="{FF2B5EF4-FFF2-40B4-BE49-F238E27FC236}">
                        <a16:creationId xmlns:a16="http://schemas.microsoft.com/office/drawing/2014/main" id="{8CAE4288-EC01-7D2A-04D0-5A2B842C5F9F}"/>
                      </a:ext>
                    </a:extLst>
                  </p:cNvPr>
                  <p:cNvSpPr/>
                  <p:nvPr>
                    <p:custDataLst>
                      <p:tags r:id="Rf04a454d66b646a4"/>
                    </p:custDataLst>
                  </p:nvPr>
                </p:nvSpPr>
                <p:spPr>
                  <a:xfrm>
                    <a:off x="950210" y="3703930"/>
                    <a:ext cx="2519183" cy="1816150"/>
                  </a:xfrm>
                  <a:prstGeom prst="rect">
                    <a:avLst/>
                  </a:prstGeom>
                </p:spPr>
                <p:txBody>
                  <a:bodyPr wrap="square">
                    <a:spAutoFit/>
                  </a:bodyPr>
                  <a:lstStyle/>
                  <a:p>
                    <a:pPr lvl="0" algn="ctr">
                      <a:lnSpc>
                        <a:spcPct val="200000"/>
                      </a:lnSpc>
                      <a:defRPr/>
                    </a:pPr>
                    <a:r>
                      <a:rPr lang="zh-CN" altLang="en-US" sz="1400">
                        <a:latin typeface="Arial"/>
                        <a:ea typeface="微软雅黑"/>
                        <a:cs typeface="阿里巴巴普惠体 2.0 55 Regular" panose="00020600040101010101" pitchFamily="18" charset="-122"/>
                        <a:sym typeface="Arial"/>
                      </a:rPr>
                      <a:t>党的初心使命是党的性质宗旨、理想信念、奋斗目标的集中体现，激励着我们党永远坚守，砥砺着我们党坚毅前行。</a:t>
                    </a:r>
                    <a:endParaRPr lang="zh-CN" altLang="en-US" sz="1400" kern="0">
                      <a:latin typeface="Arial"/>
                      <a:ea typeface="微软雅黑"/>
                      <a:cs typeface="阿里巴巴普惠体 2.0 55 Regular" panose="00020600040101010101" pitchFamily="18" charset="-122"/>
                      <a:sym typeface="Arial"/>
                    </a:endParaRPr>
                  </a:p>
                </p:txBody>
              </p:sp>
            </p:grpSp>
          </p:grpSp>
          <p:sp>
            <p:nvSpPr>
              <p:cNvPr id="17" name="图形">
                <a:extLst>
                  <a:ext uri="{FF2B5EF4-FFF2-40B4-BE49-F238E27FC236}">
                    <a16:creationId xmlns:a16="http://schemas.microsoft.com/office/drawing/2014/main" id="{7C98CD4C-1A3A-54C9-1EF4-583B04918A27}"/>
                  </a:ext>
                </a:extLst>
              </p:cNvPr>
              <p:cNvSpPr txBox="1"/>
              <p:nvPr>
                <p:custDataLst>
                  <p:tags r:id="Rc4424e1df2834400"/>
                </p:custDataLst>
              </p:nvPr>
            </p:nvSpPr>
            <p:spPr>
              <a:xfrm>
                <a:off x="2031" y="5400"/>
                <a:ext cx="3221" cy="727"/>
              </a:xfrm>
              <a:prstGeom prst="rect">
                <a:avLst/>
              </a:prstGeom>
              <a:noFill/>
            </p:spPr>
            <p:txBody>
              <a:bodyPr wrap="square" rtlCol="0" anchor="t">
                <a:spAutoFit/>
              </a:bodyPr>
              <a:lstStyle/>
              <a:p>
                <a:pPr algn="ctr"/>
                <a:r>
                  <a:rPr lang="zh-CN" altLang="en-US" sz="2400">
                    <a:solidFill>
                      <a:srgbClr val="C00000"/>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革命制度</a:t>
                </a:r>
                <a:endParaRPr lang="zh-CN" altLang="en-US" sz="2400">
                  <a:solidFill>
                    <a:srgbClr val="C00000"/>
                  </a:solidFill>
                  <a:latin typeface="Arial"/>
                  <a:ea typeface="微软雅黑"/>
                  <a:cs typeface="阿里巴巴普惠体 2.0 55 Regular" panose="00020600040101010101" pitchFamily="18" charset="-122"/>
                  <a:sym typeface="Arial"/>
                </a:endParaRPr>
              </a:p>
            </p:txBody>
          </p:sp>
        </p:grpSp>
        <p:sp>
          <p:nvSpPr>
            <p:cNvPr id="4" name="图形">
              <a:extLst>
                <a:ext uri="{FF2B5EF4-FFF2-40B4-BE49-F238E27FC236}">
                  <a16:creationId xmlns:a16="http://schemas.microsoft.com/office/drawing/2014/main" id="{AC2C67AD-B0D7-7BAF-634E-DE8DEEF21459}"/>
                </a:ext>
              </a:extLst>
            </p:cNvPr>
            <p:cNvSpPr txBox="1"/>
            <p:nvPr>
              <p:custDataLst>
                <p:tags r:id="R15045331e3764f6b"/>
              </p:custDataLst>
            </p:nvPr>
          </p:nvSpPr>
          <p:spPr>
            <a:xfrm>
              <a:off x="8136" y="5400"/>
              <a:ext cx="3221" cy="727"/>
            </a:xfrm>
            <a:prstGeom prst="rect">
              <a:avLst/>
            </a:prstGeom>
            <a:noFill/>
          </p:spPr>
          <p:txBody>
            <a:bodyPr wrap="square" rtlCol="0" anchor="t">
              <a:spAutoFit/>
            </a:bodyPr>
            <a:lstStyle/>
            <a:p>
              <a:pPr algn="ctr"/>
              <a:r>
                <a:rPr lang="zh-CN" altLang="en-US" sz="2400">
                  <a:solidFill>
                    <a:srgbClr val="C00000"/>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革命制度</a:t>
              </a:r>
              <a:endParaRPr lang="zh-CN" altLang="en-US" sz="2400">
                <a:solidFill>
                  <a:srgbClr val="C00000"/>
                </a:solidFill>
                <a:latin typeface="Arial"/>
                <a:ea typeface="微软雅黑"/>
                <a:cs typeface="阿里巴巴普惠体 2.0 55 Regular" panose="00020600040101010101" pitchFamily="18" charset="-122"/>
                <a:sym typeface="Arial"/>
              </a:endParaRPr>
            </a:p>
          </p:txBody>
        </p:sp>
        <p:sp>
          <p:nvSpPr>
            <p:cNvPr id="5" name="图形">
              <a:extLst>
                <a:ext uri="{FF2B5EF4-FFF2-40B4-BE49-F238E27FC236}">
                  <a16:creationId xmlns:a16="http://schemas.microsoft.com/office/drawing/2014/main" id="{5F45385A-7727-61EF-703D-D3D7E0E06056}"/>
                </a:ext>
              </a:extLst>
            </p:cNvPr>
            <p:cNvSpPr txBox="1"/>
            <p:nvPr>
              <p:custDataLst>
                <p:tags r:id="R4aeb645046e648cd"/>
              </p:custDataLst>
            </p:nvPr>
          </p:nvSpPr>
          <p:spPr>
            <a:xfrm>
              <a:off x="14241" y="5400"/>
              <a:ext cx="3221" cy="727"/>
            </a:xfrm>
            <a:prstGeom prst="rect">
              <a:avLst/>
            </a:prstGeom>
            <a:noFill/>
          </p:spPr>
          <p:txBody>
            <a:bodyPr wrap="square" rtlCol="0" anchor="t">
              <a:spAutoFit/>
            </a:bodyPr>
            <a:lstStyle/>
            <a:p>
              <a:pPr algn="ctr"/>
              <a:r>
                <a:rPr lang="zh-CN" altLang="en-US" sz="2400">
                  <a:solidFill>
                    <a:srgbClr val="C00000"/>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革命制度</a:t>
              </a:r>
              <a:endParaRPr lang="zh-CN" altLang="en-US" sz="2400">
                <a:solidFill>
                  <a:srgbClr val="C00000"/>
                </a:solidFill>
                <a:latin typeface="Arial"/>
                <a:ea typeface="微软雅黑"/>
                <a:cs typeface="阿里巴巴普惠体 2.0 55 Regular" panose="00020600040101010101" pitchFamily="18" charset="-122"/>
                <a:sym typeface="Arial"/>
              </a:endParaRPr>
            </a:p>
          </p:txBody>
        </p:sp>
        <p:sp>
          <p:nvSpPr>
            <p:cNvPr id="7" name="图形">
              <a:extLst>
                <a:ext uri="{FF2B5EF4-FFF2-40B4-BE49-F238E27FC236}">
                  <a16:creationId xmlns:a16="http://schemas.microsoft.com/office/drawing/2014/main" id="{45E30913-AAC4-E7FA-C9B6-96E4749CE403}"/>
                </a:ext>
              </a:extLst>
            </p:cNvPr>
            <p:cNvSpPr/>
            <p:nvPr>
              <p:custDataLst>
                <p:tags r:id="Ra9f6ca9743f5473e"/>
              </p:custDataLst>
            </p:nvPr>
          </p:nvSpPr>
          <p:spPr>
            <a:xfrm>
              <a:off x="3067" y="3371"/>
              <a:ext cx="1151" cy="1151"/>
            </a:xfrm>
            <a:prstGeom prst="star5">
              <a:avLst/>
            </a:prstGeom>
            <a:gradFill>
              <a:gsLst>
                <a:gs pos="0">
                  <a:srgbClr val="FFE0A2"/>
                </a:gs>
                <a:gs pos="100000">
                  <a:srgbClr val="FEFDEB"/>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cs typeface="阿里巴巴普惠体 2.0 55 Regular" panose="00020600040101010101" pitchFamily="18" charset="-122"/>
                <a:sym typeface="Arial"/>
              </a:endParaRPr>
            </a:p>
          </p:txBody>
        </p:sp>
        <p:sp>
          <p:nvSpPr>
            <p:cNvPr id="14" name="图形">
              <a:extLst>
                <a:ext uri="{FF2B5EF4-FFF2-40B4-BE49-F238E27FC236}">
                  <a16:creationId xmlns:a16="http://schemas.microsoft.com/office/drawing/2014/main" id="{F56F6711-37A3-FFE4-5867-1B297324819C}"/>
                </a:ext>
              </a:extLst>
            </p:cNvPr>
            <p:cNvSpPr/>
            <p:nvPr>
              <p:custDataLst>
                <p:tags r:id="R22f3d4b7694c48ae"/>
              </p:custDataLst>
            </p:nvPr>
          </p:nvSpPr>
          <p:spPr>
            <a:xfrm>
              <a:off x="9127" y="3371"/>
              <a:ext cx="1151" cy="1151"/>
            </a:xfrm>
            <a:prstGeom prst="star5">
              <a:avLst/>
            </a:prstGeom>
            <a:gradFill>
              <a:gsLst>
                <a:gs pos="0">
                  <a:srgbClr val="FFE0A2"/>
                </a:gs>
                <a:gs pos="100000">
                  <a:srgbClr val="FEFDEB"/>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cs typeface="阿里巴巴普惠体 2.0 55 Regular" panose="00020600040101010101" pitchFamily="18" charset="-122"/>
                <a:sym typeface="Arial"/>
              </a:endParaRPr>
            </a:p>
          </p:txBody>
        </p:sp>
        <p:sp>
          <p:nvSpPr>
            <p:cNvPr id="15" name="图形">
              <a:extLst>
                <a:ext uri="{FF2B5EF4-FFF2-40B4-BE49-F238E27FC236}">
                  <a16:creationId xmlns:a16="http://schemas.microsoft.com/office/drawing/2014/main" id="{D6F4A9E6-142F-A62A-222A-D0DA998A5A23}"/>
                </a:ext>
              </a:extLst>
            </p:cNvPr>
            <p:cNvSpPr/>
            <p:nvPr>
              <p:custDataLst>
                <p:tags r:id="R8057eaeb2f274a26"/>
              </p:custDataLst>
            </p:nvPr>
          </p:nvSpPr>
          <p:spPr>
            <a:xfrm>
              <a:off x="15276" y="3371"/>
              <a:ext cx="1151" cy="1151"/>
            </a:xfrm>
            <a:prstGeom prst="star5">
              <a:avLst/>
            </a:prstGeom>
            <a:gradFill>
              <a:gsLst>
                <a:gs pos="0">
                  <a:srgbClr val="FFE0A2"/>
                </a:gs>
                <a:gs pos="100000">
                  <a:srgbClr val="FEFDEB"/>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cs typeface="阿里巴巴普惠体 2.0 55 Regular" panose="00020600040101010101" pitchFamily="18" charset="-122"/>
                <a:sym typeface="Arial"/>
              </a:endParaRPr>
            </a:p>
          </p:txBody>
        </p:sp>
      </p:grpSp>
    </p:spTree>
    <p:extLst>
      <p:ext uri="{BB962C8B-B14F-4D97-AF65-F5344CB8AC3E}">
        <p14:creationId xmlns:p14="http://schemas.microsoft.com/office/powerpoint/2010/main" val="11984804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par>
                          <p:cTn id="8" fill="hold" nodeType="afterGroup">
                            <p:stCondLst>
                              <p:cond delay="500"/>
                            </p:stCondLst>
                            <p:childTnLst>
                              <p:par>
                                <p:cTn id="9" presetID="20" presetClass="entr" presetSubtype="0" fill="hold" nodeType="afterEffect">
                                  <p:stCondLst>
                                    <p:cond delay="0"/>
                                  </p:stCondLst>
                                  <p:childTnLst>
                                    <p:set>
                                      <p:cBhvr>
                                        <p:cTn id="10" dur="500" fill="hold">
                                          <p:stCondLst>
                                            <p:cond delay="0"/>
                                          </p:stCondLst>
                                        </p:cTn>
                                        <p:tgtEl>
                                          <p:spTgt spid="2"/>
                                        </p:tgtEl>
                                        <p:attrNameLst>
                                          <p:attrName>style.visibility</p:attrName>
                                        </p:attrNameLst>
                                      </p:cBhvr>
                                      <p:to>
                                        <p:strVal val="visible"/>
                                      </p:to>
                                    </p:set>
                                    <p:animEffect transition="in" filter="wedge">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37A31515-A52D-7776-4FDA-84DE750531D1}"/>
              </a:ext>
            </a:extLst>
          </p:cNvPr>
          <p:cNvPicPr>
            <a:picLocks noChangeAspect="1"/>
          </p:cNvPicPr>
          <p:nvPr/>
        </p:nvPicPr>
        <p:blipFill>
          <a:blip r:embed="Rc4fa0995f9024aed">
            <a:extLst>
              <a:ext uri="{28A0092B-C50C-407E-A947-70E740481C1C}">
                <a14:useLocalDpi xmlns:a14="http://schemas.microsoft.com/office/drawing/2010/main"/>
              </a:ext>
            </a:extLst>
          </a:blip>
          <a:stretch>
            <a:fillRect/>
          </a:stretch>
        </p:blipFill>
        <p:spPr>
          <a:xfrm>
            <a:off x="-1" y="0"/>
            <a:ext cx="12192001" cy="6858000"/>
          </a:xfrm>
          <a:prstGeom prst="rect">
            <a:avLst/>
          </a:prstGeom>
        </p:spPr>
      </p:pic>
      <p:pic>
        <p:nvPicPr>
          <p:cNvPr id="7" name="图片 6">
            <a:extLst>
              <a:ext uri="{FF2B5EF4-FFF2-40B4-BE49-F238E27FC236}">
                <a16:creationId xmlns:a16="http://schemas.microsoft.com/office/drawing/2014/main" id="{DA75C10B-DFC5-1179-FAD1-674C99F39EFF}"/>
              </a:ext>
            </a:extLst>
          </p:cNvPr>
          <p:cNvPicPr>
            <a:picLocks noChangeAspect="1"/>
          </p:cNvPicPr>
          <p:nvPr/>
        </p:nvPicPr>
        <p:blipFill>
          <a:blip r:embed="R8e063d29b0eb4250">
            <a:extLst>
              <a:ext uri="{28A0092B-C50C-407E-A947-70E740481C1C}">
                <a14:useLocalDpi xmlns:a14="http://schemas.microsoft.com/office/drawing/2010/main"/>
              </a:ext>
            </a:extLst>
          </a:blip>
          <a:stretch>
            <a:fillRect/>
          </a:stretch>
        </p:blipFill>
        <p:spPr>
          <a:xfrm>
            <a:off x="11280578" y="5373504"/>
            <a:ext cx="779327" cy="1394182"/>
          </a:xfrm>
          <a:prstGeom prst="rect">
            <a:avLst/>
          </a:prstGeom>
        </p:spPr>
      </p:pic>
      <p:pic>
        <p:nvPicPr>
          <p:cNvPr id="8" name="图片 7">
            <a:extLst>
              <a:ext uri="{FF2B5EF4-FFF2-40B4-BE49-F238E27FC236}">
                <a16:creationId xmlns:a16="http://schemas.microsoft.com/office/drawing/2014/main" id="{C1E7FFEF-7111-EBC4-44FD-FF5A04440185}"/>
              </a:ext>
            </a:extLst>
          </p:cNvPr>
          <p:cNvPicPr>
            <a:picLocks noChangeAspect="1"/>
          </p:cNvPicPr>
          <p:nvPr/>
        </p:nvPicPr>
        <p:blipFill>
          <a:blip r:embed="R4f420d1c5e9c414a">
            <a:lum bright="70000" contrast="-70000"/>
            <a:extLst>
              <a:ext uri="{28A0092B-C50C-407E-A947-70E740481C1C}">
                <a14:useLocalDpi xmlns:a14="http://schemas.microsoft.com/office/drawing/2010/main"/>
              </a:ext>
            </a:extLst>
          </a:blip>
          <a:stretch>
            <a:fillRect/>
          </a:stretch>
        </p:blipFill>
        <p:spPr>
          <a:xfrm>
            <a:off x="-1" y="5733256"/>
            <a:ext cx="2654625" cy="1174614"/>
          </a:xfrm>
          <a:prstGeom prst="rect">
            <a:avLst/>
          </a:prstGeom>
        </p:spPr>
      </p:pic>
      <p:sp>
        <p:nvSpPr>
          <p:cNvPr id="9" name="文本框 8">
            <a:extLst>
              <a:ext uri="{FF2B5EF4-FFF2-40B4-BE49-F238E27FC236}">
                <a16:creationId xmlns:a16="http://schemas.microsoft.com/office/drawing/2014/main" id="{306A28DE-8B51-539D-7CC4-03AEA8496E7A}"/>
              </a:ext>
            </a:extLst>
          </p:cNvPr>
          <p:cNvSpPr txBox="1"/>
          <p:nvPr/>
        </p:nvSpPr>
        <p:spPr>
          <a:xfrm>
            <a:off x="1634958" y="1366242"/>
            <a:ext cx="5156100" cy="1569660"/>
          </a:xfrm>
          <a:prstGeom prst="rect">
            <a:avLst/>
          </a:prstGeom>
          <a:noFill/>
        </p:spPr>
        <p:txBody>
          <a:bodyPr wrap="square" rtlCol="0">
            <a:spAutoFit/>
          </a:bodyPr>
          <a:lstStyle/>
          <a:p>
            <a:r>
              <a:rPr lang="en-US" altLang="zh-CN" sz="9600" b="1">
                <a:solidFill>
                  <a:srgbClr val="FFE9A8"/>
                </a:solidFill>
                <a:effectLst>
                  <a:outerShdw blurRad="38100" dist="38100" dir="2700000" algn="tl">
                    <a:srgbClr val="000000">
                      <a:alpha val="43137"/>
                    </a:srgbClr>
                  </a:outerShdw>
                  <a:reflection blurRad="6350" stA="60000" endA="900" endPos="58000" dir="5400000" sy="-100000" algn="bl" rotWithShape="0"/>
                </a:effectLst>
                <a:latin typeface="Arial"/>
                <a:ea typeface="微软雅黑"/>
                <a:sym typeface="Arial"/>
              </a:rPr>
              <a:t>PART 02</a:t>
            </a:r>
            <a:endParaRPr lang="zh-CN" altLang="en-US" sz="9600" b="1">
              <a:solidFill>
                <a:srgbClr val="FFE9A8"/>
              </a:solidFill>
              <a:effectLst>
                <a:outerShdw blurRad="38100" dist="38100" dir="2700000" algn="tl">
                  <a:srgbClr val="000000">
                    <a:alpha val="43137"/>
                  </a:srgbClr>
                </a:outerShdw>
                <a:reflection blurRad="6350" stA="60000" endA="900" endPos="58000" dir="5400000" sy="-100000" algn="bl" rotWithShape="0"/>
              </a:effectLst>
              <a:latin typeface="Arial"/>
              <a:ea typeface="微软雅黑"/>
              <a:sym typeface="Arial"/>
            </a:endParaRPr>
          </a:p>
        </p:txBody>
      </p:sp>
      <p:grpSp>
        <p:nvGrpSpPr>
          <p:cNvPr id="10" name="组合 9">
            <a:extLst>
              <a:ext uri="{FF2B5EF4-FFF2-40B4-BE49-F238E27FC236}">
                <a16:creationId xmlns:a16="http://schemas.microsoft.com/office/drawing/2014/main" id="{0AF4D978-C5AC-0628-74C3-C70C02A4B9CD}"/>
              </a:ext>
            </a:extLst>
          </p:cNvPr>
          <p:cNvGrpSpPr/>
          <p:nvPr/>
        </p:nvGrpSpPr>
        <p:grpSpPr>
          <a:xfrm>
            <a:off x="3935760" y="3471147"/>
            <a:ext cx="7029027" cy="1107996"/>
            <a:chOff x="2802007" y="4348917"/>
            <a:chExt cx="6076001" cy="1107996"/>
          </a:xfrm>
        </p:grpSpPr>
        <p:sp>
          <p:nvSpPr>
            <p:cNvPr id="11" name="文本框 10">
              <a:extLst>
                <a:ext uri="{FF2B5EF4-FFF2-40B4-BE49-F238E27FC236}">
                  <a16:creationId xmlns:a16="http://schemas.microsoft.com/office/drawing/2014/main" id="{12DC7114-E1F3-46FA-1D5B-8894FD8DABA8}"/>
                </a:ext>
              </a:extLst>
            </p:cNvPr>
            <p:cNvSpPr txBox="1"/>
            <p:nvPr/>
          </p:nvSpPr>
          <p:spPr>
            <a:xfrm>
              <a:off x="2802007" y="4348917"/>
              <a:ext cx="6076001" cy="830997"/>
            </a:xfrm>
            <a:prstGeom prst="rect">
              <a:avLst/>
            </a:prstGeom>
            <a:noFill/>
          </p:spPr>
          <p:txBody>
            <a:bodyPr wrap="square" rtlCol="0">
              <a:spAutoFit/>
            </a:bodyPr>
            <a:lstStyle/>
            <a:p>
              <a:pPr algn="dist"/>
              <a:r>
                <a:rPr lang="zh-CN" altLang="en-US" sz="4800" b="1">
                  <a:solidFill>
                    <a:schemeClr val="bg1"/>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规范体系的重大意义</a:t>
              </a:r>
            </a:p>
          </p:txBody>
        </p:sp>
        <p:sp>
          <p:nvSpPr>
            <p:cNvPr id="12" name="文本框 11">
              <a:extLst>
                <a:ext uri="{FF2B5EF4-FFF2-40B4-BE49-F238E27FC236}">
                  <a16:creationId xmlns:a16="http://schemas.microsoft.com/office/drawing/2014/main" id="{C55E0247-6195-9E41-F441-A95DFDDC3319}"/>
                </a:ext>
              </a:extLst>
            </p:cNvPr>
            <p:cNvSpPr txBox="1"/>
            <p:nvPr/>
          </p:nvSpPr>
          <p:spPr>
            <a:xfrm>
              <a:off x="2802007" y="5179914"/>
              <a:ext cx="6076001" cy="276999"/>
            </a:xfrm>
            <a:prstGeom prst="rect">
              <a:avLst/>
            </a:prstGeom>
            <a:noFill/>
          </p:spPr>
          <p:txBody>
            <a:bodyPr wrap="square" rtlCol="0">
              <a:spAutoFit/>
            </a:bodyPr>
            <a:lstStyle/>
            <a:p>
              <a:pPr algn="dist"/>
              <a:r>
                <a:rPr lang="en-US" altLang="zh-CN" sz="1200" b="1">
                  <a:solidFill>
                    <a:schemeClr val="bg1"/>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ORIGIN OF THE HOLIDAY</a:t>
              </a:r>
              <a:endParaRPr lang="zh-CN" altLang="en-US" sz="1200" b="1">
                <a:solidFill>
                  <a:schemeClr val="bg1"/>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endParaRPr>
            </a:p>
          </p:txBody>
        </p:sp>
      </p:grpSp>
      <p:grpSp>
        <p:nvGrpSpPr>
          <p:cNvPr id="13" name="组合 12">
            <a:extLst>
              <a:ext uri="{FF2B5EF4-FFF2-40B4-BE49-F238E27FC236}">
                <a16:creationId xmlns:a16="http://schemas.microsoft.com/office/drawing/2014/main" id="{A8CB049F-63DC-DA2C-B61E-DF1A588EDC74}"/>
              </a:ext>
            </a:extLst>
          </p:cNvPr>
          <p:cNvGrpSpPr/>
          <p:nvPr/>
        </p:nvGrpSpPr>
        <p:grpSpPr>
          <a:xfrm>
            <a:off x="6735057" y="95115"/>
            <a:ext cx="5484194" cy="584776"/>
            <a:chOff x="6530658" y="224934"/>
            <a:chExt cx="5484194" cy="584776"/>
          </a:xfrm>
        </p:grpSpPr>
        <p:sp>
          <p:nvSpPr>
            <p:cNvPr id="14" name="文本框 7">
              <a:extLst>
                <a:ext uri="{FF2B5EF4-FFF2-40B4-BE49-F238E27FC236}">
                  <a16:creationId xmlns:a16="http://schemas.microsoft.com/office/drawing/2014/main" id="{FF03784A-E104-EF55-6C5E-14A3A48F99B4}"/>
                </a:ext>
              </a:extLst>
            </p:cNvPr>
            <p:cNvSpPr txBox="1"/>
            <p:nvPr/>
          </p:nvSpPr>
          <p:spPr>
            <a:xfrm>
              <a:off x="7627365" y="224934"/>
              <a:ext cx="4248472" cy="369332"/>
            </a:xfrm>
            <a:prstGeom prst="rect">
              <a:avLst/>
            </a:prstGeom>
            <a:noFill/>
          </p:spPr>
          <p:txBody>
            <a:bodyPr wrap="square" rtlCol="0">
              <a:spAutoFit/>
            </a:bodyPr>
            <a:lstStyle/>
            <a:p>
              <a:pPr algn="dist"/>
              <a:r>
                <a:rPr lang="zh-CN" altLang="en-US">
                  <a:solidFill>
                    <a:schemeClr val="bg1"/>
                  </a:solidFill>
                  <a:effectLst>
                    <a:outerShdw blurRad="38100" dist="38100" dir="2700000" algn="tl">
                      <a:srgbClr val="000000">
                        <a:alpha val="43137"/>
                      </a:srgbClr>
                    </a:outerShdw>
                  </a:effectLst>
                  <a:latin typeface="Arial"/>
                  <a:ea typeface="微软雅黑"/>
                  <a:cs typeface="阿里巴巴普惠体 2.0 65 Medium" panose="00020600040101010101" pitchFamily="18" charset="-122"/>
                  <a:sym typeface="Arial"/>
                </a:rPr>
                <a:t>反腐倡廉 攻坚克难 廉洁政府</a:t>
              </a:r>
            </a:p>
          </p:txBody>
        </p:sp>
        <p:sp>
          <p:nvSpPr>
            <p:cNvPr id="15" name="文本框 8">
              <a:extLst>
                <a:ext uri="{FF2B5EF4-FFF2-40B4-BE49-F238E27FC236}">
                  <a16:creationId xmlns:a16="http://schemas.microsoft.com/office/drawing/2014/main" id="{7C30377C-36C2-3C59-CAD8-73EB15FC4A20}"/>
                </a:ext>
              </a:extLst>
            </p:cNvPr>
            <p:cNvSpPr txBox="1"/>
            <p:nvPr/>
          </p:nvSpPr>
          <p:spPr>
            <a:xfrm>
              <a:off x="6530658" y="594266"/>
              <a:ext cx="5484194" cy="215444"/>
            </a:xfrm>
            <a:prstGeom prst="rect">
              <a:avLst/>
            </a:prstGeom>
            <a:noFill/>
          </p:spPr>
          <p:txBody>
            <a:bodyPr wrap="none" rtlCol="0">
              <a:spAutoFit/>
            </a:bodyPr>
            <a:lstStyle/>
            <a:p>
              <a:r>
                <a:rPr lang="en-US" altLang="zh-CN" sz="800">
                  <a:solidFill>
                    <a:schemeClr val="bg1"/>
                  </a:solidFill>
                  <a:effectLst>
                    <a:outerShdw blurRad="38100" dist="38100" dir="2700000" algn="tl">
                      <a:srgbClr val="000000">
                        <a:alpha val="43137"/>
                      </a:srgbClr>
                    </a:outerShdw>
                  </a:effectLst>
                  <a:latin typeface="Arial"/>
                  <a:ea typeface="微软雅黑"/>
                  <a:cs typeface="阿里巴巴普惠体 2.0 45 Light" panose="00020600040101010101" pitchFamily="18" charset="-122"/>
                  <a:sym typeface="Arial"/>
                </a:rPr>
                <a:t>FIGHTING CORRUPTION AND ADVOCATING INTEGRITY, TACKLING DIFFICULTIES IN CLEAN GOVERNMENT</a:t>
              </a:r>
              <a:endParaRPr lang="zh-CN" altLang="en-US" sz="800">
                <a:solidFill>
                  <a:schemeClr val="bg1"/>
                </a:solidFill>
                <a:effectLst>
                  <a:outerShdw blurRad="38100" dist="38100" dir="2700000" algn="tl">
                    <a:srgbClr val="000000">
                      <a:alpha val="43137"/>
                    </a:srgbClr>
                  </a:outerShdw>
                </a:effectLst>
                <a:latin typeface="Arial"/>
                <a:ea typeface="微软雅黑"/>
                <a:cs typeface="阿里巴巴普惠体 2.0 45 Light" panose="00020600040101010101" pitchFamily="18" charset="-122"/>
                <a:sym typeface="Arial"/>
              </a:endParaRPr>
            </a:p>
          </p:txBody>
        </p:sp>
      </p:grpSp>
    </p:spTree>
    <p:extLst>
      <p:ext uri="{BB962C8B-B14F-4D97-AF65-F5344CB8AC3E}">
        <p14:creationId xmlns:p14="http://schemas.microsoft.com/office/powerpoint/2010/main" val="99226694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par>
                                <p:cTn id="10" presetID="53" presetClass="entr" presetSubtype="0"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childTnLst>
                          </p:cTn>
                        </p:par>
                      </p:childTnLst>
                    </p:cTn>
                  </p:par>
                  <p:par>
                    <p:cTn id="15" fill="hold" nodeType="clickPar">
                      <p:stCondLst>
                        <p:cond delay="indefinite"/>
                        <p:cond evt="onBegin" delay="0">
                          <p:tn val="14"/>
                        </p:cond>
                      </p:stCondLst>
                      <p:childTnLst>
                        <p:par>
                          <p:cTn id="16" fill="hold" nodeType="afterGroup">
                            <p:stCondLst>
                              <p:cond delay="0"/>
                            </p:stCondLst>
                            <p:childTnLst>
                              <p:par>
                                <p:cTn id="17" presetID="16" presetClass="entr" presetSubtype="37"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barn(outVertical)">
                                      <p:cBhvr>
                                        <p:cTn id="19" dur="500"/>
                                        <p:tgtEl>
                                          <p:spTgt spid="9"/>
                                        </p:tgtEl>
                                      </p:cBhvr>
                                    </p:animEffect>
                                  </p:childTnLst>
                                </p:cTn>
                              </p:par>
                            </p:childTnLst>
                          </p:cTn>
                        </p:par>
                      </p:childTnLst>
                    </p:cTn>
                  </p:par>
                  <p:par>
                    <p:cTn id="20" fill="hold" nodeType="clickPar">
                      <p:stCondLst>
                        <p:cond delay="indefinite"/>
                        <p:cond evt="onBegin" delay="0">
                          <p:tn val="19"/>
                        </p:cond>
                      </p:stCondLst>
                      <p:childTnLst>
                        <p:par>
                          <p:cTn id="21" fill="hold" nodeType="afterGroup">
                            <p:stCondLst>
                              <p:cond delay="0"/>
                            </p:stCondLst>
                            <p:childTnLst>
                              <p:par>
                                <p:cTn id="22" presetID="42" presetClass="entr" presetSubtype="0"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1000"/>
                                        <p:tgtEl>
                                          <p:spTgt spid="10"/>
                                        </p:tgtEl>
                                      </p:cBhvr>
                                    </p:animEffect>
                                    <p:anim calcmode="lin" valueType="num">
                                      <p:cBhvr>
                                        <p:cTn id="25" dur="1000" fill="hold"/>
                                        <p:tgtEl>
                                          <p:spTgt spid="10"/>
                                        </p:tgtEl>
                                        <p:attrNameLst>
                                          <p:attrName>ppt_x</p:attrName>
                                        </p:attrNameLst>
                                      </p:cBhvr>
                                      <p:tavLst>
                                        <p:tav tm="0">
                                          <p:val>
                                            <p:strVal val="#ppt_x"/>
                                          </p:val>
                                        </p:tav>
                                        <p:tav tm="100000">
                                          <p:val>
                                            <p:strVal val="#ppt_x"/>
                                          </p:val>
                                        </p:tav>
                                      </p:tavLst>
                                    </p:anim>
                                    <p:anim calcmode="lin" valueType="num">
                                      <p:cBhvr>
                                        <p:cTn id="26" dur="1000" fill="hold"/>
                                        <p:tgtEl>
                                          <p:spTgt spid="10"/>
                                        </p:tgtEl>
                                        <p:attrNameLst>
                                          <p:attrName>ppt_y</p:attrName>
                                        </p:attrNameLst>
                                      </p:cBhvr>
                                      <p:tavLst>
                                        <p:tav tm="0">
                                          <p:val>
                                            <p:strVal val="#ppt_y+.1"/>
                                          </p:val>
                                        </p:tav>
                                        <p:tav tm="100000">
                                          <p:val>
                                            <p:strVal val="#ppt_y"/>
                                          </p:val>
                                        </p:tav>
                                      </p:tavLst>
                                    </p:anim>
                                  </p:childTnLst>
                                </p:cTn>
                              </p:par>
                              <p:par>
                                <p:cTn id="27" presetID="53"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anim calcmode="lin" valueType="num">
                                      <p:cBhvr>
                                        <p:cTn id="29" dur="500" fill="hold"/>
                                        <p:tgtEl>
                                          <p:spTgt spid="13"/>
                                        </p:tgtEl>
                                        <p:attrNameLst>
                                          <p:attrName>ppt_w</p:attrName>
                                        </p:attrNameLst>
                                      </p:cBhvr>
                                      <p:tavLst>
                                        <p:tav tm="0">
                                          <p:val>
                                            <p:fltVal val="0"/>
                                          </p:val>
                                        </p:tav>
                                        <p:tav tm="100000">
                                          <p:val>
                                            <p:strVal val="#ppt_w"/>
                                          </p:val>
                                        </p:tav>
                                      </p:tavLst>
                                    </p:anim>
                                    <p:anim calcmode="lin" valueType="num">
                                      <p:cBhvr>
                                        <p:cTn id="30" dur="500" fill="hold"/>
                                        <p:tgtEl>
                                          <p:spTgt spid="13"/>
                                        </p:tgtEl>
                                        <p:attrNameLst>
                                          <p:attrName>ppt_h</p:attrName>
                                        </p:attrNameLst>
                                      </p:cBhvr>
                                      <p:tavLst>
                                        <p:tav tm="0">
                                          <p:val>
                                            <p:fltVal val="0"/>
                                          </p:val>
                                        </p:tav>
                                        <p:tav tm="100000">
                                          <p:val>
                                            <p:strVal val="#ppt_h"/>
                                          </p:val>
                                        </p:tav>
                                      </p:tavLst>
                                    </p:anim>
                                    <p:animEffect transition="in" filter="fade">
                                      <p:cBhvr>
                                        <p:cTn id="3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a:extLst>
              <a:ext uri="{FF2B5EF4-FFF2-40B4-BE49-F238E27FC236}">
                <a16:creationId xmlns:a16="http://schemas.microsoft.com/office/drawing/2014/main" id="{AE5378B2-AB55-DACB-B6C0-A50EC5D42914}"/>
              </a:ext>
            </a:extLst>
          </p:cNvPr>
          <p:cNvGrpSpPr/>
          <p:nvPr/>
        </p:nvGrpSpPr>
        <p:grpSpPr>
          <a:xfrm>
            <a:off x="598056" y="509654"/>
            <a:ext cx="5569955" cy="707747"/>
            <a:chOff x="598056" y="509653"/>
            <a:chExt cx="5569954" cy="707747"/>
          </a:xfrm>
        </p:grpSpPr>
        <p:grpSp>
          <p:nvGrpSpPr>
            <p:cNvPr id="8" name="组合 7">
              <a:extLst>
                <a:ext uri="{FF2B5EF4-FFF2-40B4-BE49-F238E27FC236}">
                  <a16:creationId xmlns:a16="http://schemas.microsoft.com/office/drawing/2014/main" id="{79894796-7F25-E876-7D0C-A7B8B83ABF33}"/>
                </a:ext>
              </a:extLst>
            </p:cNvPr>
            <p:cNvGrpSpPr/>
            <p:nvPr/>
          </p:nvGrpSpPr>
          <p:grpSpPr>
            <a:xfrm>
              <a:off x="1343999" y="509653"/>
              <a:ext cx="4824011" cy="707747"/>
              <a:chOff x="1731561" y="2531528"/>
              <a:chExt cx="4824011" cy="707747"/>
            </a:xfrm>
          </p:grpSpPr>
          <p:sp>
            <p:nvSpPr>
              <p:cNvPr id="9" name="文本框 8">
                <a:extLst>
                  <a:ext uri="{FF2B5EF4-FFF2-40B4-BE49-F238E27FC236}">
                    <a16:creationId xmlns:a16="http://schemas.microsoft.com/office/drawing/2014/main" id="{02CDBF9F-D65B-B284-E14F-68DB679F7D5E}"/>
                  </a:ext>
                </a:extLst>
              </p:cNvPr>
              <p:cNvSpPr txBox="1"/>
              <p:nvPr/>
            </p:nvSpPr>
            <p:spPr>
              <a:xfrm>
                <a:off x="1731561" y="2531528"/>
                <a:ext cx="4679992" cy="584775"/>
              </a:xfrm>
              <a:prstGeom prst="rect">
                <a:avLst/>
              </a:prstGeom>
              <a:noFill/>
            </p:spPr>
            <p:txBody>
              <a:bodyPr wrap="square" rtlCol="0">
                <a:spAutoFit/>
              </a:bodyPr>
              <a:lstStyle>
                <a:defPPr>
                  <a:defRPr lang="zh-CN"/>
                </a:defPPr>
                <a:lvl1pPr algn="dist">
                  <a:defRPr sz="3200" b="1">
                    <a:solidFill>
                      <a:srgbClr val="C00000"/>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defRPr>
                </a:lvl1pPr>
              </a:lstStyle>
              <a:p>
                <a:r>
                  <a:rPr lang="zh-CN" altLang="en-US">
                    <a:sym typeface="Arial"/>
                  </a:rPr>
                  <a:t>规范体系的重大意义</a:t>
                </a:r>
              </a:p>
            </p:txBody>
          </p:sp>
          <p:sp>
            <p:nvSpPr>
              <p:cNvPr id="10" name="文本框 9">
                <a:extLst>
                  <a:ext uri="{FF2B5EF4-FFF2-40B4-BE49-F238E27FC236}">
                    <a16:creationId xmlns:a16="http://schemas.microsoft.com/office/drawing/2014/main" id="{0630033E-5E8E-911D-B203-54C87B2E22A2}"/>
                  </a:ext>
                </a:extLst>
              </p:cNvPr>
              <p:cNvSpPr txBox="1"/>
              <p:nvPr/>
            </p:nvSpPr>
            <p:spPr>
              <a:xfrm>
                <a:off x="1779186" y="3008443"/>
                <a:ext cx="4776386" cy="230832"/>
              </a:xfrm>
              <a:prstGeom prst="rect">
                <a:avLst/>
              </a:prstGeom>
              <a:noFill/>
            </p:spPr>
            <p:txBody>
              <a:bodyPr wrap="square" rtlCol="0">
                <a:spAutoFit/>
              </a:bodyPr>
              <a:lstStyle/>
              <a:p>
                <a:pPr algn="dist"/>
                <a:r>
                  <a:rPr lang="en-US" altLang="zh-CN" sz="900">
                    <a:solidFill>
                      <a:srgbClr val="C00000"/>
                    </a:solidFill>
                    <a:latin typeface="Arial"/>
                    <a:ea typeface="微软雅黑"/>
                    <a:cs typeface="阿里巴巴普惠体 2.0 75 SemiBold" panose="00020600040101010101" pitchFamily="18" charset="-122"/>
                    <a:sym typeface="Arial"/>
                  </a:rPr>
                  <a:t>THE ORIGIN OF THE FOUNDING PARTY FESTIVAL</a:t>
                </a:r>
                <a:endParaRPr lang="zh-CN" altLang="en-US" sz="900">
                  <a:solidFill>
                    <a:srgbClr val="C00000"/>
                  </a:solidFill>
                  <a:latin typeface="Arial"/>
                  <a:ea typeface="微软雅黑"/>
                  <a:cs typeface="阿里巴巴普惠体 2.0 75 SemiBold" panose="00020600040101010101" pitchFamily="18" charset="-122"/>
                  <a:sym typeface="Arial"/>
                </a:endParaRPr>
              </a:p>
            </p:txBody>
          </p:sp>
        </p:grpSp>
        <p:grpSp>
          <p:nvGrpSpPr>
            <p:cNvPr id="12" name="组合 11">
              <a:extLst>
                <a:ext uri="{FF2B5EF4-FFF2-40B4-BE49-F238E27FC236}">
                  <a16:creationId xmlns:a16="http://schemas.microsoft.com/office/drawing/2014/main" id="{A244243B-1891-C7F1-3F16-976D00275E3F}"/>
                </a:ext>
              </a:extLst>
            </p:cNvPr>
            <p:cNvGrpSpPr/>
            <p:nvPr/>
          </p:nvGrpSpPr>
          <p:grpSpPr>
            <a:xfrm>
              <a:off x="598056" y="518699"/>
              <a:ext cx="731636" cy="689655"/>
              <a:chOff x="598056" y="533585"/>
              <a:chExt cx="731636" cy="689655"/>
            </a:xfrm>
          </p:grpSpPr>
          <p:sp>
            <p:nvSpPr>
              <p:cNvPr id="6" name="椭圆 5">
                <a:extLst>
                  <a:ext uri="{FF2B5EF4-FFF2-40B4-BE49-F238E27FC236}">
                    <a16:creationId xmlns:a16="http://schemas.microsoft.com/office/drawing/2014/main" id="{5B1126D8-56F8-7771-EC8F-13EBD897F50C}"/>
                  </a:ext>
                </a:extLst>
              </p:cNvPr>
              <p:cNvSpPr/>
              <p:nvPr/>
            </p:nvSpPr>
            <p:spPr>
              <a:xfrm>
                <a:off x="619047" y="533585"/>
                <a:ext cx="689655" cy="68965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11" name="文本框 10">
                <a:extLst>
                  <a:ext uri="{FF2B5EF4-FFF2-40B4-BE49-F238E27FC236}">
                    <a16:creationId xmlns:a16="http://schemas.microsoft.com/office/drawing/2014/main" id="{6475268E-D9A1-2141-25F2-2EC168C02C39}"/>
                  </a:ext>
                </a:extLst>
              </p:cNvPr>
              <p:cNvSpPr txBox="1"/>
              <p:nvPr/>
            </p:nvSpPr>
            <p:spPr>
              <a:xfrm>
                <a:off x="598056" y="586025"/>
                <a:ext cx="731636" cy="584775"/>
              </a:xfrm>
              <a:prstGeom prst="rect">
                <a:avLst/>
              </a:prstGeom>
              <a:noFill/>
            </p:spPr>
            <p:txBody>
              <a:bodyPr wrap="square" rtlCol="0">
                <a:spAutoFit/>
              </a:bodyPr>
              <a:lstStyle/>
              <a:p>
                <a:pPr algn="ctr"/>
                <a:r>
                  <a:rPr lang="en-US" altLang="zh-CN" sz="3200">
                    <a:solidFill>
                      <a:srgbClr val="FFE9A8"/>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02</a:t>
                </a:r>
                <a:endParaRPr lang="zh-CN" altLang="en-US" sz="3200">
                  <a:solidFill>
                    <a:srgbClr val="FFE9A8"/>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endParaRPr>
              </a:p>
            </p:txBody>
          </p:sp>
        </p:grpSp>
      </p:grpSp>
      <p:grpSp>
        <p:nvGrpSpPr>
          <p:cNvPr id="2" name="组合 1">
            <a:extLst>
              <a:ext uri="{FF2B5EF4-FFF2-40B4-BE49-F238E27FC236}">
                <a16:creationId xmlns:a16="http://schemas.microsoft.com/office/drawing/2014/main" id="{C505651E-C0C2-FE10-7506-DB2E28A7BE31}"/>
              </a:ext>
            </a:extLst>
          </p:cNvPr>
          <p:cNvGrpSpPr/>
          <p:nvPr/>
        </p:nvGrpSpPr>
        <p:grpSpPr>
          <a:xfrm>
            <a:off x="642471" y="1878138"/>
            <a:ext cx="10907059" cy="1681176"/>
            <a:chOff x="569118" y="1581150"/>
            <a:chExt cx="10907058" cy="1681176"/>
          </a:xfrm>
        </p:grpSpPr>
        <p:sp>
          <p:nvSpPr>
            <p:cNvPr id="3" name="Aichitds2">
              <a:extLst>
                <a:ext uri="{FF2B5EF4-FFF2-40B4-BE49-F238E27FC236}">
                  <a16:creationId xmlns:a16="http://schemas.microsoft.com/office/drawing/2014/main" id="{DB20CF5C-479B-111B-F526-B0DE177281AA}"/>
                </a:ext>
              </a:extLst>
            </p:cNvPr>
            <p:cNvSpPr/>
            <p:nvPr/>
          </p:nvSpPr>
          <p:spPr bwMode="auto">
            <a:xfrm>
              <a:off x="3164132" y="1735945"/>
              <a:ext cx="8312044" cy="1371587"/>
            </a:xfrm>
            <a:prstGeom prst="rect">
              <a:avLst/>
            </a:prstGeom>
            <a:solidFill>
              <a:sysClr val="window" lastClr="FFFFFF">
                <a:lumMod val="85000"/>
                <a:alpha val="15000"/>
              </a:sysClr>
            </a:solidFill>
            <a:ln w="9525" cap="flat" cmpd="sng" algn="ctr">
              <a:solidFill>
                <a:srgbClr val="FFFFFF">
                  <a:lumMod val="75000"/>
                </a:srgbClr>
              </a:solidFill>
              <a:prstDash val="solid"/>
              <a:round/>
              <a:headEnd type="none" w="med" len="med"/>
              <a:tailEnd type="none" w="med" len="med"/>
            </a:ln>
            <a:effectLst/>
          </p:spPr>
          <p:txBody>
            <a:bodyPr vert="horz" wrap="square" lIns="91404" tIns="45702" rIns="91404" bIns="45702" numCol="1" rtlCol="0" anchor="t" anchorCtr="0" compatLnSpc="1"/>
            <a:lstStyle/>
            <a:p>
              <a:pPr marL="0" marR="0" lvl="0" indent="0" defTabSz="913765"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BC0000"/>
                </a:solidFill>
                <a:effectLst/>
                <a:uLnTx/>
                <a:uFillTx/>
                <a:latin typeface="Arial"/>
                <a:ea typeface="微软雅黑"/>
                <a:cs typeface="阿里巴巴普惠体 2.0 55 Regular" panose="00020600040101010101" pitchFamily="18" charset="-122"/>
                <a:sym typeface="Arial"/>
              </a:endParaRPr>
            </a:p>
          </p:txBody>
        </p:sp>
        <p:sp>
          <p:nvSpPr>
            <p:cNvPr id="4" name="椭圆 3">
              <a:extLst>
                <a:ext uri="{FF2B5EF4-FFF2-40B4-BE49-F238E27FC236}">
                  <a16:creationId xmlns:a16="http://schemas.microsoft.com/office/drawing/2014/main" id="{6531F4D5-0755-BC98-47C0-A3ED05AA06DF}"/>
                </a:ext>
              </a:extLst>
            </p:cNvPr>
            <p:cNvSpPr/>
            <p:nvPr/>
          </p:nvSpPr>
          <p:spPr>
            <a:xfrm>
              <a:off x="569118" y="1581150"/>
              <a:ext cx="1681176" cy="1681176"/>
            </a:xfrm>
            <a:prstGeom prst="ellipse">
              <a:avLst/>
            </a:prstGeom>
            <a:gradFill>
              <a:gsLst>
                <a:gs pos="73000">
                  <a:srgbClr val="CB232D">
                    <a:lumMod val="5000"/>
                    <a:lumOff val="95000"/>
                    <a:alpha val="0"/>
                  </a:srgbClr>
                </a:gs>
                <a:gs pos="100000">
                  <a:srgbClr val="CB232D">
                    <a:alpha val="22000"/>
                  </a:srgbClr>
                </a:gs>
              </a:gsLst>
              <a:lin ang="0" scaled="0"/>
            </a:gradFill>
            <a:ln w="12700" cap="flat" cmpd="sng" algn="ctr">
              <a:gradFill>
                <a:gsLst>
                  <a:gs pos="76000">
                    <a:srgbClr val="CB232D">
                      <a:lumMod val="5000"/>
                      <a:lumOff val="95000"/>
                      <a:alpha val="0"/>
                    </a:srgbClr>
                  </a:gs>
                  <a:gs pos="100000">
                    <a:srgbClr val="CB232D"/>
                  </a:gs>
                </a:gsLst>
                <a:lin ang="0" scaled="0"/>
              </a:grad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a:ea typeface="微软雅黑"/>
                <a:cs typeface="阿里巴巴普惠体 2.0 55 Regular" panose="00020600040101010101" pitchFamily="18" charset="-122"/>
                <a:sym typeface="Arial"/>
              </a:endParaRPr>
            </a:p>
          </p:txBody>
        </p:sp>
        <p:sp>
          <p:nvSpPr>
            <p:cNvPr id="5" name="椭圆 4">
              <a:extLst>
                <a:ext uri="{FF2B5EF4-FFF2-40B4-BE49-F238E27FC236}">
                  <a16:creationId xmlns:a16="http://schemas.microsoft.com/office/drawing/2014/main" id="{12120C95-004D-741D-7D67-743AD60B7854}"/>
                </a:ext>
              </a:extLst>
            </p:cNvPr>
            <p:cNvSpPr/>
            <p:nvPr/>
          </p:nvSpPr>
          <p:spPr bwMode="auto">
            <a:xfrm>
              <a:off x="715824" y="1829187"/>
              <a:ext cx="1185102" cy="1185102"/>
            </a:xfrm>
            <a:prstGeom prst="ellipse">
              <a:avLst/>
            </a:prstGeom>
            <a:gradFill>
              <a:gsLst>
                <a:gs pos="0">
                  <a:srgbClr val="C30F0F">
                    <a:lumMod val="90000"/>
                    <a:lumOff val="10000"/>
                  </a:srgbClr>
                </a:gs>
                <a:gs pos="45000">
                  <a:srgbClr val="C30F0F"/>
                </a:gs>
              </a:gsLst>
              <a:lin ang="5400000" scaled="1"/>
            </a:gradFill>
            <a:ln w="6350" cap="flat" cmpd="sng" algn="ctr">
              <a:solidFill>
                <a:sysClr val="window" lastClr="FFFFFF"/>
              </a:solidFill>
              <a:prstDash val="solid"/>
              <a:miter lim="800000"/>
            </a:ln>
            <a:effectLst>
              <a:outerShdw blurRad="254000" dist="101600" dir="5400000" algn="ctr" rotWithShape="0">
                <a:srgbClr val="C30F0F">
                  <a:alpha val="23000"/>
                </a:srgbClr>
              </a:outerShdw>
            </a:effectLst>
          </p:spPr>
          <p:txBody>
            <a:bodyPr lIns="0" rIns="0" rtlCol="0" anchor="ctr"/>
            <a:lstStyle/>
            <a:p>
              <a:pPr marL="0" marR="0" lvl="0" indent="0" algn="ctr" defTabSz="914400" eaLnBrk="1" fontAlgn="auto" latinLnBrk="0" hangingPunct="1">
                <a:lnSpc>
                  <a:spcPct val="100000"/>
                </a:lnSpc>
                <a:spcBef>
                  <a:spcPct val="0"/>
                </a:spcBef>
                <a:spcAft>
                  <a:spcPct val="0"/>
                </a:spcAft>
                <a:buClrTx/>
                <a:buSzTx/>
                <a:buFontTx/>
                <a:buNone/>
                <a:defRPr/>
              </a:pPr>
              <a:r>
                <a:rPr kumimoji="0" lang="zh-CN" altLang="en-US" sz="2000" b="0" i="0" u="none" strike="noStrike" kern="0" cap="none" spc="0" normalizeH="0" baseline="0" noProof="0">
                  <a:ln w="19050">
                    <a:noFill/>
                  </a:ln>
                  <a:gradFill>
                    <a:gsLst>
                      <a:gs pos="100000">
                        <a:srgbClr val="E9BE61"/>
                      </a:gs>
                      <a:gs pos="49000">
                        <a:srgbClr val="FEEFAC"/>
                      </a:gs>
                    </a:gsLst>
                    <a:lin ang="5400000" scaled="0"/>
                  </a:gradFill>
                  <a:effectLst/>
                  <a:uLnTx/>
                  <a:uFillTx/>
                  <a:latin typeface="Arial"/>
                  <a:ea typeface="微软雅黑"/>
                  <a:cs typeface="阿里巴巴普惠体 2.0 75 SemiBold" panose="00020600040101010101" pitchFamily="18" charset="-122"/>
                  <a:sym typeface="Arial"/>
                </a:rPr>
                <a:t>规范</a:t>
              </a:r>
              <a:endParaRPr kumimoji="0" lang="en-US" altLang="zh-CN" sz="2000" b="0" i="0" u="none" strike="noStrike" kern="0" cap="none" spc="0" normalizeH="0" baseline="0" noProof="0">
                <a:ln w="19050">
                  <a:noFill/>
                </a:ln>
                <a:gradFill>
                  <a:gsLst>
                    <a:gs pos="100000">
                      <a:srgbClr val="E9BE61"/>
                    </a:gs>
                    <a:gs pos="49000">
                      <a:srgbClr val="FEEFAC"/>
                    </a:gs>
                  </a:gsLst>
                  <a:lin ang="5400000" scaled="0"/>
                </a:gradFill>
                <a:effectLst/>
                <a:uLnTx/>
                <a:uFillTx/>
                <a:latin typeface="Arial"/>
                <a:ea typeface="微软雅黑"/>
                <a:cs typeface="阿里巴巴普惠体 2.0 75 SemiBold" panose="00020600040101010101" pitchFamily="18" charset="-122"/>
                <a:sym typeface="Arial"/>
              </a:endParaRPr>
            </a:p>
            <a:p>
              <a:pPr marL="0" marR="0" lvl="0" indent="0" algn="ctr" defTabSz="914400" eaLnBrk="1" fontAlgn="auto" latinLnBrk="0" hangingPunct="1">
                <a:lnSpc>
                  <a:spcPct val="100000"/>
                </a:lnSpc>
                <a:spcBef>
                  <a:spcPct val="0"/>
                </a:spcBef>
                <a:spcAft>
                  <a:spcPct val="0"/>
                </a:spcAft>
                <a:buClrTx/>
                <a:buSzTx/>
                <a:buFontTx/>
                <a:buNone/>
                <a:defRPr/>
              </a:pPr>
              <a:r>
                <a:rPr kumimoji="0" lang="zh-CN" altLang="en-US" sz="2000" b="0" i="0" u="none" strike="noStrike" kern="0" cap="none" spc="0" normalizeH="0" baseline="0" noProof="0">
                  <a:ln w="19050">
                    <a:noFill/>
                  </a:ln>
                  <a:gradFill>
                    <a:gsLst>
                      <a:gs pos="100000">
                        <a:srgbClr val="E9BE61"/>
                      </a:gs>
                      <a:gs pos="49000">
                        <a:srgbClr val="FEEFAC"/>
                      </a:gs>
                    </a:gsLst>
                    <a:lin ang="5400000" scaled="0"/>
                  </a:gradFill>
                  <a:effectLst/>
                  <a:uLnTx/>
                  <a:uFillTx/>
                  <a:latin typeface="Arial"/>
                  <a:ea typeface="微软雅黑"/>
                  <a:cs typeface="阿里巴巴普惠体 2.0 75 SemiBold" panose="00020600040101010101" pitchFamily="18" charset="-122"/>
                  <a:sym typeface="Arial"/>
                </a:rPr>
                <a:t>体系</a:t>
              </a:r>
            </a:p>
          </p:txBody>
        </p:sp>
        <p:sp>
          <p:nvSpPr>
            <p:cNvPr id="7" name="矩形 6">
              <a:extLst>
                <a:ext uri="{FF2B5EF4-FFF2-40B4-BE49-F238E27FC236}">
                  <a16:creationId xmlns:a16="http://schemas.microsoft.com/office/drawing/2014/main" id="{CB6CBD8F-D41E-09EA-14ED-3F474EE1ADD0}"/>
                </a:ext>
              </a:extLst>
            </p:cNvPr>
            <p:cNvSpPr/>
            <p:nvPr/>
          </p:nvSpPr>
          <p:spPr>
            <a:xfrm>
              <a:off x="3555570" y="1987648"/>
              <a:ext cx="7372790" cy="830997"/>
            </a:xfrm>
            <a:prstGeom prst="rect">
              <a:avLst/>
            </a:prstGeom>
          </p:spPr>
          <p:txBody>
            <a:bodyPr wrap="square">
              <a:spAutoFit/>
            </a:bodyPr>
            <a:lstStyle/>
            <a:p>
              <a:pPr marL="277200" indent="-171450">
                <a:lnSpc>
                  <a:spcPct val="150000"/>
                </a:lnSpc>
                <a:buClr>
                  <a:srgbClr val="CB232D"/>
                </a:buClr>
                <a:buFont typeface="Arial" panose="020B0604020202020204" pitchFamily="34" charset="0"/>
                <a:buChar char="•"/>
                <a:defRPr/>
              </a:pPr>
              <a:r>
                <a:rPr lang="zh-CN" altLang="en-US" sz="1600">
                  <a:solidFill>
                    <a:prstClr val="black"/>
                  </a:solidFill>
                  <a:latin typeface="Arial"/>
                  <a:ea typeface="微软雅黑"/>
                  <a:cs typeface="阿里巴巴普惠体 2.0 55 Regular" panose="00020600040101010101" pitchFamily="18" charset="-122"/>
                  <a:sym typeface="Arial"/>
                </a:rPr>
                <a:t>从石库门到天安门，从兴业路到复兴路，我们党百年来所付出的一切努力、进行的一切斗争、作出的一切牺牲，都是为了人民幸福和民族复兴。</a:t>
              </a:r>
            </a:p>
          </p:txBody>
        </p:sp>
        <p:sp>
          <p:nvSpPr>
            <p:cNvPr id="14" name="箭头: 右 13">
              <a:extLst>
                <a:ext uri="{FF2B5EF4-FFF2-40B4-BE49-F238E27FC236}">
                  <a16:creationId xmlns:a16="http://schemas.microsoft.com/office/drawing/2014/main" id="{A3F3DC7A-1AB7-E218-0FC9-15796B1D2AC5}"/>
                </a:ext>
              </a:extLst>
            </p:cNvPr>
            <p:cNvSpPr/>
            <p:nvPr/>
          </p:nvSpPr>
          <p:spPr>
            <a:xfrm>
              <a:off x="2371354" y="2261654"/>
              <a:ext cx="401340" cy="310954"/>
            </a:xfrm>
            <a:prstGeom prst="rightArrow">
              <a:avLst/>
            </a:prstGeom>
            <a:gradFill>
              <a:gsLst>
                <a:gs pos="0">
                  <a:srgbClr val="C30F0F">
                    <a:lumMod val="90000"/>
                    <a:lumOff val="10000"/>
                    <a:alpha val="0"/>
                  </a:srgbClr>
                </a:gs>
                <a:gs pos="71000">
                  <a:srgbClr val="C30F0F"/>
                </a:gs>
              </a:gsLst>
              <a:lin ang="0" scaled="0"/>
            </a:gradFill>
            <a:ln w="12700" cap="flat" cmpd="sng" algn="ctr">
              <a:noFill/>
              <a:prstDash val="solid"/>
              <a:miter lim="800000"/>
            </a:ln>
            <a:effectLst>
              <a:outerShdw blurRad="254000" dist="101600" dir="5400000" algn="ctr" rotWithShape="0">
                <a:srgbClr val="C30F0F">
                  <a:alpha val="23000"/>
                </a:srgbClr>
              </a:outerShdw>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a:ea typeface="微软雅黑"/>
                <a:cs typeface="阿里巴巴普惠体 2.0 55 Regular" panose="00020600040101010101" pitchFamily="18" charset="-122"/>
                <a:sym typeface="Arial"/>
              </a:endParaRPr>
            </a:p>
          </p:txBody>
        </p:sp>
        <p:grpSp>
          <p:nvGrpSpPr>
            <p:cNvPr id="15" name="组合 14">
              <a:extLst>
                <a:ext uri="{FF2B5EF4-FFF2-40B4-BE49-F238E27FC236}">
                  <a16:creationId xmlns:a16="http://schemas.microsoft.com/office/drawing/2014/main" id="{DF360077-E2B8-8E0C-CFCF-A500E8EF32D4}"/>
                </a:ext>
              </a:extLst>
            </p:cNvPr>
            <p:cNvGrpSpPr/>
            <p:nvPr/>
          </p:nvGrpSpPr>
          <p:grpSpPr>
            <a:xfrm>
              <a:off x="2864331" y="2121937"/>
              <a:ext cx="599602" cy="599602"/>
              <a:chOff x="2864331" y="2121937"/>
              <a:chExt cx="599602" cy="599602"/>
            </a:xfrm>
          </p:grpSpPr>
          <p:sp>
            <p:nvSpPr>
              <p:cNvPr id="16" name="椭圆 15">
                <a:extLst>
                  <a:ext uri="{FF2B5EF4-FFF2-40B4-BE49-F238E27FC236}">
                    <a16:creationId xmlns:a16="http://schemas.microsoft.com/office/drawing/2014/main" id="{A468B95E-1089-5624-3702-06522E29F006}"/>
                  </a:ext>
                </a:extLst>
              </p:cNvPr>
              <p:cNvSpPr/>
              <p:nvPr/>
            </p:nvSpPr>
            <p:spPr bwMode="auto">
              <a:xfrm>
                <a:off x="2864331" y="2121937"/>
                <a:ext cx="599602" cy="599602"/>
              </a:xfrm>
              <a:prstGeom prst="ellipse">
                <a:avLst/>
              </a:prstGeom>
              <a:gradFill>
                <a:gsLst>
                  <a:gs pos="0">
                    <a:srgbClr val="C30F0F">
                      <a:lumMod val="90000"/>
                      <a:lumOff val="10000"/>
                    </a:srgbClr>
                  </a:gs>
                  <a:gs pos="45000">
                    <a:srgbClr val="C30F0F"/>
                  </a:gs>
                </a:gsLst>
                <a:lin ang="5400000" scaled="1"/>
              </a:gradFill>
              <a:ln w="6350" cap="flat" cmpd="sng" algn="ctr">
                <a:solidFill>
                  <a:sysClr val="window" lastClr="FFFFFF"/>
                </a:solidFill>
                <a:prstDash val="solid"/>
                <a:miter lim="800000"/>
              </a:ln>
              <a:effectLst>
                <a:outerShdw blurRad="254000" dist="101600" dir="5400000" algn="ctr" rotWithShape="0">
                  <a:srgbClr val="C30F0F">
                    <a:alpha val="23000"/>
                  </a:srgbClr>
                </a:outerShdw>
              </a:effectLst>
            </p:spPr>
            <p:txBody>
              <a:bodyPr lIns="0" rIns="0"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2800" b="0" i="0" u="none" strike="noStrike" kern="0" cap="none" spc="0" normalizeH="0" baseline="0" noProof="0">
                  <a:ln w="19050">
                    <a:noFill/>
                  </a:ln>
                  <a:gradFill>
                    <a:gsLst>
                      <a:gs pos="100000">
                        <a:srgbClr val="E9BE61"/>
                      </a:gs>
                      <a:gs pos="49000">
                        <a:srgbClr val="FEEFAC"/>
                      </a:gs>
                    </a:gsLst>
                    <a:lin ang="5400000" scaled="0"/>
                  </a:gradFill>
                  <a:effectLst/>
                  <a:uLnTx/>
                  <a:uFillTx/>
                  <a:latin typeface="Arial"/>
                  <a:ea typeface="微软雅黑"/>
                  <a:cs typeface="阿里巴巴普惠体 2.0 55 Regular" panose="00020600040101010101" pitchFamily="18" charset="-122"/>
                  <a:sym typeface="Arial"/>
                </a:endParaRPr>
              </a:p>
            </p:txBody>
          </p:sp>
          <p:sp>
            <p:nvSpPr>
              <p:cNvPr id="17" name="文本框 16">
                <a:extLst>
                  <a:ext uri="{FF2B5EF4-FFF2-40B4-BE49-F238E27FC236}">
                    <a16:creationId xmlns:a16="http://schemas.microsoft.com/office/drawing/2014/main" id="{F552A5BF-E0D7-A1DC-4FE4-BD5266D2E250}"/>
                  </a:ext>
                </a:extLst>
              </p:cNvPr>
              <p:cNvSpPr txBox="1"/>
              <p:nvPr/>
            </p:nvSpPr>
            <p:spPr>
              <a:xfrm>
                <a:off x="2879734" y="2190906"/>
                <a:ext cx="584199" cy="461665"/>
              </a:xfrm>
              <a:prstGeom prst="rect">
                <a:avLst/>
              </a:prstGeom>
              <a:noFill/>
            </p:spPr>
            <p:txBody>
              <a:bodyPr wrap="square" rtlCol="0">
                <a:spAutoFit/>
              </a:bodyPr>
              <a:lstStyle/>
              <a:p>
                <a:pPr algn="ctr"/>
                <a:r>
                  <a:rPr lang="en-US" altLang="zh-CN" sz="2400">
                    <a:solidFill>
                      <a:schemeClr val="bg1"/>
                    </a:solidFill>
                    <a:latin typeface="Arial"/>
                    <a:ea typeface="微软雅黑"/>
                    <a:cs typeface="阿里巴巴普惠体 2.0 55 Regular" panose="00020600040101010101" pitchFamily="18" charset="-122"/>
                    <a:sym typeface="Arial"/>
                  </a:rPr>
                  <a:t>01</a:t>
                </a:r>
                <a:endParaRPr lang="zh-CN" altLang="en-US" sz="2400">
                  <a:solidFill>
                    <a:schemeClr val="bg1"/>
                  </a:solidFill>
                  <a:latin typeface="Arial"/>
                  <a:ea typeface="微软雅黑"/>
                  <a:cs typeface="阿里巴巴普惠体 2.0 55 Regular" panose="00020600040101010101" pitchFamily="18" charset="-122"/>
                  <a:sym typeface="Arial"/>
                </a:endParaRPr>
              </a:p>
            </p:txBody>
          </p:sp>
        </p:grpSp>
      </p:grpSp>
      <p:grpSp>
        <p:nvGrpSpPr>
          <p:cNvPr id="18" name="组合 17">
            <a:extLst>
              <a:ext uri="{FF2B5EF4-FFF2-40B4-BE49-F238E27FC236}">
                <a16:creationId xmlns:a16="http://schemas.microsoft.com/office/drawing/2014/main" id="{32CC5B42-3618-1838-E0FE-B7877B3A1C5B}"/>
              </a:ext>
            </a:extLst>
          </p:cNvPr>
          <p:cNvGrpSpPr/>
          <p:nvPr/>
        </p:nvGrpSpPr>
        <p:grpSpPr>
          <a:xfrm>
            <a:off x="642471" y="3980072"/>
            <a:ext cx="10907059" cy="1681176"/>
            <a:chOff x="569118" y="1581150"/>
            <a:chExt cx="10907058" cy="1681176"/>
          </a:xfrm>
        </p:grpSpPr>
        <p:sp>
          <p:nvSpPr>
            <p:cNvPr id="19" name="Aichitds2">
              <a:extLst>
                <a:ext uri="{FF2B5EF4-FFF2-40B4-BE49-F238E27FC236}">
                  <a16:creationId xmlns:a16="http://schemas.microsoft.com/office/drawing/2014/main" id="{28543C7C-9AB7-8861-2AE2-5534FCD1EEC1}"/>
                </a:ext>
              </a:extLst>
            </p:cNvPr>
            <p:cNvSpPr/>
            <p:nvPr/>
          </p:nvSpPr>
          <p:spPr bwMode="auto">
            <a:xfrm>
              <a:off x="3164132" y="1735945"/>
              <a:ext cx="8312044" cy="1371587"/>
            </a:xfrm>
            <a:prstGeom prst="rect">
              <a:avLst/>
            </a:prstGeom>
            <a:solidFill>
              <a:sysClr val="window" lastClr="FFFFFF">
                <a:lumMod val="85000"/>
                <a:alpha val="15000"/>
              </a:sysClr>
            </a:solidFill>
            <a:ln w="9525" cap="flat" cmpd="sng" algn="ctr">
              <a:solidFill>
                <a:srgbClr val="FFFFFF">
                  <a:lumMod val="75000"/>
                </a:srgbClr>
              </a:solidFill>
              <a:prstDash val="solid"/>
              <a:round/>
              <a:headEnd type="none" w="med" len="med"/>
              <a:tailEnd type="none" w="med" len="med"/>
            </a:ln>
            <a:effectLst/>
          </p:spPr>
          <p:txBody>
            <a:bodyPr vert="horz" wrap="square" lIns="91404" tIns="45702" rIns="91404" bIns="45702" numCol="1" rtlCol="0" anchor="t" anchorCtr="0" compatLnSpc="1"/>
            <a:lstStyle/>
            <a:p>
              <a:pPr marL="0" marR="0" lvl="0" indent="0" defTabSz="913765"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BC0000"/>
                </a:solidFill>
                <a:effectLst/>
                <a:uLnTx/>
                <a:uFillTx/>
                <a:latin typeface="Arial"/>
                <a:ea typeface="微软雅黑"/>
                <a:cs typeface="阿里巴巴普惠体 2.0 55 Regular" panose="00020600040101010101" pitchFamily="18" charset="-122"/>
                <a:sym typeface="Arial"/>
              </a:endParaRPr>
            </a:p>
          </p:txBody>
        </p:sp>
        <p:sp>
          <p:nvSpPr>
            <p:cNvPr id="20" name="椭圆 19">
              <a:extLst>
                <a:ext uri="{FF2B5EF4-FFF2-40B4-BE49-F238E27FC236}">
                  <a16:creationId xmlns:a16="http://schemas.microsoft.com/office/drawing/2014/main" id="{17A8EC48-DC4D-B0FF-70AD-6B4D4B978934}"/>
                </a:ext>
              </a:extLst>
            </p:cNvPr>
            <p:cNvSpPr/>
            <p:nvPr/>
          </p:nvSpPr>
          <p:spPr>
            <a:xfrm>
              <a:off x="569118" y="1581150"/>
              <a:ext cx="1681176" cy="1681176"/>
            </a:xfrm>
            <a:prstGeom prst="ellipse">
              <a:avLst/>
            </a:prstGeom>
            <a:gradFill>
              <a:gsLst>
                <a:gs pos="73000">
                  <a:srgbClr val="CB232D">
                    <a:lumMod val="5000"/>
                    <a:lumOff val="95000"/>
                    <a:alpha val="0"/>
                  </a:srgbClr>
                </a:gs>
                <a:gs pos="100000">
                  <a:srgbClr val="CB232D">
                    <a:alpha val="22000"/>
                  </a:srgbClr>
                </a:gs>
              </a:gsLst>
              <a:lin ang="0" scaled="0"/>
            </a:gradFill>
            <a:ln w="12700" cap="flat" cmpd="sng" algn="ctr">
              <a:gradFill>
                <a:gsLst>
                  <a:gs pos="76000">
                    <a:srgbClr val="CB232D">
                      <a:lumMod val="5000"/>
                      <a:lumOff val="95000"/>
                      <a:alpha val="0"/>
                    </a:srgbClr>
                  </a:gs>
                  <a:gs pos="100000">
                    <a:srgbClr val="CB232D"/>
                  </a:gs>
                </a:gsLst>
                <a:lin ang="0" scaled="0"/>
              </a:grad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a:ea typeface="微软雅黑"/>
                <a:cs typeface="阿里巴巴普惠体 2.0 55 Regular" panose="00020600040101010101" pitchFamily="18" charset="-122"/>
                <a:sym typeface="Arial"/>
              </a:endParaRPr>
            </a:p>
          </p:txBody>
        </p:sp>
        <p:sp>
          <p:nvSpPr>
            <p:cNvPr id="21" name="椭圆 20">
              <a:extLst>
                <a:ext uri="{FF2B5EF4-FFF2-40B4-BE49-F238E27FC236}">
                  <a16:creationId xmlns:a16="http://schemas.microsoft.com/office/drawing/2014/main" id="{10F0B253-2773-F4B6-AD9E-16DC42C5F4A3}"/>
                </a:ext>
              </a:extLst>
            </p:cNvPr>
            <p:cNvSpPr/>
            <p:nvPr/>
          </p:nvSpPr>
          <p:spPr bwMode="auto">
            <a:xfrm>
              <a:off x="715824" y="1829187"/>
              <a:ext cx="1185102" cy="1185102"/>
            </a:xfrm>
            <a:prstGeom prst="ellipse">
              <a:avLst/>
            </a:prstGeom>
            <a:gradFill>
              <a:gsLst>
                <a:gs pos="0">
                  <a:srgbClr val="C30F0F">
                    <a:lumMod val="90000"/>
                    <a:lumOff val="10000"/>
                  </a:srgbClr>
                </a:gs>
                <a:gs pos="45000">
                  <a:srgbClr val="C30F0F"/>
                </a:gs>
              </a:gsLst>
              <a:lin ang="5400000" scaled="1"/>
            </a:gradFill>
            <a:ln w="6350" cap="flat" cmpd="sng" algn="ctr">
              <a:solidFill>
                <a:sysClr val="window" lastClr="FFFFFF"/>
              </a:solidFill>
              <a:prstDash val="solid"/>
              <a:miter lim="800000"/>
            </a:ln>
            <a:effectLst>
              <a:outerShdw blurRad="254000" dist="101600" dir="5400000" algn="ctr" rotWithShape="0">
                <a:srgbClr val="C30F0F">
                  <a:alpha val="23000"/>
                </a:srgbClr>
              </a:outerShdw>
            </a:effectLst>
          </p:spPr>
          <p:txBody>
            <a:bodyPr lIns="0" rIns="0" rtlCol="0" anchor="ctr"/>
            <a:lstStyle/>
            <a:p>
              <a:pPr marL="0" marR="0" lvl="0" indent="0" algn="ctr" defTabSz="914400" eaLnBrk="1" fontAlgn="auto" latinLnBrk="0" hangingPunct="1">
                <a:lnSpc>
                  <a:spcPct val="100000"/>
                </a:lnSpc>
                <a:spcBef>
                  <a:spcPct val="0"/>
                </a:spcBef>
                <a:spcAft>
                  <a:spcPct val="0"/>
                </a:spcAft>
                <a:buClrTx/>
                <a:buSzTx/>
                <a:buFontTx/>
                <a:buNone/>
                <a:defRPr/>
              </a:pPr>
              <a:r>
                <a:rPr kumimoji="0" lang="zh-CN" altLang="en-US" sz="2000" b="0" i="0" u="none" strike="noStrike" kern="0" cap="none" spc="0" normalizeH="0" baseline="0" noProof="0">
                  <a:ln w="19050">
                    <a:noFill/>
                  </a:ln>
                  <a:gradFill>
                    <a:gsLst>
                      <a:gs pos="100000">
                        <a:srgbClr val="E9BE61"/>
                      </a:gs>
                      <a:gs pos="49000">
                        <a:srgbClr val="FEEFAC"/>
                      </a:gs>
                    </a:gsLst>
                    <a:lin ang="5400000" scaled="0"/>
                  </a:gradFill>
                  <a:effectLst/>
                  <a:uLnTx/>
                  <a:uFillTx/>
                  <a:latin typeface="Arial"/>
                  <a:ea typeface="微软雅黑"/>
                  <a:cs typeface="阿里巴巴普惠体 2.0 75 SemiBold" panose="00020600040101010101" pitchFamily="18" charset="-122"/>
                  <a:sym typeface="Arial"/>
                </a:rPr>
                <a:t>规范</a:t>
              </a:r>
              <a:endParaRPr kumimoji="0" lang="en-US" altLang="zh-CN" sz="2000" b="0" i="0" u="none" strike="noStrike" kern="0" cap="none" spc="0" normalizeH="0" baseline="0" noProof="0">
                <a:ln w="19050">
                  <a:noFill/>
                </a:ln>
                <a:gradFill>
                  <a:gsLst>
                    <a:gs pos="100000">
                      <a:srgbClr val="E9BE61"/>
                    </a:gs>
                    <a:gs pos="49000">
                      <a:srgbClr val="FEEFAC"/>
                    </a:gs>
                  </a:gsLst>
                  <a:lin ang="5400000" scaled="0"/>
                </a:gradFill>
                <a:effectLst/>
                <a:uLnTx/>
                <a:uFillTx/>
                <a:latin typeface="Arial"/>
                <a:ea typeface="微软雅黑"/>
                <a:cs typeface="阿里巴巴普惠体 2.0 75 SemiBold" panose="00020600040101010101" pitchFamily="18" charset="-122"/>
                <a:sym typeface="Arial"/>
              </a:endParaRPr>
            </a:p>
            <a:p>
              <a:pPr marL="0" marR="0" lvl="0" indent="0" algn="ctr" defTabSz="914400" eaLnBrk="1" fontAlgn="auto" latinLnBrk="0" hangingPunct="1">
                <a:lnSpc>
                  <a:spcPct val="100000"/>
                </a:lnSpc>
                <a:spcBef>
                  <a:spcPct val="0"/>
                </a:spcBef>
                <a:spcAft>
                  <a:spcPct val="0"/>
                </a:spcAft>
                <a:buClrTx/>
                <a:buSzTx/>
                <a:buFontTx/>
                <a:buNone/>
                <a:defRPr/>
              </a:pPr>
              <a:r>
                <a:rPr kumimoji="0" lang="zh-CN" altLang="en-US" sz="2000" b="0" i="0" u="none" strike="noStrike" kern="0" cap="none" spc="0" normalizeH="0" baseline="0" noProof="0">
                  <a:ln w="19050">
                    <a:noFill/>
                  </a:ln>
                  <a:gradFill>
                    <a:gsLst>
                      <a:gs pos="100000">
                        <a:srgbClr val="E9BE61"/>
                      </a:gs>
                      <a:gs pos="49000">
                        <a:srgbClr val="FEEFAC"/>
                      </a:gs>
                    </a:gsLst>
                    <a:lin ang="5400000" scaled="0"/>
                  </a:gradFill>
                  <a:effectLst/>
                  <a:uLnTx/>
                  <a:uFillTx/>
                  <a:latin typeface="Arial"/>
                  <a:ea typeface="微软雅黑"/>
                  <a:cs typeface="阿里巴巴普惠体 2.0 75 SemiBold" panose="00020600040101010101" pitchFamily="18" charset="-122"/>
                  <a:sym typeface="Arial"/>
                </a:rPr>
                <a:t>体系</a:t>
              </a:r>
            </a:p>
          </p:txBody>
        </p:sp>
        <p:sp>
          <p:nvSpPr>
            <p:cNvPr id="22" name="矩形 21">
              <a:extLst>
                <a:ext uri="{FF2B5EF4-FFF2-40B4-BE49-F238E27FC236}">
                  <a16:creationId xmlns:a16="http://schemas.microsoft.com/office/drawing/2014/main" id="{DA4335CF-494E-3C9A-0266-0588BE3FF225}"/>
                </a:ext>
              </a:extLst>
            </p:cNvPr>
            <p:cNvSpPr/>
            <p:nvPr/>
          </p:nvSpPr>
          <p:spPr>
            <a:xfrm>
              <a:off x="3493316" y="2017887"/>
              <a:ext cx="7372790" cy="830997"/>
            </a:xfrm>
            <a:prstGeom prst="rect">
              <a:avLst/>
            </a:prstGeom>
          </p:spPr>
          <p:txBody>
            <a:bodyPr wrap="square">
              <a:spAutoFit/>
            </a:bodyPr>
            <a:lstStyle/>
            <a:p>
              <a:pPr marL="277200" indent="-171450">
                <a:lnSpc>
                  <a:spcPct val="150000"/>
                </a:lnSpc>
                <a:buClr>
                  <a:srgbClr val="CB232D"/>
                </a:buClr>
                <a:buFont typeface="Arial" panose="020B0604020202020204" pitchFamily="34" charset="0"/>
                <a:buChar char="•"/>
                <a:defRPr/>
              </a:pPr>
              <a:r>
                <a:rPr lang="zh-CN" altLang="en-US" sz="1600">
                  <a:solidFill>
                    <a:prstClr val="black"/>
                  </a:solidFill>
                  <a:latin typeface="Arial"/>
                  <a:ea typeface="微软雅黑"/>
                  <a:cs typeface="阿里巴巴普惠体 2.0 55 Regular" panose="00020600040101010101" pitchFamily="18" charset="-122"/>
                  <a:sym typeface="Arial"/>
                </a:rPr>
                <a:t>正是由于始终坚守这个初心使命，我们党才能在极端困境中发展壮大，才能在濒临绝境中突出重围，才能在困顿逆境中毅然奋起。</a:t>
              </a:r>
            </a:p>
          </p:txBody>
        </p:sp>
        <p:sp>
          <p:nvSpPr>
            <p:cNvPr id="23" name="箭头: 右 22">
              <a:extLst>
                <a:ext uri="{FF2B5EF4-FFF2-40B4-BE49-F238E27FC236}">
                  <a16:creationId xmlns:a16="http://schemas.microsoft.com/office/drawing/2014/main" id="{5680087C-621C-F933-39D3-720475736367}"/>
                </a:ext>
              </a:extLst>
            </p:cNvPr>
            <p:cNvSpPr/>
            <p:nvPr/>
          </p:nvSpPr>
          <p:spPr>
            <a:xfrm>
              <a:off x="2371354" y="2261654"/>
              <a:ext cx="401340" cy="310954"/>
            </a:xfrm>
            <a:prstGeom prst="rightArrow">
              <a:avLst/>
            </a:prstGeom>
            <a:gradFill>
              <a:gsLst>
                <a:gs pos="0">
                  <a:srgbClr val="C30F0F">
                    <a:lumMod val="90000"/>
                    <a:lumOff val="10000"/>
                    <a:alpha val="0"/>
                  </a:srgbClr>
                </a:gs>
                <a:gs pos="71000">
                  <a:srgbClr val="C30F0F"/>
                </a:gs>
              </a:gsLst>
              <a:lin ang="0" scaled="0"/>
            </a:gradFill>
            <a:ln w="12700" cap="flat" cmpd="sng" algn="ctr">
              <a:noFill/>
              <a:prstDash val="solid"/>
              <a:miter lim="800000"/>
            </a:ln>
            <a:effectLst>
              <a:outerShdw blurRad="254000" dist="101600" dir="5400000" algn="ctr" rotWithShape="0">
                <a:srgbClr val="C30F0F">
                  <a:alpha val="23000"/>
                </a:srgbClr>
              </a:outerShdw>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Arial"/>
                <a:ea typeface="微软雅黑"/>
                <a:cs typeface="阿里巴巴普惠体 2.0 55 Regular" panose="00020600040101010101" pitchFamily="18" charset="-122"/>
                <a:sym typeface="Arial"/>
              </a:endParaRPr>
            </a:p>
          </p:txBody>
        </p:sp>
        <p:grpSp>
          <p:nvGrpSpPr>
            <p:cNvPr id="24" name="组合 23">
              <a:extLst>
                <a:ext uri="{FF2B5EF4-FFF2-40B4-BE49-F238E27FC236}">
                  <a16:creationId xmlns:a16="http://schemas.microsoft.com/office/drawing/2014/main" id="{A8D07D02-0B9C-173B-20CF-50BBCBFEE212}"/>
                </a:ext>
              </a:extLst>
            </p:cNvPr>
            <p:cNvGrpSpPr/>
            <p:nvPr/>
          </p:nvGrpSpPr>
          <p:grpSpPr>
            <a:xfrm>
              <a:off x="2864331" y="2121937"/>
              <a:ext cx="599602" cy="599602"/>
              <a:chOff x="2864331" y="2121937"/>
              <a:chExt cx="599602" cy="599602"/>
            </a:xfrm>
          </p:grpSpPr>
          <p:sp>
            <p:nvSpPr>
              <p:cNvPr id="25" name="椭圆 24">
                <a:extLst>
                  <a:ext uri="{FF2B5EF4-FFF2-40B4-BE49-F238E27FC236}">
                    <a16:creationId xmlns:a16="http://schemas.microsoft.com/office/drawing/2014/main" id="{7C33938E-9EC6-5BDA-7BCA-4111650508AA}"/>
                  </a:ext>
                </a:extLst>
              </p:cNvPr>
              <p:cNvSpPr/>
              <p:nvPr/>
            </p:nvSpPr>
            <p:spPr bwMode="auto">
              <a:xfrm>
                <a:off x="2864331" y="2121937"/>
                <a:ext cx="599602" cy="599602"/>
              </a:xfrm>
              <a:prstGeom prst="ellipse">
                <a:avLst/>
              </a:prstGeom>
              <a:gradFill>
                <a:gsLst>
                  <a:gs pos="0">
                    <a:srgbClr val="C30F0F">
                      <a:lumMod val="90000"/>
                      <a:lumOff val="10000"/>
                    </a:srgbClr>
                  </a:gs>
                  <a:gs pos="45000">
                    <a:srgbClr val="C30F0F"/>
                  </a:gs>
                </a:gsLst>
                <a:lin ang="5400000" scaled="1"/>
              </a:gradFill>
              <a:ln w="6350" cap="flat" cmpd="sng" algn="ctr">
                <a:solidFill>
                  <a:sysClr val="window" lastClr="FFFFFF"/>
                </a:solidFill>
                <a:prstDash val="solid"/>
                <a:miter lim="800000"/>
              </a:ln>
              <a:effectLst>
                <a:outerShdw blurRad="254000" dist="101600" dir="5400000" algn="ctr" rotWithShape="0">
                  <a:srgbClr val="C30F0F">
                    <a:alpha val="23000"/>
                  </a:srgbClr>
                </a:outerShdw>
              </a:effectLst>
            </p:spPr>
            <p:txBody>
              <a:bodyPr lIns="0" rIns="0"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2800" b="0" i="0" u="none" strike="noStrike" kern="0" cap="none" spc="0" normalizeH="0" baseline="0" noProof="0">
                  <a:ln w="19050">
                    <a:noFill/>
                  </a:ln>
                  <a:gradFill>
                    <a:gsLst>
                      <a:gs pos="100000">
                        <a:srgbClr val="E9BE61"/>
                      </a:gs>
                      <a:gs pos="49000">
                        <a:srgbClr val="FEEFAC"/>
                      </a:gs>
                    </a:gsLst>
                    <a:lin ang="5400000" scaled="0"/>
                  </a:gradFill>
                  <a:effectLst/>
                  <a:uLnTx/>
                  <a:uFillTx/>
                  <a:latin typeface="Arial"/>
                  <a:ea typeface="微软雅黑"/>
                  <a:cs typeface="阿里巴巴普惠体 2.0 55 Regular" panose="00020600040101010101" pitchFamily="18" charset="-122"/>
                  <a:sym typeface="Arial"/>
                </a:endParaRPr>
              </a:p>
            </p:txBody>
          </p:sp>
          <p:sp>
            <p:nvSpPr>
              <p:cNvPr id="26" name="文本框 25">
                <a:extLst>
                  <a:ext uri="{FF2B5EF4-FFF2-40B4-BE49-F238E27FC236}">
                    <a16:creationId xmlns:a16="http://schemas.microsoft.com/office/drawing/2014/main" id="{124EDFE1-B6A6-0CB3-F77B-1E1F3B316E7E}"/>
                  </a:ext>
                </a:extLst>
              </p:cNvPr>
              <p:cNvSpPr txBox="1"/>
              <p:nvPr/>
            </p:nvSpPr>
            <p:spPr>
              <a:xfrm>
                <a:off x="2879734" y="2190906"/>
                <a:ext cx="584199" cy="461665"/>
              </a:xfrm>
              <a:prstGeom prst="rect">
                <a:avLst/>
              </a:prstGeom>
              <a:noFill/>
            </p:spPr>
            <p:txBody>
              <a:bodyPr wrap="square" rtlCol="0">
                <a:spAutoFit/>
              </a:bodyPr>
              <a:lstStyle/>
              <a:p>
                <a:pPr algn="ctr"/>
                <a:r>
                  <a:rPr lang="en-US" altLang="zh-CN" sz="2400">
                    <a:solidFill>
                      <a:schemeClr val="bg1"/>
                    </a:solidFill>
                    <a:latin typeface="Arial"/>
                    <a:ea typeface="微软雅黑"/>
                    <a:cs typeface="阿里巴巴普惠体 2.0 55 Regular" panose="00020600040101010101" pitchFamily="18" charset="-122"/>
                    <a:sym typeface="Arial"/>
                  </a:rPr>
                  <a:t>02</a:t>
                </a:r>
                <a:endParaRPr lang="zh-CN" altLang="en-US" sz="2400">
                  <a:solidFill>
                    <a:schemeClr val="bg1"/>
                  </a:solidFill>
                  <a:latin typeface="Arial"/>
                  <a:ea typeface="微软雅黑"/>
                  <a:cs typeface="阿里巴巴普惠体 2.0 55 Regular" panose="00020600040101010101" pitchFamily="18" charset="-122"/>
                  <a:sym typeface="Arial"/>
                </a:endParaRPr>
              </a:p>
            </p:txBody>
          </p:sp>
        </p:grpSp>
      </p:grpSp>
    </p:spTree>
    <p:extLst>
      <p:ext uri="{BB962C8B-B14F-4D97-AF65-F5344CB8AC3E}">
        <p14:creationId xmlns:p14="http://schemas.microsoft.com/office/powerpoint/2010/main" val="254497805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0-#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childTnLst>
                                </p:cTn>
                              </p:par>
                              <p:par>
                                <p:cTn id="14" presetID="2" presetClass="entr" presetSubtype="2"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 calcmode="lin" valueType="num">
                                      <p:cBhvr additive="base">
                                        <p:cTn id="16" dur="500" fill="hold"/>
                                        <p:tgtEl>
                                          <p:spTgt spid="18"/>
                                        </p:tgtEl>
                                        <p:attrNameLst>
                                          <p:attrName>ppt_x</p:attrName>
                                        </p:attrNameLst>
                                      </p:cBhvr>
                                      <p:tavLst>
                                        <p:tav tm="0">
                                          <p:val>
                                            <p:strVal val="1+#ppt_w/2"/>
                                          </p:val>
                                        </p:tav>
                                        <p:tav tm="100000">
                                          <p:val>
                                            <p:strVal val="#ppt_x"/>
                                          </p:val>
                                        </p:tav>
                                      </p:tavLst>
                                    </p:anim>
                                    <p:anim calcmode="lin" valueType="num">
                                      <p:cBhvr additive="base">
                                        <p:cTn id="17" dur="500" fill="hold"/>
                                        <p:tgtEl>
                                          <p:spTgt spid="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图形" descr="E:\006包图网\素材\012党政\1\5ee9b1a105527.jpg5ee9b1a105527">
            <a:extLst>
              <a:ext uri="{FF2B5EF4-FFF2-40B4-BE49-F238E27FC236}">
                <a16:creationId xmlns:a16="http://schemas.microsoft.com/office/drawing/2014/main" id="{C4C20931-0371-A803-BD45-95AD893E5621}"/>
              </a:ext>
            </a:extLst>
          </p:cNvPr>
          <p:cNvPicPr>
            <a:picLocks noChangeAspect="1"/>
          </p:cNvPicPr>
          <p:nvPr>
            <p:custDataLst>
              <p:tags r:id="R25fbaf983b7542d1"/>
            </p:custDataLst>
          </p:nvPr>
        </p:nvPicPr>
        <p:blipFill>
          <a:blip r:embed="R7f32956bcdc04cd2">
            <a:extLst>
              <a:ext uri="{28A0092B-C50C-407E-A947-70E740481C1C}">
                <a14:useLocalDpi xmlns:a14="http://schemas.microsoft.com/office/drawing/2010/main"/>
              </a:ext>
            </a:extLst>
          </a:blip>
          <a:stretch>
            <a:fillRect/>
          </a:stretch>
        </p:blipFill>
        <p:spPr>
          <a:xfrm>
            <a:off x="374016" y="1454785"/>
            <a:ext cx="4459605" cy="4458970"/>
          </a:xfrm>
          <a:prstGeom prst="rect">
            <a:avLst/>
          </a:prstGeom>
        </p:spPr>
      </p:pic>
      <p:grpSp>
        <p:nvGrpSpPr>
          <p:cNvPr id="13" name="组合 12">
            <a:extLst>
              <a:ext uri="{FF2B5EF4-FFF2-40B4-BE49-F238E27FC236}">
                <a16:creationId xmlns:a16="http://schemas.microsoft.com/office/drawing/2014/main" id="{AE5378B2-AB55-DACB-B6C0-A50EC5D42914}"/>
              </a:ext>
            </a:extLst>
          </p:cNvPr>
          <p:cNvGrpSpPr/>
          <p:nvPr/>
        </p:nvGrpSpPr>
        <p:grpSpPr>
          <a:xfrm>
            <a:off x="598056" y="509654"/>
            <a:ext cx="5569955" cy="707747"/>
            <a:chOff x="598056" y="509653"/>
            <a:chExt cx="5569954" cy="707747"/>
          </a:xfrm>
        </p:grpSpPr>
        <p:grpSp>
          <p:nvGrpSpPr>
            <p:cNvPr id="8" name="组合 7">
              <a:extLst>
                <a:ext uri="{FF2B5EF4-FFF2-40B4-BE49-F238E27FC236}">
                  <a16:creationId xmlns:a16="http://schemas.microsoft.com/office/drawing/2014/main" id="{79894796-7F25-E876-7D0C-A7B8B83ABF33}"/>
                </a:ext>
              </a:extLst>
            </p:cNvPr>
            <p:cNvGrpSpPr/>
            <p:nvPr/>
          </p:nvGrpSpPr>
          <p:grpSpPr>
            <a:xfrm>
              <a:off x="1343999" y="509653"/>
              <a:ext cx="4824011" cy="707747"/>
              <a:chOff x="1731561" y="2531528"/>
              <a:chExt cx="4824011" cy="707747"/>
            </a:xfrm>
          </p:grpSpPr>
          <p:sp>
            <p:nvSpPr>
              <p:cNvPr id="9" name="文本框 8">
                <a:extLst>
                  <a:ext uri="{FF2B5EF4-FFF2-40B4-BE49-F238E27FC236}">
                    <a16:creationId xmlns:a16="http://schemas.microsoft.com/office/drawing/2014/main" id="{02CDBF9F-D65B-B284-E14F-68DB679F7D5E}"/>
                  </a:ext>
                </a:extLst>
              </p:cNvPr>
              <p:cNvSpPr txBox="1"/>
              <p:nvPr/>
            </p:nvSpPr>
            <p:spPr>
              <a:xfrm>
                <a:off x="1731561" y="2531528"/>
                <a:ext cx="4679992" cy="584775"/>
              </a:xfrm>
              <a:prstGeom prst="rect">
                <a:avLst/>
              </a:prstGeom>
              <a:noFill/>
            </p:spPr>
            <p:txBody>
              <a:bodyPr wrap="square" rtlCol="0">
                <a:spAutoFit/>
              </a:bodyPr>
              <a:lstStyle>
                <a:defPPr>
                  <a:defRPr lang="zh-CN"/>
                </a:defPPr>
                <a:lvl1pPr algn="dist">
                  <a:defRPr sz="3200" b="1">
                    <a:solidFill>
                      <a:srgbClr val="C00000"/>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defRPr>
                </a:lvl1pPr>
              </a:lstStyle>
              <a:p>
                <a:r>
                  <a:rPr lang="zh-CN" altLang="en-US">
                    <a:sym typeface="Arial"/>
                  </a:rPr>
                  <a:t>规范体系的重大意义</a:t>
                </a:r>
              </a:p>
            </p:txBody>
          </p:sp>
          <p:sp>
            <p:nvSpPr>
              <p:cNvPr id="10" name="文本框 9">
                <a:extLst>
                  <a:ext uri="{FF2B5EF4-FFF2-40B4-BE49-F238E27FC236}">
                    <a16:creationId xmlns:a16="http://schemas.microsoft.com/office/drawing/2014/main" id="{0630033E-5E8E-911D-B203-54C87B2E22A2}"/>
                  </a:ext>
                </a:extLst>
              </p:cNvPr>
              <p:cNvSpPr txBox="1"/>
              <p:nvPr/>
            </p:nvSpPr>
            <p:spPr>
              <a:xfrm>
                <a:off x="1779186" y="3008443"/>
                <a:ext cx="4776386" cy="230832"/>
              </a:xfrm>
              <a:prstGeom prst="rect">
                <a:avLst/>
              </a:prstGeom>
              <a:noFill/>
            </p:spPr>
            <p:txBody>
              <a:bodyPr wrap="square" rtlCol="0">
                <a:spAutoFit/>
              </a:bodyPr>
              <a:lstStyle/>
              <a:p>
                <a:pPr algn="dist"/>
                <a:r>
                  <a:rPr lang="en-US" altLang="zh-CN" sz="900">
                    <a:solidFill>
                      <a:srgbClr val="C00000"/>
                    </a:solidFill>
                    <a:latin typeface="Arial"/>
                    <a:ea typeface="微软雅黑"/>
                    <a:cs typeface="阿里巴巴普惠体 2.0 75 SemiBold" panose="00020600040101010101" pitchFamily="18" charset="-122"/>
                    <a:sym typeface="Arial"/>
                  </a:rPr>
                  <a:t>THE ORIGIN OF THE FOUNDING PARTY FESTIVAL</a:t>
                </a:r>
                <a:endParaRPr lang="zh-CN" altLang="en-US" sz="900">
                  <a:solidFill>
                    <a:srgbClr val="C00000"/>
                  </a:solidFill>
                  <a:latin typeface="Arial"/>
                  <a:ea typeface="微软雅黑"/>
                  <a:cs typeface="阿里巴巴普惠体 2.0 75 SemiBold" panose="00020600040101010101" pitchFamily="18" charset="-122"/>
                  <a:sym typeface="Arial"/>
                </a:endParaRPr>
              </a:p>
            </p:txBody>
          </p:sp>
        </p:grpSp>
        <p:grpSp>
          <p:nvGrpSpPr>
            <p:cNvPr id="12" name="组合 11">
              <a:extLst>
                <a:ext uri="{FF2B5EF4-FFF2-40B4-BE49-F238E27FC236}">
                  <a16:creationId xmlns:a16="http://schemas.microsoft.com/office/drawing/2014/main" id="{A244243B-1891-C7F1-3F16-976D00275E3F}"/>
                </a:ext>
              </a:extLst>
            </p:cNvPr>
            <p:cNvGrpSpPr/>
            <p:nvPr/>
          </p:nvGrpSpPr>
          <p:grpSpPr>
            <a:xfrm>
              <a:off x="598056" y="518699"/>
              <a:ext cx="731636" cy="689655"/>
              <a:chOff x="598056" y="533585"/>
              <a:chExt cx="731636" cy="689655"/>
            </a:xfrm>
          </p:grpSpPr>
          <p:sp>
            <p:nvSpPr>
              <p:cNvPr id="6" name="椭圆 5">
                <a:extLst>
                  <a:ext uri="{FF2B5EF4-FFF2-40B4-BE49-F238E27FC236}">
                    <a16:creationId xmlns:a16="http://schemas.microsoft.com/office/drawing/2014/main" id="{5B1126D8-56F8-7771-EC8F-13EBD897F50C}"/>
                  </a:ext>
                </a:extLst>
              </p:cNvPr>
              <p:cNvSpPr/>
              <p:nvPr/>
            </p:nvSpPr>
            <p:spPr>
              <a:xfrm>
                <a:off x="619047" y="533585"/>
                <a:ext cx="689655" cy="68965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11" name="文本框 10">
                <a:extLst>
                  <a:ext uri="{FF2B5EF4-FFF2-40B4-BE49-F238E27FC236}">
                    <a16:creationId xmlns:a16="http://schemas.microsoft.com/office/drawing/2014/main" id="{6475268E-D9A1-2141-25F2-2EC168C02C39}"/>
                  </a:ext>
                </a:extLst>
              </p:cNvPr>
              <p:cNvSpPr txBox="1"/>
              <p:nvPr/>
            </p:nvSpPr>
            <p:spPr>
              <a:xfrm>
                <a:off x="598056" y="586025"/>
                <a:ext cx="731636" cy="584775"/>
              </a:xfrm>
              <a:prstGeom prst="rect">
                <a:avLst/>
              </a:prstGeom>
              <a:noFill/>
            </p:spPr>
            <p:txBody>
              <a:bodyPr wrap="square" rtlCol="0">
                <a:spAutoFit/>
              </a:bodyPr>
              <a:lstStyle/>
              <a:p>
                <a:pPr algn="ctr"/>
                <a:r>
                  <a:rPr lang="en-US" altLang="zh-CN" sz="3200">
                    <a:solidFill>
                      <a:srgbClr val="FFE9A8"/>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02</a:t>
                </a:r>
                <a:endParaRPr lang="zh-CN" altLang="en-US" sz="3200">
                  <a:solidFill>
                    <a:srgbClr val="FFE9A8"/>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endParaRPr>
              </a:p>
            </p:txBody>
          </p:sp>
        </p:grpSp>
      </p:grpSp>
      <p:grpSp>
        <p:nvGrpSpPr>
          <p:cNvPr id="2" name="图形">
            <a:extLst>
              <a:ext uri="{FF2B5EF4-FFF2-40B4-BE49-F238E27FC236}">
                <a16:creationId xmlns:a16="http://schemas.microsoft.com/office/drawing/2014/main" id="{5391738C-AFB5-4771-271E-5F1CA1C1D749}"/>
              </a:ext>
            </a:extLst>
          </p:cNvPr>
          <p:cNvGrpSpPr/>
          <p:nvPr/>
        </p:nvGrpSpPr>
        <p:grpSpPr>
          <a:xfrm>
            <a:off x="4439817" y="1898651"/>
            <a:ext cx="7088505" cy="4317365"/>
            <a:chOff x="1343" y="2997"/>
            <a:chExt cx="11163" cy="6799"/>
          </a:xfrm>
        </p:grpSpPr>
        <p:sp>
          <p:nvSpPr>
            <p:cNvPr id="3" name="图形">
              <a:extLst>
                <a:ext uri="{FF2B5EF4-FFF2-40B4-BE49-F238E27FC236}">
                  <a16:creationId xmlns:a16="http://schemas.microsoft.com/office/drawing/2014/main" id="{41A624FD-4817-D055-42F1-EBB04D93CF80}"/>
                </a:ext>
              </a:extLst>
            </p:cNvPr>
            <p:cNvSpPr/>
            <p:nvPr>
              <p:custDataLst>
                <p:tags r:id="R8aed2d23d2d642b2"/>
              </p:custDataLst>
            </p:nvPr>
          </p:nvSpPr>
          <p:spPr bwMode="auto">
            <a:xfrm>
              <a:off x="1981" y="3327"/>
              <a:ext cx="1072" cy="2079"/>
            </a:xfrm>
            <a:custGeom>
              <a:avLst/>
              <a:gdLst>
                <a:gd name="T0" fmla="*/ 0 w 880533"/>
                <a:gd name="T1" fmla="*/ 0 h 1761068"/>
                <a:gd name="T2" fmla="*/ 177457 w 880533"/>
                <a:gd name="T3" fmla="*/ 17890 h 1761068"/>
                <a:gd name="T4" fmla="*/ 880533 w 880533"/>
                <a:gd name="T5" fmla="*/ 880534 h 1761068"/>
                <a:gd name="T6" fmla="*/ 177457 w 880533"/>
                <a:gd name="T7" fmla="*/ 1743179 h 1761068"/>
                <a:gd name="T8" fmla="*/ 0 w 880533"/>
                <a:gd name="T9" fmla="*/ 1761068 h 1761068"/>
                <a:gd name="T10" fmla="*/ 0 w 880533"/>
                <a:gd name="T11" fmla="*/ 1409700 h 1761068"/>
                <a:gd name="T12" fmla="*/ 106644 w 880533"/>
                <a:gd name="T13" fmla="*/ 1398950 h 1761068"/>
                <a:gd name="T14" fmla="*/ 529165 w 880533"/>
                <a:gd name="T15" fmla="*/ 880533 h 1761068"/>
                <a:gd name="T16" fmla="*/ 106644 w 880533"/>
                <a:gd name="T17" fmla="*/ 362117 h 1761068"/>
                <a:gd name="T18" fmla="*/ 0 w 880533"/>
                <a:gd name="T19" fmla="*/ 351366 h 17610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80533"/>
                <a:gd name="T31" fmla="*/ 0 h 1761068"/>
                <a:gd name="T32" fmla="*/ 880533 w 880533"/>
                <a:gd name="T33" fmla="*/ 1761068 h 176106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80533" h="1761067">
                  <a:moveTo>
                    <a:pt x="0" y="0"/>
                  </a:moveTo>
                  <a:lnTo>
                    <a:pt x="177457" y="17890"/>
                  </a:lnTo>
                  <a:cubicBezTo>
                    <a:pt x="578702" y="99996"/>
                    <a:pt x="880533" y="455017"/>
                    <a:pt x="880533" y="880534"/>
                  </a:cubicBezTo>
                  <a:cubicBezTo>
                    <a:pt x="880533" y="1306051"/>
                    <a:pt x="578702" y="1661072"/>
                    <a:pt x="177457" y="1743179"/>
                  </a:cubicBezTo>
                  <a:lnTo>
                    <a:pt x="0" y="1761068"/>
                  </a:lnTo>
                  <a:lnTo>
                    <a:pt x="0" y="1409700"/>
                  </a:lnTo>
                  <a:lnTo>
                    <a:pt x="106644" y="1398950"/>
                  </a:lnTo>
                  <a:cubicBezTo>
                    <a:pt x="347776" y="1349607"/>
                    <a:pt x="529165" y="1136253"/>
                    <a:pt x="529165" y="880533"/>
                  </a:cubicBezTo>
                  <a:cubicBezTo>
                    <a:pt x="529165" y="624814"/>
                    <a:pt x="347776" y="411460"/>
                    <a:pt x="106644" y="362117"/>
                  </a:cubicBezTo>
                  <a:lnTo>
                    <a:pt x="0" y="351366"/>
                  </a:lnTo>
                  <a:lnTo>
                    <a:pt x="0" y="0"/>
                  </a:lnTo>
                  <a:close/>
                </a:path>
              </a:pathLst>
            </a:custGeom>
            <a:gradFill>
              <a:gsLst>
                <a:gs pos="0">
                  <a:schemeClr val="bg1"/>
                </a:gs>
                <a:gs pos="84000">
                  <a:srgbClr val="C00000"/>
                </a:gs>
              </a:gsLst>
              <a:lin ang="5400000" scaled="1"/>
            </a:gradFill>
            <a:ln>
              <a:noFill/>
            </a:ln>
          </p:spPr>
          <p:txBody>
            <a:bodyPr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just" eaLnBrk="1" fontAlgn="auto" hangingPunct="1">
                <a:spcBef>
                  <a:spcPct val="0"/>
                </a:spcBef>
                <a:spcAft>
                  <a:spcPct val="0"/>
                </a:spcAft>
                <a:defRPr/>
              </a:pPr>
              <a:endParaRPr lang="zh-CN" altLang="en-US" sz="3600" b="1">
                <a:solidFill>
                  <a:schemeClr val="accent1">
                    <a:lumMod val="75000"/>
                  </a:schemeClr>
                </a:solidFill>
                <a:latin typeface="Arial"/>
                <a:ea typeface="微软雅黑"/>
                <a:cs typeface="阿里巴巴普惠体 2.0 55 Regular" panose="00020600040101010101" pitchFamily="18" charset="-122"/>
                <a:sym typeface="Arial"/>
              </a:endParaRPr>
            </a:p>
          </p:txBody>
        </p:sp>
        <p:pic>
          <p:nvPicPr>
            <p:cNvPr id="4" name="图形">
              <a:extLst>
                <a:ext uri="{FF2B5EF4-FFF2-40B4-BE49-F238E27FC236}">
                  <a16:creationId xmlns:a16="http://schemas.microsoft.com/office/drawing/2014/main" id="{3783BA0D-C593-9957-895E-AF99CAAF06F8}"/>
                </a:ext>
              </a:extLst>
            </p:cNvPr>
            <p:cNvPicPr/>
            <p:nvPr>
              <p:custDataLst>
                <p:tags r:id="R62d6928bfe8f426a"/>
              </p:custDataLst>
            </p:nvPr>
          </p:nvPicPr>
          <p:blipFill>
            <a:blip r:embed="R508b1d6507db4ec8">
              <a:extLst>
                <a:ext uri="{28A0092B-C50C-407E-A947-70E740481C1C}">
                  <a14:useLocalDpi xmlns:a14="http://schemas.microsoft.com/office/drawing/2010/main"/>
                </a:ext>
              </a:extLst>
            </a:blip>
            <a:stretch>
              <a:fillRect/>
            </a:stretch>
          </p:blipFill>
          <p:spPr bwMode="auto">
            <a:xfrm>
              <a:off x="1981" y="2997"/>
              <a:ext cx="72" cy="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图形">
              <a:extLst>
                <a:ext uri="{FF2B5EF4-FFF2-40B4-BE49-F238E27FC236}">
                  <a16:creationId xmlns:a16="http://schemas.microsoft.com/office/drawing/2014/main" id="{AA193BA2-CBBD-E8D8-450A-2B4432060A39}"/>
                </a:ext>
              </a:extLst>
            </p:cNvPr>
            <p:cNvSpPr/>
            <p:nvPr>
              <p:custDataLst>
                <p:tags r:id="Rfdf8e678b6154e20"/>
              </p:custDataLst>
            </p:nvPr>
          </p:nvSpPr>
          <p:spPr>
            <a:xfrm>
              <a:off x="3326" y="3826"/>
              <a:ext cx="3620" cy="2181"/>
            </a:xfrm>
            <a:prstGeom prst="rect">
              <a:avLst/>
            </a:prstGeom>
            <a:noFill/>
          </p:spPr>
          <p:txBody>
            <a:bodyPr wrap="square" rtlCol="0">
              <a:spAutoFit/>
            </a:bodyPr>
            <a:lstStyle/>
            <a:p>
              <a:pPr>
                <a:lnSpc>
                  <a:spcPct val="150000"/>
                </a:lnSpc>
              </a:pPr>
              <a:r>
                <a:rPr lang="zh-CN" altLang="en-US" sz="1400" spc="100">
                  <a:solidFill>
                    <a:schemeClr val="tx1">
                      <a:lumMod val="75000"/>
                      <a:lumOff val="25000"/>
                    </a:schemeClr>
                  </a:solidFill>
                  <a:uFillTx/>
                  <a:latin typeface="Arial"/>
                  <a:ea typeface="微软雅黑"/>
                  <a:cs typeface="阿里巴巴普惠体 2.0 55 Regular" panose="00020600040101010101" pitchFamily="18" charset="-122"/>
                  <a:sym typeface="Arial"/>
                </a:rPr>
                <a:t>创造性提出继续推进党的自我革命重大命题，坚持真理、修正错误，敢于正视问题、克服缺点</a:t>
              </a:r>
              <a:endParaRPr lang="zh-CN" altLang="en-US" sz="1400" spc="150">
                <a:solidFill>
                  <a:schemeClr val="tx1">
                    <a:lumMod val="85000"/>
                    <a:lumOff val="15000"/>
                  </a:schemeClr>
                </a:solidFill>
                <a:latin typeface="Arial"/>
                <a:ea typeface="微软雅黑"/>
                <a:cs typeface="阿里巴巴普惠体 2.0 55 Regular" panose="00020600040101010101" pitchFamily="18" charset="-122"/>
                <a:sym typeface="Arial"/>
              </a:endParaRPr>
            </a:p>
          </p:txBody>
        </p:sp>
        <p:sp>
          <p:nvSpPr>
            <p:cNvPr id="7" name="图形">
              <a:extLst>
                <a:ext uri="{FF2B5EF4-FFF2-40B4-BE49-F238E27FC236}">
                  <a16:creationId xmlns:a16="http://schemas.microsoft.com/office/drawing/2014/main" id="{32F51400-5F5A-C7F3-340F-F0350212412E}"/>
                </a:ext>
              </a:extLst>
            </p:cNvPr>
            <p:cNvSpPr/>
            <p:nvPr>
              <p:custDataLst>
                <p:tags r:id="R55b35c9e65fc4fdf"/>
              </p:custDataLst>
            </p:nvPr>
          </p:nvSpPr>
          <p:spPr>
            <a:xfrm>
              <a:off x="3308" y="3159"/>
              <a:ext cx="2273" cy="727"/>
            </a:xfrm>
            <a:prstGeom prst="rect">
              <a:avLst/>
            </a:prstGeom>
          </p:spPr>
          <p:txBody>
            <a:bodyPr wrap="square">
              <a:spAutoFit/>
            </a:bodyPr>
            <a:lstStyle/>
            <a:p>
              <a:r>
                <a:rPr lang="zh-CN" altLang="en-US" sz="2400">
                  <a:solidFill>
                    <a:srgbClr val="C00000"/>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规范体系</a:t>
              </a:r>
              <a:endParaRPr lang="zh-CN" altLang="en-US" sz="2400">
                <a:solidFill>
                  <a:srgbClr val="C00000"/>
                </a:solidFill>
                <a:latin typeface="Arial"/>
                <a:ea typeface="微软雅黑"/>
                <a:cs typeface="阿里巴巴普惠体 2.0 55 Regular" panose="00020600040101010101" pitchFamily="18" charset="-122"/>
                <a:sym typeface="Arial"/>
              </a:endParaRPr>
            </a:p>
          </p:txBody>
        </p:sp>
        <p:sp>
          <p:nvSpPr>
            <p:cNvPr id="14" name="图形">
              <a:extLst>
                <a:ext uri="{FF2B5EF4-FFF2-40B4-BE49-F238E27FC236}">
                  <a16:creationId xmlns:a16="http://schemas.microsoft.com/office/drawing/2014/main" id="{CE6D75E4-0727-07E6-8FDE-00D3B25AA1EE}"/>
                </a:ext>
              </a:extLst>
            </p:cNvPr>
            <p:cNvSpPr/>
            <p:nvPr>
              <p:custDataLst>
                <p:tags r:id="R569c123718644ddf"/>
              </p:custDataLst>
            </p:nvPr>
          </p:nvSpPr>
          <p:spPr bwMode="auto">
            <a:xfrm>
              <a:off x="7626" y="3337"/>
              <a:ext cx="1072" cy="2079"/>
            </a:xfrm>
            <a:custGeom>
              <a:avLst/>
              <a:gdLst>
                <a:gd name="T0" fmla="*/ 0 w 880533"/>
                <a:gd name="T1" fmla="*/ 0 h 1761068"/>
                <a:gd name="T2" fmla="*/ 177457 w 880533"/>
                <a:gd name="T3" fmla="*/ 17890 h 1761068"/>
                <a:gd name="T4" fmla="*/ 880533 w 880533"/>
                <a:gd name="T5" fmla="*/ 880534 h 1761068"/>
                <a:gd name="T6" fmla="*/ 177457 w 880533"/>
                <a:gd name="T7" fmla="*/ 1743179 h 1761068"/>
                <a:gd name="T8" fmla="*/ 0 w 880533"/>
                <a:gd name="T9" fmla="*/ 1761068 h 1761068"/>
                <a:gd name="T10" fmla="*/ 0 w 880533"/>
                <a:gd name="T11" fmla="*/ 1409700 h 1761068"/>
                <a:gd name="T12" fmla="*/ 106644 w 880533"/>
                <a:gd name="T13" fmla="*/ 1398950 h 1761068"/>
                <a:gd name="T14" fmla="*/ 529165 w 880533"/>
                <a:gd name="T15" fmla="*/ 880533 h 1761068"/>
                <a:gd name="T16" fmla="*/ 106644 w 880533"/>
                <a:gd name="T17" fmla="*/ 362117 h 1761068"/>
                <a:gd name="T18" fmla="*/ 0 w 880533"/>
                <a:gd name="T19" fmla="*/ 351366 h 17610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80533"/>
                <a:gd name="T31" fmla="*/ 0 h 1761068"/>
                <a:gd name="T32" fmla="*/ 880533 w 880533"/>
                <a:gd name="T33" fmla="*/ 1761068 h 176106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80533" h="1761067">
                  <a:moveTo>
                    <a:pt x="0" y="0"/>
                  </a:moveTo>
                  <a:lnTo>
                    <a:pt x="177457" y="17890"/>
                  </a:lnTo>
                  <a:cubicBezTo>
                    <a:pt x="578702" y="99996"/>
                    <a:pt x="880533" y="455017"/>
                    <a:pt x="880533" y="880534"/>
                  </a:cubicBezTo>
                  <a:cubicBezTo>
                    <a:pt x="880533" y="1306051"/>
                    <a:pt x="578702" y="1661072"/>
                    <a:pt x="177457" y="1743179"/>
                  </a:cubicBezTo>
                  <a:lnTo>
                    <a:pt x="0" y="1761068"/>
                  </a:lnTo>
                  <a:lnTo>
                    <a:pt x="0" y="1409700"/>
                  </a:lnTo>
                  <a:lnTo>
                    <a:pt x="106644" y="1398950"/>
                  </a:lnTo>
                  <a:cubicBezTo>
                    <a:pt x="347776" y="1349607"/>
                    <a:pt x="529165" y="1136253"/>
                    <a:pt x="529165" y="880533"/>
                  </a:cubicBezTo>
                  <a:cubicBezTo>
                    <a:pt x="529165" y="624814"/>
                    <a:pt x="347776" y="411460"/>
                    <a:pt x="106644" y="362117"/>
                  </a:cubicBezTo>
                  <a:lnTo>
                    <a:pt x="0" y="351366"/>
                  </a:lnTo>
                  <a:lnTo>
                    <a:pt x="0" y="0"/>
                  </a:lnTo>
                  <a:close/>
                </a:path>
              </a:pathLst>
            </a:custGeom>
            <a:gradFill>
              <a:gsLst>
                <a:gs pos="0">
                  <a:schemeClr val="bg1"/>
                </a:gs>
                <a:gs pos="84000">
                  <a:srgbClr val="C00000"/>
                </a:gs>
              </a:gsLst>
              <a:lin ang="5400000" scaled="1"/>
            </a:gradFill>
            <a:ln>
              <a:noFill/>
            </a:ln>
          </p:spPr>
          <p:txBody>
            <a:bodyPr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just" eaLnBrk="1" fontAlgn="auto" hangingPunct="1">
                <a:spcBef>
                  <a:spcPct val="0"/>
                </a:spcBef>
                <a:spcAft>
                  <a:spcPct val="0"/>
                </a:spcAft>
                <a:defRPr/>
              </a:pPr>
              <a:endParaRPr lang="zh-CN" altLang="en-US" sz="3600" b="1">
                <a:solidFill>
                  <a:schemeClr val="accent1">
                    <a:lumMod val="75000"/>
                  </a:schemeClr>
                </a:solidFill>
                <a:latin typeface="Arial"/>
                <a:ea typeface="微软雅黑"/>
                <a:cs typeface="阿里巴巴普惠体 2.0 55 Regular" panose="00020600040101010101" pitchFamily="18" charset="-122"/>
                <a:sym typeface="Arial"/>
              </a:endParaRPr>
            </a:p>
          </p:txBody>
        </p:sp>
        <p:pic>
          <p:nvPicPr>
            <p:cNvPr id="15" name="图形">
              <a:extLst>
                <a:ext uri="{FF2B5EF4-FFF2-40B4-BE49-F238E27FC236}">
                  <a16:creationId xmlns:a16="http://schemas.microsoft.com/office/drawing/2014/main" id="{99181C3A-5F34-23AA-E95F-46B7431317E3}"/>
                </a:ext>
              </a:extLst>
            </p:cNvPr>
            <p:cNvPicPr/>
            <p:nvPr>
              <p:custDataLst>
                <p:tags r:id="R82b8b0d8705e44b2"/>
              </p:custDataLst>
            </p:nvPr>
          </p:nvPicPr>
          <p:blipFill>
            <a:blip r:embed="R508b1d6507db4ec8">
              <a:extLst>
                <a:ext uri="{28A0092B-C50C-407E-A947-70E740481C1C}">
                  <a14:useLocalDpi xmlns:a14="http://schemas.microsoft.com/office/drawing/2010/main"/>
                </a:ext>
              </a:extLst>
            </a:blip>
            <a:stretch>
              <a:fillRect/>
            </a:stretch>
          </p:blipFill>
          <p:spPr bwMode="auto">
            <a:xfrm>
              <a:off x="7626" y="3007"/>
              <a:ext cx="72" cy="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图形">
              <a:extLst>
                <a:ext uri="{FF2B5EF4-FFF2-40B4-BE49-F238E27FC236}">
                  <a16:creationId xmlns:a16="http://schemas.microsoft.com/office/drawing/2014/main" id="{10F53B29-1646-A3D6-3913-ECDD5326F5DD}"/>
                </a:ext>
              </a:extLst>
            </p:cNvPr>
            <p:cNvSpPr/>
            <p:nvPr>
              <p:custDataLst>
                <p:tags r:id="Rffee266c88db4832"/>
              </p:custDataLst>
            </p:nvPr>
          </p:nvSpPr>
          <p:spPr>
            <a:xfrm>
              <a:off x="8971" y="3836"/>
              <a:ext cx="3535" cy="2690"/>
            </a:xfrm>
            <a:prstGeom prst="rect">
              <a:avLst/>
            </a:prstGeom>
            <a:noFill/>
          </p:spPr>
          <p:txBody>
            <a:bodyPr wrap="square" rtlCol="0">
              <a:spAutoFit/>
            </a:bodyPr>
            <a:lstStyle/>
            <a:p>
              <a:pPr>
                <a:lnSpc>
                  <a:spcPct val="150000"/>
                </a:lnSpc>
              </a:pPr>
              <a:r>
                <a:rPr lang="zh-CN" altLang="en-US" sz="1400" spc="100">
                  <a:solidFill>
                    <a:schemeClr val="tx1">
                      <a:lumMod val="75000"/>
                      <a:lumOff val="25000"/>
                    </a:schemeClr>
                  </a:solidFill>
                  <a:uFillTx/>
                  <a:latin typeface="Arial"/>
                  <a:ea typeface="微软雅黑"/>
                  <a:cs typeface="阿里巴巴普惠体 2.0 55 Regular" panose="00020600040101010101" pitchFamily="18" charset="-122"/>
                  <a:sym typeface="Arial"/>
                </a:rPr>
                <a:t>勇于刮骨疗毒、去腐生肌，推动形成党的自我革命制度规范体系，依靠制度把党的自我革命推向深入</a:t>
              </a:r>
              <a:endParaRPr lang="zh-CN" altLang="en-US" sz="1400" spc="150">
                <a:solidFill>
                  <a:schemeClr val="tx1">
                    <a:lumMod val="85000"/>
                    <a:lumOff val="15000"/>
                  </a:schemeClr>
                </a:solidFill>
                <a:latin typeface="Arial"/>
                <a:ea typeface="微软雅黑"/>
                <a:cs typeface="阿里巴巴普惠体 2.0 55 Regular" panose="00020600040101010101" pitchFamily="18" charset="-122"/>
                <a:sym typeface="Arial"/>
              </a:endParaRPr>
            </a:p>
          </p:txBody>
        </p:sp>
        <p:sp>
          <p:nvSpPr>
            <p:cNvPr id="17" name="图形">
              <a:extLst>
                <a:ext uri="{FF2B5EF4-FFF2-40B4-BE49-F238E27FC236}">
                  <a16:creationId xmlns:a16="http://schemas.microsoft.com/office/drawing/2014/main" id="{719103FE-1F71-DFA3-0BDC-DBA52318987E}"/>
                </a:ext>
              </a:extLst>
            </p:cNvPr>
            <p:cNvSpPr/>
            <p:nvPr>
              <p:custDataLst>
                <p:tags r:id="R93638a886c804bd0"/>
              </p:custDataLst>
            </p:nvPr>
          </p:nvSpPr>
          <p:spPr>
            <a:xfrm>
              <a:off x="8953" y="3169"/>
              <a:ext cx="2298" cy="727"/>
            </a:xfrm>
            <a:prstGeom prst="rect">
              <a:avLst/>
            </a:prstGeom>
          </p:spPr>
          <p:txBody>
            <a:bodyPr wrap="square">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a:ln>
                    <a:noFill/>
                  </a:ln>
                  <a:solidFill>
                    <a:srgbClr val="C00000"/>
                  </a:solidFill>
                  <a:effectLst>
                    <a:outerShdw blurRad="38100" dist="38100" dir="2700000" algn="tl">
                      <a:srgbClr val="000000">
                        <a:alpha val="43137"/>
                      </a:srgbClr>
                    </a:outerShdw>
                  </a:effectLst>
                  <a:uLnTx/>
                  <a:uFillTx/>
                  <a:latin typeface="Arial"/>
                  <a:ea typeface="微软雅黑"/>
                  <a:cs typeface="阿里巴巴普惠体 2.0 75 SemiBold" panose="00020600040101010101" pitchFamily="18" charset="-122"/>
                  <a:sym typeface="Arial"/>
                </a:rPr>
                <a:t>规范体系</a:t>
              </a:r>
              <a:endParaRPr kumimoji="0" lang="zh-CN" altLang="en-US" sz="2400" b="0" i="0" u="none" strike="noStrike" kern="1200" cap="none" spc="0" normalizeH="0" baseline="0" noProof="0">
                <a:ln>
                  <a:noFill/>
                </a:ln>
                <a:solidFill>
                  <a:srgbClr val="C00000"/>
                </a:solidFill>
                <a:effectLst/>
                <a:uLnTx/>
                <a:uFillTx/>
                <a:latin typeface="Arial"/>
                <a:ea typeface="微软雅黑"/>
                <a:cs typeface="阿里巴巴普惠体 2.0 55 Regular" panose="00020600040101010101" pitchFamily="18" charset="-122"/>
                <a:sym typeface="Arial"/>
              </a:endParaRPr>
            </a:p>
          </p:txBody>
        </p:sp>
        <p:sp>
          <p:nvSpPr>
            <p:cNvPr id="18" name="图形">
              <a:extLst>
                <a:ext uri="{FF2B5EF4-FFF2-40B4-BE49-F238E27FC236}">
                  <a16:creationId xmlns:a16="http://schemas.microsoft.com/office/drawing/2014/main" id="{77D1C51B-D9A3-8DF5-E6FE-E85B744810CA}"/>
                </a:ext>
              </a:extLst>
            </p:cNvPr>
            <p:cNvSpPr/>
            <p:nvPr>
              <p:custDataLst>
                <p:tags r:id="Rcb7d50066d6a4a15"/>
              </p:custDataLst>
            </p:nvPr>
          </p:nvSpPr>
          <p:spPr bwMode="auto">
            <a:xfrm>
              <a:off x="1981" y="6597"/>
              <a:ext cx="1072" cy="2079"/>
            </a:xfrm>
            <a:custGeom>
              <a:avLst/>
              <a:gdLst>
                <a:gd name="T0" fmla="*/ 0 w 880533"/>
                <a:gd name="T1" fmla="*/ 0 h 1761068"/>
                <a:gd name="T2" fmla="*/ 177457 w 880533"/>
                <a:gd name="T3" fmla="*/ 17890 h 1761068"/>
                <a:gd name="T4" fmla="*/ 880533 w 880533"/>
                <a:gd name="T5" fmla="*/ 880534 h 1761068"/>
                <a:gd name="T6" fmla="*/ 177457 w 880533"/>
                <a:gd name="T7" fmla="*/ 1743179 h 1761068"/>
                <a:gd name="T8" fmla="*/ 0 w 880533"/>
                <a:gd name="T9" fmla="*/ 1761068 h 1761068"/>
                <a:gd name="T10" fmla="*/ 0 w 880533"/>
                <a:gd name="T11" fmla="*/ 1409700 h 1761068"/>
                <a:gd name="T12" fmla="*/ 106644 w 880533"/>
                <a:gd name="T13" fmla="*/ 1398950 h 1761068"/>
                <a:gd name="T14" fmla="*/ 529165 w 880533"/>
                <a:gd name="T15" fmla="*/ 880533 h 1761068"/>
                <a:gd name="T16" fmla="*/ 106644 w 880533"/>
                <a:gd name="T17" fmla="*/ 362117 h 1761068"/>
                <a:gd name="T18" fmla="*/ 0 w 880533"/>
                <a:gd name="T19" fmla="*/ 351366 h 17610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80533"/>
                <a:gd name="T31" fmla="*/ 0 h 1761068"/>
                <a:gd name="T32" fmla="*/ 880533 w 880533"/>
                <a:gd name="T33" fmla="*/ 1761068 h 176106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80533" h="1761067">
                  <a:moveTo>
                    <a:pt x="0" y="0"/>
                  </a:moveTo>
                  <a:lnTo>
                    <a:pt x="177457" y="17890"/>
                  </a:lnTo>
                  <a:cubicBezTo>
                    <a:pt x="578702" y="99996"/>
                    <a:pt x="880533" y="455017"/>
                    <a:pt x="880533" y="880534"/>
                  </a:cubicBezTo>
                  <a:cubicBezTo>
                    <a:pt x="880533" y="1306051"/>
                    <a:pt x="578702" y="1661072"/>
                    <a:pt x="177457" y="1743179"/>
                  </a:cubicBezTo>
                  <a:lnTo>
                    <a:pt x="0" y="1761068"/>
                  </a:lnTo>
                  <a:lnTo>
                    <a:pt x="0" y="1409700"/>
                  </a:lnTo>
                  <a:lnTo>
                    <a:pt x="106644" y="1398950"/>
                  </a:lnTo>
                  <a:cubicBezTo>
                    <a:pt x="347776" y="1349607"/>
                    <a:pt x="529165" y="1136253"/>
                    <a:pt x="529165" y="880533"/>
                  </a:cubicBezTo>
                  <a:cubicBezTo>
                    <a:pt x="529165" y="624814"/>
                    <a:pt x="347776" y="411460"/>
                    <a:pt x="106644" y="362117"/>
                  </a:cubicBezTo>
                  <a:lnTo>
                    <a:pt x="0" y="351366"/>
                  </a:lnTo>
                  <a:lnTo>
                    <a:pt x="0" y="0"/>
                  </a:lnTo>
                  <a:close/>
                </a:path>
              </a:pathLst>
            </a:custGeom>
            <a:gradFill>
              <a:gsLst>
                <a:gs pos="0">
                  <a:schemeClr val="bg1"/>
                </a:gs>
                <a:gs pos="84000">
                  <a:srgbClr val="C00000"/>
                </a:gs>
              </a:gsLst>
              <a:lin ang="5400000" scaled="1"/>
            </a:gradFill>
            <a:ln>
              <a:noFill/>
            </a:ln>
          </p:spPr>
          <p:txBody>
            <a:bodyPr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just" eaLnBrk="1" fontAlgn="auto" hangingPunct="1">
                <a:spcBef>
                  <a:spcPct val="0"/>
                </a:spcBef>
                <a:spcAft>
                  <a:spcPct val="0"/>
                </a:spcAft>
                <a:defRPr/>
              </a:pPr>
              <a:endParaRPr lang="zh-CN" altLang="en-US" sz="3600" b="1">
                <a:solidFill>
                  <a:schemeClr val="accent1">
                    <a:lumMod val="75000"/>
                  </a:schemeClr>
                </a:solidFill>
                <a:latin typeface="Arial"/>
                <a:ea typeface="微软雅黑"/>
                <a:cs typeface="阿里巴巴普惠体 2.0 55 Regular" panose="00020600040101010101" pitchFamily="18" charset="-122"/>
                <a:sym typeface="Arial"/>
              </a:endParaRPr>
            </a:p>
          </p:txBody>
        </p:sp>
        <p:pic>
          <p:nvPicPr>
            <p:cNvPr id="19" name="图形">
              <a:extLst>
                <a:ext uri="{FF2B5EF4-FFF2-40B4-BE49-F238E27FC236}">
                  <a16:creationId xmlns:a16="http://schemas.microsoft.com/office/drawing/2014/main" id="{3437E9C5-98C7-1A95-562C-FCE51871FDC6}"/>
                </a:ext>
              </a:extLst>
            </p:cNvPr>
            <p:cNvPicPr/>
            <p:nvPr>
              <p:custDataLst>
                <p:tags r:id="R6447923cfb7d486c"/>
              </p:custDataLst>
            </p:nvPr>
          </p:nvPicPr>
          <p:blipFill>
            <a:blip r:embed="R508b1d6507db4ec8">
              <a:extLst>
                <a:ext uri="{28A0092B-C50C-407E-A947-70E740481C1C}">
                  <a14:useLocalDpi xmlns:a14="http://schemas.microsoft.com/office/drawing/2010/main"/>
                </a:ext>
              </a:extLst>
            </a:blip>
            <a:stretch>
              <a:fillRect/>
            </a:stretch>
          </p:blipFill>
          <p:spPr bwMode="auto">
            <a:xfrm>
              <a:off x="1981" y="6267"/>
              <a:ext cx="72" cy="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图形">
              <a:extLst>
                <a:ext uri="{FF2B5EF4-FFF2-40B4-BE49-F238E27FC236}">
                  <a16:creationId xmlns:a16="http://schemas.microsoft.com/office/drawing/2014/main" id="{E0729E6D-3C02-69B4-715A-F8F65A68F4EA}"/>
                </a:ext>
              </a:extLst>
            </p:cNvPr>
            <p:cNvSpPr/>
            <p:nvPr>
              <p:custDataLst>
                <p:tags r:id="R4bbf8ca36a2d4a3f"/>
              </p:custDataLst>
            </p:nvPr>
          </p:nvSpPr>
          <p:spPr>
            <a:xfrm>
              <a:off x="3308" y="7096"/>
              <a:ext cx="3620" cy="2181"/>
            </a:xfrm>
            <a:prstGeom prst="rect">
              <a:avLst/>
            </a:prstGeom>
            <a:noFill/>
          </p:spPr>
          <p:txBody>
            <a:bodyPr wrap="square" rtlCol="0">
              <a:spAutoFit/>
            </a:bodyPr>
            <a:lstStyle/>
            <a:p>
              <a:pPr>
                <a:lnSpc>
                  <a:spcPct val="150000"/>
                </a:lnSpc>
              </a:pPr>
              <a:r>
                <a:rPr lang="zh-CN" altLang="en-US" sz="1400" spc="100">
                  <a:solidFill>
                    <a:schemeClr val="tx1">
                      <a:lumMod val="75000"/>
                      <a:lumOff val="25000"/>
                    </a:schemeClr>
                  </a:solidFill>
                  <a:uFillTx/>
                  <a:latin typeface="Arial"/>
                  <a:ea typeface="微软雅黑"/>
                  <a:cs typeface="阿里巴巴普惠体 2.0 55 Regular" panose="00020600040101010101" pitchFamily="18" charset="-122"/>
                  <a:sym typeface="Arial"/>
                </a:rPr>
                <a:t>完善党的自我革命制度规范体系为新时代十年的伟大变革提供了重要制度保障。党的二十大报告强调</a:t>
              </a:r>
              <a:endParaRPr lang="zh-CN" altLang="en-US" sz="1400" spc="150">
                <a:solidFill>
                  <a:schemeClr val="tx1">
                    <a:lumMod val="85000"/>
                    <a:lumOff val="15000"/>
                  </a:schemeClr>
                </a:solidFill>
                <a:latin typeface="Arial"/>
                <a:ea typeface="微软雅黑"/>
                <a:cs typeface="阿里巴巴普惠体 2.0 55 Regular" panose="00020600040101010101" pitchFamily="18" charset="-122"/>
                <a:sym typeface="Arial"/>
              </a:endParaRPr>
            </a:p>
          </p:txBody>
        </p:sp>
        <p:sp>
          <p:nvSpPr>
            <p:cNvPr id="21" name="图形">
              <a:extLst>
                <a:ext uri="{FF2B5EF4-FFF2-40B4-BE49-F238E27FC236}">
                  <a16:creationId xmlns:a16="http://schemas.microsoft.com/office/drawing/2014/main" id="{611D20F5-1519-B399-BE9A-76D4F3C88E14}"/>
                </a:ext>
              </a:extLst>
            </p:cNvPr>
            <p:cNvSpPr/>
            <p:nvPr>
              <p:custDataLst>
                <p:tags r:id="R4b5b68af0e2e41d5"/>
              </p:custDataLst>
            </p:nvPr>
          </p:nvSpPr>
          <p:spPr>
            <a:xfrm>
              <a:off x="3308" y="6429"/>
              <a:ext cx="2383" cy="727"/>
            </a:xfrm>
            <a:prstGeom prst="rect">
              <a:avLst/>
            </a:prstGeom>
          </p:spPr>
          <p:txBody>
            <a:bodyPr wrap="square">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a:ln>
                    <a:noFill/>
                  </a:ln>
                  <a:solidFill>
                    <a:srgbClr val="C00000"/>
                  </a:solidFill>
                  <a:effectLst>
                    <a:outerShdw blurRad="38100" dist="38100" dir="2700000" algn="tl">
                      <a:srgbClr val="000000">
                        <a:alpha val="43137"/>
                      </a:srgbClr>
                    </a:outerShdw>
                  </a:effectLst>
                  <a:uLnTx/>
                  <a:uFillTx/>
                  <a:latin typeface="Arial"/>
                  <a:ea typeface="微软雅黑"/>
                  <a:cs typeface="阿里巴巴普惠体 2.0 75 SemiBold" panose="00020600040101010101" pitchFamily="18" charset="-122"/>
                  <a:sym typeface="Arial"/>
                </a:rPr>
                <a:t>规范体系</a:t>
              </a:r>
              <a:endParaRPr kumimoji="0" lang="zh-CN" altLang="en-US" sz="2400" b="0" i="0" u="none" strike="noStrike" kern="1200" cap="none" spc="0" normalizeH="0" baseline="0" noProof="0">
                <a:ln>
                  <a:noFill/>
                </a:ln>
                <a:solidFill>
                  <a:srgbClr val="C00000"/>
                </a:solidFill>
                <a:effectLst/>
                <a:uLnTx/>
                <a:uFillTx/>
                <a:latin typeface="Arial"/>
                <a:ea typeface="微软雅黑"/>
                <a:cs typeface="阿里巴巴普惠体 2.0 55 Regular" panose="00020600040101010101" pitchFamily="18" charset="-122"/>
                <a:sym typeface="Arial"/>
              </a:endParaRPr>
            </a:p>
          </p:txBody>
        </p:sp>
        <p:sp>
          <p:nvSpPr>
            <p:cNvPr id="22" name="图形">
              <a:extLst>
                <a:ext uri="{FF2B5EF4-FFF2-40B4-BE49-F238E27FC236}">
                  <a16:creationId xmlns:a16="http://schemas.microsoft.com/office/drawing/2014/main" id="{283F6EC3-631D-226C-ABAF-8085667431A9}"/>
                </a:ext>
              </a:extLst>
            </p:cNvPr>
            <p:cNvSpPr/>
            <p:nvPr>
              <p:custDataLst>
                <p:tags r:id="R574eadb5ec6244c4"/>
              </p:custDataLst>
            </p:nvPr>
          </p:nvSpPr>
          <p:spPr bwMode="auto">
            <a:xfrm>
              <a:off x="7626" y="6607"/>
              <a:ext cx="1072" cy="2079"/>
            </a:xfrm>
            <a:custGeom>
              <a:avLst/>
              <a:gdLst>
                <a:gd name="T0" fmla="*/ 0 w 880533"/>
                <a:gd name="T1" fmla="*/ 0 h 1761068"/>
                <a:gd name="T2" fmla="*/ 177457 w 880533"/>
                <a:gd name="T3" fmla="*/ 17890 h 1761068"/>
                <a:gd name="T4" fmla="*/ 880533 w 880533"/>
                <a:gd name="T5" fmla="*/ 880534 h 1761068"/>
                <a:gd name="T6" fmla="*/ 177457 w 880533"/>
                <a:gd name="T7" fmla="*/ 1743179 h 1761068"/>
                <a:gd name="T8" fmla="*/ 0 w 880533"/>
                <a:gd name="T9" fmla="*/ 1761068 h 1761068"/>
                <a:gd name="T10" fmla="*/ 0 w 880533"/>
                <a:gd name="T11" fmla="*/ 1409700 h 1761068"/>
                <a:gd name="T12" fmla="*/ 106644 w 880533"/>
                <a:gd name="T13" fmla="*/ 1398950 h 1761068"/>
                <a:gd name="T14" fmla="*/ 529165 w 880533"/>
                <a:gd name="T15" fmla="*/ 880533 h 1761068"/>
                <a:gd name="T16" fmla="*/ 106644 w 880533"/>
                <a:gd name="T17" fmla="*/ 362117 h 1761068"/>
                <a:gd name="T18" fmla="*/ 0 w 880533"/>
                <a:gd name="T19" fmla="*/ 351366 h 17610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80533"/>
                <a:gd name="T31" fmla="*/ 0 h 1761068"/>
                <a:gd name="T32" fmla="*/ 880533 w 880533"/>
                <a:gd name="T33" fmla="*/ 1761068 h 176106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80533" h="1761067">
                  <a:moveTo>
                    <a:pt x="0" y="0"/>
                  </a:moveTo>
                  <a:lnTo>
                    <a:pt x="177457" y="17890"/>
                  </a:lnTo>
                  <a:cubicBezTo>
                    <a:pt x="578702" y="99996"/>
                    <a:pt x="880533" y="455017"/>
                    <a:pt x="880533" y="880534"/>
                  </a:cubicBezTo>
                  <a:cubicBezTo>
                    <a:pt x="880533" y="1306051"/>
                    <a:pt x="578702" y="1661072"/>
                    <a:pt x="177457" y="1743179"/>
                  </a:cubicBezTo>
                  <a:lnTo>
                    <a:pt x="0" y="1761068"/>
                  </a:lnTo>
                  <a:lnTo>
                    <a:pt x="0" y="1409700"/>
                  </a:lnTo>
                  <a:lnTo>
                    <a:pt x="106644" y="1398950"/>
                  </a:lnTo>
                  <a:cubicBezTo>
                    <a:pt x="347776" y="1349607"/>
                    <a:pt x="529165" y="1136253"/>
                    <a:pt x="529165" y="880533"/>
                  </a:cubicBezTo>
                  <a:cubicBezTo>
                    <a:pt x="529165" y="624814"/>
                    <a:pt x="347776" y="411460"/>
                    <a:pt x="106644" y="362117"/>
                  </a:cubicBezTo>
                  <a:lnTo>
                    <a:pt x="0" y="351366"/>
                  </a:lnTo>
                  <a:lnTo>
                    <a:pt x="0" y="0"/>
                  </a:lnTo>
                  <a:close/>
                </a:path>
              </a:pathLst>
            </a:custGeom>
            <a:gradFill>
              <a:gsLst>
                <a:gs pos="0">
                  <a:schemeClr val="bg1"/>
                </a:gs>
                <a:gs pos="84000">
                  <a:srgbClr val="C00000"/>
                </a:gs>
              </a:gsLst>
              <a:lin ang="5400000" scaled="1"/>
            </a:gradFill>
            <a:ln>
              <a:noFill/>
            </a:ln>
          </p:spPr>
          <p:txBody>
            <a:bodyPr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just" eaLnBrk="1" fontAlgn="auto" hangingPunct="1">
                <a:spcBef>
                  <a:spcPct val="0"/>
                </a:spcBef>
                <a:spcAft>
                  <a:spcPct val="0"/>
                </a:spcAft>
                <a:defRPr/>
              </a:pPr>
              <a:endParaRPr lang="zh-CN" altLang="en-US" sz="3600" b="1">
                <a:solidFill>
                  <a:schemeClr val="accent1">
                    <a:lumMod val="75000"/>
                  </a:schemeClr>
                </a:solidFill>
                <a:latin typeface="Arial"/>
                <a:ea typeface="微软雅黑"/>
                <a:cs typeface="阿里巴巴普惠体 2.0 55 Regular" panose="00020600040101010101" pitchFamily="18" charset="-122"/>
                <a:sym typeface="Arial"/>
              </a:endParaRPr>
            </a:p>
          </p:txBody>
        </p:sp>
        <p:pic>
          <p:nvPicPr>
            <p:cNvPr id="23" name="图形">
              <a:extLst>
                <a:ext uri="{FF2B5EF4-FFF2-40B4-BE49-F238E27FC236}">
                  <a16:creationId xmlns:a16="http://schemas.microsoft.com/office/drawing/2014/main" id="{790D07F4-5934-89C4-49DC-12A0787C3F8D}"/>
                </a:ext>
              </a:extLst>
            </p:cNvPr>
            <p:cNvPicPr/>
            <p:nvPr>
              <p:custDataLst>
                <p:tags r:id="Rabf66f735cc74322"/>
              </p:custDataLst>
            </p:nvPr>
          </p:nvPicPr>
          <p:blipFill>
            <a:blip r:embed="R508b1d6507db4ec8">
              <a:extLst>
                <a:ext uri="{28A0092B-C50C-407E-A947-70E740481C1C}">
                  <a14:useLocalDpi xmlns:a14="http://schemas.microsoft.com/office/drawing/2010/main"/>
                </a:ext>
              </a:extLst>
            </a:blip>
            <a:stretch>
              <a:fillRect/>
            </a:stretch>
          </p:blipFill>
          <p:spPr bwMode="auto">
            <a:xfrm>
              <a:off x="7626" y="6277"/>
              <a:ext cx="72" cy="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图形">
              <a:extLst>
                <a:ext uri="{FF2B5EF4-FFF2-40B4-BE49-F238E27FC236}">
                  <a16:creationId xmlns:a16="http://schemas.microsoft.com/office/drawing/2014/main" id="{65803AFE-ADB5-041F-F0C3-002E84EEC7B7}"/>
                </a:ext>
              </a:extLst>
            </p:cNvPr>
            <p:cNvSpPr/>
            <p:nvPr>
              <p:custDataLst>
                <p:tags r:id="Rfb80b75f799444a7"/>
              </p:custDataLst>
            </p:nvPr>
          </p:nvSpPr>
          <p:spPr>
            <a:xfrm>
              <a:off x="8953" y="7106"/>
              <a:ext cx="3535" cy="2690"/>
            </a:xfrm>
            <a:prstGeom prst="rect">
              <a:avLst/>
            </a:prstGeom>
            <a:noFill/>
          </p:spPr>
          <p:txBody>
            <a:bodyPr wrap="square" rtlCol="0">
              <a:spAutoFit/>
            </a:bodyPr>
            <a:lstStyle/>
            <a:p>
              <a:pPr>
                <a:lnSpc>
                  <a:spcPct val="150000"/>
                </a:lnSpc>
              </a:pPr>
              <a:r>
                <a:rPr lang="zh-CN" altLang="en-US" sz="1400" spc="100">
                  <a:solidFill>
                    <a:schemeClr val="tx1">
                      <a:lumMod val="75000"/>
                      <a:lumOff val="25000"/>
                    </a:schemeClr>
                  </a:solidFill>
                  <a:uFillTx/>
                  <a:latin typeface="Arial"/>
                  <a:ea typeface="微软雅黑"/>
                  <a:cs typeface="阿里巴巴普惠体 2.0 55 Regular" panose="00020600040101010101" pitchFamily="18" charset="-122"/>
                  <a:sym typeface="Arial"/>
                </a:rPr>
                <a:t>新时代十年的伟大变革，在党史、新中国史、改革开放史、社会主义发展史、中华民族发展史上具有里程碑意义”。</a:t>
              </a:r>
              <a:endParaRPr lang="zh-CN" altLang="en-US" sz="1400" spc="150">
                <a:solidFill>
                  <a:schemeClr val="tx1">
                    <a:lumMod val="85000"/>
                    <a:lumOff val="15000"/>
                  </a:schemeClr>
                </a:solidFill>
                <a:latin typeface="Arial"/>
                <a:ea typeface="微软雅黑"/>
                <a:cs typeface="阿里巴巴普惠体 2.0 55 Regular" panose="00020600040101010101" pitchFamily="18" charset="-122"/>
                <a:sym typeface="Arial"/>
              </a:endParaRPr>
            </a:p>
          </p:txBody>
        </p:sp>
        <p:sp>
          <p:nvSpPr>
            <p:cNvPr id="25" name="图形">
              <a:extLst>
                <a:ext uri="{FF2B5EF4-FFF2-40B4-BE49-F238E27FC236}">
                  <a16:creationId xmlns:a16="http://schemas.microsoft.com/office/drawing/2014/main" id="{F6680844-0262-BA11-FF03-BEB4364BEFCE}"/>
                </a:ext>
              </a:extLst>
            </p:cNvPr>
            <p:cNvSpPr/>
            <p:nvPr>
              <p:custDataLst>
                <p:tags r:id="R5653ca4efc684243"/>
              </p:custDataLst>
            </p:nvPr>
          </p:nvSpPr>
          <p:spPr>
            <a:xfrm>
              <a:off x="8953" y="6439"/>
              <a:ext cx="2311" cy="727"/>
            </a:xfrm>
            <a:prstGeom prst="rect">
              <a:avLst/>
            </a:prstGeom>
          </p:spPr>
          <p:txBody>
            <a:bodyPr wrap="square">
              <a:spAutoFit/>
            </a:bodyPr>
            <a:lstStyle/>
            <a:p>
              <a:pPr marL="0" marR="0" lvl="0" indent="0" algn="l" defTabSz="914400" rtl="0" eaLnBrk="1" fontAlgn="auto"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a:ln>
                    <a:noFill/>
                  </a:ln>
                  <a:solidFill>
                    <a:srgbClr val="C00000"/>
                  </a:solidFill>
                  <a:effectLst>
                    <a:outerShdw blurRad="38100" dist="38100" dir="2700000" algn="tl">
                      <a:srgbClr val="000000">
                        <a:alpha val="43137"/>
                      </a:srgbClr>
                    </a:outerShdw>
                  </a:effectLst>
                  <a:uLnTx/>
                  <a:uFillTx/>
                  <a:latin typeface="Arial"/>
                  <a:ea typeface="微软雅黑"/>
                  <a:cs typeface="阿里巴巴普惠体 2.0 75 SemiBold" panose="00020600040101010101" pitchFamily="18" charset="-122"/>
                  <a:sym typeface="Arial"/>
                </a:rPr>
                <a:t>规范体系</a:t>
              </a:r>
              <a:endParaRPr kumimoji="0" lang="zh-CN" altLang="en-US" sz="2400" b="0" i="0" u="none" strike="noStrike" kern="1200" cap="none" spc="0" normalizeH="0" baseline="0" noProof="0">
                <a:ln>
                  <a:noFill/>
                </a:ln>
                <a:solidFill>
                  <a:srgbClr val="C00000"/>
                </a:solidFill>
                <a:effectLst/>
                <a:uLnTx/>
                <a:uFillTx/>
                <a:latin typeface="Arial"/>
                <a:ea typeface="微软雅黑"/>
                <a:cs typeface="阿里巴巴普惠体 2.0 55 Regular" panose="00020600040101010101" pitchFamily="18" charset="-122"/>
                <a:sym typeface="Arial"/>
              </a:endParaRPr>
            </a:p>
          </p:txBody>
        </p:sp>
        <p:sp>
          <p:nvSpPr>
            <p:cNvPr id="26" name="图形">
              <a:extLst>
                <a:ext uri="{FF2B5EF4-FFF2-40B4-BE49-F238E27FC236}">
                  <a16:creationId xmlns:a16="http://schemas.microsoft.com/office/drawing/2014/main" id="{8ECBD338-561F-BC34-8415-5C608A76AA0D}"/>
                </a:ext>
              </a:extLst>
            </p:cNvPr>
            <p:cNvSpPr/>
            <p:nvPr>
              <p:custDataLst>
                <p:tags r:id="Rc6a36422c8b64411"/>
              </p:custDataLst>
            </p:nvPr>
          </p:nvSpPr>
          <p:spPr>
            <a:xfrm>
              <a:off x="1343" y="4060"/>
              <a:ext cx="720" cy="720"/>
            </a:xfrm>
            <a:prstGeom prst="star5">
              <a:avLst/>
            </a:prstGeom>
            <a:gradFill>
              <a:gsLst>
                <a:gs pos="0">
                  <a:schemeClr val="bg1"/>
                </a:gs>
                <a:gs pos="84000">
                  <a:srgbClr val="C0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cs typeface="阿里巴巴普惠体 2.0 55 Regular" panose="00020600040101010101" pitchFamily="18" charset="-122"/>
                <a:sym typeface="Arial"/>
              </a:endParaRPr>
            </a:p>
          </p:txBody>
        </p:sp>
        <p:sp>
          <p:nvSpPr>
            <p:cNvPr id="27" name="图形">
              <a:extLst>
                <a:ext uri="{FF2B5EF4-FFF2-40B4-BE49-F238E27FC236}">
                  <a16:creationId xmlns:a16="http://schemas.microsoft.com/office/drawing/2014/main" id="{E5C6C4BE-B2DD-14BE-E1B4-6B017FC86E8D}"/>
                </a:ext>
              </a:extLst>
            </p:cNvPr>
            <p:cNvSpPr/>
            <p:nvPr>
              <p:custDataLst>
                <p:tags r:id="R4d9d7e84185c4132"/>
              </p:custDataLst>
            </p:nvPr>
          </p:nvSpPr>
          <p:spPr>
            <a:xfrm>
              <a:off x="1343" y="7195"/>
              <a:ext cx="720" cy="720"/>
            </a:xfrm>
            <a:prstGeom prst="star5">
              <a:avLst/>
            </a:prstGeom>
            <a:gradFill>
              <a:gsLst>
                <a:gs pos="0">
                  <a:schemeClr val="bg1"/>
                </a:gs>
                <a:gs pos="84000">
                  <a:srgbClr val="C0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cs typeface="阿里巴巴普惠体 2.0 55 Regular" panose="00020600040101010101" pitchFamily="18" charset="-122"/>
                <a:sym typeface="Arial"/>
              </a:endParaRPr>
            </a:p>
          </p:txBody>
        </p:sp>
        <p:sp>
          <p:nvSpPr>
            <p:cNvPr id="28" name="图形">
              <a:extLst>
                <a:ext uri="{FF2B5EF4-FFF2-40B4-BE49-F238E27FC236}">
                  <a16:creationId xmlns:a16="http://schemas.microsoft.com/office/drawing/2014/main" id="{27E74138-DD8E-C117-D991-3C69156833DE}"/>
                </a:ext>
              </a:extLst>
            </p:cNvPr>
            <p:cNvSpPr/>
            <p:nvPr>
              <p:custDataLst>
                <p:tags r:id="R77681474e0e04e6e"/>
              </p:custDataLst>
            </p:nvPr>
          </p:nvSpPr>
          <p:spPr>
            <a:xfrm>
              <a:off x="6989" y="4060"/>
              <a:ext cx="720" cy="720"/>
            </a:xfrm>
            <a:prstGeom prst="star5">
              <a:avLst/>
            </a:prstGeom>
            <a:gradFill>
              <a:gsLst>
                <a:gs pos="0">
                  <a:schemeClr val="bg1"/>
                </a:gs>
                <a:gs pos="84000">
                  <a:srgbClr val="C0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cs typeface="阿里巴巴普惠体 2.0 55 Regular" panose="00020600040101010101" pitchFamily="18" charset="-122"/>
                <a:sym typeface="Arial"/>
              </a:endParaRPr>
            </a:p>
          </p:txBody>
        </p:sp>
        <p:sp>
          <p:nvSpPr>
            <p:cNvPr id="29" name="图形">
              <a:extLst>
                <a:ext uri="{FF2B5EF4-FFF2-40B4-BE49-F238E27FC236}">
                  <a16:creationId xmlns:a16="http://schemas.microsoft.com/office/drawing/2014/main" id="{23ED0AC1-2E57-87F8-9FC9-83A82BA9E698}"/>
                </a:ext>
              </a:extLst>
            </p:cNvPr>
            <p:cNvSpPr/>
            <p:nvPr>
              <p:custDataLst>
                <p:tags r:id="R738eba6a492c468c"/>
              </p:custDataLst>
            </p:nvPr>
          </p:nvSpPr>
          <p:spPr>
            <a:xfrm>
              <a:off x="6989" y="7195"/>
              <a:ext cx="720" cy="720"/>
            </a:xfrm>
            <a:prstGeom prst="star5">
              <a:avLst/>
            </a:prstGeom>
            <a:gradFill>
              <a:gsLst>
                <a:gs pos="0">
                  <a:schemeClr val="bg1"/>
                </a:gs>
                <a:gs pos="84000">
                  <a:srgbClr val="C0000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cs typeface="阿里巴巴普惠体 2.0 55 Regular" panose="00020600040101010101" pitchFamily="18" charset="-122"/>
                <a:sym typeface="Arial"/>
              </a:endParaRPr>
            </a:p>
          </p:txBody>
        </p:sp>
      </p:grpSp>
      <p:grpSp>
        <p:nvGrpSpPr>
          <p:cNvPr id="30" name="图形">
            <a:extLst>
              <a:ext uri="{FF2B5EF4-FFF2-40B4-BE49-F238E27FC236}">
                <a16:creationId xmlns:a16="http://schemas.microsoft.com/office/drawing/2014/main" id="{D71D49A3-11B1-3BF6-92A3-EF1BF274C6E7}"/>
              </a:ext>
            </a:extLst>
          </p:cNvPr>
          <p:cNvGrpSpPr/>
          <p:nvPr/>
        </p:nvGrpSpPr>
        <p:grpSpPr>
          <a:xfrm>
            <a:off x="1559496" y="2457450"/>
            <a:ext cx="2412365" cy="2302510"/>
            <a:chOff x="7674" y="3555"/>
            <a:chExt cx="3799" cy="3626"/>
          </a:xfrm>
        </p:grpSpPr>
        <p:sp>
          <p:nvSpPr>
            <p:cNvPr id="31" name="图形">
              <a:extLst>
                <a:ext uri="{FF2B5EF4-FFF2-40B4-BE49-F238E27FC236}">
                  <a16:creationId xmlns:a16="http://schemas.microsoft.com/office/drawing/2014/main" id="{FC70C7F5-8947-02CE-D107-CDFA9605A5AB}"/>
                </a:ext>
              </a:extLst>
            </p:cNvPr>
            <p:cNvSpPr txBox="1"/>
            <p:nvPr>
              <p:custDataLst>
                <p:tags r:id="R0f409edb62b44963"/>
              </p:custDataLst>
            </p:nvPr>
          </p:nvSpPr>
          <p:spPr>
            <a:xfrm>
              <a:off x="7674" y="4414"/>
              <a:ext cx="3799" cy="2767"/>
            </a:xfrm>
            <a:prstGeom prst="rect">
              <a:avLst/>
            </a:prstGeom>
            <a:noFill/>
          </p:spPr>
          <p:txBody>
            <a:bodyPr wrap="square" rtlCol="0" anchor="t">
              <a:noAutofit/>
            </a:bodyPr>
            <a:lstStyle/>
            <a:p>
              <a:pPr algn="ctr">
                <a:lnSpc>
                  <a:spcPct val="200000"/>
                </a:lnSpc>
              </a:pPr>
              <a:r>
                <a:rPr lang="zh-CN" altLang="en-US" sz="1400" spc="100">
                  <a:solidFill>
                    <a:schemeClr val="tx1">
                      <a:lumMod val="75000"/>
                      <a:lumOff val="25000"/>
                    </a:schemeClr>
                  </a:solidFill>
                  <a:uFillTx/>
                  <a:latin typeface="Arial"/>
                  <a:ea typeface="微软雅黑"/>
                  <a:cs typeface="阿里巴巴普惠体 2.0 55 Regular" panose="00020600040101010101" pitchFamily="18" charset="-122"/>
                  <a:sym typeface="Arial"/>
                </a:rPr>
                <a:t>党的十八大以来，总书记从党的初心使命出发，深刻总结党的历史经验特别是新时代全面从严治党新鲜经验</a:t>
              </a:r>
            </a:p>
          </p:txBody>
        </p:sp>
        <p:sp>
          <p:nvSpPr>
            <p:cNvPr id="32" name="图形">
              <a:extLst>
                <a:ext uri="{FF2B5EF4-FFF2-40B4-BE49-F238E27FC236}">
                  <a16:creationId xmlns:a16="http://schemas.microsoft.com/office/drawing/2014/main" id="{18211FBA-1F9C-06D0-809E-86E8F9F1AC00}"/>
                </a:ext>
              </a:extLst>
            </p:cNvPr>
            <p:cNvSpPr/>
            <p:nvPr>
              <p:custDataLst>
                <p:tags r:id="Rc3c417d9823b4332"/>
              </p:custDataLst>
            </p:nvPr>
          </p:nvSpPr>
          <p:spPr>
            <a:xfrm>
              <a:off x="8240" y="3555"/>
              <a:ext cx="2508" cy="723"/>
            </a:xfrm>
            <a:prstGeom prst="roundRect">
              <a:avLst>
                <a:gd name="adj" fmla="val 50000"/>
              </a:avLst>
            </a:prstGeom>
            <a:gradFill>
              <a:gsLst>
                <a:gs pos="0">
                  <a:srgbClr val="C00000"/>
                </a:gs>
                <a:gs pos="52300">
                  <a:srgbClr val="C00000"/>
                </a:gs>
                <a:gs pos="100000">
                  <a:schemeClr val="bg1"/>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Arial"/>
                <a:ea typeface="微软雅黑"/>
                <a:cs typeface="阿里巴巴普惠体 2.0 55 Regular" panose="00020600040101010101" pitchFamily="18" charset="-122"/>
                <a:sym typeface="Arial"/>
              </a:endParaRPr>
            </a:p>
          </p:txBody>
        </p:sp>
        <p:sp>
          <p:nvSpPr>
            <p:cNvPr id="33" name="图形">
              <a:extLst>
                <a:ext uri="{FF2B5EF4-FFF2-40B4-BE49-F238E27FC236}">
                  <a16:creationId xmlns:a16="http://schemas.microsoft.com/office/drawing/2014/main" id="{1E755CB3-B525-4F12-2684-466BED1F3192}"/>
                </a:ext>
              </a:extLst>
            </p:cNvPr>
            <p:cNvSpPr txBox="1"/>
            <p:nvPr>
              <p:custDataLst>
                <p:tags r:id="Rd76948fa198d4b85"/>
              </p:custDataLst>
            </p:nvPr>
          </p:nvSpPr>
          <p:spPr>
            <a:xfrm>
              <a:off x="8466" y="3572"/>
              <a:ext cx="2056" cy="654"/>
            </a:xfrm>
            <a:prstGeom prst="rect">
              <a:avLst/>
            </a:prstGeom>
            <a:noFill/>
          </p:spPr>
          <p:txBody>
            <a:bodyPr wrap="square" rtlCol="0" anchor="t">
              <a:noAutofit/>
            </a:bodyPr>
            <a:lstStyle/>
            <a:p>
              <a:pPr algn="ctr"/>
              <a:r>
                <a:rPr lang="zh-CN" altLang="en-US" sz="2000">
                  <a:solidFill>
                    <a:schemeClr val="bg1"/>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规范体系</a:t>
              </a:r>
            </a:p>
          </p:txBody>
        </p:sp>
      </p:grpSp>
    </p:spTree>
    <p:extLst>
      <p:ext uri="{BB962C8B-B14F-4D97-AF65-F5344CB8AC3E}">
        <p14:creationId xmlns:p14="http://schemas.microsoft.com/office/powerpoint/2010/main" val="75039643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a:extLst>
              <a:ext uri="{FF2B5EF4-FFF2-40B4-BE49-F238E27FC236}">
                <a16:creationId xmlns:a16="http://schemas.microsoft.com/office/drawing/2014/main" id="{AE5378B2-AB55-DACB-B6C0-A50EC5D42914}"/>
              </a:ext>
            </a:extLst>
          </p:cNvPr>
          <p:cNvGrpSpPr/>
          <p:nvPr/>
        </p:nvGrpSpPr>
        <p:grpSpPr>
          <a:xfrm>
            <a:off x="598056" y="509654"/>
            <a:ext cx="5569955" cy="707747"/>
            <a:chOff x="598056" y="509653"/>
            <a:chExt cx="5569954" cy="707747"/>
          </a:xfrm>
        </p:grpSpPr>
        <p:grpSp>
          <p:nvGrpSpPr>
            <p:cNvPr id="8" name="组合 7">
              <a:extLst>
                <a:ext uri="{FF2B5EF4-FFF2-40B4-BE49-F238E27FC236}">
                  <a16:creationId xmlns:a16="http://schemas.microsoft.com/office/drawing/2014/main" id="{79894796-7F25-E876-7D0C-A7B8B83ABF33}"/>
                </a:ext>
              </a:extLst>
            </p:cNvPr>
            <p:cNvGrpSpPr/>
            <p:nvPr/>
          </p:nvGrpSpPr>
          <p:grpSpPr>
            <a:xfrm>
              <a:off x="1343999" y="509653"/>
              <a:ext cx="4824011" cy="707747"/>
              <a:chOff x="1731561" y="2531528"/>
              <a:chExt cx="4824011" cy="707747"/>
            </a:xfrm>
          </p:grpSpPr>
          <p:sp>
            <p:nvSpPr>
              <p:cNvPr id="9" name="文本框 8">
                <a:extLst>
                  <a:ext uri="{FF2B5EF4-FFF2-40B4-BE49-F238E27FC236}">
                    <a16:creationId xmlns:a16="http://schemas.microsoft.com/office/drawing/2014/main" id="{02CDBF9F-D65B-B284-E14F-68DB679F7D5E}"/>
                  </a:ext>
                </a:extLst>
              </p:cNvPr>
              <p:cNvSpPr txBox="1"/>
              <p:nvPr/>
            </p:nvSpPr>
            <p:spPr>
              <a:xfrm>
                <a:off x="1731561" y="2531528"/>
                <a:ext cx="4679992" cy="584775"/>
              </a:xfrm>
              <a:prstGeom prst="rect">
                <a:avLst/>
              </a:prstGeom>
              <a:noFill/>
            </p:spPr>
            <p:txBody>
              <a:bodyPr wrap="square" rtlCol="0">
                <a:spAutoFit/>
              </a:bodyPr>
              <a:lstStyle>
                <a:defPPr>
                  <a:defRPr lang="zh-CN"/>
                </a:defPPr>
                <a:lvl1pPr algn="dist">
                  <a:defRPr sz="3200" b="1">
                    <a:solidFill>
                      <a:srgbClr val="C00000"/>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defRPr>
                </a:lvl1pPr>
              </a:lstStyle>
              <a:p>
                <a:r>
                  <a:rPr lang="zh-CN" altLang="en-US">
                    <a:sym typeface="Arial"/>
                  </a:rPr>
                  <a:t>规范体系的重大意义</a:t>
                </a:r>
              </a:p>
            </p:txBody>
          </p:sp>
          <p:sp>
            <p:nvSpPr>
              <p:cNvPr id="10" name="文本框 9">
                <a:extLst>
                  <a:ext uri="{FF2B5EF4-FFF2-40B4-BE49-F238E27FC236}">
                    <a16:creationId xmlns:a16="http://schemas.microsoft.com/office/drawing/2014/main" id="{0630033E-5E8E-911D-B203-54C87B2E22A2}"/>
                  </a:ext>
                </a:extLst>
              </p:cNvPr>
              <p:cNvSpPr txBox="1"/>
              <p:nvPr/>
            </p:nvSpPr>
            <p:spPr>
              <a:xfrm>
                <a:off x="1779186" y="3008443"/>
                <a:ext cx="4776386" cy="230832"/>
              </a:xfrm>
              <a:prstGeom prst="rect">
                <a:avLst/>
              </a:prstGeom>
              <a:noFill/>
            </p:spPr>
            <p:txBody>
              <a:bodyPr wrap="square" rtlCol="0">
                <a:spAutoFit/>
              </a:bodyPr>
              <a:lstStyle/>
              <a:p>
                <a:pPr algn="dist"/>
                <a:r>
                  <a:rPr lang="en-US" altLang="zh-CN" sz="900">
                    <a:solidFill>
                      <a:srgbClr val="C00000"/>
                    </a:solidFill>
                    <a:latin typeface="Arial"/>
                    <a:ea typeface="微软雅黑"/>
                    <a:cs typeface="阿里巴巴普惠体 2.0 75 SemiBold" panose="00020600040101010101" pitchFamily="18" charset="-122"/>
                    <a:sym typeface="Arial"/>
                  </a:rPr>
                  <a:t>THE ORIGIN OF THE FOUNDING PARTY FESTIVAL</a:t>
                </a:r>
                <a:endParaRPr lang="zh-CN" altLang="en-US" sz="900">
                  <a:solidFill>
                    <a:srgbClr val="C00000"/>
                  </a:solidFill>
                  <a:latin typeface="Arial"/>
                  <a:ea typeface="微软雅黑"/>
                  <a:cs typeface="阿里巴巴普惠体 2.0 75 SemiBold" panose="00020600040101010101" pitchFamily="18" charset="-122"/>
                  <a:sym typeface="Arial"/>
                </a:endParaRPr>
              </a:p>
            </p:txBody>
          </p:sp>
        </p:grpSp>
        <p:grpSp>
          <p:nvGrpSpPr>
            <p:cNvPr id="12" name="组合 11">
              <a:extLst>
                <a:ext uri="{FF2B5EF4-FFF2-40B4-BE49-F238E27FC236}">
                  <a16:creationId xmlns:a16="http://schemas.microsoft.com/office/drawing/2014/main" id="{A244243B-1891-C7F1-3F16-976D00275E3F}"/>
                </a:ext>
              </a:extLst>
            </p:cNvPr>
            <p:cNvGrpSpPr/>
            <p:nvPr/>
          </p:nvGrpSpPr>
          <p:grpSpPr>
            <a:xfrm>
              <a:off x="598056" y="518699"/>
              <a:ext cx="731636" cy="689655"/>
              <a:chOff x="598056" y="533585"/>
              <a:chExt cx="731636" cy="689655"/>
            </a:xfrm>
          </p:grpSpPr>
          <p:sp>
            <p:nvSpPr>
              <p:cNvPr id="6" name="椭圆 5">
                <a:extLst>
                  <a:ext uri="{FF2B5EF4-FFF2-40B4-BE49-F238E27FC236}">
                    <a16:creationId xmlns:a16="http://schemas.microsoft.com/office/drawing/2014/main" id="{5B1126D8-56F8-7771-EC8F-13EBD897F50C}"/>
                  </a:ext>
                </a:extLst>
              </p:cNvPr>
              <p:cNvSpPr/>
              <p:nvPr/>
            </p:nvSpPr>
            <p:spPr>
              <a:xfrm>
                <a:off x="619047" y="533585"/>
                <a:ext cx="689655" cy="68965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11" name="文本框 10">
                <a:extLst>
                  <a:ext uri="{FF2B5EF4-FFF2-40B4-BE49-F238E27FC236}">
                    <a16:creationId xmlns:a16="http://schemas.microsoft.com/office/drawing/2014/main" id="{6475268E-D9A1-2141-25F2-2EC168C02C39}"/>
                  </a:ext>
                </a:extLst>
              </p:cNvPr>
              <p:cNvSpPr txBox="1"/>
              <p:nvPr/>
            </p:nvSpPr>
            <p:spPr>
              <a:xfrm>
                <a:off x="598056" y="586025"/>
                <a:ext cx="731636" cy="584775"/>
              </a:xfrm>
              <a:prstGeom prst="rect">
                <a:avLst/>
              </a:prstGeom>
              <a:noFill/>
            </p:spPr>
            <p:txBody>
              <a:bodyPr wrap="square" rtlCol="0">
                <a:spAutoFit/>
              </a:bodyPr>
              <a:lstStyle/>
              <a:p>
                <a:pPr algn="ctr"/>
                <a:r>
                  <a:rPr lang="en-US" altLang="zh-CN" sz="3200">
                    <a:solidFill>
                      <a:srgbClr val="FFE9A8"/>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02</a:t>
                </a:r>
                <a:endParaRPr lang="zh-CN" altLang="en-US" sz="3200">
                  <a:solidFill>
                    <a:srgbClr val="FFE9A8"/>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endParaRPr>
              </a:p>
            </p:txBody>
          </p:sp>
        </p:grpSp>
      </p:grpSp>
      <p:grpSp>
        <p:nvGrpSpPr>
          <p:cNvPr id="2" name="组合 1">
            <a:extLst>
              <a:ext uri="{FF2B5EF4-FFF2-40B4-BE49-F238E27FC236}">
                <a16:creationId xmlns:a16="http://schemas.microsoft.com/office/drawing/2014/main" id="{4BC407D4-C627-6B0C-DBA1-D1DC298DA476}"/>
              </a:ext>
            </a:extLst>
          </p:cNvPr>
          <p:cNvGrpSpPr/>
          <p:nvPr/>
        </p:nvGrpSpPr>
        <p:grpSpPr>
          <a:xfrm>
            <a:off x="4578015" y="2093142"/>
            <a:ext cx="3035971" cy="3035970"/>
            <a:chOff x="4578015" y="2308739"/>
            <a:chExt cx="3035970" cy="3035970"/>
          </a:xfrm>
        </p:grpSpPr>
        <p:grpSp>
          <p:nvGrpSpPr>
            <p:cNvPr id="3" name="组合 2">
              <a:extLst>
                <a:ext uri="{FF2B5EF4-FFF2-40B4-BE49-F238E27FC236}">
                  <a16:creationId xmlns:a16="http://schemas.microsoft.com/office/drawing/2014/main" id="{D09B00BD-6F20-B524-B928-2D64ACD390D9}"/>
                </a:ext>
              </a:extLst>
            </p:cNvPr>
            <p:cNvGrpSpPr/>
            <p:nvPr/>
          </p:nvGrpSpPr>
          <p:grpSpPr>
            <a:xfrm rot="19344977">
              <a:off x="4578015" y="2308739"/>
              <a:ext cx="3035970" cy="3035970"/>
              <a:chOff x="4578015" y="2308739"/>
              <a:chExt cx="3035970" cy="3035970"/>
            </a:xfrm>
          </p:grpSpPr>
          <p:sp>
            <p:nvSpPr>
              <p:cNvPr id="14" name="椭圆 13">
                <a:extLst>
                  <a:ext uri="{FF2B5EF4-FFF2-40B4-BE49-F238E27FC236}">
                    <a16:creationId xmlns:a16="http://schemas.microsoft.com/office/drawing/2014/main" id="{E3DBF884-42C7-9F83-F4E6-FD1658A29B4F}"/>
                  </a:ext>
                </a:extLst>
              </p:cNvPr>
              <p:cNvSpPr/>
              <p:nvPr/>
            </p:nvSpPr>
            <p:spPr>
              <a:xfrm>
                <a:off x="4578015" y="2308739"/>
                <a:ext cx="3035970" cy="303597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cs typeface="阿里巴巴普惠体 2.0 55 Regular" panose="00020600040101010101" pitchFamily="18" charset="-122"/>
                  <a:sym typeface="Arial"/>
                </a:endParaRPr>
              </a:p>
            </p:txBody>
          </p:sp>
          <p:cxnSp>
            <p:nvCxnSpPr>
              <p:cNvPr id="15" name="直接连接符 14">
                <a:extLst>
                  <a:ext uri="{FF2B5EF4-FFF2-40B4-BE49-F238E27FC236}">
                    <a16:creationId xmlns:a16="http://schemas.microsoft.com/office/drawing/2014/main" id="{50797A7D-8BFF-1D68-2BCA-6F8FACFF5877}"/>
                  </a:ext>
                </a:extLst>
              </p:cNvPr>
              <p:cNvCxnSpPr>
                <a:stCxn id="14" idx="0"/>
              </p:cNvCxnSpPr>
              <p:nvPr/>
            </p:nvCxnSpPr>
            <p:spPr>
              <a:xfrm flipH="1">
                <a:off x="6096000" y="2308739"/>
                <a:ext cx="0" cy="1517985"/>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65DDC63D-95B3-5C0D-AE72-7535E359EAAD}"/>
                  </a:ext>
                </a:extLst>
              </p:cNvPr>
              <p:cNvCxnSpPr>
                <a:endCxn id="14" idx="3"/>
              </p:cNvCxnSpPr>
              <p:nvPr/>
            </p:nvCxnSpPr>
            <p:spPr>
              <a:xfrm flipH="1">
                <a:off x="5022623" y="3826724"/>
                <a:ext cx="1073377" cy="1073377"/>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32DBE30D-4890-FBC2-4BFD-BC737219FBC3}"/>
                  </a:ext>
                </a:extLst>
              </p:cNvPr>
              <p:cNvCxnSpPr>
                <a:endCxn id="14" idx="5"/>
              </p:cNvCxnSpPr>
              <p:nvPr/>
            </p:nvCxnSpPr>
            <p:spPr>
              <a:xfrm>
                <a:off x="6095998" y="3826724"/>
                <a:ext cx="1073379" cy="1073377"/>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4" name="文本框 3">
              <a:extLst>
                <a:ext uri="{FF2B5EF4-FFF2-40B4-BE49-F238E27FC236}">
                  <a16:creationId xmlns:a16="http://schemas.microsoft.com/office/drawing/2014/main" id="{387F76AD-E7D4-CA67-574E-2A732E1A18B7}"/>
                </a:ext>
              </a:extLst>
            </p:cNvPr>
            <p:cNvSpPr txBox="1"/>
            <p:nvPr/>
          </p:nvSpPr>
          <p:spPr>
            <a:xfrm>
              <a:off x="5981700" y="2721589"/>
              <a:ext cx="964909" cy="830997"/>
            </a:xfrm>
            <a:prstGeom prst="rect">
              <a:avLst/>
            </a:prstGeom>
            <a:noFill/>
          </p:spPr>
          <p:txBody>
            <a:bodyPr wrap="square" rtlCol="0">
              <a:spAutoFit/>
            </a:bodyPr>
            <a:lstStyle/>
            <a:p>
              <a:pPr algn="ctr"/>
              <a:r>
                <a:rPr lang="zh-CN" altLang="en-US" sz="2400">
                  <a:solidFill>
                    <a:schemeClr val="bg1"/>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规范体系</a:t>
              </a:r>
              <a:endParaRPr lang="zh-CN" altLang="en-US" sz="2400">
                <a:solidFill>
                  <a:schemeClr val="bg1"/>
                </a:solidFill>
                <a:latin typeface="Arial"/>
                <a:ea typeface="微软雅黑"/>
                <a:cs typeface="阿里巴巴普惠体 2.0 55 Regular" panose="00020600040101010101" pitchFamily="18" charset="-122"/>
                <a:sym typeface="Arial"/>
              </a:endParaRPr>
            </a:p>
          </p:txBody>
        </p:sp>
        <p:sp>
          <p:nvSpPr>
            <p:cNvPr id="5" name="文本框 4">
              <a:extLst>
                <a:ext uri="{FF2B5EF4-FFF2-40B4-BE49-F238E27FC236}">
                  <a16:creationId xmlns:a16="http://schemas.microsoft.com/office/drawing/2014/main" id="{5DAA9EE7-E91B-EADD-111A-CD9091C8D993}"/>
                </a:ext>
              </a:extLst>
            </p:cNvPr>
            <p:cNvSpPr txBox="1"/>
            <p:nvPr/>
          </p:nvSpPr>
          <p:spPr>
            <a:xfrm>
              <a:off x="4844568" y="3552586"/>
              <a:ext cx="964909" cy="830997"/>
            </a:xfrm>
            <a:prstGeom prst="rect">
              <a:avLst/>
            </a:prstGeom>
            <a:noFill/>
          </p:spPr>
          <p:txBody>
            <a:bodyPr wrap="square" rtlCol="0">
              <a:spAutoFit/>
            </a:bodyPr>
            <a:lstStyle/>
            <a:p>
              <a:pPr algn="ctr"/>
              <a:r>
                <a:rPr lang="zh-CN" altLang="en-US" sz="2400">
                  <a:solidFill>
                    <a:schemeClr val="bg1"/>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规范体系</a:t>
              </a:r>
              <a:endParaRPr lang="zh-CN" altLang="en-US" sz="2400">
                <a:solidFill>
                  <a:schemeClr val="bg1"/>
                </a:solidFill>
                <a:latin typeface="Arial"/>
                <a:ea typeface="微软雅黑"/>
                <a:cs typeface="阿里巴巴普惠体 2.0 55 Regular" panose="00020600040101010101" pitchFamily="18" charset="-122"/>
                <a:sym typeface="Arial"/>
              </a:endParaRPr>
            </a:p>
          </p:txBody>
        </p:sp>
        <p:sp>
          <p:nvSpPr>
            <p:cNvPr id="7" name="文本框 6">
              <a:extLst>
                <a:ext uri="{FF2B5EF4-FFF2-40B4-BE49-F238E27FC236}">
                  <a16:creationId xmlns:a16="http://schemas.microsoft.com/office/drawing/2014/main" id="{1D1C00CB-8F62-858C-7884-C6F1B00CF6F8}"/>
                </a:ext>
              </a:extLst>
            </p:cNvPr>
            <p:cNvSpPr txBox="1"/>
            <p:nvPr/>
          </p:nvSpPr>
          <p:spPr>
            <a:xfrm>
              <a:off x="6177631" y="4069933"/>
              <a:ext cx="964909" cy="830997"/>
            </a:xfrm>
            <a:prstGeom prst="rect">
              <a:avLst/>
            </a:prstGeom>
            <a:noFill/>
          </p:spPr>
          <p:txBody>
            <a:bodyPr wrap="square" rtlCol="0">
              <a:spAutoFit/>
            </a:bodyPr>
            <a:lstStyle/>
            <a:p>
              <a:pPr algn="ctr"/>
              <a:r>
                <a:rPr lang="zh-CN" altLang="en-US" sz="2400">
                  <a:solidFill>
                    <a:schemeClr val="bg1"/>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规范体系</a:t>
              </a:r>
              <a:endParaRPr lang="zh-CN" altLang="en-US" sz="2400">
                <a:solidFill>
                  <a:schemeClr val="bg1"/>
                </a:solidFill>
                <a:latin typeface="Arial"/>
                <a:ea typeface="微软雅黑"/>
                <a:cs typeface="阿里巴巴普惠体 2.0 55 Regular" panose="00020600040101010101" pitchFamily="18" charset="-122"/>
                <a:sym typeface="Arial"/>
              </a:endParaRPr>
            </a:p>
          </p:txBody>
        </p:sp>
      </p:grpSp>
      <p:grpSp>
        <p:nvGrpSpPr>
          <p:cNvPr id="18" name="组合 17">
            <a:extLst>
              <a:ext uri="{FF2B5EF4-FFF2-40B4-BE49-F238E27FC236}">
                <a16:creationId xmlns:a16="http://schemas.microsoft.com/office/drawing/2014/main" id="{95CC6CC7-6C10-03C0-F53D-A7AA26577968}"/>
              </a:ext>
            </a:extLst>
          </p:cNvPr>
          <p:cNvGrpSpPr/>
          <p:nvPr/>
        </p:nvGrpSpPr>
        <p:grpSpPr>
          <a:xfrm>
            <a:off x="7603995" y="1619229"/>
            <a:ext cx="4381072" cy="984885"/>
            <a:chOff x="5698464" y="1968713"/>
            <a:chExt cx="4381072" cy="984885"/>
          </a:xfrm>
        </p:grpSpPr>
        <p:sp>
          <p:nvSpPr>
            <p:cNvPr id="19" name="文本框 18">
              <a:extLst>
                <a:ext uri="{FF2B5EF4-FFF2-40B4-BE49-F238E27FC236}">
                  <a16:creationId xmlns:a16="http://schemas.microsoft.com/office/drawing/2014/main" id="{3BB8991F-C8A8-ADC0-3752-14CA2DF5765A}"/>
                </a:ext>
              </a:extLst>
            </p:cNvPr>
            <p:cNvSpPr txBox="1"/>
            <p:nvPr/>
          </p:nvSpPr>
          <p:spPr>
            <a:xfrm>
              <a:off x="5698464" y="1968713"/>
              <a:ext cx="1505783" cy="461665"/>
            </a:xfrm>
            <a:prstGeom prst="rect">
              <a:avLst/>
            </a:prstGeom>
            <a:noFill/>
          </p:spPr>
          <p:txBody>
            <a:bodyPr wrap="square" rtlCol="0">
              <a:spAutoFit/>
            </a:bodyPr>
            <a:lstStyle/>
            <a:p>
              <a:r>
                <a:rPr lang="zh-CN" altLang="en-US" sz="2400">
                  <a:solidFill>
                    <a:srgbClr val="C00000"/>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规范体系</a:t>
              </a:r>
              <a:endParaRPr lang="zh-CN" altLang="en-US" sz="2400">
                <a:solidFill>
                  <a:srgbClr val="C00000"/>
                </a:solidFill>
                <a:latin typeface="Arial"/>
                <a:ea typeface="微软雅黑"/>
                <a:cs typeface="阿里巴巴普惠体 2.0 55 Regular" panose="00020600040101010101" pitchFamily="18" charset="-122"/>
                <a:sym typeface="Arial"/>
              </a:endParaRPr>
            </a:p>
          </p:txBody>
        </p:sp>
        <p:sp>
          <p:nvSpPr>
            <p:cNvPr id="20" name="文本框 19">
              <a:extLst>
                <a:ext uri="{FF2B5EF4-FFF2-40B4-BE49-F238E27FC236}">
                  <a16:creationId xmlns:a16="http://schemas.microsoft.com/office/drawing/2014/main" id="{44A43811-D0A4-60C5-056D-AC742818AD50}"/>
                </a:ext>
              </a:extLst>
            </p:cNvPr>
            <p:cNvSpPr txBox="1"/>
            <p:nvPr/>
          </p:nvSpPr>
          <p:spPr>
            <a:xfrm>
              <a:off x="5698464" y="2430378"/>
              <a:ext cx="4381072" cy="523220"/>
            </a:xfrm>
            <a:prstGeom prst="rect">
              <a:avLst/>
            </a:prstGeom>
            <a:noFill/>
          </p:spPr>
          <p:txBody>
            <a:bodyPr wrap="square" rtlCol="0">
              <a:spAutoFit/>
            </a:bodyPr>
            <a:lstStyle/>
            <a:p>
              <a:r>
                <a:rPr lang="zh-CN" altLang="en-US" sz="1400" spc="400">
                  <a:latin typeface="Arial"/>
                  <a:ea typeface="微软雅黑"/>
                  <a:cs typeface="阿里巴巴普惠体 2.0 55 Regular" panose="00020600040101010101" pitchFamily="18" charset="-122"/>
                  <a:sym typeface="Arial"/>
                </a:rPr>
                <a:t>以总书记为核心的党中央对关乎中国特色社会主义发展的根本性问题作出顶层设计</a:t>
              </a:r>
            </a:p>
          </p:txBody>
        </p:sp>
      </p:grpSp>
      <p:grpSp>
        <p:nvGrpSpPr>
          <p:cNvPr id="21" name="组合 20">
            <a:extLst>
              <a:ext uri="{FF2B5EF4-FFF2-40B4-BE49-F238E27FC236}">
                <a16:creationId xmlns:a16="http://schemas.microsoft.com/office/drawing/2014/main" id="{6954CA9C-84D8-DF25-519C-579F0BFBA968}"/>
              </a:ext>
            </a:extLst>
          </p:cNvPr>
          <p:cNvGrpSpPr/>
          <p:nvPr/>
        </p:nvGrpSpPr>
        <p:grpSpPr>
          <a:xfrm>
            <a:off x="7450388" y="4578523"/>
            <a:ext cx="4381072" cy="1200329"/>
            <a:chOff x="5698464" y="1968713"/>
            <a:chExt cx="4381072" cy="1200329"/>
          </a:xfrm>
        </p:grpSpPr>
        <p:sp>
          <p:nvSpPr>
            <p:cNvPr id="22" name="文本框 21">
              <a:extLst>
                <a:ext uri="{FF2B5EF4-FFF2-40B4-BE49-F238E27FC236}">
                  <a16:creationId xmlns:a16="http://schemas.microsoft.com/office/drawing/2014/main" id="{4C99EB85-3E4A-C5CD-1483-25427E44B485}"/>
                </a:ext>
              </a:extLst>
            </p:cNvPr>
            <p:cNvSpPr txBox="1"/>
            <p:nvPr/>
          </p:nvSpPr>
          <p:spPr>
            <a:xfrm>
              <a:off x="5698464" y="1968713"/>
              <a:ext cx="1505783" cy="461665"/>
            </a:xfrm>
            <a:prstGeom prst="rect">
              <a:avLst/>
            </a:prstGeom>
            <a:noFill/>
          </p:spPr>
          <p:txBody>
            <a:bodyPr wrap="square" rtlCol="0">
              <a:spAutoFit/>
            </a:bodyPr>
            <a:lstStyle/>
            <a:p>
              <a:r>
                <a:rPr lang="zh-CN" altLang="en-US" sz="2400">
                  <a:solidFill>
                    <a:srgbClr val="C00000"/>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规范体系</a:t>
              </a:r>
              <a:endParaRPr lang="zh-CN" altLang="en-US" sz="2400">
                <a:solidFill>
                  <a:srgbClr val="C00000"/>
                </a:solidFill>
                <a:latin typeface="Arial"/>
                <a:ea typeface="微软雅黑"/>
                <a:cs typeface="阿里巴巴普惠体 2.0 55 Regular" panose="00020600040101010101" pitchFamily="18" charset="-122"/>
                <a:sym typeface="Arial"/>
              </a:endParaRPr>
            </a:p>
          </p:txBody>
        </p:sp>
        <p:sp>
          <p:nvSpPr>
            <p:cNvPr id="23" name="文本框 22">
              <a:extLst>
                <a:ext uri="{FF2B5EF4-FFF2-40B4-BE49-F238E27FC236}">
                  <a16:creationId xmlns:a16="http://schemas.microsoft.com/office/drawing/2014/main" id="{EAA2BDB1-8B1D-2E4C-19E5-2F3241E87F9D}"/>
                </a:ext>
              </a:extLst>
            </p:cNvPr>
            <p:cNvSpPr txBox="1"/>
            <p:nvPr/>
          </p:nvSpPr>
          <p:spPr>
            <a:xfrm>
              <a:off x="5698464" y="2430378"/>
              <a:ext cx="4381072" cy="738664"/>
            </a:xfrm>
            <a:prstGeom prst="rect">
              <a:avLst/>
            </a:prstGeom>
            <a:noFill/>
          </p:spPr>
          <p:txBody>
            <a:bodyPr wrap="square" rtlCol="0">
              <a:spAutoFit/>
            </a:bodyPr>
            <a:lstStyle/>
            <a:p>
              <a:r>
                <a:rPr lang="zh-CN" altLang="en-US" sz="1400" spc="400">
                  <a:latin typeface="Arial"/>
                  <a:ea typeface="微软雅黑"/>
                  <a:cs typeface="阿里巴巴普惠体 2.0 55 Regular" panose="00020600040101010101" pitchFamily="18" charset="-122"/>
                  <a:sym typeface="Arial"/>
                </a:rPr>
                <a:t>推进党的建设制度改革，完善全面从严治党制度体系，把党的领导贯彻到治国理政全过程各方面。</a:t>
              </a:r>
            </a:p>
          </p:txBody>
        </p:sp>
      </p:grpSp>
      <p:grpSp>
        <p:nvGrpSpPr>
          <p:cNvPr id="24" name="组合 23">
            <a:extLst>
              <a:ext uri="{FF2B5EF4-FFF2-40B4-BE49-F238E27FC236}">
                <a16:creationId xmlns:a16="http://schemas.microsoft.com/office/drawing/2014/main" id="{CCC70F03-922A-4F6F-6A16-CC89F6B8E2A4}"/>
              </a:ext>
            </a:extLst>
          </p:cNvPr>
          <p:cNvGrpSpPr/>
          <p:nvPr/>
        </p:nvGrpSpPr>
        <p:grpSpPr>
          <a:xfrm>
            <a:off x="383304" y="1606529"/>
            <a:ext cx="4381075" cy="1200329"/>
            <a:chOff x="5698464" y="1968713"/>
            <a:chExt cx="4381074" cy="1200329"/>
          </a:xfrm>
        </p:grpSpPr>
        <p:sp>
          <p:nvSpPr>
            <p:cNvPr id="25" name="文本框 24">
              <a:extLst>
                <a:ext uri="{FF2B5EF4-FFF2-40B4-BE49-F238E27FC236}">
                  <a16:creationId xmlns:a16="http://schemas.microsoft.com/office/drawing/2014/main" id="{40860C22-3C3E-AD2B-40AD-B1095E66FE23}"/>
                </a:ext>
              </a:extLst>
            </p:cNvPr>
            <p:cNvSpPr txBox="1"/>
            <p:nvPr/>
          </p:nvSpPr>
          <p:spPr>
            <a:xfrm>
              <a:off x="8573755" y="1968713"/>
              <a:ext cx="1505783" cy="461665"/>
            </a:xfrm>
            <a:prstGeom prst="rect">
              <a:avLst/>
            </a:prstGeom>
            <a:noFill/>
          </p:spPr>
          <p:txBody>
            <a:bodyPr wrap="square" rtlCol="0">
              <a:spAutoFit/>
            </a:bodyPr>
            <a:lstStyle/>
            <a:p>
              <a:pPr algn="r"/>
              <a:r>
                <a:rPr lang="zh-CN" altLang="en-US" sz="2400">
                  <a:solidFill>
                    <a:srgbClr val="C00000"/>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规范体系</a:t>
              </a:r>
              <a:endParaRPr lang="zh-CN" altLang="en-US" sz="2400">
                <a:solidFill>
                  <a:srgbClr val="C00000"/>
                </a:solidFill>
                <a:latin typeface="Arial"/>
                <a:ea typeface="微软雅黑"/>
                <a:cs typeface="阿里巴巴普惠体 2.0 55 Regular" panose="00020600040101010101" pitchFamily="18" charset="-122"/>
                <a:sym typeface="Arial"/>
              </a:endParaRPr>
            </a:p>
          </p:txBody>
        </p:sp>
        <p:sp>
          <p:nvSpPr>
            <p:cNvPr id="26" name="文本框 25">
              <a:extLst>
                <a:ext uri="{FF2B5EF4-FFF2-40B4-BE49-F238E27FC236}">
                  <a16:creationId xmlns:a16="http://schemas.microsoft.com/office/drawing/2014/main" id="{ECFA6760-F1A3-DC2B-A5F9-B7217783CEE1}"/>
                </a:ext>
              </a:extLst>
            </p:cNvPr>
            <p:cNvSpPr txBox="1"/>
            <p:nvPr/>
          </p:nvSpPr>
          <p:spPr>
            <a:xfrm>
              <a:off x="5698464" y="2430378"/>
              <a:ext cx="4381072" cy="738664"/>
            </a:xfrm>
            <a:prstGeom prst="rect">
              <a:avLst/>
            </a:prstGeom>
            <a:noFill/>
          </p:spPr>
          <p:txBody>
            <a:bodyPr wrap="square" rtlCol="0">
              <a:spAutoFit/>
            </a:bodyPr>
            <a:lstStyle/>
            <a:p>
              <a:pPr algn="r"/>
              <a:r>
                <a:rPr lang="zh-CN" altLang="en-US" sz="1400" spc="400">
                  <a:latin typeface="Arial"/>
                  <a:ea typeface="微软雅黑"/>
                  <a:cs typeface="阿里巴巴普惠体 2.0 55 Regular" panose="00020600040101010101" pitchFamily="18" charset="-122"/>
                  <a:sym typeface="Arial"/>
                </a:rPr>
                <a:t>在这一伟大变革中，我们党始终坚持的一条逻辑主线是以伟大自我革命引领伟大社会革命。</a:t>
              </a:r>
            </a:p>
          </p:txBody>
        </p:sp>
      </p:grpSp>
      <p:grpSp>
        <p:nvGrpSpPr>
          <p:cNvPr id="27" name="组合 26">
            <a:extLst>
              <a:ext uri="{FF2B5EF4-FFF2-40B4-BE49-F238E27FC236}">
                <a16:creationId xmlns:a16="http://schemas.microsoft.com/office/drawing/2014/main" id="{4AE2F2EE-CE44-C48A-E64D-F84A0F751F71}"/>
              </a:ext>
            </a:extLst>
          </p:cNvPr>
          <p:cNvGrpSpPr/>
          <p:nvPr/>
        </p:nvGrpSpPr>
        <p:grpSpPr>
          <a:xfrm>
            <a:off x="510012" y="4744584"/>
            <a:ext cx="4381075" cy="1415772"/>
            <a:chOff x="5698464" y="1968713"/>
            <a:chExt cx="4381074" cy="1415772"/>
          </a:xfrm>
        </p:grpSpPr>
        <p:sp>
          <p:nvSpPr>
            <p:cNvPr id="28" name="文本框 27">
              <a:extLst>
                <a:ext uri="{FF2B5EF4-FFF2-40B4-BE49-F238E27FC236}">
                  <a16:creationId xmlns:a16="http://schemas.microsoft.com/office/drawing/2014/main" id="{E5C30F5C-8C67-B43C-6162-091EB171AA95}"/>
                </a:ext>
              </a:extLst>
            </p:cNvPr>
            <p:cNvSpPr txBox="1"/>
            <p:nvPr/>
          </p:nvSpPr>
          <p:spPr>
            <a:xfrm>
              <a:off x="8573755" y="1968713"/>
              <a:ext cx="1505783" cy="461665"/>
            </a:xfrm>
            <a:prstGeom prst="rect">
              <a:avLst/>
            </a:prstGeom>
            <a:noFill/>
          </p:spPr>
          <p:txBody>
            <a:bodyPr wrap="square" rtlCol="0">
              <a:spAutoFit/>
            </a:bodyPr>
            <a:lstStyle/>
            <a:p>
              <a:pPr algn="r"/>
              <a:r>
                <a:rPr lang="zh-CN" altLang="en-US" sz="2400">
                  <a:solidFill>
                    <a:srgbClr val="C00000"/>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规范体系</a:t>
              </a:r>
              <a:endParaRPr lang="zh-CN" altLang="en-US" sz="2400">
                <a:solidFill>
                  <a:srgbClr val="C00000"/>
                </a:solidFill>
                <a:latin typeface="Arial"/>
                <a:ea typeface="微软雅黑"/>
                <a:cs typeface="阿里巴巴普惠体 2.0 55 Regular" panose="00020600040101010101" pitchFamily="18" charset="-122"/>
                <a:sym typeface="Arial"/>
              </a:endParaRPr>
            </a:p>
          </p:txBody>
        </p:sp>
        <p:sp>
          <p:nvSpPr>
            <p:cNvPr id="29" name="文本框 28">
              <a:extLst>
                <a:ext uri="{FF2B5EF4-FFF2-40B4-BE49-F238E27FC236}">
                  <a16:creationId xmlns:a16="http://schemas.microsoft.com/office/drawing/2014/main" id="{AB20C09A-A433-77F8-4E64-B4683E637120}"/>
                </a:ext>
              </a:extLst>
            </p:cNvPr>
            <p:cNvSpPr txBox="1"/>
            <p:nvPr/>
          </p:nvSpPr>
          <p:spPr>
            <a:xfrm>
              <a:off x="5698464" y="2430378"/>
              <a:ext cx="4381071" cy="954107"/>
            </a:xfrm>
            <a:prstGeom prst="rect">
              <a:avLst/>
            </a:prstGeom>
            <a:noFill/>
          </p:spPr>
          <p:txBody>
            <a:bodyPr wrap="square" rtlCol="0">
              <a:spAutoFit/>
            </a:bodyPr>
            <a:lstStyle/>
            <a:p>
              <a:pPr algn="r"/>
              <a:r>
                <a:rPr lang="zh-CN" altLang="en-US" sz="1400" spc="400">
                  <a:latin typeface="Arial"/>
                  <a:ea typeface="微软雅黑"/>
                  <a:cs typeface="阿里巴巴普惠体 2.0 55 Regular" panose="00020600040101010101" pitchFamily="18" charset="-122"/>
                  <a:sym typeface="Arial"/>
                </a:rPr>
                <a:t>把“党政军民学，东西南北中，党是领导一切的”写入党章，把“中国共产党领导是中国特色社会主义最本质的特征”写入宪法</a:t>
              </a:r>
            </a:p>
          </p:txBody>
        </p:sp>
      </p:grpSp>
    </p:spTree>
    <p:extLst>
      <p:ext uri="{BB962C8B-B14F-4D97-AF65-F5344CB8AC3E}">
        <p14:creationId xmlns:p14="http://schemas.microsoft.com/office/powerpoint/2010/main" val="334121423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53"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childTnLst>
                          </p:cTn>
                        </p:par>
                      </p:childTnLst>
                    </p:cTn>
                  </p:par>
                  <p:par>
                    <p:cTn id="15" fill="hold" nodeType="clickPar">
                      <p:stCondLst>
                        <p:cond delay="indefinite"/>
                      </p:stCondLst>
                      <p:childTnLst>
                        <p:par>
                          <p:cTn id="16" fill="hold" nodeType="afterGroup">
                            <p:stCondLst>
                              <p:cond delay="0"/>
                            </p:stCondLst>
                            <p:childTnLst>
                              <p:par>
                                <p:cTn id="17" presetID="12" presetClass="entr" presetSubtype="8"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p:tgtEl>
                                          <p:spTgt spid="18"/>
                                        </p:tgtEl>
                                        <p:attrNameLst>
                                          <p:attrName>ppt_x</p:attrName>
                                        </p:attrNameLst>
                                      </p:cBhvr>
                                      <p:tavLst>
                                        <p:tav tm="0">
                                          <p:val>
                                            <p:strVal val="#ppt_x-#ppt_w*1.125000"/>
                                          </p:val>
                                        </p:tav>
                                        <p:tav tm="100000">
                                          <p:val>
                                            <p:strVal val="#ppt_x"/>
                                          </p:val>
                                        </p:tav>
                                      </p:tavLst>
                                    </p:anim>
                                    <p:animEffect transition="in" filter="wipe(right)">
                                      <p:cBhvr>
                                        <p:cTn id="20" dur="500"/>
                                        <p:tgtEl>
                                          <p:spTgt spid="18"/>
                                        </p:tgtEl>
                                      </p:cBhvr>
                                    </p:animEffect>
                                  </p:childTnLst>
                                </p:cTn>
                              </p:par>
                            </p:childTnLst>
                          </p:cTn>
                        </p:par>
                      </p:childTnLst>
                    </p:cTn>
                  </p:par>
                  <p:par>
                    <p:cTn id="21" fill="hold" nodeType="clickPar">
                      <p:stCondLst>
                        <p:cond delay="indefinite"/>
                      </p:stCondLst>
                      <p:childTnLst>
                        <p:par>
                          <p:cTn id="22" fill="hold" nodeType="afterGroup">
                            <p:stCondLst>
                              <p:cond delay="0"/>
                            </p:stCondLst>
                            <p:childTnLst>
                              <p:par>
                                <p:cTn id="23" presetID="12" presetClass="entr" presetSubtype="8"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anim calcmode="lin" valueType="num">
                                      <p:cBhvr additive="base">
                                        <p:cTn id="25" dur="500"/>
                                        <p:tgtEl>
                                          <p:spTgt spid="21"/>
                                        </p:tgtEl>
                                        <p:attrNameLst>
                                          <p:attrName>ppt_x</p:attrName>
                                        </p:attrNameLst>
                                      </p:cBhvr>
                                      <p:tavLst>
                                        <p:tav tm="0">
                                          <p:val>
                                            <p:strVal val="#ppt_x-#ppt_w*1.125000"/>
                                          </p:val>
                                        </p:tav>
                                        <p:tav tm="100000">
                                          <p:val>
                                            <p:strVal val="#ppt_x"/>
                                          </p:val>
                                        </p:tav>
                                      </p:tavLst>
                                    </p:anim>
                                    <p:animEffect transition="in" filter="wipe(right)">
                                      <p:cBhvr>
                                        <p:cTn id="26" dur="500"/>
                                        <p:tgtEl>
                                          <p:spTgt spid="21"/>
                                        </p:tgtEl>
                                      </p:cBhvr>
                                    </p:animEffect>
                                  </p:childTnLst>
                                </p:cTn>
                              </p:par>
                            </p:childTnLst>
                          </p:cTn>
                        </p:par>
                      </p:childTnLst>
                    </p:cTn>
                  </p:par>
                  <p:par>
                    <p:cTn id="27" fill="hold" nodeType="clickPar">
                      <p:stCondLst>
                        <p:cond delay="indefinite"/>
                      </p:stCondLst>
                      <p:childTnLst>
                        <p:par>
                          <p:cTn id="28" fill="hold" nodeType="afterGroup">
                            <p:stCondLst>
                              <p:cond delay="0"/>
                            </p:stCondLst>
                            <p:childTnLst>
                              <p:par>
                                <p:cTn id="29" presetID="12" presetClass="entr" presetSubtype="8"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anim calcmode="lin" valueType="num">
                                      <p:cBhvr additive="base">
                                        <p:cTn id="31" dur="500"/>
                                        <p:tgtEl>
                                          <p:spTgt spid="24"/>
                                        </p:tgtEl>
                                        <p:attrNameLst>
                                          <p:attrName>ppt_x</p:attrName>
                                        </p:attrNameLst>
                                      </p:cBhvr>
                                      <p:tavLst>
                                        <p:tav tm="0">
                                          <p:val>
                                            <p:strVal val="#ppt_x-#ppt_w*1.125000"/>
                                          </p:val>
                                        </p:tav>
                                        <p:tav tm="100000">
                                          <p:val>
                                            <p:strVal val="#ppt_x"/>
                                          </p:val>
                                        </p:tav>
                                      </p:tavLst>
                                    </p:anim>
                                    <p:animEffect transition="in" filter="wipe(right)">
                                      <p:cBhvr>
                                        <p:cTn id="32" dur="500"/>
                                        <p:tgtEl>
                                          <p:spTgt spid="24"/>
                                        </p:tgtEl>
                                      </p:cBhvr>
                                    </p:animEffect>
                                  </p:childTnLst>
                                </p:cTn>
                              </p:par>
                            </p:childTnLst>
                          </p:cTn>
                        </p:par>
                      </p:childTnLst>
                    </p:cTn>
                  </p:par>
                  <p:par>
                    <p:cTn id="33" fill="hold" nodeType="clickPar">
                      <p:stCondLst>
                        <p:cond delay="indefinite"/>
                      </p:stCondLst>
                      <p:childTnLst>
                        <p:par>
                          <p:cTn id="34" fill="hold" nodeType="afterGroup">
                            <p:stCondLst>
                              <p:cond delay="0"/>
                            </p:stCondLst>
                            <p:childTnLst>
                              <p:par>
                                <p:cTn id="35" presetID="12" presetClass="entr" presetSubtype="8"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anim calcmode="lin" valueType="num">
                                      <p:cBhvr additive="base">
                                        <p:cTn id="37" dur="500"/>
                                        <p:tgtEl>
                                          <p:spTgt spid="27"/>
                                        </p:tgtEl>
                                        <p:attrNameLst>
                                          <p:attrName>ppt_x</p:attrName>
                                        </p:attrNameLst>
                                      </p:cBhvr>
                                      <p:tavLst>
                                        <p:tav tm="0">
                                          <p:val>
                                            <p:strVal val="#ppt_x-#ppt_w*1.125000"/>
                                          </p:val>
                                        </p:tav>
                                        <p:tav tm="100000">
                                          <p:val>
                                            <p:strVal val="#ppt_x"/>
                                          </p:val>
                                        </p:tav>
                                      </p:tavLst>
                                    </p:anim>
                                    <p:animEffect transition="in" filter="wipe(right)">
                                      <p:cBhvr>
                                        <p:cTn id="3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37A31515-A52D-7776-4FDA-84DE750531D1}"/>
              </a:ext>
            </a:extLst>
          </p:cNvPr>
          <p:cNvPicPr>
            <a:picLocks noChangeAspect="1"/>
          </p:cNvPicPr>
          <p:nvPr/>
        </p:nvPicPr>
        <p:blipFill>
          <a:blip r:embed="Rbb3cacb387ee40e6">
            <a:extLst>
              <a:ext uri="{28A0092B-C50C-407E-A947-70E740481C1C}">
                <a14:useLocalDpi xmlns:a14="http://schemas.microsoft.com/office/drawing/2010/main"/>
              </a:ext>
            </a:extLst>
          </a:blip>
          <a:stretch>
            <a:fillRect/>
          </a:stretch>
        </p:blipFill>
        <p:spPr>
          <a:xfrm>
            <a:off x="-1" y="0"/>
            <a:ext cx="12192001" cy="6858000"/>
          </a:xfrm>
          <a:prstGeom prst="rect">
            <a:avLst/>
          </a:prstGeom>
        </p:spPr>
      </p:pic>
      <p:pic>
        <p:nvPicPr>
          <p:cNvPr id="7" name="图片 6">
            <a:extLst>
              <a:ext uri="{FF2B5EF4-FFF2-40B4-BE49-F238E27FC236}">
                <a16:creationId xmlns:a16="http://schemas.microsoft.com/office/drawing/2014/main" id="{DA75C10B-DFC5-1179-FAD1-674C99F39EFF}"/>
              </a:ext>
            </a:extLst>
          </p:cNvPr>
          <p:cNvPicPr>
            <a:picLocks noChangeAspect="1"/>
          </p:cNvPicPr>
          <p:nvPr/>
        </p:nvPicPr>
        <p:blipFill>
          <a:blip r:embed="R078373c498aa4ad8">
            <a:extLst>
              <a:ext uri="{28A0092B-C50C-407E-A947-70E740481C1C}">
                <a14:useLocalDpi xmlns:a14="http://schemas.microsoft.com/office/drawing/2010/main"/>
              </a:ext>
            </a:extLst>
          </a:blip>
          <a:stretch>
            <a:fillRect/>
          </a:stretch>
        </p:blipFill>
        <p:spPr>
          <a:xfrm>
            <a:off x="11280578" y="5373504"/>
            <a:ext cx="779327" cy="1394182"/>
          </a:xfrm>
          <a:prstGeom prst="rect">
            <a:avLst/>
          </a:prstGeom>
        </p:spPr>
      </p:pic>
      <p:pic>
        <p:nvPicPr>
          <p:cNvPr id="8" name="图片 7">
            <a:extLst>
              <a:ext uri="{FF2B5EF4-FFF2-40B4-BE49-F238E27FC236}">
                <a16:creationId xmlns:a16="http://schemas.microsoft.com/office/drawing/2014/main" id="{C1E7FFEF-7111-EBC4-44FD-FF5A04440185}"/>
              </a:ext>
            </a:extLst>
          </p:cNvPr>
          <p:cNvPicPr>
            <a:picLocks noChangeAspect="1"/>
          </p:cNvPicPr>
          <p:nvPr/>
        </p:nvPicPr>
        <p:blipFill>
          <a:blip r:embed="R49ca98d0a3ea4dc8">
            <a:lum bright="70000" contrast="-70000"/>
            <a:extLst>
              <a:ext uri="{28A0092B-C50C-407E-A947-70E740481C1C}">
                <a14:useLocalDpi xmlns:a14="http://schemas.microsoft.com/office/drawing/2010/main"/>
              </a:ext>
            </a:extLst>
          </a:blip>
          <a:stretch>
            <a:fillRect/>
          </a:stretch>
        </p:blipFill>
        <p:spPr>
          <a:xfrm>
            <a:off x="-1" y="5733256"/>
            <a:ext cx="2654625" cy="1174614"/>
          </a:xfrm>
          <a:prstGeom prst="rect">
            <a:avLst/>
          </a:prstGeom>
        </p:spPr>
      </p:pic>
      <p:sp>
        <p:nvSpPr>
          <p:cNvPr id="9" name="文本框 8">
            <a:extLst>
              <a:ext uri="{FF2B5EF4-FFF2-40B4-BE49-F238E27FC236}">
                <a16:creationId xmlns:a16="http://schemas.microsoft.com/office/drawing/2014/main" id="{306A28DE-8B51-539D-7CC4-03AEA8496E7A}"/>
              </a:ext>
            </a:extLst>
          </p:cNvPr>
          <p:cNvSpPr txBox="1"/>
          <p:nvPr/>
        </p:nvSpPr>
        <p:spPr>
          <a:xfrm>
            <a:off x="1634958" y="1366242"/>
            <a:ext cx="5156100" cy="1569660"/>
          </a:xfrm>
          <a:prstGeom prst="rect">
            <a:avLst/>
          </a:prstGeom>
          <a:noFill/>
        </p:spPr>
        <p:txBody>
          <a:bodyPr wrap="square" rtlCol="0">
            <a:spAutoFit/>
          </a:bodyPr>
          <a:lstStyle/>
          <a:p>
            <a:r>
              <a:rPr lang="en-US" altLang="zh-CN" sz="9600" b="1">
                <a:solidFill>
                  <a:srgbClr val="FFE9A8"/>
                </a:solidFill>
                <a:effectLst>
                  <a:outerShdw blurRad="38100" dist="38100" dir="2700000" algn="tl">
                    <a:srgbClr val="000000">
                      <a:alpha val="43137"/>
                    </a:srgbClr>
                  </a:outerShdw>
                  <a:reflection blurRad="6350" stA="60000" endA="900" endPos="58000" dir="5400000" sy="-100000" algn="bl" rotWithShape="0"/>
                </a:effectLst>
                <a:latin typeface="Arial"/>
                <a:ea typeface="微软雅黑"/>
                <a:sym typeface="Arial"/>
              </a:rPr>
              <a:t>PART 03</a:t>
            </a:r>
            <a:endParaRPr lang="zh-CN" altLang="en-US" sz="9600" b="1">
              <a:solidFill>
                <a:srgbClr val="FFE9A8"/>
              </a:solidFill>
              <a:effectLst>
                <a:outerShdw blurRad="38100" dist="38100" dir="2700000" algn="tl">
                  <a:srgbClr val="000000">
                    <a:alpha val="43137"/>
                  </a:srgbClr>
                </a:outerShdw>
                <a:reflection blurRad="6350" stA="60000" endA="900" endPos="58000" dir="5400000" sy="-100000" algn="bl" rotWithShape="0"/>
              </a:effectLst>
              <a:latin typeface="Arial"/>
              <a:ea typeface="微软雅黑"/>
              <a:sym typeface="Arial"/>
            </a:endParaRPr>
          </a:p>
        </p:txBody>
      </p:sp>
      <p:grpSp>
        <p:nvGrpSpPr>
          <p:cNvPr id="10" name="组合 9">
            <a:extLst>
              <a:ext uri="{FF2B5EF4-FFF2-40B4-BE49-F238E27FC236}">
                <a16:creationId xmlns:a16="http://schemas.microsoft.com/office/drawing/2014/main" id="{0AF4D978-C5AC-0628-74C3-C70C02A4B9CD}"/>
              </a:ext>
            </a:extLst>
          </p:cNvPr>
          <p:cNvGrpSpPr/>
          <p:nvPr/>
        </p:nvGrpSpPr>
        <p:grpSpPr>
          <a:xfrm>
            <a:off x="3935760" y="3471147"/>
            <a:ext cx="7029027" cy="1107996"/>
            <a:chOff x="2802007" y="4348917"/>
            <a:chExt cx="6076001" cy="1107996"/>
          </a:xfrm>
        </p:grpSpPr>
        <p:sp>
          <p:nvSpPr>
            <p:cNvPr id="11" name="文本框 10">
              <a:extLst>
                <a:ext uri="{FF2B5EF4-FFF2-40B4-BE49-F238E27FC236}">
                  <a16:creationId xmlns:a16="http://schemas.microsoft.com/office/drawing/2014/main" id="{12DC7114-E1F3-46FA-1D5B-8894FD8DABA8}"/>
                </a:ext>
              </a:extLst>
            </p:cNvPr>
            <p:cNvSpPr txBox="1"/>
            <p:nvPr/>
          </p:nvSpPr>
          <p:spPr>
            <a:xfrm>
              <a:off x="2802007" y="4348917"/>
              <a:ext cx="6076001" cy="830997"/>
            </a:xfrm>
            <a:prstGeom prst="rect">
              <a:avLst/>
            </a:prstGeom>
            <a:noFill/>
          </p:spPr>
          <p:txBody>
            <a:bodyPr wrap="square" rtlCol="0">
              <a:spAutoFit/>
            </a:bodyPr>
            <a:lstStyle/>
            <a:p>
              <a:pPr algn="dist"/>
              <a:r>
                <a:rPr lang="zh-CN" altLang="en-US" sz="4800" b="1">
                  <a:solidFill>
                    <a:schemeClr val="bg1"/>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新时代党自我革命制度</a:t>
              </a:r>
            </a:p>
          </p:txBody>
        </p:sp>
        <p:sp>
          <p:nvSpPr>
            <p:cNvPr id="12" name="文本框 11">
              <a:extLst>
                <a:ext uri="{FF2B5EF4-FFF2-40B4-BE49-F238E27FC236}">
                  <a16:creationId xmlns:a16="http://schemas.microsoft.com/office/drawing/2014/main" id="{C55E0247-6195-9E41-F441-A95DFDDC3319}"/>
                </a:ext>
              </a:extLst>
            </p:cNvPr>
            <p:cNvSpPr txBox="1"/>
            <p:nvPr/>
          </p:nvSpPr>
          <p:spPr>
            <a:xfrm>
              <a:off x="2802007" y="5179914"/>
              <a:ext cx="6076001" cy="276999"/>
            </a:xfrm>
            <a:prstGeom prst="rect">
              <a:avLst/>
            </a:prstGeom>
            <a:noFill/>
          </p:spPr>
          <p:txBody>
            <a:bodyPr wrap="square" rtlCol="0">
              <a:spAutoFit/>
            </a:bodyPr>
            <a:lstStyle/>
            <a:p>
              <a:pPr algn="dist"/>
              <a:r>
                <a:rPr lang="en-US" altLang="zh-CN" sz="1200" b="1">
                  <a:solidFill>
                    <a:schemeClr val="bg1"/>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ORIGIN OF THE HOLIDAY</a:t>
              </a:r>
              <a:endParaRPr lang="zh-CN" altLang="en-US" sz="1200" b="1">
                <a:solidFill>
                  <a:schemeClr val="bg1"/>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endParaRPr>
            </a:p>
          </p:txBody>
        </p:sp>
      </p:grpSp>
      <p:grpSp>
        <p:nvGrpSpPr>
          <p:cNvPr id="13" name="组合 12">
            <a:extLst>
              <a:ext uri="{FF2B5EF4-FFF2-40B4-BE49-F238E27FC236}">
                <a16:creationId xmlns:a16="http://schemas.microsoft.com/office/drawing/2014/main" id="{A8CB049F-63DC-DA2C-B61E-DF1A588EDC74}"/>
              </a:ext>
            </a:extLst>
          </p:cNvPr>
          <p:cNvGrpSpPr/>
          <p:nvPr/>
        </p:nvGrpSpPr>
        <p:grpSpPr>
          <a:xfrm>
            <a:off x="6735057" y="95115"/>
            <a:ext cx="5484194" cy="584776"/>
            <a:chOff x="6530658" y="224934"/>
            <a:chExt cx="5484194" cy="584776"/>
          </a:xfrm>
        </p:grpSpPr>
        <p:sp>
          <p:nvSpPr>
            <p:cNvPr id="14" name="文本框 7">
              <a:extLst>
                <a:ext uri="{FF2B5EF4-FFF2-40B4-BE49-F238E27FC236}">
                  <a16:creationId xmlns:a16="http://schemas.microsoft.com/office/drawing/2014/main" id="{FF03784A-E104-EF55-6C5E-14A3A48F99B4}"/>
                </a:ext>
              </a:extLst>
            </p:cNvPr>
            <p:cNvSpPr txBox="1"/>
            <p:nvPr/>
          </p:nvSpPr>
          <p:spPr>
            <a:xfrm>
              <a:off x="7627365" y="224934"/>
              <a:ext cx="4248472" cy="369332"/>
            </a:xfrm>
            <a:prstGeom prst="rect">
              <a:avLst/>
            </a:prstGeom>
            <a:noFill/>
          </p:spPr>
          <p:txBody>
            <a:bodyPr wrap="square" rtlCol="0">
              <a:spAutoFit/>
            </a:bodyPr>
            <a:lstStyle/>
            <a:p>
              <a:pPr algn="dist"/>
              <a:r>
                <a:rPr lang="zh-CN" altLang="en-US">
                  <a:solidFill>
                    <a:schemeClr val="bg1"/>
                  </a:solidFill>
                  <a:effectLst>
                    <a:outerShdw blurRad="38100" dist="38100" dir="2700000" algn="tl">
                      <a:srgbClr val="000000">
                        <a:alpha val="43137"/>
                      </a:srgbClr>
                    </a:outerShdw>
                  </a:effectLst>
                  <a:latin typeface="Arial"/>
                  <a:ea typeface="微软雅黑"/>
                  <a:cs typeface="阿里巴巴普惠体 2.0 65 Medium" panose="00020600040101010101" pitchFamily="18" charset="-122"/>
                  <a:sym typeface="Arial"/>
                </a:rPr>
                <a:t>反腐倡廉 攻坚克难 廉洁政府</a:t>
              </a:r>
            </a:p>
          </p:txBody>
        </p:sp>
        <p:sp>
          <p:nvSpPr>
            <p:cNvPr id="15" name="文本框 8">
              <a:extLst>
                <a:ext uri="{FF2B5EF4-FFF2-40B4-BE49-F238E27FC236}">
                  <a16:creationId xmlns:a16="http://schemas.microsoft.com/office/drawing/2014/main" id="{7C30377C-36C2-3C59-CAD8-73EB15FC4A20}"/>
                </a:ext>
              </a:extLst>
            </p:cNvPr>
            <p:cNvSpPr txBox="1"/>
            <p:nvPr/>
          </p:nvSpPr>
          <p:spPr>
            <a:xfrm>
              <a:off x="6530658" y="594266"/>
              <a:ext cx="5484194" cy="215444"/>
            </a:xfrm>
            <a:prstGeom prst="rect">
              <a:avLst/>
            </a:prstGeom>
            <a:noFill/>
          </p:spPr>
          <p:txBody>
            <a:bodyPr wrap="none" rtlCol="0">
              <a:spAutoFit/>
            </a:bodyPr>
            <a:lstStyle/>
            <a:p>
              <a:r>
                <a:rPr lang="en-US" altLang="zh-CN" sz="800">
                  <a:solidFill>
                    <a:schemeClr val="bg1"/>
                  </a:solidFill>
                  <a:effectLst>
                    <a:outerShdw blurRad="38100" dist="38100" dir="2700000" algn="tl">
                      <a:srgbClr val="000000">
                        <a:alpha val="43137"/>
                      </a:srgbClr>
                    </a:outerShdw>
                  </a:effectLst>
                  <a:latin typeface="Arial"/>
                  <a:ea typeface="微软雅黑"/>
                  <a:cs typeface="阿里巴巴普惠体 2.0 45 Light" panose="00020600040101010101" pitchFamily="18" charset="-122"/>
                  <a:sym typeface="Arial"/>
                </a:rPr>
                <a:t>FIGHTING CORRUPTION AND ADVOCATING INTEGRITY, TACKLING DIFFICULTIES IN CLEAN GOVERNMENT</a:t>
              </a:r>
              <a:endParaRPr lang="zh-CN" altLang="en-US" sz="800">
                <a:solidFill>
                  <a:schemeClr val="bg1"/>
                </a:solidFill>
                <a:effectLst>
                  <a:outerShdw blurRad="38100" dist="38100" dir="2700000" algn="tl">
                    <a:srgbClr val="000000">
                      <a:alpha val="43137"/>
                    </a:srgbClr>
                  </a:outerShdw>
                </a:effectLst>
                <a:latin typeface="Arial"/>
                <a:ea typeface="微软雅黑"/>
                <a:cs typeface="阿里巴巴普惠体 2.0 45 Light" panose="00020600040101010101" pitchFamily="18" charset="-122"/>
                <a:sym typeface="Arial"/>
              </a:endParaRPr>
            </a:p>
          </p:txBody>
        </p:sp>
      </p:grpSp>
    </p:spTree>
    <p:extLst>
      <p:ext uri="{BB962C8B-B14F-4D97-AF65-F5344CB8AC3E}">
        <p14:creationId xmlns:p14="http://schemas.microsoft.com/office/powerpoint/2010/main" val="215880178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par>
                                <p:cTn id="10" presetID="53" presetClass="entr" presetSubtype="0"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childTnLst>
                          </p:cTn>
                        </p:par>
                      </p:childTnLst>
                    </p:cTn>
                  </p:par>
                  <p:par>
                    <p:cTn id="15" fill="hold" nodeType="clickPar">
                      <p:stCondLst>
                        <p:cond delay="indefinite"/>
                        <p:cond evt="onBegin" delay="0">
                          <p:tn val="14"/>
                        </p:cond>
                      </p:stCondLst>
                      <p:childTnLst>
                        <p:par>
                          <p:cTn id="16" fill="hold" nodeType="afterGroup">
                            <p:stCondLst>
                              <p:cond delay="0"/>
                            </p:stCondLst>
                            <p:childTnLst>
                              <p:par>
                                <p:cTn id="17" presetID="16" presetClass="entr" presetSubtype="37"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barn(outVertical)">
                                      <p:cBhvr>
                                        <p:cTn id="19" dur="500"/>
                                        <p:tgtEl>
                                          <p:spTgt spid="9"/>
                                        </p:tgtEl>
                                      </p:cBhvr>
                                    </p:animEffect>
                                  </p:childTnLst>
                                </p:cTn>
                              </p:par>
                            </p:childTnLst>
                          </p:cTn>
                        </p:par>
                      </p:childTnLst>
                    </p:cTn>
                  </p:par>
                  <p:par>
                    <p:cTn id="20" fill="hold" nodeType="clickPar">
                      <p:stCondLst>
                        <p:cond delay="indefinite"/>
                        <p:cond evt="onBegin" delay="0">
                          <p:tn val="19"/>
                        </p:cond>
                      </p:stCondLst>
                      <p:childTnLst>
                        <p:par>
                          <p:cTn id="21" fill="hold" nodeType="afterGroup">
                            <p:stCondLst>
                              <p:cond delay="0"/>
                            </p:stCondLst>
                            <p:childTnLst>
                              <p:par>
                                <p:cTn id="22" presetID="42" presetClass="entr" presetSubtype="0"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1000"/>
                                        <p:tgtEl>
                                          <p:spTgt spid="10"/>
                                        </p:tgtEl>
                                      </p:cBhvr>
                                    </p:animEffect>
                                    <p:anim calcmode="lin" valueType="num">
                                      <p:cBhvr>
                                        <p:cTn id="25" dur="1000" fill="hold"/>
                                        <p:tgtEl>
                                          <p:spTgt spid="10"/>
                                        </p:tgtEl>
                                        <p:attrNameLst>
                                          <p:attrName>ppt_x</p:attrName>
                                        </p:attrNameLst>
                                      </p:cBhvr>
                                      <p:tavLst>
                                        <p:tav tm="0">
                                          <p:val>
                                            <p:strVal val="#ppt_x"/>
                                          </p:val>
                                        </p:tav>
                                        <p:tav tm="100000">
                                          <p:val>
                                            <p:strVal val="#ppt_x"/>
                                          </p:val>
                                        </p:tav>
                                      </p:tavLst>
                                    </p:anim>
                                    <p:anim calcmode="lin" valueType="num">
                                      <p:cBhvr>
                                        <p:cTn id="26" dur="1000" fill="hold"/>
                                        <p:tgtEl>
                                          <p:spTgt spid="10"/>
                                        </p:tgtEl>
                                        <p:attrNameLst>
                                          <p:attrName>ppt_y</p:attrName>
                                        </p:attrNameLst>
                                      </p:cBhvr>
                                      <p:tavLst>
                                        <p:tav tm="0">
                                          <p:val>
                                            <p:strVal val="#ppt_y+.1"/>
                                          </p:val>
                                        </p:tav>
                                        <p:tav tm="100000">
                                          <p:val>
                                            <p:strVal val="#ppt_y"/>
                                          </p:val>
                                        </p:tav>
                                      </p:tavLst>
                                    </p:anim>
                                  </p:childTnLst>
                                </p:cTn>
                              </p:par>
                              <p:par>
                                <p:cTn id="27" presetID="53"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anim calcmode="lin" valueType="num">
                                      <p:cBhvr>
                                        <p:cTn id="29" dur="500" fill="hold"/>
                                        <p:tgtEl>
                                          <p:spTgt spid="13"/>
                                        </p:tgtEl>
                                        <p:attrNameLst>
                                          <p:attrName>ppt_w</p:attrName>
                                        </p:attrNameLst>
                                      </p:cBhvr>
                                      <p:tavLst>
                                        <p:tav tm="0">
                                          <p:val>
                                            <p:fltVal val="0"/>
                                          </p:val>
                                        </p:tav>
                                        <p:tav tm="100000">
                                          <p:val>
                                            <p:strVal val="#ppt_w"/>
                                          </p:val>
                                        </p:tav>
                                      </p:tavLst>
                                    </p:anim>
                                    <p:anim calcmode="lin" valueType="num">
                                      <p:cBhvr>
                                        <p:cTn id="30" dur="500" fill="hold"/>
                                        <p:tgtEl>
                                          <p:spTgt spid="13"/>
                                        </p:tgtEl>
                                        <p:attrNameLst>
                                          <p:attrName>ppt_h</p:attrName>
                                        </p:attrNameLst>
                                      </p:cBhvr>
                                      <p:tavLst>
                                        <p:tav tm="0">
                                          <p:val>
                                            <p:fltVal val="0"/>
                                          </p:val>
                                        </p:tav>
                                        <p:tav tm="100000">
                                          <p:val>
                                            <p:strVal val="#ppt_h"/>
                                          </p:val>
                                        </p:tav>
                                      </p:tavLst>
                                    </p:anim>
                                    <p:animEffect transition="in" filter="fade">
                                      <p:cBhvr>
                                        <p:cTn id="3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a:extLst>
              <a:ext uri="{FF2B5EF4-FFF2-40B4-BE49-F238E27FC236}">
                <a16:creationId xmlns:a16="http://schemas.microsoft.com/office/drawing/2014/main" id="{AE5378B2-AB55-DACB-B6C0-A50EC5D42914}"/>
              </a:ext>
            </a:extLst>
          </p:cNvPr>
          <p:cNvGrpSpPr/>
          <p:nvPr/>
        </p:nvGrpSpPr>
        <p:grpSpPr>
          <a:xfrm>
            <a:off x="598056" y="509654"/>
            <a:ext cx="5569955" cy="707747"/>
            <a:chOff x="598056" y="509653"/>
            <a:chExt cx="5569954" cy="707747"/>
          </a:xfrm>
        </p:grpSpPr>
        <p:grpSp>
          <p:nvGrpSpPr>
            <p:cNvPr id="8" name="组合 7">
              <a:extLst>
                <a:ext uri="{FF2B5EF4-FFF2-40B4-BE49-F238E27FC236}">
                  <a16:creationId xmlns:a16="http://schemas.microsoft.com/office/drawing/2014/main" id="{79894796-7F25-E876-7D0C-A7B8B83ABF33}"/>
                </a:ext>
              </a:extLst>
            </p:cNvPr>
            <p:cNvGrpSpPr/>
            <p:nvPr/>
          </p:nvGrpSpPr>
          <p:grpSpPr>
            <a:xfrm>
              <a:off x="1343999" y="509653"/>
              <a:ext cx="4824011" cy="707747"/>
              <a:chOff x="1731561" y="2531528"/>
              <a:chExt cx="4824011" cy="707747"/>
            </a:xfrm>
          </p:grpSpPr>
          <p:sp>
            <p:nvSpPr>
              <p:cNvPr id="9" name="文本框 8">
                <a:extLst>
                  <a:ext uri="{FF2B5EF4-FFF2-40B4-BE49-F238E27FC236}">
                    <a16:creationId xmlns:a16="http://schemas.microsoft.com/office/drawing/2014/main" id="{02CDBF9F-D65B-B284-E14F-68DB679F7D5E}"/>
                  </a:ext>
                </a:extLst>
              </p:cNvPr>
              <p:cNvSpPr txBox="1"/>
              <p:nvPr/>
            </p:nvSpPr>
            <p:spPr>
              <a:xfrm>
                <a:off x="1731561" y="2531528"/>
                <a:ext cx="4679992" cy="584775"/>
              </a:xfrm>
              <a:prstGeom prst="rect">
                <a:avLst/>
              </a:prstGeom>
              <a:noFill/>
            </p:spPr>
            <p:txBody>
              <a:bodyPr wrap="square" rtlCol="0">
                <a:spAutoFit/>
              </a:bodyPr>
              <a:lstStyle>
                <a:defPPr>
                  <a:defRPr lang="zh-CN"/>
                </a:defPPr>
                <a:lvl1pPr algn="dist">
                  <a:defRPr sz="3200" b="1">
                    <a:solidFill>
                      <a:srgbClr val="C00000"/>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defRPr>
                </a:lvl1pPr>
              </a:lstStyle>
              <a:p>
                <a:r>
                  <a:rPr lang="zh-CN" altLang="en-US">
                    <a:sym typeface="Arial"/>
                  </a:rPr>
                  <a:t>新时代党自我革命制度</a:t>
                </a:r>
              </a:p>
            </p:txBody>
          </p:sp>
          <p:sp>
            <p:nvSpPr>
              <p:cNvPr id="10" name="文本框 9">
                <a:extLst>
                  <a:ext uri="{FF2B5EF4-FFF2-40B4-BE49-F238E27FC236}">
                    <a16:creationId xmlns:a16="http://schemas.microsoft.com/office/drawing/2014/main" id="{0630033E-5E8E-911D-B203-54C87B2E22A2}"/>
                  </a:ext>
                </a:extLst>
              </p:cNvPr>
              <p:cNvSpPr txBox="1"/>
              <p:nvPr/>
            </p:nvSpPr>
            <p:spPr>
              <a:xfrm>
                <a:off x="1779186" y="3008443"/>
                <a:ext cx="4776386" cy="230832"/>
              </a:xfrm>
              <a:prstGeom prst="rect">
                <a:avLst/>
              </a:prstGeom>
              <a:noFill/>
            </p:spPr>
            <p:txBody>
              <a:bodyPr wrap="square" rtlCol="0">
                <a:spAutoFit/>
              </a:bodyPr>
              <a:lstStyle/>
              <a:p>
                <a:pPr algn="dist"/>
                <a:r>
                  <a:rPr lang="en-US" altLang="zh-CN" sz="900">
                    <a:solidFill>
                      <a:srgbClr val="C00000"/>
                    </a:solidFill>
                    <a:latin typeface="Arial"/>
                    <a:ea typeface="微软雅黑"/>
                    <a:cs typeface="阿里巴巴普惠体 2.0 75 SemiBold" panose="00020600040101010101" pitchFamily="18" charset="-122"/>
                    <a:sym typeface="Arial"/>
                  </a:rPr>
                  <a:t>THE ORIGIN OF THE FOUNDING PARTY FESTIVAL</a:t>
                </a:r>
                <a:endParaRPr lang="zh-CN" altLang="en-US" sz="900">
                  <a:solidFill>
                    <a:srgbClr val="C00000"/>
                  </a:solidFill>
                  <a:latin typeface="Arial"/>
                  <a:ea typeface="微软雅黑"/>
                  <a:cs typeface="阿里巴巴普惠体 2.0 75 SemiBold" panose="00020600040101010101" pitchFamily="18" charset="-122"/>
                  <a:sym typeface="Arial"/>
                </a:endParaRPr>
              </a:p>
            </p:txBody>
          </p:sp>
        </p:grpSp>
        <p:grpSp>
          <p:nvGrpSpPr>
            <p:cNvPr id="12" name="组合 11">
              <a:extLst>
                <a:ext uri="{FF2B5EF4-FFF2-40B4-BE49-F238E27FC236}">
                  <a16:creationId xmlns:a16="http://schemas.microsoft.com/office/drawing/2014/main" id="{A244243B-1891-C7F1-3F16-976D00275E3F}"/>
                </a:ext>
              </a:extLst>
            </p:cNvPr>
            <p:cNvGrpSpPr/>
            <p:nvPr/>
          </p:nvGrpSpPr>
          <p:grpSpPr>
            <a:xfrm>
              <a:off x="598056" y="518699"/>
              <a:ext cx="731636" cy="689655"/>
              <a:chOff x="598056" y="533585"/>
              <a:chExt cx="731636" cy="689655"/>
            </a:xfrm>
          </p:grpSpPr>
          <p:sp>
            <p:nvSpPr>
              <p:cNvPr id="6" name="椭圆 5">
                <a:extLst>
                  <a:ext uri="{FF2B5EF4-FFF2-40B4-BE49-F238E27FC236}">
                    <a16:creationId xmlns:a16="http://schemas.microsoft.com/office/drawing/2014/main" id="{5B1126D8-56F8-7771-EC8F-13EBD897F50C}"/>
                  </a:ext>
                </a:extLst>
              </p:cNvPr>
              <p:cNvSpPr/>
              <p:nvPr/>
            </p:nvSpPr>
            <p:spPr>
              <a:xfrm>
                <a:off x="619047" y="533585"/>
                <a:ext cx="689655" cy="68965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11" name="文本框 10">
                <a:extLst>
                  <a:ext uri="{FF2B5EF4-FFF2-40B4-BE49-F238E27FC236}">
                    <a16:creationId xmlns:a16="http://schemas.microsoft.com/office/drawing/2014/main" id="{6475268E-D9A1-2141-25F2-2EC168C02C39}"/>
                  </a:ext>
                </a:extLst>
              </p:cNvPr>
              <p:cNvSpPr txBox="1"/>
              <p:nvPr/>
            </p:nvSpPr>
            <p:spPr>
              <a:xfrm>
                <a:off x="598056" y="586025"/>
                <a:ext cx="731636" cy="584775"/>
              </a:xfrm>
              <a:prstGeom prst="rect">
                <a:avLst/>
              </a:prstGeom>
              <a:noFill/>
            </p:spPr>
            <p:txBody>
              <a:bodyPr wrap="square" rtlCol="0">
                <a:spAutoFit/>
              </a:bodyPr>
              <a:lstStyle/>
              <a:p>
                <a:pPr algn="ctr"/>
                <a:r>
                  <a:rPr lang="en-US" altLang="zh-CN" sz="3200">
                    <a:solidFill>
                      <a:srgbClr val="FFE9A8"/>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03</a:t>
                </a:r>
                <a:endParaRPr lang="zh-CN" altLang="en-US" sz="3200">
                  <a:solidFill>
                    <a:srgbClr val="FFE9A8"/>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endParaRPr>
              </a:p>
            </p:txBody>
          </p:sp>
        </p:grpSp>
      </p:grpSp>
      <p:grpSp>
        <p:nvGrpSpPr>
          <p:cNvPr id="2" name="组合 1">
            <a:extLst>
              <a:ext uri="{FF2B5EF4-FFF2-40B4-BE49-F238E27FC236}">
                <a16:creationId xmlns:a16="http://schemas.microsoft.com/office/drawing/2014/main" id="{619CB7D0-15B0-27D0-F325-61816322EB5A}"/>
              </a:ext>
            </a:extLst>
          </p:cNvPr>
          <p:cNvGrpSpPr/>
          <p:nvPr/>
        </p:nvGrpSpPr>
        <p:grpSpPr>
          <a:xfrm>
            <a:off x="1081683" y="2325573"/>
            <a:ext cx="4787900" cy="1371600"/>
            <a:chOff x="1092200" y="1969406"/>
            <a:chExt cx="4787900" cy="1371600"/>
          </a:xfrm>
        </p:grpSpPr>
        <p:sp>
          <p:nvSpPr>
            <p:cNvPr id="3" name="矩形: 圆角 2">
              <a:extLst>
                <a:ext uri="{FF2B5EF4-FFF2-40B4-BE49-F238E27FC236}">
                  <a16:creationId xmlns:a16="http://schemas.microsoft.com/office/drawing/2014/main" id="{30777B25-7708-841C-4848-CAC058B24D50}"/>
                </a:ext>
              </a:extLst>
            </p:cNvPr>
            <p:cNvSpPr/>
            <p:nvPr/>
          </p:nvSpPr>
          <p:spPr>
            <a:xfrm>
              <a:off x="1092200" y="1969406"/>
              <a:ext cx="4787900" cy="1371600"/>
            </a:xfrm>
            <a:prstGeom prst="roundRect">
              <a:avLst>
                <a:gd name="adj" fmla="val 7408"/>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cs typeface="阿里巴巴普惠体 2.0 55 Regular" panose="00020600040101010101" pitchFamily="18" charset="-122"/>
                <a:sym typeface="Arial"/>
              </a:endParaRPr>
            </a:p>
          </p:txBody>
        </p:sp>
        <p:grpSp>
          <p:nvGrpSpPr>
            <p:cNvPr id="4" name="组合 3">
              <a:extLst>
                <a:ext uri="{FF2B5EF4-FFF2-40B4-BE49-F238E27FC236}">
                  <a16:creationId xmlns:a16="http://schemas.microsoft.com/office/drawing/2014/main" id="{AEF5E43B-1731-EC75-2D8C-B2DE225D778E}"/>
                </a:ext>
              </a:extLst>
            </p:cNvPr>
            <p:cNvGrpSpPr/>
            <p:nvPr/>
          </p:nvGrpSpPr>
          <p:grpSpPr>
            <a:xfrm>
              <a:off x="1160068" y="2090294"/>
              <a:ext cx="4635487" cy="1150954"/>
              <a:chOff x="6127256" y="1786036"/>
              <a:chExt cx="4903345" cy="1150954"/>
            </a:xfrm>
          </p:grpSpPr>
          <p:sp>
            <p:nvSpPr>
              <p:cNvPr id="5" name="文本框 4">
                <a:extLst>
                  <a:ext uri="{FF2B5EF4-FFF2-40B4-BE49-F238E27FC236}">
                    <a16:creationId xmlns:a16="http://schemas.microsoft.com/office/drawing/2014/main" id="{9694B865-7130-BC66-0B0F-4EC96A42DDD1}"/>
                  </a:ext>
                </a:extLst>
              </p:cNvPr>
              <p:cNvSpPr txBox="1"/>
              <p:nvPr/>
            </p:nvSpPr>
            <p:spPr>
              <a:xfrm>
                <a:off x="6127256" y="1786036"/>
                <a:ext cx="1611086" cy="461665"/>
              </a:xfrm>
              <a:prstGeom prst="rect">
                <a:avLst/>
              </a:prstGeom>
              <a:noFill/>
            </p:spPr>
            <p:txBody>
              <a:bodyPr wrap="square" rtlCol="0">
                <a:spAutoFit/>
              </a:bodyPr>
              <a:lstStyle/>
              <a:p>
                <a:r>
                  <a:rPr lang="zh-CN" altLang="en-US" sz="2400">
                    <a:solidFill>
                      <a:schemeClr val="bg1"/>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自我革命</a:t>
                </a:r>
              </a:p>
            </p:txBody>
          </p:sp>
          <p:sp>
            <p:nvSpPr>
              <p:cNvPr id="7" name="文本框 6">
                <a:extLst>
                  <a:ext uri="{FF2B5EF4-FFF2-40B4-BE49-F238E27FC236}">
                    <a16:creationId xmlns:a16="http://schemas.microsoft.com/office/drawing/2014/main" id="{B4931F60-195A-022D-D17A-47C9AC934083}"/>
                  </a:ext>
                </a:extLst>
              </p:cNvPr>
              <p:cNvSpPr txBox="1"/>
              <p:nvPr/>
            </p:nvSpPr>
            <p:spPr>
              <a:xfrm>
                <a:off x="6139287" y="2198326"/>
                <a:ext cx="4891314" cy="738664"/>
              </a:xfrm>
              <a:prstGeom prst="rect">
                <a:avLst/>
              </a:prstGeom>
              <a:noFill/>
            </p:spPr>
            <p:txBody>
              <a:bodyPr wrap="square" rtlCol="0">
                <a:spAutoFit/>
              </a:bodyPr>
              <a:lstStyle/>
              <a:p>
                <a:r>
                  <a:rPr lang="zh-CN" altLang="en-US" sz="1400" spc="400">
                    <a:solidFill>
                      <a:schemeClr val="bg1"/>
                    </a:solidFill>
                    <a:effectLst>
                      <a:outerShdw blurRad="38100" dist="38100" dir="2700000" algn="tl">
                        <a:srgbClr val="000000">
                          <a:alpha val="43137"/>
                        </a:srgbClr>
                      </a:outerShdw>
                    </a:effectLst>
                    <a:latin typeface="Arial"/>
                    <a:ea typeface="微软雅黑"/>
                    <a:cs typeface="阿里巴巴普惠体 2.0 55 Regular" panose="00020600040101010101" pitchFamily="18" charset="-122"/>
                    <a:sym typeface="Arial"/>
                  </a:rPr>
                  <a:t>新时代伟大成就表明，党的自我革命为推进伟大社会革命发挥了政治引领和政治保障作用</a:t>
                </a:r>
              </a:p>
            </p:txBody>
          </p:sp>
        </p:grpSp>
      </p:grpSp>
      <p:grpSp>
        <p:nvGrpSpPr>
          <p:cNvPr id="14" name="组合 13">
            <a:extLst>
              <a:ext uri="{FF2B5EF4-FFF2-40B4-BE49-F238E27FC236}">
                <a16:creationId xmlns:a16="http://schemas.microsoft.com/office/drawing/2014/main" id="{FA26E8F7-6A52-A913-BF5D-CE327F2EE358}"/>
              </a:ext>
            </a:extLst>
          </p:cNvPr>
          <p:cNvGrpSpPr/>
          <p:nvPr/>
        </p:nvGrpSpPr>
        <p:grpSpPr>
          <a:xfrm>
            <a:off x="1056283" y="4192473"/>
            <a:ext cx="4787900" cy="1371600"/>
            <a:chOff x="1092200" y="1969406"/>
            <a:chExt cx="4787900" cy="1371600"/>
          </a:xfrm>
        </p:grpSpPr>
        <p:sp>
          <p:nvSpPr>
            <p:cNvPr id="15" name="矩形: 圆角 14">
              <a:extLst>
                <a:ext uri="{FF2B5EF4-FFF2-40B4-BE49-F238E27FC236}">
                  <a16:creationId xmlns:a16="http://schemas.microsoft.com/office/drawing/2014/main" id="{018FB37E-201D-EB8D-1471-4B62FA3298DD}"/>
                </a:ext>
              </a:extLst>
            </p:cNvPr>
            <p:cNvSpPr/>
            <p:nvPr/>
          </p:nvSpPr>
          <p:spPr>
            <a:xfrm>
              <a:off x="1092200" y="1969406"/>
              <a:ext cx="4787900" cy="1371600"/>
            </a:xfrm>
            <a:prstGeom prst="roundRect">
              <a:avLst>
                <a:gd name="adj" fmla="val 7408"/>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cs typeface="阿里巴巴普惠体 2.0 55 Regular" panose="00020600040101010101" pitchFamily="18" charset="-122"/>
                <a:sym typeface="Arial"/>
              </a:endParaRPr>
            </a:p>
          </p:txBody>
        </p:sp>
        <p:grpSp>
          <p:nvGrpSpPr>
            <p:cNvPr id="16" name="组合 15">
              <a:extLst>
                <a:ext uri="{FF2B5EF4-FFF2-40B4-BE49-F238E27FC236}">
                  <a16:creationId xmlns:a16="http://schemas.microsoft.com/office/drawing/2014/main" id="{A32F9516-9083-EDB2-300A-D1D20651D969}"/>
                </a:ext>
              </a:extLst>
            </p:cNvPr>
            <p:cNvGrpSpPr/>
            <p:nvPr/>
          </p:nvGrpSpPr>
          <p:grpSpPr>
            <a:xfrm>
              <a:off x="1134248" y="2121877"/>
              <a:ext cx="4646863" cy="1199066"/>
              <a:chOff x="6099944" y="1817619"/>
              <a:chExt cx="4915378" cy="1199066"/>
            </a:xfrm>
          </p:grpSpPr>
          <p:sp>
            <p:nvSpPr>
              <p:cNvPr id="17" name="文本框 16">
                <a:extLst>
                  <a:ext uri="{FF2B5EF4-FFF2-40B4-BE49-F238E27FC236}">
                    <a16:creationId xmlns:a16="http://schemas.microsoft.com/office/drawing/2014/main" id="{868341FB-0D8D-D90C-BE14-E168CBD4C6FA}"/>
                  </a:ext>
                </a:extLst>
              </p:cNvPr>
              <p:cNvSpPr txBox="1"/>
              <p:nvPr/>
            </p:nvSpPr>
            <p:spPr>
              <a:xfrm>
                <a:off x="6099944" y="1817619"/>
                <a:ext cx="1611086" cy="461665"/>
              </a:xfrm>
              <a:prstGeom prst="rect">
                <a:avLst/>
              </a:prstGeom>
              <a:noFill/>
            </p:spPr>
            <p:txBody>
              <a:bodyPr wrap="square" rtlCol="0">
                <a:spAutoFit/>
              </a:bodyPr>
              <a:lstStyle/>
              <a:p>
                <a:r>
                  <a:rPr lang="zh-CN" altLang="en-US" sz="2400">
                    <a:solidFill>
                      <a:srgbClr val="C00000"/>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自我革命</a:t>
                </a:r>
              </a:p>
            </p:txBody>
          </p:sp>
          <p:sp>
            <p:nvSpPr>
              <p:cNvPr id="18" name="文本框 17">
                <a:extLst>
                  <a:ext uri="{FF2B5EF4-FFF2-40B4-BE49-F238E27FC236}">
                    <a16:creationId xmlns:a16="http://schemas.microsoft.com/office/drawing/2014/main" id="{195C459A-9696-36ED-74C8-C83E868B8310}"/>
                  </a:ext>
                </a:extLst>
              </p:cNvPr>
              <p:cNvSpPr txBox="1"/>
              <p:nvPr/>
            </p:nvSpPr>
            <p:spPr>
              <a:xfrm>
                <a:off x="6124008" y="2278021"/>
                <a:ext cx="4891314" cy="738664"/>
              </a:xfrm>
              <a:prstGeom prst="rect">
                <a:avLst/>
              </a:prstGeom>
              <a:noFill/>
            </p:spPr>
            <p:txBody>
              <a:bodyPr wrap="square" rtlCol="0">
                <a:spAutoFit/>
              </a:bodyPr>
              <a:lstStyle/>
              <a:p>
                <a:r>
                  <a:rPr lang="zh-CN" altLang="en-US" sz="1400" spc="400">
                    <a:solidFill>
                      <a:schemeClr val="tx1">
                        <a:lumMod val="85000"/>
                        <a:lumOff val="15000"/>
                      </a:schemeClr>
                    </a:solidFill>
                    <a:latin typeface="Arial"/>
                    <a:ea typeface="微软雅黑"/>
                    <a:cs typeface="阿里巴巴普惠体 2.0 55 Regular" panose="00020600040101010101" pitchFamily="18" charset="-122"/>
                    <a:sym typeface="Arial"/>
                  </a:rPr>
                  <a:t>完善党的自我革命制度规范体系体现了新时代全面从严治党实践的创新发展。办好中国的事情，关键在党，关键在坚持党要管党</a:t>
                </a:r>
              </a:p>
            </p:txBody>
          </p:sp>
        </p:grpSp>
      </p:grpSp>
      <p:grpSp>
        <p:nvGrpSpPr>
          <p:cNvPr id="19" name="组合 18">
            <a:extLst>
              <a:ext uri="{FF2B5EF4-FFF2-40B4-BE49-F238E27FC236}">
                <a16:creationId xmlns:a16="http://schemas.microsoft.com/office/drawing/2014/main" id="{B59EA31B-6620-D4AF-83F3-8665C5DCEBF6}"/>
              </a:ext>
            </a:extLst>
          </p:cNvPr>
          <p:cNvGrpSpPr/>
          <p:nvPr/>
        </p:nvGrpSpPr>
        <p:grpSpPr>
          <a:xfrm>
            <a:off x="6406611" y="2325573"/>
            <a:ext cx="4787900" cy="1371600"/>
            <a:chOff x="1092200" y="1969406"/>
            <a:chExt cx="4787900" cy="1371600"/>
          </a:xfrm>
        </p:grpSpPr>
        <p:sp>
          <p:nvSpPr>
            <p:cNvPr id="20" name="矩形: 圆角 19">
              <a:extLst>
                <a:ext uri="{FF2B5EF4-FFF2-40B4-BE49-F238E27FC236}">
                  <a16:creationId xmlns:a16="http://schemas.microsoft.com/office/drawing/2014/main" id="{DDED1D18-1BE9-A59E-57A5-45B442C889E2}"/>
                </a:ext>
              </a:extLst>
            </p:cNvPr>
            <p:cNvSpPr/>
            <p:nvPr/>
          </p:nvSpPr>
          <p:spPr>
            <a:xfrm>
              <a:off x="1092200" y="1969406"/>
              <a:ext cx="4787900" cy="1371600"/>
            </a:xfrm>
            <a:prstGeom prst="roundRect">
              <a:avLst>
                <a:gd name="adj" fmla="val 7408"/>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cs typeface="阿里巴巴普惠体 2.0 55 Regular" panose="00020600040101010101" pitchFamily="18" charset="-122"/>
                <a:sym typeface="Arial"/>
              </a:endParaRPr>
            </a:p>
          </p:txBody>
        </p:sp>
        <p:grpSp>
          <p:nvGrpSpPr>
            <p:cNvPr id="21" name="组合 20">
              <a:extLst>
                <a:ext uri="{FF2B5EF4-FFF2-40B4-BE49-F238E27FC236}">
                  <a16:creationId xmlns:a16="http://schemas.microsoft.com/office/drawing/2014/main" id="{58225596-7F4F-4746-3D5A-B3CB1AB8BA74}"/>
                </a:ext>
              </a:extLst>
            </p:cNvPr>
            <p:cNvGrpSpPr/>
            <p:nvPr/>
          </p:nvGrpSpPr>
          <p:grpSpPr>
            <a:xfrm>
              <a:off x="1165269" y="2091557"/>
              <a:ext cx="4646863" cy="983622"/>
              <a:chOff x="6132758" y="1787299"/>
              <a:chExt cx="4915378" cy="983622"/>
            </a:xfrm>
          </p:grpSpPr>
          <p:sp>
            <p:nvSpPr>
              <p:cNvPr id="22" name="文本框 21">
                <a:extLst>
                  <a:ext uri="{FF2B5EF4-FFF2-40B4-BE49-F238E27FC236}">
                    <a16:creationId xmlns:a16="http://schemas.microsoft.com/office/drawing/2014/main" id="{69A6D596-47E3-A5BB-04F3-17573CE11C79}"/>
                  </a:ext>
                </a:extLst>
              </p:cNvPr>
              <p:cNvSpPr txBox="1"/>
              <p:nvPr/>
            </p:nvSpPr>
            <p:spPr>
              <a:xfrm>
                <a:off x="6132758" y="1787299"/>
                <a:ext cx="1611086" cy="461665"/>
              </a:xfrm>
              <a:prstGeom prst="rect">
                <a:avLst/>
              </a:prstGeom>
              <a:noFill/>
            </p:spPr>
            <p:txBody>
              <a:bodyPr wrap="square" rtlCol="0">
                <a:spAutoFit/>
              </a:bodyPr>
              <a:lstStyle/>
              <a:p>
                <a:r>
                  <a:rPr lang="zh-CN" altLang="en-US" sz="2400">
                    <a:solidFill>
                      <a:srgbClr val="C00000"/>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自我革命</a:t>
                </a:r>
              </a:p>
            </p:txBody>
          </p:sp>
          <p:sp>
            <p:nvSpPr>
              <p:cNvPr id="23" name="文本框 22">
                <a:extLst>
                  <a:ext uri="{FF2B5EF4-FFF2-40B4-BE49-F238E27FC236}">
                    <a16:creationId xmlns:a16="http://schemas.microsoft.com/office/drawing/2014/main" id="{94A05D31-0591-BB1F-5010-A55B866FEF71}"/>
                  </a:ext>
                </a:extLst>
              </p:cNvPr>
              <p:cNvSpPr txBox="1"/>
              <p:nvPr/>
            </p:nvSpPr>
            <p:spPr>
              <a:xfrm>
                <a:off x="6156822" y="2247701"/>
                <a:ext cx="4891314" cy="523220"/>
              </a:xfrm>
              <a:prstGeom prst="rect">
                <a:avLst/>
              </a:prstGeom>
              <a:noFill/>
            </p:spPr>
            <p:txBody>
              <a:bodyPr wrap="square" rtlCol="0">
                <a:spAutoFit/>
              </a:bodyPr>
              <a:lstStyle/>
              <a:p>
                <a:r>
                  <a:rPr lang="zh-CN" altLang="en-US" sz="1400" spc="400">
                    <a:solidFill>
                      <a:schemeClr val="tx1">
                        <a:lumMod val="85000"/>
                        <a:lumOff val="15000"/>
                      </a:schemeClr>
                    </a:solidFill>
                    <a:latin typeface="Arial"/>
                    <a:ea typeface="微软雅黑"/>
                    <a:cs typeface="阿里巴巴普惠体 2.0 55 Regular" panose="00020600040101010101" pitchFamily="18" charset="-122"/>
                    <a:sym typeface="Arial"/>
                  </a:rPr>
                  <a:t>党的自我革命制度规范体系为伟大社会革命的持续和深入提供了坚实的制度保障。</a:t>
                </a:r>
              </a:p>
            </p:txBody>
          </p:sp>
        </p:grpSp>
      </p:grpSp>
      <p:grpSp>
        <p:nvGrpSpPr>
          <p:cNvPr id="24" name="组合 23">
            <a:extLst>
              <a:ext uri="{FF2B5EF4-FFF2-40B4-BE49-F238E27FC236}">
                <a16:creationId xmlns:a16="http://schemas.microsoft.com/office/drawing/2014/main" id="{8C85739F-A5F1-67AB-441E-97ED3DD6710B}"/>
              </a:ext>
            </a:extLst>
          </p:cNvPr>
          <p:cNvGrpSpPr/>
          <p:nvPr/>
        </p:nvGrpSpPr>
        <p:grpSpPr>
          <a:xfrm>
            <a:off x="6453785" y="4192473"/>
            <a:ext cx="4787900" cy="1371600"/>
            <a:chOff x="1092200" y="1969406"/>
            <a:chExt cx="4787900" cy="1371600"/>
          </a:xfrm>
        </p:grpSpPr>
        <p:sp>
          <p:nvSpPr>
            <p:cNvPr id="25" name="矩形: 圆角 24">
              <a:extLst>
                <a:ext uri="{FF2B5EF4-FFF2-40B4-BE49-F238E27FC236}">
                  <a16:creationId xmlns:a16="http://schemas.microsoft.com/office/drawing/2014/main" id="{7AA8ACAF-19E2-F450-2138-622230CC7FD8}"/>
                </a:ext>
              </a:extLst>
            </p:cNvPr>
            <p:cNvSpPr/>
            <p:nvPr/>
          </p:nvSpPr>
          <p:spPr>
            <a:xfrm>
              <a:off x="1092200" y="1969406"/>
              <a:ext cx="4787900" cy="1371600"/>
            </a:xfrm>
            <a:prstGeom prst="roundRect">
              <a:avLst>
                <a:gd name="adj" fmla="val 7408"/>
              </a:avLst>
            </a:prstGeom>
            <a:noFill/>
            <a:ln w="222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cs typeface="阿里巴巴普惠体 2.0 55 Regular" panose="00020600040101010101" pitchFamily="18" charset="-122"/>
                <a:sym typeface="Arial"/>
              </a:endParaRPr>
            </a:p>
          </p:txBody>
        </p:sp>
        <p:grpSp>
          <p:nvGrpSpPr>
            <p:cNvPr id="26" name="组合 25">
              <a:extLst>
                <a:ext uri="{FF2B5EF4-FFF2-40B4-BE49-F238E27FC236}">
                  <a16:creationId xmlns:a16="http://schemas.microsoft.com/office/drawing/2014/main" id="{311DF234-FFCB-287C-E262-D69E6E14E840}"/>
                </a:ext>
              </a:extLst>
            </p:cNvPr>
            <p:cNvGrpSpPr/>
            <p:nvPr/>
          </p:nvGrpSpPr>
          <p:grpSpPr>
            <a:xfrm>
              <a:off x="1165434" y="2112819"/>
              <a:ext cx="4646863" cy="1199066"/>
              <a:chOff x="6132932" y="1808561"/>
              <a:chExt cx="4915378" cy="1199066"/>
            </a:xfrm>
          </p:grpSpPr>
          <p:sp>
            <p:nvSpPr>
              <p:cNvPr id="27" name="文本框 26">
                <a:extLst>
                  <a:ext uri="{FF2B5EF4-FFF2-40B4-BE49-F238E27FC236}">
                    <a16:creationId xmlns:a16="http://schemas.microsoft.com/office/drawing/2014/main" id="{31E5E097-0D0A-71C9-DB05-872B88E5B0B8}"/>
                  </a:ext>
                </a:extLst>
              </p:cNvPr>
              <p:cNvSpPr txBox="1"/>
              <p:nvPr/>
            </p:nvSpPr>
            <p:spPr>
              <a:xfrm>
                <a:off x="6132932" y="1808561"/>
                <a:ext cx="1611086" cy="461665"/>
              </a:xfrm>
              <a:prstGeom prst="rect">
                <a:avLst/>
              </a:prstGeom>
              <a:noFill/>
            </p:spPr>
            <p:txBody>
              <a:bodyPr wrap="square" rtlCol="0">
                <a:spAutoFit/>
              </a:bodyPr>
              <a:lstStyle/>
              <a:p>
                <a:r>
                  <a:rPr lang="zh-CN" altLang="en-US" sz="2400">
                    <a:solidFill>
                      <a:srgbClr val="C00000"/>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自我革命</a:t>
                </a:r>
              </a:p>
            </p:txBody>
          </p:sp>
          <p:sp>
            <p:nvSpPr>
              <p:cNvPr id="28" name="文本框 27">
                <a:extLst>
                  <a:ext uri="{FF2B5EF4-FFF2-40B4-BE49-F238E27FC236}">
                    <a16:creationId xmlns:a16="http://schemas.microsoft.com/office/drawing/2014/main" id="{3270B21B-ED02-9E7B-0A94-FA703CBE12B6}"/>
                  </a:ext>
                </a:extLst>
              </p:cNvPr>
              <p:cNvSpPr txBox="1"/>
              <p:nvPr/>
            </p:nvSpPr>
            <p:spPr>
              <a:xfrm>
                <a:off x="6156996" y="2268963"/>
                <a:ext cx="4891314" cy="738664"/>
              </a:xfrm>
              <a:prstGeom prst="rect">
                <a:avLst/>
              </a:prstGeom>
              <a:noFill/>
            </p:spPr>
            <p:txBody>
              <a:bodyPr wrap="square" rtlCol="0">
                <a:spAutoFit/>
              </a:bodyPr>
              <a:lstStyle/>
              <a:p>
                <a:r>
                  <a:rPr lang="zh-CN" altLang="en-US" sz="1400" spc="400">
                    <a:solidFill>
                      <a:schemeClr val="tx1">
                        <a:lumMod val="85000"/>
                        <a:lumOff val="15000"/>
                      </a:schemeClr>
                    </a:solidFill>
                    <a:latin typeface="Arial"/>
                    <a:ea typeface="微软雅黑"/>
                    <a:cs typeface="阿里巴巴普惠体 2.0 55 Regular" panose="00020600040101010101" pitchFamily="18" charset="-122"/>
                    <a:sym typeface="Arial"/>
                  </a:rPr>
                  <a:t>党的十八大以来，以总书记为核心的党中央以“十年磨一剑”的定力推进全面从严治党，以“得罪千百人、不负十四亿”</a:t>
                </a:r>
              </a:p>
            </p:txBody>
          </p:sp>
        </p:grpSp>
      </p:grpSp>
    </p:spTree>
    <p:extLst>
      <p:ext uri="{BB962C8B-B14F-4D97-AF65-F5344CB8AC3E}">
        <p14:creationId xmlns:p14="http://schemas.microsoft.com/office/powerpoint/2010/main" val="18860043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53"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childTnLst>
                          </p:cTn>
                        </p:par>
                      </p:childTnLst>
                    </p:cTn>
                  </p:par>
                  <p:par>
                    <p:cTn id="15" fill="hold" nodeType="clickPar">
                      <p:stCondLst>
                        <p:cond delay="indefinite"/>
                      </p:stCondLst>
                      <p:childTnLst>
                        <p:par>
                          <p:cTn id="16" fill="hold" nodeType="afterGroup">
                            <p:stCondLst>
                              <p:cond delay="0"/>
                            </p:stCondLst>
                            <p:childTnLst>
                              <p:par>
                                <p:cTn id="17" presetID="53"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p:cTn id="19" dur="500" fill="hold"/>
                                        <p:tgtEl>
                                          <p:spTgt spid="19"/>
                                        </p:tgtEl>
                                        <p:attrNameLst>
                                          <p:attrName>ppt_w</p:attrName>
                                        </p:attrNameLst>
                                      </p:cBhvr>
                                      <p:tavLst>
                                        <p:tav tm="0">
                                          <p:val>
                                            <p:fltVal val="0"/>
                                          </p:val>
                                        </p:tav>
                                        <p:tav tm="100000">
                                          <p:val>
                                            <p:strVal val="#ppt_w"/>
                                          </p:val>
                                        </p:tav>
                                      </p:tavLst>
                                    </p:anim>
                                    <p:anim calcmode="lin" valueType="num">
                                      <p:cBhvr>
                                        <p:cTn id="20" dur="500" fill="hold"/>
                                        <p:tgtEl>
                                          <p:spTgt spid="19"/>
                                        </p:tgtEl>
                                        <p:attrNameLst>
                                          <p:attrName>ppt_h</p:attrName>
                                        </p:attrNameLst>
                                      </p:cBhvr>
                                      <p:tavLst>
                                        <p:tav tm="0">
                                          <p:val>
                                            <p:fltVal val="0"/>
                                          </p:val>
                                        </p:tav>
                                        <p:tav tm="100000">
                                          <p:val>
                                            <p:strVal val="#ppt_h"/>
                                          </p:val>
                                        </p:tav>
                                      </p:tavLst>
                                    </p:anim>
                                    <p:animEffect transition="in" filter="fade">
                                      <p:cBhvr>
                                        <p:cTn id="21" dur="500"/>
                                        <p:tgtEl>
                                          <p:spTgt spid="19"/>
                                        </p:tgtEl>
                                      </p:cBhvr>
                                    </p:animEffect>
                                  </p:childTnLst>
                                </p:cTn>
                              </p:par>
                            </p:childTnLst>
                          </p:cTn>
                        </p:par>
                      </p:childTnLst>
                    </p:cTn>
                  </p:par>
                  <p:par>
                    <p:cTn id="22" fill="hold" nodeType="clickPar">
                      <p:stCondLst>
                        <p:cond delay="indefinite"/>
                      </p:stCondLst>
                      <p:childTnLst>
                        <p:par>
                          <p:cTn id="23" fill="hold" nodeType="afterGroup">
                            <p:stCondLst>
                              <p:cond delay="0"/>
                            </p:stCondLst>
                            <p:childTnLst>
                              <p:par>
                                <p:cTn id="24" presetID="53" presetClass="entr" presetSubtype="0" fill="hold" nodeType="clickEffect">
                                  <p:stCondLst>
                                    <p:cond delay="0"/>
                                  </p:stCondLst>
                                  <p:childTnLst>
                                    <p:set>
                                      <p:cBhvr>
                                        <p:cTn id="25" dur="1" fill="hold">
                                          <p:stCondLst>
                                            <p:cond delay="0"/>
                                          </p:stCondLst>
                                        </p:cTn>
                                        <p:tgtEl>
                                          <p:spTgt spid="14"/>
                                        </p:tgtEl>
                                        <p:attrNameLst>
                                          <p:attrName>style.visibility</p:attrName>
                                        </p:attrNameLst>
                                      </p:cBhvr>
                                      <p:to>
                                        <p:strVal val="visible"/>
                                      </p:to>
                                    </p:set>
                                    <p:anim calcmode="lin" valueType="num">
                                      <p:cBhvr>
                                        <p:cTn id="26" dur="500" fill="hold"/>
                                        <p:tgtEl>
                                          <p:spTgt spid="14"/>
                                        </p:tgtEl>
                                        <p:attrNameLst>
                                          <p:attrName>ppt_w</p:attrName>
                                        </p:attrNameLst>
                                      </p:cBhvr>
                                      <p:tavLst>
                                        <p:tav tm="0">
                                          <p:val>
                                            <p:fltVal val="0"/>
                                          </p:val>
                                        </p:tav>
                                        <p:tav tm="100000">
                                          <p:val>
                                            <p:strVal val="#ppt_w"/>
                                          </p:val>
                                        </p:tav>
                                      </p:tavLst>
                                    </p:anim>
                                    <p:anim calcmode="lin" valueType="num">
                                      <p:cBhvr>
                                        <p:cTn id="27" dur="500" fill="hold"/>
                                        <p:tgtEl>
                                          <p:spTgt spid="14"/>
                                        </p:tgtEl>
                                        <p:attrNameLst>
                                          <p:attrName>ppt_h</p:attrName>
                                        </p:attrNameLst>
                                      </p:cBhvr>
                                      <p:tavLst>
                                        <p:tav tm="0">
                                          <p:val>
                                            <p:fltVal val="0"/>
                                          </p:val>
                                        </p:tav>
                                        <p:tav tm="100000">
                                          <p:val>
                                            <p:strVal val="#ppt_h"/>
                                          </p:val>
                                        </p:tav>
                                      </p:tavLst>
                                    </p:anim>
                                    <p:animEffect transition="in" filter="fade">
                                      <p:cBhvr>
                                        <p:cTn id="28" dur="500"/>
                                        <p:tgtEl>
                                          <p:spTgt spid="14"/>
                                        </p:tgtEl>
                                      </p:cBhvr>
                                    </p:animEffect>
                                  </p:childTnLst>
                                </p:cTn>
                              </p:par>
                            </p:childTnLst>
                          </p:cTn>
                        </p:par>
                      </p:childTnLst>
                    </p:cTn>
                  </p:par>
                  <p:par>
                    <p:cTn id="29" fill="hold" nodeType="clickPar">
                      <p:stCondLst>
                        <p:cond delay="indefinite"/>
                      </p:stCondLst>
                      <p:childTnLst>
                        <p:par>
                          <p:cTn id="30" fill="hold" nodeType="afterGroup">
                            <p:stCondLst>
                              <p:cond delay="0"/>
                            </p:stCondLst>
                            <p:childTnLst>
                              <p:par>
                                <p:cTn id="31" presetID="53" presetClass="entr" presetSubtype="0" fill="hold" nodeType="clickEffect">
                                  <p:stCondLst>
                                    <p:cond delay="0"/>
                                  </p:stCondLst>
                                  <p:childTnLst>
                                    <p:set>
                                      <p:cBhvr>
                                        <p:cTn id="32" dur="1" fill="hold">
                                          <p:stCondLst>
                                            <p:cond delay="0"/>
                                          </p:stCondLst>
                                        </p:cTn>
                                        <p:tgtEl>
                                          <p:spTgt spid="24"/>
                                        </p:tgtEl>
                                        <p:attrNameLst>
                                          <p:attrName>style.visibility</p:attrName>
                                        </p:attrNameLst>
                                      </p:cBhvr>
                                      <p:to>
                                        <p:strVal val="visible"/>
                                      </p:to>
                                    </p:set>
                                    <p:anim calcmode="lin" valueType="num">
                                      <p:cBhvr>
                                        <p:cTn id="33" dur="500" fill="hold"/>
                                        <p:tgtEl>
                                          <p:spTgt spid="24"/>
                                        </p:tgtEl>
                                        <p:attrNameLst>
                                          <p:attrName>ppt_w</p:attrName>
                                        </p:attrNameLst>
                                      </p:cBhvr>
                                      <p:tavLst>
                                        <p:tav tm="0">
                                          <p:val>
                                            <p:fltVal val="0"/>
                                          </p:val>
                                        </p:tav>
                                        <p:tav tm="100000">
                                          <p:val>
                                            <p:strVal val="#ppt_w"/>
                                          </p:val>
                                        </p:tav>
                                      </p:tavLst>
                                    </p:anim>
                                    <p:anim calcmode="lin" valueType="num">
                                      <p:cBhvr>
                                        <p:cTn id="34" dur="500" fill="hold"/>
                                        <p:tgtEl>
                                          <p:spTgt spid="24"/>
                                        </p:tgtEl>
                                        <p:attrNameLst>
                                          <p:attrName>ppt_h</p:attrName>
                                        </p:attrNameLst>
                                      </p:cBhvr>
                                      <p:tavLst>
                                        <p:tav tm="0">
                                          <p:val>
                                            <p:fltVal val="0"/>
                                          </p:val>
                                        </p:tav>
                                        <p:tav tm="100000">
                                          <p:val>
                                            <p:strVal val="#ppt_h"/>
                                          </p:val>
                                        </p:tav>
                                      </p:tavLst>
                                    </p:anim>
                                    <p:animEffect transition="in" filter="fade">
                                      <p:cBhvr>
                                        <p:cTn id="3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a:extLst>
              <a:ext uri="{FF2B5EF4-FFF2-40B4-BE49-F238E27FC236}">
                <a16:creationId xmlns:a16="http://schemas.microsoft.com/office/drawing/2014/main" id="{AE5378B2-AB55-DACB-B6C0-A50EC5D42914}"/>
              </a:ext>
            </a:extLst>
          </p:cNvPr>
          <p:cNvGrpSpPr/>
          <p:nvPr/>
        </p:nvGrpSpPr>
        <p:grpSpPr>
          <a:xfrm>
            <a:off x="598056" y="509654"/>
            <a:ext cx="5569955" cy="707747"/>
            <a:chOff x="598056" y="509653"/>
            <a:chExt cx="5569954" cy="707747"/>
          </a:xfrm>
        </p:grpSpPr>
        <p:grpSp>
          <p:nvGrpSpPr>
            <p:cNvPr id="8" name="组合 7">
              <a:extLst>
                <a:ext uri="{FF2B5EF4-FFF2-40B4-BE49-F238E27FC236}">
                  <a16:creationId xmlns:a16="http://schemas.microsoft.com/office/drawing/2014/main" id="{79894796-7F25-E876-7D0C-A7B8B83ABF33}"/>
                </a:ext>
              </a:extLst>
            </p:cNvPr>
            <p:cNvGrpSpPr/>
            <p:nvPr/>
          </p:nvGrpSpPr>
          <p:grpSpPr>
            <a:xfrm>
              <a:off x="1343999" y="509653"/>
              <a:ext cx="4824011" cy="707747"/>
              <a:chOff x="1731561" y="2531528"/>
              <a:chExt cx="4824011" cy="707747"/>
            </a:xfrm>
          </p:grpSpPr>
          <p:sp>
            <p:nvSpPr>
              <p:cNvPr id="9" name="文本框 8">
                <a:extLst>
                  <a:ext uri="{FF2B5EF4-FFF2-40B4-BE49-F238E27FC236}">
                    <a16:creationId xmlns:a16="http://schemas.microsoft.com/office/drawing/2014/main" id="{02CDBF9F-D65B-B284-E14F-68DB679F7D5E}"/>
                  </a:ext>
                </a:extLst>
              </p:cNvPr>
              <p:cNvSpPr txBox="1"/>
              <p:nvPr/>
            </p:nvSpPr>
            <p:spPr>
              <a:xfrm>
                <a:off x="1731561" y="2531528"/>
                <a:ext cx="4679992" cy="584775"/>
              </a:xfrm>
              <a:prstGeom prst="rect">
                <a:avLst/>
              </a:prstGeom>
              <a:noFill/>
            </p:spPr>
            <p:txBody>
              <a:bodyPr wrap="square" rtlCol="0">
                <a:spAutoFit/>
              </a:bodyPr>
              <a:lstStyle>
                <a:defPPr>
                  <a:defRPr lang="zh-CN"/>
                </a:defPPr>
                <a:lvl1pPr algn="dist">
                  <a:defRPr sz="3200" b="1">
                    <a:solidFill>
                      <a:srgbClr val="C00000"/>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defRPr>
                </a:lvl1pPr>
              </a:lstStyle>
              <a:p>
                <a:r>
                  <a:rPr lang="zh-CN" altLang="en-US">
                    <a:sym typeface="Arial"/>
                  </a:rPr>
                  <a:t>新时代党自我革命制度</a:t>
                </a:r>
              </a:p>
            </p:txBody>
          </p:sp>
          <p:sp>
            <p:nvSpPr>
              <p:cNvPr id="10" name="文本框 9">
                <a:extLst>
                  <a:ext uri="{FF2B5EF4-FFF2-40B4-BE49-F238E27FC236}">
                    <a16:creationId xmlns:a16="http://schemas.microsoft.com/office/drawing/2014/main" id="{0630033E-5E8E-911D-B203-54C87B2E22A2}"/>
                  </a:ext>
                </a:extLst>
              </p:cNvPr>
              <p:cNvSpPr txBox="1"/>
              <p:nvPr/>
            </p:nvSpPr>
            <p:spPr>
              <a:xfrm>
                <a:off x="1779186" y="3008443"/>
                <a:ext cx="4776386" cy="230832"/>
              </a:xfrm>
              <a:prstGeom prst="rect">
                <a:avLst/>
              </a:prstGeom>
              <a:noFill/>
            </p:spPr>
            <p:txBody>
              <a:bodyPr wrap="square" rtlCol="0">
                <a:spAutoFit/>
              </a:bodyPr>
              <a:lstStyle/>
              <a:p>
                <a:pPr algn="dist"/>
                <a:r>
                  <a:rPr lang="en-US" altLang="zh-CN" sz="900">
                    <a:solidFill>
                      <a:srgbClr val="C00000"/>
                    </a:solidFill>
                    <a:latin typeface="Arial"/>
                    <a:ea typeface="微软雅黑"/>
                    <a:cs typeface="阿里巴巴普惠体 2.0 75 SemiBold" panose="00020600040101010101" pitchFamily="18" charset="-122"/>
                    <a:sym typeface="Arial"/>
                  </a:rPr>
                  <a:t>THE ORIGIN OF THE FOUNDING PARTY FESTIVAL</a:t>
                </a:r>
                <a:endParaRPr lang="zh-CN" altLang="en-US" sz="900">
                  <a:solidFill>
                    <a:srgbClr val="C00000"/>
                  </a:solidFill>
                  <a:latin typeface="Arial"/>
                  <a:ea typeface="微软雅黑"/>
                  <a:cs typeface="阿里巴巴普惠体 2.0 75 SemiBold" panose="00020600040101010101" pitchFamily="18" charset="-122"/>
                  <a:sym typeface="Arial"/>
                </a:endParaRPr>
              </a:p>
            </p:txBody>
          </p:sp>
        </p:grpSp>
        <p:grpSp>
          <p:nvGrpSpPr>
            <p:cNvPr id="12" name="组合 11">
              <a:extLst>
                <a:ext uri="{FF2B5EF4-FFF2-40B4-BE49-F238E27FC236}">
                  <a16:creationId xmlns:a16="http://schemas.microsoft.com/office/drawing/2014/main" id="{A244243B-1891-C7F1-3F16-976D00275E3F}"/>
                </a:ext>
              </a:extLst>
            </p:cNvPr>
            <p:cNvGrpSpPr/>
            <p:nvPr/>
          </p:nvGrpSpPr>
          <p:grpSpPr>
            <a:xfrm>
              <a:off x="598056" y="518699"/>
              <a:ext cx="731636" cy="689655"/>
              <a:chOff x="598056" y="533585"/>
              <a:chExt cx="731636" cy="689655"/>
            </a:xfrm>
          </p:grpSpPr>
          <p:sp>
            <p:nvSpPr>
              <p:cNvPr id="6" name="椭圆 5">
                <a:extLst>
                  <a:ext uri="{FF2B5EF4-FFF2-40B4-BE49-F238E27FC236}">
                    <a16:creationId xmlns:a16="http://schemas.microsoft.com/office/drawing/2014/main" id="{5B1126D8-56F8-7771-EC8F-13EBD897F50C}"/>
                  </a:ext>
                </a:extLst>
              </p:cNvPr>
              <p:cNvSpPr/>
              <p:nvPr/>
            </p:nvSpPr>
            <p:spPr>
              <a:xfrm>
                <a:off x="619047" y="533585"/>
                <a:ext cx="689655" cy="68965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11" name="文本框 10">
                <a:extLst>
                  <a:ext uri="{FF2B5EF4-FFF2-40B4-BE49-F238E27FC236}">
                    <a16:creationId xmlns:a16="http://schemas.microsoft.com/office/drawing/2014/main" id="{6475268E-D9A1-2141-25F2-2EC168C02C39}"/>
                  </a:ext>
                </a:extLst>
              </p:cNvPr>
              <p:cNvSpPr txBox="1"/>
              <p:nvPr/>
            </p:nvSpPr>
            <p:spPr>
              <a:xfrm>
                <a:off x="598056" y="586025"/>
                <a:ext cx="731636" cy="584775"/>
              </a:xfrm>
              <a:prstGeom prst="rect">
                <a:avLst/>
              </a:prstGeom>
              <a:noFill/>
            </p:spPr>
            <p:txBody>
              <a:bodyPr wrap="square" rtlCol="0">
                <a:spAutoFit/>
              </a:bodyPr>
              <a:lstStyle/>
              <a:p>
                <a:pPr algn="ctr"/>
                <a:r>
                  <a:rPr lang="en-US" altLang="zh-CN" sz="3200">
                    <a:solidFill>
                      <a:srgbClr val="FFE9A8"/>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03</a:t>
                </a:r>
                <a:endParaRPr lang="zh-CN" altLang="en-US" sz="3200">
                  <a:solidFill>
                    <a:srgbClr val="FFE9A8"/>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endParaRPr>
              </a:p>
            </p:txBody>
          </p:sp>
        </p:grpSp>
      </p:grpSp>
      <p:sp>
        <p:nvSpPr>
          <p:cNvPr id="2" name="图形">
            <a:extLst>
              <a:ext uri="{FF2B5EF4-FFF2-40B4-BE49-F238E27FC236}">
                <a16:creationId xmlns:a16="http://schemas.microsoft.com/office/drawing/2014/main" id="{5973DBF6-6FD1-84D1-1319-5BBAC3A73E74}"/>
              </a:ext>
            </a:extLst>
          </p:cNvPr>
          <p:cNvSpPr txBox="1"/>
          <p:nvPr>
            <p:custDataLst>
              <p:tags r:id="R7a46ab07331e460d"/>
            </p:custDataLst>
          </p:nvPr>
        </p:nvSpPr>
        <p:spPr>
          <a:xfrm>
            <a:off x="6096000" y="1661089"/>
            <a:ext cx="1415772" cy="461665"/>
          </a:xfrm>
          <a:prstGeom prst="rect">
            <a:avLst/>
          </a:prstGeom>
        </p:spPr>
        <p:txBody>
          <a:bodyPr wrap="none" rtlCol="0">
            <a:spAutoFit/>
          </a:bodyPr>
          <a:lstStyle/>
          <a:p>
            <a:r>
              <a:rPr lang="zh-CN" altLang="en-US" sz="2400">
                <a:solidFill>
                  <a:srgbClr val="C00000"/>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自我革命</a:t>
            </a:r>
          </a:p>
        </p:txBody>
      </p:sp>
      <p:sp>
        <p:nvSpPr>
          <p:cNvPr id="3" name="图形">
            <a:extLst>
              <a:ext uri="{FF2B5EF4-FFF2-40B4-BE49-F238E27FC236}">
                <a16:creationId xmlns:a16="http://schemas.microsoft.com/office/drawing/2014/main" id="{0440D7EA-C4EA-D861-3720-2D4925A2771C}"/>
              </a:ext>
            </a:extLst>
          </p:cNvPr>
          <p:cNvSpPr/>
          <p:nvPr>
            <p:custDataLst>
              <p:tags r:id="R8ce987918ed24977"/>
            </p:custDataLst>
          </p:nvPr>
        </p:nvSpPr>
        <p:spPr>
          <a:xfrm rot="16200000">
            <a:off x="1419038" y="2123993"/>
            <a:ext cx="3382010" cy="3382011"/>
          </a:xfrm>
          <a:prstGeom prst="octagon">
            <a:avLst/>
          </a:prstGeom>
          <a:solidFill>
            <a:schemeClr val="bg1"/>
          </a:solid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latin typeface="Arial"/>
              <a:ea typeface="微软雅黑"/>
              <a:cs typeface="思源黑体旧字形 Light" panose="020B0300000000000000" charset="-128"/>
              <a:sym typeface="Arial"/>
            </a:endParaRPr>
          </a:p>
        </p:txBody>
      </p:sp>
      <p:sp>
        <p:nvSpPr>
          <p:cNvPr id="4" name="图形">
            <a:extLst>
              <a:ext uri="{FF2B5EF4-FFF2-40B4-BE49-F238E27FC236}">
                <a16:creationId xmlns:a16="http://schemas.microsoft.com/office/drawing/2014/main" id="{14D2DB0D-9D92-912D-3BC7-51769585184F}"/>
              </a:ext>
            </a:extLst>
          </p:cNvPr>
          <p:cNvSpPr/>
          <p:nvPr>
            <p:custDataLst>
              <p:tags r:id="Ra69bbda3e4544eb1"/>
            </p:custDataLst>
          </p:nvPr>
        </p:nvSpPr>
        <p:spPr>
          <a:xfrm>
            <a:off x="1747969" y="2452925"/>
            <a:ext cx="2723515" cy="2723515"/>
          </a:xfrm>
          <a:prstGeom prst="octagon">
            <a:avLst/>
          </a:prstGeom>
          <a:gradFill>
            <a:gsLst>
              <a:gs pos="15000">
                <a:srgbClr val="C00000"/>
              </a:gs>
              <a:gs pos="100000">
                <a:srgbClr val="C00000"/>
              </a:gs>
            </a:gsLst>
            <a:lin ang="18900000" scaled="0"/>
          </a:gradFill>
          <a:ln w="15875">
            <a:gradFill>
              <a:gsLst>
                <a:gs pos="0">
                  <a:srgbClr val="E82006"/>
                </a:gs>
                <a:gs pos="100000">
                  <a:srgbClr val="F97636"/>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latin typeface="Arial"/>
              <a:ea typeface="微软雅黑"/>
              <a:cs typeface="思源黑体旧字形 Light" panose="020B0300000000000000" charset="-128"/>
              <a:sym typeface="Arial"/>
            </a:endParaRPr>
          </a:p>
        </p:txBody>
      </p:sp>
      <p:sp>
        <p:nvSpPr>
          <p:cNvPr id="5" name="图形">
            <a:extLst>
              <a:ext uri="{FF2B5EF4-FFF2-40B4-BE49-F238E27FC236}">
                <a16:creationId xmlns:a16="http://schemas.microsoft.com/office/drawing/2014/main" id="{BCB0FDF8-DF75-C1EF-210B-DB50B90921B5}"/>
              </a:ext>
            </a:extLst>
          </p:cNvPr>
          <p:cNvSpPr/>
          <p:nvPr>
            <p:custDataLst>
              <p:tags r:id="R209c349de2de4e3e"/>
            </p:custDataLst>
          </p:nvPr>
        </p:nvSpPr>
        <p:spPr>
          <a:xfrm>
            <a:off x="5201100" y="2143678"/>
            <a:ext cx="636905" cy="3356610"/>
          </a:xfrm>
          <a:prstGeom prst="leftBrace">
            <a:avLst>
              <a:gd name="adj1" fmla="val 0"/>
              <a:gd name="adj2" fmla="val 50000"/>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latin typeface="Arial"/>
              <a:ea typeface="微软雅黑"/>
              <a:cs typeface="思源黑体旧字形 Light" panose="020B0300000000000000" charset="-128"/>
              <a:sym typeface="Arial"/>
            </a:endParaRPr>
          </a:p>
        </p:txBody>
      </p:sp>
      <p:sp>
        <p:nvSpPr>
          <p:cNvPr id="7" name="图形">
            <a:extLst>
              <a:ext uri="{FF2B5EF4-FFF2-40B4-BE49-F238E27FC236}">
                <a16:creationId xmlns:a16="http://schemas.microsoft.com/office/drawing/2014/main" id="{445D3071-1032-89C2-D58D-02F7FDFF138F}"/>
              </a:ext>
            </a:extLst>
          </p:cNvPr>
          <p:cNvSpPr txBox="1"/>
          <p:nvPr>
            <p:custDataLst>
              <p:tags r:id="R2ffe357b0ab545ab"/>
            </p:custDataLst>
          </p:nvPr>
        </p:nvSpPr>
        <p:spPr>
          <a:xfrm>
            <a:off x="6096001" y="2059661"/>
            <a:ext cx="4734163" cy="738664"/>
          </a:xfrm>
          <a:prstGeom prst="rect">
            <a:avLst/>
          </a:prstGeom>
        </p:spPr>
        <p:txBody>
          <a:bodyPr wrap="square" rtlCol="0">
            <a:spAutoFit/>
          </a:bodyPr>
          <a:lstStyle/>
          <a:p>
            <a:pPr>
              <a:lnSpc>
                <a:spcPct val="150000"/>
              </a:lnSpc>
            </a:pPr>
            <a:r>
              <a:rPr lang="zh-CN" altLang="en-US" sz="1400" spc="100">
                <a:solidFill>
                  <a:schemeClr val="tx1">
                    <a:lumMod val="75000"/>
                    <a:lumOff val="25000"/>
                  </a:schemeClr>
                </a:solidFill>
                <a:uFillTx/>
                <a:latin typeface="Arial"/>
                <a:ea typeface="微软雅黑"/>
                <a:cs typeface="阿里巴巴普惠体 2.0 55 Regular" panose="00020600040101010101" pitchFamily="18" charset="-122"/>
                <a:sym typeface="Arial"/>
              </a:rPr>
              <a:t>使命担当推进史无前例的反腐败斗争，打出一套自我革命的“组合拳”</a:t>
            </a:r>
            <a:endParaRPr lang="zh-CN" altLang="en-US" sz="1400">
              <a:solidFill>
                <a:schemeClr val="tx1">
                  <a:lumMod val="85000"/>
                  <a:lumOff val="15000"/>
                </a:schemeClr>
              </a:solidFill>
              <a:latin typeface="Arial"/>
              <a:ea typeface="微软雅黑"/>
              <a:cs typeface="阿里巴巴普惠体 2.0 55 Regular" panose="00020600040101010101" pitchFamily="18" charset="-122"/>
              <a:sym typeface="Arial"/>
            </a:endParaRPr>
          </a:p>
        </p:txBody>
      </p:sp>
      <p:sp>
        <p:nvSpPr>
          <p:cNvPr id="14" name="图形">
            <a:extLst>
              <a:ext uri="{FF2B5EF4-FFF2-40B4-BE49-F238E27FC236}">
                <a16:creationId xmlns:a16="http://schemas.microsoft.com/office/drawing/2014/main" id="{4FABD766-B4A4-5D69-366D-FB718FB4C8A3}"/>
              </a:ext>
            </a:extLst>
          </p:cNvPr>
          <p:cNvSpPr txBox="1"/>
          <p:nvPr>
            <p:custDataLst>
              <p:tags r:id="Rb3f3c4153e194e74"/>
            </p:custDataLst>
          </p:nvPr>
        </p:nvSpPr>
        <p:spPr>
          <a:xfrm>
            <a:off x="6096000" y="3165273"/>
            <a:ext cx="1415772" cy="461665"/>
          </a:xfrm>
          <a:prstGeom prst="rect">
            <a:avLst/>
          </a:prstGeom>
        </p:spPr>
        <p:txBody>
          <a:bodyPr wrap="none" rtlCol="0">
            <a:spAutoFit/>
          </a:bodyPr>
          <a:lstStyle/>
          <a:p>
            <a:r>
              <a:rPr lang="zh-CN" altLang="en-US" sz="2400">
                <a:solidFill>
                  <a:srgbClr val="C00000"/>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自我革命</a:t>
            </a:r>
          </a:p>
        </p:txBody>
      </p:sp>
      <p:sp>
        <p:nvSpPr>
          <p:cNvPr id="15" name="图形">
            <a:extLst>
              <a:ext uri="{FF2B5EF4-FFF2-40B4-BE49-F238E27FC236}">
                <a16:creationId xmlns:a16="http://schemas.microsoft.com/office/drawing/2014/main" id="{562F92BD-40C9-DD8E-BDCC-CDC972E4F5A1}"/>
              </a:ext>
            </a:extLst>
          </p:cNvPr>
          <p:cNvSpPr txBox="1"/>
          <p:nvPr>
            <p:custDataLst>
              <p:tags r:id="R9afd083c356e489c"/>
            </p:custDataLst>
          </p:nvPr>
        </p:nvSpPr>
        <p:spPr>
          <a:xfrm>
            <a:off x="6096001" y="3563845"/>
            <a:ext cx="4734163" cy="738664"/>
          </a:xfrm>
          <a:prstGeom prst="rect">
            <a:avLst/>
          </a:prstGeom>
        </p:spPr>
        <p:txBody>
          <a:bodyPr wrap="square" rtlCol="0">
            <a:spAutoFit/>
          </a:bodyPr>
          <a:lstStyle/>
          <a:p>
            <a:pPr>
              <a:lnSpc>
                <a:spcPct val="150000"/>
              </a:lnSpc>
            </a:pPr>
            <a:r>
              <a:rPr lang="zh-CN" altLang="en-US" sz="1400" spc="100">
                <a:solidFill>
                  <a:schemeClr val="tx1">
                    <a:lumMod val="75000"/>
                    <a:lumOff val="25000"/>
                  </a:schemeClr>
                </a:solidFill>
                <a:uFillTx/>
                <a:latin typeface="Arial"/>
                <a:ea typeface="微软雅黑"/>
                <a:cs typeface="阿里巴巴普惠体 2.0 55 Regular" panose="00020600040101010101" pitchFamily="18" charset="-122"/>
                <a:sym typeface="Arial"/>
              </a:rPr>
              <a:t>从根本上扭转了管党治党宽松软状况，党在革命性锻造中更加坚强。在这一波澜壮阔的进程中</a:t>
            </a:r>
            <a:endParaRPr lang="zh-CN" altLang="en-US" sz="1400">
              <a:solidFill>
                <a:schemeClr val="tx1">
                  <a:lumMod val="85000"/>
                  <a:lumOff val="15000"/>
                </a:schemeClr>
              </a:solidFill>
              <a:latin typeface="Arial"/>
              <a:ea typeface="微软雅黑"/>
              <a:cs typeface="阿里巴巴普惠体 2.0 55 Regular" panose="00020600040101010101" pitchFamily="18" charset="-122"/>
              <a:sym typeface="Arial"/>
            </a:endParaRPr>
          </a:p>
        </p:txBody>
      </p:sp>
      <p:sp>
        <p:nvSpPr>
          <p:cNvPr id="16" name="图形">
            <a:extLst>
              <a:ext uri="{FF2B5EF4-FFF2-40B4-BE49-F238E27FC236}">
                <a16:creationId xmlns:a16="http://schemas.microsoft.com/office/drawing/2014/main" id="{D18E5513-061F-93D3-8EEE-1E58910BF001}"/>
              </a:ext>
            </a:extLst>
          </p:cNvPr>
          <p:cNvSpPr txBox="1"/>
          <p:nvPr>
            <p:custDataLst>
              <p:tags r:id="R7b4d247d74604b4f"/>
            </p:custDataLst>
          </p:nvPr>
        </p:nvSpPr>
        <p:spPr>
          <a:xfrm>
            <a:off x="6096000" y="4669457"/>
            <a:ext cx="1415772" cy="461665"/>
          </a:xfrm>
          <a:prstGeom prst="rect">
            <a:avLst/>
          </a:prstGeom>
        </p:spPr>
        <p:txBody>
          <a:bodyPr wrap="none" rtlCol="0">
            <a:spAutoFit/>
          </a:bodyPr>
          <a:lstStyle/>
          <a:p>
            <a:r>
              <a:rPr lang="zh-CN" altLang="en-US" sz="2400">
                <a:solidFill>
                  <a:srgbClr val="C00000"/>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自我革命</a:t>
            </a:r>
          </a:p>
        </p:txBody>
      </p:sp>
      <p:sp>
        <p:nvSpPr>
          <p:cNvPr id="17" name="图形">
            <a:extLst>
              <a:ext uri="{FF2B5EF4-FFF2-40B4-BE49-F238E27FC236}">
                <a16:creationId xmlns:a16="http://schemas.microsoft.com/office/drawing/2014/main" id="{07291120-01E5-4952-5795-030626AD7B8C}"/>
              </a:ext>
            </a:extLst>
          </p:cNvPr>
          <p:cNvSpPr txBox="1"/>
          <p:nvPr>
            <p:custDataLst>
              <p:tags r:id="Rf3499c8868834724"/>
            </p:custDataLst>
          </p:nvPr>
        </p:nvSpPr>
        <p:spPr>
          <a:xfrm>
            <a:off x="6096001" y="5068030"/>
            <a:ext cx="4734163" cy="738664"/>
          </a:xfrm>
          <a:prstGeom prst="rect">
            <a:avLst/>
          </a:prstGeom>
        </p:spPr>
        <p:txBody>
          <a:bodyPr wrap="square" rtlCol="0">
            <a:spAutoFit/>
          </a:bodyPr>
          <a:lstStyle/>
          <a:p>
            <a:pPr>
              <a:lnSpc>
                <a:spcPct val="150000"/>
              </a:lnSpc>
            </a:pPr>
            <a:r>
              <a:rPr lang="zh-CN" altLang="en-US" sz="1400" spc="100">
                <a:solidFill>
                  <a:schemeClr val="tx1">
                    <a:lumMod val="75000"/>
                    <a:lumOff val="25000"/>
                  </a:schemeClr>
                </a:solidFill>
                <a:uFillTx/>
                <a:latin typeface="Arial"/>
                <a:ea typeface="微软雅黑"/>
                <a:cs typeface="阿里巴巴普惠体 2.0 55 Regular" panose="00020600040101010101" pitchFamily="18" charset="-122"/>
                <a:sym typeface="Arial"/>
              </a:rPr>
              <a:t>我们党始终保持彻底的自我革命精神，把党的政治建设摆在首位，全面加强党的纪律建设</a:t>
            </a:r>
            <a:endParaRPr lang="zh-CN" altLang="en-US" sz="1400">
              <a:solidFill>
                <a:schemeClr val="tx1">
                  <a:lumMod val="85000"/>
                  <a:lumOff val="15000"/>
                </a:schemeClr>
              </a:solidFill>
              <a:latin typeface="Arial"/>
              <a:ea typeface="微软雅黑"/>
              <a:cs typeface="阿里巴巴普惠体 2.0 55 Regular" panose="00020600040101010101" pitchFamily="18" charset="-122"/>
              <a:sym typeface="Arial"/>
            </a:endParaRPr>
          </a:p>
        </p:txBody>
      </p:sp>
      <p:pic>
        <p:nvPicPr>
          <p:cNvPr id="18" name="图形" descr="32313538383938393b32313538373838303bd5feb8aeb9a4d7f7b1a8b8e6">
            <a:extLst>
              <a:ext uri="{FF2B5EF4-FFF2-40B4-BE49-F238E27FC236}">
                <a16:creationId xmlns:a16="http://schemas.microsoft.com/office/drawing/2014/main" id="{8719C27B-6D10-71C4-818D-9EABD9877B5F}"/>
              </a:ext>
            </a:extLst>
          </p:cNvPr>
          <p:cNvPicPr>
            <a:picLocks noChangeAspect="1"/>
          </p:cNvPicPr>
          <p:nvPr>
            <p:custDataLst>
              <p:tags r:id="Rc4bc451bb63f42b4"/>
            </p:custDataLst>
          </p:nvPr>
        </p:nvPicPr>
        <p:blipFill>
          <a:blip>
            <a:extLst>
              <a:ext uri="{28A0092B-C50C-407E-A947-70E740481C1C}">
                <a14:useLocalDpi xmlns:a14="http://schemas.microsoft.com/office/drawing/2010/main"/>
              </a:ext>
            </a:extLst>
          </a:blip>
          <a:stretch>
            <a:fillRect/>
          </a:stretch>
        </p:blipFill>
        <p:spPr>
          <a:xfrm>
            <a:off x="2510934" y="3215890"/>
            <a:ext cx="1197585" cy="1197585"/>
          </a:xfrm>
          <a:prstGeom prst="rect">
            <a:avLst/>
          </a:prstGeom>
        </p:spPr>
      </p:pic>
    </p:spTree>
    <p:extLst>
      <p:ext uri="{BB962C8B-B14F-4D97-AF65-F5344CB8AC3E}">
        <p14:creationId xmlns:p14="http://schemas.microsoft.com/office/powerpoint/2010/main" val="58540679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par>
                                <p:cTn id="8" presetID="53"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p:cTn id="10" dur="500" fill="hold"/>
                                        <p:tgtEl>
                                          <p:spTgt spid="4"/>
                                        </p:tgtEl>
                                        <p:attrNameLst>
                                          <p:attrName>ppt_w</p:attrName>
                                        </p:attrNameLst>
                                      </p:cBhvr>
                                      <p:tavLst>
                                        <p:tav tm="0">
                                          <p:val>
                                            <p:fltVal val="0"/>
                                          </p:val>
                                        </p:tav>
                                        <p:tav tm="100000">
                                          <p:val>
                                            <p:strVal val="#ppt_w"/>
                                          </p:val>
                                        </p:tav>
                                      </p:tavLst>
                                    </p:anim>
                                    <p:anim calcmode="lin" valueType="num">
                                      <p:cBhvr>
                                        <p:cTn id="11" dur="500" fill="hold"/>
                                        <p:tgtEl>
                                          <p:spTgt spid="4"/>
                                        </p:tgtEl>
                                        <p:attrNameLst>
                                          <p:attrName>ppt_h</p:attrName>
                                        </p:attrNameLst>
                                      </p:cBhvr>
                                      <p:tavLst>
                                        <p:tav tm="0">
                                          <p:val>
                                            <p:fltVal val="0"/>
                                          </p:val>
                                        </p:tav>
                                        <p:tav tm="100000">
                                          <p:val>
                                            <p:strVal val="#ppt_h"/>
                                          </p:val>
                                        </p:tav>
                                      </p:tavLst>
                                    </p:anim>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a:extLst>
              <a:ext uri="{FF2B5EF4-FFF2-40B4-BE49-F238E27FC236}">
                <a16:creationId xmlns:a16="http://schemas.microsoft.com/office/drawing/2014/main" id="{AE5378B2-AB55-DACB-B6C0-A50EC5D42914}"/>
              </a:ext>
            </a:extLst>
          </p:cNvPr>
          <p:cNvGrpSpPr/>
          <p:nvPr/>
        </p:nvGrpSpPr>
        <p:grpSpPr>
          <a:xfrm>
            <a:off x="598056" y="509654"/>
            <a:ext cx="5569955" cy="707747"/>
            <a:chOff x="598056" y="509653"/>
            <a:chExt cx="5569954" cy="707747"/>
          </a:xfrm>
        </p:grpSpPr>
        <p:grpSp>
          <p:nvGrpSpPr>
            <p:cNvPr id="8" name="组合 7">
              <a:extLst>
                <a:ext uri="{FF2B5EF4-FFF2-40B4-BE49-F238E27FC236}">
                  <a16:creationId xmlns:a16="http://schemas.microsoft.com/office/drawing/2014/main" id="{79894796-7F25-E876-7D0C-A7B8B83ABF33}"/>
                </a:ext>
              </a:extLst>
            </p:cNvPr>
            <p:cNvGrpSpPr/>
            <p:nvPr/>
          </p:nvGrpSpPr>
          <p:grpSpPr>
            <a:xfrm>
              <a:off x="1343999" y="509653"/>
              <a:ext cx="4824011" cy="707747"/>
              <a:chOff x="1731561" y="2531528"/>
              <a:chExt cx="4824011" cy="707747"/>
            </a:xfrm>
          </p:grpSpPr>
          <p:sp>
            <p:nvSpPr>
              <p:cNvPr id="9" name="文本框 8">
                <a:extLst>
                  <a:ext uri="{FF2B5EF4-FFF2-40B4-BE49-F238E27FC236}">
                    <a16:creationId xmlns:a16="http://schemas.microsoft.com/office/drawing/2014/main" id="{02CDBF9F-D65B-B284-E14F-68DB679F7D5E}"/>
                  </a:ext>
                </a:extLst>
              </p:cNvPr>
              <p:cNvSpPr txBox="1"/>
              <p:nvPr/>
            </p:nvSpPr>
            <p:spPr>
              <a:xfrm>
                <a:off x="1731561" y="2531528"/>
                <a:ext cx="4679992" cy="584775"/>
              </a:xfrm>
              <a:prstGeom prst="rect">
                <a:avLst/>
              </a:prstGeom>
              <a:noFill/>
            </p:spPr>
            <p:txBody>
              <a:bodyPr wrap="square" rtlCol="0">
                <a:spAutoFit/>
              </a:bodyPr>
              <a:lstStyle>
                <a:defPPr>
                  <a:defRPr lang="zh-CN"/>
                </a:defPPr>
                <a:lvl1pPr algn="dist">
                  <a:defRPr sz="3200" b="1">
                    <a:solidFill>
                      <a:srgbClr val="C00000"/>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defRPr>
                </a:lvl1pPr>
              </a:lstStyle>
              <a:p>
                <a:r>
                  <a:rPr lang="zh-CN" altLang="en-US">
                    <a:sym typeface="Arial"/>
                  </a:rPr>
                  <a:t>新时代党自我革命制度</a:t>
                </a:r>
              </a:p>
            </p:txBody>
          </p:sp>
          <p:sp>
            <p:nvSpPr>
              <p:cNvPr id="10" name="文本框 9">
                <a:extLst>
                  <a:ext uri="{FF2B5EF4-FFF2-40B4-BE49-F238E27FC236}">
                    <a16:creationId xmlns:a16="http://schemas.microsoft.com/office/drawing/2014/main" id="{0630033E-5E8E-911D-B203-54C87B2E22A2}"/>
                  </a:ext>
                </a:extLst>
              </p:cNvPr>
              <p:cNvSpPr txBox="1"/>
              <p:nvPr/>
            </p:nvSpPr>
            <p:spPr>
              <a:xfrm>
                <a:off x="1779186" y="3008443"/>
                <a:ext cx="4776386" cy="230832"/>
              </a:xfrm>
              <a:prstGeom prst="rect">
                <a:avLst/>
              </a:prstGeom>
              <a:noFill/>
            </p:spPr>
            <p:txBody>
              <a:bodyPr wrap="square" rtlCol="0">
                <a:spAutoFit/>
              </a:bodyPr>
              <a:lstStyle/>
              <a:p>
                <a:pPr algn="dist"/>
                <a:r>
                  <a:rPr lang="en-US" altLang="zh-CN" sz="900">
                    <a:solidFill>
                      <a:srgbClr val="C00000"/>
                    </a:solidFill>
                    <a:latin typeface="Arial"/>
                    <a:ea typeface="微软雅黑"/>
                    <a:cs typeface="阿里巴巴普惠体 2.0 75 SemiBold" panose="00020600040101010101" pitchFamily="18" charset="-122"/>
                    <a:sym typeface="Arial"/>
                  </a:rPr>
                  <a:t>THE ORIGIN OF THE FOUNDING PARTY FESTIVAL</a:t>
                </a:r>
                <a:endParaRPr lang="zh-CN" altLang="en-US" sz="900">
                  <a:solidFill>
                    <a:srgbClr val="C00000"/>
                  </a:solidFill>
                  <a:latin typeface="Arial"/>
                  <a:ea typeface="微软雅黑"/>
                  <a:cs typeface="阿里巴巴普惠体 2.0 75 SemiBold" panose="00020600040101010101" pitchFamily="18" charset="-122"/>
                  <a:sym typeface="Arial"/>
                </a:endParaRPr>
              </a:p>
            </p:txBody>
          </p:sp>
        </p:grpSp>
        <p:grpSp>
          <p:nvGrpSpPr>
            <p:cNvPr id="12" name="组合 11">
              <a:extLst>
                <a:ext uri="{FF2B5EF4-FFF2-40B4-BE49-F238E27FC236}">
                  <a16:creationId xmlns:a16="http://schemas.microsoft.com/office/drawing/2014/main" id="{A244243B-1891-C7F1-3F16-976D00275E3F}"/>
                </a:ext>
              </a:extLst>
            </p:cNvPr>
            <p:cNvGrpSpPr/>
            <p:nvPr/>
          </p:nvGrpSpPr>
          <p:grpSpPr>
            <a:xfrm>
              <a:off x="598056" y="518699"/>
              <a:ext cx="731636" cy="689655"/>
              <a:chOff x="598056" y="533585"/>
              <a:chExt cx="731636" cy="689655"/>
            </a:xfrm>
          </p:grpSpPr>
          <p:sp>
            <p:nvSpPr>
              <p:cNvPr id="6" name="椭圆 5">
                <a:extLst>
                  <a:ext uri="{FF2B5EF4-FFF2-40B4-BE49-F238E27FC236}">
                    <a16:creationId xmlns:a16="http://schemas.microsoft.com/office/drawing/2014/main" id="{5B1126D8-56F8-7771-EC8F-13EBD897F50C}"/>
                  </a:ext>
                </a:extLst>
              </p:cNvPr>
              <p:cNvSpPr/>
              <p:nvPr/>
            </p:nvSpPr>
            <p:spPr>
              <a:xfrm>
                <a:off x="619047" y="533585"/>
                <a:ext cx="689655" cy="68965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11" name="文本框 10">
                <a:extLst>
                  <a:ext uri="{FF2B5EF4-FFF2-40B4-BE49-F238E27FC236}">
                    <a16:creationId xmlns:a16="http://schemas.microsoft.com/office/drawing/2014/main" id="{6475268E-D9A1-2141-25F2-2EC168C02C39}"/>
                  </a:ext>
                </a:extLst>
              </p:cNvPr>
              <p:cNvSpPr txBox="1"/>
              <p:nvPr/>
            </p:nvSpPr>
            <p:spPr>
              <a:xfrm>
                <a:off x="598056" y="586025"/>
                <a:ext cx="731636" cy="584775"/>
              </a:xfrm>
              <a:prstGeom prst="rect">
                <a:avLst/>
              </a:prstGeom>
              <a:noFill/>
            </p:spPr>
            <p:txBody>
              <a:bodyPr wrap="square" rtlCol="0">
                <a:spAutoFit/>
              </a:bodyPr>
              <a:lstStyle/>
              <a:p>
                <a:pPr algn="ctr"/>
                <a:r>
                  <a:rPr lang="en-US" altLang="zh-CN" sz="3200">
                    <a:solidFill>
                      <a:srgbClr val="FFE9A8"/>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03</a:t>
                </a:r>
                <a:endParaRPr lang="zh-CN" altLang="en-US" sz="3200">
                  <a:solidFill>
                    <a:srgbClr val="FFE9A8"/>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endParaRPr>
              </a:p>
            </p:txBody>
          </p:sp>
        </p:grpSp>
      </p:grpSp>
      <p:grpSp>
        <p:nvGrpSpPr>
          <p:cNvPr id="2" name="组合 1">
            <a:extLst>
              <a:ext uri="{FF2B5EF4-FFF2-40B4-BE49-F238E27FC236}">
                <a16:creationId xmlns:a16="http://schemas.microsoft.com/office/drawing/2014/main" id="{4F8EFFB9-92AF-B8D0-BC1A-B4F0C4E85EC6}"/>
              </a:ext>
            </a:extLst>
          </p:cNvPr>
          <p:cNvGrpSpPr/>
          <p:nvPr/>
        </p:nvGrpSpPr>
        <p:grpSpPr>
          <a:xfrm>
            <a:off x="4175760" y="1797040"/>
            <a:ext cx="3840480" cy="3763124"/>
            <a:chOff x="4371975" y="1893379"/>
            <a:chExt cx="3448050" cy="3378598"/>
          </a:xfrm>
        </p:grpSpPr>
        <p:grpSp>
          <p:nvGrpSpPr>
            <p:cNvPr id="3" name="组合 2">
              <a:extLst>
                <a:ext uri="{FF2B5EF4-FFF2-40B4-BE49-F238E27FC236}">
                  <a16:creationId xmlns:a16="http://schemas.microsoft.com/office/drawing/2014/main" id="{817860D2-2EBA-58B8-2C4D-C6BB04013754}"/>
                </a:ext>
              </a:extLst>
            </p:cNvPr>
            <p:cNvGrpSpPr/>
            <p:nvPr/>
          </p:nvGrpSpPr>
          <p:grpSpPr>
            <a:xfrm>
              <a:off x="4371975" y="1893379"/>
              <a:ext cx="3448050" cy="3378598"/>
              <a:chOff x="3587191" y="1277178"/>
              <a:chExt cx="4918547" cy="4819476"/>
            </a:xfrm>
          </p:grpSpPr>
          <p:sp>
            <p:nvSpPr>
              <p:cNvPr id="5" name="椭圆 4">
                <a:extLst>
                  <a:ext uri="{FF2B5EF4-FFF2-40B4-BE49-F238E27FC236}">
                    <a16:creationId xmlns:a16="http://schemas.microsoft.com/office/drawing/2014/main" id="{D304F069-AF4D-78B7-71AC-9FE13AC8EFDB}"/>
                  </a:ext>
                </a:extLst>
              </p:cNvPr>
              <p:cNvSpPr/>
              <p:nvPr/>
            </p:nvSpPr>
            <p:spPr>
              <a:xfrm flipH="1">
                <a:off x="3686262" y="1277178"/>
                <a:ext cx="4819476" cy="4819476"/>
              </a:xfrm>
              <a:prstGeom prst="ellipse">
                <a:avLst/>
              </a:prstGeom>
              <a:gradFill>
                <a:gsLst>
                  <a:gs pos="73000">
                    <a:schemeClr val="accent1">
                      <a:lumMod val="5000"/>
                      <a:lumOff val="95000"/>
                      <a:alpha val="0"/>
                    </a:schemeClr>
                  </a:gs>
                  <a:gs pos="100000">
                    <a:schemeClr val="accent1">
                      <a:alpha val="22000"/>
                    </a:schemeClr>
                  </a:gs>
                </a:gsLst>
                <a:lin ang="0" scaled="0"/>
              </a:gradFill>
              <a:ln>
                <a:gradFill>
                  <a:gsLst>
                    <a:gs pos="76000">
                      <a:schemeClr val="accent1">
                        <a:lumMod val="5000"/>
                        <a:lumOff val="95000"/>
                        <a:alpha val="39000"/>
                      </a:schemeClr>
                    </a:gs>
                    <a:gs pos="100000">
                      <a:schemeClr val="accent1"/>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cs typeface="阿里巴巴普惠体 2.0 55 Regular" panose="00020600040101010101" pitchFamily="18" charset="-122"/>
                  <a:sym typeface="Arial"/>
                </a:endParaRPr>
              </a:p>
            </p:txBody>
          </p:sp>
          <p:sp>
            <p:nvSpPr>
              <p:cNvPr id="7" name="椭圆 6">
                <a:extLst>
                  <a:ext uri="{FF2B5EF4-FFF2-40B4-BE49-F238E27FC236}">
                    <a16:creationId xmlns:a16="http://schemas.microsoft.com/office/drawing/2014/main" id="{079E02C7-387F-C4C6-CCB5-2571695545B6}"/>
                  </a:ext>
                </a:extLst>
              </p:cNvPr>
              <p:cNvSpPr/>
              <p:nvPr/>
            </p:nvSpPr>
            <p:spPr>
              <a:xfrm>
                <a:off x="3587191" y="1277178"/>
                <a:ext cx="4819476" cy="4819476"/>
              </a:xfrm>
              <a:prstGeom prst="ellipse">
                <a:avLst/>
              </a:prstGeom>
              <a:gradFill>
                <a:gsLst>
                  <a:gs pos="23000">
                    <a:schemeClr val="bg1"/>
                  </a:gs>
                  <a:gs pos="1770">
                    <a:srgbClr val="BD2B27"/>
                  </a:gs>
                  <a:gs pos="73000">
                    <a:schemeClr val="accent1">
                      <a:lumMod val="5000"/>
                      <a:lumOff val="95000"/>
                      <a:alpha val="0"/>
                    </a:schemeClr>
                  </a:gs>
                  <a:gs pos="100000">
                    <a:srgbClr val="BD2B27"/>
                  </a:gs>
                </a:gsLst>
                <a:lin ang="0" scaled="0"/>
              </a:gradFill>
              <a:ln>
                <a:gradFill>
                  <a:gsLst>
                    <a:gs pos="76000">
                      <a:schemeClr val="accent1">
                        <a:lumMod val="5000"/>
                        <a:lumOff val="95000"/>
                        <a:alpha val="39000"/>
                      </a:schemeClr>
                    </a:gs>
                    <a:gs pos="100000">
                      <a:srgbClr val="BD2B27"/>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cs typeface="阿里巴巴普惠体 2.0 55 Regular" panose="00020600040101010101" pitchFamily="18" charset="-122"/>
                  <a:sym typeface="Arial"/>
                </a:endParaRPr>
              </a:p>
            </p:txBody>
          </p:sp>
          <p:sp>
            <p:nvSpPr>
              <p:cNvPr id="14" name="椭圆 13">
                <a:extLst>
                  <a:ext uri="{FF2B5EF4-FFF2-40B4-BE49-F238E27FC236}">
                    <a16:creationId xmlns:a16="http://schemas.microsoft.com/office/drawing/2014/main" id="{E168FDEC-CFEB-3E49-9151-8CC74A63E7D0}"/>
                  </a:ext>
                </a:extLst>
              </p:cNvPr>
              <p:cNvSpPr/>
              <p:nvPr/>
            </p:nvSpPr>
            <p:spPr bwMode="auto">
              <a:xfrm>
                <a:off x="4665898" y="2256814"/>
                <a:ext cx="2860204" cy="2860204"/>
              </a:xfrm>
              <a:prstGeom prst="ellipse">
                <a:avLst/>
              </a:prstGeom>
              <a:solidFill>
                <a:srgbClr val="C50813"/>
              </a:solidFill>
              <a:ln w="6350">
                <a:solidFill>
                  <a:schemeClr val="bg1"/>
                </a:solidFill>
              </a:ln>
              <a:effectLst>
                <a:outerShdw blurRad="254000" dist="101600" dir="5400000" algn="ctr" rotWithShape="0">
                  <a:srgbClr val="C30F0F">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sz="2800">
                  <a:ln w="19050">
                    <a:noFill/>
                  </a:ln>
                  <a:gradFill>
                    <a:gsLst>
                      <a:gs pos="100000">
                        <a:srgbClr val="E9BE61"/>
                      </a:gs>
                      <a:gs pos="49000">
                        <a:srgbClr val="FEEFAC"/>
                      </a:gs>
                    </a:gsLst>
                    <a:lin ang="5400000" scaled="0"/>
                  </a:gradFill>
                  <a:latin typeface="Arial"/>
                  <a:ea typeface="微软雅黑"/>
                  <a:cs typeface="阿里巴巴普惠体 2.0 55 Regular" panose="00020600040101010101" pitchFamily="18" charset="-122"/>
                  <a:sym typeface="Arial"/>
                </a:endParaRPr>
              </a:p>
            </p:txBody>
          </p:sp>
          <p:sp>
            <p:nvSpPr>
              <p:cNvPr id="15" name="箭头: 右 14">
                <a:extLst>
                  <a:ext uri="{FF2B5EF4-FFF2-40B4-BE49-F238E27FC236}">
                    <a16:creationId xmlns:a16="http://schemas.microsoft.com/office/drawing/2014/main" id="{F660C7A9-AAAD-606D-D599-BAC796DC16D5}"/>
                  </a:ext>
                </a:extLst>
              </p:cNvPr>
              <p:cNvSpPr/>
              <p:nvPr/>
            </p:nvSpPr>
            <p:spPr>
              <a:xfrm flipH="1">
                <a:off x="3848911" y="3524860"/>
                <a:ext cx="654337" cy="373246"/>
              </a:xfrm>
              <a:prstGeom prst="rightArrow">
                <a:avLst/>
              </a:prstGeom>
              <a:gradFill>
                <a:gsLst>
                  <a:gs pos="19000">
                    <a:schemeClr val="accent1">
                      <a:lumMod val="5000"/>
                      <a:lumOff val="95000"/>
                      <a:alpha val="39000"/>
                    </a:schemeClr>
                  </a:gs>
                  <a:gs pos="100000">
                    <a:srgbClr val="BD2B27"/>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cs typeface="阿里巴巴普惠体 2.0 55 Regular" panose="00020600040101010101" pitchFamily="18" charset="-122"/>
                  <a:sym typeface="Arial"/>
                </a:endParaRPr>
              </a:p>
            </p:txBody>
          </p:sp>
          <p:sp>
            <p:nvSpPr>
              <p:cNvPr id="16" name="箭头: 右 15">
                <a:extLst>
                  <a:ext uri="{FF2B5EF4-FFF2-40B4-BE49-F238E27FC236}">
                    <a16:creationId xmlns:a16="http://schemas.microsoft.com/office/drawing/2014/main" id="{EB77FA86-CB74-2FC3-9F69-1352A0B6370F}"/>
                  </a:ext>
                </a:extLst>
              </p:cNvPr>
              <p:cNvSpPr/>
              <p:nvPr/>
            </p:nvSpPr>
            <p:spPr>
              <a:xfrm>
                <a:off x="7586468" y="3500293"/>
                <a:ext cx="654337" cy="373246"/>
              </a:xfrm>
              <a:prstGeom prst="rightArrow">
                <a:avLst/>
              </a:prstGeom>
              <a:gradFill>
                <a:gsLst>
                  <a:gs pos="19000">
                    <a:schemeClr val="accent1">
                      <a:lumMod val="5000"/>
                      <a:lumOff val="95000"/>
                      <a:alpha val="39000"/>
                    </a:schemeClr>
                  </a:gs>
                  <a:gs pos="100000">
                    <a:srgbClr val="BD2B27"/>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cs typeface="阿里巴巴普惠体 2.0 55 Regular" panose="00020600040101010101" pitchFamily="18" charset="-122"/>
                  <a:sym typeface="Arial"/>
                </a:endParaRPr>
              </a:p>
            </p:txBody>
          </p:sp>
        </p:grpSp>
        <p:pic>
          <p:nvPicPr>
            <p:cNvPr id="4" name="图片 3">
              <a:extLst>
                <a:ext uri="{FF2B5EF4-FFF2-40B4-BE49-F238E27FC236}">
                  <a16:creationId xmlns:a16="http://schemas.microsoft.com/office/drawing/2014/main" id="{47B65516-6231-E145-DC16-F10B2003A46A}"/>
                </a:ext>
              </a:extLst>
            </p:cNvPr>
            <p:cNvPicPr>
              <a:picLocks noChangeAspect="1"/>
            </p:cNvPicPr>
            <p:nvPr/>
          </p:nvPicPr>
          <p:blipFill>
            <a:blip r:embed="Rba9eadb4bc8e4714">
              <a:extLst>
                <a:ext uri="{28A0092B-C50C-407E-A947-70E740481C1C}">
                  <a14:useLocalDpi xmlns:a14="http://schemas.microsoft.com/office/drawing/2010/main"/>
                </a:ext>
              </a:extLst>
            </a:blip>
            <a:stretch>
              <a:fillRect/>
            </a:stretch>
          </p:blipFill>
          <p:spPr>
            <a:xfrm>
              <a:off x="5408475" y="3042623"/>
              <a:ext cx="1375050" cy="1080110"/>
            </a:xfrm>
            <a:prstGeom prst="rect">
              <a:avLst/>
            </a:prstGeom>
            <a:effectLst>
              <a:outerShdw blurRad="63500" sx="102000" sy="102000" algn="ctr" rotWithShape="0">
                <a:prstClr val="black">
                  <a:alpha val="40000"/>
                </a:prstClr>
              </a:outerShdw>
            </a:effectLst>
          </p:spPr>
        </p:pic>
      </p:grpSp>
      <p:grpSp>
        <p:nvGrpSpPr>
          <p:cNvPr id="17" name="组合 16">
            <a:extLst>
              <a:ext uri="{FF2B5EF4-FFF2-40B4-BE49-F238E27FC236}">
                <a16:creationId xmlns:a16="http://schemas.microsoft.com/office/drawing/2014/main" id="{7E346CD6-8F41-4235-BF69-D857B3591FFA}"/>
              </a:ext>
            </a:extLst>
          </p:cNvPr>
          <p:cNvGrpSpPr/>
          <p:nvPr/>
        </p:nvGrpSpPr>
        <p:grpSpPr>
          <a:xfrm>
            <a:off x="888486" y="1730243"/>
            <a:ext cx="3417407" cy="1380721"/>
            <a:chOff x="982891" y="1446581"/>
            <a:chExt cx="3417407" cy="1380721"/>
          </a:xfrm>
        </p:grpSpPr>
        <p:sp>
          <p:nvSpPr>
            <p:cNvPr id="18" name="文本框 17">
              <a:extLst>
                <a:ext uri="{FF2B5EF4-FFF2-40B4-BE49-F238E27FC236}">
                  <a16:creationId xmlns:a16="http://schemas.microsoft.com/office/drawing/2014/main" id="{15B589A0-B2C1-8ABF-1BA4-0E9B4811EDFD}"/>
                </a:ext>
              </a:extLst>
            </p:cNvPr>
            <p:cNvSpPr txBox="1"/>
            <p:nvPr/>
          </p:nvSpPr>
          <p:spPr>
            <a:xfrm>
              <a:off x="2777811" y="1446581"/>
              <a:ext cx="1622487" cy="461665"/>
            </a:xfrm>
            <a:prstGeom prst="rect">
              <a:avLst/>
            </a:prstGeom>
            <a:noFill/>
          </p:spPr>
          <p:txBody>
            <a:bodyPr wrap="square" rtlCol="0">
              <a:spAutoFit/>
            </a:bodyPr>
            <a:lstStyle/>
            <a:p>
              <a:pPr algn="r"/>
              <a:r>
                <a:rPr lang="zh-CN" altLang="en-US" sz="2400">
                  <a:solidFill>
                    <a:srgbClr val="C00000"/>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自我革命</a:t>
              </a:r>
            </a:p>
          </p:txBody>
        </p:sp>
        <p:sp>
          <p:nvSpPr>
            <p:cNvPr id="19" name="文本框 18">
              <a:extLst>
                <a:ext uri="{FF2B5EF4-FFF2-40B4-BE49-F238E27FC236}">
                  <a16:creationId xmlns:a16="http://schemas.microsoft.com/office/drawing/2014/main" id="{44DAFB15-80B2-FA18-B64F-2E6EA500BB8B}"/>
                </a:ext>
              </a:extLst>
            </p:cNvPr>
            <p:cNvSpPr txBox="1"/>
            <p:nvPr/>
          </p:nvSpPr>
          <p:spPr>
            <a:xfrm>
              <a:off x="982891" y="1873195"/>
              <a:ext cx="3417407" cy="954107"/>
            </a:xfrm>
            <a:prstGeom prst="rect">
              <a:avLst/>
            </a:prstGeom>
            <a:noFill/>
          </p:spPr>
          <p:txBody>
            <a:bodyPr wrap="square" rtlCol="0">
              <a:spAutoFit/>
            </a:bodyPr>
            <a:lstStyle/>
            <a:p>
              <a:pPr algn="r"/>
              <a:r>
                <a:rPr lang="zh-CN" altLang="en-US" sz="1400" spc="400">
                  <a:latin typeface="Arial"/>
                  <a:ea typeface="微软雅黑"/>
                  <a:cs typeface="阿里巴巴普惠体 2.0 55 Regular" panose="00020600040101010101" pitchFamily="18" charset="-122"/>
                  <a:sym typeface="Arial"/>
                </a:rPr>
                <a:t>严明政治纪律和政治规矩，坚持严的基调，真管真严、敢管敢严、长管长严，坚决同一切损害党的先进性和纯洁性的因素作斗争</a:t>
              </a:r>
            </a:p>
          </p:txBody>
        </p:sp>
      </p:grpSp>
      <p:grpSp>
        <p:nvGrpSpPr>
          <p:cNvPr id="20" name="组合 19">
            <a:extLst>
              <a:ext uri="{FF2B5EF4-FFF2-40B4-BE49-F238E27FC236}">
                <a16:creationId xmlns:a16="http://schemas.microsoft.com/office/drawing/2014/main" id="{CAE1149F-0742-D386-3395-B4D154212F77}"/>
              </a:ext>
            </a:extLst>
          </p:cNvPr>
          <p:cNvGrpSpPr/>
          <p:nvPr/>
        </p:nvGrpSpPr>
        <p:grpSpPr>
          <a:xfrm>
            <a:off x="888486" y="4373320"/>
            <a:ext cx="3417407" cy="1380721"/>
            <a:chOff x="982891" y="1446581"/>
            <a:chExt cx="3417407" cy="1380721"/>
          </a:xfrm>
        </p:grpSpPr>
        <p:sp>
          <p:nvSpPr>
            <p:cNvPr id="21" name="文本框 20">
              <a:extLst>
                <a:ext uri="{FF2B5EF4-FFF2-40B4-BE49-F238E27FC236}">
                  <a16:creationId xmlns:a16="http://schemas.microsoft.com/office/drawing/2014/main" id="{FD35CA4F-DFDB-4614-6936-B9E4F336199D}"/>
                </a:ext>
              </a:extLst>
            </p:cNvPr>
            <p:cNvSpPr txBox="1"/>
            <p:nvPr/>
          </p:nvSpPr>
          <p:spPr>
            <a:xfrm>
              <a:off x="2777811" y="1446581"/>
              <a:ext cx="1622487" cy="461665"/>
            </a:xfrm>
            <a:prstGeom prst="rect">
              <a:avLst/>
            </a:prstGeom>
            <a:noFill/>
          </p:spPr>
          <p:txBody>
            <a:bodyPr wrap="square" rtlCol="0">
              <a:spAutoFit/>
            </a:bodyPr>
            <a:lstStyle/>
            <a:p>
              <a:pPr algn="r"/>
              <a:r>
                <a:rPr lang="zh-CN" altLang="en-US" sz="2400">
                  <a:solidFill>
                    <a:srgbClr val="C00000"/>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自我革命</a:t>
              </a:r>
            </a:p>
          </p:txBody>
        </p:sp>
        <p:sp>
          <p:nvSpPr>
            <p:cNvPr id="22" name="文本框 21">
              <a:extLst>
                <a:ext uri="{FF2B5EF4-FFF2-40B4-BE49-F238E27FC236}">
                  <a16:creationId xmlns:a16="http://schemas.microsoft.com/office/drawing/2014/main" id="{A7F54A78-230A-67FC-FA15-947B80BDC83B}"/>
                </a:ext>
              </a:extLst>
            </p:cNvPr>
            <p:cNvSpPr txBox="1"/>
            <p:nvPr/>
          </p:nvSpPr>
          <p:spPr>
            <a:xfrm>
              <a:off x="982891" y="1873195"/>
              <a:ext cx="3417407" cy="954107"/>
            </a:xfrm>
            <a:prstGeom prst="rect">
              <a:avLst/>
            </a:prstGeom>
            <a:noFill/>
          </p:spPr>
          <p:txBody>
            <a:bodyPr wrap="square" rtlCol="0">
              <a:spAutoFit/>
            </a:bodyPr>
            <a:lstStyle/>
            <a:p>
              <a:pPr algn="r"/>
              <a:r>
                <a:rPr lang="zh-CN" altLang="en-US" sz="1400" spc="400">
                  <a:latin typeface="Arial"/>
                  <a:ea typeface="微软雅黑"/>
                  <a:cs typeface="阿里巴巴普惠体 2.0 55 Regular" panose="00020600040101010101" pitchFamily="18" charset="-122"/>
                  <a:sym typeface="Arial"/>
                </a:rPr>
                <a:t>守正创新，既以问题为导向敢于“破”，又着眼于治本善于“立”，形成不断推进自我净化、自我完善</a:t>
              </a:r>
            </a:p>
          </p:txBody>
        </p:sp>
      </p:grpSp>
      <p:grpSp>
        <p:nvGrpSpPr>
          <p:cNvPr id="23" name="组合 22">
            <a:extLst>
              <a:ext uri="{FF2B5EF4-FFF2-40B4-BE49-F238E27FC236}">
                <a16:creationId xmlns:a16="http://schemas.microsoft.com/office/drawing/2014/main" id="{AACAC5D6-CEE7-E9F4-FCD2-F6734D94D053}"/>
              </a:ext>
            </a:extLst>
          </p:cNvPr>
          <p:cNvGrpSpPr/>
          <p:nvPr/>
        </p:nvGrpSpPr>
        <p:grpSpPr>
          <a:xfrm>
            <a:off x="7922199" y="1730243"/>
            <a:ext cx="3417407" cy="1596165"/>
            <a:chOff x="982891" y="1446581"/>
            <a:chExt cx="3417407" cy="1596165"/>
          </a:xfrm>
        </p:grpSpPr>
        <p:sp>
          <p:nvSpPr>
            <p:cNvPr id="24" name="文本框 23">
              <a:extLst>
                <a:ext uri="{FF2B5EF4-FFF2-40B4-BE49-F238E27FC236}">
                  <a16:creationId xmlns:a16="http://schemas.microsoft.com/office/drawing/2014/main" id="{E09E0A7E-0741-C5B1-9A27-5EC74BA8DBAB}"/>
                </a:ext>
              </a:extLst>
            </p:cNvPr>
            <p:cNvSpPr txBox="1"/>
            <p:nvPr/>
          </p:nvSpPr>
          <p:spPr>
            <a:xfrm>
              <a:off x="982891" y="1446581"/>
              <a:ext cx="1622487" cy="461665"/>
            </a:xfrm>
            <a:prstGeom prst="rect">
              <a:avLst/>
            </a:prstGeom>
            <a:noFill/>
          </p:spPr>
          <p:txBody>
            <a:bodyPr wrap="square" rtlCol="0">
              <a:spAutoFit/>
            </a:bodyPr>
            <a:lstStyle/>
            <a:p>
              <a:r>
                <a:rPr lang="zh-CN" altLang="en-US" sz="2400">
                  <a:solidFill>
                    <a:srgbClr val="C00000"/>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自我革命</a:t>
              </a:r>
            </a:p>
          </p:txBody>
        </p:sp>
        <p:sp>
          <p:nvSpPr>
            <p:cNvPr id="25" name="文本框 24">
              <a:extLst>
                <a:ext uri="{FF2B5EF4-FFF2-40B4-BE49-F238E27FC236}">
                  <a16:creationId xmlns:a16="http://schemas.microsoft.com/office/drawing/2014/main" id="{B475CBE9-CD87-2BA1-D213-B7ABB378B9B3}"/>
                </a:ext>
              </a:extLst>
            </p:cNvPr>
            <p:cNvSpPr txBox="1"/>
            <p:nvPr/>
          </p:nvSpPr>
          <p:spPr>
            <a:xfrm>
              <a:off x="982891" y="1873195"/>
              <a:ext cx="3417407" cy="1169551"/>
            </a:xfrm>
            <a:prstGeom prst="rect">
              <a:avLst/>
            </a:prstGeom>
            <a:noFill/>
          </p:spPr>
          <p:txBody>
            <a:bodyPr wrap="square" rtlCol="0">
              <a:spAutoFit/>
            </a:bodyPr>
            <a:lstStyle/>
            <a:p>
              <a:r>
                <a:rPr lang="zh-CN" altLang="en-US" sz="1400" spc="400">
                  <a:latin typeface="Arial"/>
                  <a:ea typeface="微软雅黑"/>
                  <a:cs typeface="阿里巴巴普惠体 2.0 55 Regular" panose="00020600040101010101" pitchFamily="18" charset="-122"/>
                  <a:sym typeface="Arial"/>
                </a:rPr>
                <a:t>摆脱一切利益集团、权势团体、特权阶层的“围猎”腐蚀，永葆党的生机活力。同时，注重思想建党和制度治党同向发力，培元固本</a:t>
              </a:r>
            </a:p>
          </p:txBody>
        </p:sp>
      </p:grpSp>
      <p:grpSp>
        <p:nvGrpSpPr>
          <p:cNvPr id="26" name="组合 25">
            <a:extLst>
              <a:ext uri="{FF2B5EF4-FFF2-40B4-BE49-F238E27FC236}">
                <a16:creationId xmlns:a16="http://schemas.microsoft.com/office/drawing/2014/main" id="{EE735C07-F0D6-EAB3-F857-70C75B615367}"/>
              </a:ext>
            </a:extLst>
          </p:cNvPr>
          <p:cNvGrpSpPr/>
          <p:nvPr/>
        </p:nvGrpSpPr>
        <p:grpSpPr>
          <a:xfrm>
            <a:off x="7922199" y="4373319"/>
            <a:ext cx="3417407" cy="1165278"/>
            <a:chOff x="982891" y="1446581"/>
            <a:chExt cx="3417407" cy="1165278"/>
          </a:xfrm>
        </p:grpSpPr>
        <p:sp>
          <p:nvSpPr>
            <p:cNvPr id="27" name="文本框 26">
              <a:extLst>
                <a:ext uri="{FF2B5EF4-FFF2-40B4-BE49-F238E27FC236}">
                  <a16:creationId xmlns:a16="http://schemas.microsoft.com/office/drawing/2014/main" id="{0116BEE7-7402-E42F-16B4-94CE44B22ECE}"/>
                </a:ext>
              </a:extLst>
            </p:cNvPr>
            <p:cNvSpPr txBox="1"/>
            <p:nvPr/>
          </p:nvSpPr>
          <p:spPr>
            <a:xfrm>
              <a:off x="982891" y="1446581"/>
              <a:ext cx="1622487" cy="461665"/>
            </a:xfrm>
            <a:prstGeom prst="rect">
              <a:avLst/>
            </a:prstGeom>
            <a:noFill/>
          </p:spPr>
          <p:txBody>
            <a:bodyPr wrap="square" rtlCol="0">
              <a:spAutoFit/>
            </a:bodyPr>
            <a:lstStyle/>
            <a:p>
              <a:r>
                <a:rPr lang="zh-CN" altLang="en-US" sz="2400">
                  <a:solidFill>
                    <a:srgbClr val="C00000"/>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自我革命</a:t>
              </a:r>
            </a:p>
          </p:txBody>
        </p:sp>
        <p:sp>
          <p:nvSpPr>
            <p:cNvPr id="28" name="文本框 27">
              <a:extLst>
                <a:ext uri="{FF2B5EF4-FFF2-40B4-BE49-F238E27FC236}">
                  <a16:creationId xmlns:a16="http://schemas.microsoft.com/office/drawing/2014/main" id="{B6E7719E-5458-4405-C4FB-33E0DD3358BE}"/>
                </a:ext>
              </a:extLst>
            </p:cNvPr>
            <p:cNvSpPr txBox="1"/>
            <p:nvPr/>
          </p:nvSpPr>
          <p:spPr>
            <a:xfrm>
              <a:off x="982891" y="1873195"/>
              <a:ext cx="3417407" cy="738664"/>
            </a:xfrm>
            <a:prstGeom prst="rect">
              <a:avLst/>
            </a:prstGeom>
            <a:noFill/>
          </p:spPr>
          <p:txBody>
            <a:bodyPr wrap="square" rtlCol="0">
              <a:spAutoFit/>
            </a:bodyPr>
            <a:lstStyle/>
            <a:p>
              <a:r>
                <a:rPr lang="zh-CN" altLang="en-US" sz="1400" spc="400">
                  <a:latin typeface="Arial"/>
                  <a:ea typeface="微软雅黑"/>
                  <a:cs typeface="阿里巴巴普惠体 2.0 55 Regular" panose="00020600040101010101" pitchFamily="18" charset="-122"/>
                  <a:sym typeface="Arial"/>
                </a:rPr>
                <a:t>自我革新、自我提高的制度规范体系，有效巩固了新时代全面从严治党成果。</a:t>
              </a:r>
            </a:p>
          </p:txBody>
        </p:sp>
      </p:grpSp>
    </p:spTree>
    <p:extLst>
      <p:ext uri="{BB962C8B-B14F-4D97-AF65-F5344CB8AC3E}">
        <p14:creationId xmlns:p14="http://schemas.microsoft.com/office/powerpoint/2010/main" val="281691903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53"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childTnLst>
                          </p:cTn>
                        </p:par>
                      </p:childTnLst>
                    </p:cTn>
                  </p:par>
                  <p:par>
                    <p:cTn id="15" fill="hold" nodeType="clickPar">
                      <p:stCondLst>
                        <p:cond delay="indefinite"/>
                      </p:stCondLst>
                      <p:childTnLst>
                        <p:par>
                          <p:cTn id="16" fill="hold" nodeType="after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anim calcmode="lin" valueType="num">
                                      <p:cBhvr additive="base">
                                        <p:cTn id="19" dur="500" fill="hold"/>
                                        <p:tgtEl>
                                          <p:spTgt spid="17"/>
                                        </p:tgtEl>
                                        <p:attrNameLst>
                                          <p:attrName>ppt_x</p:attrName>
                                        </p:attrNameLst>
                                      </p:cBhvr>
                                      <p:tavLst>
                                        <p:tav tm="0">
                                          <p:val>
                                            <p:strVal val="0-#ppt_w/2"/>
                                          </p:val>
                                        </p:tav>
                                        <p:tav tm="100000">
                                          <p:val>
                                            <p:strVal val="#ppt_x"/>
                                          </p:val>
                                        </p:tav>
                                      </p:tavLst>
                                    </p:anim>
                                    <p:anim calcmode="lin" valueType="num">
                                      <p:cBhvr additive="base">
                                        <p:cTn id="20" dur="500" fill="hold"/>
                                        <p:tgtEl>
                                          <p:spTgt spid="17"/>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anim calcmode="lin" valueType="num">
                                      <p:cBhvr additive="base">
                                        <p:cTn id="23" dur="500" fill="hold"/>
                                        <p:tgtEl>
                                          <p:spTgt spid="20"/>
                                        </p:tgtEl>
                                        <p:attrNameLst>
                                          <p:attrName>ppt_x</p:attrName>
                                        </p:attrNameLst>
                                      </p:cBhvr>
                                      <p:tavLst>
                                        <p:tav tm="0">
                                          <p:val>
                                            <p:strVal val="0-#ppt_w/2"/>
                                          </p:val>
                                        </p:tav>
                                        <p:tav tm="100000">
                                          <p:val>
                                            <p:strVal val="#ppt_x"/>
                                          </p:val>
                                        </p:tav>
                                      </p:tavLst>
                                    </p:anim>
                                    <p:anim calcmode="lin" valueType="num">
                                      <p:cBhvr additive="base">
                                        <p:cTn id="24"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afterGroup">
                            <p:stCondLst>
                              <p:cond delay="0"/>
                            </p:stCondLst>
                            <p:childTnLst>
                              <p:par>
                                <p:cTn id="27" presetID="2" presetClass="entr" presetSubtype="2" fill="hold" nodeType="clickEffect">
                                  <p:stCondLst>
                                    <p:cond delay="0"/>
                                  </p:stCondLst>
                                  <p:childTnLst>
                                    <p:set>
                                      <p:cBhvr>
                                        <p:cTn id="28" dur="1" fill="hold">
                                          <p:stCondLst>
                                            <p:cond delay="0"/>
                                          </p:stCondLst>
                                        </p:cTn>
                                        <p:tgtEl>
                                          <p:spTgt spid="23"/>
                                        </p:tgtEl>
                                        <p:attrNameLst>
                                          <p:attrName>style.visibility</p:attrName>
                                        </p:attrNameLst>
                                      </p:cBhvr>
                                      <p:to>
                                        <p:strVal val="visible"/>
                                      </p:to>
                                    </p:set>
                                    <p:anim calcmode="lin" valueType="num">
                                      <p:cBhvr additive="base">
                                        <p:cTn id="29" dur="500" fill="hold"/>
                                        <p:tgtEl>
                                          <p:spTgt spid="23"/>
                                        </p:tgtEl>
                                        <p:attrNameLst>
                                          <p:attrName>ppt_x</p:attrName>
                                        </p:attrNameLst>
                                      </p:cBhvr>
                                      <p:tavLst>
                                        <p:tav tm="0">
                                          <p:val>
                                            <p:strVal val="1+#ppt_w/2"/>
                                          </p:val>
                                        </p:tav>
                                        <p:tav tm="100000">
                                          <p:val>
                                            <p:strVal val="#ppt_x"/>
                                          </p:val>
                                        </p:tav>
                                      </p:tavLst>
                                    </p:anim>
                                    <p:anim calcmode="lin" valueType="num">
                                      <p:cBhvr additive="base">
                                        <p:cTn id="30" dur="500" fill="hold"/>
                                        <p:tgtEl>
                                          <p:spTgt spid="23"/>
                                        </p:tgtEl>
                                        <p:attrNameLst>
                                          <p:attrName>ppt_y</p:attrName>
                                        </p:attrNameLst>
                                      </p:cBhvr>
                                      <p:tavLst>
                                        <p:tav tm="0">
                                          <p:val>
                                            <p:strVal val="#ppt_y"/>
                                          </p:val>
                                        </p:tav>
                                        <p:tav tm="100000">
                                          <p:val>
                                            <p:strVal val="#ppt_y"/>
                                          </p:val>
                                        </p:tav>
                                      </p:tavLst>
                                    </p:anim>
                                  </p:childTnLst>
                                </p:cTn>
                              </p:par>
                              <p:par>
                                <p:cTn id="31" presetID="2" presetClass="entr" presetSubtype="2" fill="hold" nodeType="withEffect">
                                  <p:stCondLst>
                                    <p:cond delay="0"/>
                                  </p:stCondLst>
                                  <p:childTnLst>
                                    <p:set>
                                      <p:cBhvr>
                                        <p:cTn id="32" dur="1" fill="hold">
                                          <p:stCondLst>
                                            <p:cond delay="0"/>
                                          </p:stCondLst>
                                        </p:cTn>
                                        <p:tgtEl>
                                          <p:spTgt spid="26"/>
                                        </p:tgtEl>
                                        <p:attrNameLst>
                                          <p:attrName>style.visibility</p:attrName>
                                        </p:attrNameLst>
                                      </p:cBhvr>
                                      <p:to>
                                        <p:strVal val="visible"/>
                                      </p:to>
                                    </p:set>
                                    <p:anim calcmode="lin" valueType="num">
                                      <p:cBhvr additive="base">
                                        <p:cTn id="33" dur="500" fill="hold"/>
                                        <p:tgtEl>
                                          <p:spTgt spid="26"/>
                                        </p:tgtEl>
                                        <p:attrNameLst>
                                          <p:attrName>ppt_x</p:attrName>
                                        </p:attrNameLst>
                                      </p:cBhvr>
                                      <p:tavLst>
                                        <p:tav tm="0">
                                          <p:val>
                                            <p:strVal val="1+#ppt_w/2"/>
                                          </p:val>
                                        </p:tav>
                                        <p:tav tm="100000">
                                          <p:val>
                                            <p:strVal val="#ppt_x"/>
                                          </p:val>
                                        </p:tav>
                                      </p:tavLst>
                                    </p:anim>
                                    <p:anim calcmode="lin" valueType="num">
                                      <p:cBhvr additive="base">
                                        <p:cTn id="34" dur="500" fill="hold"/>
                                        <p:tgtEl>
                                          <p:spTgt spid="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37A31515-A52D-7776-4FDA-84DE750531D1}"/>
              </a:ext>
            </a:extLst>
          </p:cNvPr>
          <p:cNvPicPr>
            <a:picLocks noChangeAspect="1"/>
          </p:cNvPicPr>
          <p:nvPr/>
        </p:nvPicPr>
        <p:blipFill>
          <a:blip r:embed="R6ad9443300a04f4d">
            <a:extLst>
              <a:ext uri="{28A0092B-C50C-407E-A947-70E740481C1C}">
                <a14:useLocalDpi xmlns:a14="http://schemas.microsoft.com/office/drawing/2010/main"/>
              </a:ext>
            </a:extLst>
          </a:blip>
          <a:stretch>
            <a:fillRect/>
          </a:stretch>
        </p:blipFill>
        <p:spPr>
          <a:xfrm>
            <a:off x="-1" y="0"/>
            <a:ext cx="12192001" cy="6858000"/>
          </a:xfrm>
          <a:prstGeom prst="rect">
            <a:avLst/>
          </a:prstGeom>
        </p:spPr>
      </p:pic>
      <p:pic>
        <p:nvPicPr>
          <p:cNvPr id="7" name="图片 6">
            <a:extLst>
              <a:ext uri="{FF2B5EF4-FFF2-40B4-BE49-F238E27FC236}">
                <a16:creationId xmlns:a16="http://schemas.microsoft.com/office/drawing/2014/main" id="{DA75C10B-DFC5-1179-FAD1-674C99F39EFF}"/>
              </a:ext>
            </a:extLst>
          </p:cNvPr>
          <p:cNvPicPr>
            <a:picLocks noChangeAspect="1"/>
          </p:cNvPicPr>
          <p:nvPr/>
        </p:nvPicPr>
        <p:blipFill>
          <a:blip r:embed="R5268c29cd5f4457c">
            <a:extLst>
              <a:ext uri="{28A0092B-C50C-407E-A947-70E740481C1C}">
                <a14:useLocalDpi xmlns:a14="http://schemas.microsoft.com/office/drawing/2010/main"/>
              </a:ext>
            </a:extLst>
          </a:blip>
          <a:stretch>
            <a:fillRect/>
          </a:stretch>
        </p:blipFill>
        <p:spPr>
          <a:xfrm>
            <a:off x="11280578" y="5373504"/>
            <a:ext cx="779327" cy="1394182"/>
          </a:xfrm>
          <a:prstGeom prst="rect">
            <a:avLst/>
          </a:prstGeom>
        </p:spPr>
      </p:pic>
      <p:pic>
        <p:nvPicPr>
          <p:cNvPr id="8" name="图片 7">
            <a:extLst>
              <a:ext uri="{FF2B5EF4-FFF2-40B4-BE49-F238E27FC236}">
                <a16:creationId xmlns:a16="http://schemas.microsoft.com/office/drawing/2014/main" id="{C1E7FFEF-7111-EBC4-44FD-FF5A04440185}"/>
              </a:ext>
            </a:extLst>
          </p:cNvPr>
          <p:cNvPicPr>
            <a:picLocks noChangeAspect="1"/>
          </p:cNvPicPr>
          <p:nvPr/>
        </p:nvPicPr>
        <p:blipFill>
          <a:blip r:embed="R03f1bf11a6c14fc7">
            <a:lum bright="70000" contrast="-70000"/>
            <a:extLst>
              <a:ext uri="{28A0092B-C50C-407E-A947-70E740481C1C}">
                <a14:useLocalDpi xmlns:a14="http://schemas.microsoft.com/office/drawing/2010/main"/>
              </a:ext>
            </a:extLst>
          </a:blip>
          <a:stretch>
            <a:fillRect/>
          </a:stretch>
        </p:blipFill>
        <p:spPr>
          <a:xfrm>
            <a:off x="-1" y="5733256"/>
            <a:ext cx="2654625" cy="1174614"/>
          </a:xfrm>
          <a:prstGeom prst="rect">
            <a:avLst/>
          </a:prstGeom>
        </p:spPr>
      </p:pic>
      <p:sp>
        <p:nvSpPr>
          <p:cNvPr id="9" name="文本框 8">
            <a:extLst>
              <a:ext uri="{FF2B5EF4-FFF2-40B4-BE49-F238E27FC236}">
                <a16:creationId xmlns:a16="http://schemas.microsoft.com/office/drawing/2014/main" id="{306A28DE-8B51-539D-7CC4-03AEA8496E7A}"/>
              </a:ext>
            </a:extLst>
          </p:cNvPr>
          <p:cNvSpPr txBox="1"/>
          <p:nvPr/>
        </p:nvSpPr>
        <p:spPr>
          <a:xfrm>
            <a:off x="1634958" y="1366242"/>
            <a:ext cx="5156100" cy="1569660"/>
          </a:xfrm>
          <a:prstGeom prst="rect">
            <a:avLst/>
          </a:prstGeom>
          <a:noFill/>
        </p:spPr>
        <p:txBody>
          <a:bodyPr wrap="square" rtlCol="0">
            <a:spAutoFit/>
          </a:bodyPr>
          <a:lstStyle/>
          <a:p>
            <a:r>
              <a:rPr lang="en-US" altLang="zh-CN" sz="9600" b="1">
                <a:solidFill>
                  <a:srgbClr val="FFE9A8"/>
                </a:solidFill>
                <a:effectLst>
                  <a:outerShdw blurRad="38100" dist="38100" dir="2700000" algn="tl">
                    <a:srgbClr val="000000">
                      <a:alpha val="43137"/>
                    </a:srgbClr>
                  </a:outerShdw>
                  <a:reflection blurRad="6350" stA="60000" endA="900" endPos="58000" dir="5400000" sy="-100000" algn="bl" rotWithShape="0"/>
                </a:effectLst>
                <a:latin typeface="Arial"/>
                <a:ea typeface="微软雅黑"/>
                <a:sym typeface="Arial"/>
              </a:rPr>
              <a:t>PART 04</a:t>
            </a:r>
            <a:endParaRPr lang="zh-CN" altLang="en-US" sz="9600" b="1">
              <a:solidFill>
                <a:srgbClr val="FFE9A8"/>
              </a:solidFill>
              <a:effectLst>
                <a:outerShdw blurRad="38100" dist="38100" dir="2700000" algn="tl">
                  <a:srgbClr val="000000">
                    <a:alpha val="43137"/>
                  </a:srgbClr>
                </a:outerShdw>
                <a:reflection blurRad="6350" stA="60000" endA="900" endPos="58000" dir="5400000" sy="-100000" algn="bl" rotWithShape="0"/>
              </a:effectLst>
              <a:latin typeface="Arial"/>
              <a:ea typeface="微软雅黑"/>
              <a:sym typeface="Arial"/>
            </a:endParaRPr>
          </a:p>
        </p:txBody>
      </p:sp>
      <p:grpSp>
        <p:nvGrpSpPr>
          <p:cNvPr id="10" name="组合 9">
            <a:extLst>
              <a:ext uri="{FF2B5EF4-FFF2-40B4-BE49-F238E27FC236}">
                <a16:creationId xmlns:a16="http://schemas.microsoft.com/office/drawing/2014/main" id="{0AF4D978-C5AC-0628-74C3-C70C02A4B9CD}"/>
              </a:ext>
            </a:extLst>
          </p:cNvPr>
          <p:cNvGrpSpPr/>
          <p:nvPr/>
        </p:nvGrpSpPr>
        <p:grpSpPr>
          <a:xfrm>
            <a:off x="3935760" y="3471147"/>
            <a:ext cx="7029027" cy="1107996"/>
            <a:chOff x="2802007" y="4348917"/>
            <a:chExt cx="6076001" cy="1107996"/>
          </a:xfrm>
        </p:grpSpPr>
        <p:sp>
          <p:nvSpPr>
            <p:cNvPr id="11" name="文本框 10">
              <a:extLst>
                <a:ext uri="{FF2B5EF4-FFF2-40B4-BE49-F238E27FC236}">
                  <a16:creationId xmlns:a16="http://schemas.microsoft.com/office/drawing/2014/main" id="{12DC7114-E1F3-46FA-1D5B-8894FD8DABA8}"/>
                </a:ext>
              </a:extLst>
            </p:cNvPr>
            <p:cNvSpPr txBox="1"/>
            <p:nvPr/>
          </p:nvSpPr>
          <p:spPr>
            <a:xfrm>
              <a:off x="2802007" y="4348917"/>
              <a:ext cx="6076001" cy="830997"/>
            </a:xfrm>
            <a:prstGeom prst="rect">
              <a:avLst/>
            </a:prstGeom>
            <a:noFill/>
          </p:spPr>
          <p:txBody>
            <a:bodyPr wrap="square" rtlCol="0">
              <a:spAutoFit/>
            </a:bodyPr>
            <a:lstStyle/>
            <a:p>
              <a:pPr algn="dist"/>
              <a:r>
                <a:rPr lang="zh-CN" altLang="en-US" sz="4800" b="1">
                  <a:solidFill>
                    <a:schemeClr val="bg1"/>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规范体系的创新实践</a:t>
              </a:r>
            </a:p>
          </p:txBody>
        </p:sp>
        <p:sp>
          <p:nvSpPr>
            <p:cNvPr id="12" name="文本框 11">
              <a:extLst>
                <a:ext uri="{FF2B5EF4-FFF2-40B4-BE49-F238E27FC236}">
                  <a16:creationId xmlns:a16="http://schemas.microsoft.com/office/drawing/2014/main" id="{C55E0247-6195-9E41-F441-A95DFDDC3319}"/>
                </a:ext>
              </a:extLst>
            </p:cNvPr>
            <p:cNvSpPr txBox="1"/>
            <p:nvPr/>
          </p:nvSpPr>
          <p:spPr>
            <a:xfrm>
              <a:off x="2802007" y="5179914"/>
              <a:ext cx="6076001" cy="276999"/>
            </a:xfrm>
            <a:prstGeom prst="rect">
              <a:avLst/>
            </a:prstGeom>
            <a:noFill/>
          </p:spPr>
          <p:txBody>
            <a:bodyPr wrap="square" rtlCol="0">
              <a:spAutoFit/>
            </a:bodyPr>
            <a:lstStyle/>
            <a:p>
              <a:pPr algn="dist"/>
              <a:r>
                <a:rPr lang="en-US" altLang="zh-CN" sz="1200" b="1">
                  <a:solidFill>
                    <a:schemeClr val="bg1"/>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ORIGIN OF THE HOLIDAY</a:t>
              </a:r>
              <a:endParaRPr lang="zh-CN" altLang="en-US" sz="1200" b="1">
                <a:solidFill>
                  <a:schemeClr val="bg1"/>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endParaRPr>
            </a:p>
          </p:txBody>
        </p:sp>
      </p:grpSp>
      <p:grpSp>
        <p:nvGrpSpPr>
          <p:cNvPr id="13" name="组合 12">
            <a:extLst>
              <a:ext uri="{FF2B5EF4-FFF2-40B4-BE49-F238E27FC236}">
                <a16:creationId xmlns:a16="http://schemas.microsoft.com/office/drawing/2014/main" id="{A8CB049F-63DC-DA2C-B61E-DF1A588EDC74}"/>
              </a:ext>
            </a:extLst>
          </p:cNvPr>
          <p:cNvGrpSpPr/>
          <p:nvPr/>
        </p:nvGrpSpPr>
        <p:grpSpPr>
          <a:xfrm>
            <a:off x="6735057" y="95115"/>
            <a:ext cx="5484194" cy="584776"/>
            <a:chOff x="6530658" y="224934"/>
            <a:chExt cx="5484194" cy="584776"/>
          </a:xfrm>
        </p:grpSpPr>
        <p:sp>
          <p:nvSpPr>
            <p:cNvPr id="14" name="文本框 7">
              <a:extLst>
                <a:ext uri="{FF2B5EF4-FFF2-40B4-BE49-F238E27FC236}">
                  <a16:creationId xmlns:a16="http://schemas.microsoft.com/office/drawing/2014/main" id="{FF03784A-E104-EF55-6C5E-14A3A48F99B4}"/>
                </a:ext>
              </a:extLst>
            </p:cNvPr>
            <p:cNvSpPr txBox="1"/>
            <p:nvPr/>
          </p:nvSpPr>
          <p:spPr>
            <a:xfrm>
              <a:off x="7627365" y="224934"/>
              <a:ext cx="4248472" cy="369332"/>
            </a:xfrm>
            <a:prstGeom prst="rect">
              <a:avLst/>
            </a:prstGeom>
            <a:noFill/>
          </p:spPr>
          <p:txBody>
            <a:bodyPr wrap="square" rtlCol="0">
              <a:spAutoFit/>
            </a:bodyPr>
            <a:lstStyle/>
            <a:p>
              <a:pPr algn="dist"/>
              <a:r>
                <a:rPr lang="zh-CN" altLang="en-US">
                  <a:solidFill>
                    <a:schemeClr val="bg1"/>
                  </a:solidFill>
                  <a:effectLst>
                    <a:outerShdw blurRad="38100" dist="38100" dir="2700000" algn="tl">
                      <a:srgbClr val="000000">
                        <a:alpha val="43137"/>
                      </a:srgbClr>
                    </a:outerShdw>
                  </a:effectLst>
                  <a:latin typeface="Arial"/>
                  <a:ea typeface="微软雅黑"/>
                  <a:cs typeface="阿里巴巴普惠体 2.0 65 Medium" panose="00020600040101010101" pitchFamily="18" charset="-122"/>
                  <a:sym typeface="Arial"/>
                </a:rPr>
                <a:t>反腐倡廉 攻坚克难 廉洁政府</a:t>
              </a:r>
            </a:p>
          </p:txBody>
        </p:sp>
        <p:sp>
          <p:nvSpPr>
            <p:cNvPr id="15" name="文本框 8">
              <a:extLst>
                <a:ext uri="{FF2B5EF4-FFF2-40B4-BE49-F238E27FC236}">
                  <a16:creationId xmlns:a16="http://schemas.microsoft.com/office/drawing/2014/main" id="{7C30377C-36C2-3C59-CAD8-73EB15FC4A20}"/>
                </a:ext>
              </a:extLst>
            </p:cNvPr>
            <p:cNvSpPr txBox="1"/>
            <p:nvPr/>
          </p:nvSpPr>
          <p:spPr>
            <a:xfrm>
              <a:off x="6530658" y="594266"/>
              <a:ext cx="5484194" cy="215444"/>
            </a:xfrm>
            <a:prstGeom prst="rect">
              <a:avLst/>
            </a:prstGeom>
            <a:noFill/>
          </p:spPr>
          <p:txBody>
            <a:bodyPr wrap="none" rtlCol="0">
              <a:spAutoFit/>
            </a:bodyPr>
            <a:lstStyle/>
            <a:p>
              <a:r>
                <a:rPr lang="en-US" altLang="zh-CN" sz="800">
                  <a:solidFill>
                    <a:schemeClr val="bg1"/>
                  </a:solidFill>
                  <a:effectLst>
                    <a:outerShdw blurRad="38100" dist="38100" dir="2700000" algn="tl">
                      <a:srgbClr val="000000">
                        <a:alpha val="43137"/>
                      </a:srgbClr>
                    </a:outerShdw>
                  </a:effectLst>
                  <a:latin typeface="Arial"/>
                  <a:ea typeface="微软雅黑"/>
                  <a:cs typeface="阿里巴巴普惠体 2.0 45 Light" panose="00020600040101010101" pitchFamily="18" charset="-122"/>
                  <a:sym typeface="Arial"/>
                </a:rPr>
                <a:t>FIGHTING CORRUPTION AND ADVOCATING INTEGRITY, TACKLING DIFFICULTIES IN CLEAN GOVERNMENT</a:t>
              </a:r>
              <a:endParaRPr lang="zh-CN" altLang="en-US" sz="800">
                <a:solidFill>
                  <a:schemeClr val="bg1"/>
                </a:solidFill>
                <a:effectLst>
                  <a:outerShdw blurRad="38100" dist="38100" dir="2700000" algn="tl">
                    <a:srgbClr val="000000">
                      <a:alpha val="43137"/>
                    </a:srgbClr>
                  </a:outerShdw>
                </a:effectLst>
                <a:latin typeface="Arial"/>
                <a:ea typeface="微软雅黑"/>
                <a:cs typeface="阿里巴巴普惠体 2.0 45 Light" panose="00020600040101010101" pitchFamily="18" charset="-122"/>
                <a:sym typeface="Arial"/>
              </a:endParaRPr>
            </a:p>
          </p:txBody>
        </p:sp>
      </p:grpSp>
    </p:spTree>
    <p:extLst>
      <p:ext uri="{BB962C8B-B14F-4D97-AF65-F5344CB8AC3E}">
        <p14:creationId xmlns:p14="http://schemas.microsoft.com/office/powerpoint/2010/main" val="213296710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par>
                                <p:cTn id="10" presetID="53" presetClass="entr" presetSubtype="0"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childTnLst>
                          </p:cTn>
                        </p:par>
                      </p:childTnLst>
                    </p:cTn>
                  </p:par>
                  <p:par>
                    <p:cTn id="15" fill="hold" nodeType="clickPar">
                      <p:stCondLst>
                        <p:cond delay="indefinite"/>
                        <p:cond evt="onBegin" delay="0">
                          <p:tn val="14"/>
                        </p:cond>
                      </p:stCondLst>
                      <p:childTnLst>
                        <p:par>
                          <p:cTn id="16" fill="hold" nodeType="afterGroup">
                            <p:stCondLst>
                              <p:cond delay="0"/>
                            </p:stCondLst>
                            <p:childTnLst>
                              <p:par>
                                <p:cTn id="17" presetID="16" presetClass="entr" presetSubtype="37"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barn(outVertical)">
                                      <p:cBhvr>
                                        <p:cTn id="19" dur="500"/>
                                        <p:tgtEl>
                                          <p:spTgt spid="9"/>
                                        </p:tgtEl>
                                      </p:cBhvr>
                                    </p:animEffect>
                                  </p:childTnLst>
                                </p:cTn>
                              </p:par>
                            </p:childTnLst>
                          </p:cTn>
                        </p:par>
                      </p:childTnLst>
                    </p:cTn>
                  </p:par>
                  <p:par>
                    <p:cTn id="20" fill="hold" nodeType="clickPar">
                      <p:stCondLst>
                        <p:cond delay="indefinite"/>
                        <p:cond evt="onBegin" delay="0">
                          <p:tn val="19"/>
                        </p:cond>
                      </p:stCondLst>
                      <p:childTnLst>
                        <p:par>
                          <p:cTn id="21" fill="hold" nodeType="afterGroup">
                            <p:stCondLst>
                              <p:cond delay="0"/>
                            </p:stCondLst>
                            <p:childTnLst>
                              <p:par>
                                <p:cTn id="22" presetID="42" presetClass="entr" presetSubtype="0"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1000"/>
                                        <p:tgtEl>
                                          <p:spTgt spid="10"/>
                                        </p:tgtEl>
                                      </p:cBhvr>
                                    </p:animEffect>
                                    <p:anim calcmode="lin" valueType="num">
                                      <p:cBhvr>
                                        <p:cTn id="25" dur="1000" fill="hold"/>
                                        <p:tgtEl>
                                          <p:spTgt spid="10"/>
                                        </p:tgtEl>
                                        <p:attrNameLst>
                                          <p:attrName>ppt_x</p:attrName>
                                        </p:attrNameLst>
                                      </p:cBhvr>
                                      <p:tavLst>
                                        <p:tav tm="0">
                                          <p:val>
                                            <p:strVal val="#ppt_x"/>
                                          </p:val>
                                        </p:tav>
                                        <p:tav tm="100000">
                                          <p:val>
                                            <p:strVal val="#ppt_x"/>
                                          </p:val>
                                        </p:tav>
                                      </p:tavLst>
                                    </p:anim>
                                    <p:anim calcmode="lin" valueType="num">
                                      <p:cBhvr>
                                        <p:cTn id="26" dur="1000" fill="hold"/>
                                        <p:tgtEl>
                                          <p:spTgt spid="10"/>
                                        </p:tgtEl>
                                        <p:attrNameLst>
                                          <p:attrName>ppt_y</p:attrName>
                                        </p:attrNameLst>
                                      </p:cBhvr>
                                      <p:tavLst>
                                        <p:tav tm="0">
                                          <p:val>
                                            <p:strVal val="#ppt_y+.1"/>
                                          </p:val>
                                        </p:tav>
                                        <p:tav tm="100000">
                                          <p:val>
                                            <p:strVal val="#ppt_y"/>
                                          </p:val>
                                        </p:tav>
                                      </p:tavLst>
                                    </p:anim>
                                  </p:childTnLst>
                                </p:cTn>
                              </p:par>
                              <p:par>
                                <p:cTn id="27" presetID="53"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anim calcmode="lin" valueType="num">
                                      <p:cBhvr>
                                        <p:cTn id="29" dur="500" fill="hold"/>
                                        <p:tgtEl>
                                          <p:spTgt spid="13"/>
                                        </p:tgtEl>
                                        <p:attrNameLst>
                                          <p:attrName>ppt_w</p:attrName>
                                        </p:attrNameLst>
                                      </p:cBhvr>
                                      <p:tavLst>
                                        <p:tav tm="0">
                                          <p:val>
                                            <p:fltVal val="0"/>
                                          </p:val>
                                        </p:tav>
                                        <p:tav tm="100000">
                                          <p:val>
                                            <p:strVal val="#ppt_w"/>
                                          </p:val>
                                        </p:tav>
                                      </p:tavLst>
                                    </p:anim>
                                    <p:anim calcmode="lin" valueType="num">
                                      <p:cBhvr>
                                        <p:cTn id="30" dur="500" fill="hold"/>
                                        <p:tgtEl>
                                          <p:spTgt spid="13"/>
                                        </p:tgtEl>
                                        <p:attrNameLst>
                                          <p:attrName>ppt_h</p:attrName>
                                        </p:attrNameLst>
                                      </p:cBhvr>
                                      <p:tavLst>
                                        <p:tav tm="0">
                                          <p:val>
                                            <p:fltVal val="0"/>
                                          </p:val>
                                        </p:tav>
                                        <p:tav tm="100000">
                                          <p:val>
                                            <p:strVal val="#ppt_h"/>
                                          </p:val>
                                        </p:tav>
                                      </p:tavLst>
                                    </p:anim>
                                    <p:animEffect transition="in" filter="fade">
                                      <p:cBhvr>
                                        <p:cTn id="3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a:extLst>
              <a:ext uri="{FF2B5EF4-FFF2-40B4-BE49-F238E27FC236}">
                <a16:creationId xmlns:a16="http://schemas.microsoft.com/office/drawing/2014/main" id="{AE5378B2-AB55-DACB-B6C0-A50EC5D42914}"/>
              </a:ext>
            </a:extLst>
          </p:cNvPr>
          <p:cNvGrpSpPr/>
          <p:nvPr/>
        </p:nvGrpSpPr>
        <p:grpSpPr>
          <a:xfrm>
            <a:off x="598056" y="509654"/>
            <a:ext cx="5569955" cy="707747"/>
            <a:chOff x="598056" y="509653"/>
            <a:chExt cx="5569954" cy="707747"/>
          </a:xfrm>
        </p:grpSpPr>
        <p:grpSp>
          <p:nvGrpSpPr>
            <p:cNvPr id="8" name="组合 7">
              <a:extLst>
                <a:ext uri="{FF2B5EF4-FFF2-40B4-BE49-F238E27FC236}">
                  <a16:creationId xmlns:a16="http://schemas.microsoft.com/office/drawing/2014/main" id="{79894796-7F25-E876-7D0C-A7B8B83ABF33}"/>
                </a:ext>
              </a:extLst>
            </p:cNvPr>
            <p:cNvGrpSpPr/>
            <p:nvPr/>
          </p:nvGrpSpPr>
          <p:grpSpPr>
            <a:xfrm>
              <a:off x="1343999" y="509653"/>
              <a:ext cx="4824011" cy="707747"/>
              <a:chOff x="1731561" y="2531528"/>
              <a:chExt cx="4824011" cy="707747"/>
            </a:xfrm>
          </p:grpSpPr>
          <p:sp>
            <p:nvSpPr>
              <p:cNvPr id="9" name="文本框 8">
                <a:extLst>
                  <a:ext uri="{FF2B5EF4-FFF2-40B4-BE49-F238E27FC236}">
                    <a16:creationId xmlns:a16="http://schemas.microsoft.com/office/drawing/2014/main" id="{02CDBF9F-D65B-B284-E14F-68DB679F7D5E}"/>
                  </a:ext>
                </a:extLst>
              </p:cNvPr>
              <p:cNvSpPr txBox="1"/>
              <p:nvPr/>
            </p:nvSpPr>
            <p:spPr>
              <a:xfrm>
                <a:off x="1731561" y="2531528"/>
                <a:ext cx="4679992" cy="584775"/>
              </a:xfrm>
              <a:prstGeom prst="rect">
                <a:avLst/>
              </a:prstGeom>
              <a:noFill/>
            </p:spPr>
            <p:txBody>
              <a:bodyPr wrap="square" rtlCol="0">
                <a:spAutoFit/>
              </a:bodyPr>
              <a:lstStyle>
                <a:defPPr>
                  <a:defRPr lang="zh-CN"/>
                </a:defPPr>
                <a:lvl1pPr algn="dist">
                  <a:defRPr sz="3200" b="1">
                    <a:solidFill>
                      <a:srgbClr val="C00000"/>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defRPr>
                </a:lvl1pPr>
              </a:lstStyle>
              <a:p>
                <a:r>
                  <a:rPr lang="zh-CN" altLang="en-US">
                    <a:sym typeface="Arial"/>
                  </a:rPr>
                  <a:t>规范体系的创新实践</a:t>
                </a:r>
              </a:p>
            </p:txBody>
          </p:sp>
          <p:sp>
            <p:nvSpPr>
              <p:cNvPr id="10" name="文本框 9">
                <a:extLst>
                  <a:ext uri="{FF2B5EF4-FFF2-40B4-BE49-F238E27FC236}">
                    <a16:creationId xmlns:a16="http://schemas.microsoft.com/office/drawing/2014/main" id="{0630033E-5E8E-911D-B203-54C87B2E22A2}"/>
                  </a:ext>
                </a:extLst>
              </p:cNvPr>
              <p:cNvSpPr txBox="1"/>
              <p:nvPr/>
            </p:nvSpPr>
            <p:spPr>
              <a:xfrm>
                <a:off x="1779186" y="3008443"/>
                <a:ext cx="4776386" cy="230832"/>
              </a:xfrm>
              <a:prstGeom prst="rect">
                <a:avLst/>
              </a:prstGeom>
              <a:noFill/>
            </p:spPr>
            <p:txBody>
              <a:bodyPr wrap="square" rtlCol="0">
                <a:spAutoFit/>
              </a:bodyPr>
              <a:lstStyle/>
              <a:p>
                <a:pPr algn="dist"/>
                <a:r>
                  <a:rPr lang="en-US" altLang="zh-CN" sz="900">
                    <a:solidFill>
                      <a:srgbClr val="C00000"/>
                    </a:solidFill>
                    <a:latin typeface="Arial"/>
                    <a:ea typeface="微软雅黑"/>
                    <a:cs typeface="阿里巴巴普惠体 2.0 75 SemiBold" panose="00020600040101010101" pitchFamily="18" charset="-122"/>
                    <a:sym typeface="Arial"/>
                  </a:rPr>
                  <a:t>THE ORIGIN OF THE FOUNDING PARTY FESTIVAL</a:t>
                </a:r>
                <a:endParaRPr lang="zh-CN" altLang="en-US" sz="900">
                  <a:solidFill>
                    <a:srgbClr val="C00000"/>
                  </a:solidFill>
                  <a:latin typeface="Arial"/>
                  <a:ea typeface="微软雅黑"/>
                  <a:cs typeface="阿里巴巴普惠体 2.0 75 SemiBold" panose="00020600040101010101" pitchFamily="18" charset="-122"/>
                  <a:sym typeface="Arial"/>
                </a:endParaRPr>
              </a:p>
            </p:txBody>
          </p:sp>
        </p:grpSp>
        <p:grpSp>
          <p:nvGrpSpPr>
            <p:cNvPr id="12" name="组合 11">
              <a:extLst>
                <a:ext uri="{FF2B5EF4-FFF2-40B4-BE49-F238E27FC236}">
                  <a16:creationId xmlns:a16="http://schemas.microsoft.com/office/drawing/2014/main" id="{A244243B-1891-C7F1-3F16-976D00275E3F}"/>
                </a:ext>
              </a:extLst>
            </p:cNvPr>
            <p:cNvGrpSpPr/>
            <p:nvPr/>
          </p:nvGrpSpPr>
          <p:grpSpPr>
            <a:xfrm>
              <a:off x="598056" y="518699"/>
              <a:ext cx="731636" cy="689655"/>
              <a:chOff x="598056" y="533585"/>
              <a:chExt cx="731636" cy="689655"/>
            </a:xfrm>
          </p:grpSpPr>
          <p:sp>
            <p:nvSpPr>
              <p:cNvPr id="6" name="椭圆 5">
                <a:extLst>
                  <a:ext uri="{FF2B5EF4-FFF2-40B4-BE49-F238E27FC236}">
                    <a16:creationId xmlns:a16="http://schemas.microsoft.com/office/drawing/2014/main" id="{5B1126D8-56F8-7771-EC8F-13EBD897F50C}"/>
                  </a:ext>
                </a:extLst>
              </p:cNvPr>
              <p:cNvSpPr/>
              <p:nvPr/>
            </p:nvSpPr>
            <p:spPr>
              <a:xfrm>
                <a:off x="619047" y="533585"/>
                <a:ext cx="689655" cy="68965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11" name="文本框 10">
                <a:extLst>
                  <a:ext uri="{FF2B5EF4-FFF2-40B4-BE49-F238E27FC236}">
                    <a16:creationId xmlns:a16="http://schemas.microsoft.com/office/drawing/2014/main" id="{6475268E-D9A1-2141-25F2-2EC168C02C39}"/>
                  </a:ext>
                </a:extLst>
              </p:cNvPr>
              <p:cNvSpPr txBox="1"/>
              <p:nvPr/>
            </p:nvSpPr>
            <p:spPr>
              <a:xfrm>
                <a:off x="598056" y="586025"/>
                <a:ext cx="731636" cy="584775"/>
              </a:xfrm>
              <a:prstGeom prst="rect">
                <a:avLst/>
              </a:prstGeom>
              <a:noFill/>
            </p:spPr>
            <p:txBody>
              <a:bodyPr wrap="square" rtlCol="0">
                <a:spAutoFit/>
              </a:bodyPr>
              <a:lstStyle/>
              <a:p>
                <a:pPr algn="ctr"/>
                <a:r>
                  <a:rPr lang="en-US" altLang="zh-CN" sz="3200">
                    <a:solidFill>
                      <a:srgbClr val="FFE9A8"/>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04</a:t>
                </a:r>
                <a:endParaRPr lang="zh-CN" altLang="en-US" sz="3200">
                  <a:solidFill>
                    <a:srgbClr val="FFE9A8"/>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endParaRPr>
              </a:p>
            </p:txBody>
          </p:sp>
        </p:grpSp>
      </p:grpSp>
      <p:grpSp>
        <p:nvGrpSpPr>
          <p:cNvPr id="25" name="图形">
            <a:extLst>
              <a:ext uri="{FF2B5EF4-FFF2-40B4-BE49-F238E27FC236}">
                <a16:creationId xmlns:a16="http://schemas.microsoft.com/office/drawing/2014/main" id="{0678976F-283A-F94A-4437-C844F252A7A4}"/>
              </a:ext>
            </a:extLst>
          </p:cNvPr>
          <p:cNvGrpSpPr/>
          <p:nvPr/>
        </p:nvGrpSpPr>
        <p:grpSpPr>
          <a:xfrm>
            <a:off x="648652" y="1705238"/>
            <a:ext cx="4709160" cy="4030980"/>
            <a:chOff x="1196" y="2193"/>
            <a:chExt cx="7416" cy="6348"/>
          </a:xfrm>
        </p:grpSpPr>
        <p:grpSp>
          <p:nvGrpSpPr>
            <p:cNvPr id="26" name="组合 25">
              <a:extLst>
                <a:ext uri="{FF2B5EF4-FFF2-40B4-BE49-F238E27FC236}">
                  <a16:creationId xmlns:a16="http://schemas.microsoft.com/office/drawing/2014/main" id="{B8B0404D-51A7-2719-449C-074EFE641B9E}"/>
                </a:ext>
              </a:extLst>
            </p:cNvPr>
            <p:cNvGrpSpPr/>
            <p:nvPr/>
          </p:nvGrpSpPr>
          <p:grpSpPr>
            <a:xfrm>
              <a:off x="1196" y="2193"/>
              <a:ext cx="7416" cy="3009"/>
              <a:chOff x="1196" y="2293"/>
              <a:chExt cx="7416" cy="3009"/>
            </a:xfrm>
          </p:grpSpPr>
          <p:sp>
            <p:nvSpPr>
              <p:cNvPr id="35" name="图形">
                <a:extLst>
                  <a:ext uri="{FF2B5EF4-FFF2-40B4-BE49-F238E27FC236}">
                    <a16:creationId xmlns:a16="http://schemas.microsoft.com/office/drawing/2014/main" id="{734B9291-97D5-9209-303A-7135E018F62D}"/>
                  </a:ext>
                </a:extLst>
              </p:cNvPr>
              <p:cNvSpPr/>
              <p:nvPr>
                <p:custDataLst>
                  <p:tags r:id="R3ae3d3f8712d4181"/>
                </p:custDataLst>
              </p:nvPr>
            </p:nvSpPr>
            <p:spPr>
              <a:xfrm flipH="1" flipV="1">
                <a:off x="1196" y="2534"/>
                <a:ext cx="4550" cy="1605"/>
              </a:xfrm>
              <a:prstGeom prst="round1Rect">
                <a:avLst>
                  <a:gd name="adj" fmla="val 50000"/>
                </a:avLst>
              </a:prstGeom>
              <a:gradFill>
                <a:gsLst>
                  <a:gs pos="0">
                    <a:srgbClr val="DC2602">
                      <a:alpha val="0"/>
                    </a:srgbClr>
                  </a:gs>
                  <a:gs pos="100000">
                    <a:srgbClr val="FD3A13"/>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a:ea typeface="微软雅黑"/>
                  <a:cs typeface="阿里巴巴普惠体 2.0 55 Regular" panose="00020600040101010101" pitchFamily="18" charset="-122"/>
                  <a:sym typeface="Arial"/>
                </a:endParaRPr>
              </a:p>
            </p:txBody>
          </p:sp>
          <p:sp>
            <p:nvSpPr>
              <p:cNvPr id="36" name="图形">
                <a:extLst>
                  <a:ext uri="{FF2B5EF4-FFF2-40B4-BE49-F238E27FC236}">
                    <a16:creationId xmlns:a16="http://schemas.microsoft.com/office/drawing/2014/main" id="{0905CAA7-9042-CB4E-9F67-3B55D7F20F8C}"/>
                  </a:ext>
                </a:extLst>
              </p:cNvPr>
              <p:cNvSpPr/>
              <p:nvPr>
                <p:custDataLst>
                  <p:tags r:id="R657cf37969dd4ae9"/>
                </p:custDataLst>
              </p:nvPr>
            </p:nvSpPr>
            <p:spPr>
              <a:xfrm flipH="1" flipV="1">
                <a:off x="1292" y="2451"/>
                <a:ext cx="4550" cy="1605"/>
              </a:xfrm>
              <a:prstGeom prst="round1Rect">
                <a:avLst>
                  <a:gd name="adj" fmla="val 50000"/>
                </a:avLst>
              </a:prstGeom>
              <a:gradFill>
                <a:gsLst>
                  <a:gs pos="0">
                    <a:srgbClr val="D62730"/>
                  </a:gs>
                  <a:gs pos="100000">
                    <a:srgbClr val="E9381C"/>
                  </a:gs>
                </a:gsLst>
                <a:lin ang="2700000" scaled="0"/>
              </a:gradFill>
              <a:ln w="3863" cap="flat">
                <a:noFill/>
                <a:prstDash val="solid"/>
                <a:miter/>
              </a:ln>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a:ea typeface="微软雅黑"/>
                  <a:cs typeface="阿里巴巴普惠体 2.0 55 Regular" panose="00020600040101010101" pitchFamily="18" charset="-122"/>
                  <a:sym typeface="Arial"/>
                </a:endParaRPr>
              </a:p>
            </p:txBody>
          </p:sp>
          <p:sp>
            <p:nvSpPr>
              <p:cNvPr id="37" name="图形">
                <a:extLst>
                  <a:ext uri="{FF2B5EF4-FFF2-40B4-BE49-F238E27FC236}">
                    <a16:creationId xmlns:a16="http://schemas.microsoft.com/office/drawing/2014/main" id="{C4536735-AE07-3817-229A-5227028CE3F8}"/>
                  </a:ext>
                </a:extLst>
              </p:cNvPr>
              <p:cNvSpPr/>
              <p:nvPr>
                <p:custDataLst>
                  <p:tags r:id="Rfec399f935994809"/>
                </p:custDataLst>
              </p:nvPr>
            </p:nvSpPr>
            <p:spPr>
              <a:xfrm>
                <a:off x="1643" y="3279"/>
                <a:ext cx="6969" cy="2023"/>
              </a:xfrm>
              <a:prstGeom prst="roundRect">
                <a:avLst>
                  <a:gd name="adj" fmla="val 0"/>
                </a:avLst>
              </a:prstGeom>
              <a:solidFill>
                <a:srgbClr val="FFFFFF"/>
              </a:solidFill>
              <a:ln w="25400" cap="flat" cmpd="sng" algn="ctr">
                <a:gradFill>
                  <a:gsLst>
                    <a:gs pos="0">
                      <a:srgbClr val="DC2602">
                        <a:alpha val="0"/>
                      </a:srgbClr>
                    </a:gs>
                    <a:gs pos="100000">
                      <a:srgbClr val="FD3A13"/>
                    </a:gs>
                  </a:gsLst>
                  <a:lin ang="5400000" scaled="1"/>
                </a:gradFill>
                <a:prstDash val="solid"/>
                <a:miter lim="800000"/>
                <a:headEnd type="none" w="med" len="med"/>
                <a:tailEnd type="none" w="med" len="med"/>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a:ea typeface="微软雅黑"/>
                  <a:cs typeface="阿里巴巴普惠体 2.0 55 Regular" panose="00020600040101010101" pitchFamily="18" charset="-122"/>
                  <a:sym typeface="Arial"/>
                </a:endParaRPr>
              </a:p>
            </p:txBody>
          </p:sp>
          <p:sp>
            <p:nvSpPr>
              <p:cNvPr id="38" name="图形">
                <a:extLst>
                  <a:ext uri="{FF2B5EF4-FFF2-40B4-BE49-F238E27FC236}">
                    <a16:creationId xmlns:a16="http://schemas.microsoft.com/office/drawing/2014/main" id="{F71D39A5-21F8-C2CE-8708-1E0267C43D15}"/>
                  </a:ext>
                </a:extLst>
              </p:cNvPr>
              <p:cNvSpPr/>
              <p:nvPr>
                <p:custDataLst>
                  <p:tags r:id="R71bb99cc132c4f72"/>
                </p:custDataLst>
              </p:nvPr>
            </p:nvSpPr>
            <p:spPr>
              <a:xfrm rot="10800000" flipH="1" flipV="1">
                <a:off x="1292" y="2451"/>
                <a:ext cx="1489" cy="669"/>
              </a:xfrm>
              <a:prstGeom prst="round1Rect">
                <a:avLst>
                  <a:gd name="adj" fmla="val 0"/>
                </a:avLst>
              </a:prstGeom>
              <a:gradFill>
                <a:gsLst>
                  <a:gs pos="22000">
                    <a:srgbClr val="FFCB96">
                      <a:alpha val="71000"/>
                    </a:srgbClr>
                  </a:gs>
                  <a:gs pos="100000">
                    <a:srgbClr val="FD3A13">
                      <a:alpha val="45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r>
                  <a:rPr kumimoji="0" lang="en-US" altLang="zh-CN" sz="1800" b="0" i="0" u="none" strike="noStrike" kern="0" cap="none" spc="0" normalizeH="0" baseline="0" noProof="0">
                    <a:ln>
                      <a:noFill/>
                    </a:ln>
                    <a:solidFill>
                      <a:srgbClr val="FFFFFF"/>
                    </a:solidFill>
                    <a:effectLst/>
                    <a:uLnTx/>
                    <a:uFillTx/>
                    <a:latin typeface="Arial"/>
                    <a:ea typeface="微软雅黑"/>
                    <a:cs typeface="阿里巴巴普惠体 2.0 55 Regular" panose="00020600040101010101" pitchFamily="18" charset="-122"/>
                    <a:sym typeface="Arial"/>
                  </a:rPr>
                  <a:t>ONE &gt;</a:t>
                </a:r>
                <a:endParaRPr kumimoji="0" lang="zh-CN" altLang="en-US" sz="1800" b="0" i="0" u="none" strike="noStrike" kern="0" cap="none" spc="0" normalizeH="0" baseline="0" noProof="0">
                  <a:ln>
                    <a:noFill/>
                  </a:ln>
                  <a:solidFill>
                    <a:srgbClr val="FFFFFF"/>
                  </a:solidFill>
                  <a:effectLst/>
                  <a:uLnTx/>
                  <a:uFillTx/>
                  <a:latin typeface="Arial"/>
                  <a:ea typeface="微软雅黑"/>
                  <a:cs typeface="阿里巴巴普惠体 2.0 55 Regular" panose="00020600040101010101" pitchFamily="18" charset="-122"/>
                  <a:sym typeface="Arial"/>
                </a:endParaRPr>
              </a:p>
            </p:txBody>
          </p:sp>
          <p:sp>
            <p:nvSpPr>
              <p:cNvPr id="39" name="图形">
                <a:extLst>
                  <a:ext uri="{FF2B5EF4-FFF2-40B4-BE49-F238E27FC236}">
                    <a16:creationId xmlns:a16="http://schemas.microsoft.com/office/drawing/2014/main" id="{B0103BA3-DDC6-7925-B539-BC6C4A54F013}"/>
                  </a:ext>
                </a:extLst>
              </p:cNvPr>
              <p:cNvSpPr txBox="1"/>
              <p:nvPr>
                <p:custDataLst>
                  <p:tags r:id="Re5ee60284e6d4120"/>
                </p:custDataLst>
              </p:nvPr>
            </p:nvSpPr>
            <p:spPr>
              <a:xfrm>
                <a:off x="2226" y="2293"/>
                <a:ext cx="3356" cy="1018"/>
              </a:xfrm>
              <a:prstGeom prst="rect">
                <a:avLst/>
              </a:prstGeom>
              <a:noFill/>
            </p:spPr>
            <p:txBody>
              <a:bodyPr wrap="square">
                <a:spAutoFit/>
              </a:bodyPr>
              <a:lstStyle>
                <a:defPPr>
                  <a:defRPr lang="zh-CN"/>
                </a:defPPr>
                <a:lvl1pPr>
                  <a:lnSpc>
                    <a:spcPct val="150000"/>
                  </a:lnSpc>
                  <a:defRPr sz="2400" b="1">
                    <a:solidFill>
                      <a:schemeClr val="tx1">
                        <a:lumMod val="95000"/>
                        <a:lumOff val="5000"/>
                      </a:schemeClr>
                    </a:solidFill>
                    <a:latin typeface="HarmonyOS Sans SC Medium" panose="00000600000000000000" pitchFamily="2" charset="-122"/>
                    <a:ea typeface="HarmonyOS Sans SC Medium" panose="00000600000000000000" pitchFamily="2" charset="-122"/>
                    <a:cs typeface="+mn-ea"/>
                  </a:defRPr>
                </a:lvl1pPr>
              </a:lstStyle>
              <a:p>
                <a:pPr marL="0" marR="0" lvl="0" indent="0" algn="ctr" defTabSz="914400" eaLnBrk="1" fontAlgn="auto" latinLnBrk="0" hangingPunct="1">
                  <a:lnSpc>
                    <a:spcPct val="150000"/>
                  </a:lnSpc>
                  <a:spcBef>
                    <a:spcPct val="0"/>
                  </a:spcBef>
                  <a:spcAft>
                    <a:spcPct val="0"/>
                  </a:spcAft>
                  <a:buClrTx/>
                  <a:buSzTx/>
                  <a:buFontTx/>
                  <a:buNone/>
                  <a:defRPr/>
                </a:pPr>
                <a:r>
                  <a:rPr kumimoji="0" lang="zh-CN" altLang="en-US" sz="2400" b="1" i="0" u="none" strike="noStrike" kern="0" cap="none" spc="0" normalizeH="0" baseline="0" noProof="0">
                    <a:ln>
                      <a:noFill/>
                    </a:ln>
                    <a:solidFill>
                      <a:srgbClr val="FFFFFF"/>
                    </a:solidFill>
                    <a:effectLst/>
                    <a:uLnTx/>
                    <a:uFillTx/>
                    <a:latin typeface="Arial"/>
                    <a:ea typeface="微软雅黑"/>
                    <a:cs typeface="阿里巴巴普惠体 2.0 55 Regular" panose="00020600040101010101" pitchFamily="18" charset="-122"/>
                    <a:sym typeface="Arial"/>
                  </a:rPr>
                  <a:t>创新实践</a:t>
                </a:r>
                <a:endParaRPr kumimoji="0" lang="en-US" altLang="zh-CN" sz="2400" b="1" i="0" u="none" strike="noStrike" kern="0" cap="none" spc="0" normalizeH="0" baseline="0" noProof="0">
                  <a:ln>
                    <a:noFill/>
                  </a:ln>
                  <a:solidFill>
                    <a:srgbClr val="FFFFFF"/>
                  </a:solidFill>
                  <a:effectLst/>
                  <a:uLnTx/>
                  <a:uFillTx/>
                  <a:latin typeface="Arial"/>
                  <a:ea typeface="微软雅黑"/>
                  <a:cs typeface="阿里巴巴普惠体 2.0 55 Regular" panose="00020600040101010101" pitchFamily="18" charset="-122"/>
                  <a:sym typeface="Arial"/>
                </a:endParaRPr>
              </a:p>
            </p:txBody>
          </p:sp>
          <p:sp>
            <p:nvSpPr>
              <p:cNvPr id="40" name="图形">
                <a:extLst>
                  <a:ext uri="{FF2B5EF4-FFF2-40B4-BE49-F238E27FC236}">
                    <a16:creationId xmlns:a16="http://schemas.microsoft.com/office/drawing/2014/main" id="{3D08E048-E581-DE2D-B38E-98D0F0D0F6BD}"/>
                  </a:ext>
                </a:extLst>
              </p:cNvPr>
              <p:cNvSpPr txBox="1"/>
              <p:nvPr>
                <p:custDataLst>
                  <p:tags r:id="Rc705468327d94625"/>
                </p:custDataLst>
              </p:nvPr>
            </p:nvSpPr>
            <p:spPr>
              <a:xfrm>
                <a:off x="2037" y="3370"/>
                <a:ext cx="6575" cy="1774"/>
              </a:xfrm>
              <a:prstGeom prst="rect">
                <a:avLst/>
              </a:prstGeom>
              <a:noFill/>
            </p:spPr>
            <p:txBody>
              <a:bodyPr wrap="square" rtlCol="0">
                <a:spAutoFit/>
              </a:bodyPr>
              <a:lstStyle>
                <a:defPPr>
                  <a:defRPr lang="zh-CN"/>
                </a:defPPr>
                <a:lvl1pPr>
                  <a:lnSpc>
                    <a:spcPct val="160000"/>
                  </a:lnSpc>
                  <a:defRPr sz="1600">
                    <a:solidFill>
                      <a:schemeClr val="bg1">
                        <a:lumMod val="50000"/>
                      </a:schemeClr>
                    </a:solidFill>
                    <a:effectLst/>
                    <a:latin typeface="HarmonyOS Sans SC Medium" panose="00000600000000000000" pitchFamily="2" charset="-122"/>
                    <a:ea typeface="HarmonyOS Sans SC Medium" panose="00000600000000000000" pitchFamily="2" charset="-122"/>
                  </a:defRPr>
                </a:lvl1pPr>
              </a:lstStyle>
              <a:p>
                <a:pPr marL="0" marR="0" lvl="0" indent="0" defTabSz="914400" eaLnBrk="1" fontAlgn="auto" latinLnBrk="0" hangingPunct="1">
                  <a:lnSpc>
                    <a:spcPct val="160000"/>
                  </a:lnSpc>
                  <a:spcBef>
                    <a:spcPct val="0"/>
                  </a:spcBef>
                  <a:spcAft>
                    <a:spcPct val="0"/>
                  </a:spcAft>
                  <a:buClrTx/>
                  <a:buSzTx/>
                  <a:buFontTx/>
                  <a:buNone/>
                  <a:defRPr/>
                </a:pPr>
                <a:r>
                  <a:rPr kumimoji="0" lang="zh-CN" altLang="en-US" sz="1400" b="0" i="0" u="none" strike="noStrike" kern="0" cap="none" spc="0" normalizeH="0" baseline="0" noProof="0">
                    <a:ln>
                      <a:noFill/>
                    </a:ln>
                    <a:solidFill>
                      <a:srgbClr val="000000">
                        <a:lumMod val="85000"/>
                        <a:lumOff val="15000"/>
                      </a:srgbClr>
                    </a:solidFill>
                    <a:effectLst/>
                    <a:uLnTx/>
                    <a:uFillTx/>
                    <a:latin typeface="Arial"/>
                    <a:ea typeface="微软雅黑"/>
                    <a:cs typeface="阿里巴巴普惠体 2.0 55 Regular" panose="00020600040101010101" pitchFamily="18" charset="-122"/>
                    <a:sym typeface="Arial"/>
                  </a:rPr>
                  <a:t>完善党的自我革命制度规范体系是实现依规治党和依法治国有机统一的必然要求。我们党要履行好执政兴国的重大职</a:t>
                </a:r>
              </a:p>
            </p:txBody>
          </p:sp>
        </p:grpSp>
        <p:grpSp>
          <p:nvGrpSpPr>
            <p:cNvPr id="27" name="组合 26">
              <a:extLst>
                <a:ext uri="{FF2B5EF4-FFF2-40B4-BE49-F238E27FC236}">
                  <a16:creationId xmlns:a16="http://schemas.microsoft.com/office/drawing/2014/main" id="{CF2D5805-F2A5-75F3-081C-926BD4A23663}"/>
                </a:ext>
              </a:extLst>
            </p:cNvPr>
            <p:cNvGrpSpPr/>
            <p:nvPr/>
          </p:nvGrpSpPr>
          <p:grpSpPr>
            <a:xfrm>
              <a:off x="1196" y="5532"/>
              <a:ext cx="7416" cy="3009"/>
              <a:chOff x="1196" y="2293"/>
              <a:chExt cx="7416" cy="3009"/>
            </a:xfrm>
          </p:grpSpPr>
          <p:sp>
            <p:nvSpPr>
              <p:cNvPr id="29" name="图形">
                <a:extLst>
                  <a:ext uri="{FF2B5EF4-FFF2-40B4-BE49-F238E27FC236}">
                    <a16:creationId xmlns:a16="http://schemas.microsoft.com/office/drawing/2014/main" id="{87926615-C206-DA32-EA5F-7FE9D62499DD}"/>
                  </a:ext>
                </a:extLst>
              </p:cNvPr>
              <p:cNvSpPr/>
              <p:nvPr>
                <p:custDataLst>
                  <p:tags r:id="Rc9bb2227d11a4212"/>
                </p:custDataLst>
              </p:nvPr>
            </p:nvSpPr>
            <p:spPr>
              <a:xfrm flipH="1" flipV="1">
                <a:off x="1196" y="2534"/>
                <a:ext cx="4550" cy="1605"/>
              </a:xfrm>
              <a:prstGeom prst="round1Rect">
                <a:avLst>
                  <a:gd name="adj" fmla="val 50000"/>
                </a:avLst>
              </a:prstGeom>
              <a:gradFill>
                <a:gsLst>
                  <a:gs pos="0">
                    <a:srgbClr val="DC2602">
                      <a:alpha val="0"/>
                    </a:srgbClr>
                  </a:gs>
                  <a:gs pos="100000">
                    <a:srgbClr val="FD3A13"/>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a:ea typeface="微软雅黑"/>
                  <a:cs typeface="阿里巴巴普惠体 2.0 55 Regular" panose="00020600040101010101" pitchFamily="18" charset="-122"/>
                  <a:sym typeface="Arial"/>
                </a:endParaRPr>
              </a:p>
            </p:txBody>
          </p:sp>
          <p:sp>
            <p:nvSpPr>
              <p:cNvPr id="30" name="图形">
                <a:extLst>
                  <a:ext uri="{FF2B5EF4-FFF2-40B4-BE49-F238E27FC236}">
                    <a16:creationId xmlns:a16="http://schemas.microsoft.com/office/drawing/2014/main" id="{EFEE5F67-531B-2632-8E2D-AB0E7CD4D2D7}"/>
                  </a:ext>
                </a:extLst>
              </p:cNvPr>
              <p:cNvSpPr/>
              <p:nvPr>
                <p:custDataLst>
                  <p:tags r:id="R1f1bd3571d59461a"/>
                </p:custDataLst>
              </p:nvPr>
            </p:nvSpPr>
            <p:spPr>
              <a:xfrm flipH="1" flipV="1">
                <a:off x="1292" y="2451"/>
                <a:ext cx="4550" cy="1605"/>
              </a:xfrm>
              <a:prstGeom prst="round1Rect">
                <a:avLst>
                  <a:gd name="adj" fmla="val 50000"/>
                </a:avLst>
              </a:prstGeom>
              <a:gradFill>
                <a:gsLst>
                  <a:gs pos="0">
                    <a:srgbClr val="D62730"/>
                  </a:gs>
                  <a:gs pos="100000">
                    <a:srgbClr val="E9381C"/>
                  </a:gs>
                </a:gsLst>
                <a:lin ang="2700000" scaled="0"/>
              </a:gradFill>
              <a:ln w="3863" cap="flat">
                <a:noFill/>
                <a:prstDash val="solid"/>
                <a:miter/>
              </a:ln>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a:ea typeface="微软雅黑"/>
                  <a:cs typeface="阿里巴巴普惠体 2.0 55 Regular" panose="00020600040101010101" pitchFamily="18" charset="-122"/>
                  <a:sym typeface="Arial"/>
                </a:endParaRPr>
              </a:p>
            </p:txBody>
          </p:sp>
          <p:sp>
            <p:nvSpPr>
              <p:cNvPr id="31" name="图形">
                <a:extLst>
                  <a:ext uri="{FF2B5EF4-FFF2-40B4-BE49-F238E27FC236}">
                    <a16:creationId xmlns:a16="http://schemas.microsoft.com/office/drawing/2014/main" id="{3BC2CE73-C882-1743-6022-7A5B44885E09}"/>
                  </a:ext>
                </a:extLst>
              </p:cNvPr>
              <p:cNvSpPr/>
              <p:nvPr>
                <p:custDataLst>
                  <p:tags r:id="R533ca20e27a546a2"/>
                </p:custDataLst>
              </p:nvPr>
            </p:nvSpPr>
            <p:spPr>
              <a:xfrm>
                <a:off x="1643" y="3279"/>
                <a:ext cx="6969" cy="2023"/>
              </a:xfrm>
              <a:prstGeom prst="roundRect">
                <a:avLst>
                  <a:gd name="adj" fmla="val 0"/>
                </a:avLst>
              </a:prstGeom>
              <a:solidFill>
                <a:srgbClr val="FFFFFF"/>
              </a:solidFill>
              <a:ln w="25400" cap="flat" cmpd="sng" algn="ctr">
                <a:gradFill>
                  <a:gsLst>
                    <a:gs pos="0">
                      <a:srgbClr val="DC2602">
                        <a:alpha val="0"/>
                      </a:srgbClr>
                    </a:gs>
                    <a:gs pos="100000">
                      <a:srgbClr val="FD3A13"/>
                    </a:gs>
                  </a:gsLst>
                  <a:lin ang="5400000" scaled="1"/>
                </a:gradFill>
                <a:prstDash val="solid"/>
                <a:miter lim="800000"/>
                <a:headEnd type="none" w="med" len="med"/>
                <a:tailEnd type="none" w="med" len="med"/>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a:ea typeface="微软雅黑"/>
                  <a:cs typeface="阿里巴巴普惠体 2.0 55 Regular" panose="00020600040101010101" pitchFamily="18" charset="-122"/>
                  <a:sym typeface="Arial"/>
                </a:endParaRPr>
              </a:p>
            </p:txBody>
          </p:sp>
          <p:sp>
            <p:nvSpPr>
              <p:cNvPr id="32" name="图形">
                <a:extLst>
                  <a:ext uri="{FF2B5EF4-FFF2-40B4-BE49-F238E27FC236}">
                    <a16:creationId xmlns:a16="http://schemas.microsoft.com/office/drawing/2014/main" id="{80C1CE71-8A5B-D0B9-61CE-EEB204DE7BDA}"/>
                  </a:ext>
                </a:extLst>
              </p:cNvPr>
              <p:cNvSpPr/>
              <p:nvPr>
                <p:custDataLst>
                  <p:tags r:id="Rfaa58ed071fc4e02"/>
                </p:custDataLst>
              </p:nvPr>
            </p:nvSpPr>
            <p:spPr>
              <a:xfrm rot="10800000" flipH="1" flipV="1">
                <a:off x="1292" y="2451"/>
                <a:ext cx="1489" cy="669"/>
              </a:xfrm>
              <a:prstGeom prst="round1Rect">
                <a:avLst>
                  <a:gd name="adj" fmla="val 0"/>
                </a:avLst>
              </a:prstGeom>
              <a:gradFill>
                <a:gsLst>
                  <a:gs pos="22000">
                    <a:srgbClr val="FFCB96">
                      <a:alpha val="71000"/>
                    </a:srgbClr>
                  </a:gs>
                  <a:gs pos="100000">
                    <a:srgbClr val="FD3A13">
                      <a:alpha val="45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r>
                  <a:rPr kumimoji="0" lang="en-US" altLang="zh-CN" sz="1800" b="0" i="0" u="none" strike="noStrike" kern="0" cap="none" spc="0" normalizeH="0" baseline="0" noProof="0">
                    <a:ln>
                      <a:noFill/>
                    </a:ln>
                    <a:solidFill>
                      <a:srgbClr val="FFFFFF"/>
                    </a:solidFill>
                    <a:effectLst/>
                    <a:uLnTx/>
                    <a:uFillTx/>
                    <a:latin typeface="Arial"/>
                    <a:ea typeface="微软雅黑"/>
                    <a:cs typeface="阿里巴巴普惠体 2.0 55 Regular" panose="00020600040101010101" pitchFamily="18" charset="-122"/>
                    <a:sym typeface="Arial"/>
                  </a:rPr>
                  <a:t>TWO &gt;</a:t>
                </a:r>
                <a:endParaRPr kumimoji="0" lang="zh-CN" altLang="en-US" sz="1800" b="0" i="0" u="none" strike="noStrike" kern="0" cap="none" spc="0" normalizeH="0" baseline="0" noProof="0">
                  <a:ln>
                    <a:noFill/>
                  </a:ln>
                  <a:solidFill>
                    <a:srgbClr val="FFFFFF"/>
                  </a:solidFill>
                  <a:effectLst/>
                  <a:uLnTx/>
                  <a:uFillTx/>
                  <a:latin typeface="Arial"/>
                  <a:ea typeface="微软雅黑"/>
                  <a:cs typeface="阿里巴巴普惠体 2.0 55 Regular" panose="00020600040101010101" pitchFamily="18" charset="-122"/>
                  <a:sym typeface="Arial"/>
                </a:endParaRPr>
              </a:p>
            </p:txBody>
          </p:sp>
          <p:sp>
            <p:nvSpPr>
              <p:cNvPr id="33" name="图形">
                <a:extLst>
                  <a:ext uri="{FF2B5EF4-FFF2-40B4-BE49-F238E27FC236}">
                    <a16:creationId xmlns:a16="http://schemas.microsoft.com/office/drawing/2014/main" id="{6C0F3B57-8091-BB35-14B6-2D4133E39CE2}"/>
                  </a:ext>
                </a:extLst>
              </p:cNvPr>
              <p:cNvSpPr txBox="1"/>
              <p:nvPr>
                <p:custDataLst>
                  <p:tags r:id="R24c2bcb7920449aa"/>
                </p:custDataLst>
              </p:nvPr>
            </p:nvSpPr>
            <p:spPr>
              <a:xfrm>
                <a:off x="2226" y="2293"/>
                <a:ext cx="3356" cy="1018"/>
              </a:xfrm>
              <a:prstGeom prst="rect">
                <a:avLst/>
              </a:prstGeom>
              <a:noFill/>
            </p:spPr>
            <p:txBody>
              <a:bodyPr wrap="square">
                <a:spAutoFit/>
              </a:bodyPr>
              <a:lstStyle>
                <a:defPPr>
                  <a:defRPr lang="zh-CN"/>
                </a:defPPr>
                <a:lvl1pPr>
                  <a:lnSpc>
                    <a:spcPct val="150000"/>
                  </a:lnSpc>
                  <a:defRPr sz="2400" b="1">
                    <a:solidFill>
                      <a:schemeClr val="tx1">
                        <a:lumMod val="95000"/>
                        <a:lumOff val="5000"/>
                      </a:schemeClr>
                    </a:solidFill>
                    <a:latin typeface="HarmonyOS Sans SC Medium" panose="00000600000000000000" pitchFamily="2" charset="-122"/>
                    <a:ea typeface="HarmonyOS Sans SC Medium" panose="00000600000000000000" pitchFamily="2" charset="-122"/>
                    <a:cs typeface="+mn-ea"/>
                  </a:defRPr>
                </a:lvl1pPr>
              </a:lstStyle>
              <a:p>
                <a:pPr marL="0" marR="0" lvl="0" indent="0" algn="ctr" defTabSz="914400" eaLnBrk="1" fontAlgn="auto" latinLnBrk="0" hangingPunct="1">
                  <a:lnSpc>
                    <a:spcPct val="150000"/>
                  </a:lnSpc>
                  <a:spcBef>
                    <a:spcPct val="0"/>
                  </a:spcBef>
                  <a:spcAft>
                    <a:spcPct val="0"/>
                  </a:spcAft>
                  <a:buClrTx/>
                  <a:buSzTx/>
                  <a:buFontTx/>
                  <a:buNone/>
                  <a:defRPr/>
                </a:pPr>
                <a:r>
                  <a:rPr kumimoji="0" lang="zh-CN" altLang="en-US" sz="2400" b="1" i="0" u="none" strike="noStrike" kern="0" cap="none" spc="0" normalizeH="0" baseline="0" noProof="0">
                    <a:ln>
                      <a:noFill/>
                    </a:ln>
                    <a:solidFill>
                      <a:srgbClr val="FFFFFF"/>
                    </a:solidFill>
                    <a:effectLst/>
                    <a:uLnTx/>
                    <a:uFillTx/>
                    <a:latin typeface="Arial"/>
                    <a:ea typeface="微软雅黑"/>
                    <a:cs typeface="阿里巴巴普惠体 2.0 55 Regular" panose="00020600040101010101" pitchFamily="18" charset="-122"/>
                    <a:sym typeface="Arial"/>
                  </a:rPr>
                  <a:t>创新实践</a:t>
                </a:r>
                <a:endParaRPr kumimoji="0" lang="en-US" altLang="zh-CN" sz="2400" b="1" i="0" u="none" strike="noStrike" kern="0" cap="none" spc="0" normalizeH="0" baseline="0" noProof="0">
                  <a:ln>
                    <a:noFill/>
                  </a:ln>
                  <a:solidFill>
                    <a:srgbClr val="FFFFFF"/>
                  </a:solidFill>
                  <a:effectLst/>
                  <a:uLnTx/>
                  <a:uFillTx/>
                  <a:latin typeface="Arial"/>
                  <a:ea typeface="微软雅黑"/>
                  <a:cs typeface="阿里巴巴普惠体 2.0 55 Regular" panose="00020600040101010101" pitchFamily="18" charset="-122"/>
                  <a:sym typeface="Arial"/>
                </a:endParaRPr>
              </a:p>
            </p:txBody>
          </p:sp>
          <p:sp>
            <p:nvSpPr>
              <p:cNvPr id="34" name="图形">
                <a:extLst>
                  <a:ext uri="{FF2B5EF4-FFF2-40B4-BE49-F238E27FC236}">
                    <a16:creationId xmlns:a16="http://schemas.microsoft.com/office/drawing/2014/main" id="{98003D55-9D00-AC1E-08BF-C8014F787BDA}"/>
                  </a:ext>
                </a:extLst>
              </p:cNvPr>
              <p:cNvSpPr txBox="1"/>
              <p:nvPr>
                <p:custDataLst>
                  <p:tags r:id="Rb34ddbd1dc0e430a"/>
                </p:custDataLst>
              </p:nvPr>
            </p:nvSpPr>
            <p:spPr>
              <a:xfrm>
                <a:off x="2037" y="3370"/>
                <a:ext cx="6575" cy="1774"/>
              </a:xfrm>
              <a:prstGeom prst="rect">
                <a:avLst/>
              </a:prstGeom>
              <a:noFill/>
            </p:spPr>
            <p:txBody>
              <a:bodyPr wrap="square" rtlCol="0">
                <a:spAutoFit/>
              </a:bodyPr>
              <a:lstStyle>
                <a:defPPr>
                  <a:defRPr lang="zh-CN"/>
                </a:defPPr>
                <a:lvl1pPr>
                  <a:lnSpc>
                    <a:spcPct val="160000"/>
                  </a:lnSpc>
                  <a:defRPr sz="1600">
                    <a:solidFill>
                      <a:schemeClr val="bg1">
                        <a:lumMod val="50000"/>
                      </a:schemeClr>
                    </a:solidFill>
                    <a:effectLst/>
                    <a:latin typeface="HarmonyOS Sans SC Medium" panose="00000600000000000000" pitchFamily="2" charset="-122"/>
                    <a:ea typeface="HarmonyOS Sans SC Medium" panose="00000600000000000000" pitchFamily="2" charset="-122"/>
                  </a:defRPr>
                </a:lvl1pPr>
              </a:lstStyle>
              <a:p>
                <a:pPr marL="0" marR="0" lvl="0" indent="0" defTabSz="914400" eaLnBrk="1" fontAlgn="auto" latinLnBrk="0" hangingPunct="1">
                  <a:lnSpc>
                    <a:spcPct val="160000"/>
                  </a:lnSpc>
                  <a:spcBef>
                    <a:spcPct val="0"/>
                  </a:spcBef>
                  <a:spcAft>
                    <a:spcPct val="0"/>
                  </a:spcAft>
                  <a:buClrTx/>
                  <a:buSzTx/>
                  <a:buFontTx/>
                  <a:buNone/>
                  <a:defRPr/>
                </a:pPr>
                <a:r>
                  <a:rPr kumimoji="0" lang="zh-CN" altLang="en-US" sz="1400" b="0" i="0" u="none" strike="noStrike" kern="0" cap="none" spc="0" normalizeH="0" baseline="0" noProof="0">
                    <a:ln>
                      <a:noFill/>
                    </a:ln>
                    <a:solidFill>
                      <a:srgbClr val="000000">
                        <a:lumMod val="85000"/>
                        <a:lumOff val="15000"/>
                      </a:srgbClr>
                    </a:solidFill>
                    <a:effectLst/>
                    <a:uLnTx/>
                    <a:uFillTx/>
                    <a:latin typeface="Arial"/>
                    <a:ea typeface="微软雅黑"/>
                    <a:cs typeface="阿里巴巴普惠体 2.0 55 Regular" panose="00020600040101010101" pitchFamily="18" charset="-122"/>
                    <a:sym typeface="Arial"/>
                  </a:rPr>
                  <a:t>党的十八大以来，以总书记为核心的党中央把全面依法治国和全面从严治党纳入“四个全面”战略布局。确立法治为治国理政的基本方式</a:t>
                </a:r>
              </a:p>
            </p:txBody>
          </p:sp>
        </p:grpSp>
      </p:grpSp>
      <p:pic>
        <p:nvPicPr>
          <p:cNvPr id="41" name="图片 40">
            <a:extLst>
              <a:ext uri="{FF2B5EF4-FFF2-40B4-BE49-F238E27FC236}">
                <a16:creationId xmlns:a16="http://schemas.microsoft.com/office/drawing/2014/main" id="{F311AFDE-2525-D126-A9B0-59F064E11283}"/>
              </a:ext>
            </a:extLst>
          </p:cNvPr>
          <p:cNvPicPr>
            <a:picLocks noChangeAspect="1"/>
          </p:cNvPicPr>
          <p:nvPr/>
        </p:nvPicPr>
        <p:blipFill>
          <a:blip r:embed="R6d51966bc8864d86">
            <a:extLst>
              <a:ext uri="{28A0092B-C50C-407E-A947-70E740481C1C}">
                <a14:useLocalDpi xmlns:a14="http://schemas.microsoft.com/office/drawing/2010/main"/>
              </a:ext>
            </a:extLst>
          </a:blip>
          <a:stretch>
            <a:fillRect/>
          </a:stretch>
        </p:blipFill>
        <p:spPr>
          <a:xfrm>
            <a:off x="5608002" y="1749924"/>
            <a:ext cx="5810823" cy="3873881"/>
          </a:xfrm>
          <a:prstGeom prst="roundRect">
            <a:avLst>
              <a:gd name="adj" fmla="val 8594"/>
            </a:avLst>
          </a:prstGeom>
          <a:solidFill>
            <a:srgbClr val="FFFFFF">
              <a:shade val="85000"/>
            </a:srgbClr>
          </a:solidFill>
          <a:ln>
            <a:noFill/>
          </a:ln>
          <a:effectLst>
            <a:outerShdw blurRad="63500" algn="ctr" rotWithShape="0">
              <a:prstClr val="black">
                <a:alpha val="40000"/>
              </a:prstClr>
            </a:outerShdw>
            <a:reflection blurRad="12700" stA="38000" endPos="28000" dist="5000" dir="5400000" sy="-100000" algn="bl" rotWithShape="0"/>
          </a:effectLst>
        </p:spPr>
      </p:pic>
    </p:spTree>
    <p:extLst>
      <p:ext uri="{BB962C8B-B14F-4D97-AF65-F5344CB8AC3E}">
        <p14:creationId xmlns:p14="http://schemas.microsoft.com/office/powerpoint/2010/main" val="18865147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par>
                          <p:cTn id="8" fill="hold" nodeType="afterGroup">
                            <p:stCondLst>
                              <p:cond delay="500"/>
                            </p:stCondLst>
                            <p:childTnLst>
                              <p:par>
                                <p:cTn id="9" presetID="16" presetClass="entr" presetSubtype="21"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barn(inVertical)">
                                      <p:cBhvr>
                                        <p:cTn id="11" dur="500"/>
                                        <p:tgtEl>
                                          <p:spTgt spid="25"/>
                                        </p:tgtEl>
                                      </p:cBhvr>
                                    </p:animEffect>
                                  </p:childTnLst>
                                </p:cTn>
                              </p:par>
                            </p:childTnLst>
                          </p:cTn>
                        </p:par>
                      </p:childTnLst>
                    </p:cTn>
                  </p:par>
                  <p:par>
                    <p:cTn id="12" fill="hold" nodeType="clickPar">
                      <p:stCondLst>
                        <p:cond delay="indefinite"/>
                      </p:stCondLst>
                      <p:childTnLst>
                        <p:par>
                          <p:cTn id="13" fill="hold" nodeType="afterGroup">
                            <p:stCondLst>
                              <p:cond delay="0"/>
                            </p:stCondLst>
                            <p:childTnLst>
                              <p:par>
                                <p:cTn id="14" presetID="53" presetClass="entr" presetSubtype="0" fill="hold" nodeType="clickEffect">
                                  <p:stCondLst>
                                    <p:cond delay="0"/>
                                  </p:stCondLst>
                                  <p:childTnLst>
                                    <p:set>
                                      <p:cBhvr>
                                        <p:cTn id="15" dur="1" fill="hold">
                                          <p:stCondLst>
                                            <p:cond delay="0"/>
                                          </p:stCondLst>
                                        </p:cTn>
                                        <p:tgtEl>
                                          <p:spTgt spid="41"/>
                                        </p:tgtEl>
                                        <p:attrNameLst>
                                          <p:attrName>style.visibility</p:attrName>
                                        </p:attrNameLst>
                                      </p:cBhvr>
                                      <p:to>
                                        <p:strVal val="visible"/>
                                      </p:to>
                                    </p:set>
                                    <p:anim calcmode="lin" valueType="num">
                                      <p:cBhvr>
                                        <p:cTn id="16" dur="500" fill="hold"/>
                                        <p:tgtEl>
                                          <p:spTgt spid="41"/>
                                        </p:tgtEl>
                                        <p:attrNameLst>
                                          <p:attrName>ppt_w</p:attrName>
                                        </p:attrNameLst>
                                      </p:cBhvr>
                                      <p:tavLst>
                                        <p:tav tm="0">
                                          <p:val>
                                            <p:fltVal val="0"/>
                                          </p:val>
                                        </p:tav>
                                        <p:tav tm="100000">
                                          <p:val>
                                            <p:strVal val="#ppt_w"/>
                                          </p:val>
                                        </p:tav>
                                      </p:tavLst>
                                    </p:anim>
                                    <p:anim calcmode="lin" valueType="num">
                                      <p:cBhvr>
                                        <p:cTn id="17" dur="500" fill="hold"/>
                                        <p:tgtEl>
                                          <p:spTgt spid="41"/>
                                        </p:tgtEl>
                                        <p:attrNameLst>
                                          <p:attrName>ppt_h</p:attrName>
                                        </p:attrNameLst>
                                      </p:cBhvr>
                                      <p:tavLst>
                                        <p:tav tm="0">
                                          <p:val>
                                            <p:fltVal val="0"/>
                                          </p:val>
                                        </p:tav>
                                        <p:tav tm="100000">
                                          <p:val>
                                            <p:strVal val="#ppt_h"/>
                                          </p:val>
                                        </p:tav>
                                      </p:tavLst>
                                    </p:anim>
                                    <p:animEffect transition="in" filter="fade">
                                      <p:cBhvr>
                                        <p:cTn id="18"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a:extLst>
              <a:ext uri="{FF2B5EF4-FFF2-40B4-BE49-F238E27FC236}">
                <a16:creationId xmlns:a16="http://schemas.microsoft.com/office/drawing/2014/main" id="{AE5378B2-AB55-DACB-B6C0-A50EC5D42914}"/>
              </a:ext>
            </a:extLst>
          </p:cNvPr>
          <p:cNvGrpSpPr/>
          <p:nvPr/>
        </p:nvGrpSpPr>
        <p:grpSpPr>
          <a:xfrm>
            <a:off x="598056" y="509654"/>
            <a:ext cx="5569955" cy="707747"/>
            <a:chOff x="598056" y="509653"/>
            <a:chExt cx="5569954" cy="707747"/>
          </a:xfrm>
        </p:grpSpPr>
        <p:grpSp>
          <p:nvGrpSpPr>
            <p:cNvPr id="8" name="组合 7">
              <a:extLst>
                <a:ext uri="{FF2B5EF4-FFF2-40B4-BE49-F238E27FC236}">
                  <a16:creationId xmlns:a16="http://schemas.microsoft.com/office/drawing/2014/main" id="{79894796-7F25-E876-7D0C-A7B8B83ABF33}"/>
                </a:ext>
              </a:extLst>
            </p:cNvPr>
            <p:cNvGrpSpPr/>
            <p:nvPr/>
          </p:nvGrpSpPr>
          <p:grpSpPr>
            <a:xfrm>
              <a:off x="1343999" y="509653"/>
              <a:ext cx="4824011" cy="707747"/>
              <a:chOff x="1731561" y="2531528"/>
              <a:chExt cx="4824011" cy="707747"/>
            </a:xfrm>
          </p:grpSpPr>
          <p:sp>
            <p:nvSpPr>
              <p:cNvPr id="9" name="文本框 8">
                <a:extLst>
                  <a:ext uri="{FF2B5EF4-FFF2-40B4-BE49-F238E27FC236}">
                    <a16:creationId xmlns:a16="http://schemas.microsoft.com/office/drawing/2014/main" id="{02CDBF9F-D65B-B284-E14F-68DB679F7D5E}"/>
                  </a:ext>
                </a:extLst>
              </p:cNvPr>
              <p:cNvSpPr txBox="1"/>
              <p:nvPr/>
            </p:nvSpPr>
            <p:spPr>
              <a:xfrm>
                <a:off x="1731561" y="2531528"/>
                <a:ext cx="4679992" cy="584775"/>
              </a:xfrm>
              <a:prstGeom prst="rect">
                <a:avLst/>
              </a:prstGeom>
              <a:noFill/>
            </p:spPr>
            <p:txBody>
              <a:bodyPr wrap="square" rtlCol="0">
                <a:spAutoFit/>
              </a:bodyPr>
              <a:lstStyle>
                <a:defPPr>
                  <a:defRPr lang="zh-CN"/>
                </a:defPPr>
                <a:lvl1pPr algn="dist">
                  <a:defRPr sz="3200" b="1">
                    <a:solidFill>
                      <a:srgbClr val="C00000"/>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defRPr>
                </a:lvl1pPr>
              </a:lstStyle>
              <a:p>
                <a:r>
                  <a:rPr lang="zh-CN" altLang="en-US">
                    <a:sym typeface="Arial"/>
                  </a:rPr>
                  <a:t>规范体系的创新实践</a:t>
                </a:r>
              </a:p>
            </p:txBody>
          </p:sp>
          <p:sp>
            <p:nvSpPr>
              <p:cNvPr id="10" name="文本框 9">
                <a:extLst>
                  <a:ext uri="{FF2B5EF4-FFF2-40B4-BE49-F238E27FC236}">
                    <a16:creationId xmlns:a16="http://schemas.microsoft.com/office/drawing/2014/main" id="{0630033E-5E8E-911D-B203-54C87B2E22A2}"/>
                  </a:ext>
                </a:extLst>
              </p:cNvPr>
              <p:cNvSpPr txBox="1"/>
              <p:nvPr/>
            </p:nvSpPr>
            <p:spPr>
              <a:xfrm>
                <a:off x="1779186" y="3008443"/>
                <a:ext cx="4776386" cy="230832"/>
              </a:xfrm>
              <a:prstGeom prst="rect">
                <a:avLst/>
              </a:prstGeom>
              <a:noFill/>
            </p:spPr>
            <p:txBody>
              <a:bodyPr wrap="square" rtlCol="0">
                <a:spAutoFit/>
              </a:bodyPr>
              <a:lstStyle/>
              <a:p>
                <a:pPr algn="dist"/>
                <a:r>
                  <a:rPr lang="en-US" altLang="zh-CN" sz="900">
                    <a:solidFill>
                      <a:srgbClr val="C00000"/>
                    </a:solidFill>
                    <a:latin typeface="Arial"/>
                    <a:ea typeface="微软雅黑"/>
                    <a:cs typeface="阿里巴巴普惠体 2.0 75 SemiBold" panose="00020600040101010101" pitchFamily="18" charset="-122"/>
                    <a:sym typeface="Arial"/>
                  </a:rPr>
                  <a:t>THE ORIGIN OF THE FOUNDING PARTY FESTIVAL</a:t>
                </a:r>
                <a:endParaRPr lang="zh-CN" altLang="en-US" sz="900">
                  <a:solidFill>
                    <a:srgbClr val="C00000"/>
                  </a:solidFill>
                  <a:latin typeface="Arial"/>
                  <a:ea typeface="微软雅黑"/>
                  <a:cs typeface="阿里巴巴普惠体 2.0 75 SemiBold" panose="00020600040101010101" pitchFamily="18" charset="-122"/>
                  <a:sym typeface="Arial"/>
                </a:endParaRPr>
              </a:p>
            </p:txBody>
          </p:sp>
        </p:grpSp>
        <p:grpSp>
          <p:nvGrpSpPr>
            <p:cNvPr id="12" name="组合 11">
              <a:extLst>
                <a:ext uri="{FF2B5EF4-FFF2-40B4-BE49-F238E27FC236}">
                  <a16:creationId xmlns:a16="http://schemas.microsoft.com/office/drawing/2014/main" id="{A244243B-1891-C7F1-3F16-976D00275E3F}"/>
                </a:ext>
              </a:extLst>
            </p:cNvPr>
            <p:cNvGrpSpPr/>
            <p:nvPr/>
          </p:nvGrpSpPr>
          <p:grpSpPr>
            <a:xfrm>
              <a:off x="598056" y="518699"/>
              <a:ext cx="731636" cy="689655"/>
              <a:chOff x="598056" y="533585"/>
              <a:chExt cx="731636" cy="689655"/>
            </a:xfrm>
          </p:grpSpPr>
          <p:sp>
            <p:nvSpPr>
              <p:cNvPr id="6" name="椭圆 5">
                <a:extLst>
                  <a:ext uri="{FF2B5EF4-FFF2-40B4-BE49-F238E27FC236}">
                    <a16:creationId xmlns:a16="http://schemas.microsoft.com/office/drawing/2014/main" id="{5B1126D8-56F8-7771-EC8F-13EBD897F50C}"/>
                  </a:ext>
                </a:extLst>
              </p:cNvPr>
              <p:cNvSpPr/>
              <p:nvPr/>
            </p:nvSpPr>
            <p:spPr>
              <a:xfrm>
                <a:off x="619047" y="533585"/>
                <a:ext cx="689655" cy="68965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11" name="文本框 10">
                <a:extLst>
                  <a:ext uri="{FF2B5EF4-FFF2-40B4-BE49-F238E27FC236}">
                    <a16:creationId xmlns:a16="http://schemas.microsoft.com/office/drawing/2014/main" id="{6475268E-D9A1-2141-25F2-2EC168C02C39}"/>
                  </a:ext>
                </a:extLst>
              </p:cNvPr>
              <p:cNvSpPr txBox="1"/>
              <p:nvPr/>
            </p:nvSpPr>
            <p:spPr>
              <a:xfrm>
                <a:off x="598056" y="586025"/>
                <a:ext cx="731636" cy="584775"/>
              </a:xfrm>
              <a:prstGeom prst="rect">
                <a:avLst/>
              </a:prstGeom>
              <a:noFill/>
            </p:spPr>
            <p:txBody>
              <a:bodyPr wrap="square" rtlCol="0">
                <a:spAutoFit/>
              </a:bodyPr>
              <a:lstStyle/>
              <a:p>
                <a:pPr algn="ctr"/>
                <a:r>
                  <a:rPr lang="en-US" altLang="zh-CN" sz="3200">
                    <a:solidFill>
                      <a:srgbClr val="FFE9A8"/>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04</a:t>
                </a:r>
                <a:endParaRPr lang="zh-CN" altLang="en-US" sz="3200">
                  <a:solidFill>
                    <a:srgbClr val="FFE9A8"/>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endParaRPr>
              </a:p>
            </p:txBody>
          </p:sp>
        </p:grpSp>
      </p:grpSp>
      <p:grpSp>
        <p:nvGrpSpPr>
          <p:cNvPr id="2" name="组合 1">
            <a:extLst>
              <a:ext uri="{FF2B5EF4-FFF2-40B4-BE49-F238E27FC236}">
                <a16:creationId xmlns:a16="http://schemas.microsoft.com/office/drawing/2014/main" id="{5799E3F2-BB8B-90F3-BC70-D45A5809E5F0}"/>
              </a:ext>
            </a:extLst>
          </p:cNvPr>
          <p:cNvGrpSpPr/>
          <p:nvPr/>
        </p:nvGrpSpPr>
        <p:grpSpPr>
          <a:xfrm>
            <a:off x="1047131" y="2020781"/>
            <a:ext cx="10250232" cy="1480453"/>
            <a:chOff x="2498558" y="1704931"/>
            <a:chExt cx="7208782" cy="1480453"/>
          </a:xfrm>
        </p:grpSpPr>
        <p:sp>
          <p:nvSpPr>
            <p:cNvPr id="3" name="矩形: 圆角 2">
              <a:extLst>
                <a:ext uri="{FF2B5EF4-FFF2-40B4-BE49-F238E27FC236}">
                  <a16:creationId xmlns:a16="http://schemas.microsoft.com/office/drawing/2014/main" id="{2E40B438-AE44-E5D5-E5CD-E2A36A2535FB}"/>
                </a:ext>
              </a:extLst>
            </p:cNvPr>
            <p:cNvSpPr/>
            <p:nvPr/>
          </p:nvSpPr>
          <p:spPr>
            <a:xfrm>
              <a:off x="2498558" y="1704931"/>
              <a:ext cx="7194884" cy="1480453"/>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cs typeface="阿里巴巴普惠体 2.0 55 Regular" panose="00020600040101010101" pitchFamily="18" charset="-122"/>
                <a:sym typeface="Arial"/>
              </a:endParaRPr>
            </a:p>
          </p:txBody>
        </p:sp>
        <p:pic>
          <p:nvPicPr>
            <p:cNvPr id="4" name="图片 3">
              <a:extLst>
                <a:ext uri="{FF2B5EF4-FFF2-40B4-BE49-F238E27FC236}">
                  <a16:creationId xmlns:a16="http://schemas.microsoft.com/office/drawing/2014/main" id="{A61BDF33-DD75-BF0F-621B-B518BDD4F111}"/>
                </a:ext>
              </a:extLst>
            </p:cNvPr>
            <p:cNvPicPr>
              <a:picLocks noChangeAspect="1"/>
            </p:cNvPicPr>
            <p:nvPr/>
          </p:nvPicPr>
          <p:blipFill>
            <a:blip r:embed="Ra5a25aeb22d84ce2">
              <a:extLst>
                <a:ext uri="{28A0092B-C50C-407E-A947-70E740481C1C}">
                  <a14:useLocalDpi xmlns:a14="http://schemas.microsoft.com/office/drawing/2010/main"/>
                </a:ext>
              </a:extLst>
            </a:blip>
            <a:stretch>
              <a:fillRect/>
            </a:stretch>
          </p:blipFill>
          <p:spPr>
            <a:xfrm>
              <a:off x="2739809" y="2090578"/>
              <a:ext cx="530530" cy="709158"/>
            </a:xfrm>
            <a:prstGeom prst="rect">
              <a:avLst/>
            </a:prstGeom>
            <a:effectLst>
              <a:outerShdw blurRad="63500" sx="101000" sy="101000" algn="ctr" rotWithShape="0">
                <a:prstClr val="black">
                  <a:alpha val="40000"/>
                </a:prstClr>
              </a:outerShdw>
            </a:effectLst>
          </p:spPr>
        </p:pic>
        <p:grpSp>
          <p:nvGrpSpPr>
            <p:cNvPr id="5" name="组合 4">
              <a:extLst>
                <a:ext uri="{FF2B5EF4-FFF2-40B4-BE49-F238E27FC236}">
                  <a16:creationId xmlns:a16="http://schemas.microsoft.com/office/drawing/2014/main" id="{212D8944-AFF4-7F7F-3593-8CD8C733EAB2}"/>
                </a:ext>
              </a:extLst>
            </p:cNvPr>
            <p:cNvGrpSpPr/>
            <p:nvPr/>
          </p:nvGrpSpPr>
          <p:grpSpPr>
            <a:xfrm>
              <a:off x="3380253" y="1791156"/>
              <a:ext cx="6327087" cy="1317974"/>
              <a:chOff x="805029" y="3090966"/>
              <a:chExt cx="6327087" cy="1317974"/>
            </a:xfrm>
          </p:grpSpPr>
          <p:sp>
            <p:nvSpPr>
              <p:cNvPr id="7" name="文本框 6">
                <a:extLst>
                  <a:ext uri="{FF2B5EF4-FFF2-40B4-BE49-F238E27FC236}">
                    <a16:creationId xmlns:a16="http://schemas.microsoft.com/office/drawing/2014/main" id="{C84616CE-EF64-98AB-B61A-BECAE935340C}"/>
                  </a:ext>
                </a:extLst>
              </p:cNvPr>
              <p:cNvSpPr txBox="1"/>
              <p:nvPr/>
            </p:nvSpPr>
            <p:spPr>
              <a:xfrm>
                <a:off x="805029" y="3090966"/>
                <a:ext cx="1713900" cy="646331"/>
              </a:xfrm>
              <a:prstGeom prst="rect">
                <a:avLst/>
              </a:prstGeom>
              <a:noFill/>
            </p:spPr>
            <p:txBody>
              <a:bodyPr wrap="square" rtlCol="0">
                <a:spAutoFit/>
              </a:bodyPr>
              <a:lstStyle/>
              <a:p>
                <a:pPr marL="0" marR="0" lvl="0" indent="0" defTabSz="914400" eaLnBrk="1" fontAlgn="auto" latinLnBrk="0" hangingPunct="1">
                  <a:lnSpc>
                    <a:spcPct val="150000"/>
                  </a:lnSpc>
                  <a:spcBef>
                    <a:spcPct val="0"/>
                  </a:spcBef>
                  <a:spcAft>
                    <a:spcPct val="0"/>
                  </a:spcAft>
                  <a:buClrTx/>
                  <a:buSzTx/>
                  <a:buFontTx/>
                  <a:buNone/>
                  <a:defRPr/>
                </a:pPr>
                <a:r>
                  <a:rPr kumimoji="0" lang="zh-CN" altLang="en-US" sz="2400" b="1" i="0" u="none" strike="noStrike" kern="0" cap="none" spc="0" normalizeH="0" baseline="0" noProof="0">
                    <a:ln>
                      <a:noFill/>
                    </a:ln>
                    <a:solidFill>
                      <a:srgbClr val="FFFFFF"/>
                    </a:solidFill>
                    <a:effectLst/>
                    <a:uLnTx/>
                    <a:uFillTx/>
                    <a:latin typeface="Arial"/>
                    <a:ea typeface="微软雅黑"/>
                    <a:cs typeface="阿里巴巴普惠体 2.0 75 SemiBold" panose="00020600040101010101" pitchFamily="18" charset="-122"/>
                    <a:sym typeface="Arial"/>
                  </a:rPr>
                  <a:t>创新实践</a:t>
                </a:r>
                <a:endParaRPr kumimoji="0" lang="en-US" altLang="zh-CN" sz="2400" b="1" i="0" u="none" strike="noStrike" kern="0" cap="none" spc="0" normalizeH="0" baseline="0" noProof="0">
                  <a:ln>
                    <a:noFill/>
                  </a:ln>
                  <a:solidFill>
                    <a:srgbClr val="FFFFFF"/>
                  </a:solidFill>
                  <a:effectLst/>
                  <a:uLnTx/>
                  <a:uFillTx/>
                  <a:latin typeface="Arial"/>
                  <a:ea typeface="微软雅黑"/>
                  <a:cs typeface="阿里巴巴普惠体 2.0 75 SemiBold" panose="00020600040101010101" pitchFamily="18" charset="-122"/>
                  <a:sym typeface="Arial"/>
                </a:endParaRPr>
              </a:p>
            </p:txBody>
          </p:sp>
          <p:sp>
            <p:nvSpPr>
              <p:cNvPr id="14" name="文本框 13">
                <a:extLst>
                  <a:ext uri="{FF2B5EF4-FFF2-40B4-BE49-F238E27FC236}">
                    <a16:creationId xmlns:a16="http://schemas.microsoft.com/office/drawing/2014/main" id="{A00A3940-B300-CB87-B441-350BE887F16C}"/>
                  </a:ext>
                </a:extLst>
              </p:cNvPr>
              <p:cNvSpPr txBox="1"/>
              <p:nvPr/>
            </p:nvSpPr>
            <p:spPr>
              <a:xfrm>
                <a:off x="890198" y="3670276"/>
                <a:ext cx="6241918" cy="738664"/>
              </a:xfrm>
              <a:prstGeom prst="rect">
                <a:avLst/>
              </a:prstGeom>
              <a:noFill/>
            </p:spPr>
            <p:txBody>
              <a:bodyPr wrap="square">
                <a:spAutoFit/>
              </a:bodyPr>
              <a:lstStyle/>
              <a:p>
                <a:r>
                  <a:rPr lang="zh-CN" altLang="en-US" sz="1400" spc="400">
                    <a:solidFill>
                      <a:schemeClr val="bg1"/>
                    </a:solidFill>
                    <a:latin typeface="Arial"/>
                    <a:ea typeface="微软雅黑"/>
                    <a:cs typeface="阿里巴巴普惠体 2.0 55 Regular" panose="00020600040101010101" pitchFamily="18" charset="-122"/>
                    <a:sym typeface="Arial"/>
                  </a:rPr>
                  <a:t>实现全面依法治国和全面从严治党相结合、依法治国和依规治党相统一，构建起规、纪、法贯通的中国特色社会主义法治体系。一方面，对全面依法治国作出一系列重大决策部署，统筹推进法律规范体系</a:t>
                </a:r>
              </a:p>
            </p:txBody>
          </p:sp>
        </p:grpSp>
      </p:grpSp>
      <p:grpSp>
        <p:nvGrpSpPr>
          <p:cNvPr id="15" name="组合 14">
            <a:extLst>
              <a:ext uri="{FF2B5EF4-FFF2-40B4-BE49-F238E27FC236}">
                <a16:creationId xmlns:a16="http://schemas.microsoft.com/office/drawing/2014/main" id="{96E61EE0-8979-08AD-D388-594934F832B8}"/>
              </a:ext>
            </a:extLst>
          </p:cNvPr>
          <p:cNvGrpSpPr/>
          <p:nvPr/>
        </p:nvGrpSpPr>
        <p:grpSpPr>
          <a:xfrm>
            <a:off x="928266" y="4213016"/>
            <a:ext cx="10335471" cy="1480453"/>
            <a:chOff x="2522372" y="3672617"/>
            <a:chExt cx="10335471" cy="1480453"/>
          </a:xfrm>
        </p:grpSpPr>
        <p:sp>
          <p:nvSpPr>
            <p:cNvPr id="16" name="矩形: 圆角 15">
              <a:extLst>
                <a:ext uri="{FF2B5EF4-FFF2-40B4-BE49-F238E27FC236}">
                  <a16:creationId xmlns:a16="http://schemas.microsoft.com/office/drawing/2014/main" id="{8FA827B7-6CA2-25BF-690E-D4C3C94F7362}"/>
                </a:ext>
              </a:extLst>
            </p:cNvPr>
            <p:cNvSpPr/>
            <p:nvPr/>
          </p:nvSpPr>
          <p:spPr>
            <a:xfrm>
              <a:off x="2522372" y="3672617"/>
              <a:ext cx="10206656" cy="1480453"/>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cs typeface="阿里巴巴普惠体 2.0 55 Regular" panose="00020600040101010101" pitchFamily="18" charset="-122"/>
                <a:sym typeface="Arial"/>
              </a:endParaRPr>
            </a:p>
          </p:txBody>
        </p:sp>
        <p:grpSp>
          <p:nvGrpSpPr>
            <p:cNvPr id="17" name="组合 16">
              <a:extLst>
                <a:ext uri="{FF2B5EF4-FFF2-40B4-BE49-F238E27FC236}">
                  <a16:creationId xmlns:a16="http://schemas.microsoft.com/office/drawing/2014/main" id="{9490FD2D-407A-1570-49B1-386C4505F574}"/>
                </a:ext>
              </a:extLst>
            </p:cNvPr>
            <p:cNvGrpSpPr/>
            <p:nvPr/>
          </p:nvGrpSpPr>
          <p:grpSpPr>
            <a:xfrm>
              <a:off x="3736883" y="3802408"/>
              <a:ext cx="9120960" cy="1086325"/>
              <a:chOff x="1161658" y="3134532"/>
              <a:chExt cx="9120960" cy="1086325"/>
            </a:xfrm>
          </p:grpSpPr>
          <p:sp>
            <p:nvSpPr>
              <p:cNvPr id="19" name="文本框 18">
                <a:extLst>
                  <a:ext uri="{FF2B5EF4-FFF2-40B4-BE49-F238E27FC236}">
                    <a16:creationId xmlns:a16="http://schemas.microsoft.com/office/drawing/2014/main" id="{8D5DF1B1-50B5-4121-4B44-0B9DAFFFC5D0}"/>
                  </a:ext>
                </a:extLst>
              </p:cNvPr>
              <p:cNvSpPr txBox="1"/>
              <p:nvPr/>
            </p:nvSpPr>
            <p:spPr>
              <a:xfrm>
                <a:off x="1161658" y="3134532"/>
                <a:ext cx="1713900" cy="646331"/>
              </a:xfrm>
              <a:prstGeom prst="rect">
                <a:avLst/>
              </a:prstGeom>
              <a:noFill/>
            </p:spPr>
            <p:txBody>
              <a:bodyPr wrap="square" rtlCol="0">
                <a:spAutoFit/>
              </a:bodyPr>
              <a:lstStyle/>
              <a:p>
                <a:pPr marL="0" marR="0" lvl="0" indent="0" defTabSz="914400" eaLnBrk="1" fontAlgn="auto" latinLnBrk="0" hangingPunct="1">
                  <a:lnSpc>
                    <a:spcPct val="150000"/>
                  </a:lnSpc>
                  <a:spcBef>
                    <a:spcPct val="0"/>
                  </a:spcBef>
                  <a:spcAft>
                    <a:spcPct val="0"/>
                  </a:spcAft>
                  <a:buClrTx/>
                  <a:buSzTx/>
                  <a:buFontTx/>
                  <a:buNone/>
                  <a:defRPr/>
                </a:pPr>
                <a:r>
                  <a:rPr kumimoji="0" lang="zh-CN" altLang="en-US" sz="2400" b="1" i="0" u="none" strike="noStrike" kern="0" cap="none" spc="0" normalizeH="0" baseline="0" noProof="0">
                    <a:ln>
                      <a:noFill/>
                    </a:ln>
                    <a:solidFill>
                      <a:srgbClr val="FFFFFF"/>
                    </a:solidFill>
                    <a:effectLst/>
                    <a:uLnTx/>
                    <a:uFillTx/>
                    <a:latin typeface="Arial"/>
                    <a:ea typeface="微软雅黑"/>
                    <a:cs typeface="阿里巴巴普惠体 2.0 75 SemiBold" panose="00020600040101010101" pitchFamily="18" charset="-122"/>
                    <a:sym typeface="Arial"/>
                  </a:rPr>
                  <a:t>创新实践</a:t>
                </a:r>
                <a:endParaRPr kumimoji="0" lang="en-US" altLang="zh-CN" sz="2400" b="1" i="0" u="none" strike="noStrike" kern="0" cap="none" spc="0" normalizeH="0" baseline="0" noProof="0">
                  <a:ln>
                    <a:noFill/>
                  </a:ln>
                  <a:solidFill>
                    <a:srgbClr val="FFFFFF"/>
                  </a:solidFill>
                  <a:effectLst/>
                  <a:uLnTx/>
                  <a:uFillTx/>
                  <a:latin typeface="Arial"/>
                  <a:ea typeface="微软雅黑"/>
                  <a:cs typeface="阿里巴巴普惠体 2.0 75 SemiBold" panose="00020600040101010101" pitchFamily="18" charset="-122"/>
                  <a:sym typeface="Arial"/>
                </a:endParaRPr>
              </a:p>
            </p:txBody>
          </p:sp>
          <p:sp>
            <p:nvSpPr>
              <p:cNvPr id="20" name="文本框 19">
                <a:extLst>
                  <a:ext uri="{FF2B5EF4-FFF2-40B4-BE49-F238E27FC236}">
                    <a16:creationId xmlns:a16="http://schemas.microsoft.com/office/drawing/2014/main" id="{40B4D9FB-8BE8-A055-1602-D716ABC2E75B}"/>
                  </a:ext>
                </a:extLst>
              </p:cNvPr>
              <p:cNvSpPr txBox="1"/>
              <p:nvPr/>
            </p:nvSpPr>
            <p:spPr>
              <a:xfrm>
                <a:off x="1161658" y="3697637"/>
                <a:ext cx="9120960" cy="523220"/>
              </a:xfrm>
              <a:prstGeom prst="rect">
                <a:avLst/>
              </a:prstGeom>
              <a:noFill/>
            </p:spPr>
            <p:txBody>
              <a:bodyPr wrap="square">
                <a:spAutoFit/>
              </a:bodyPr>
              <a:lstStyle/>
              <a:p>
                <a:r>
                  <a:rPr lang="zh-CN" altLang="en-US" sz="1400" spc="400">
                    <a:solidFill>
                      <a:schemeClr val="bg1"/>
                    </a:solidFill>
                    <a:latin typeface="Arial"/>
                    <a:ea typeface="微软雅黑"/>
                    <a:cs typeface="阿里巴巴普惠体 2.0 55 Regular" panose="00020600040101010101" pitchFamily="18" charset="-122"/>
                    <a:sym typeface="Arial"/>
                  </a:rPr>
                  <a:t>法治实施体系、法治监督体系、法治保障体系和党内法规体系建设，推动中国特色社会主义法治体系建设取得历史性成就。另一方面，坚持制度治党、依规治党</a:t>
                </a:r>
              </a:p>
            </p:txBody>
          </p:sp>
        </p:grpSp>
        <p:pic>
          <p:nvPicPr>
            <p:cNvPr id="18" name="图片 17">
              <a:extLst>
                <a:ext uri="{FF2B5EF4-FFF2-40B4-BE49-F238E27FC236}">
                  <a16:creationId xmlns:a16="http://schemas.microsoft.com/office/drawing/2014/main" id="{05D5CF92-43A6-D9F9-E67E-5309FFAE422F}"/>
                </a:ext>
              </a:extLst>
            </p:cNvPr>
            <p:cNvPicPr>
              <a:picLocks noChangeAspect="1"/>
            </p:cNvPicPr>
            <p:nvPr/>
          </p:nvPicPr>
          <p:blipFill>
            <a:blip r:embed="Raa2ca5d6d5284602">
              <a:extLst>
                <a:ext uri="{28A0092B-C50C-407E-A947-70E740481C1C}">
                  <a14:useLocalDpi xmlns:a14="http://schemas.microsoft.com/office/drawing/2010/main"/>
                </a:ext>
              </a:extLst>
            </a:blip>
            <a:stretch>
              <a:fillRect/>
            </a:stretch>
          </p:blipFill>
          <p:spPr>
            <a:xfrm>
              <a:off x="2739809" y="4058264"/>
              <a:ext cx="711716" cy="709158"/>
            </a:xfrm>
            <a:prstGeom prst="rect">
              <a:avLst/>
            </a:prstGeom>
            <a:effectLst>
              <a:outerShdw blurRad="63500" sx="101000" sy="101000" algn="ctr" rotWithShape="0">
                <a:prstClr val="black">
                  <a:alpha val="40000"/>
                </a:prstClr>
              </a:outerShdw>
            </a:effectLst>
          </p:spPr>
        </p:pic>
      </p:grpSp>
    </p:spTree>
    <p:extLst>
      <p:ext uri="{BB962C8B-B14F-4D97-AF65-F5344CB8AC3E}">
        <p14:creationId xmlns:p14="http://schemas.microsoft.com/office/powerpoint/2010/main" val="426803688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2" presetClass="entr" presetSubtype="2"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 calcmode="lin" valueType="num">
                                      <p:cBhvr additive="base">
                                        <p:cTn id="12" dur="500" fill="hold"/>
                                        <p:tgtEl>
                                          <p:spTgt spid="15"/>
                                        </p:tgtEl>
                                        <p:attrNameLst>
                                          <p:attrName>ppt_x</p:attrName>
                                        </p:attrNameLst>
                                      </p:cBhvr>
                                      <p:tavLst>
                                        <p:tav tm="0">
                                          <p:val>
                                            <p:strVal val="1+#ppt_w/2"/>
                                          </p:val>
                                        </p:tav>
                                        <p:tav tm="100000">
                                          <p:val>
                                            <p:strVal val="#ppt_x"/>
                                          </p:val>
                                        </p:tav>
                                      </p:tavLst>
                                    </p:anim>
                                    <p:anim calcmode="lin" valueType="num">
                                      <p:cBhvr additive="base">
                                        <p:cTn id="13" dur="500" fill="hold"/>
                                        <p:tgtEl>
                                          <p:spTgt spid="15"/>
                                        </p:tgtEl>
                                        <p:attrNameLst>
                                          <p:attrName>ppt_y</p:attrName>
                                        </p:attrNameLst>
                                      </p:cBhvr>
                                      <p:tavLst>
                                        <p:tav tm="0">
                                          <p:val>
                                            <p:strVal val="#ppt_y"/>
                                          </p:val>
                                        </p:tav>
                                        <p:tav tm="100000">
                                          <p:val>
                                            <p:strVal val="#ppt_y"/>
                                          </p:val>
                                        </p:tav>
                                      </p:tavLst>
                                    </p:anim>
                                  </p:childTnLst>
                                </p:cTn>
                              </p:par>
                              <p:par>
                                <p:cTn id="14" presetID="2" presetClass="entr" presetSubtype="8" fill="hold" nodeType="with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additive="base">
                                        <p:cTn id="16" dur="500" fill="hold"/>
                                        <p:tgtEl>
                                          <p:spTgt spid="2"/>
                                        </p:tgtEl>
                                        <p:attrNameLst>
                                          <p:attrName>ppt_x</p:attrName>
                                        </p:attrNameLst>
                                      </p:cBhvr>
                                      <p:tavLst>
                                        <p:tav tm="0">
                                          <p:val>
                                            <p:strVal val="0-#ppt_w/2"/>
                                          </p:val>
                                        </p:tav>
                                        <p:tav tm="100000">
                                          <p:val>
                                            <p:strVal val="#ppt_x"/>
                                          </p:val>
                                        </p:tav>
                                      </p:tavLst>
                                    </p:anim>
                                    <p:anim calcmode="lin" valueType="num">
                                      <p:cBhvr additive="base">
                                        <p:cTn id="17"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a:extLst>
              <a:ext uri="{FF2B5EF4-FFF2-40B4-BE49-F238E27FC236}">
                <a16:creationId xmlns:a16="http://schemas.microsoft.com/office/drawing/2014/main" id="{AE5378B2-AB55-DACB-B6C0-A50EC5D42914}"/>
              </a:ext>
            </a:extLst>
          </p:cNvPr>
          <p:cNvGrpSpPr/>
          <p:nvPr/>
        </p:nvGrpSpPr>
        <p:grpSpPr>
          <a:xfrm>
            <a:off x="598056" y="509654"/>
            <a:ext cx="5569955" cy="707747"/>
            <a:chOff x="598056" y="509653"/>
            <a:chExt cx="5569954" cy="707747"/>
          </a:xfrm>
        </p:grpSpPr>
        <p:grpSp>
          <p:nvGrpSpPr>
            <p:cNvPr id="8" name="组合 7">
              <a:extLst>
                <a:ext uri="{FF2B5EF4-FFF2-40B4-BE49-F238E27FC236}">
                  <a16:creationId xmlns:a16="http://schemas.microsoft.com/office/drawing/2014/main" id="{79894796-7F25-E876-7D0C-A7B8B83ABF33}"/>
                </a:ext>
              </a:extLst>
            </p:cNvPr>
            <p:cNvGrpSpPr/>
            <p:nvPr/>
          </p:nvGrpSpPr>
          <p:grpSpPr>
            <a:xfrm>
              <a:off x="1343999" y="509653"/>
              <a:ext cx="4824011" cy="707747"/>
              <a:chOff x="1731561" y="2531528"/>
              <a:chExt cx="4824011" cy="707747"/>
            </a:xfrm>
          </p:grpSpPr>
          <p:sp>
            <p:nvSpPr>
              <p:cNvPr id="9" name="文本框 8">
                <a:extLst>
                  <a:ext uri="{FF2B5EF4-FFF2-40B4-BE49-F238E27FC236}">
                    <a16:creationId xmlns:a16="http://schemas.microsoft.com/office/drawing/2014/main" id="{02CDBF9F-D65B-B284-E14F-68DB679F7D5E}"/>
                  </a:ext>
                </a:extLst>
              </p:cNvPr>
              <p:cNvSpPr txBox="1"/>
              <p:nvPr/>
            </p:nvSpPr>
            <p:spPr>
              <a:xfrm>
                <a:off x="1731561" y="2531528"/>
                <a:ext cx="4679992" cy="584775"/>
              </a:xfrm>
              <a:prstGeom prst="rect">
                <a:avLst/>
              </a:prstGeom>
              <a:noFill/>
            </p:spPr>
            <p:txBody>
              <a:bodyPr wrap="square" rtlCol="0">
                <a:spAutoFit/>
              </a:bodyPr>
              <a:lstStyle>
                <a:defPPr>
                  <a:defRPr lang="zh-CN"/>
                </a:defPPr>
                <a:lvl1pPr algn="dist">
                  <a:defRPr sz="3200" b="1">
                    <a:solidFill>
                      <a:srgbClr val="C00000"/>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defRPr>
                </a:lvl1pPr>
              </a:lstStyle>
              <a:p>
                <a:r>
                  <a:rPr lang="zh-CN" altLang="en-US">
                    <a:sym typeface="Arial"/>
                  </a:rPr>
                  <a:t>规范体系的创新实践</a:t>
                </a:r>
              </a:p>
            </p:txBody>
          </p:sp>
          <p:sp>
            <p:nvSpPr>
              <p:cNvPr id="10" name="文本框 9">
                <a:extLst>
                  <a:ext uri="{FF2B5EF4-FFF2-40B4-BE49-F238E27FC236}">
                    <a16:creationId xmlns:a16="http://schemas.microsoft.com/office/drawing/2014/main" id="{0630033E-5E8E-911D-B203-54C87B2E22A2}"/>
                  </a:ext>
                </a:extLst>
              </p:cNvPr>
              <p:cNvSpPr txBox="1"/>
              <p:nvPr/>
            </p:nvSpPr>
            <p:spPr>
              <a:xfrm>
                <a:off x="1779186" y="3008443"/>
                <a:ext cx="4776386" cy="230832"/>
              </a:xfrm>
              <a:prstGeom prst="rect">
                <a:avLst/>
              </a:prstGeom>
              <a:noFill/>
            </p:spPr>
            <p:txBody>
              <a:bodyPr wrap="square" rtlCol="0">
                <a:spAutoFit/>
              </a:bodyPr>
              <a:lstStyle/>
              <a:p>
                <a:pPr algn="dist"/>
                <a:r>
                  <a:rPr lang="en-US" altLang="zh-CN" sz="900">
                    <a:solidFill>
                      <a:srgbClr val="C00000"/>
                    </a:solidFill>
                    <a:latin typeface="Arial"/>
                    <a:ea typeface="微软雅黑"/>
                    <a:cs typeface="阿里巴巴普惠体 2.0 75 SemiBold" panose="00020600040101010101" pitchFamily="18" charset="-122"/>
                    <a:sym typeface="Arial"/>
                  </a:rPr>
                  <a:t>THE ORIGIN OF THE FOUNDING PARTY FESTIVAL</a:t>
                </a:r>
                <a:endParaRPr lang="zh-CN" altLang="en-US" sz="900">
                  <a:solidFill>
                    <a:srgbClr val="C00000"/>
                  </a:solidFill>
                  <a:latin typeface="Arial"/>
                  <a:ea typeface="微软雅黑"/>
                  <a:cs typeface="阿里巴巴普惠体 2.0 75 SemiBold" panose="00020600040101010101" pitchFamily="18" charset="-122"/>
                  <a:sym typeface="Arial"/>
                </a:endParaRPr>
              </a:p>
            </p:txBody>
          </p:sp>
        </p:grpSp>
        <p:grpSp>
          <p:nvGrpSpPr>
            <p:cNvPr id="12" name="组合 11">
              <a:extLst>
                <a:ext uri="{FF2B5EF4-FFF2-40B4-BE49-F238E27FC236}">
                  <a16:creationId xmlns:a16="http://schemas.microsoft.com/office/drawing/2014/main" id="{A244243B-1891-C7F1-3F16-976D00275E3F}"/>
                </a:ext>
              </a:extLst>
            </p:cNvPr>
            <p:cNvGrpSpPr/>
            <p:nvPr/>
          </p:nvGrpSpPr>
          <p:grpSpPr>
            <a:xfrm>
              <a:off x="598056" y="518699"/>
              <a:ext cx="731636" cy="689655"/>
              <a:chOff x="598056" y="533585"/>
              <a:chExt cx="731636" cy="689655"/>
            </a:xfrm>
          </p:grpSpPr>
          <p:sp>
            <p:nvSpPr>
              <p:cNvPr id="6" name="椭圆 5">
                <a:extLst>
                  <a:ext uri="{FF2B5EF4-FFF2-40B4-BE49-F238E27FC236}">
                    <a16:creationId xmlns:a16="http://schemas.microsoft.com/office/drawing/2014/main" id="{5B1126D8-56F8-7771-EC8F-13EBD897F50C}"/>
                  </a:ext>
                </a:extLst>
              </p:cNvPr>
              <p:cNvSpPr/>
              <p:nvPr/>
            </p:nvSpPr>
            <p:spPr>
              <a:xfrm>
                <a:off x="619047" y="533585"/>
                <a:ext cx="689655" cy="68965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a:ea typeface="微软雅黑"/>
                  <a:sym typeface="Arial"/>
                </a:endParaRPr>
              </a:p>
            </p:txBody>
          </p:sp>
          <p:sp>
            <p:nvSpPr>
              <p:cNvPr id="11" name="文本框 10">
                <a:extLst>
                  <a:ext uri="{FF2B5EF4-FFF2-40B4-BE49-F238E27FC236}">
                    <a16:creationId xmlns:a16="http://schemas.microsoft.com/office/drawing/2014/main" id="{6475268E-D9A1-2141-25F2-2EC168C02C39}"/>
                  </a:ext>
                </a:extLst>
              </p:cNvPr>
              <p:cNvSpPr txBox="1"/>
              <p:nvPr/>
            </p:nvSpPr>
            <p:spPr>
              <a:xfrm>
                <a:off x="598056" y="586025"/>
                <a:ext cx="731636" cy="584775"/>
              </a:xfrm>
              <a:prstGeom prst="rect">
                <a:avLst/>
              </a:prstGeom>
              <a:noFill/>
            </p:spPr>
            <p:txBody>
              <a:bodyPr wrap="square" rtlCol="0">
                <a:spAutoFit/>
              </a:bodyPr>
              <a:lstStyle/>
              <a:p>
                <a:pPr algn="ctr"/>
                <a:r>
                  <a:rPr lang="en-US" altLang="zh-CN" sz="3200">
                    <a:solidFill>
                      <a:srgbClr val="FFE9A8"/>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rPr>
                  <a:t>04</a:t>
                </a:r>
                <a:endParaRPr lang="zh-CN" altLang="en-US" sz="3200">
                  <a:solidFill>
                    <a:srgbClr val="FFE9A8"/>
                  </a:solidFill>
                  <a:effectLst>
                    <a:outerShdw blurRad="38100" dist="38100" dir="2700000" algn="tl">
                      <a:srgbClr val="000000">
                        <a:alpha val="43137"/>
                      </a:srgbClr>
                    </a:outerShdw>
                  </a:effectLst>
                  <a:latin typeface="Arial"/>
                  <a:ea typeface="微软雅黑"/>
                  <a:cs typeface="阿里巴巴普惠体 2.0 75 SemiBold" panose="00020600040101010101" pitchFamily="18" charset="-122"/>
                  <a:sym typeface="Arial"/>
                </a:endParaRPr>
              </a:p>
            </p:txBody>
          </p:sp>
        </p:grpSp>
      </p:grpSp>
      <p:grpSp>
        <p:nvGrpSpPr>
          <p:cNvPr id="37" name="图形">
            <a:extLst>
              <a:ext uri="{FF2B5EF4-FFF2-40B4-BE49-F238E27FC236}">
                <a16:creationId xmlns:a16="http://schemas.microsoft.com/office/drawing/2014/main" id="{6A5663A2-F321-8C36-E7D4-82A4A0AC2B20}"/>
              </a:ext>
            </a:extLst>
          </p:cNvPr>
          <p:cNvGrpSpPr/>
          <p:nvPr/>
        </p:nvGrpSpPr>
        <p:grpSpPr>
          <a:xfrm>
            <a:off x="829629" y="1865217"/>
            <a:ext cx="10532745" cy="4006215"/>
            <a:chOff x="1095" y="2398"/>
            <a:chExt cx="16587" cy="6309"/>
          </a:xfrm>
        </p:grpSpPr>
        <p:sp>
          <p:nvSpPr>
            <p:cNvPr id="38" name="图形">
              <a:extLst>
                <a:ext uri="{FF2B5EF4-FFF2-40B4-BE49-F238E27FC236}">
                  <a16:creationId xmlns:a16="http://schemas.microsoft.com/office/drawing/2014/main" id="{D90233E9-185C-AB28-F152-9469E856B6E3}"/>
                </a:ext>
              </a:extLst>
            </p:cNvPr>
            <p:cNvSpPr/>
            <p:nvPr>
              <p:custDataLst>
                <p:tags r:id="R8adea5c0d4c04a75"/>
              </p:custDataLst>
            </p:nvPr>
          </p:nvSpPr>
          <p:spPr>
            <a:xfrm>
              <a:off x="1921" y="2607"/>
              <a:ext cx="15761" cy="1561"/>
            </a:xfrm>
            <a:prstGeom prst="roundRect">
              <a:avLst/>
            </a:prstGeom>
            <a:solidFill>
              <a:srgbClr val="FFFFFF"/>
            </a:solidFill>
            <a:ln w="12700" cap="flat" cmpd="sng" algn="ctr">
              <a:solidFill>
                <a:srgbClr val="F1DFDD"/>
              </a:solidFill>
              <a:prstDash val="solid"/>
              <a:miter lim="800000"/>
            </a:ln>
            <a:effectLst>
              <a:outerShdw blurRad="215900" dist="127000" dir="2700000" sx="95000" sy="95000" algn="tl" rotWithShape="0">
                <a:srgbClr val="8E1119">
                  <a:alpha val="10000"/>
                </a:srgbClr>
              </a:outerShdw>
            </a:effectLst>
          </p:spPr>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阿里巴巴普惠体 2.0 55 Regular" panose="00020600040101010101" pitchFamily="18" charset="-122"/>
                <a:sym typeface="Arial"/>
              </a:endParaRPr>
            </a:p>
          </p:txBody>
        </p:sp>
        <p:sp>
          <p:nvSpPr>
            <p:cNvPr id="39" name="图形">
              <a:extLst>
                <a:ext uri="{FF2B5EF4-FFF2-40B4-BE49-F238E27FC236}">
                  <a16:creationId xmlns:a16="http://schemas.microsoft.com/office/drawing/2014/main" id="{3692F795-0445-6798-34DD-1328347D021C}"/>
                </a:ext>
              </a:extLst>
            </p:cNvPr>
            <p:cNvSpPr txBox="1"/>
            <p:nvPr>
              <p:custDataLst>
                <p:tags r:id="Rdaee4d7cf8b743f0"/>
              </p:custDataLst>
            </p:nvPr>
          </p:nvSpPr>
          <p:spPr>
            <a:xfrm>
              <a:off x="3134" y="2527"/>
              <a:ext cx="14184" cy="1458"/>
            </a:xfrm>
            <a:prstGeom prst="rect">
              <a:avLst/>
            </a:prstGeom>
            <a:noFill/>
          </p:spPr>
          <p:txBody>
            <a:bodyPr wrap="square" rtlCol="0" anchor="t">
              <a:noAutofit/>
            </a:bodyPr>
            <a:lstStyle>
              <a:defPPr>
                <a:defRPr lang="zh-CN"/>
              </a:defPPr>
              <a:lvl1pPr lvl="0" defTabSz="913765">
                <a:lnSpc>
                  <a:spcPct val="150000"/>
                </a:lnSpc>
                <a:buSzPct val="25000"/>
                <a:defRPr sz="1050">
                  <a:solidFill>
                    <a:schemeClr val="tx1">
                      <a:lumMod val="95000"/>
                      <a:lumOff val="5000"/>
                    </a:schemeClr>
                  </a:solidFill>
                </a:defRPr>
              </a:lvl1pPr>
            </a:lstStyle>
            <a:p>
              <a:pPr marL="0" marR="0" lvl="0" indent="0" defTabSz="914400" eaLnBrk="1" fontAlgn="auto" latinLnBrk="0" hangingPunct="1">
                <a:lnSpc>
                  <a:spcPct val="150000"/>
                </a:lnSpc>
                <a:spcBef>
                  <a:spcPct val="0"/>
                </a:spcBef>
                <a:spcAft>
                  <a:spcPct val="0"/>
                </a:spcAft>
                <a:buClrTx/>
                <a:buSzTx/>
                <a:buFontTx/>
                <a:buNone/>
                <a:defRPr/>
              </a:pPr>
              <a:r>
                <a:rPr kumimoji="0" lang="zh-CN" altLang="en-US" sz="2400" b="0" i="0" u="none" strike="noStrike" kern="0" cap="none" spc="0" normalizeH="0" baseline="0" noProof="0">
                  <a:ln>
                    <a:noFill/>
                  </a:ln>
                  <a:solidFill>
                    <a:srgbClr val="C00000"/>
                  </a:solidFill>
                  <a:effectLst/>
                  <a:uLnTx/>
                  <a:uFillTx/>
                  <a:latin typeface="Arial"/>
                  <a:ea typeface="微软雅黑"/>
                  <a:cs typeface="阿里巴巴普惠体 2.0 75 SemiBold" panose="00020600040101010101" pitchFamily="18" charset="-122"/>
                  <a:sym typeface="Arial"/>
                </a:rPr>
                <a:t>创新实践</a:t>
              </a:r>
              <a:r>
                <a:rPr kumimoji="0" lang="zh-CN" altLang="en-US" sz="1800" b="0" i="0" u="none" strike="noStrike" kern="0" cap="none" spc="0" normalizeH="0" baseline="0" noProof="0">
                  <a:ln>
                    <a:noFill/>
                  </a:ln>
                  <a:solidFill>
                    <a:srgbClr val="D10D18"/>
                  </a:solidFill>
                  <a:effectLst/>
                  <a:uLnTx/>
                  <a:uFillTx/>
                  <a:latin typeface="Arial"/>
                  <a:ea typeface="微软雅黑"/>
                  <a:cs typeface="阿里巴巴普惠体 2.0 55 Regular" panose="00020600040101010101" pitchFamily="18" charset="-122"/>
                  <a:sym typeface="Arial"/>
                </a:rPr>
                <a:t>：</a:t>
              </a:r>
              <a:r>
                <a:rPr kumimoji="0" lang="zh-CN" altLang="en-US" sz="1400" b="0" i="0" u="none" strike="noStrike" kern="0" cap="none" spc="0" normalizeH="0" baseline="0" noProof="0">
                  <a:ln>
                    <a:noFill/>
                  </a:ln>
                  <a:solidFill>
                    <a:schemeClr val="tx1"/>
                  </a:solidFill>
                  <a:effectLst/>
                  <a:uLnTx/>
                  <a:uFillTx/>
                  <a:latin typeface="Arial"/>
                  <a:ea typeface="微软雅黑"/>
                  <a:cs typeface="阿里巴巴普惠体 2.0 55 Regular" panose="00020600040101010101" pitchFamily="18" charset="-122"/>
                  <a:sym typeface="Arial"/>
                </a:rPr>
                <a:t>以党章为根本遵循，形成比较完善的党内法规体系，构建起党统一领导、全面覆盖、权威高效的监督体系。依规治党和依法治国一体两面、高度契合</a:t>
              </a:r>
            </a:p>
          </p:txBody>
        </p:sp>
        <p:grpSp>
          <p:nvGrpSpPr>
            <p:cNvPr id="40" name="组合 39">
              <a:extLst>
                <a:ext uri="{FF2B5EF4-FFF2-40B4-BE49-F238E27FC236}">
                  <a16:creationId xmlns:a16="http://schemas.microsoft.com/office/drawing/2014/main" id="{E4DC643E-0BE1-C509-70CC-713D10E745E4}"/>
                </a:ext>
              </a:extLst>
            </p:cNvPr>
            <p:cNvGrpSpPr/>
            <p:nvPr/>
          </p:nvGrpSpPr>
          <p:grpSpPr>
            <a:xfrm>
              <a:off x="1101" y="2398"/>
              <a:ext cx="1869" cy="1869"/>
              <a:chOff x="6520" y="2270"/>
              <a:chExt cx="5920" cy="5920"/>
            </a:xfrm>
          </p:grpSpPr>
          <p:sp>
            <p:nvSpPr>
              <p:cNvPr id="60" name="图形">
                <a:extLst>
                  <a:ext uri="{FF2B5EF4-FFF2-40B4-BE49-F238E27FC236}">
                    <a16:creationId xmlns:a16="http://schemas.microsoft.com/office/drawing/2014/main" id="{D323C480-43D7-DA8E-F117-D11AA951D0AE}"/>
                  </a:ext>
                </a:extLst>
              </p:cNvPr>
              <p:cNvSpPr/>
              <p:nvPr>
                <p:custDataLst>
                  <p:tags r:id="R8739f69d1a484bb2"/>
                </p:custDataLst>
              </p:nvPr>
            </p:nvSpPr>
            <p:spPr>
              <a:xfrm>
                <a:off x="6520" y="2270"/>
                <a:ext cx="5920" cy="5920"/>
              </a:xfrm>
              <a:prstGeom prst="donut">
                <a:avLst>
                  <a:gd name="adj" fmla="val 2930"/>
                </a:avLst>
              </a:prstGeom>
              <a:gradFill flip="none" rotWithShape="1">
                <a:gsLst>
                  <a:gs pos="100000">
                    <a:srgbClr val="FDD0D3"/>
                  </a:gs>
                  <a:gs pos="52000">
                    <a:srgbClr val="FDD0D3"/>
                  </a:gs>
                  <a:gs pos="0">
                    <a:srgbClr val="FDD0D3"/>
                  </a:gs>
                </a:gsLst>
                <a:lin ang="13500000" scaled="1"/>
              </a:gra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阿里巴巴普惠体 2.0 55 Regular" panose="00020600040101010101" pitchFamily="18" charset="-122"/>
                  <a:sym typeface="Arial"/>
                </a:endParaRPr>
              </a:p>
            </p:txBody>
          </p:sp>
          <p:sp>
            <p:nvSpPr>
              <p:cNvPr id="61" name="图形">
                <a:extLst>
                  <a:ext uri="{FF2B5EF4-FFF2-40B4-BE49-F238E27FC236}">
                    <a16:creationId xmlns:a16="http://schemas.microsoft.com/office/drawing/2014/main" id="{FB127D39-42FF-E1B5-95A1-127BE967DE85}"/>
                  </a:ext>
                </a:extLst>
              </p:cNvPr>
              <p:cNvSpPr/>
              <p:nvPr>
                <p:custDataLst>
                  <p:tags r:id="R28d54a5d9f5f4118"/>
                </p:custDataLst>
              </p:nvPr>
            </p:nvSpPr>
            <p:spPr>
              <a:xfrm>
                <a:off x="7414" y="3164"/>
                <a:ext cx="4133" cy="4133"/>
              </a:xfrm>
              <a:prstGeom prst="ellipse">
                <a:avLst/>
              </a:prstGeom>
              <a:gradFill flip="none" rotWithShape="1">
                <a:gsLst>
                  <a:gs pos="100000">
                    <a:srgbClr val="D10D18"/>
                  </a:gs>
                  <a:gs pos="0">
                    <a:srgbClr val="E9381C"/>
                  </a:gs>
                </a:gsLst>
                <a:lin ang="13500000" scaled="1"/>
              </a:gra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阿里巴巴普惠体 2.0 55 Regular" panose="00020600040101010101" pitchFamily="18" charset="-122"/>
                  <a:sym typeface="Arial"/>
                </a:endParaRPr>
              </a:p>
            </p:txBody>
          </p:sp>
          <p:grpSp>
            <p:nvGrpSpPr>
              <p:cNvPr id="62" name="组合 61">
                <a:extLst>
                  <a:ext uri="{FF2B5EF4-FFF2-40B4-BE49-F238E27FC236}">
                    <a16:creationId xmlns:a16="http://schemas.microsoft.com/office/drawing/2014/main" id="{EA4BE2BB-0573-C371-A208-1E5680EBDD0F}"/>
                  </a:ext>
                </a:extLst>
              </p:cNvPr>
              <p:cNvGrpSpPr/>
              <p:nvPr/>
            </p:nvGrpSpPr>
            <p:grpSpPr>
              <a:xfrm rot="5400000">
                <a:off x="7086" y="2836"/>
                <a:ext cx="4788" cy="4788"/>
                <a:chOff x="1983129" y="-158960"/>
                <a:chExt cx="8225742" cy="8225742"/>
              </a:xfrm>
            </p:grpSpPr>
            <p:sp>
              <p:nvSpPr>
                <p:cNvPr id="63" name="图形">
                  <a:extLst>
                    <a:ext uri="{FF2B5EF4-FFF2-40B4-BE49-F238E27FC236}">
                      <a16:creationId xmlns:a16="http://schemas.microsoft.com/office/drawing/2014/main" id="{FF117681-3E6D-1DC4-B9B8-30F2408ACCC7}"/>
                    </a:ext>
                  </a:extLst>
                </p:cNvPr>
                <p:cNvSpPr/>
                <p:nvPr>
                  <p:custDataLst>
                    <p:tags r:id="Rf84a617ebb1c48fd"/>
                  </p:custDataLst>
                </p:nvPr>
              </p:nvSpPr>
              <p:spPr>
                <a:xfrm>
                  <a:off x="1983129" y="-158960"/>
                  <a:ext cx="8225742" cy="8225742"/>
                </a:xfrm>
                <a:prstGeom prst="arc">
                  <a:avLst>
                    <a:gd name="adj1" fmla="val 16200000"/>
                    <a:gd name="adj2" fmla="val 19884052"/>
                  </a:avLst>
                </a:prstGeom>
                <a:noFill/>
                <a:ln w="63500" cap="rnd" cmpd="sng" algn="ctr">
                  <a:gradFill flip="none" rotWithShape="1">
                    <a:gsLst>
                      <a:gs pos="0">
                        <a:srgbClr val="D10D18"/>
                      </a:gs>
                      <a:gs pos="100000">
                        <a:srgbClr val="FFFFFF"/>
                      </a:gs>
                    </a:gsLst>
                    <a:lin ang="0" scaled="1"/>
                  </a:grad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阿里巴巴普惠体 2.0 55 Regular" panose="00020600040101010101" pitchFamily="18" charset="-122"/>
                    <a:sym typeface="Arial"/>
                  </a:endParaRPr>
                </a:p>
              </p:txBody>
            </p:sp>
            <p:sp>
              <p:nvSpPr>
                <p:cNvPr id="64" name="图形">
                  <a:extLst>
                    <a:ext uri="{FF2B5EF4-FFF2-40B4-BE49-F238E27FC236}">
                      <a16:creationId xmlns:a16="http://schemas.microsoft.com/office/drawing/2014/main" id="{1099791A-7574-0136-E6DE-8AA9D5EF82BF}"/>
                    </a:ext>
                  </a:extLst>
                </p:cNvPr>
                <p:cNvSpPr/>
                <p:nvPr>
                  <p:custDataLst>
                    <p:tags r:id="Ra98d5a3b0c8e4a72"/>
                  </p:custDataLst>
                </p:nvPr>
              </p:nvSpPr>
              <p:spPr>
                <a:xfrm rot="10800000">
                  <a:off x="1983129" y="-158960"/>
                  <a:ext cx="8225742" cy="8225742"/>
                </a:xfrm>
                <a:prstGeom prst="arc">
                  <a:avLst>
                    <a:gd name="adj1" fmla="val 16200000"/>
                    <a:gd name="adj2" fmla="val 19884052"/>
                  </a:avLst>
                </a:prstGeom>
                <a:noFill/>
                <a:ln w="63500" cap="rnd" cmpd="sng" algn="ctr">
                  <a:gradFill flip="none" rotWithShape="1">
                    <a:gsLst>
                      <a:gs pos="0">
                        <a:srgbClr val="FFFFFF"/>
                      </a:gs>
                      <a:gs pos="100000">
                        <a:srgbClr val="D10D18"/>
                      </a:gs>
                    </a:gsLst>
                    <a:lin ang="10800000" scaled="1"/>
                  </a:grad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阿里巴巴普惠体 2.0 55 Regular" panose="00020600040101010101" pitchFamily="18" charset="-122"/>
                    <a:sym typeface="Arial"/>
                  </a:endParaRPr>
                </a:p>
              </p:txBody>
            </p:sp>
          </p:grpSp>
        </p:grpSp>
        <p:sp>
          <p:nvSpPr>
            <p:cNvPr id="41" name="图形">
              <a:extLst>
                <a:ext uri="{FF2B5EF4-FFF2-40B4-BE49-F238E27FC236}">
                  <a16:creationId xmlns:a16="http://schemas.microsoft.com/office/drawing/2014/main" id="{431333B5-D977-4C5A-6D2D-6AAC9331D361}"/>
                </a:ext>
              </a:extLst>
            </p:cNvPr>
            <p:cNvSpPr/>
            <p:nvPr>
              <p:custDataLst>
                <p:tags r:id="R936fc95759ad4121"/>
              </p:custDataLst>
            </p:nvPr>
          </p:nvSpPr>
          <p:spPr>
            <a:xfrm>
              <a:off x="1915" y="4827"/>
              <a:ext cx="15761" cy="1561"/>
            </a:xfrm>
            <a:prstGeom prst="roundRect">
              <a:avLst/>
            </a:prstGeom>
            <a:solidFill>
              <a:srgbClr val="FFFFFF"/>
            </a:solidFill>
            <a:ln w="12700" cap="flat" cmpd="sng" algn="ctr">
              <a:solidFill>
                <a:srgbClr val="F1DFDD"/>
              </a:solidFill>
              <a:prstDash val="solid"/>
              <a:miter lim="800000"/>
            </a:ln>
            <a:effectLst>
              <a:outerShdw blurRad="215900" dist="127000" dir="2700000" sx="95000" sy="95000" algn="tl" rotWithShape="0">
                <a:srgbClr val="8E1119">
                  <a:alpha val="10000"/>
                </a:srgbClr>
              </a:outerShdw>
            </a:effectLst>
          </p:spPr>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阿里巴巴普惠体 2.0 55 Regular" panose="00020600040101010101" pitchFamily="18" charset="-122"/>
                <a:sym typeface="Arial"/>
              </a:endParaRPr>
            </a:p>
          </p:txBody>
        </p:sp>
        <p:grpSp>
          <p:nvGrpSpPr>
            <p:cNvPr id="43" name="组合 42">
              <a:extLst>
                <a:ext uri="{FF2B5EF4-FFF2-40B4-BE49-F238E27FC236}">
                  <a16:creationId xmlns:a16="http://schemas.microsoft.com/office/drawing/2014/main" id="{B9EE331E-6D2F-A5E2-0F54-5FC21EEA3CA9}"/>
                </a:ext>
              </a:extLst>
            </p:cNvPr>
            <p:cNvGrpSpPr/>
            <p:nvPr/>
          </p:nvGrpSpPr>
          <p:grpSpPr>
            <a:xfrm>
              <a:off x="1095" y="4618"/>
              <a:ext cx="1869" cy="1869"/>
              <a:chOff x="6520" y="2270"/>
              <a:chExt cx="5920" cy="5920"/>
            </a:xfrm>
          </p:grpSpPr>
          <p:sp>
            <p:nvSpPr>
              <p:cNvPr id="55" name="图形">
                <a:extLst>
                  <a:ext uri="{FF2B5EF4-FFF2-40B4-BE49-F238E27FC236}">
                    <a16:creationId xmlns:a16="http://schemas.microsoft.com/office/drawing/2014/main" id="{3E39FF14-0A70-479C-B64C-A89449645D60}"/>
                  </a:ext>
                </a:extLst>
              </p:cNvPr>
              <p:cNvSpPr/>
              <p:nvPr>
                <p:custDataLst>
                  <p:tags r:id="R4ca33167697841b8"/>
                </p:custDataLst>
              </p:nvPr>
            </p:nvSpPr>
            <p:spPr>
              <a:xfrm>
                <a:off x="6520" y="2270"/>
                <a:ext cx="5920" cy="5920"/>
              </a:xfrm>
              <a:prstGeom prst="donut">
                <a:avLst>
                  <a:gd name="adj" fmla="val 2930"/>
                </a:avLst>
              </a:prstGeom>
              <a:gradFill flip="none" rotWithShape="1">
                <a:gsLst>
                  <a:gs pos="100000">
                    <a:srgbClr val="FDD0D3"/>
                  </a:gs>
                  <a:gs pos="52000">
                    <a:srgbClr val="FDD0D3"/>
                  </a:gs>
                  <a:gs pos="0">
                    <a:srgbClr val="FDD0D3"/>
                  </a:gs>
                </a:gsLst>
                <a:lin ang="13500000" scaled="1"/>
              </a:gra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阿里巴巴普惠体 2.0 55 Regular" panose="00020600040101010101" pitchFamily="18" charset="-122"/>
                  <a:sym typeface="Arial"/>
                </a:endParaRPr>
              </a:p>
            </p:txBody>
          </p:sp>
          <p:sp>
            <p:nvSpPr>
              <p:cNvPr id="56" name="图形">
                <a:extLst>
                  <a:ext uri="{FF2B5EF4-FFF2-40B4-BE49-F238E27FC236}">
                    <a16:creationId xmlns:a16="http://schemas.microsoft.com/office/drawing/2014/main" id="{34357F95-E143-991E-CFCA-3D9325CF69FF}"/>
                  </a:ext>
                </a:extLst>
              </p:cNvPr>
              <p:cNvSpPr/>
              <p:nvPr>
                <p:custDataLst>
                  <p:tags r:id="R4c79f12e60304510"/>
                </p:custDataLst>
              </p:nvPr>
            </p:nvSpPr>
            <p:spPr>
              <a:xfrm>
                <a:off x="7414" y="3164"/>
                <a:ext cx="4133" cy="4133"/>
              </a:xfrm>
              <a:prstGeom prst="ellipse">
                <a:avLst/>
              </a:prstGeom>
              <a:gradFill flip="none" rotWithShape="1">
                <a:gsLst>
                  <a:gs pos="100000">
                    <a:srgbClr val="D10D18"/>
                  </a:gs>
                  <a:gs pos="0">
                    <a:srgbClr val="E9381C"/>
                  </a:gs>
                </a:gsLst>
                <a:lin ang="13500000" scaled="1"/>
              </a:gra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阿里巴巴普惠体 2.0 55 Regular" panose="00020600040101010101" pitchFamily="18" charset="-122"/>
                  <a:sym typeface="Arial"/>
                </a:endParaRPr>
              </a:p>
            </p:txBody>
          </p:sp>
          <p:grpSp>
            <p:nvGrpSpPr>
              <p:cNvPr id="57" name="组合 56">
                <a:extLst>
                  <a:ext uri="{FF2B5EF4-FFF2-40B4-BE49-F238E27FC236}">
                    <a16:creationId xmlns:a16="http://schemas.microsoft.com/office/drawing/2014/main" id="{DF8FB60C-5A47-D16D-7AC9-0292D160BB40}"/>
                  </a:ext>
                </a:extLst>
              </p:cNvPr>
              <p:cNvGrpSpPr/>
              <p:nvPr/>
            </p:nvGrpSpPr>
            <p:grpSpPr>
              <a:xfrm rot="5400000">
                <a:off x="7086" y="2836"/>
                <a:ext cx="4788" cy="4788"/>
                <a:chOff x="1983129" y="-158960"/>
                <a:chExt cx="8225742" cy="8225742"/>
              </a:xfrm>
            </p:grpSpPr>
            <p:sp>
              <p:nvSpPr>
                <p:cNvPr id="58" name="图形">
                  <a:extLst>
                    <a:ext uri="{FF2B5EF4-FFF2-40B4-BE49-F238E27FC236}">
                      <a16:creationId xmlns:a16="http://schemas.microsoft.com/office/drawing/2014/main" id="{37212124-98FC-7BEB-7DDC-19D1AFB0C41C}"/>
                    </a:ext>
                  </a:extLst>
                </p:cNvPr>
                <p:cNvSpPr/>
                <p:nvPr>
                  <p:custDataLst>
                    <p:tags r:id="R268c4d11035445ca"/>
                  </p:custDataLst>
                </p:nvPr>
              </p:nvSpPr>
              <p:spPr>
                <a:xfrm>
                  <a:off x="1983129" y="-158960"/>
                  <a:ext cx="8225742" cy="8225742"/>
                </a:xfrm>
                <a:prstGeom prst="arc">
                  <a:avLst>
                    <a:gd name="adj1" fmla="val 16200000"/>
                    <a:gd name="adj2" fmla="val 19884052"/>
                  </a:avLst>
                </a:prstGeom>
                <a:noFill/>
                <a:ln w="63500" cap="rnd" cmpd="sng" algn="ctr">
                  <a:gradFill flip="none" rotWithShape="1">
                    <a:gsLst>
                      <a:gs pos="0">
                        <a:srgbClr val="D10D18"/>
                      </a:gs>
                      <a:gs pos="100000">
                        <a:srgbClr val="FFFFFF"/>
                      </a:gs>
                    </a:gsLst>
                    <a:lin ang="0" scaled="1"/>
                  </a:grad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阿里巴巴普惠体 2.0 55 Regular" panose="00020600040101010101" pitchFamily="18" charset="-122"/>
                    <a:sym typeface="Arial"/>
                  </a:endParaRPr>
                </a:p>
              </p:txBody>
            </p:sp>
            <p:sp>
              <p:nvSpPr>
                <p:cNvPr id="59" name="图形">
                  <a:extLst>
                    <a:ext uri="{FF2B5EF4-FFF2-40B4-BE49-F238E27FC236}">
                      <a16:creationId xmlns:a16="http://schemas.microsoft.com/office/drawing/2014/main" id="{CF7C2899-5B93-4BBA-4A29-532EEEAE27D7}"/>
                    </a:ext>
                  </a:extLst>
                </p:cNvPr>
                <p:cNvSpPr/>
                <p:nvPr>
                  <p:custDataLst>
                    <p:tags r:id="Rc92fe2c90a1346e5"/>
                  </p:custDataLst>
                </p:nvPr>
              </p:nvSpPr>
              <p:spPr>
                <a:xfrm rot="10800000">
                  <a:off x="1983129" y="-158960"/>
                  <a:ext cx="8225742" cy="8225742"/>
                </a:xfrm>
                <a:prstGeom prst="arc">
                  <a:avLst>
                    <a:gd name="adj1" fmla="val 16200000"/>
                    <a:gd name="adj2" fmla="val 19884052"/>
                  </a:avLst>
                </a:prstGeom>
                <a:noFill/>
                <a:ln w="63500" cap="rnd" cmpd="sng" algn="ctr">
                  <a:gradFill flip="none" rotWithShape="1">
                    <a:gsLst>
                      <a:gs pos="0">
                        <a:srgbClr val="FFFFFF"/>
                      </a:gs>
                      <a:gs pos="100000">
                        <a:srgbClr val="D10D18"/>
                      </a:gs>
                    </a:gsLst>
                    <a:lin ang="10800000" scaled="1"/>
                  </a:grad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阿里巴巴普惠体 2.0 55 Regular" panose="00020600040101010101" pitchFamily="18" charset="-122"/>
                    <a:sym typeface="Arial"/>
                  </a:endParaRPr>
                </a:p>
              </p:txBody>
            </p:sp>
          </p:grpSp>
        </p:grpSp>
        <p:sp>
          <p:nvSpPr>
            <p:cNvPr id="44" name="图形">
              <a:extLst>
                <a:ext uri="{FF2B5EF4-FFF2-40B4-BE49-F238E27FC236}">
                  <a16:creationId xmlns:a16="http://schemas.microsoft.com/office/drawing/2014/main" id="{27F7A50E-2CAA-F780-771F-DBAAE4AB4E1C}"/>
                </a:ext>
              </a:extLst>
            </p:cNvPr>
            <p:cNvSpPr/>
            <p:nvPr>
              <p:custDataLst>
                <p:tags r:id="R61a68d18be6a4a90"/>
              </p:custDataLst>
            </p:nvPr>
          </p:nvSpPr>
          <p:spPr>
            <a:xfrm>
              <a:off x="1915" y="7047"/>
              <a:ext cx="15761" cy="1561"/>
            </a:xfrm>
            <a:prstGeom prst="roundRect">
              <a:avLst/>
            </a:prstGeom>
            <a:solidFill>
              <a:srgbClr val="FFFFFF"/>
            </a:solidFill>
            <a:ln w="12700" cap="flat" cmpd="sng" algn="ctr">
              <a:solidFill>
                <a:srgbClr val="F1DFDD"/>
              </a:solidFill>
              <a:prstDash val="solid"/>
              <a:miter lim="800000"/>
            </a:ln>
            <a:effectLst>
              <a:outerShdw blurRad="215900" dist="127000" dir="2700000" sx="95000" sy="95000" algn="tl" rotWithShape="0">
                <a:srgbClr val="8E1119">
                  <a:alpha val="10000"/>
                </a:srgbClr>
              </a:outerShdw>
            </a:effectLst>
          </p:spPr>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阿里巴巴普惠体 2.0 55 Regular" panose="00020600040101010101" pitchFamily="18" charset="-122"/>
                <a:sym typeface="Arial"/>
              </a:endParaRPr>
            </a:p>
          </p:txBody>
        </p:sp>
        <p:grpSp>
          <p:nvGrpSpPr>
            <p:cNvPr id="46" name="组合 45">
              <a:extLst>
                <a:ext uri="{FF2B5EF4-FFF2-40B4-BE49-F238E27FC236}">
                  <a16:creationId xmlns:a16="http://schemas.microsoft.com/office/drawing/2014/main" id="{46742592-D024-BBF1-9AE8-FC34C10AD48D}"/>
                </a:ext>
              </a:extLst>
            </p:cNvPr>
            <p:cNvGrpSpPr/>
            <p:nvPr/>
          </p:nvGrpSpPr>
          <p:grpSpPr>
            <a:xfrm>
              <a:off x="1095" y="6838"/>
              <a:ext cx="1869" cy="1869"/>
              <a:chOff x="6520" y="2270"/>
              <a:chExt cx="5920" cy="5920"/>
            </a:xfrm>
          </p:grpSpPr>
          <p:sp>
            <p:nvSpPr>
              <p:cNvPr id="50" name="图形">
                <a:extLst>
                  <a:ext uri="{FF2B5EF4-FFF2-40B4-BE49-F238E27FC236}">
                    <a16:creationId xmlns:a16="http://schemas.microsoft.com/office/drawing/2014/main" id="{CC0D2E15-0045-3DC2-B668-457DA867A59A}"/>
                  </a:ext>
                </a:extLst>
              </p:cNvPr>
              <p:cNvSpPr/>
              <p:nvPr>
                <p:custDataLst>
                  <p:tags r:id="Rc13d0f2d62be4cce"/>
                </p:custDataLst>
              </p:nvPr>
            </p:nvSpPr>
            <p:spPr>
              <a:xfrm>
                <a:off x="6520" y="2270"/>
                <a:ext cx="5920" cy="5920"/>
              </a:xfrm>
              <a:prstGeom prst="donut">
                <a:avLst>
                  <a:gd name="adj" fmla="val 2930"/>
                </a:avLst>
              </a:prstGeom>
              <a:gradFill flip="none" rotWithShape="1">
                <a:gsLst>
                  <a:gs pos="100000">
                    <a:srgbClr val="FDD0D3"/>
                  </a:gs>
                  <a:gs pos="52000">
                    <a:srgbClr val="FDD0D3"/>
                  </a:gs>
                  <a:gs pos="0">
                    <a:srgbClr val="FDD0D3"/>
                  </a:gs>
                </a:gsLst>
                <a:lin ang="13500000" scaled="1"/>
              </a:gra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阿里巴巴普惠体 2.0 55 Regular" panose="00020600040101010101" pitchFamily="18" charset="-122"/>
                  <a:sym typeface="Arial"/>
                </a:endParaRPr>
              </a:p>
            </p:txBody>
          </p:sp>
          <p:sp>
            <p:nvSpPr>
              <p:cNvPr id="51" name="图形">
                <a:extLst>
                  <a:ext uri="{FF2B5EF4-FFF2-40B4-BE49-F238E27FC236}">
                    <a16:creationId xmlns:a16="http://schemas.microsoft.com/office/drawing/2014/main" id="{AB59B645-CA08-AD0D-2CBA-E2A43897CA9E}"/>
                  </a:ext>
                </a:extLst>
              </p:cNvPr>
              <p:cNvSpPr/>
              <p:nvPr>
                <p:custDataLst>
                  <p:tags r:id="R2265036fe76f4eef"/>
                </p:custDataLst>
              </p:nvPr>
            </p:nvSpPr>
            <p:spPr>
              <a:xfrm>
                <a:off x="7414" y="3164"/>
                <a:ext cx="4133" cy="4133"/>
              </a:xfrm>
              <a:prstGeom prst="ellipse">
                <a:avLst/>
              </a:prstGeom>
              <a:gradFill flip="none" rotWithShape="1">
                <a:gsLst>
                  <a:gs pos="100000">
                    <a:srgbClr val="D10D18"/>
                  </a:gs>
                  <a:gs pos="0">
                    <a:srgbClr val="E9381C"/>
                  </a:gs>
                </a:gsLst>
                <a:lin ang="13500000" scaled="1"/>
              </a:gra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阿里巴巴普惠体 2.0 55 Regular" panose="00020600040101010101" pitchFamily="18" charset="-122"/>
                  <a:sym typeface="Arial"/>
                </a:endParaRPr>
              </a:p>
            </p:txBody>
          </p:sp>
          <p:grpSp>
            <p:nvGrpSpPr>
              <p:cNvPr id="52" name="组合 51">
                <a:extLst>
                  <a:ext uri="{FF2B5EF4-FFF2-40B4-BE49-F238E27FC236}">
                    <a16:creationId xmlns:a16="http://schemas.microsoft.com/office/drawing/2014/main" id="{774EC4EE-D81B-3A6F-E868-31E09A6091B6}"/>
                  </a:ext>
                </a:extLst>
              </p:cNvPr>
              <p:cNvGrpSpPr/>
              <p:nvPr/>
            </p:nvGrpSpPr>
            <p:grpSpPr>
              <a:xfrm rot="5400000">
                <a:off x="7086" y="2836"/>
                <a:ext cx="4788" cy="4788"/>
                <a:chOff x="1983129" y="-158960"/>
                <a:chExt cx="8225742" cy="8225742"/>
              </a:xfrm>
            </p:grpSpPr>
            <p:sp>
              <p:nvSpPr>
                <p:cNvPr id="53" name="图形">
                  <a:extLst>
                    <a:ext uri="{FF2B5EF4-FFF2-40B4-BE49-F238E27FC236}">
                      <a16:creationId xmlns:a16="http://schemas.microsoft.com/office/drawing/2014/main" id="{EA20EB3D-D26E-9F0E-D4CA-B066EEAC7ECD}"/>
                    </a:ext>
                  </a:extLst>
                </p:cNvPr>
                <p:cNvSpPr/>
                <p:nvPr>
                  <p:custDataLst>
                    <p:tags r:id="Rc97a0462d7854832"/>
                  </p:custDataLst>
                </p:nvPr>
              </p:nvSpPr>
              <p:spPr>
                <a:xfrm>
                  <a:off x="1983129" y="-158960"/>
                  <a:ext cx="8225742" cy="8225742"/>
                </a:xfrm>
                <a:prstGeom prst="arc">
                  <a:avLst>
                    <a:gd name="adj1" fmla="val 16200000"/>
                    <a:gd name="adj2" fmla="val 19884052"/>
                  </a:avLst>
                </a:prstGeom>
                <a:noFill/>
                <a:ln w="63500" cap="rnd" cmpd="sng" algn="ctr">
                  <a:gradFill flip="none" rotWithShape="1">
                    <a:gsLst>
                      <a:gs pos="0">
                        <a:srgbClr val="D10D18"/>
                      </a:gs>
                      <a:gs pos="100000">
                        <a:srgbClr val="FFFFFF"/>
                      </a:gs>
                    </a:gsLst>
                    <a:lin ang="0" scaled="1"/>
                  </a:grad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阿里巴巴普惠体 2.0 55 Regular" panose="00020600040101010101" pitchFamily="18" charset="-122"/>
                    <a:sym typeface="Arial"/>
                  </a:endParaRPr>
                </a:p>
              </p:txBody>
            </p:sp>
            <p:sp>
              <p:nvSpPr>
                <p:cNvPr id="54" name="图形">
                  <a:extLst>
                    <a:ext uri="{FF2B5EF4-FFF2-40B4-BE49-F238E27FC236}">
                      <a16:creationId xmlns:a16="http://schemas.microsoft.com/office/drawing/2014/main" id="{E28250A7-BCE5-E651-00E4-E30E9523CFEF}"/>
                    </a:ext>
                  </a:extLst>
                </p:cNvPr>
                <p:cNvSpPr/>
                <p:nvPr>
                  <p:custDataLst>
                    <p:tags r:id="Rb7a9a205a9bf4354"/>
                  </p:custDataLst>
                </p:nvPr>
              </p:nvSpPr>
              <p:spPr>
                <a:xfrm rot="10800000">
                  <a:off x="1983129" y="-158960"/>
                  <a:ext cx="8225742" cy="8225742"/>
                </a:xfrm>
                <a:prstGeom prst="arc">
                  <a:avLst>
                    <a:gd name="adj1" fmla="val 16200000"/>
                    <a:gd name="adj2" fmla="val 19884052"/>
                  </a:avLst>
                </a:prstGeom>
                <a:noFill/>
                <a:ln w="63500" cap="rnd" cmpd="sng" algn="ctr">
                  <a:gradFill flip="none" rotWithShape="1">
                    <a:gsLst>
                      <a:gs pos="0">
                        <a:srgbClr val="FFFFFF"/>
                      </a:gs>
                      <a:gs pos="100000">
                        <a:srgbClr val="D10D18"/>
                      </a:gs>
                    </a:gsLst>
                    <a:lin ang="10800000" scaled="1"/>
                  </a:grad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阿里巴巴普惠体 2.0 55 Regular" panose="00020600040101010101" pitchFamily="18" charset="-122"/>
                    <a:sym typeface="Arial"/>
                  </a:endParaRPr>
                </a:p>
              </p:txBody>
            </p:sp>
          </p:grpSp>
        </p:grpSp>
        <p:sp>
          <p:nvSpPr>
            <p:cNvPr id="47" name="图形">
              <a:extLst>
                <a:ext uri="{FF2B5EF4-FFF2-40B4-BE49-F238E27FC236}">
                  <a16:creationId xmlns:a16="http://schemas.microsoft.com/office/drawing/2014/main" id="{346AEEB0-421F-AE8E-4F18-D13B8B047F42}"/>
                </a:ext>
              </a:extLst>
            </p:cNvPr>
            <p:cNvSpPr/>
            <p:nvPr>
              <p:custDataLst>
                <p:tags r:id="R91eb63dcf1244504"/>
              </p:custDataLst>
            </p:nvPr>
          </p:nvSpPr>
          <p:spPr>
            <a:xfrm>
              <a:off x="1675" y="2978"/>
              <a:ext cx="708" cy="708"/>
            </a:xfrm>
            <a:prstGeom prst="star5">
              <a:avLst/>
            </a:prstGeom>
            <a:gradFill>
              <a:gsLst>
                <a:gs pos="0">
                  <a:srgbClr val="EFA851"/>
                </a:gs>
                <a:gs pos="100000">
                  <a:srgbClr val="FFEC7E"/>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a:ea typeface="微软雅黑"/>
                <a:cs typeface="阿里巴巴普惠体 2.0 55 Regular" panose="00020600040101010101" pitchFamily="18" charset="-122"/>
                <a:sym typeface="Arial"/>
              </a:endParaRPr>
            </a:p>
          </p:txBody>
        </p:sp>
        <p:sp>
          <p:nvSpPr>
            <p:cNvPr id="48" name="图形">
              <a:extLst>
                <a:ext uri="{FF2B5EF4-FFF2-40B4-BE49-F238E27FC236}">
                  <a16:creationId xmlns:a16="http://schemas.microsoft.com/office/drawing/2014/main" id="{B0F71F65-A747-F964-902A-1D70CA680EBA}"/>
                </a:ext>
              </a:extLst>
            </p:cNvPr>
            <p:cNvSpPr/>
            <p:nvPr>
              <p:custDataLst>
                <p:tags r:id="R6a5bb91fadf34403"/>
              </p:custDataLst>
            </p:nvPr>
          </p:nvSpPr>
          <p:spPr>
            <a:xfrm>
              <a:off x="1675" y="5198"/>
              <a:ext cx="708" cy="708"/>
            </a:xfrm>
            <a:prstGeom prst="star5">
              <a:avLst/>
            </a:prstGeom>
            <a:gradFill>
              <a:gsLst>
                <a:gs pos="0">
                  <a:srgbClr val="EFA851"/>
                </a:gs>
                <a:gs pos="100000">
                  <a:srgbClr val="FFEC7E"/>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a:ea typeface="微软雅黑"/>
                <a:cs typeface="阿里巴巴普惠体 2.0 55 Regular" panose="00020600040101010101" pitchFamily="18" charset="-122"/>
                <a:sym typeface="Arial"/>
              </a:endParaRPr>
            </a:p>
          </p:txBody>
        </p:sp>
        <p:sp>
          <p:nvSpPr>
            <p:cNvPr id="49" name="图形">
              <a:extLst>
                <a:ext uri="{FF2B5EF4-FFF2-40B4-BE49-F238E27FC236}">
                  <a16:creationId xmlns:a16="http://schemas.microsoft.com/office/drawing/2014/main" id="{7CE089BE-5944-AA17-2095-D1D95CDD1F75}"/>
                </a:ext>
              </a:extLst>
            </p:cNvPr>
            <p:cNvSpPr/>
            <p:nvPr>
              <p:custDataLst>
                <p:tags r:id="R40643f3e41164245"/>
              </p:custDataLst>
            </p:nvPr>
          </p:nvSpPr>
          <p:spPr>
            <a:xfrm>
              <a:off x="1675" y="7418"/>
              <a:ext cx="708" cy="708"/>
            </a:xfrm>
            <a:prstGeom prst="star5">
              <a:avLst/>
            </a:prstGeom>
            <a:gradFill>
              <a:gsLst>
                <a:gs pos="0">
                  <a:srgbClr val="EFA851"/>
                </a:gs>
                <a:gs pos="100000">
                  <a:srgbClr val="FFEC7E"/>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a:ea typeface="微软雅黑"/>
                <a:cs typeface="阿里巴巴普惠体 2.0 55 Regular" panose="00020600040101010101" pitchFamily="18" charset="-122"/>
                <a:sym typeface="Arial"/>
              </a:endParaRPr>
            </a:p>
          </p:txBody>
        </p:sp>
        <p:sp>
          <p:nvSpPr>
            <p:cNvPr id="65" name="图形">
              <a:extLst>
                <a:ext uri="{FF2B5EF4-FFF2-40B4-BE49-F238E27FC236}">
                  <a16:creationId xmlns:a16="http://schemas.microsoft.com/office/drawing/2014/main" id="{1A53872E-BCBE-DE34-4F07-E80DB6A00BD9}"/>
                </a:ext>
              </a:extLst>
            </p:cNvPr>
            <p:cNvSpPr txBox="1"/>
            <p:nvPr>
              <p:custDataLst>
                <p:tags r:id="Rc0c3c209b11c4253"/>
              </p:custDataLst>
            </p:nvPr>
          </p:nvSpPr>
          <p:spPr>
            <a:xfrm>
              <a:off x="3134" y="4861"/>
              <a:ext cx="14184" cy="1458"/>
            </a:xfrm>
            <a:prstGeom prst="rect">
              <a:avLst/>
            </a:prstGeom>
            <a:noFill/>
          </p:spPr>
          <p:txBody>
            <a:bodyPr wrap="square" rtlCol="0" anchor="t">
              <a:noAutofit/>
            </a:bodyPr>
            <a:lstStyle>
              <a:defPPr>
                <a:defRPr lang="zh-CN"/>
              </a:defPPr>
              <a:lvl1pPr lvl="0" defTabSz="913765">
                <a:lnSpc>
                  <a:spcPct val="150000"/>
                </a:lnSpc>
                <a:buSzPct val="25000"/>
                <a:defRPr sz="1050">
                  <a:solidFill>
                    <a:schemeClr val="tx1">
                      <a:lumMod val="95000"/>
                      <a:lumOff val="5000"/>
                    </a:schemeClr>
                  </a:solidFill>
                </a:defRPr>
              </a:lvl1pPr>
            </a:lstStyle>
            <a:p>
              <a:pPr marL="0" marR="0" lvl="0" indent="0" defTabSz="914400" eaLnBrk="1" fontAlgn="auto" latinLnBrk="0" hangingPunct="1">
                <a:lnSpc>
                  <a:spcPct val="150000"/>
                </a:lnSpc>
                <a:spcBef>
                  <a:spcPct val="0"/>
                </a:spcBef>
                <a:spcAft>
                  <a:spcPct val="0"/>
                </a:spcAft>
                <a:buClrTx/>
                <a:buSzTx/>
                <a:buFontTx/>
                <a:buNone/>
                <a:defRPr/>
              </a:pPr>
              <a:r>
                <a:rPr kumimoji="0" lang="zh-CN" altLang="en-US" sz="2400" b="0" i="0" u="none" strike="noStrike" kern="0" cap="none" spc="0" normalizeH="0" baseline="0" noProof="0">
                  <a:ln>
                    <a:noFill/>
                  </a:ln>
                  <a:solidFill>
                    <a:srgbClr val="C00000"/>
                  </a:solidFill>
                  <a:effectLst/>
                  <a:uLnTx/>
                  <a:uFillTx/>
                  <a:latin typeface="Arial"/>
                  <a:ea typeface="微软雅黑"/>
                  <a:cs typeface="阿里巴巴普惠体 2.0 75 SemiBold" panose="00020600040101010101" pitchFamily="18" charset="-122"/>
                  <a:sym typeface="Arial"/>
                </a:rPr>
                <a:t>创新实践</a:t>
              </a:r>
              <a:r>
                <a:rPr kumimoji="0" lang="zh-CN" altLang="en-US" sz="1800" b="0" i="0" u="none" strike="noStrike" kern="0" cap="none" spc="0" normalizeH="0" baseline="0" noProof="0">
                  <a:ln>
                    <a:noFill/>
                  </a:ln>
                  <a:solidFill>
                    <a:srgbClr val="D10D18"/>
                  </a:solidFill>
                  <a:effectLst/>
                  <a:uLnTx/>
                  <a:uFillTx/>
                  <a:latin typeface="Arial"/>
                  <a:ea typeface="微软雅黑"/>
                  <a:cs typeface="阿里巴巴普惠体 2.0 55 Regular" panose="00020600040101010101" pitchFamily="18" charset="-122"/>
                  <a:sym typeface="Arial"/>
                </a:rPr>
                <a:t>：</a:t>
              </a:r>
              <a:r>
                <a:rPr kumimoji="0" lang="zh-CN" altLang="en-US" sz="1400" b="0" i="0" u="none" strike="noStrike" kern="0" cap="none" spc="0" normalizeH="0" baseline="0" noProof="0">
                  <a:ln>
                    <a:noFill/>
                  </a:ln>
                  <a:solidFill>
                    <a:schemeClr val="tx1"/>
                  </a:solidFill>
                  <a:effectLst/>
                  <a:uLnTx/>
                  <a:uFillTx/>
                  <a:latin typeface="Arial"/>
                  <a:ea typeface="微软雅黑"/>
                  <a:cs typeface="阿里巴巴普惠体 2.0 55 Regular" panose="00020600040101010101" pitchFamily="18" charset="-122"/>
                  <a:sym typeface="Arial"/>
                </a:rPr>
                <a:t>本质上都是推进党的自我革命和伟大社会革命的集中体现，二者有机统一的关键就在于党的自我革命制度规范体系的建立和完善</a:t>
              </a:r>
            </a:p>
          </p:txBody>
        </p:sp>
        <p:sp>
          <p:nvSpPr>
            <p:cNvPr id="66" name="图形">
              <a:extLst>
                <a:ext uri="{FF2B5EF4-FFF2-40B4-BE49-F238E27FC236}">
                  <a16:creationId xmlns:a16="http://schemas.microsoft.com/office/drawing/2014/main" id="{E259F43A-4226-025B-23D4-BDCDB8DAB937}"/>
                </a:ext>
              </a:extLst>
            </p:cNvPr>
            <p:cNvSpPr txBox="1"/>
            <p:nvPr>
              <p:custDataLst>
                <p:tags r:id="R32b2d0579d334a4f"/>
              </p:custDataLst>
            </p:nvPr>
          </p:nvSpPr>
          <p:spPr>
            <a:xfrm>
              <a:off x="3134" y="7058"/>
              <a:ext cx="14184" cy="1458"/>
            </a:xfrm>
            <a:prstGeom prst="rect">
              <a:avLst/>
            </a:prstGeom>
            <a:noFill/>
          </p:spPr>
          <p:txBody>
            <a:bodyPr wrap="square" rtlCol="0" anchor="t">
              <a:noAutofit/>
            </a:bodyPr>
            <a:lstStyle>
              <a:defPPr>
                <a:defRPr lang="zh-CN"/>
              </a:defPPr>
              <a:lvl1pPr lvl="0" defTabSz="913765">
                <a:lnSpc>
                  <a:spcPct val="150000"/>
                </a:lnSpc>
                <a:buSzPct val="25000"/>
                <a:defRPr sz="1050">
                  <a:solidFill>
                    <a:schemeClr val="tx1">
                      <a:lumMod val="95000"/>
                      <a:lumOff val="5000"/>
                    </a:schemeClr>
                  </a:solidFill>
                </a:defRPr>
              </a:lvl1pPr>
            </a:lstStyle>
            <a:p>
              <a:pPr marL="0" marR="0" lvl="0" indent="0" defTabSz="914400" eaLnBrk="1" fontAlgn="auto" latinLnBrk="0" hangingPunct="1">
                <a:lnSpc>
                  <a:spcPct val="150000"/>
                </a:lnSpc>
                <a:spcBef>
                  <a:spcPct val="0"/>
                </a:spcBef>
                <a:spcAft>
                  <a:spcPct val="0"/>
                </a:spcAft>
                <a:buClrTx/>
                <a:buSzTx/>
                <a:buFontTx/>
                <a:buNone/>
                <a:defRPr/>
              </a:pPr>
              <a:r>
                <a:rPr kumimoji="0" lang="zh-CN" altLang="en-US" sz="2400" b="0" i="0" u="none" strike="noStrike" kern="0" cap="none" spc="0" normalizeH="0" baseline="0" noProof="0">
                  <a:ln>
                    <a:noFill/>
                  </a:ln>
                  <a:solidFill>
                    <a:srgbClr val="C00000"/>
                  </a:solidFill>
                  <a:effectLst/>
                  <a:uLnTx/>
                  <a:uFillTx/>
                  <a:latin typeface="Arial"/>
                  <a:ea typeface="微软雅黑"/>
                  <a:cs typeface="阿里巴巴普惠体 2.0 75 SemiBold" panose="00020600040101010101" pitchFamily="18" charset="-122"/>
                  <a:sym typeface="Arial"/>
                </a:rPr>
                <a:t>创新实践</a:t>
              </a:r>
              <a:r>
                <a:rPr kumimoji="0" lang="zh-CN" altLang="en-US" sz="1800" b="0" i="0" u="none" strike="noStrike" kern="0" cap="none" spc="0" normalizeH="0" baseline="0" noProof="0">
                  <a:ln>
                    <a:noFill/>
                  </a:ln>
                  <a:solidFill>
                    <a:srgbClr val="D10D18"/>
                  </a:solidFill>
                  <a:effectLst/>
                  <a:uLnTx/>
                  <a:uFillTx/>
                  <a:latin typeface="Arial"/>
                  <a:ea typeface="微软雅黑"/>
                  <a:cs typeface="阿里巴巴普惠体 2.0 55 Regular" panose="00020600040101010101" pitchFamily="18" charset="-122"/>
                  <a:sym typeface="Arial"/>
                </a:rPr>
                <a:t>：</a:t>
              </a:r>
              <a:r>
                <a:rPr kumimoji="0" lang="zh-CN" altLang="en-US" sz="1400" b="0" i="0" u="none" strike="noStrike" kern="0" cap="none" spc="0" normalizeH="0" baseline="0" noProof="0">
                  <a:ln>
                    <a:noFill/>
                  </a:ln>
                  <a:solidFill>
                    <a:srgbClr val="000000">
                      <a:lumMod val="75000"/>
                      <a:lumOff val="25000"/>
                    </a:srgbClr>
                  </a:solidFill>
                  <a:effectLst/>
                  <a:uLnTx/>
                  <a:uFillTx/>
                  <a:latin typeface="Arial"/>
                  <a:ea typeface="微软雅黑"/>
                  <a:cs typeface="阿里巴巴普惠体 2.0 55 Regular" panose="00020600040101010101" pitchFamily="18" charset="-122"/>
                  <a:sym typeface="Arial"/>
                </a:rPr>
                <a:t>从制度层面加强党的自身建设，从体制机制上破解监督难题，从而探索出党在长期执政条件下强化自我监督的有效路径，推动党的执政能力和治国理政科学化水平不断提升。</a:t>
              </a:r>
              <a:endParaRPr kumimoji="0" lang="zh-CN" altLang="en-US" sz="1400" b="0" i="0" u="none" strike="noStrike" kern="0" cap="none" spc="0" normalizeH="0" baseline="0" noProof="0">
                <a:ln>
                  <a:noFill/>
                </a:ln>
                <a:solidFill>
                  <a:srgbClr val="FFFFFF">
                    <a:lumMod val="10000"/>
                  </a:srgbClr>
                </a:solidFill>
                <a:effectLst/>
                <a:uLnTx/>
                <a:uFillTx/>
                <a:latin typeface="Arial"/>
                <a:ea typeface="微软雅黑"/>
                <a:cs typeface="阿里巴巴普惠体 2.0 55 Regular" panose="00020600040101010101" pitchFamily="18" charset="-122"/>
                <a:sym typeface="Arial"/>
              </a:endParaRPr>
            </a:p>
          </p:txBody>
        </p:sp>
      </p:grpSp>
    </p:spTree>
    <p:extLst>
      <p:ext uri="{BB962C8B-B14F-4D97-AF65-F5344CB8AC3E}">
        <p14:creationId xmlns:p14="http://schemas.microsoft.com/office/powerpoint/2010/main" val="122373578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D74DDA84-7C4C-6BC7-9045-FDB09DD13438}"/>
              </a:ext>
            </a:extLst>
          </p:cNvPr>
          <p:cNvPicPr>
            <a:picLocks noChangeAspect="1"/>
          </p:cNvPicPr>
          <p:nvPr/>
        </p:nvPicPr>
        <p:blipFill>
          <a:blip r:embed="R485ea2e4be1c47a8">
            <a:extLst>
              <a:ext uri="{28A0092B-C50C-407E-A947-70E740481C1C}">
                <a14:useLocalDpi xmlns:a14="http://schemas.microsoft.com/office/drawing/2010/main"/>
              </a:ext>
            </a:extLst>
          </a:blip>
          <a:stretch>
            <a:fillRect/>
          </a:stretch>
        </p:blipFill>
        <p:spPr>
          <a:xfrm>
            <a:off x="-1" y="0"/>
            <a:ext cx="12192001" cy="6858000"/>
          </a:xfrm>
          <a:prstGeom prst="rect">
            <a:avLst/>
          </a:prstGeom>
        </p:spPr>
      </p:pic>
      <p:pic>
        <p:nvPicPr>
          <p:cNvPr id="10" name="图片 9">
            <a:extLst>
              <a:ext uri="{FF2B5EF4-FFF2-40B4-BE49-F238E27FC236}">
                <a16:creationId xmlns:a16="http://schemas.microsoft.com/office/drawing/2014/main" id="{18FA9D85-8EAF-E0CE-F965-A4811F6DE319}"/>
              </a:ext>
            </a:extLst>
          </p:cNvPr>
          <p:cNvPicPr>
            <a:picLocks noChangeAspect="1"/>
          </p:cNvPicPr>
          <p:nvPr/>
        </p:nvPicPr>
        <p:blipFill>
          <a:blip r:embed="Rd2f4090bc00743b2">
            <a:extLst>
              <a:ext uri="{28A0092B-C50C-407E-A947-70E740481C1C}">
                <a14:useLocalDpi xmlns:a14="http://schemas.microsoft.com/office/drawing/2010/main"/>
              </a:ext>
            </a:extLst>
          </a:blip>
          <a:stretch>
            <a:fillRect/>
          </a:stretch>
        </p:blipFill>
        <p:spPr>
          <a:xfrm>
            <a:off x="11280578" y="5373504"/>
            <a:ext cx="779327" cy="1394182"/>
          </a:xfrm>
          <a:prstGeom prst="rect">
            <a:avLst/>
          </a:prstGeom>
        </p:spPr>
      </p:pic>
      <p:pic>
        <p:nvPicPr>
          <p:cNvPr id="11" name="图片 10">
            <a:extLst>
              <a:ext uri="{FF2B5EF4-FFF2-40B4-BE49-F238E27FC236}">
                <a16:creationId xmlns:a16="http://schemas.microsoft.com/office/drawing/2014/main" id="{08D8CFAF-CC64-9ACA-390A-1AE66F6D8559}"/>
              </a:ext>
            </a:extLst>
          </p:cNvPr>
          <p:cNvPicPr>
            <a:picLocks noChangeAspect="1"/>
          </p:cNvPicPr>
          <p:nvPr/>
        </p:nvPicPr>
        <p:blipFill>
          <a:blip r:embed="R7b2355a65cc24dd8">
            <a:lum bright="70000" contrast="-70000"/>
            <a:extLst>
              <a:ext uri="{28A0092B-C50C-407E-A947-70E740481C1C}">
                <a14:useLocalDpi xmlns:a14="http://schemas.microsoft.com/office/drawing/2010/main"/>
              </a:ext>
            </a:extLst>
          </a:blip>
          <a:stretch>
            <a:fillRect/>
          </a:stretch>
        </p:blipFill>
        <p:spPr>
          <a:xfrm>
            <a:off x="-1" y="5733256"/>
            <a:ext cx="2654625" cy="1174614"/>
          </a:xfrm>
          <a:prstGeom prst="rect">
            <a:avLst/>
          </a:prstGeom>
        </p:spPr>
      </p:pic>
      <p:sp>
        <p:nvSpPr>
          <p:cNvPr id="12" name="文本框 11">
            <a:extLst>
              <a:ext uri="{FF2B5EF4-FFF2-40B4-BE49-F238E27FC236}">
                <a16:creationId xmlns:a16="http://schemas.microsoft.com/office/drawing/2014/main" id="{2C7E9968-4BE6-C301-8047-1102DD1EB534}"/>
              </a:ext>
            </a:extLst>
          </p:cNvPr>
          <p:cNvSpPr txBox="1"/>
          <p:nvPr/>
        </p:nvSpPr>
        <p:spPr>
          <a:xfrm>
            <a:off x="1927803" y="1206913"/>
            <a:ext cx="7272808" cy="1862048"/>
          </a:xfrm>
          <a:prstGeom prst="rect">
            <a:avLst/>
          </a:prstGeom>
          <a:noFill/>
        </p:spPr>
        <p:txBody>
          <a:bodyPr wrap="square" rtlCol="0">
            <a:spAutoFit/>
          </a:bodyPr>
          <a:lstStyle/>
          <a:p>
            <a:pPr algn="dist"/>
            <a:r>
              <a:rPr lang="zh-CN" altLang="en-US" sz="11500">
                <a:solidFill>
                  <a:srgbClr val="FBC27A"/>
                </a:solidFill>
                <a:effectLst>
                  <a:outerShdw blurRad="38100" dist="38100" dir="2700000" algn="tl">
                    <a:srgbClr val="000000">
                      <a:alpha val="43137"/>
                    </a:srgbClr>
                  </a:outerShdw>
                </a:effectLst>
                <a:latin typeface="字体家AI造字剑客" pitchFamily="66" charset="-122"/>
                <a:ea typeface="字体家AI造字剑客" pitchFamily="66" charset="-122"/>
                <a:sym typeface="Arial"/>
              </a:rPr>
              <a:t>谢谢观看</a:t>
            </a:r>
          </a:p>
        </p:txBody>
      </p:sp>
      <p:pic>
        <p:nvPicPr>
          <p:cNvPr id="3" name="图片 2">
            <a:extLst>
              <a:ext uri="{FF2B5EF4-FFF2-40B4-BE49-F238E27FC236}">
                <a16:creationId xmlns:a16="http://schemas.microsoft.com/office/drawing/2014/main" id="{FFF8E5EE-6B12-8B9B-4A10-12D8456289CA}"/>
              </a:ext>
            </a:extLst>
          </p:cNvPr>
          <p:cNvPicPr>
            <a:picLocks noChangeAspect="1"/>
          </p:cNvPicPr>
          <p:nvPr/>
        </p:nvPicPr>
        <p:blipFill>
          <a:blip r:embed="Ra684418503274731">
            <a:extLst>
              <a:ext uri="{28A0092B-C50C-407E-A947-70E740481C1C}">
                <a14:useLocalDpi xmlns:a14="http://schemas.microsoft.com/office/drawing/2010/main"/>
              </a:ext>
            </a:extLst>
          </a:blip>
          <a:stretch>
            <a:fillRect/>
          </a:stretch>
        </p:blipFill>
        <p:spPr>
          <a:xfrm>
            <a:off x="1937237" y="2818017"/>
            <a:ext cx="8064897" cy="1911461"/>
          </a:xfrm>
          <a:prstGeom prst="rect">
            <a:avLst/>
          </a:prstGeom>
        </p:spPr>
      </p:pic>
      <p:grpSp>
        <p:nvGrpSpPr>
          <p:cNvPr id="13" name="组合 12">
            <a:extLst>
              <a:ext uri="{FF2B5EF4-FFF2-40B4-BE49-F238E27FC236}">
                <a16:creationId xmlns:a16="http://schemas.microsoft.com/office/drawing/2014/main" id="{A8CB049F-63DC-DA2C-B61E-DF1A588EDC74}"/>
              </a:ext>
            </a:extLst>
          </p:cNvPr>
          <p:cNvGrpSpPr/>
          <p:nvPr/>
        </p:nvGrpSpPr>
        <p:grpSpPr>
          <a:xfrm>
            <a:off x="6735057" y="95115"/>
            <a:ext cx="5484194" cy="584776"/>
            <a:chOff x="6530658" y="224934"/>
            <a:chExt cx="5484194" cy="584776"/>
          </a:xfrm>
        </p:grpSpPr>
        <p:sp>
          <p:nvSpPr>
            <p:cNvPr id="14" name="文本框 7">
              <a:extLst>
                <a:ext uri="{FF2B5EF4-FFF2-40B4-BE49-F238E27FC236}">
                  <a16:creationId xmlns:a16="http://schemas.microsoft.com/office/drawing/2014/main" id="{FF03784A-E104-EF55-6C5E-14A3A48F99B4}"/>
                </a:ext>
              </a:extLst>
            </p:cNvPr>
            <p:cNvSpPr txBox="1"/>
            <p:nvPr/>
          </p:nvSpPr>
          <p:spPr>
            <a:xfrm>
              <a:off x="7627365" y="224934"/>
              <a:ext cx="4248472" cy="369332"/>
            </a:xfrm>
            <a:prstGeom prst="rect">
              <a:avLst/>
            </a:prstGeom>
            <a:noFill/>
          </p:spPr>
          <p:txBody>
            <a:bodyPr wrap="square" rtlCol="0">
              <a:spAutoFit/>
            </a:bodyPr>
            <a:lstStyle/>
            <a:p>
              <a:pPr algn="dist"/>
              <a:r>
                <a:rPr lang="zh-CN" altLang="en-US">
                  <a:solidFill>
                    <a:schemeClr val="bg1"/>
                  </a:solidFill>
                  <a:effectLst>
                    <a:outerShdw blurRad="38100" dist="38100" dir="2700000" algn="tl">
                      <a:srgbClr val="000000">
                        <a:alpha val="43137"/>
                      </a:srgbClr>
                    </a:outerShdw>
                  </a:effectLst>
                  <a:latin typeface="Arial"/>
                  <a:ea typeface="微软雅黑"/>
                  <a:cs typeface="阿里巴巴普惠体 2.0 65 Medium" panose="00020600040101010101" pitchFamily="18" charset="-122"/>
                  <a:sym typeface="Arial"/>
                </a:rPr>
                <a:t>反腐倡廉 攻坚克难 廉洁政府</a:t>
              </a:r>
            </a:p>
          </p:txBody>
        </p:sp>
        <p:sp>
          <p:nvSpPr>
            <p:cNvPr id="15" name="文本框 8">
              <a:extLst>
                <a:ext uri="{FF2B5EF4-FFF2-40B4-BE49-F238E27FC236}">
                  <a16:creationId xmlns:a16="http://schemas.microsoft.com/office/drawing/2014/main" id="{7C30377C-36C2-3C59-CAD8-73EB15FC4A20}"/>
                </a:ext>
              </a:extLst>
            </p:cNvPr>
            <p:cNvSpPr txBox="1"/>
            <p:nvPr/>
          </p:nvSpPr>
          <p:spPr>
            <a:xfrm>
              <a:off x="6530658" y="594266"/>
              <a:ext cx="5484194" cy="215444"/>
            </a:xfrm>
            <a:prstGeom prst="rect">
              <a:avLst/>
            </a:prstGeom>
            <a:noFill/>
          </p:spPr>
          <p:txBody>
            <a:bodyPr wrap="none" rtlCol="0">
              <a:spAutoFit/>
            </a:bodyPr>
            <a:lstStyle/>
            <a:p>
              <a:r>
                <a:rPr lang="en-US" altLang="zh-CN" sz="800">
                  <a:solidFill>
                    <a:schemeClr val="bg1"/>
                  </a:solidFill>
                  <a:effectLst>
                    <a:outerShdw blurRad="38100" dist="38100" dir="2700000" algn="tl">
                      <a:srgbClr val="000000">
                        <a:alpha val="43137"/>
                      </a:srgbClr>
                    </a:outerShdw>
                  </a:effectLst>
                  <a:latin typeface="Arial"/>
                  <a:ea typeface="微软雅黑"/>
                  <a:cs typeface="阿里巴巴普惠体 2.0 45 Light" panose="00020600040101010101" pitchFamily="18" charset="-122"/>
                  <a:sym typeface="Arial"/>
                </a:rPr>
                <a:t>FIGHTING CORRUPTION AND ADVOCATING INTEGRITY, TACKLING DIFFICULTIES IN CLEAN GOVERNMENT</a:t>
              </a:r>
              <a:endParaRPr lang="zh-CN" altLang="en-US" sz="800">
                <a:solidFill>
                  <a:schemeClr val="bg1"/>
                </a:solidFill>
                <a:effectLst>
                  <a:outerShdw blurRad="38100" dist="38100" dir="2700000" algn="tl">
                    <a:srgbClr val="000000">
                      <a:alpha val="43137"/>
                    </a:srgbClr>
                  </a:outerShdw>
                </a:effectLst>
                <a:latin typeface="Arial"/>
                <a:ea typeface="微软雅黑"/>
                <a:cs typeface="阿里巴巴普惠体 2.0 45 Light" panose="00020600040101010101" pitchFamily="18" charset="-122"/>
                <a:sym typeface="Arial"/>
              </a:endParaRPr>
            </a:p>
          </p:txBody>
        </p:sp>
      </p:grpSp>
    </p:spTree>
    <p:extLst>
      <p:ext uri="{BB962C8B-B14F-4D97-AF65-F5344CB8AC3E}">
        <p14:creationId xmlns:p14="http://schemas.microsoft.com/office/powerpoint/2010/main" val="302446987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par>
                                <p:cTn id="10" presetID="53" presetClass="entr" presetSubtype="0" fill="hold" nodeType="with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animEffect transition="in" filter="fade">
                                      <p:cBhvr>
                                        <p:cTn id="14" dur="500"/>
                                        <p:tgtEl>
                                          <p:spTgt spid="10"/>
                                        </p:tgtEl>
                                      </p:cBhvr>
                                    </p:animEffect>
                                  </p:childTnLst>
                                </p:cTn>
                              </p:par>
                            </p:childTnLst>
                          </p:cTn>
                        </p:par>
                      </p:childTnLst>
                    </p:cTn>
                  </p:par>
                  <p:par>
                    <p:cTn id="15" fill="hold" nodeType="clickPar">
                      <p:stCondLst>
                        <p:cond delay="indefinite"/>
                        <p:cond evt="onBegin" delay="0">
                          <p:tn val="14"/>
                        </p:cond>
                      </p:stCondLst>
                      <p:childTnLst>
                        <p:par>
                          <p:cTn id="16" fill="hold" nodeType="afterGroup">
                            <p:stCondLst>
                              <p:cond delay="0"/>
                            </p:stCondLst>
                            <p:childTnLst>
                              <p:par>
                                <p:cTn id="17" presetID="53"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p:cTn id="19" dur="500" fill="hold"/>
                                        <p:tgtEl>
                                          <p:spTgt spid="12"/>
                                        </p:tgtEl>
                                        <p:attrNameLst>
                                          <p:attrName>ppt_w</p:attrName>
                                        </p:attrNameLst>
                                      </p:cBhvr>
                                      <p:tavLst>
                                        <p:tav tm="0">
                                          <p:val>
                                            <p:fltVal val="0"/>
                                          </p:val>
                                        </p:tav>
                                        <p:tav tm="100000">
                                          <p:val>
                                            <p:strVal val="#ppt_w"/>
                                          </p:val>
                                        </p:tav>
                                      </p:tavLst>
                                    </p:anim>
                                    <p:anim calcmode="lin" valueType="num">
                                      <p:cBhvr>
                                        <p:cTn id="20" dur="500" fill="hold"/>
                                        <p:tgtEl>
                                          <p:spTgt spid="12"/>
                                        </p:tgtEl>
                                        <p:attrNameLst>
                                          <p:attrName>ppt_h</p:attrName>
                                        </p:attrNameLst>
                                      </p:cBhvr>
                                      <p:tavLst>
                                        <p:tav tm="0">
                                          <p:val>
                                            <p:fltVal val="0"/>
                                          </p:val>
                                        </p:tav>
                                        <p:tav tm="100000">
                                          <p:val>
                                            <p:strVal val="#ppt_h"/>
                                          </p:val>
                                        </p:tav>
                                      </p:tavLst>
                                    </p:anim>
                                    <p:animEffect transition="in" filter="fade">
                                      <p:cBhvr>
                                        <p:cTn id="21" dur="500"/>
                                        <p:tgtEl>
                                          <p:spTgt spid="12"/>
                                        </p:tgtEl>
                                      </p:cBhvr>
                                    </p:animEffect>
                                  </p:childTnLst>
                                </p:cTn>
                              </p:par>
                              <p:par>
                                <p:cTn id="22" presetID="53" presetClass="entr" presetSubtype="0" fill="hold" nodeType="with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p:cTn id="24" dur="500" fill="hold"/>
                                        <p:tgtEl>
                                          <p:spTgt spid="3"/>
                                        </p:tgtEl>
                                        <p:attrNameLst>
                                          <p:attrName>ppt_w</p:attrName>
                                        </p:attrNameLst>
                                      </p:cBhvr>
                                      <p:tavLst>
                                        <p:tav tm="0">
                                          <p:val>
                                            <p:fltVal val="0"/>
                                          </p:val>
                                        </p:tav>
                                        <p:tav tm="100000">
                                          <p:val>
                                            <p:strVal val="#ppt_w"/>
                                          </p:val>
                                        </p:tav>
                                      </p:tavLst>
                                    </p:anim>
                                    <p:anim calcmode="lin" valueType="num">
                                      <p:cBhvr>
                                        <p:cTn id="25" dur="500" fill="hold"/>
                                        <p:tgtEl>
                                          <p:spTgt spid="3"/>
                                        </p:tgtEl>
                                        <p:attrNameLst>
                                          <p:attrName>ppt_h</p:attrName>
                                        </p:attrNameLst>
                                      </p:cBhvr>
                                      <p:tavLst>
                                        <p:tav tm="0">
                                          <p:val>
                                            <p:fltVal val="0"/>
                                          </p:val>
                                        </p:tav>
                                        <p:tav tm="100000">
                                          <p:val>
                                            <p:strVal val="#ppt_h"/>
                                          </p:val>
                                        </p:tav>
                                      </p:tavLst>
                                    </p:anim>
                                    <p:animEffect transition="in" filter="fade">
                                      <p:cBhvr>
                                        <p:cTn id="26" dur="500"/>
                                        <p:tgtEl>
                                          <p:spTgt spid="3"/>
                                        </p:tgtEl>
                                      </p:cBhvr>
                                    </p:animEffect>
                                  </p:childTnLst>
                                </p:cTn>
                              </p:par>
                              <p:par>
                                <p:cTn id="27" presetID="53"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anim calcmode="lin" valueType="num">
                                      <p:cBhvr>
                                        <p:cTn id="29" dur="500" fill="hold"/>
                                        <p:tgtEl>
                                          <p:spTgt spid="13"/>
                                        </p:tgtEl>
                                        <p:attrNameLst>
                                          <p:attrName>ppt_w</p:attrName>
                                        </p:attrNameLst>
                                      </p:cBhvr>
                                      <p:tavLst>
                                        <p:tav tm="0">
                                          <p:val>
                                            <p:fltVal val="0"/>
                                          </p:val>
                                        </p:tav>
                                        <p:tav tm="100000">
                                          <p:val>
                                            <p:strVal val="#ppt_w"/>
                                          </p:val>
                                        </p:tav>
                                      </p:tavLst>
                                    </p:anim>
                                    <p:anim calcmode="lin" valueType="num">
                                      <p:cBhvr>
                                        <p:cTn id="30" dur="500" fill="hold"/>
                                        <p:tgtEl>
                                          <p:spTgt spid="13"/>
                                        </p:tgtEl>
                                        <p:attrNameLst>
                                          <p:attrName>ppt_h</p:attrName>
                                        </p:attrNameLst>
                                      </p:cBhvr>
                                      <p:tavLst>
                                        <p:tav tm="0">
                                          <p:val>
                                            <p:fltVal val="0"/>
                                          </p:val>
                                        </p:tav>
                                        <p:tav tm="100000">
                                          <p:val>
                                            <p:strVal val="#ppt_h"/>
                                          </p:val>
                                        </p:tav>
                                      </p:tavLst>
                                    </p:anim>
                                    <p:animEffect transition="in" filter="fade">
                                      <p:cBhvr>
                                        <p:cTn id="3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0" y="0"/>
            <a:ext cx="12192000" cy="6858000"/>
          </a:xfrm>
          <a:prstGeom prst="rect">
            <a:avLst/>
          </a:prstGeom>
          <a:gradFill>
            <a:gsLst>
              <a:gs pos="0">
                <a:srgbClr val="F5872E"/>
              </a:gs>
              <a:gs pos="52100">
                <a:srgbClr val="FC7440"/>
              </a:gs>
              <a:gs pos="100000">
                <a:srgbClr val="FC644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6" name="图片 5">
            <a:extLst>
              <a:ext uri="{FF2B5EF4-FFF2-40B4-BE49-F238E27FC236}">
                <a16:creationId xmlns:a16="http://schemas.microsoft.com/office/drawing/2014/main" id="{3FCE0580-9D1B-EF74-B2D6-3ABC2A2CB185}"/>
              </a:ext>
            </a:extLst>
          </p:cNvPr>
          <p:cNvPicPr>
            <a:picLocks noChangeAspect="1"/>
          </p:cNvPicPr>
          <p:nvPr/>
        </p:nvPicPr>
        <p:blipFill>
          <a:blip r:embed="R078ad79d3aef438a">
            <a:extLst>
              <a:ext uri="{28A0092B-C50C-407E-A947-70E740481C1C}">
                <a14:useLocalDpi xmlns:a14="http://schemas.microsoft.com/office/drawing/2010/main" val="0"/>
              </a:ext>
            </a:extLst>
          </a:blip>
          <a:srcRect/>
          <a:stretch/>
        </p:blipFill>
        <p:spPr>
          <a:xfrm>
            <a:off x="556078" y="373516"/>
            <a:ext cx="10863943" cy="6110967"/>
          </a:xfrm>
          <a:prstGeom prst="rect">
            <a:avLst/>
          </a:prstGeom>
        </p:spPr>
      </p:pic>
      <mc:AlternateContent xmlns:mc="http://schemas.openxmlformats.org/markup-compatibility/2006">
        <mc:Choice xmlns:p14="http://schemas.microsoft.com/office/powerpoint/2010/main" Requires="p14">
          <p:contentPart p14:bwMode="auto" r:id="R4856b599bbc84000">
            <p14:nvContentPartPr>
              <p14:cNvPr id="16" name="墨迹 15"/>
              <p14:cNvContentPartPr/>
              <p14:nvPr/>
            </p14:nvContentPartPr>
            <p14:xfrm>
              <a:off x="2093051" y="-286110"/>
              <a:ext cx="360" cy="360"/>
            </p14:xfrm>
          </p:contentPart>
        </mc:Choice>
        <mc:Fallback>
          <p:pic>
            <p:nvPicPr>
              <p:cNvPr id="16" name="墨迹 15"/>
              <p:cNvPicPr/>
              <p:nvPr/>
            </p:nvPicPr>
            <p:blipFill>
              <a:blip r:embed="R5b96e789cf3545f9"/>
              <a:stretch>
                <a:fillRect/>
              </a:stretch>
            </p:blipFill>
            <p:spPr>
              <a:xfrm>
                <a:off x="2057051" y="-322110"/>
                <a:ext cx="72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16885ff0ae6f4696">
            <p14:nvContentPartPr>
              <p14:cNvPr id="17" name="墨迹 16"/>
              <p14:cNvContentPartPr/>
              <p14:nvPr/>
            </p14:nvContentPartPr>
            <p14:xfrm>
              <a:off x="822971" y="-489150"/>
              <a:ext cx="360" cy="360"/>
            </p14:xfrm>
          </p:contentPart>
        </mc:Choice>
        <mc:Fallback>
          <p:pic>
            <p:nvPicPr>
              <p:cNvPr id="17" name="墨迹 16"/>
              <p:cNvPicPr/>
              <p:nvPr/>
            </p:nvPicPr>
            <p:blipFill>
              <a:blip r:embed="R5b96e789cf3545f9"/>
              <a:stretch>
                <a:fillRect/>
              </a:stretch>
            </p:blipFill>
            <p:spPr>
              <a:xfrm>
                <a:off x="786971" y="-525150"/>
                <a:ext cx="72000" cy="72000"/>
              </a:xfrm>
              <a:prstGeom prst="rect">
                <a:avLst/>
              </a:prstGeom>
            </p:spPr>
          </p:pic>
        </mc:Fallback>
      </mc:AlternateContent>
      <p:sp>
        <p:nvSpPr>
          <p:cNvPr id="5" name="文本框 4"/>
          <p:cNvSpPr txBox="1"/>
          <p:nvPr/>
        </p:nvSpPr>
        <p:spPr>
          <a:xfrm>
            <a:off x="995631" y="5853325"/>
            <a:ext cx="5218430" cy="353196"/>
          </a:xfrm>
          <a:prstGeom prst="roundRect">
            <a:avLst/>
          </a:prstGeom>
          <a:solidFill>
            <a:schemeClr val="bg1"/>
          </a:solidFill>
        </p:spPr>
        <p:txBody>
          <a:bodyPr wrap="square">
            <a:noAutofit/>
          </a:bodyPr>
          <a:lstStyle/>
          <a:p>
            <a:r>
              <a:rPr lang="en-US" altLang="zh-CN">
                <a:solidFill>
                  <a:schemeClr val="bg1"/>
                </a:solidFill>
                <a:hlinkClick r:id="R2207054504844141aab1b0cf851b4666"/>
              </a:rPr>
              <a:t>https://www.pptsupermarket.com/customizes</a:t>
            </a:r>
            <a:endParaRPr lang="en-US" altLang="zh-CN">
              <a:solidFill>
                <a:schemeClr val="bg1"/>
              </a:solidFill>
            </a:endParaRPr>
          </a:p>
        </p:txBody>
      </p:sp>
      <p:pic>
        <p:nvPicPr>
          <p:cNvPr id="3" name="图片 2">
            <a:extLst>
              <a:ext uri="{FF2B5EF4-FFF2-40B4-BE49-F238E27FC236}">
                <a16:creationId xmlns:a16="http://schemas.microsoft.com/office/drawing/2014/main" id="{0C505DC9-B288-9E36-2E1C-FAB4AFFB11D1}"/>
              </a:ext>
            </a:extLst>
          </p:cNvPr>
          <p:cNvPicPr>
            <a:picLocks noChangeAspect="1"/>
          </p:cNvPicPr>
          <p:nvPr/>
        </p:nvPicPr>
        <p:blipFill>
          <a:blip r:embed="R3e27098b0c1e4bf3" cstate="print">
            <a:extLst>
              <a:ext uri="{28A0092B-C50C-407E-A947-70E740481C1C}">
                <a14:useLocalDpi xmlns:a14="http://schemas.microsoft.com/office/drawing/2010/main" val="0"/>
              </a:ext>
            </a:extLst>
          </a:blip>
          <a:stretch>
            <a:fillRect/>
          </a:stretch>
        </p:blipFill>
        <p:spPr>
          <a:xfrm>
            <a:off x="7861028" y="1584183"/>
            <a:ext cx="2669342" cy="2757368"/>
          </a:xfrm>
          <a:prstGeom prst="rect">
            <a:avLst/>
          </a:prstGeom>
        </p:spPr>
      </p:pic>
      <p:sp>
        <p:nvSpPr>
          <p:cNvPr id="2" name="文本框 1">
            <a:extLst>
              <a:ext uri="{FF2B5EF4-FFF2-40B4-BE49-F238E27FC236}">
                <a16:creationId xmlns:a16="http://schemas.microsoft.com/office/drawing/2014/main" id="{DB6278BE-3286-7688-C839-03607785B618}"/>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464B4C1-1D1A-E7BF-FF1D-C8DA501C10E2}"/>
              </a:ext>
            </a:extLst>
          </p:cNvPr>
          <p:cNvSpPr/>
          <p:nvPr/>
        </p:nvSpPr>
        <p:spPr>
          <a:xfrm>
            <a:off x="0" y="0"/>
            <a:ext cx="12192000" cy="6858000"/>
          </a:xfrm>
          <a:prstGeom prst="rect">
            <a:avLst/>
          </a:prstGeom>
          <a:gradFill>
            <a:gsLst>
              <a:gs pos="0">
                <a:srgbClr val="F5872E"/>
              </a:gs>
              <a:gs pos="52100">
                <a:srgbClr val="FC7440"/>
              </a:gs>
              <a:gs pos="100000">
                <a:srgbClr val="FC644F"/>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11" name="图片 10"/>
          <p:cNvPicPr>
            <a:picLocks noChangeAspect="1"/>
          </p:cNvPicPr>
          <p:nvPr/>
        </p:nvPicPr>
        <p:blipFill>
          <a:blip r:embed="Rc00f2ae946064fa0" cstate="screen">
            <a:extLst>
              <a:ext uri="{28A0092B-C50C-407E-A947-70E740481C1C}">
                <a14:useLocalDpi xmlns:a14="http://schemas.microsoft.com/office/drawing/2010/main"/>
              </a:ext>
            </a:extLst>
          </a:blip>
          <a:stretch>
            <a:fillRect/>
          </a:stretch>
        </p:blipFill>
        <p:spPr>
          <a:xfrm>
            <a:off x="4952144" y="1028495"/>
            <a:ext cx="6814466" cy="4801010"/>
          </a:xfrm>
          <a:prstGeom prst="rect">
            <a:avLst/>
          </a:prstGeom>
          <a:ln>
            <a:noFill/>
          </a:ln>
          <a:effectLst>
            <a:outerShdw blurRad="190500" algn="tl" rotWithShape="0">
              <a:srgbClr val="000000">
                <a:alpha val="70000"/>
              </a:srgbClr>
            </a:outerShdw>
          </a:effectLst>
        </p:spPr>
      </p:pic>
      <p:pic>
        <p:nvPicPr>
          <p:cNvPr id="10" name="图片 9"/>
          <p:cNvPicPr>
            <a:picLocks noChangeAspect="1"/>
          </p:cNvPicPr>
          <p:nvPr/>
        </p:nvPicPr>
        <p:blipFill>
          <a:blip r:embed="R4928513dab3b4805" cstate="print">
            <a:extLst>
              <a:ext uri="{28A0092B-C50C-407E-A947-70E740481C1C}">
                <a14:useLocalDpi xmlns:a14="http://schemas.microsoft.com/office/drawing/2010/main" val="0"/>
              </a:ext>
            </a:extLst>
          </a:blip>
          <a:stretch>
            <a:fillRect/>
          </a:stretch>
        </p:blipFill>
        <p:spPr>
          <a:xfrm>
            <a:off x="699842" y="3904439"/>
            <a:ext cx="1690961" cy="1690961"/>
          </a:xfrm>
          <a:prstGeom prst="rect">
            <a:avLst/>
          </a:prstGeom>
        </p:spPr>
      </p:pic>
      <p:sp>
        <p:nvSpPr>
          <p:cNvPr id="13" name="文本框 12"/>
          <p:cNvSpPr txBox="1"/>
          <p:nvPr/>
        </p:nvSpPr>
        <p:spPr>
          <a:xfrm>
            <a:off x="587177" y="1095947"/>
            <a:ext cx="4154347" cy="2123658"/>
          </a:xfrm>
          <a:prstGeom prst="rect">
            <a:avLst/>
          </a:prstGeom>
          <a:noFill/>
        </p:spPr>
        <p:txBody>
          <a:bodyPr wrap="square">
            <a:spAutoFit/>
          </a:bodyPr>
          <a:lstStyle/>
          <a:p>
            <a:r>
              <a:rPr lang="en-US" altLang="zh-CN" sz="4400" b="1" i="0">
                <a:solidFill>
                  <a:schemeClr val="bg1"/>
                </a:solidFill>
                <a:effectLst/>
                <a:latin typeface="MiSans Medium" panose="00000600000000000000" pitchFamily="2" charset="-122"/>
                <a:ea typeface="MiSans Medium" panose="00000600000000000000" pitchFamily="2" charset="-122"/>
              </a:rPr>
              <a:t>PPT</a:t>
            </a:r>
            <a:r>
              <a:rPr lang="zh-CN" altLang="en-US" sz="4400" b="1" i="0">
                <a:solidFill>
                  <a:schemeClr val="bg1"/>
                </a:solidFill>
                <a:effectLst/>
                <a:latin typeface="MiSans Medium" panose="00000600000000000000" pitchFamily="2" charset="-122"/>
                <a:ea typeface="MiSans Medium" panose="00000600000000000000" pitchFamily="2" charset="-122"/>
              </a:rPr>
              <a:t>超级市场</a:t>
            </a:r>
            <a:r>
              <a:rPr lang="en-US" altLang="zh-CN" sz="4400" b="1" i="0">
                <a:solidFill>
                  <a:schemeClr val="bg1"/>
                </a:solidFill>
                <a:effectLst/>
                <a:latin typeface="MiSans Medium" panose="00000600000000000000" pitchFamily="2" charset="-122"/>
                <a:ea typeface="MiSans Medium" panose="00000600000000000000" pitchFamily="2" charset="-122"/>
              </a:rPr>
              <a:t>AI</a:t>
            </a:r>
          </a:p>
          <a:p>
            <a:r>
              <a:rPr lang="en-US" altLang="zh-CN" sz="4400" b="1" i="0">
                <a:solidFill>
                  <a:schemeClr val="bg1"/>
                </a:solidFill>
                <a:effectLst/>
                <a:latin typeface="MiSans Medium" panose="00000600000000000000" pitchFamily="2" charset="-122"/>
                <a:ea typeface="MiSans Medium" panose="00000600000000000000" pitchFamily="2" charset="-122"/>
              </a:rPr>
              <a:t>1</a:t>
            </a:r>
            <a:r>
              <a:rPr lang="zh-CN" altLang="en-US" sz="4400" b="1" i="0">
                <a:solidFill>
                  <a:schemeClr val="bg1"/>
                </a:solidFill>
                <a:effectLst/>
                <a:latin typeface="MiSans Medium" panose="00000600000000000000" pitchFamily="2" charset="-122"/>
                <a:ea typeface="MiSans Medium" panose="00000600000000000000" pitchFamily="2" charset="-122"/>
              </a:rPr>
              <a:t>分钟</a:t>
            </a:r>
            <a:r>
              <a:rPr lang="zh-CN" altLang="en-US" sz="4400" b="1">
                <a:solidFill>
                  <a:schemeClr val="bg1"/>
                </a:solidFill>
                <a:latin typeface="MiSans Medium" panose="00000600000000000000" pitchFamily="2" charset="-122"/>
                <a:ea typeface="MiSans Medium" panose="00000600000000000000" pitchFamily="2" charset="-122"/>
              </a:rPr>
              <a:t>免费</a:t>
            </a:r>
            <a:endParaRPr lang="en-US" altLang="zh-CN" sz="4400" b="1" i="0">
              <a:solidFill>
                <a:schemeClr val="bg1"/>
              </a:solidFill>
              <a:effectLst/>
              <a:latin typeface="MiSans Medium" panose="00000600000000000000" pitchFamily="2" charset="-122"/>
              <a:ea typeface="MiSans Medium" panose="00000600000000000000" pitchFamily="2" charset="-122"/>
            </a:endParaRPr>
          </a:p>
          <a:p>
            <a:r>
              <a:rPr lang="en-US" altLang="zh-CN" sz="4400" b="1" i="0">
                <a:solidFill>
                  <a:schemeClr val="bg1"/>
                </a:solidFill>
                <a:effectLst/>
                <a:latin typeface="MiSans Medium" panose="00000600000000000000" pitchFamily="2" charset="-122"/>
                <a:ea typeface="MiSans Medium" panose="00000600000000000000" pitchFamily="2" charset="-122"/>
              </a:rPr>
              <a:t>AI</a:t>
            </a:r>
            <a:r>
              <a:rPr lang="zh-CN" altLang="en-US" sz="4400" b="1" i="0">
                <a:solidFill>
                  <a:schemeClr val="bg1"/>
                </a:solidFill>
                <a:effectLst/>
                <a:latin typeface="MiSans Medium" panose="00000600000000000000" pitchFamily="2" charset="-122"/>
                <a:ea typeface="MiSans Medium" panose="00000600000000000000" pitchFamily="2" charset="-122"/>
              </a:rPr>
              <a:t>生成精美</a:t>
            </a:r>
            <a:r>
              <a:rPr lang="en-US" altLang="zh-CN" sz="4400" b="1" i="0">
                <a:solidFill>
                  <a:schemeClr val="bg1"/>
                </a:solidFill>
                <a:effectLst/>
                <a:latin typeface="MiSans Medium" panose="00000600000000000000" pitchFamily="2" charset="-122"/>
                <a:ea typeface="MiSans Medium" panose="00000600000000000000" pitchFamily="2" charset="-122"/>
              </a:rPr>
              <a:t>PPT</a:t>
            </a:r>
          </a:p>
        </p:txBody>
      </p:sp>
      <mc:AlternateContent xmlns:mc="http://schemas.openxmlformats.org/markup-compatibility/2006" xmlns:p14="http://schemas.microsoft.com/office/powerpoint/2010/main">
        <mc:Choice Requires="p14">
          <p:contentPart p14:bwMode="auto" r:id="R30db3199e9814836">
            <p14:nvContentPartPr>
              <p14:cNvPr id="15" name="墨迹 14"/>
              <p14:cNvContentPartPr/>
              <p14:nvPr/>
            </p14:nvContentPartPr>
            <p14:xfrm>
              <a:off x="5357445" y="1361610"/>
              <a:ext cx="1892160" cy="360"/>
            </p14:xfrm>
          </p:contentPart>
        </mc:Choice>
        <mc:Fallback xmlns="">
          <p:pic>
            <p:nvPicPr>
              <p:cNvPr id="15" name="墨迹 14"/>
            </p:nvPicPr>
            <p:blipFill>
              <a:blip r:embed="R859b9ec5e7494f03"/>
            </p:blipFill>
            <p:spPr>
              <a:xfrm>
                <a:off x="5357445" y="1361610"/>
                <a:ext cx="1892160" cy="360"/>
              </a:xfrm>
              <a:prstGeom prst="rect"/>
            </p:spPr>
          </p:pic>
        </mc:Fallback>
      </mc:AlternateContent>
      <mc:AlternateContent xmlns:mc="http://schemas.openxmlformats.org/markup-compatibility/2006">
        <mc:Choice xmlns:p14="http://schemas.microsoft.com/office/powerpoint/2010/main" Requires="p14">
          <p:contentPart p14:bwMode="auto" r:id="Rc1b325228767446c">
            <p14:nvContentPartPr>
              <p14:cNvPr id="16" name="墨迹 15"/>
              <p14:cNvContentPartPr/>
              <p14:nvPr/>
            </p14:nvContentPartPr>
            <p14:xfrm>
              <a:off x="1974990" y="-204574"/>
              <a:ext cx="360" cy="360"/>
            </p14:xfrm>
          </p:contentPart>
        </mc:Choice>
        <mc:Fallback>
          <p:pic>
            <p:nvPicPr>
              <p:cNvPr id="16" name="墨迹 15"/>
              <p:cNvPicPr/>
              <p:nvPr/>
            </p:nvPicPr>
            <p:blipFill>
              <a:blip r:embed="R4086503f24f24fec"/>
              <a:stretch>
                <a:fillRect/>
              </a:stretch>
            </p:blipFill>
            <p:spPr>
              <a:xfrm>
                <a:off x="1938990" y="-240574"/>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e5807fe050b74933">
            <p14:nvContentPartPr>
              <p14:cNvPr id="17" name="墨迹 16"/>
              <p14:cNvContentPartPr/>
              <p14:nvPr/>
            </p14:nvContentPartPr>
            <p14:xfrm>
              <a:off x="704910" y="-489150"/>
              <a:ext cx="360" cy="360"/>
            </p14:xfrm>
          </p:contentPart>
        </mc:Choice>
        <mc:Fallback xmlns="">
          <p:pic>
            <p:nvPicPr>
              <p:cNvPr id="17" name="墨迹 16"/>
            </p:nvPicPr>
            <p:blipFill>
              <a:blip r:embed="R3048ebf17b0448da"/>
            </p:blipFill>
            <p:spPr>
              <a:xfrm>
                <a:off x="704910" y="-489150"/>
                <a:ext cx="360" cy="360"/>
              </a:xfrm>
              <a:prstGeom prst="rect"/>
            </p:spPr>
          </p:pic>
        </mc:Fallback>
      </mc:AlternateContent>
      <p:pic>
        <p:nvPicPr>
          <p:cNvPr id="19" name="图片 18"/>
          <p:cNvPicPr>
            <a:picLocks noChangeAspect="1"/>
          </p:cNvPicPr>
          <p:nvPr/>
        </p:nvPicPr>
        <p:blipFill>
          <a:blip r:embed="Ra7e559c1b5e44993">
            <a:extLst>
              <a:ext uri="{28A0092B-C50C-407E-A947-70E740481C1C}">
                <a14:useLocalDpi xmlns:a14="http://schemas.microsoft.com/office/drawing/2010/main" val="0"/>
              </a:ext>
            </a:extLst>
          </a:blip>
          <a:stretch>
            <a:fillRect/>
          </a:stretch>
        </p:blipFill>
        <p:spPr>
          <a:xfrm>
            <a:off x="693632" y="3902536"/>
            <a:ext cx="1690960" cy="1690960"/>
          </a:xfrm>
          <a:prstGeom prst="rect">
            <a:avLst/>
          </a:prstGeom>
        </p:spPr>
      </p:pic>
      <p:pic>
        <p:nvPicPr>
          <p:cNvPr id="21" name="图片 20"/>
          <p:cNvPicPr>
            <a:picLocks noChangeAspect="1"/>
          </p:cNvPicPr>
          <p:nvPr/>
        </p:nvPicPr>
        <p:blipFill>
          <a:blip r:embed="R4da1bc2b35f14610" cstate="print">
            <a:extLst>
              <a:ext uri="{28A0092B-C50C-407E-A947-70E740481C1C}">
                <a14:useLocalDpi xmlns:a14="http://schemas.microsoft.com/office/drawing/2010/main" val="0"/>
              </a:ext>
            </a:extLst>
          </a:blip>
          <a:stretch>
            <a:fillRect/>
          </a:stretch>
        </p:blipFill>
        <p:spPr>
          <a:xfrm>
            <a:off x="2597770" y="3902536"/>
            <a:ext cx="1690960" cy="1690960"/>
          </a:xfrm>
          <a:prstGeom prst="rect">
            <a:avLst/>
          </a:prstGeom>
        </p:spPr>
      </p:pic>
      <p:sp>
        <p:nvSpPr>
          <p:cNvPr id="23" name="文本框 22"/>
          <p:cNvSpPr txBox="1"/>
          <p:nvPr/>
        </p:nvSpPr>
        <p:spPr>
          <a:xfrm>
            <a:off x="693632" y="3288809"/>
            <a:ext cx="3648020" cy="369332"/>
          </a:xfrm>
          <a:prstGeom prst="rect">
            <a:avLst/>
          </a:prstGeom>
          <a:solidFill>
            <a:schemeClr val="bg1"/>
          </a:solidFill>
        </p:spPr>
        <p:txBody>
          <a:bodyPr wrap="square">
            <a:spAutoFit/>
          </a:bodyPr>
          <a:lstStyle/>
          <a:p>
            <a:r>
              <a:rPr lang="en-US" altLang="zh-CN">
                <a:solidFill>
                  <a:schemeClr val="bg1"/>
                </a:solidFill>
                <a:hlinkClick r:id="Ra023b5c8d40443ce87ae97cbaf48ebf8"/>
              </a:rPr>
              <a:t>https://www.pptsupermarket.com</a:t>
            </a:r>
            <a:endParaRPr lang="zh-CN" altLang="en-US">
              <a:solidFill>
                <a:schemeClr val="bg1"/>
              </a:solidFill>
            </a:endParaRPr>
          </a:p>
        </p:txBody>
      </p:sp>
      <p:sp>
        <p:nvSpPr>
          <p:cNvPr id="3" name="文本框 2">
            <a:extLst>
              <a:ext uri="{FF2B5EF4-FFF2-40B4-BE49-F238E27FC236}">
                <a16:creationId xmlns:a16="http://schemas.microsoft.com/office/drawing/2014/main" id="{20A45F51-90AD-52ED-9B4B-9163368ABC90}"/>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p:nvPr/>
        </p:nvSpPr>
        <p:spPr>
          <a:xfrm>
            <a:off x="0" y="0"/>
            <a:ext cx="12192000" cy="6858000"/>
          </a:xfrm>
          <a:prstGeom prst="rect">
            <a:avLst/>
          </a:prstGeom>
          <a:solidFill>
            <a:srgbClr val="EA6C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3fb42f3d6ee64b40" cstate="print">
            <a:extLst>
              <a:ext uri="{28A0092B-C50C-407E-A947-70E740481C1C}">
                <a14:useLocalDpi xmlns:a14="http://schemas.microsoft.com/office/drawing/2010/main" val="0"/>
              </a:ext>
            </a:extLst>
          </a:blip>
          <a:stretch>
            <a:fillRect/>
          </a:stretch>
        </p:blipFill>
        <p:spPr>
          <a:xfrm>
            <a:off x="2820996" y="2078418"/>
            <a:ext cx="2674457" cy="2674457"/>
          </a:xfrm>
          <a:prstGeom prst="rect">
            <a:avLst/>
          </a:prstGeom>
        </p:spPr>
      </p:pic>
      <p:sp>
        <p:nvSpPr>
          <p:cNvPr id="2" name="文本框 1"/>
          <p:cNvSpPr txBox="1"/>
          <p:nvPr/>
        </p:nvSpPr>
        <p:spPr>
          <a:xfrm>
            <a:off x="762797" y="3051843"/>
            <a:ext cx="3096259" cy="646331"/>
          </a:xfrm>
          <a:prstGeom prst="rect">
            <a:avLst/>
          </a:prstGeom>
          <a:noFill/>
        </p:spPr>
        <p:txBody>
          <a:bodyPr wrap="square" rtlCol="0">
            <a:spAutoFit/>
          </a:bodyPr>
          <a:lstStyle/>
          <a:p>
            <a:r>
              <a:rPr lang="en-US" altLang="zh-CN" sz="3600" b="1" dirty="0">
                <a:solidFill>
                  <a:schemeClr val="bg1"/>
                </a:solidFill>
                <a:latin typeface="仓耳渔阳体 W01" panose="02020400000000000000" pitchFamily="18" charset="-122"/>
                <a:ea typeface="仓耳渔阳体 W01" panose="02020400000000000000" pitchFamily="18" charset="-122"/>
              </a:rPr>
              <a:t>Powered by</a:t>
            </a:r>
            <a:endParaRPr lang="zh-CN" altLang="en-US" sz="3600" b="1" dirty="0">
              <a:solidFill>
                <a:schemeClr val="bg1"/>
              </a:solidFill>
              <a:latin typeface="仓耳渔阳体 W01" panose="02020400000000000000" pitchFamily="18" charset="-122"/>
              <a:ea typeface="仓耳渔阳体 W01" panose="02020400000000000000" pitchFamily="18" charset="-122"/>
            </a:endParaRPr>
          </a:p>
        </p:txBody>
      </p:sp>
      <p:sp>
        <p:nvSpPr>
          <p:cNvPr id="9" name="文本框 8"/>
          <p:cNvSpPr txBox="1"/>
          <p:nvPr/>
        </p:nvSpPr>
        <p:spPr>
          <a:xfrm>
            <a:off x="6082502" y="4909715"/>
            <a:ext cx="2146300" cy="369332"/>
          </a:xfrm>
          <a:prstGeom prst="rect">
            <a:avLst/>
          </a:prstGeom>
          <a:noFill/>
        </p:spPr>
        <p:txBody>
          <a:bodyPr wrap="square" rtlCol="0">
            <a:spAutoFit/>
          </a:bodyPr>
          <a:lstStyle/>
          <a:p>
            <a:pPr algn="ctr"/>
            <a:r>
              <a:rPr lang="zh-CN" altLang="en-US" b="1">
                <a:solidFill>
                  <a:schemeClr val="bg1">
                    <a:lumMod val="95000"/>
                  </a:schemeClr>
                </a:solidFill>
                <a:latin typeface="仓耳渔阳体 W01" panose="02020400000000000000" pitchFamily="18" charset="-122"/>
                <a:ea typeface="仓耳渔阳体 W01" panose="02020400000000000000" pitchFamily="18" charset="-122"/>
              </a:rPr>
              <a:t>免费</a:t>
            </a:r>
            <a:r>
              <a:rPr lang="zh-CN" altLang="en-US" b="1" dirty="0">
                <a:solidFill>
                  <a:schemeClr val="bg1">
                    <a:lumMod val="95000"/>
                  </a:schemeClr>
                </a:solidFill>
                <a:latin typeface="仓耳渔阳体 W01" panose="02020400000000000000" pitchFamily="18" charset="-122"/>
                <a:ea typeface="仓耳渔阳体 W01" panose="02020400000000000000" pitchFamily="18" charset="-122"/>
              </a:rPr>
              <a:t>定制</a:t>
            </a:r>
            <a:r>
              <a:rPr lang="en-US" altLang="zh-CN" b="1" dirty="0">
                <a:solidFill>
                  <a:schemeClr val="bg1">
                    <a:lumMod val="95000"/>
                  </a:schemeClr>
                </a:solidFill>
                <a:latin typeface="仓耳渔阳体 W01" panose="02020400000000000000" pitchFamily="18" charset="-122"/>
                <a:ea typeface="仓耳渔阳体 W01" panose="02020400000000000000" pitchFamily="18" charset="-122"/>
              </a:rPr>
              <a:t>PPT</a:t>
            </a:r>
            <a:endParaRPr lang="zh-CN" altLang="en-US" b="1" dirty="0">
              <a:solidFill>
                <a:schemeClr val="bg1">
                  <a:lumMod val="95000"/>
                </a:schemeClr>
              </a:solidFill>
              <a:latin typeface="仓耳渔阳体 W01" panose="02020400000000000000" pitchFamily="18" charset="-122"/>
              <a:ea typeface="仓耳渔阳体 W01" panose="02020400000000000000" pitchFamily="18" charset="-122"/>
            </a:endParaRPr>
          </a:p>
        </p:txBody>
      </p:sp>
      <p:sp>
        <p:nvSpPr>
          <p:cNvPr id="3" name="矩形 2"/>
          <p:cNvSpPr/>
          <p:nvPr/>
        </p:nvSpPr>
        <p:spPr>
          <a:xfrm>
            <a:off x="5080955" y="1864461"/>
            <a:ext cx="45719" cy="3102372"/>
          </a:xfrm>
          <a:prstGeom prst="rect">
            <a:avLst/>
          </a:prstGeom>
          <a:solidFill>
            <a:schemeClr val="bg1">
              <a:lumMod val="95000"/>
            </a:scheme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51e070f0a6ec4821">
            <a:extLst>
              <a:ext uri="{28A0092B-C50C-407E-A947-70E740481C1C}">
                <a14:useLocalDpi xmlns:a14="http://schemas.microsoft.com/office/drawing/2010/main" val="0"/>
              </a:ext>
            </a:extLst>
          </a:blip>
          <a:stretch>
            <a:fillRect/>
          </a:stretch>
        </p:blipFill>
        <p:spPr>
          <a:xfrm>
            <a:off x="5724696" y="2021301"/>
            <a:ext cx="2681263" cy="2674457"/>
          </a:xfrm>
          <a:prstGeom prst="rect">
            <a:avLst/>
          </a:prstGeom>
        </p:spPr>
      </p:pic>
      <p:pic>
        <p:nvPicPr>
          <p:cNvPr id="10" name="图片 9"/>
          <p:cNvPicPr>
            <a:picLocks noChangeAspect="1"/>
          </p:cNvPicPr>
          <p:nvPr/>
        </p:nvPicPr>
        <p:blipFill>
          <a:blip r:embed="R5621bbc1012c4242">
            <a:extLst>
              <a:ext uri="{28A0092B-C50C-407E-A947-70E740481C1C}">
                <a14:useLocalDpi xmlns:a14="http://schemas.microsoft.com/office/drawing/2010/main" val="0"/>
              </a:ext>
            </a:extLst>
          </a:blip>
          <a:stretch>
            <a:fillRect/>
          </a:stretch>
        </p:blipFill>
        <p:spPr>
          <a:xfrm>
            <a:off x="8610918" y="2021301"/>
            <a:ext cx="2674457" cy="2674457"/>
          </a:xfrm>
          <a:prstGeom prst="rect">
            <a:avLst/>
          </a:prstGeom>
        </p:spPr>
      </p:pic>
      <p:sp>
        <p:nvSpPr>
          <p:cNvPr id="11" name="文本框 10"/>
          <p:cNvSpPr txBox="1"/>
          <p:nvPr/>
        </p:nvSpPr>
        <p:spPr>
          <a:xfrm>
            <a:off x="8825793" y="4909715"/>
            <a:ext cx="2146300" cy="369332"/>
          </a:xfrm>
          <a:prstGeom prst="rect">
            <a:avLst/>
          </a:prstGeom>
          <a:noFill/>
        </p:spPr>
        <p:txBody>
          <a:bodyPr wrap="square" rtlCol="0">
            <a:spAutoFit/>
          </a:bodyPr>
          <a:lstStyle/>
          <a:p>
            <a:pPr algn="ctr"/>
            <a:r>
              <a:rPr lang="zh-CN" altLang="en-US" b="1">
                <a:solidFill>
                  <a:schemeClr val="bg1">
                    <a:lumMod val="95000"/>
                  </a:schemeClr>
                </a:solidFill>
                <a:latin typeface="仓耳渔阳体 W01" panose="02020400000000000000" pitchFamily="18" charset="-122"/>
                <a:ea typeface="仓耳渔阳体 W01" panose="02020400000000000000" pitchFamily="18" charset="-122"/>
              </a:rPr>
              <a:t>免费</a:t>
            </a:r>
            <a:r>
              <a:rPr lang="zh-CN" altLang="en-US" b="1" dirty="0">
                <a:solidFill>
                  <a:schemeClr val="bg1">
                    <a:lumMod val="95000"/>
                  </a:schemeClr>
                </a:solidFill>
                <a:latin typeface="仓耳渔阳体 W01" panose="02020400000000000000" pitchFamily="18" charset="-122"/>
                <a:ea typeface="仓耳渔阳体 W01" panose="02020400000000000000" pitchFamily="18" charset="-122"/>
              </a:rPr>
              <a:t>下载</a:t>
            </a:r>
            <a:r>
              <a:rPr lang="en-US" altLang="zh-CN" b="1" dirty="0">
                <a:solidFill>
                  <a:schemeClr val="bg1">
                    <a:lumMod val="95000"/>
                  </a:schemeClr>
                </a:solidFill>
                <a:latin typeface="仓耳渔阳体 W01" panose="02020400000000000000" pitchFamily="18" charset="-122"/>
                <a:ea typeface="仓耳渔阳体 W01" panose="02020400000000000000" pitchFamily="18" charset="-122"/>
              </a:rPr>
              <a:t>PPT</a:t>
            </a:r>
            <a:endParaRPr lang="zh-CN" altLang="en-US" b="1" dirty="0">
              <a:solidFill>
                <a:schemeClr val="bg1">
                  <a:lumMod val="95000"/>
                </a:schemeClr>
              </a:solidFill>
              <a:latin typeface="仓耳渔阳体 W01" panose="02020400000000000000" pitchFamily="18" charset="-122"/>
              <a:ea typeface="仓耳渔阳体 W01" panose="02020400000000000000" pitchFamily="18" charset="-122"/>
            </a:endParaRPr>
          </a:p>
        </p:txBody>
      </p:sp>
      <p:sp>
        <p:nvSpPr>
          <p:cNvPr id="4" name="文本框 3"/>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mc:AlternateContent xmlns:mc="http://schemas.openxmlformats.org/markup-compatibility/2006" xmlns:p14="http://schemas.microsoft.com/office/powerpoint/2010/main">
        <mc:Choice Requires="p14">
          <p:contentPart p14:bwMode="auto" r:id="R692ec7fe9492451f">
            <p14:nvContentPartPr>
              <p14:cNvPr id="8" name="墨迹 7"/>
              <p14:cNvContentPartPr/>
              <p14:nvPr/>
            </p14:nvContentPartPr>
            <p14:xfrm>
              <a:off x="907950" y="-825390"/>
              <a:ext cx="360" cy="360"/>
            </p14:xfrm>
          </p:contentPart>
        </mc:Choice>
        <mc:Fallback xmlns="">
          <p:pic>
            <p:nvPicPr>
              <p:cNvPr id="8" name="墨迹 7"/>
            </p:nvPicPr>
            <p:blipFill>
              <a:blip r:embed="Rc69d2fc2c6274b33"/>
            </p:blipFill>
            <p:spPr>
              <a:xfrm>
                <a:off x="907950" y="-825390"/>
                <a:ext cx="360" cy="360"/>
              </a:xfrm>
              <a:prstGeom prst="rect"/>
            </p:spPr>
          </p:pic>
        </mc:Fallback>
      </mc:AlternateContent>
      <mc:AlternateContent xmlns:mc="http://schemas.openxmlformats.org/markup-compatibility/2006" xmlns:p14="http://schemas.microsoft.com/office/powerpoint/2010/main">
        <mc:Choice Requires="p14">
          <p:contentPart p14:bwMode="auto" r:id="Rc4de9c3767e14868">
            <p14:nvContentPartPr>
              <p14:cNvPr id="13" name="墨迹 12"/>
              <p14:cNvContentPartPr/>
              <p14:nvPr/>
            </p14:nvContentPartPr>
            <p14:xfrm>
              <a:off x="1130070" y="-939870"/>
              <a:ext cx="360" cy="360"/>
            </p14:xfrm>
          </p:contentPart>
        </mc:Choice>
        <mc:Fallback xmlns="">
          <p:pic>
            <p:nvPicPr>
              <p:cNvPr id="13" name="墨迹 12"/>
            </p:nvPicPr>
            <p:blipFill>
              <a:blip r:embed="Rc69d2fc2c6274b33"/>
            </p:blipFill>
            <p:spPr>
              <a:xfrm>
                <a:off x="1130070" y="-939870"/>
                <a:ext cx="360" cy="360"/>
              </a:xfrm>
              <a:prstGeom prst="rect"/>
            </p:spPr>
          </p:pic>
        </mc:Fallback>
      </mc:AlternateContent>
      <mc:AlternateContent xmlns:mc="http://schemas.openxmlformats.org/markup-compatibility/2006" xmlns:p14="http://schemas.microsoft.com/office/powerpoint/2010/main">
        <mc:Choice Requires="p14">
          <p:contentPart p14:bwMode="auto" r:id="R22718c0361cb4eb6">
            <p14:nvContentPartPr>
              <p14:cNvPr id="14" name="墨迹 13"/>
              <p14:cNvContentPartPr/>
              <p14:nvPr/>
            </p14:nvContentPartPr>
            <p14:xfrm>
              <a:off x="768270" y="-768510"/>
              <a:ext cx="360" cy="360"/>
            </p14:xfrm>
          </p:contentPart>
        </mc:Choice>
        <mc:Fallback xmlns="">
          <p:pic>
            <p:nvPicPr>
              <p:cNvPr id="14" name="墨迹 13"/>
            </p:nvPicPr>
            <p:blipFill>
              <a:blip r:embed="Rc69d2fc2c6274b33"/>
            </p:blipFill>
            <p:spPr>
              <a:xfrm>
                <a:off x="768270" y="-768510"/>
                <a:ext cx="360" cy="360"/>
              </a:xfrm>
              <a:prstGeom prst="rect"/>
            </p:spPr>
          </p:pic>
        </mc:Fallback>
      </mc:AlternateContent>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文本框 3"/>
          <p:cNvSpPr txBox="1"/>
          <p:nvPr/>
        </p:nvSpPr>
        <p:spPr>
          <a:xfrm>
            <a:off x="2457408" y="1563181"/>
            <a:ext cx="8048861" cy="2355132"/>
          </a:xfrm>
          <a:prstGeom prst="rect">
            <a:avLst/>
          </a:prstGeom>
          <a:noFill/>
        </p:spPr>
        <p:txBody>
          <a:bodyPr wrap="square" rtlCol="0">
            <a:spAutoFit/>
          </a:bodyPr>
          <a:lstStyle/>
          <a:p>
            <a:r>
              <a:rPr lang="zh-CN" altLang="en-US" sz="2400" dirty="0">
                <a:latin typeface="思源黑体 CN Normal" panose="020B0400000000000000" pitchFamily="34" charset="-122"/>
                <a:ea typeface="思源黑体 CN Normal" panose="020B0400000000000000" pitchFamily="34" charset="-122"/>
              </a:rPr>
              <a:t>提示：</a:t>
            </a:r>
            <a:endParaRPr lang="en-US" altLang="zh-CN" sz="2400" dirty="0">
              <a:latin typeface="思源黑体 CN Normal" panose="020B0400000000000000" pitchFamily="34" charset="-122"/>
              <a:ea typeface="思源黑体 CN Normal" panose="020B0400000000000000" pitchFamily="34" charset="-122"/>
            </a:endParaRPr>
          </a:p>
          <a:p>
            <a:endParaRPr lang="en-US" altLang="zh-CN" dirty="0">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此文件仅供您在内部团队交流学习交流之用，</a:t>
            </a:r>
            <a:r>
              <a:rPr lang="zh-CN" altLang="en-US" dirty="0">
                <a:solidFill>
                  <a:srgbClr val="FF0000"/>
                </a:solidFill>
                <a:latin typeface="思源黑体 CN Normal" panose="020B0400000000000000" pitchFamily="34" charset="-122"/>
                <a:ea typeface="思源黑体 CN Normal" panose="020B0400000000000000" pitchFamily="34" charset="-122"/>
              </a:rPr>
              <a:t>严禁</a:t>
            </a: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在其他公共领域传播或商用。如果因为您将本站资源用于其他用途而引起的纠纷，本站不负任何责任</a:t>
            </a:r>
            <a:endParaRPr lang="en-US" altLang="zh-CN" dirty="0">
              <a:solidFill>
                <a:schemeClr val="bg1">
                  <a:lumMod val="65000"/>
                </a:schemeClr>
              </a:solidFill>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部分页面仅有一行过渡文字，如不需要请删除</a:t>
            </a:r>
            <a:endParaRPr lang="en-US" altLang="zh-CN" dirty="0">
              <a:solidFill>
                <a:schemeClr val="bg1">
                  <a:lumMod val="65000"/>
                </a:schemeClr>
              </a:solidFill>
              <a:latin typeface="思源黑体 CN Normal" panose="020B0400000000000000" pitchFamily="34" charset="-122"/>
              <a:ea typeface="思源黑体 CN Normal" panose="020B0400000000000000" pitchFamily="34" charset="-122"/>
            </a:endParaRPr>
          </a:p>
          <a:p>
            <a:pPr>
              <a:lnSpc>
                <a:spcPct val="150000"/>
              </a:lnSpc>
            </a:pP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文档正文字体为：思源等宽 </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L(</a:t>
            </a:r>
            <a:r>
              <a:rPr lang="en-US" altLang="zh-CN" dirty="0" err="1">
                <a:solidFill>
                  <a:schemeClr val="bg1">
                    <a:lumMod val="65000"/>
                  </a:schemeClr>
                </a:solidFill>
                <a:latin typeface="思源黑体 CN Normal" panose="020B0400000000000000" pitchFamily="34" charset="-122"/>
                <a:ea typeface="思源黑体 CN Normal" panose="020B0400000000000000" pitchFamily="34" charset="-122"/>
              </a:rPr>
              <a:t>SourceHanMonoSC</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-Light)</a:t>
            </a:r>
            <a:r>
              <a:rPr lang="zh-CN" altLang="en-US" dirty="0">
                <a:solidFill>
                  <a:schemeClr val="bg1">
                    <a:lumMod val="65000"/>
                  </a:schemeClr>
                </a:solidFill>
                <a:latin typeface="思源黑体 CN Normal" panose="020B0400000000000000" pitchFamily="34" charset="-122"/>
                <a:ea typeface="思源黑体 CN Normal" panose="020B0400000000000000" pitchFamily="34" charset="-122"/>
              </a:rPr>
              <a:t>、</a:t>
            </a:r>
            <a:r>
              <a:rPr lang="en-US" altLang="zh-CN" dirty="0" err="1">
                <a:solidFill>
                  <a:schemeClr val="bg1">
                    <a:lumMod val="65000"/>
                  </a:schemeClr>
                </a:solidFill>
                <a:latin typeface="思源黑体 CN Normal" panose="020B0400000000000000" pitchFamily="34" charset="-122"/>
                <a:ea typeface="思源黑体 CN Normal" panose="020B0400000000000000" pitchFamily="34" charset="-122"/>
              </a:rPr>
              <a:t>MiSans</a:t>
            </a:r>
            <a:r>
              <a:rPr lang="en-US" altLang="zh-CN" dirty="0">
                <a:solidFill>
                  <a:srgbClr val="212529"/>
                </a:solidFill>
                <a:latin typeface="Helvetica Neue"/>
              </a:rPr>
              <a:t> </a:t>
            </a:r>
            <a:r>
              <a:rPr lang="en-US" altLang="zh-CN" dirty="0">
                <a:solidFill>
                  <a:schemeClr val="bg1">
                    <a:lumMod val="65000"/>
                  </a:schemeClr>
                </a:solidFill>
                <a:latin typeface="思源黑体 CN Normal" panose="020B0400000000000000" pitchFamily="34" charset="-122"/>
                <a:ea typeface="思源黑体 CN Normal" panose="020B0400000000000000" pitchFamily="34" charset="-122"/>
              </a:rPr>
              <a:t>Normal</a:t>
            </a:r>
          </a:p>
        </p:txBody>
      </p:sp>
      <p:sp>
        <p:nvSpPr>
          <p:cNvPr id="2" name="文本框 1"/>
          <p:cNvSpPr txBox="1"/>
          <p:nvPr/>
        </p:nvSpPr>
        <p:spPr>
          <a:xfrm>
            <a:off x="2457409" y="4417013"/>
            <a:ext cx="5277798" cy="369332"/>
          </a:xfrm>
          <a:prstGeom prst="rect">
            <a:avLst/>
          </a:prstGeom>
          <a:noFill/>
        </p:spPr>
        <p:txBody>
          <a:bodyPr wrap="square" rtlCol="0">
            <a:spAutoFit/>
          </a:bodyPr>
          <a:lstStyle/>
          <a:p>
            <a:r>
              <a:rPr lang="zh-CN" altLang="en-US" dirty="0">
                <a:hlinkClick r:id="R138e143184044986bc22c6353dd4c473"/>
              </a:rPr>
              <a:t>部分字体来源于</a:t>
            </a:r>
            <a:r>
              <a:rPr lang="en-US" altLang="zh-CN" dirty="0">
                <a:hlinkClick r:id="R138e143184044986bc22c6353dd4c473"/>
              </a:rPr>
              <a:t>100font.com  </a:t>
            </a:r>
            <a:r>
              <a:rPr lang="zh-CN" altLang="en-US" dirty="0">
                <a:hlinkClick r:id="R138e143184044986bc22c6353dd4c473"/>
              </a:rPr>
              <a:t>点击此链接下载字体</a:t>
            </a:r>
            <a:endParaRPr lang="zh-CN" altLang="en-US" dirty="0"/>
          </a:p>
        </p:txBody>
      </p:sp>
      <p:sp>
        <p:nvSpPr>
          <p:cNvPr id="6" name="文本框 5"/>
          <p:cNvSpPr txBox="1"/>
          <p:nvPr/>
        </p:nvSpPr>
        <p:spPr>
          <a:xfrm>
            <a:off x="2457409" y="4822886"/>
            <a:ext cx="7017821" cy="369332"/>
          </a:xfrm>
          <a:prstGeom prst="rect">
            <a:avLst/>
          </a:prstGeom>
          <a:noFill/>
        </p:spPr>
        <p:txBody>
          <a:bodyPr wrap="square" rtlCol="0">
            <a:spAutoFit/>
          </a:bodyPr>
          <a:lstStyle/>
          <a:p>
            <a:r>
              <a:rPr lang="zh-CN" altLang="en-US" dirty="0">
                <a:hlinkClick r:id="R6260df83d4244786a399238d33fdbc50"/>
              </a:rPr>
              <a:t>部分图标来源于</a:t>
            </a:r>
            <a:r>
              <a:rPr lang="en-US" altLang="zh-CN" dirty="0">
                <a:hlinkClick r:id="R6260df83d4244786a399238d33fdbc50"/>
              </a:rPr>
              <a:t>Storyset.com </a:t>
            </a:r>
            <a:r>
              <a:rPr lang="zh-CN" altLang="en-US" dirty="0">
                <a:hlinkClick r:id="R6260df83d4244786a399238d33fdbc50"/>
              </a:rPr>
              <a:t>点击此链接获取图标</a:t>
            </a:r>
            <a:endParaRPr lang="zh-CN" altLang="en-US" dirty="0"/>
          </a:p>
        </p:txBody>
      </p:sp>
      <p:sp>
        <p:nvSpPr>
          <p:cNvPr id="3" name="文本框 2">
            <a:extLst>
              <a:ext uri="{FF2B5EF4-FFF2-40B4-BE49-F238E27FC236}">
                <a16:creationId xmlns:a16="http://schemas.microsoft.com/office/drawing/2014/main" id="{DB88FEA3-84DD-A730-1816-8BF7FBF369D7}"/>
              </a:ext>
            </a:extLst>
          </p:cNvPr>
          <p:cNvSpPr txBox="1"/>
          <p:nvPr/>
        </p:nvSpPr>
        <p:spPr>
          <a:xfrm>
            <a:off x="0" y="7200684"/>
            <a:ext cx="2997200" cy="369332"/>
          </a:xfrm>
          <a:prstGeom prst="rect">
            <a:avLst/>
          </a:prstGeom>
          <a:noFill/>
        </p:spPr>
        <p:txBody>
          <a:bodyPr wrap="square" rtlCol="0">
            <a:spAutoFit/>
          </a:bodyPr>
          <a:lstStyle/>
          <a:p>
            <a:r>
              <a:rPr lang="en-US" altLang="zh-CN" dirty="0"/>
              <a:t>PPTSUPERMARKETDELETE</a:t>
            </a:r>
            <a:endParaRPr lang="zh-CN" altLang="en-US" dirty="0"/>
          </a:p>
        </p:txBody>
      </p:sp>
    </p:spTree>
  </p:cSld>
  <p:clrMapOvr>
    <a:masterClrMapping/>
  </p:clrMapOvr>
  <p:transition/>
</p:sld>
</file>

<file path=ppt/slides/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17.xml><?xml version="1.0" encoding="utf-8"?>
<p:tagLst xmlns:a="http://schemas.openxmlformats.org/drawingml/2006/main" xmlns:r="http://schemas.openxmlformats.org/officeDocument/2006/relationships" xmlns:p="http://schemas.openxmlformats.org/presentationml/2006/main">
  <p:tag name="KSO_WM_BEAUTIFY_FLAG" val=""/>
  <p:tag name="MH" val="20151121191650"/>
  <p:tag name="MH_LIBRARY" val="GRAPHIC"/>
  <p:tag name="MH_ORDER" val="7"/>
  <p:tag name="MH_TYPE" val="Other"/>
</p:tagLst>
</file>

<file path=ppt/slides/tags/tag18.xml><?xml version="1.0" encoding="utf-8"?>
<p:tagLst xmlns:a="http://schemas.openxmlformats.org/drawingml/2006/main" xmlns:r="http://schemas.openxmlformats.org/officeDocument/2006/relationships" xmlns:p="http://schemas.openxmlformats.org/presentationml/2006/main">
  <p:tag name="KSO_WM_BEAUTIFY_FLAG" val=""/>
  <p:tag name="MH" val="20151121191650"/>
  <p:tag name="MH_LIBRARY" val="GRAPHIC"/>
  <p:tag name="MH_ORDER" val="8"/>
  <p:tag name="MH_TYPE" val="Other"/>
</p:tagLst>
</file>

<file path=ppt/slides/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1.xml><?xml version="1.0" encoding="utf-8"?>
<p:tagLst xmlns:a="http://schemas.openxmlformats.org/drawingml/2006/main" xmlns:r="http://schemas.openxmlformats.org/officeDocument/2006/relationships" xmlns:p="http://schemas.openxmlformats.org/presentationml/2006/main">
  <p:tag name="KSO_WM_BEAUTIFY_FLAG" val=""/>
  <p:tag name="MH" val="20151121191650"/>
  <p:tag name="MH_LIBRARY" val="GRAPHIC"/>
  <p:tag name="MH_ORDER" val="7"/>
  <p:tag name="MH_TYPE" val="Other"/>
</p:tagLst>
</file>

<file path=ppt/slides/tags/tag22.xml><?xml version="1.0" encoding="utf-8"?>
<p:tagLst xmlns:a="http://schemas.openxmlformats.org/drawingml/2006/main" xmlns:r="http://schemas.openxmlformats.org/officeDocument/2006/relationships" xmlns:p="http://schemas.openxmlformats.org/presentationml/2006/main">
  <p:tag name="KSO_WM_BEAUTIFY_FLAG" val=""/>
  <p:tag name="MH" val="20151121191650"/>
  <p:tag name="MH_LIBRARY" val="GRAPHIC"/>
  <p:tag name="MH_ORDER" val="8"/>
  <p:tag name="MH_TYPE" val="Other"/>
</p:tagLst>
</file>

<file path=ppt/slides/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5.xml><?xml version="1.0" encoding="utf-8"?>
<p:tagLst xmlns:a="http://schemas.openxmlformats.org/drawingml/2006/main" xmlns:r="http://schemas.openxmlformats.org/officeDocument/2006/relationships" xmlns:p="http://schemas.openxmlformats.org/presentationml/2006/main">
  <p:tag name="KSO_WM_BEAUTIFY_FLAG" val=""/>
  <p:tag name="MH" val="20151121191650"/>
  <p:tag name="MH_LIBRARY" val="GRAPHIC"/>
  <p:tag name="MH_ORDER" val="7"/>
  <p:tag name="MH_TYPE" val="Other"/>
</p:tagLst>
</file>

<file path=ppt/slides/tags/tag26.xml><?xml version="1.0" encoding="utf-8"?>
<p:tagLst xmlns:a="http://schemas.openxmlformats.org/drawingml/2006/main" xmlns:r="http://schemas.openxmlformats.org/officeDocument/2006/relationships" xmlns:p="http://schemas.openxmlformats.org/presentationml/2006/main">
  <p:tag name="KSO_WM_BEAUTIFY_FLAG" val=""/>
  <p:tag name="MH" val="20151121191650"/>
  <p:tag name="MH_LIBRARY" val="GRAPHIC"/>
  <p:tag name="MH_ORDER" val="8"/>
  <p:tag name="MH_TYPE" val="Other"/>
</p:tagLst>
</file>

<file path=ppt/slides/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29.xml><?xml version="1.0" encoding="utf-8"?>
<p:tagLst xmlns:a="http://schemas.openxmlformats.org/drawingml/2006/main" xmlns:r="http://schemas.openxmlformats.org/officeDocument/2006/relationships" xmlns:p="http://schemas.openxmlformats.org/presentationml/2006/main">
  <p:tag name="KSO_WM_BEAUTIFY_FLAG" val=""/>
  <p:tag name="MH" val="20151121191650"/>
  <p:tag name="MH_LIBRARY" val="GRAPHIC"/>
  <p:tag name="MH_ORDER" val="7"/>
  <p:tag name="MH_TYPE" val="Other"/>
</p:tagLst>
</file>

<file path=ppt/slides/tags/tag30.xml><?xml version="1.0" encoding="utf-8"?>
<p:tagLst xmlns:a="http://schemas.openxmlformats.org/drawingml/2006/main" xmlns:r="http://schemas.openxmlformats.org/officeDocument/2006/relationships" xmlns:p="http://schemas.openxmlformats.org/presentationml/2006/main">
  <p:tag name="KSO_WM_BEAUTIFY_FLAG" val=""/>
  <p:tag name="MH" val="20151121191650"/>
  <p:tag name="MH_LIBRARY" val="GRAPHIC"/>
  <p:tag name="MH_ORDER" val="8"/>
  <p:tag name="MH_TYPE" val="Other"/>
</p:tagLst>
</file>

<file path=ppt/slides/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slides/tags/tag82.xml><?xml version="1.0" encoding="utf-8"?>
<p:tagLst xmlns:a="http://schemas.openxmlformats.org/drawingml/2006/main" xmlns:r="http://schemas.openxmlformats.org/officeDocument/2006/relationships" xmlns:p="http://schemas.openxmlformats.org/presentationml/2006/main">
  <p:tag name="KSO_WM_BEAUTIFY_FLAG" val=""/>
</p:tagLst>
</file>

<file path=docProps/app.xml><?xml version="1.0" encoding="utf-8"?>
<Properties xmlns="http://schemas.openxmlformats.org/officeDocument/2006/extended-properties" xmlns:vt="http://schemas.openxmlformats.org/officeDocument/2006/docPropsVTypes">
  <TotalTime>70</TotalTime>
  <Words>1760</Words>
  <Application>Microsoft Office PowerPoint</Application>
  <PresentationFormat>宽屏</PresentationFormat>
  <Paragraphs>184</Paragraphs>
  <Slides>20</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20</vt:i4>
      </vt:variant>
    </vt:vector>
  </HeadingPairs>
  <TitlesOfParts>
    <vt:vector size="27" baseType="lpstr">
      <vt:lpstr>等线</vt:lpstr>
      <vt:lpstr>等线 Light</vt:lpstr>
      <vt:lpstr>微软雅黑</vt:lpstr>
      <vt:lpstr>字体家AI造字剑客</vt:lpstr>
      <vt:lpstr>Arial</vt:lpstr>
      <vt:lpstr>Calibri</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第一PPT，www.1ppt.com</dc:creator>
  <cp:keywords>www.1ppt.com</cp:keywords>
  <dc:description>第一PPT</dc:description>
  <cp:lastModifiedBy>JP Liu</cp:lastModifiedBy>
  <cp:revision>9</cp:revision>
  <dcterms:created xsi:type="dcterms:W3CDTF">2023-10-14T05:28:53Z</dcterms:created>
  <dcterms:modified xsi:type="dcterms:W3CDTF">2025-04-28T04:03:55Z</dcterms:modified>
</cp:coreProperties>
</file>