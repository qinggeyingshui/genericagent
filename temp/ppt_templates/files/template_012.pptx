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media/image3.bin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graphics/quickStyle1.xml" ContentType="application/vnd.openxmlformats-officedocument.drawingml.diagramStyle+xml"/>
  <Override PartName="/ppt/graphics/colors1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graphics/data2.xml" ContentType="application/vnd.openxmlformats-officedocument.drawingml.diagramData+xml"/>
  <Override PartName="/ppt/graphics/layout2.xml" ContentType="application/vnd.openxmlformats-officedocument.drawingml.diagramLayout+xml"/>
  <Override PartName="/ppt/graphics/quickStyle2.xml" ContentType="application/vnd.openxmlformats-officedocument.drawingml.diagramStyle+xml"/>
  <Override PartName="/ppt/graphics/colors2.xml" ContentType="application/vnd.openxmlformats-officedocument.drawingml.diagramColor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media/image35.bin" ContentType="image/png"/>
  <Override PartName="/ppt/media/image36.bin" ContentType="image/pn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39.bin" ContentType="image/png"/>
  <Override PartName="/ppt/media/image40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media/image42.bin" ContentType="image/png"/>
  <Override PartName="/ppt/media/image43.bin" ContentType="image/png"/>
  <Override PartName="/ppt/media/image44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6f8258c2f546b7" /><Relationship Type="http://schemas.openxmlformats.org/package/2006/relationships/metadata/core-properties" Target="/docProps/core.xml" Id="R2d025611587d421c" /><Relationship Type="http://schemas.openxmlformats.org/officeDocument/2006/relationships/extended-properties" Target="/docProps/app.xml" Id="Rb5a2bdcef6e3478e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d35fa59171a7446b"/>
  </p:sldMasterIdLst>
  <p:notesMasterIdLst>
    <p:notesMasterId r:id="R34ab83c0bf444b46"/>
  </p:notesMasterIdLst>
  <p:sldIdLst>
    <p:sldId id="256" r:id="R925fa6d425c240ef"/>
    <p:sldId id="257" r:id="R60ba11e48fc948dd"/>
    <p:sldId id="258" r:id="R2e7a0f3d931b4476"/>
    <p:sldId id="259" r:id="Rf33a1d42f5e74a96"/>
    <p:sldId id="260" r:id="R770f8c36a0e84f87"/>
    <p:sldId id="261" r:id="R0197b0d8afc84dac"/>
    <p:sldId id="262" r:id="R78622dad65d54065"/>
    <p:sldId id="263" r:id="R2b506943977b4242"/>
    <p:sldId id="264" r:id="R459c6dea22e34255"/>
    <p:sldId id="265" r:id="R53f43fb6701c4d6f"/>
    <p:sldId id="266" r:id="R27154407b9de40f9"/>
    <p:sldId id="267" r:id="R899de28bdd494467"/>
    <p:sldId id="268" r:id="R988a116feaa745ac"/>
    <p:sldId id="269" r:id="Rbd4e7054e3e443c4"/>
    <p:sldId id="270" r:id="R7c9344d1a5d04be0"/>
    <p:sldId id="271" r:id="R1bf77bd5deec45cb"/>
    <p:sldId id="272" r:id="Rdaad7bd9e475438f"/>
    <p:sldId id="273" r:id="R5ccb1beb72304114"/>
    <p:sldId id="274" r:id="R2f19d682a90f4e2f"/>
    <p:sldId id="275" r:id="R78e1eb34b8474379"/>
    <p:sldId id="276" r:id="R350173a8a091450a"/>
    <p:sldId id="277" r:id="Rd4d1d7f9427240b1"/>
    <p:sldId id="278" r:id="R3046e0afa505428e"/>
    <p:sldId id="279" r:id="Ra294fde813434a4f"/>
    <p:sldId id="280" r:id="Rb39aec68abef4efa"/>
    <p:sldId id="281" r:id="R71c6127fd6eb4ac6"/>
    <p:sldId id="282" r:id="Rb3cf4303538443d1"/>
    <p:sldId id="283" r:id="R1fc597ff282d42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CC74"/>
    <a:srgbClr val="8F6032"/>
    <a:srgbClr val="1E2020"/>
    <a:srgbClr val="825425"/>
    <a:srgbClr val="DCC999"/>
    <a:srgbClr val="EFDDAA"/>
    <a:srgbClr val="D2B15B"/>
    <a:srgbClr val="CDBF97"/>
    <a:srgbClr val="8D7545"/>
    <a:srgbClr val="ECE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3" y="6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4ab83c0bf444b46" /><Relationship Type="http://schemas.openxmlformats.org/officeDocument/2006/relationships/presProps" Target="/ppt/presProps.xml" Id="Racfc6625c75643dd" /><Relationship Type="http://schemas.openxmlformats.org/officeDocument/2006/relationships/viewProps" Target="/ppt/viewProps.xml" Id="Rbcd4a92a28034187" /><Relationship Type="http://schemas.openxmlformats.org/officeDocument/2006/relationships/slideMaster" Target="/ppt/slideMasters/slideMaster1.xml" Id="Rd35fa59171a7446b" /><Relationship Type="http://schemas.openxmlformats.org/officeDocument/2006/relationships/theme" Target="/ppt/slideMasters/theme/theme2.xml" Id="R677738b8984d44ce" /><Relationship Type="http://schemas.openxmlformats.org/officeDocument/2006/relationships/slide" Target="/ppt/slides/slide1.xml" Id="R925fa6d425c240ef" /><Relationship Type="http://schemas.openxmlformats.org/officeDocument/2006/relationships/slide" Target="/ppt/slides/slide2.xml" Id="R60ba11e48fc948dd" /><Relationship Type="http://schemas.openxmlformats.org/officeDocument/2006/relationships/slide" Target="/ppt/slides/slide3.xml" Id="R2e7a0f3d931b4476" /><Relationship Type="http://schemas.openxmlformats.org/officeDocument/2006/relationships/slide" Target="/ppt/slides/slide4.xml" Id="Rf33a1d42f5e74a96" /><Relationship Type="http://schemas.openxmlformats.org/officeDocument/2006/relationships/slide" Target="/ppt/slides/slide5.xml" Id="R770f8c36a0e84f87" /><Relationship Type="http://schemas.openxmlformats.org/officeDocument/2006/relationships/slide" Target="/ppt/slides/slide6.xml" Id="R0197b0d8afc84dac" /><Relationship Type="http://schemas.openxmlformats.org/officeDocument/2006/relationships/slide" Target="/ppt/slides/slide7.xml" Id="R78622dad65d54065" /><Relationship Type="http://schemas.openxmlformats.org/officeDocument/2006/relationships/slide" Target="/ppt/slides/slide8.xml" Id="R2b506943977b4242" /><Relationship Type="http://schemas.openxmlformats.org/officeDocument/2006/relationships/slide" Target="/ppt/slides/slide9.xml" Id="R459c6dea22e34255" /><Relationship Type="http://schemas.openxmlformats.org/officeDocument/2006/relationships/slide" Target="/ppt/slides/slide10.xml" Id="R53f43fb6701c4d6f" /><Relationship Type="http://schemas.openxmlformats.org/officeDocument/2006/relationships/slide" Target="/ppt/slides/slide11.xml" Id="R27154407b9de40f9" /><Relationship Type="http://schemas.openxmlformats.org/officeDocument/2006/relationships/slide" Target="/ppt/slides/slide12.xml" Id="R899de28bdd494467" /><Relationship Type="http://schemas.openxmlformats.org/officeDocument/2006/relationships/slide" Target="/ppt/slides/slide13.xml" Id="R988a116feaa745ac" /><Relationship Type="http://schemas.openxmlformats.org/officeDocument/2006/relationships/slide" Target="/ppt/slides/slide14.xml" Id="Rbd4e7054e3e443c4" /><Relationship Type="http://schemas.openxmlformats.org/officeDocument/2006/relationships/slide" Target="/ppt/slides/slide15.xml" Id="R7c9344d1a5d04be0" /><Relationship Type="http://schemas.openxmlformats.org/officeDocument/2006/relationships/slide" Target="/ppt/slides/slide16.xml" Id="R1bf77bd5deec45cb" /><Relationship Type="http://schemas.openxmlformats.org/officeDocument/2006/relationships/slide" Target="/ppt/slides/slide17.xml" Id="Rdaad7bd9e475438f" /><Relationship Type="http://schemas.openxmlformats.org/officeDocument/2006/relationships/slide" Target="/ppt/slides/slide18.xml" Id="R5ccb1beb72304114" /><Relationship Type="http://schemas.openxmlformats.org/officeDocument/2006/relationships/slide" Target="/ppt/slides/slide19.xml" Id="R2f19d682a90f4e2f" /><Relationship Type="http://schemas.openxmlformats.org/officeDocument/2006/relationships/slide" Target="/ppt/slides/slide20.xml" Id="R78e1eb34b8474379" /><Relationship Type="http://schemas.openxmlformats.org/officeDocument/2006/relationships/slide" Target="/ppt/slides/slide21.xml" Id="R350173a8a091450a" /><Relationship Type="http://schemas.openxmlformats.org/officeDocument/2006/relationships/slide" Target="/ppt/slides/slide22.xml" Id="Rd4d1d7f9427240b1" /><Relationship Type="http://schemas.openxmlformats.org/officeDocument/2006/relationships/slide" Target="/ppt/slides/slide23.xml" Id="R3046e0afa505428e" /><Relationship Type="http://schemas.openxmlformats.org/officeDocument/2006/relationships/slide" Target="/ppt/slides/slide24.xml" Id="Ra294fde813434a4f" /><Relationship Type="http://schemas.openxmlformats.org/officeDocument/2006/relationships/slide" Target="/ppt/slides/slide25.xml" Id="Rb39aec68abef4efa" /><Relationship Type="http://schemas.openxmlformats.org/officeDocument/2006/relationships/slide" Target="/ppt/slides/slide26.xml" Id="R71c6127fd6eb4ac6" /><Relationship Type="http://schemas.openxmlformats.org/officeDocument/2006/relationships/slide" Target="/ppt/slides/slide27.xml" Id="Rb3cf4303538443d1" /><Relationship Type="http://schemas.openxmlformats.org/officeDocument/2006/relationships/slide" Target="/ppt/slides/slide28.xml" Id="R1fc597ff282d42d3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graphic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data1.xml><?xml version="1.0" encoding="utf-8"?>
<dgm:dataModel xmlns:dgm="http://schemas.openxmlformats.org/drawingml/2006/diagram" xmlns:a="http://schemas.openxmlformats.org/drawingml/2006/main">
  <dgm:ptLst>
    <dgm:pt modelId="{A36D25C7-8D81-7846-8A13-611D875FC46D}" type="doc">
      <dgm:prSet loTypeId="urn:microsoft.com/office/officeart/2005/8/layout/cycle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736DBD-2059-FB42-9273-D5C4E791165E}">
      <dgm:prSet phldrT="[Text]" custT="1"/>
      <dgm:spPr>
        <a:noFill/>
        <a:ln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</a:ln>
      </dgm:spPr>
      <dgm:t>
        <a:bodyPr/>
        <a:lstStyle/>
        <a:p>
          <a:r>
            <a:rPr lang="en-US" sz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SECTION #1</a:t>
          </a:r>
        </a:p>
      </dgm:t>
    </dgm:pt>
    <dgm:pt modelId="{E88FE8EB-5383-0C45-BA2D-0508A7D10912}" type="parTrans" cxnId="{D3004A93-1C29-654D-8AB8-C4F4DF912C73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77787702-77EB-F84B-90A0-E9B6E880677A}" type="sibTrans" cxnId="{D3004A93-1C29-654D-8AB8-C4F4DF912C73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87540454-E4B3-ED4C-9A70-BEBF770D2E40}">
      <dgm:prSet phldrT="[Text]"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r>
            <a:rPr lang="en-US" sz="1200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rPr>
            <a:t>SECTION #2</a:t>
          </a:r>
        </a:p>
      </dgm:t>
    </dgm:pt>
    <dgm:pt modelId="{B88AF2E3-2EC8-6443-AB10-9C837B1F8A29}" type="parTrans" cxnId="{24808ACF-D651-2941-812F-6677C951203C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FF54655A-5291-AD4C-B3D3-DD813D94C440}" type="sibTrans" cxnId="{24808ACF-D651-2941-812F-6677C951203C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35A6BA18-ABC3-A847-84BD-43EA1FC60BCE}">
      <dgm:prSet phldrT="[Text]" custT="1"/>
      <dgm:spPr>
        <a:noFill/>
        <a:ln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</a:ln>
      </dgm:spPr>
      <dgm:t>
        <a:bodyPr/>
        <a:lstStyle/>
        <a:p>
          <a:r>
            <a:rPr lang="en-US" sz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SECTION #3</a:t>
          </a:r>
        </a:p>
      </dgm:t>
    </dgm:pt>
    <dgm:pt modelId="{4168EF25-EA32-874A-A20D-AA2D4A702F03}" type="parTrans" cxnId="{B715FBAE-6F30-684B-A1FC-3864195EC8B4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E7AF4D38-26C6-2541-9707-619A731BDB3D}" type="sibTrans" cxnId="{B715FBAE-6F30-684B-A1FC-3864195EC8B4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E77CE76A-4C17-4642-8695-B3D2820DE15E}">
      <dgm:prSet phldrT="[Text]" custT="1"/>
      <dgm:spPr>
        <a:noFill/>
        <a:ln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</a:ln>
      </dgm:spPr>
      <dgm:t>
        <a:bodyPr/>
        <a:lstStyle/>
        <a:p>
          <a:r>
            <a:rPr lang="en-US" sz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SECTION #4</a:t>
          </a:r>
        </a:p>
      </dgm:t>
    </dgm:pt>
    <dgm:pt modelId="{5937DED5-D28E-D243-A62A-4F6C96986FFA}" type="parTrans" cxnId="{F66FF1EE-13F7-394A-8A93-D2022E0FAED9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AB52E417-8A2C-3140-8ABC-00B10B594090}" type="sibTrans" cxnId="{F66FF1EE-13F7-394A-8A93-D2022E0FAED9}">
      <dgm:prSet/>
      <dgm:spPr/>
      <dgm:t>
        <a:bodyPr/>
        <a:lstStyle/>
        <a:p>
          <a:endParaRPr lang="en-US" sz="1200" dirty="0">
            <a:latin typeface="+mn-lt"/>
            <a:ea typeface="Open Sans" charset="0"/>
            <a:cs typeface="Open Sans" charset="0"/>
          </a:endParaRPr>
        </a:p>
      </dgm:t>
    </dgm:pt>
    <dgm:pt modelId="{3B6FDA15-5CF2-1147-8F3A-5C1319D62109}" type="pres">
      <dgm:prSet presAssocID="{A36D25C7-8D81-7846-8A13-611D875FC46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7F06509-B011-E84E-A517-8217105894EB}" type="pres">
      <dgm:prSet presAssocID="{A36D25C7-8D81-7846-8A13-611D875FC46D}" presName="children" presStyleCnt="0"/>
      <dgm:spPr/>
    </dgm:pt>
    <dgm:pt modelId="{D34BDAB5-BB14-0A41-9D76-DDFC824D497D}" type="pres">
      <dgm:prSet presAssocID="{A36D25C7-8D81-7846-8A13-611D875FC46D}" presName="childPlaceholder" presStyleCnt="0"/>
      <dgm:spPr/>
    </dgm:pt>
    <dgm:pt modelId="{58C984F2-8BF1-7C43-91EB-D3E985E37A20}" type="pres">
      <dgm:prSet presAssocID="{A36D25C7-8D81-7846-8A13-611D875FC46D}" presName="circle" presStyleCnt="0"/>
      <dgm:spPr/>
    </dgm:pt>
    <dgm:pt modelId="{4AD1232D-F4FE-FF43-882A-6878C4EF9B9A}" type="pres">
      <dgm:prSet presAssocID="{A36D25C7-8D81-7846-8A13-611D875FC46D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EEF3C8C-9962-184E-A0D3-69A7D0D55EDE}" type="pres">
      <dgm:prSet presAssocID="{A36D25C7-8D81-7846-8A13-611D875FC46D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AE790E75-CF61-9241-93AC-35C3331D9737}" type="pres">
      <dgm:prSet presAssocID="{A36D25C7-8D81-7846-8A13-611D875FC46D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1D85109B-79CE-6B49-8951-78CD69476FF7}" type="pres">
      <dgm:prSet presAssocID="{A36D25C7-8D81-7846-8A13-611D875FC46D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AFA6A553-D41D-CA40-B94D-FFCA523D0202}" type="pres">
      <dgm:prSet presAssocID="{A36D25C7-8D81-7846-8A13-611D875FC46D}" presName="quadrantPlaceholder" presStyleCnt="0"/>
      <dgm:spPr/>
    </dgm:pt>
    <dgm:pt modelId="{E37F1768-50FB-304B-99F8-1F1F05C6F557}" type="pres">
      <dgm:prSet presAssocID="{A36D25C7-8D81-7846-8A13-611D875FC46D}" presName="center1" presStyleLbl="fgShp" presStyleIdx="0" presStyleCnt="2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</dgm:pt>
    <dgm:pt modelId="{D9F1117F-4529-E949-9CFB-129A0BF344A1}" type="pres">
      <dgm:prSet presAssocID="{A36D25C7-8D81-7846-8A13-611D875FC46D}" presName="center2" presStyleLbl="fgShp" presStyleIdx="1" presStyleCnt="2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</dgm:pt>
  </dgm:ptLst>
  <dgm:cxnLst>
    <dgm:cxn modelId="{EED5182A-97F3-D744-9D7D-4F3230AF5F97}" type="presOf" srcId="{70736DBD-2059-FB42-9273-D5C4E791165E}" destId="{4AD1232D-F4FE-FF43-882A-6878C4EF9B9A}" srcOrd="0" destOrd="0" presId="urn:microsoft.com/office/officeart/2005/8/layout/cycle4"/>
    <dgm:cxn modelId="{405E4F5D-D9D0-9043-8AE4-1FD0F5CF6842}" type="presOf" srcId="{87540454-E4B3-ED4C-9A70-BEBF770D2E40}" destId="{4EEF3C8C-9962-184E-A0D3-69A7D0D55EDE}" srcOrd="0" destOrd="0" presId="urn:microsoft.com/office/officeart/2005/8/layout/cycle4"/>
    <dgm:cxn modelId="{2C760B6A-839D-794E-BFAD-D99A465308E9}" type="presOf" srcId="{35A6BA18-ABC3-A847-84BD-43EA1FC60BCE}" destId="{AE790E75-CF61-9241-93AC-35C3331D9737}" srcOrd="0" destOrd="0" presId="urn:microsoft.com/office/officeart/2005/8/layout/cycle4"/>
    <dgm:cxn modelId="{D3004A93-1C29-654D-8AB8-C4F4DF912C73}" srcId="{A36D25C7-8D81-7846-8A13-611D875FC46D}" destId="{70736DBD-2059-FB42-9273-D5C4E791165E}" srcOrd="0" destOrd="0" parTransId="{E88FE8EB-5383-0C45-BA2D-0508A7D10912}" sibTransId="{77787702-77EB-F84B-90A0-E9B6E880677A}"/>
    <dgm:cxn modelId="{B715FBAE-6F30-684B-A1FC-3864195EC8B4}" srcId="{A36D25C7-8D81-7846-8A13-611D875FC46D}" destId="{35A6BA18-ABC3-A847-84BD-43EA1FC60BCE}" srcOrd="2" destOrd="0" parTransId="{4168EF25-EA32-874A-A20D-AA2D4A702F03}" sibTransId="{E7AF4D38-26C6-2541-9707-619A731BDB3D}"/>
    <dgm:cxn modelId="{84F19FC4-AD21-1549-9195-47D302F0694D}" type="presOf" srcId="{A36D25C7-8D81-7846-8A13-611D875FC46D}" destId="{3B6FDA15-5CF2-1147-8F3A-5C1319D62109}" srcOrd="0" destOrd="0" presId="urn:microsoft.com/office/officeart/2005/8/layout/cycle4"/>
    <dgm:cxn modelId="{24808ACF-D651-2941-812F-6677C951203C}" srcId="{A36D25C7-8D81-7846-8A13-611D875FC46D}" destId="{87540454-E4B3-ED4C-9A70-BEBF770D2E40}" srcOrd="1" destOrd="0" parTransId="{B88AF2E3-2EC8-6443-AB10-9C837B1F8A29}" sibTransId="{FF54655A-5291-AD4C-B3D3-DD813D94C440}"/>
    <dgm:cxn modelId="{A30AF1EB-15BA-B14F-AF36-1D99B81D8C36}" type="presOf" srcId="{E77CE76A-4C17-4642-8695-B3D2820DE15E}" destId="{1D85109B-79CE-6B49-8951-78CD69476FF7}" srcOrd="0" destOrd="0" presId="urn:microsoft.com/office/officeart/2005/8/layout/cycle4"/>
    <dgm:cxn modelId="{F66FF1EE-13F7-394A-8A93-D2022E0FAED9}" srcId="{A36D25C7-8D81-7846-8A13-611D875FC46D}" destId="{E77CE76A-4C17-4642-8695-B3D2820DE15E}" srcOrd="3" destOrd="0" parTransId="{5937DED5-D28E-D243-A62A-4F6C96986FFA}" sibTransId="{AB52E417-8A2C-3140-8ABC-00B10B594090}"/>
    <dgm:cxn modelId="{651EBB92-B9EF-6047-B5F0-9DCCCE00D529}" type="presParOf" srcId="{3B6FDA15-5CF2-1147-8F3A-5C1319D62109}" destId="{47F06509-B011-E84E-A517-8217105894EB}" srcOrd="0" destOrd="0" presId="urn:microsoft.com/office/officeart/2005/8/layout/cycle4"/>
    <dgm:cxn modelId="{96F3714C-0889-DE49-B4BC-06FA1C7F119C}" type="presParOf" srcId="{47F06509-B011-E84E-A517-8217105894EB}" destId="{D34BDAB5-BB14-0A41-9D76-DDFC824D497D}" srcOrd="0" destOrd="0" presId="urn:microsoft.com/office/officeart/2005/8/layout/cycle4"/>
    <dgm:cxn modelId="{F472235B-A8F7-E64A-85FC-551FE08133D5}" type="presParOf" srcId="{3B6FDA15-5CF2-1147-8F3A-5C1319D62109}" destId="{58C984F2-8BF1-7C43-91EB-D3E985E37A20}" srcOrd="1" destOrd="0" presId="urn:microsoft.com/office/officeart/2005/8/layout/cycle4"/>
    <dgm:cxn modelId="{0BB21479-39E9-C747-BDEF-BCE0B019CFA4}" type="presParOf" srcId="{58C984F2-8BF1-7C43-91EB-D3E985E37A20}" destId="{4AD1232D-F4FE-FF43-882A-6878C4EF9B9A}" srcOrd="0" destOrd="0" presId="urn:microsoft.com/office/officeart/2005/8/layout/cycle4"/>
    <dgm:cxn modelId="{BFFEF896-B150-AE4D-B71A-6D92FAB08259}" type="presParOf" srcId="{58C984F2-8BF1-7C43-91EB-D3E985E37A20}" destId="{4EEF3C8C-9962-184E-A0D3-69A7D0D55EDE}" srcOrd="1" destOrd="0" presId="urn:microsoft.com/office/officeart/2005/8/layout/cycle4"/>
    <dgm:cxn modelId="{35241B30-45AB-984F-B49E-F6EAD65BA425}" type="presParOf" srcId="{58C984F2-8BF1-7C43-91EB-D3E985E37A20}" destId="{AE790E75-CF61-9241-93AC-35C3331D9737}" srcOrd="2" destOrd="0" presId="urn:microsoft.com/office/officeart/2005/8/layout/cycle4"/>
    <dgm:cxn modelId="{B4743619-9243-A840-9950-14FA1B4E6664}" type="presParOf" srcId="{58C984F2-8BF1-7C43-91EB-D3E985E37A20}" destId="{1D85109B-79CE-6B49-8951-78CD69476FF7}" srcOrd="3" destOrd="0" presId="urn:microsoft.com/office/officeart/2005/8/layout/cycle4"/>
    <dgm:cxn modelId="{A06E0A18-3A61-7349-82B4-6BDEF73C3C36}" type="presParOf" srcId="{58C984F2-8BF1-7C43-91EB-D3E985E37A20}" destId="{AFA6A553-D41D-CA40-B94D-FFCA523D0202}" srcOrd="4" destOrd="0" presId="urn:microsoft.com/office/officeart/2005/8/layout/cycle4"/>
    <dgm:cxn modelId="{DBDEAA98-2310-4E4D-A7FB-C1416A124852}" type="presParOf" srcId="{3B6FDA15-5CF2-1147-8F3A-5C1319D62109}" destId="{E37F1768-50FB-304B-99F8-1F1F05C6F557}" srcOrd="2" destOrd="0" presId="urn:microsoft.com/office/officeart/2005/8/layout/cycle4"/>
    <dgm:cxn modelId="{C93DC52E-C65C-5C4D-862F-84DDC59A16AE}" type="presParOf" srcId="{3B6FDA15-5CF2-1147-8F3A-5C1319D62109}" destId="{D9F1117F-4529-E949-9CFB-129A0BF344A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2.xml><?xml version="1.0" encoding="utf-8"?>
<dgm:dataModel xmlns:dgm="http://schemas.openxmlformats.org/drawingml/2006/diagram" xmlns:a="http://schemas.openxmlformats.org/drawingml/2006/main">
  <dgm:ptLst>
    <dgm:pt modelId="{42ACC2BB-77D2-5443-847E-999DC9F6DAC6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16E7A1-ED3F-9B4B-8C6F-3B8165A25B11}">
      <dgm:prSet phldrT="[Text]"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r>
            <a:rPr lang="en-US" sz="1600" b="1" i="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rPr>
            <a:t>SECTION #1</a:t>
          </a:r>
        </a:p>
      </dgm:t>
    </dgm:pt>
    <dgm:pt modelId="{A1B27E07-4CEA-2449-875A-13F796924B0A}" type="parTrans" cxnId="{C32F5CB0-1FF7-3A4E-874A-6B5C2DAFA06B}">
      <dgm:prSet/>
      <dgm:spPr/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5575E51D-2DB0-B647-9160-ED30AA524F61}" type="sibTrans" cxnId="{C32F5CB0-1FF7-3A4E-874A-6B5C2DAFA06B}">
      <dgm:prSet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BC125942-6CFC-C04B-A691-FD2826DB2610}">
      <dgm:prSet phldrT="[Text]" custT="1"/>
      <dgm:spPr>
        <a:noFill/>
        <a:ln>
          <a:solidFill>
            <a:schemeClr val="bg1">
              <a:alpha val="20000"/>
            </a:schemeClr>
          </a:solidFill>
        </a:ln>
      </dgm:spPr>
      <dgm:t>
        <a:bodyPr/>
        <a:lstStyle/>
        <a:p>
          <a:r>
            <a:rPr lang="en-US" sz="1600" b="1" i="0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rPr>
            <a:t>SECTION #2</a:t>
          </a:r>
        </a:p>
      </dgm:t>
    </dgm:pt>
    <dgm:pt modelId="{B4D88C48-E8CE-3C41-8435-472B9CE83908}" type="parTrans" cxnId="{83490A8C-42DC-E64D-909A-196A5CFB2135}">
      <dgm:prSet/>
      <dgm:spPr/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E7F92082-69AA-C843-B261-831913503CAF}" type="sibTrans" cxnId="{83490A8C-42DC-E64D-909A-196A5CFB2135}">
      <dgm:prSet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2CDA1792-E905-1F4E-9AFF-F1DA9895DC58}">
      <dgm:prSet phldrT="[Text]" custT="1"/>
      <dgm:spPr>
        <a:noFill/>
        <a:ln>
          <a:solidFill>
            <a:schemeClr val="bg1">
              <a:alpha val="20000"/>
            </a:schemeClr>
          </a:solidFill>
        </a:ln>
      </dgm:spPr>
      <dgm:t>
        <a:bodyPr/>
        <a:lstStyle/>
        <a:p>
          <a:r>
            <a:rPr lang="en-US" sz="1600" b="1" i="0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rPr>
            <a:t>SECTION #3</a:t>
          </a:r>
        </a:p>
      </dgm:t>
    </dgm:pt>
    <dgm:pt modelId="{C77E98CC-C83A-524F-B711-1C1BCEF899C8}" type="parTrans" cxnId="{03D9DE9C-8141-1843-8B62-40DA146A4979}">
      <dgm:prSet/>
      <dgm:spPr/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10011AD3-D3A6-7146-A9B0-D749D42353EA}" type="sibTrans" cxnId="{03D9DE9C-8141-1843-8B62-40DA146A4979}">
      <dgm:prSet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468A5305-C682-4349-AAC5-FEE1F1C23821}">
      <dgm:prSet phldrT="[Text]" custT="1"/>
      <dgm:spPr>
        <a:noFill/>
        <a:ln>
          <a:solidFill>
            <a:schemeClr val="bg1">
              <a:alpha val="20000"/>
            </a:schemeClr>
          </a:solidFill>
        </a:ln>
      </dgm:spPr>
      <dgm:t>
        <a:bodyPr/>
        <a:lstStyle/>
        <a:p>
          <a:r>
            <a:rPr lang="en-US" sz="1600" b="1" i="0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rPr>
            <a:t>SECTION #4</a:t>
          </a:r>
        </a:p>
      </dgm:t>
    </dgm:pt>
    <dgm:pt modelId="{726FFD26-739D-5F44-8424-52084004CC48}" type="parTrans" cxnId="{DE300ECD-9CA8-B249-881A-C699926BBAFB}">
      <dgm:prSet/>
      <dgm:spPr/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F0274A88-5F97-C54C-A392-B2BB6144DF1C}" type="sibTrans" cxnId="{DE300ECD-9CA8-B249-881A-C699926BBAFB}">
      <dgm:prSet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0D30E0D3-4A0B-1349-9502-FC6ABF615E76}">
      <dgm:prSet phldrT="[Text]" custT="1"/>
      <dgm:spPr>
        <a:noFill/>
        <a:ln>
          <a:solidFill>
            <a:schemeClr val="bg1">
              <a:alpha val="20000"/>
            </a:schemeClr>
          </a:solidFill>
        </a:ln>
      </dgm:spPr>
      <dgm:t>
        <a:bodyPr/>
        <a:lstStyle/>
        <a:p>
          <a:r>
            <a:rPr lang="en-US" sz="1600" b="1" i="0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rPr>
            <a:t>SECTION #5</a:t>
          </a:r>
        </a:p>
      </dgm:t>
    </dgm:pt>
    <dgm:pt modelId="{967072A7-6F81-A542-9C29-10C63EDED48E}" type="parTrans" cxnId="{6E78DC6E-E3F5-DE49-8944-DE2F2D46E3C2}">
      <dgm:prSet/>
      <dgm:spPr/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A4314637-1252-6446-8E9E-6D373C91AFEA}" type="sibTrans" cxnId="{6E78DC6E-E3F5-DE49-8944-DE2F2D46E3C2}">
      <dgm:prSet custT="1"/>
      <dgm:spPr>
        <a:gradFill rotWithShape="0">
          <a:gsLst>
            <a:gs pos="0">
              <a:srgbClr val="DBCC74"/>
            </a:gs>
            <a:gs pos="99000">
              <a:srgbClr val="8F6032"/>
            </a:gs>
          </a:gsLst>
          <a:lin ang="5400000" scaled="1"/>
        </a:gradFill>
      </dgm:spPr>
      <dgm:t>
        <a:bodyPr/>
        <a:lstStyle/>
        <a:p>
          <a:endParaRPr lang="en-US" sz="1600" b="1" i="0" dirty="0">
            <a:gradFill>
              <a:gsLst>
                <a:gs pos="0">
                  <a:srgbClr val="DBCC74"/>
                </a:gs>
                <a:gs pos="99000">
                  <a:srgbClr val="8F6032"/>
                </a:gs>
              </a:gsLst>
              <a:lin ang="5400000" scaled="1"/>
            </a:gradFill>
            <a:latin typeface="+mn-lt"/>
            <a:ea typeface="Open Sans" charset="0"/>
            <a:cs typeface="Open Sans" charset="0"/>
          </a:endParaRPr>
        </a:p>
      </dgm:t>
    </dgm:pt>
    <dgm:pt modelId="{6186F85D-9C77-0C4C-8321-1EC05BAA6FC0}" type="pres">
      <dgm:prSet presAssocID="{42ACC2BB-77D2-5443-847E-999DC9F6DAC6}" presName="cycle" presStyleCnt="0">
        <dgm:presLayoutVars>
          <dgm:dir/>
          <dgm:resizeHandles val="exact"/>
        </dgm:presLayoutVars>
      </dgm:prSet>
      <dgm:spPr/>
    </dgm:pt>
    <dgm:pt modelId="{0B399530-A43F-834A-BD57-615AF5897F6A}" type="pres">
      <dgm:prSet presAssocID="{4716E7A1-ED3F-9B4B-8C6F-3B8165A25B11}" presName="node" presStyleLbl="node1" presStyleIdx="0" presStyleCnt="5">
        <dgm:presLayoutVars>
          <dgm:bulletEnabled val="1"/>
        </dgm:presLayoutVars>
      </dgm:prSet>
      <dgm:spPr/>
    </dgm:pt>
    <dgm:pt modelId="{F721AC20-9E37-3F4E-8259-81B133F55010}" type="pres">
      <dgm:prSet presAssocID="{5575E51D-2DB0-B647-9160-ED30AA524F61}" presName="sibTrans" presStyleLbl="sibTrans2D1" presStyleIdx="0" presStyleCnt="5" custScaleY="48017"/>
      <dgm:spPr/>
    </dgm:pt>
    <dgm:pt modelId="{4EB81360-BA20-154F-AC93-83165CBF848D}" type="pres">
      <dgm:prSet presAssocID="{5575E51D-2DB0-B647-9160-ED30AA524F61}" presName="connectorText" presStyleLbl="sibTrans2D1" presStyleIdx="0" presStyleCnt="5"/>
      <dgm:spPr/>
    </dgm:pt>
    <dgm:pt modelId="{6E3E0ECA-979F-C842-84AF-B9C95AAFEE09}" type="pres">
      <dgm:prSet presAssocID="{BC125942-6CFC-C04B-A691-FD2826DB2610}" presName="node" presStyleLbl="node1" presStyleIdx="1" presStyleCnt="5">
        <dgm:presLayoutVars>
          <dgm:bulletEnabled val="1"/>
        </dgm:presLayoutVars>
      </dgm:prSet>
      <dgm:spPr/>
    </dgm:pt>
    <dgm:pt modelId="{9D5BD706-825F-8342-A9E6-71E9F112EA77}" type="pres">
      <dgm:prSet presAssocID="{E7F92082-69AA-C843-B261-831913503CAF}" presName="sibTrans" presStyleLbl="sibTrans2D1" presStyleIdx="1" presStyleCnt="5" custScaleY="45712"/>
      <dgm:spPr/>
    </dgm:pt>
    <dgm:pt modelId="{3121B62C-0043-4E43-A7EA-2B4B4D9B71F6}" type="pres">
      <dgm:prSet presAssocID="{E7F92082-69AA-C843-B261-831913503CAF}" presName="connectorText" presStyleLbl="sibTrans2D1" presStyleIdx="1" presStyleCnt="5"/>
      <dgm:spPr/>
    </dgm:pt>
    <dgm:pt modelId="{D80EB7B2-57D2-6243-BA32-CA322223A7EB}" type="pres">
      <dgm:prSet presAssocID="{2CDA1792-E905-1F4E-9AFF-F1DA9895DC58}" presName="node" presStyleLbl="node1" presStyleIdx="2" presStyleCnt="5">
        <dgm:presLayoutVars>
          <dgm:bulletEnabled val="1"/>
        </dgm:presLayoutVars>
      </dgm:prSet>
      <dgm:spPr/>
    </dgm:pt>
    <dgm:pt modelId="{9BD1825C-2260-9F4F-8C2D-F638397C73CA}" type="pres">
      <dgm:prSet presAssocID="{10011AD3-D3A6-7146-A9B0-D749D42353EA}" presName="sibTrans" presStyleLbl="sibTrans2D1" presStyleIdx="2" presStyleCnt="5" custScaleY="45712"/>
      <dgm:spPr/>
    </dgm:pt>
    <dgm:pt modelId="{36DDB031-F304-BA44-BF1D-216E2177A6BB}" type="pres">
      <dgm:prSet presAssocID="{10011AD3-D3A6-7146-A9B0-D749D42353EA}" presName="connectorText" presStyleLbl="sibTrans2D1" presStyleIdx="2" presStyleCnt="5"/>
      <dgm:spPr/>
    </dgm:pt>
    <dgm:pt modelId="{127D618E-79C9-564C-B0D8-290D6499E916}" type="pres">
      <dgm:prSet presAssocID="{468A5305-C682-4349-AAC5-FEE1F1C23821}" presName="node" presStyleLbl="node1" presStyleIdx="3" presStyleCnt="5">
        <dgm:presLayoutVars>
          <dgm:bulletEnabled val="1"/>
        </dgm:presLayoutVars>
      </dgm:prSet>
      <dgm:spPr/>
    </dgm:pt>
    <dgm:pt modelId="{8E6E1547-23FE-BA4C-B910-582614A07F5F}" type="pres">
      <dgm:prSet presAssocID="{F0274A88-5F97-C54C-A392-B2BB6144DF1C}" presName="sibTrans" presStyleLbl="sibTrans2D1" presStyleIdx="3" presStyleCnt="5" custScaleY="45712"/>
      <dgm:spPr/>
    </dgm:pt>
    <dgm:pt modelId="{6919E781-F15A-EF48-A402-B73D3A6A6D15}" type="pres">
      <dgm:prSet presAssocID="{F0274A88-5F97-C54C-A392-B2BB6144DF1C}" presName="connectorText" presStyleLbl="sibTrans2D1" presStyleIdx="3" presStyleCnt="5"/>
      <dgm:spPr/>
    </dgm:pt>
    <dgm:pt modelId="{46E8956E-978C-384B-8347-E1CAECB03032}" type="pres">
      <dgm:prSet presAssocID="{0D30E0D3-4A0B-1349-9502-FC6ABF615E76}" presName="node" presStyleLbl="node1" presStyleIdx="4" presStyleCnt="5">
        <dgm:presLayoutVars>
          <dgm:bulletEnabled val="1"/>
        </dgm:presLayoutVars>
      </dgm:prSet>
      <dgm:spPr/>
    </dgm:pt>
    <dgm:pt modelId="{5C2FE1D6-259C-A842-B62D-876CBCE1E8C2}" type="pres">
      <dgm:prSet presAssocID="{A4314637-1252-6446-8E9E-6D373C91AFEA}" presName="sibTrans" presStyleLbl="sibTrans2D1" presStyleIdx="4" presStyleCnt="5" custScaleY="49045"/>
      <dgm:spPr/>
    </dgm:pt>
    <dgm:pt modelId="{FE59E9C9-4605-E248-879B-4AF8C95558DA}" type="pres">
      <dgm:prSet presAssocID="{A4314637-1252-6446-8E9E-6D373C91AFEA}" presName="connectorText" presStyleLbl="sibTrans2D1" presStyleIdx="4" presStyleCnt="5"/>
      <dgm:spPr/>
    </dgm:pt>
  </dgm:ptLst>
  <dgm:cxnLst>
    <dgm:cxn modelId="{F8EA6C12-1E90-FA47-90A7-5DE552A2CFE2}" type="presOf" srcId="{2CDA1792-E905-1F4E-9AFF-F1DA9895DC58}" destId="{D80EB7B2-57D2-6243-BA32-CA322223A7EB}" srcOrd="0" destOrd="0" presId="urn:microsoft.com/office/officeart/2005/8/layout/cycle2"/>
    <dgm:cxn modelId="{AF518527-3A85-AC41-A093-88275A3F464D}" type="presOf" srcId="{4716E7A1-ED3F-9B4B-8C6F-3B8165A25B11}" destId="{0B399530-A43F-834A-BD57-615AF5897F6A}" srcOrd="0" destOrd="0" presId="urn:microsoft.com/office/officeart/2005/8/layout/cycle2"/>
    <dgm:cxn modelId="{4D435A2D-E7A3-2440-A80A-AB527C31CCA7}" type="presOf" srcId="{468A5305-C682-4349-AAC5-FEE1F1C23821}" destId="{127D618E-79C9-564C-B0D8-290D6499E916}" srcOrd="0" destOrd="0" presId="urn:microsoft.com/office/officeart/2005/8/layout/cycle2"/>
    <dgm:cxn modelId="{F4853F32-CEC4-684A-845F-B90F07880B01}" type="presOf" srcId="{42ACC2BB-77D2-5443-847E-999DC9F6DAC6}" destId="{6186F85D-9C77-0C4C-8321-1EC05BAA6FC0}" srcOrd="0" destOrd="0" presId="urn:microsoft.com/office/officeart/2005/8/layout/cycle2"/>
    <dgm:cxn modelId="{9C2D915F-3685-2D45-9B40-0EAABF92DC21}" type="presOf" srcId="{A4314637-1252-6446-8E9E-6D373C91AFEA}" destId="{5C2FE1D6-259C-A842-B62D-876CBCE1E8C2}" srcOrd="0" destOrd="0" presId="urn:microsoft.com/office/officeart/2005/8/layout/cycle2"/>
    <dgm:cxn modelId="{6E78DC6E-E3F5-DE49-8944-DE2F2D46E3C2}" srcId="{42ACC2BB-77D2-5443-847E-999DC9F6DAC6}" destId="{0D30E0D3-4A0B-1349-9502-FC6ABF615E76}" srcOrd="4" destOrd="0" parTransId="{967072A7-6F81-A542-9C29-10C63EDED48E}" sibTransId="{A4314637-1252-6446-8E9E-6D373C91AFEA}"/>
    <dgm:cxn modelId="{0A77F777-0D30-684A-B8A5-56FC74414B64}" type="presOf" srcId="{0D30E0D3-4A0B-1349-9502-FC6ABF615E76}" destId="{46E8956E-978C-384B-8347-E1CAECB03032}" srcOrd="0" destOrd="0" presId="urn:microsoft.com/office/officeart/2005/8/layout/cycle2"/>
    <dgm:cxn modelId="{01E2A386-1E3B-6548-80B2-712277C92E32}" type="presOf" srcId="{5575E51D-2DB0-B647-9160-ED30AA524F61}" destId="{4EB81360-BA20-154F-AC93-83165CBF848D}" srcOrd="1" destOrd="0" presId="urn:microsoft.com/office/officeart/2005/8/layout/cycle2"/>
    <dgm:cxn modelId="{83490A8C-42DC-E64D-909A-196A5CFB2135}" srcId="{42ACC2BB-77D2-5443-847E-999DC9F6DAC6}" destId="{BC125942-6CFC-C04B-A691-FD2826DB2610}" srcOrd="1" destOrd="0" parTransId="{B4D88C48-E8CE-3C41-8435-472B9CE83908}" sibTransId="{E7F92082-69AA-C843-B261-831913503CAF}"/>
    <dgm:cxn modelId="{B2701592-D712-BE4F-824A-D3822989D514}" type="presOf" srcId="{F0274A88-5F97-C54C-A392-B2BB6144DF1C}" destId="{6919E781-F15A-EF48-A402-B73D3A6A6D15}" srcOrd="1" destOrd="0" presId="urn:microsoft.com/office/officeart/2005/8/layout/cycle2"/>
    <dgm:cxn modelId="{BF73A492-92BB-E143-8333-255D57A3D45B}" type="presOf" srcId="{10011AD3-D3A6-7146-A9B0-D749D42353EA}" destId="{9BD1825C-2260-9F4F-8C2D-F638397C73CA}" srcOrd="0" destOrd="0" presId="urn:microsoft.com/office/officeart/2005/8/layout/cycle2"/>
    <dgm:cxn modelId="{03D9DE9C-8141-1843-8B62-40DA146A4979}" srcId="{42ACC2BB-77D2-5443-847E-999DC9F6DAC6}" destId="{2CDA1792-E905-1F4E-9AFF-F1DA9895DC58}" srcOrd="2" destOrd="0" parTransId="{C77E98CC-C83A-524F-B711-1C1BCEF899C8}" sibTransId="{10011AD3-D3A6-7146-A9B0-D749D42353EA}"/>
    <dgm:cxn modelId="{DDAB60AD-13A4-964C-A3BE-9C625EE443F5}" type="presOf" srcId="{E7F92082-69AA-C843-B261-831913503CAF}" destId="{3121B62C-0043-4E43-A7EA-2B4B4D9B71F6}" srcOrd="1" destOrd="0" presId="urn:microsoft.com/office/officeart/2005/8/layout/cycle2"/>
    <dgm:cxn modelId="{C32F5CB0-1FF7-3A4E-874A-6B5C2DAFA06B}" srcId="{42ACC2BB-77D2-5443-847E-999DC9F6DAC6}" destId="{4716E7A1-ED3F-9B4B-8C6F-3B8165A25B11}" srcOrd="0" destOrd="0" parTransId="{A1B27E07-4CEA-2449-875A-13F796924B0A}" sibTransId="{5575E51D-2DB0-B647-9160-ED30AA524F61}"/>
    <dgm:cxn modelId="{65E243B1-FDFF-E846-9ADF-BEC09DA5F899}" type="presOf" srcId="{E7F92082-69AA-C843-B261-831913503CAF}" destId="{9D5BD706-825F-8342-A9E6-71E9F112EA77}" srcOrd="0" destOrd="0" presId="urn:microsoft.com/office/officeart/2005/8/layout/cycle2"/>
    <dgm:cxn modelId="{92E894BA-994A-A848-A29E-E815FCBE11FD}" type="presOf" srcId="{F0274A88-5F97-C54C-A392-B2BB6144DF1C}" destId="{8E6E1547-23FE-BA4C-B910-582614A07F5F}" srcOrd="0" destOrd="0" presId="urn:microsoft.com/office/officeart/2005/8/layout/cycle2"/>
    <dgm:cxn modelId="{F763FBCC-BA60-E54E-BBD8-9B80363F48AE}" type="presOf" srcId="{A4314637-1252-6446-8E9E-6D373C91AFEA}" destId="{FE59E9C9-4605-E248-879B-4AF8C95558DA}" srcOrd="1" destOrd="0" presId="urn:microsoft.com/office/officeart/2005/8/layout/cycle2"/>
    <dgm:cxn modelId="{DE300ECD-9CA8-B249-881A-C699926BBAFB}" srcId="{42ACC2BB-77D2-5443-847E-999DC9F6DAC6}" destId="{468A5305-C682-4349-AAC5-FEE1F1C23821}" srcOrd="3" destOrd="0" parTransId="{726FFD26-739D-5F44-8424-52084004CC48}" sibTransId="{F0274A88-5F97-C54C-A392-B2BB6144DF1C}"/>
    <dgm:cxn modelId="{7706A5D1-8227-8147-AF5B-A033A578EADD}" type="presOf" srcId="{5575E51D-2DB0-B647-9160-ED30AA524F61}" destId="{F721AC20-9E37-3F4E-8259-81B133F55010}" srcOrd="0" destOrd="0" presId="urn:microsoft.com/office/officeart/2005/8/layout/cycle2"/>
    <dgm:cxn modelId="{7D69ADE6-577F-C84A-98E1-4030E70821B2}" type="presOf" srcId="{BC125942-6CFC-C04B-A691-FD2826DB2610}" destId="{6E3E0ECA-979F-C842-84AF-B9C95AAFEE09}" srcOrd="0" destOrd="0" presId="urn:microsoft.com/office/officeart/2005/8/layout/cycle2"/>
    <dgm:cxn modelId="{3388D1EC-5785-4544-805C-83785F507F23}" type="presOf" srcId="{10011AD3-D3A6-7146-A9B0-D749D42353EA}" destId="{36DDB031-F304-BA44-BF1D-216E2177A6BB}" srcOrd="1" destOrd="0" presId="urn:microsoft.com/office/officeart/2005/8/layout/cycle2"/>
    <dgm:cxn modelId="{8BBB3751-053A-3746-8D6A-AEFF228244B7}" type="presParOf" srcId="{6186F85D-9C77-0C4C-8321-1EC05BAA6FC0}" destId="{0B399530-A43F-834A-BD57-615AF5897F6A}" srcOrd="0" destOrd="0" presId="urn:microsoft.com/office/officeart/2005/8/layout/cycle2"/>
    <dgm:cxn modelId="{AABC3691-576A-F044-93E0-397C9A5C9E79}" type="presParOf" srcId="{6186F85D-9C77-0C4C-8321-1EC05BAA6FC0}" destId="{F721AC20-9E37-3F4E-8259-81B133F55010}" srcOrd="1" destOrd="0" presId="urn:microsoft.com/office/officeart/2005/8/layout/cycle2"/>
    <dgm:cxn modelId="{E936857E-F646-C34B-ABFD-00C44A4BB80D}" type="presParOf" srcId="{F721AC20-9E37-3F4E-8259-81B133F55010}" destId="{4EB81360-BA20-154F-AC93-83165CBF848D}" srcOrd="0" destOrd="0" presId="urn:microsoft.com/office/officeart/2005/8/layout/cycle2"/>
    <dgm:cxn modelId="{66D5CDE7-74F0-7140-9C53-12FECC3EE513}" type="presParOf" srcId="{6186F85D-9C77-0C4C-8321-1EC05BAA6FC0}" destId="{6E3E0ECA-979F-C842-84AF-B9C95AAFEE09}" srcOrd="2" destOrd="0" presId="urn:microsoft.com/office/officeart/2005/8/layout/cycle2"/>
    <dgm:cxn modelId="{6D0E2AB2-7F67-5A4B-96F1-5E36073269E0}" type="presParOf" srcId="{6186F85D-9C77-0C4C-8321-1EC05BAA6FC0}" destId="{9D5BD706-825F-8342-A9E6-71E9F112EA77}" srcOrd="3" destOrd="0" presId="urn:microsoft.com/office/officeart/2005/8/layout/cycle2"/>
    <dgm:cxn modelId="{B862ACED-3FDB-074A-8C82-10A29A0AFE89}" type="presParOf" srcId="{9D5BD706-825F-8342-A9E6-71E9F112EA77}" destId="{3121B62C-0043-4E43-A7EA-2B4B4D9B71F6}" srcOrd="0" destOrd="0" presId="urn:microsoft.com/office/officeart/2005/8/layout/cycle2"/>
    <dgm:cxn modelId="{441DAAF5-DD6B-B14A-9D08-B6E73B714826}" type="presParOf" srcId="{6186F85D-9C77-0C4C-8321-1EC05BAA6FC0}" destId="{D80EB7B2-57D2-6243-BA32-CA322223A7EB}" srcOrd="4" destOrd="0" presId="urn:microsoft.com/office/officeart/2005/8/layout/cycle2"/>
    <dgm:cxn modelId="{B9918D53-636B-434B-8FAA-BF4F0C32AD51}" type="presParOf" srcId="{6186F85D-9C77-0C4C-8321-1EC05BAA6FC0}" destId="{9BD1825C-2260-9F4F-8C2D-F638397C73CA}" srcOrd="5" destOrd="0" presId="urn:microsoft.com/office/officeart/2005/8/layout/cycle2"/>
    <dgm:cxn modelId="{040698A7-C28A-B344-B9DD-A9F11A477116}" type="presParOf" srcId="{9BD1825C-2260-9F4F-8C2D-F638397C73CA}" destId="{36DDB031-F304-BA44-BF1D-216E2177A6BB}" srcOrd="0" destOrd="0" presId="urn:microsoft.com/office/officeart/2005/8/layout/cycle2"/>
    <dgm:cxn modelId="{22E6B5FA-6CBD-9944-A7BA-22992CD88889}" type="presParOf" srcId="{6186F85D-9C77-0C4C-8321-1EC05BAA6FC0}" destId="{127D618E-79C9-564C-B0D8-290D6499E916}" srcOrd="6" destOrd="0" presId="urn:microsoft.com/office/officeart/2005/8/layout/cycle2"/>
    <dgm:cxn modelId="{F484FB14-BA89-2E45-91A8-887D2A081FC2}" type="presParOf" srcId="{6186F85D-9C77-0C4C-8321-1EC05BAA6FC0}" destId="{8E6E1547-23FE-BA4C-B910-582614A07F5F}" srcOrd="7" destOrd="0" presId="urn:microsoft.com/office/officeart/2005/8/layout/cycle2"/>
    <dgm:cxn modelId="{CDFFAB15-6F46-FB41-955C-1BD0DB9411A9}" type="presParOf" srcId="{8E6E1547-23FE-BA4C-B910-582614A07F5F}" destId="{6919E781-F15A-EF48-A402-B73D3A6A6D15}" srcOrd="0" destOrd="0" presId="urn:microsoft.com/office/officeart/2005/8/layout/cycle2"/>
    <dgm:cxn modelId="{081C481E-E6B0-1E4C-ADA1-BD1CE9B5330B}" type="presParOf" srcId="{6186F85D-9C77-0C4C-8321-1EC05BAA6FC0}" destId="{46E8956E-978C-384B-8347-E1CAECB03032}" srcOrd="8" destOrd="0" presId="urn:microsoft.com/office/officeart/2005/8/layout/cycle2"/>
    <dgm:cxn modelId="{1DC5F20D-BCB7-F846-A881-499DED623AA9}" type="presParOf" srcId="{6186F85D-9C77-0C4C-8321-1EC05BAA6FC0}" destId="{5C2FE1D6-259C-A842-B62D-876CBCE1E8C2}" srcOrd="9" destOrd="0" presId="urn:microsoft.com/office/officeart/2005/8/layout/cycle2"/>
    <dgm:cxn modelId="{475B6BED-82AB-9645-B550-0B5CEAF6C687}" type="presParOf" srcId="{5C2FE1D6-259C-A842-B62D-876CBCE1E8C2}" destId="{FE59E9C9-4605-E248-879B-4AF8C95558DA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graphic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graphic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e3e30d4c1b5744f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7D22-AD28-43FC-8EB4-B134A7D334C3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C8EFA-96ED-4A18-B46D-8BDC030E3AF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6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d8e0560fa4a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2cc2fd86244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6843920fc4d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0b3bf781c43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82bc8cd8541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8eef882754b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hyperlink" Target="http://www.1ppt.com/moban/" TargetMode="External" Id="R0b8d440cd01e47ab94161a135f170062" /><Relationship Type="http://schemas.openxmlformats.org/officeDocument/2006/relationships/slideMaster" Target="/ppt/slideMasters/slideMaster1.xml" Id="R4f01f46967714c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43f0ac98248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ddc487fe440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1ed0bf1254d3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9fc29050c4cf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9a09b439147e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37296eefb407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5377d86dc4aa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c0ea7c43c42e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0e1dbbf5b4d5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fb424c943409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77778f64144a9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724526" y="872197"/>
            <a:ext cx="4408489" cy="362946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6324660" y="872197"/>
            <a:ext cx="4408489" cy="362946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6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24526" y="126584"/>
            <a:ext cx="3891083" cy="2358197"/>
          </a:xfrm>
        </p:spPr>
        <p:txBody>
          <a:bodyPr anchor="t">
            <a:normAutofit/>
          </a:bodyPr>
          <a:lstStyle>
            <a:lvl1pPr>
              <a:defRPr sz="3400" b="1" i="0">
                <a:latin typeface="仓耳玄三M W05" panose="02020400000000000000" pitchFamily="18" charset="-122"/>
                <a:ea typeface="仓耳玄三M W05" panose="02020400000000000000" pitchFamily="18" charset="-122"/>
                <a:cs typeface="仓耳玄三M W05" panose="02020400000000000000" pitchFamily="18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20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71E8E-CD6A-634F-293B-7543A408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7679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562061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64694" y="250688"/>
            <a:ext cx="48891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t>pattern</a:t>
            </a:r>
          </a:p>
        </p:txBody>
      </p:sp>
      <p:sp>
        <p:nvSpPr>
          <p:cNvPr id="5" name="TextBox 4"/>
          <p:cNvSpPr txBox="1"/>
          <p:nvPr userDrawn="1"/>
        </p:nvSpPr>
        <p:spPr>
          <a:xfrm rot="5400000">
            <a:off x="-51092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6" name="Title 9"/>
          <p:cNvSpPr>
            <a:spLocks noGrp="1"/>
          </p:cNvSpPr>
          <p:nvPr>
            <p:ph type="title"/>
          </p:nvPr>
        </p:nvSpPr>
        <p:spPr>
          <a:xfrm>
            <a:off x="1724526" y="126584"/>
            <a:ext cx="3891083" cy="2358197"/>
          </a:xfrm>
        </p:spPr>
        <p:txBody>
          <a:bodyPr anchor="t">
            <a:normAutofit/>
          </a:bodyPr>
          <a:lstStyle>
            <a:lvl1pPr>
              <a:defRPr sz="3400" b="1" i="0">
                <a:solidFill>
                  <a:srgbClr val="FFFFFF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仓耳玄三M W05" panose="02020400000000000000" pitchFamily="18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06532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7103165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644269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9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724526" y="3527475"/>
            <a:ext cx="3020271" cy="26733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4903823" y="3527475"/>
            <a:ext cx="3020271" cy="26733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083120" y="3527475"/>
            <a:ext cx="3020271" cy="26733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1724526" y="699416"/>
            <a:ext cx="3020271" cy="26733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4903823" y="699416"/>
            <a:ext cx="3020271" cy="26733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8083120" y="699416"/>
            <a:ext cx="3020271" cy="26733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36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063486" y="0"/>
            <a:ext cx="11128513" cy="3429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9"/>
          <p:cNvSpPr>
            <a:spLocks noGrp="1"/>
          </p:cNvSpPr>
          <p:nvPr>
            <p:ph type="title"/>
          </p:nvPr>
        </p:nvSpPr>
        <p:spPr>
          <a:xfrm>
            <a:off x="1724526" y="126584"/>
            <a:ext cx="3891083" cy="2358197"/>
          </a:xfrm>
        </p:spPr>
        <p:txBody>
          <a:bodyPr anchor="t">
            <a:normAutofit/>
          </a:bodyPr>
          <a:lstStyle>
            <a:lvl1pPr>
              <a:defRPr sz="3400" b="1" i="0">
                <a:solidFill>
                  <a:srgbClr val="FFFFFF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仓耳玄三M W05" panose="02020400000000000000" pitchFamily="18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998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FBD12-4BD5-CFD6-95AD-D94E07D9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527F0-F339-915D-A630-9BDF47EC4F5F}"/>
              </a:ext>
            </a:extLst>
          </p:cNvPr>
          <p:cNvSpPr txBox="1"/>
          <p:nvPr userDrawn="1"/>
        </p:nvSpPr>
        <p:spPr>
          <a:xfrm>
            <a:off x="1399705" y="6171068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0b8d440cd01e47ab94161a135f17006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0b8d440cd01e47ab94161a135f17006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812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1063488" y="0"/>
            <a:ext cx="5032512" cy="6858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  <p:sp>
        <p:nvSpPr>
          <p:cNvPr id="6" name="Title 9"/>
          <p:cNvSpPr>
            <a:spLocks noGrp="1"/>
          </p:cNvSpPr>
          <p:nvPr>
            <p:ph type="title"/>
          </p:nvPr>
        </p:nvSpPr>
        <p:spPr>
          <a:xfrm>
            <a:off x="1724526" y="126584"/>
            <a:ext cx="3891083" cy="2358197"/>
          </a:xfrm>
        </p:spPr>
        <p:txBody>
          <a:bodyPr anchor="t">
            <a:normAutofit/>
          </a:bodyPr>
          <a:lstStyle>
            <a:lvl1pPr>
              <a:defRPr sz="3400" b="1" i="0">
                <a:solidFill>
                  <a:srgbClr val="FFFFFF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仓耳玄三M W05" panose="02020400000000000000" pitchFamily="18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867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D0644-F7AE-6942-1462-105D7DB3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897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724526" y="1818861"/>
            <a:ext cx="3020271" cy="428345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4903823" y="1818861"/>
            <a:ext cx="3020271" cy="428345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083120" y="1818861"/>
            <a:ext cx="3020271" cy="428345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  <p:sp>
        <p:nvSpPr>
          <p:cNvPr id="9" name="Title 9"/>
          <p:cNvSpPr>
            <a:spLocks noGrp="1"/>
          </p:cNvSpPr>
          <p:nvPr>
            <p:ph type="title"/>
          </p:nvPr>
        </p:nvSpPr>
        <p:spPr>
          <a:xfrm>
            <a:off x="1724526" y="126584"/>
            <a:ext cx="3891083" cy="2358197"/>
          </a:xfrm>
        </p:spPr>
        <p:txBody>
          <a:bodyPr anchor="t">
            <a:normAutofit/>
          </a:bodyPr>
          <a:lstStyle>
            <a:lvl1pPr>
              <a:defRPr sz="3400" b="1" i="0">
                <a:latin typeface="仓耳玄三M W05" panose="02020400000000000000" pitchFamily="18" charset="-122"/>
                <a:ea typeface="仓耳玄三M W05" panose="02020400000000000000" pitchFamily="18" charset="-122"/>
                <a:cs typeface="仓耳玄三M W05" panose="02020400000000000000" pitchFamily="18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889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992314" y="1"/>
            <a:ext cx="6654146" cy="340210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0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1065320" y="3429000"/>
            <a:ext cx="5030680" cy="3429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64694" y="250688"/>
            <a:ext cx="48891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t>pattern</a:t>
            </a:r>
          </a:p>
        </p:txBody>
      </p:sp>
      <p:sp>
        <p:nvSpPr>
          <p:cNvPr id="5" name="TextBox 4"/>
          <p:cNvSpPr txBox="1"/>
          <p:nvPr userDrawn="1"/>
        </p:nvSpPr>
        <p:spPr>
          <a:xfrm rot="5400000">
            <a:off x="-51092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6" name="Title 9"/>
          <p:cNvSpPr>
            <a:spLocks noGrp="1"/>
          </p:cNvSpPr>
          <p:nvPr>
            <p:ph type="title"/>
          </p:nvPr>
        </p:nvSpPr>
        <p:spPr>
          <a:xfrm>
            <a:off x="1724526" y="126584"/>
            <a:ext cx="3891083" cy="2358197"/>
          </a:xfrm>
        </p:spPr>
        <p:txBody>
          <a:bodyPr anchor="t">
            <a:normAutofit/>
          </a:bodyPr>
          <a:lstStyle>
            <a:lvl1pPr>
              <a:defRPr sz="3400" b="1" i="0">
                <a:solidFill>
                  <a:srgbClr val="FFFFFF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仓耳玄三M W05" panose="02020400000000000000" pitchFamily="18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06532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06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7C3E2-563E-830F-D615-BC7A97356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8014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288970" y="1034425"/>
            <a:ext cx="7073035" cy="491314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  <p:sp>
        <p:nvSpPr>
          <p:cNvPr id="5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5082208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7623312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0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2541104" y="2251213"/>
            <a:ext cx="2541104" cy="23555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3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992313" y="1527109"/>
            <a:ext cx="2638602" cy="263860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5132671" y="1527109"/>
            <a:ext cx="2638602" cy="263860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8273028" y="1527109"/>
            <a:ext cx="2638602" cy="263860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046821" y="1721637"/>
            <a:ext cx="2098358" cy="373772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575997" y="1721637"/>
            <a:ext cx="2098358" cy="373772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9891320" y="1721637"/>
            <a:ext cx="2098358" cy="373772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2517645" y="1721637"/>
            <a:ext cx="2098358" cy="373772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1386269" y="235611"/>
            <a:ext cx="647753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i="0">
                <a:solidFill>
                  <a:schemeClr val="tx1"/>
                </a:solidFill>
                <a:latin typeface="仓耳玄三M W05" panose="02020400000000000000" pitchFamily="18" charset="-122"/>
                <a:ea typeface="仓耳玄三M W05" panose="02020400000000000000" pitchFamily="18" charset="-122"/>
                <a:cs typeface="Source Sans Pro" charset="0"/>
              </a:rPr>
              <a:pPr algn="ctr"/>
              <a:t>‹#›</a:t>
            </a:fld>
            <a:endParaRPr lang="en-US" sz="1200" b="1" i="0" dirty="0">
              <a:solidFill>
                <a:schemeClr val="tx1"/>
              </a:solidFill>
              <a:latin typeface="仓耳玄三M W05" panose="02020400000000000000" pitchFamily="18" charset="-122"/>
              <a:ea typeface="仓耳玄三M W05" panose="02020400000000000000" pitchFamily="18" charset="-122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9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b428e4a2904313" /><Relationship Type="http://schemas.openxmlformats.org/officeDocument/2006/relationships/slideLayout" Target="/ppt/slideLayouts/slideLayout1.xml" Id="R3ea7b4611bee40f8" /><Relationship Type="http://schemas.openxmlformats.org/officeDocument/2006/relationships/slideLayout" Target="/ppt/slideLayouts/slideLayout2.xml" Id="R2ed10c548f84442b" /><Relationship Type="http://schemas.openxmlformats.org/officeDocument/2006/relationships/slideLayout" Target="/ppt/slideLayouts/slideLayout3.xml" Id="R347f0d518ccc4fb4" /><Relationship Type="http://schemas.openxmlformats.org/officeDocument/2006/relationships/slideLayout" Target="/ppt/slideLayouts/slideLayout4.xml" Id="R43e9533fbfc54845" /><Relationship Type="http://schemas.openxmlformats.org/officeDocument/2006/relationships/slideLayout" Target="/ppt/slideLayouts/slideLayout5.xml" Id="R99633a94ed2f46d7" /><Relationship Type="http://schemas.openxmlformats.org/officeDocument/2006/relationships/slideLayout" Target="/ppt/slideLayouts/slideLayout6.xml" Id="R0995d1383c7441df" /><Relationship Type="http://schemas.openxmlformats.org/officeDocument/2006/relationships/slideLayout" Target="/ppt/slideLayouts/slideLayout7.xml" Id="R230d9cd9af864f72" /><Relationship Type="http://schemas.openxmlformats.org/officeDocument/2006/relationships/slideLayout" Target="/ppt/slideLayouts/slideLayout8.xml" Id="R945049c24e1742f4" /><Relationship Type="http://schemas.openxmlformats.org/officeDocument/2006/relationships/slideLayout" Target="/ppt/slideLayouts/slideLayout9.xml" Id="Rf63a4fea5e9243b0" /><Relationship Type="http://schemas.openxmlformats.org/officeDocument/2006/relationships/slideLayout" Target="/ppt/slideLayouts/slideLayout10.xml" Id="Rd51411e8aee94a1c" /><Relationship Type="http://schemas.openxmlformats.org/officeDocument/2006/relationships/slideLayout" Target="/ppt/slideLayouts/slideLayout11.xml" Id="Rfe9621b8940d4084" /><Relationship Type="http://schemas.openxmlformats.org/officeDocument/2006/relationships/slideLayout" Target="/ppt/slideLayouts/slideLayout12.xml" Id="Rc2fc9dcdc81a48a1" /><Relationship Type="http://schemas.openxmlformats.org/officeDocument/2006/relationships/slideLayout" Target="/ppt/slideLayouts/slideLayout13.xml" Id="R81a001bdf3a84c98" /><Relationship Type="http://schemas.openxmlformats.org/officeDocument/2006/relationships/slideLayout" Target="/ppt/slideLayouts/slideLayout14.xml" Id="R985dbde610484d1a" /><Relationship Type="http://schemas.openxmlformats.org/officeDocument/2006/relationships/slideLayout" Target="/ppt/slideLayouts/slideLayout15.xml" Id="R5d8d28b9fae74c0e" /><Relationship Type="http://schemas.openxmlformats.org/officeDocument/2006/relationships/slideLayout" Target="/ppt/slideLayouts/slideLayout16.xml" Id="R1fd425a10a8d4149" /><Relationship Type="http://schemas.openxmlformats.org/officeDocument/2006/relationships/slideLayout" Target="/ppt/slideLayouts/slideLayout17.xml" Id="R0e2e54c04eab4fe5" /><Relationship Type="http://schemas.openxmlformats.org/officeDocument/2006/relationships/slideLayout" Target="/ppt/slideLayouts/slideLayout18.xml" Id="Rf7e6ef1acec94d2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d51411e8aee94a1c"/>
    <p:sldLayoutId id="2147483656" r:id="R945049c24e1742f4"/>
    <p:sldLayoutId id="2147483652" r:id="R43e9533fbfc54845"/>
    <p:sldLayoutId id="2147483664" r:id="R1fd425a10a8d4149"/>
    <p:sldLayoutId id="2147483661" r:id="R81a001bdf3a84c98"/>
    <p:sldLayoutId id="2147483659" r:id="Rfe9621b8940d4084"/>
    <p:sldLayoutId id="2147483653" r:id="R99633a94ed2f46d7"/>
    <p:sldLayoutId id="2147483649" r:id="R3ea7b4611bee40f8"/>
    <p:sldLayoutId id="2147483665" r:id="R0e2e54c04eab4fe5"/>
    <p:sldLayoutId id="2147483663" r:id="R5d8d28b9fae74c0e"/>
    <p:sldLayoutId id="2147483660" r:id="Rc2fc9dcdc81a48a1"/>
    <p:sldLayoutId id="2147483654" r:id="R0995d1383c7441df"/>
    <p:sldLayoutId id="2147483650" r:id="R2ed10c548f84442b"/>
    <p:sldLayoutId id="2147483666" r:id="Rf7e6ef1acec94d20"/>
    <p:sldLayoutId id="2147483662" r:id="R985dbde610484d1a"/>
    <p:sldLayoutId id="2147483657" r:id="Rf63a4fea5e9243b0"/>
    <p:sldLayoutId id="2147483655" r:id="R230d9cd9af864f72"/>
    <p:sldLayoutId id="2147483651" r:id="R347f0d518ccc4fb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l3wpunvq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628bf0642c104652" /><Relationship Type="http://schemas.openxmlformats.org/officeDocument/2006/relationships/slideLayout" Target="/ppt/slideLayouts/slideLayout10.xml" Id="Rcb1239b7a64842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bin" Id="R743075ffb48548ad" /><Relationship Type="http://schemas.openxmlformats.org/officeDocument/2006/relationships/image" Target="/ppt/media/image3.bin" Id="R5740e4a562b6432a" /><Relationship Type="http://schemas.openxmlformats.org/officeDocument/2006/relationships/slideLayout" Target="/ppt/slideLayouts/slideLayout10.xml" Id="Rf93413d70e2c40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bin" Id="R1c2f6551bf4544ea" /><Relationship Type="http://schemas.openxmlformats.org/officeDocument/2006/relationships/slideLayout" Target="/ppt/slideLayouts/slideLayout10.xml" Id="R56ad6d91cfe5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bin" Id="Rf2de6e55be634223" /><Relationship Type="http://schemas.openxmlformats.org/officeDocument/2006/relationships/image" Target="/ppt/media/image6.bin" Id="Re2f18417b9e04c65" /><Relationship Type="http://schemas.openxmlformats.org/officeDocument/2006/relationships/image" Target="/ppt/media/image7.bin" Id="R2afbd0574525435c" /><Relationship Type="http://schemas.openxmlformats.org/officeDocument/2006/relationships/slideLayout" Target="/ppt/slideLayouts/slideLayout4.xml" Id="R3fe6c945550c40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8.bin" Id="Rb6443f8309a448da" /><Relationship Type="http://schemas.openxmlformats.org/officeDocument/2006/relationships/image" Target="/ppt/media/image9.bin" Id="R189a996d9e2e420d" /><Relationship Type="http://schemas.openxmlformats.org/officeDocument/2006/relationships/image" Target="/ppt/media/image6.bin" Id="R26b9a8d05d364aba" /><Relationship Type="http://schemas.openxmlformats.org/officeDocument/2006/relationships/image" Target="/ppt/media/image10.bin" Id="R831af1767311458f" /><Relationship Type="http://schemas.openxmlformats.org/officeDocument/2006/relationships/slideLayout" Target="/ppt/slideLayouts/slideLayout16.xml" Id="R07e1bae24f1a42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diagramData" Target="/ppt/graphics/data1.xml" Id="Rf0555c8a66c14e33" /><Relationship Type="http://schemas.openxmlformats.org/officeDocument/2006/relationships/diagramLayout" Target="/ppt/graphics/layout1.xml" Id="R7fc77d35c40a4337" /><Relationship Type="http://schemas.openxmlformats.org/officeDocument/2006/relationships/diagramQuickStyle" Target="/ppt/graphics/quickStyle1.xml" Id="Rbf87846c15404ffc" /><Relationship Type="http://schemas.openxmlformats.org/officeDocument/2006/relationships/diagramColors" Target="/ppt/graphics/colors1.xml" Id="R6ec8239de7624f09" /><Relationship Type="http://schemas.openxmlformats.org/officeDocument/2006/relationships/slideLayout" Target="/ppt/slideLayouts/slideLayout2.xml" Id="R2b3a0816c00841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4.bin" Id="Re34125141f764c96" /><Relationship Type="http://schemas.openxmlformats.org/officeDocument/2006/relationships/slideLayout" Target="/ppt/slideLayouts/slideLayout10.xml" Id="Rc5f92d0f7ece4b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1.bin" Id="Rf249086b6d414490" /><Relationship Type="http://schemas.openxmlformats.org/officeDocument/2006/relationships/slideLayout" Target="/ppt/slideLayouts/slideLayout8.xml" Id="R725090aa6280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2.bin" Id="R260cb63063794ce5" /><Relationship Type="http://schemas.openxmlformats.org/officeDocument/2006/relationships/slideLayout" Target="/ppt/slideLayouts/slideLayout13.xml" Id="Re2eb6acead1545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3.bin" Id="R90d8b995dd4645ad" /><Relationship Type="http://schemas.openxmlformats.org/officeDocument/2006/relationships/image" Target="/ppt/media/image14.bin" Id="R9b013a45d4d84b63" /><Relationship Type="http://schemas.openxmlformats.org/officeDocument/2006/relationships/image" Target="/ppt/media/image15.bin" Id="R946800b8b29a4ad2" /><Relationship Type="http://schemas.openxmlformats.org/officeDocument/2006/relationships/slideLayout" Target="/ppt/slideLayouts/slideLayout11.xml" Id="R15cbad4b20ab44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.bin" Id="R048333958e734871" /><Relationship Type="http://schemas.openxmlformats.org/officeDocument/2006/relationships/slideLayout" Target="/ppt/slideLayouts/slideLayout10.xml" Id="Re9c9f47ba1b641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6.bin" Id="Rf568a7198d3f4109" /><Relationship Type="http://schemas.openxmlformats.org/officeDocument/2006/relationships/image" Target="/ppt/media/image17.bin" Id="R192af4f27d8d447f" /><Relationship Type="http://schemas.openxmlformats.org/officeDocument/2006/relationships/image" Target="/ppt/media/image18.bin" Id="R4316e33a63f243e2" /><Relationship Type="http://schemas.openxmlformats.org/officeDocument/2006/relationships/image" Target="/ppt/media/image19.bin" Id="R1808bb975cdb41d9" /><Relationship Type="http://schemas.openxmlformats.org/officeDocument/2006/relationships/slideLayout" Target="/ppt/slideLayouts/slideLayout18.xml" Id="R7867513070fd40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0.bin" Id="R8b9449b1acf64599" /><Relationship Type="http://schemas.openxmlformats.org/officeDocument/2006/relationships/image" Target="/ppt/media/image21.bin" Id="Rba69ab8f7af747c8" /><Relationship Type="http://schemas.openxmlformats.org/officeDocument/2006/relationships/slideLayout" Target="/ppt/slideLayouts/slideLayout1.xml" Id="R235114eb7a4541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2.bin" Id="Rd9dbe203e81a45e6" /><Relationship Type="http://schemas.openxmlformats.org/officeDocument/2006/relationships/image" Target="/ppt/media/image23.bin" Id="R22742bb6d90242d7" /><Relationship Type="http://schemas.openxmlformats.org/officeDocument/2006/relationships/image" Target="/ppt/media/image24.bin" Id="R971da9a79b914b19" /><Relationship Type="http://schemas.openxmlformats.org/officeDocument/2006/relationships/slideLayout" Target="/ppt/slideLayouts/slideLayout17.xml" Id="R7ccc3d58c1874f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4.bin" Id="R3d5f82a867744987" /><Relationship Type="http://schemas.openxmlformats.org/officeDocument/2006/relationships/slideLayout" Target="/ppt/slideLayouts/slideLayout10.xml" Id="R918cf39abeea45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5.bin" Id="R3a066b8209ed452b" /><Relationship Type="http://schemas.openxmlformats.org/officeDocument/2006/relationships/slideLayout" Target="/ppt/slideLayouts/slideLayout12.xml" Id="Rf51e81b43df545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51f48749d4f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diagramData" Target="/ppt/graphics/data2.xml" Id="Rb9233b1a9f584fc4" /><Relationship Type="http://schemas.openxmlformats.org/officeDocument/2006/relationships/diagramLayout" Target="/ppt/graphics/layout2.xml" Id="R6a3a6f1e7fdf401c" /><Relationship Type="http://schemas.openxmlformats.org/officeDocument/2006/relationships/diagramQuickStyle" Target="/ppt/graphics/quickStyle2.xml" Id="R0be381f3e7eb4b6b" /><Relationship Type="http://schemas.openxmlformats.org/officeDocument/2006/relationships/diagramColors" Target="/ppt/graphics/colors2.xml" Id="R08b46e71bcee491f" /><Relationship Type="http://schemas.openxmlformats.org/officeDocument/2006/relationships/slideLayout" Target="/ppt/slideLayouts/slideLayout2.xml" Id="Ra82a2264f12041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26.bin" Id="R5f3d56051cb84f81" /><Relationship Type="http://schemas.openxmlformats.org/officeDocument/2006/relationships/slideLayout" Target="/ppt/slideLayouts/slideLayout15.xml" Id="R54c6c988a62c42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4.bin" Id="R6ffd5a7408924191" /><Relationship Type="http://schemas.openxmlformats.org/officeDocument/2006/relationships/slideLayout" Target="/ppt/slideLayouts/slideLayout10.xml" Id="R984c91bef44b4f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27.bin" Id="Re95ab460b12741bf" /><Relationship Type="http://schemas.openxmlformats.org/officeDocument/2006/relationships/slideLayout" Target="/ppt/slideLayouts/slideLayout6.xml" Id="R3bb3d0fc2fdb4a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chart" Target="/ppt/slides/charts/chart1.xml" Id="Rc36d4bca4c84417c" /><Relationship Type="http://schemas.openxmlformats.org/officeDocument/2006/relationships/slideLayout" Target="/ppt/slideLayouts/slideLayout2.xml" Id="Rfaeff02cad1649c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28.bin" Id="R9f1babed4ff94e67" /><Relationship Type="http://schemas.openxmlformats.org/officeDocument/2006/relationships/image" Target="/ppt/media/image29.bin" Id="Rb58ffce05da140c3" /><Relationship Type="http://schemas.openxmlformats.org/officeDocument/2006/relationships/image" Target="/ppt/media/image30.bin" Id="Rb68de24fe6904e52" /><Relationship Type="http://schemas.openxmlformats.org/officeDocument/2006/relationships/image" Target="/ppt/media/image31.bin" Id="R518b603ada024e23" /><Relationship Type="http://schemas.openxmlformats.org/officeDocument/2006/relationships/image" Target="/ppt/media/image32.bin" Id="R37fa099f086a471e" /><Relationship Type="http://schemas.openxmlformats.org/officeDocument/2006/relationships/image" Target="/ppt/media/image33.bin" Id="Rb6051f75e07f40b9" /><Relationship Type="http://schemas.openxmlformats.org/officeDocument/2006/relationships/slideLayout" Target="/ppt/slideLayouts/slideLayout5.xml" Id="R5d4e93227a3142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.bin" Id="R19a7ad3ad0aa4278" /><Relationship Type="http://schemas.openxmlformats.org/officeDocument/2006/relationships/slideLayout" Target="/ppt/slideLayouts/slideLayout10.xml" Id="R210097bc98b543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7558249f70fd414fb1a9dcc6347ddf72" /><Relationship Type="http://schemas.openxmlformats.org/officeDocument/2006/relationships/image" Target="/ppt/media/image34.bin" Id="R1d74b18bdbfe47ac" /><Relationship Type="http://schemas.openxmlformats.org/officeDocument/2006/relationships/image" Target="/ppt/media/image35.bin" Id="R03b4a7eb0a994dc2" /><Relationship Type="http://schemas.openxmlformats.org/officeDocument/2006/relationships/image" Target="/ppt/media/image36.bin" Id="Rb6c4af7970de49cc" /><Relationship Type="http://schemas.openxmlformats.org/officeDocument/2006/relationships/customXml" Target="/ppt/customXML/item.xml" Id="Rfd7cec34c7af4731" /><Relationship Type="http://schemas.openxmlformats.org/officeDocument/2006/relationships/customXml" Target="/ppt/customXML/item2.xml" Id="Rb6155ee77ba5468a" /><Relationship Type="http://schemas.openxmlformats.org/officeDocument/2006/relationships/slideLayout" Target="/ppt/slideLayouts/slideLayout1.xml" Id="Rc16f4eaccc8f4a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56a330719a2e41f6b0bf571fbbe63fa9" /><Relationship Type="http://schemas.openxmlformats.org/officeDocument/2006/relationships/image" Target="/ppt/media/image37.bin" Id="R029383f5d2f248ac" /><Relationship Type="http://schemas.openxmlformats.org/officeDocument/2006/relationships/image" Target="/ppt/media/image38.bin" Id="Rf039b2f48a80410f" /><Relationship Type="http://schemas.openxmlformats.org/officeDocument/2006/relationships/image" Target="/ppt/media/image39.bin" Id="Rdf71c0392b1e44f2" /><Relationship Type="http://schemas.openxmlformats.org/officeDocument/2006/relationships/image" Target="/ppt/media/image35.bin" Id="R4b1cecffac8c4176" /><Relationship Type="http://schemas.openxmlformats.org/officeDocument/2006/relationships/image" Target="/ppt/media/image40.bin" Id="R51835a16bbed4efc" /><Relationship Type="http://schemas.openxmlformats.org/officeDocument/2006/relationships/image" Target="/ppt/media/image41.bin" Id="R4341376802104310" /><Relationship Type="http://schemas.openxmlformats.org/officeDocument/2006/relationships/image" Target="/ppt/media/image36.bin" Id="R7e40f339d9aa4678" /><Relationship Type="http://schemas.openxmlformats.org/officeDocument/2006/relationships/customXml" Target="/ppt/customXML/item3.xml" Id="R6939c7e100ef449d" /><Relationship Type="http://schemas.openxmlformats.org/officeDocument/2006/relationships/customXml" Target="/ppt/customXML/item4.xml" Id="R6df621efd116485a" /><Relationship Type="http://schemas.openxmlformats.org/officeDocument/2006/relationships/customXml" Target="/ppt/customXML/item5.xml" Id="R4cc540b0ca754113" /><Relationship Type="http://schemas.openxmlformats.org/officeDocument/2006/relationships/slideLayout" Target="/ppt/slideLayouts/slideLayout1.xml" Id="R888cc1989bcb48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42.bin" Id="R0c2c2aeb68314089" /><Relationship Type="http://schemas.openxmlformats.org/officeDocument/2006/relationships/image" Target="/ppt/media/image43.bin" Id="R63e0f864af1e48c6" /><Relationship Type="http://schemas.openxmlformats.org/officeDocument/2006/relationships/image" Target="/ppt/media/image41.bin" Id="Rd2d991e53f0e4627" /><Relationship Type="http://schemas.openxmlformats.org/officeDocument/2006/relationships/image" Target="/ppt/media/image44.bin" Id="R10fae140eba64d0b" /><Relationship Type="http://schemas.openxmlformats.org/officeDocument/2006/relationships/customXml" Target="/ppt/customXML/item6.xml" Id="R755077684ab14244" /><Relationship Type="http://schemas.openxmlformats.org/officeDocument/2006/relationships/customXml" Target="/ppt/customXML/item7.xml" Id="Rf45311652c4e4b38" /><Relationship Type="http://schemas.openxmlformats.org/officeDocument/2006/relationships/customXml" Target="/ppt/customXML/item8.xml" Id="R72265e14bb2345b1" /><Relationship Type="http://schemas.openxmlformats.org/officeDocument/2006/relationships/slideLayout" Target="/ppt/slideLayouts/slideLayout10.xml" Id="R5163003173b641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8f70a0eb64d64ee8b630f463b41a25c6" /><Relationship Type="http://schemas.openxmlformats.org/officeDocument/2006/relationships/hyperlink" Target="https://storyset.com/" TargetMode="External" Id="R983ecdf2dbf94cc49761b5bf4cb298b9" /><Relationship Type="http://schemas.openxmlformats.org/officeDocument/2006/relationships/slideLayout" Target="/ppt/slideLayouts/slideLayout1.xml" Id="R7225ecc54b624d79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671bc67caab74e0c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347333664250798E-2"/>
          <c:y val="0.13582762736930701"/>
          <c:w val="0.91874796503659895"/>
          <c:h val="0.694309899135798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rgbClr val="DBCC74"/>
                </a:gs>
                <a:gs pos="100000">
                  <a:srgbClr val="8F603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AC-42DE-8D04-ACF2B749A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69096048"/>
        <c:axId val="669097824"/>
      </c:barChart>
      <c:catAx>
        <c:axId val="66909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669097824"/>
        <c:crosses val="autoZero"/>
        <c:auto val="1"/>
        <c:lblAlgn val="ctr"/>
        <c:lblOffset val="100"/>
        <c:tickMarkSkip val="2"/>
        <c:noMultiLvlLbl val="0"/>
      </c:catAx>
      <c:valAx>
        <c:axId val="66909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66909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4455245797505"/>
          <c:y val="2.1243812687281701E-2"/>
          <c:w val="0.44301678781658699"/>
          <c:h val="6.84629696191851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  <a:ea typeface="+mn-ea"/>
          <a:cs typeface="+mn-ea"/>
          <a:sym typeface="+mn-lt"/>
        </a:defRPr>
      </a:pPr>
      <a:endParaRPr lang="zh-CN"/>
    </a:p>
  </c:txPr>
  <c:externalData r:id="R671bc67caab74e0c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就坐&#10;&#10;描述已自动生成">
            <a:extLst>
              <a:ext uri="{FF2B5EF4-FFF2-40B4-BE49-F238E27FC236}">
                <a16:creationId xmlns:a16="http://schemas.microsoft.com/office/drawing/2014/main" id="{D4E1E4C7-1818-4AED-A5ED-8CE15042B4F6}"/>
              </a:ext>
            </a:extLst>
          </p:cNvPr>
          <p:cNvPicPr>
            <a:picLocks noChangeAspect="1"/>
          </p:cNvPicPr>
          <p:nvPr/>
        </p:nvPicPr>
        <p:blipFill rotWithShape="1">
          <a:blip r:embed="R628bf0642c1046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AB99471-A2FD-473D-A7DE-5CB215AFFAFB}"/>
              </a:ext>
            </a:extLst>
          </p:cNvPr>
          <p:cNvSpPr txBox="1"/>
          <p:nvPr/>
        </p:nvSpPr>
        <p:spPr>
          <a:xfrm>
            <a:off x="2286065" y="2576578"/>
            <a:ext cx="77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gradFill flip="none" rotWithShape="1"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8100000" scaled="1"/>
                  <a:tileRect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ea"/>
                <a:sym typeface="+mn-lt"/>
              </a:rPr>
              <a:t>高端项目计划</a:t>
            </a:r>
          </a:p>
        </p:txBody>
      </p:sp>
      <p:sp>
        <p:nvSpPr>
          <p:cNvPr id="18" name="TextBox 1575">
            <a:extLst>
              <a:ext uri="{FF2B5EF4-FFF2-40B4-BE49-F238E27FC236}">
                <a16:creationId xmlns:a16="http://schemas.microsoft.com/office/drawing/2014/main" id="{A5E6964F-9171-4863-BA8A-23A13D0658B1}"/>
              </a:ext>
            </a:extLst>
          </p:cNvPr>
          <p:cNvSpPr txBox="1"/>
          <p:nvPr/>
        </p:nvSpPr>
        <p:spPr>
          <a:xfrm>
            <a:off x="1684656" y="1006850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1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LANDINGSLIDE</a:t>
            </a:r>
          </a:p>
        </p:txBody>
      </p:sp>
      <p:sp>
        <p:nvSpPr>
          <p:cNvPr id="19" name="TextBox 507">
            <a:extLst>
              <a:ext uri="{FF2B5EF4-FFF2-40B4-BE49-F238E27FC236}">
                <a16:creationId xmlns:a16="http://schemas.microsoft.com/office/drawing/2014/main" id="{D3398F8B-0941-4AEB-90C2-23D3BCB7E678}"/>
              </a:ext>
            </a:extLst>
          </p:cNvPr>
          <p:cNvSpPr txBox="1"/>
          <p:nvPr/>
        </p:nvSpPr>
        <p:spPr>
          <a:xfrm>
            <a:off x="7043045" y="1093315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000" dirty="0" err="1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Powerpoint</a:t>
            </a:r>
            <a:endParaRPr lang="en-US" sz="1000" dirty="0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cs typeface="+mn-ea"/>
              <a:sym typeface="+mn-lt"/>
            </a:endParaRPr>
          </a:p>
        </p:txBody>
      </p:sp>
      <p:sp>
        <p:nvSpPr>
          <p:cNvPr id="20" name="TextBox 508">
            <a:extLst>
              <a:ext uri="{FF2B5EF4-FFF2-40B4-BE49-F238E27FC236}">
                <a16:creationId xmlns:a16="http://schemas.microsoft.com/office/drawing/2014/main" id="{55AD24AE-5A52-47DB-8708-A6BA06308529}"/>
              </a:ext>
            </a:extLst>
          </p:cNvPr>
          <p:cNvSpPr txBox="1"/>
          <p:nvPr/>
        </p:nvSpPr>
        <p:spPr>
          <a:xfrm>
            <a:off x="8260145" y="1093315"/>
            <a:ext cx="654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Keynote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353C52AD-2AF0-4431-8E86-207842AE7647}"/>
              </a:ext>
            </a:extLst>
          </p:cNvPr>
          <p:cNvGrpSpPr/>
          <p:nvPr/>
        </p:nvGrpSpPr>
        <p:grpSpPr>
          <a:xfrm>
            <a:off x="9299164" y="1093315"/>
            <a:ext cx="980324" cy="246221"/>
            <a:chOff x="8396554" y="466819"/>
            <a:chExt cx="980324" cy="246221"/>
          </a:xfrm>
        </p:grpSpPr>
        <p:sp>
          <p:nvSpPr>
            <p:cNvPr id="22" name="TextBox 509">
              <a:extLst>
                <a:ext uri="{FF2B5EF4-FFF2-40B4-BE49-F238E27FC236}">
                  <a16:creationId xmlns:a16="http://schemas.microsoft.com/office/drawing/2014/main" id="{07D5D2FD-A33C-4B25-BD3F-37AA08BC52B9}"/>
                </a:ext>
              </a:extLst>
            </p:cNvPr>
            <p:cNvSpPr txBox="1"/>
            <p:nvPr/>
          </p:nvSpPr>
          <p:spPr>
            <a:xfrm>
              <a:off x="8398725" y="466819"/>
              <a:ext cx="97815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DBCC74"/>
                      </a:gs>
                      <a:gs pos="100000">
                        <a:srgbClr val="8F6032"/>
                      </a:gs>
                    </a:gsLst>
                    <a:lin ang="108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Google Slides</a:t>
              </a:r>
            </a:p>
          </p:txBody>
        </p:sp>
        <p:sp>
          <p:nvSpPr>
            <p:cNvPr id="23" name="Oval 1576">
              <a:extLst>
                <a:ext uri="{FF2B5EF4-FFF2-40B4-BE49-F238E27FC236}">
                  <a16:creationId xmlns:a16="http://schemas.microsoft.com/office/drawing/2014/main" id="{FDBB5CF1-428A-41AC-A8F4-F47D467AFF61}"/>
                </a:ext>
              </a:extLst>
            </p:cNvPr>
            <p:cNvSpPr/>
            <p:nvPr/>
          </p:nvSpPr>
          <p:spPr>
            <a:xfrm>
              <a:off x="8396554" y="493760"/>
              <a:ext cx="71903" cy="7190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A1F4425F-8013-44D9-9EBD-01BF70CF15E8}"/>
              </a:ext>
            </a:extLst>
          </p:cNvPr>
          <p:cNvSpPr txBox="1"/>
          <p:nvPr/>
        </p:nvSpPr>
        <p:spPr>
          <a:xfrm>
            <a:off x="3083381" y="4281422"/>
            <a:ext cx="5507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适用于产品发布</a:t>
            </a:r>
            <a:r>
              <a:rPr lang="en-US" altLang="zh-CN" sz="2800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/</a:t>
            </a:r>
            <a:r>
              <a:rPr lang="zh-CN" altLang="en-US" sz="2800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公司内部交流</a:t>
            </a:r>
          </a:p>
        </p:txBody>
      </p:sp>
      <p:sp>
        <p:nvSpPr>
          <p:cNvPr id="25" name="Rounded Rectangle 1569">
            <a:extLst>
              <a:ext uri="{FF2B5EF4-FFF2-40B4-BE49-F238E27FC236}">
                <a16:creationId xmlns:a16="http://schemas.microsoft.com/office/drawing/2014/main" id="{B7A06A18-E2A5-477F-A632-650C92D04EF0}"/>
              </a:ext>
            </a:extLst>
          </p:cNvPr>
          <p:cNvSpPr/>
          <p:nvPr/>
        </p:nvSpPr>
        <p:spPr>
          <a:xfrm>
            <a:off x="5081154" y="5141290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25425"/>
              </a:gs>
              <a:gs pos="100000">
                <a:srgbClr val="DCC999"/>
              </a:gs>
            </a:gsLst>
            <a:lin ang="0" scaled="1"/>
          </a:gradFill>
          <a:ln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grpSp>
        <p:nvGrpSpPr>
          <p:cNvPr id="26" name="Group 1772">
            <a:extLst>
              <a:ext uri="{FF2B5EF4-FFF2-40B4-BE49-F238E27FC236}">
                <a16:creationId xmlns:a16="http://schemas.microsoft.com/office/drawing/2014/main" id="{50418CB5-7E06-4A05-9160-672213A188A2}"/>
              </a:ext>
            </a:extLst>
          </p:cNvPr>
          <p:cNvGrpSpPr/>
          <p:nvPr/>
        </p:nvGrpSpPr>
        <p:grpSpPr>
          <a:xfrm>
            <a:off x="5489370" y="5225011"/>
            <a:ext cx="1213260" cy="253916"/>
            <a:chOff x="1475556" y="5376158"/>
            <a:chExt cx="1213260" cy="253916"/>
          </a:xfrm>
        </p:grpSpPr>
        <p:sp>
          <p:nvSpPr>
            <p:cNvPr id="27" name="TextBox 1577">
              <a:extLst>
                <a:ext uri="{FF2B5EF4-FFF2-40B4-BE49-F238E27FC236}">
                  <a16:creationId xmlns:a16="http://schemas.microsoft.com/office/drawing/2014/main" id="{3AC3334F-98CC-48AB-8CFE-A6E06FBC762C}"/>
                </a:ext>
              </a:extLst>
            </p:cNvPr>
            <p:cNvSpPr txBox="1"/>
            <p:nvPr/>
          </p:nvSpPr>
          <p:spPr>
            <a:xfrm>
              <a:off x="1475556" y="5376158"/>
              <a:ext cx="9380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cs typeface="+mn-ea"/>
                  <a:sym typeface="+mn-lt"/>
                </a:rPr>
                <a:t>START HERE</a:t>
              </a:r>
            </a:p>
          </p:txBody>
        </p:sp>
        <p:sp>
          <p:nvSpPr>
            <p:cNvPr id="28" name="Half Frame 1578">
              <a:extLst>
                <a:ext uri="{FF2B5EF4-FFF2-40B4-BE49-F238E27FC236}">
                  <a16:creationId xmlns:a16="http://schemas.microsoft.com/office/drawing/2014/main" id="{EBEC3055-A907-46F3-B70F-BAC4C8D23527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0102CD4B-330E-4A19-9DA2-01680B61FC7F}"/>
              </a:ext>
            </a:extLst>
          </p:cNvPr>
          <p:cNvSpPr txBox="1"/>
          <p:nvPr/>
        </p:nvSpPr>
        <p:spPr>
          <a:xfrm>
            <a:off x="2575914" y="2019045"/>
            <a:ext cx="704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BUSINESS REPORT</a:t>
            </a:r>
            <a:endParaRPr lang="zh-CN" altLang="en-US" dirty="0">
              <a:gradFill>
                <a:gsLst>
                  <a:gs pos="0">
                    <a:srgbClr val="825425"/>
                  </a:gs>
                  <a:gs pos="100000">
                    <a:srgbClr val="DCC999"/>
                  </a:gs>
                </a:gsLst>
                <a:lin ang="0" scaled="1"/>
              </a:gra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556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8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7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8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8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8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80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2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 p14:presetBounceEnd="80000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3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3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4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18" grpId="0"/>
          <p:bldP spid="19" grpId="0"/>
          <p:bldP spid="20" grpId="0"/>
          <p:bldP spid="24" grpId="0"/>
          <p:bldP spid="25" grpId="0" animBg="1"/>
          <p:bldP spid="29" grpId="0"/>
        </p:bldLst>
      </p:timing>
    </mc:Choice>
    <mc:Fallback xmlns:a14="http://schemas.microsoft.com/office/drawing/2010/main" xmlns:a16="http://schemas.microsoft.com/office/drawing/2014/main"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2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8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4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 showWhenStopped="0">
                    <p:cTn id="41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  <p:bldLst>
          <p:bldP spid="8" grpId="0"/>
          <p:bldP spid="18" grpId="0"/>
          <p:bldP spid="19" grpId="0"/>
          <p:bldP spid="20" grpId="0"/>
          <p:bldP spid="24" grpId="0"/>
          <p:bldP spid="25" grpId="0" animBg="1"/>
          <p:bldP spid="29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就坐, 墙壁&#10;&#10;描述已自动生成">
            <a:extLst>
              <a:ext uri="{FF2B5EF4-FFF2-40B4-BE49-F238E27FC236}">
                <a16:creationId xmlns:a16="http://schemas.microsoft.com/office/drawing/2014/main" id="{70CEED57-EAF8-4970-9CC2-A475E0E83089}"/>
              </a:ext>
            </a:extLst>
          </p:cNvPr>
          <p:cNvPicPr>
            <a:picLocks noChangeAspect="1"/>
          </p:cNvPicPr>
          <p:nvPr/>
        </p:nvPicPr>
        <p:blipFill rotWithShape="1">
          <a:blip r:embed="R743075ffb48548a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9F6AAD-7D10-44D2-ABA8-533548855224}"/>
              </a:ext>
            </a:extLst>
          </p:cNvPr>
          <p:cNvPicPr>
            <a:picLocks noChangeAspect="1"/>
          </p:cNvPicPr>
          <p:nvPr/>
        </p:nvPicPr>
        <p:blipFill rotWithShape="1">
          <a:blip r:embed="R5740e4a562b6432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594" t="23319" r="32865" b="23591"/>
          <a:stretch/>
        </p:blipFill>
        <p:spPr>
          <a:xfrm>
            <a:off x="1071038" y="952548"/>
            <a:ext cx="5592769" cy="5155585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B38F75EC-0D01-4312-920F-5B24E2476E1A}"/>
              </a:ext>
            </a:extLst>
          </p:cNvPr>
          <p:cNvSpPr txBox="1"/>
          <p:nvPr/>
        </p:nvSpPr>
        <p:spPr>
          <a:xfrm>
            <a:off x="7503673" y="2025887"/>
            <a:ext cx="3344863" cy="4729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 peep at some distant orb has power to raise and purify our thoughts like a strain of sacred music.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31FE3EA-552A-46CB-8158-49DB490BB6F9}"/>
              </a:ext>
            </a:extLst>
          </p:cNvPr>
          <p:cNvSpPr txBox="1"/>
          <p:nvPr/>
        </p:nvSpPr>
        <p:spPr>
          <a:xfrm>
            <a:off x="7503673" y="1679414"/>
            <a:ext cx="15244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Write option name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054ED3A-DB51-41EB-91B2-ABB06C46DE6C}"/>
              </a:ext>
            </a:extLst>
          </p:cNvPr>
          <p:cNvSpPr txBox="1"/>
          <p:nvPr/>
        </p:nvSpPr>
        <p:spPr>
          <a:xfrm>
            <a:off x="6477062" y="1543113"/>
            <a:ext cx="650819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01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F7CBB2A-0850-48A7-A377-8934629B279B}"/>
              </a:ext>
            </a:extLst>
          </p:cNvPr>
          <p:cNvSpPr txBox="1"/>
          <p:nvPr/>
        </p:nvSpPr>
        <p:spPr>
          <a:xfrm>
            <a:off x="7503673" y="3569037"/>
            <a:ext cx="3344863" cy="4729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 peep at some distant orb has power to raise and purify our thoughts like a strain of sacred music.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A44D850-1CA3-4E1F-983F-D4624F0F28AD}"/>
              </a:ext>
            </a:extLst>
          </p:cNvPr>
          <p:cNvSpPr txBox="1"/>
          <p:nvPr/>
        </p:nvSpPr>
        <p:spPr>
          <a:xfrm>
            <a:off x="7503673" y="3222564"/>
            <a:ext cx="15244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Write option name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627C1C4-6371-440E-93B4-64EC53039308}"/>
              </a:ext>
            </a:extLst>
          </p:cNvPr>
          <p:cNvSpPr txBox="1"/>
          <p:nvPr/>
        </p:nvSpPr>
        <p:spPr>
          <a:xfrm>
            <a:off x="6477062" y="3086263"/>
            <a:ext cx="769441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02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EF416F74-FEA3-4821-85AE-88F59987BECD}"/>
              </a:ext>
            </a:extLst>
          </p:cNvPr>
          <p:cNvSpPr txBox="1"/>
          <p:nvPr/>
        </p:nvSpPr>
        <p:spPr>
          <a:xfrm>
            <a:off x="7503673" y="5112187"/>
            <a:ext cx="3344863" cy="4729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 peep at some distant orb has power to raise and purify our thoughts like a strain of sacred music.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851C67A4-A281-4AC3-ACD1-9D926069DA25}"/>
              </a:ext>
            </a:extLst>
          </p:cNvPr>
          <p:cNvSpPr txBox="1"/>
          <p:nvPr/>
        </p:nvSpPr>
        <p:spPr>
          <a:xfrm>
            <a:off x="7503673" y="4765714"/>
            <a:ext cx="15244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Write option name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0A158429-D620-4FC3-8A83-46B3CAC8A54A}"/>
              </a:ext>
            </a:extLst>
          </p:cNvPr>
          <p:cNvSpPr txBox="1"/>
          <p:nvPr/>
        </p:nvSpPr>
        <p:spPr>
          <a:xfrm>
            <a:off x="6477062" y="4629413"/>
            <a:ext cx="769441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1012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物体&#10;&#10;描述已自动生成">
            <a:extLst>
              <a:ext uri="{FF2B5EF4-FFF2-40B4-BE49-F238E27FC236}">
                <a16:creationId xmlns:a16="http://schemas.microsoft.com/office/drawing/2014/main" id="{58F4AE84-96A6-494D-8D7E-4B17616878C4}"/>
              </a:ext>
            </a:extLst>
          </p:cNvPr>
          <p:cNvPicPr>
            <a:picLocks noChangeAspect="1"/>
          </p:cNvPicPr>
          <p:nvPr/>
        </p:nvPicPr>
        <p:blipFill>
          <a:blip r:embed="R1c2f6551bf4544e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9640"/>
          </a:xfrm>
          <a:prstGeom prst="rect">
            <a:avLst/>
          </a:pr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D3AE82-9441-4535-8D3A-637CF18F9B8F}"/>
              </a:ext>
            </a:extLst>
          </p:cNvPr>
          <p:cNvSpPr/>
          <p:nvPr/>
        </p:nvSpPr>
        <p:spPr>
          <a:xfrm>
            <a:off x="755248" y="652523"/>
            <a:ext cx="10681503" cy="555295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825425"/>
                </a:gs>
                <a:gs pos="100000">
                  <a:srgbClr val="DCC999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7C3E3-11D4-42D8-A9DE-4223BD08443F}"/>
              </a:ext>
            </a:extLst>
          </p:cNvPr>
          <p:cNvSpPr txBox="1"/>
          <p:nvPr/>
        </p:nvSpPr>
        <p:spPr>
          <a:xfrm>
            <a:off x="1920305" y="1988287"/>
            <a:ext cx="33679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b="1" dirty="0">
                <a:gradFill flip="none" rotWithShape="1"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  <a:tileRect/>
                </a:gradFill>
                <a:cs typeface="+mn-ea"/>
                <a:sym typeface="+mn-lt"/>
              </a:rPr>
              <a:t>01</a:t>
            </a:r>
            <a:endParaRPr lang="zh-CN" altLang="en-US" sz="16600" b="1" dirty="0">
              <a:gradFill flip="none" rotWithShape="1"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6" name="TextBox 363">
            <a:extLst>
              <a:ext uri="{FF2B5EF4-FFF2-40B4-BE49-F238E27FC236}">
                <a16:creationId xmlns:a16="http://schemas.microsoft.com/office/drawing/2014/main" id="{5CD44848-3088-4E5A-B113-33D5050A8AEF}"/>
              </a:ext>
            </a:extLst>
          </p:cNvPr>
          <p:cNvSpPr txBox="1"/>
          <p:nvPr/>
        </p:nvSpPr>
        <p:spPr>
          <a:xfrm>
            <a:off x="6730550" y="3070471"/>
            <a:ext cx="3788688" cy="79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Presentation template for your personal and commercial needs, designed and presented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Aqr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Typeface Lorem ipsum dolor sit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consectetur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adipisicing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elit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sed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TextBox 364">
            <a:extLst>
              <a:ext uri="{FF2B5EF4-FFF2-40B4-BE49-F238E27FC236}">
                <a16:creationId xmlns:a16="http://schemas.microsoft.com/office/drawing/2014/main" id="{825A546E-DE1B-49D9-B789-46F5CC4A4A11}"/>
              </a:ext>
            </a:extLst>
          </p:cNvPr>
          <p:cNvSpPr txBox="1"/>
          <p:nvPr/>
        </p:nvSpPr>
        <p:spPr>
          <a:xfrm>
            <a:off x="5836921" y="1859512"/>
            <a:ext cx="46825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PART ONE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Rounded Rectangle 365">
            <a:extLst>
              <a:ext uri="{FF2B5EF4-FFF2-40B4-BE49-F238E27FC236}">
                <a16:creationId xmlns:a16="http://schemas.microsoft.com/office/drawing/2014/main" id="{491FA489-DC1C-4149-89E7-CADF1D3D6195}"/>
              </a:ext>
            </a:extLst>
          </p:cNvPr>
          <p:cNvSpPr/>
          <p:nvPr/>
        </p:nvSpPr>
        <p:spPr>
          <a:xfrm>
            <a:off x="8429197" y="4248585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  <a:ln w="15875"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Group 366">
            <a:extLst>
              <a:ext uri="{FF2B5EF4-FFF2-40B4-BE49-F238E27FC236}">
                <a16:creationId xmlns:a16="http://schemas.microsoft.com/office/drawing/2014/main" id="{F93B1B2F-403A-441B-B6A4-980FB981C793}"/>
              </a:ext>
            </a:extLst>
          </p:cNvPr>
          <p:cNvGrpSpPr/>
          <p:nvPr/>
        </p:nvGrpSpPr>
        <p:grpSpPr>
          <a:xfrm>
            <a:off x="8837413" y="4332306"/>
            <a:ext cx="1213260" cy="253916"/>
            <a:chOff x="1475556" y="5376158"/>
            <a:chExt cx="1213260" cy="253916"/>
          </a:xfrm>
        </p:grpSpPr>
        <p:sp>
          <p:nvSpPr>
            <p:cNvPr id="10" name="TextBox 367">
              <a:extLst>
                <a:ext uri="{FF2B5EF4-FFF2-40B4-BE49-F238E27FC236}">
                  <a16:creationId xmlns:a16="http://schemas.microsoft.com/office/drawing/2014/main" id="{12856108-20B4-4468-B866-F39DAA7330A2}"/>
                </a:ext>
              </a:extLst>
            </p:cNvPr>
            <p:cNvSpPr txBox="1"/>
            <p:nvPr/>
          </p:nvSpPr>
          <p:spPr>
            <a:xfrm>
              <a:off x="1475556" y="5376158"/>
              <a:ext cx="9380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START HERE</a:t>
              </a:r>
            </a:p>
          </p:txBody>
        </p:sp>
        <p:sp>
          <p:nvSpPr>
            <p:cNvPr id="11" name="Half Frame 368">
              <a:extLst>
                <a:ext uri="{FF2B5EF4-FFF2-40B4-BE49-F238E27FC236}">
                  <a16:creationId xmlns:a16="http://schemas.microsoft.com/office/drawing/2014/main" id="{48439516-38B1-43EB-B6C8-B32F08136D03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8AAD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Group 374">
            <a:extLst>
              <a:ext uri="{FF2B5EF4-FFF2-40B4-BE49-F238E27FC236}">
                <a16:creationId xmlns:a16="http://schemas.microsoft.com/office/drawing/2014/main" id="{9CC1C779-67A6-4D6D-AD55-DAE6AAEEEF86}"/>
              </a:ext>
            </a:extLst>
          </p:cNvPr>
          <p:cNvGrpSpPr/>
          <p:nvPr/>
        </p:nvGrpSpPr>
        <p:grpSpPr>
          <a:xfrm>
            <a:off x="9534518" y="5317440"/>
            <a:ext cx="770836" cy="103545"/>
            <a:chOff x="9359457" y="5484992"/>
            <a:chExt cx="770836" cy="103545"/>
          </a:xfr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</p:grpSpPr>
        <p:sp>
          <p:nvSpPr>
            <p:cNvPr id="13" name="Oval 370">
              <a:extLst>
                <a:ext uri="{FF2B5EF4-FFF2-40B4-BE49-F238E27FC236}">
                  <a16:creationId xmlns:a16="http://schemas.microsoft.com/office/drawing/2014/main" id="{265098B2-7A96-4151-A7F7-6A778719E96A}"/>
                </a:ext>
              </a:extLst>
            </p:cNvPr>
            <p:cNvSpPr/>
            <p:nvPr/>
          </p:nvSpPr>
          <p:spPr>
            <a:xfrm>
              <a:off x="9693103" y="5484992"/>
              <a:ext cx="103545" cy="10354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Oval 371">
              <a:extLst>
                <a:ext uri="{FF2B5EF4-FFF2-40B4-BE49-F238E27FC236}">
                  <a16:creationId xmlns:a16="http://schemas.microsoft.com/office/drawing/2014/main" id="{F3007E59-1B46-4F4E-A3A3-0A1A32E5B18E}"/>
                </a:ext>
              </a:extLst>
            </p:cNvPr>
            <p:cNvSpPr/>
            <p:nvPr/>
          </p:nvSpPr>
          <p:spPr>
            <a:xfrm>
              <a:off x="9359457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Oval 372">
              <a:extLst>
                <a:ext uri="{FF2B5EF4-FFF2-40B4-BE49-F238E27FC236}">
                  <a16:creationId xmlns:a16="http://schemas.microsoft.com/office/drawing/2014/main" id="{9615FE74-9E18-42FC-8C5F-DF2D28DB86C0}"/>
                </a:ext>
              </a:extLst>
            </p:cNvPr>
            <p:cNvSpPr/>
            <p:nvPr/>
          </p:nvSpPr>
          <p:spPr>
            <a:xfrm>
              <a:off x="10034769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5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97751" y="351566"/>
            <a:ext cx="3891083" cy="2358197"/>
          </a:xfrm>
        </p:spPr>
        <p:txBody>
          <a:bodyPr/>
          <a:lstStyle/>
          <a:p>
            <a:r>
              <a:rPr lang="en-US" dirty="0">
                <a:gradFill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</a:gradFill>
                <a:latin typeface="+mn-lt"/>
                <a:ea typeface="+mn-ea"/>
                <a:cs typeface="+mn-ea"/>
                <a:sym typeface="+mn-lt"/>
              </a:rPr>
              <a:t>company</a:t>
            </a:r>
            <a:br>
              <a:rPr lang="en-US" dirty="0">
                <a:gradFill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dirty="0">
                <a:gradFill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</a:gradFill>
                <a:latin typeface="+mn-lt"/>
                <a:ea typeface="+mn-ea"/>
                <a:cs typeface="+mn-ea"/>
                <a:sym typeface="+mn-lt"/>
              </a:rPr>
              <a:t>history</a:t>
            </a:r>
            <a:br>
              <a:rPr lang="en-US" dirty="0">
                <a:gradFill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dirty="0">
                <a:gradFill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</a:gradFill>
                <a:latin typeface="+mn-lt"/>
                <a:ea typeface="+mn-ea"/>
                <a:cs typeface="+mn-ea"/>
                <a:sym typeface="+mn-lt"/>
              </a:rPr>
              <a:t>pictures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752" y="2213540"/>
            <a:ext cx="2022526" cy="12741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</a:gradFill>
                <a:cs typeface="+mn-ea"/>
                <a:sym typeface="+mn-lt"/>
              </a:rPr>
              <a:t>A peep at some distant orb has power to raise and purify our thoughts like a strain of sacred music, or a noble picture, or a passage from the grander poets. It always does one good.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6095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6094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673" y="1362039"/>
            <a:ext cx="114133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2005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585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584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7163" y="1362039"/>
            <a:ext cx="1133324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2007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9760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9759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1338" y="1362039"/>
            <a:ext cx="114133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2009</a:t>
            </a:r>
          </a:p>
        </p:txBody>
      </p:sp>
      <p:pic>
        <p:nvPicPr>
          <p:cNvPr id="8" name="图片占位符 7" descr="图片包含 人员, 树, 户外, 鲜花&#10;&#10;描述已自动生成">
            <a:extLst>
              <a:ext uri="{FF2B5EF4-FFF2-40B4-BE49-F238E27FC236}">
                <a16:creationId xmlns:a16="http://schemas.microsoft.com/office/drawing/2014/main" id="{E57E25DB-A6AC-4E37-AC73-39B934F8A12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f2de6e55be6342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50581" y="2251213"/>
            <a:ext cx="2541104" cy="2355574"/>
          </a:xfrm>
        </p:spPr>
      </p:pic>
      <p:pic>
        <p:nvPicPr>
          <p:cNvPr id="10" name="图片占位符 9" descr="图片包含 人员, 室内, 妇女, 服装&#10;&#10;描述已自动生成">
            <a:extLst>
              <a:ext uri="{FF2B5EF4-FFF2-40B4-BE49-F238E27FC236}">
                <a16:creationId xmlns:a16="http://schemas.microsoft.com/office/drawing/2014/main" id="{DDE6A052-6851-424A-9301-287C84672C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e2f18417b9e04c6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1685" y="2251213"/>
            <a:ext cx="2541104" cy="2355574"/>
          </a:xfrm>
        </p:spPr>
      </p:pic>
      <p:pic>
        <p:nvPicPr>
          <p:cNvPr id="21" name="图片占位符 20" descr="图片包含 天空, 户外, 人员&#10;&#10;描述已自动生成">
            <a:extLst>
              <a:ext uri="{FF2B5EF4-FFF2-40B4-BE49-F238E27FC236}">
                <a16:creationId xmlns:a16="http://schemas.microsoft.com/office/drawing/2014/main" id="{1185D5D9-5410-45C4-81C4-BD6FF4FD1CF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2afbd0574525435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32789" y="2251213"/>
            <a:ext cx="2541104" cy="2355574"/>
          </a:xfrm>
        </p:spPr>
      </p:pic>
    </p:spTree>
    <p:extLst>
      <p:ext uri="{BB962C8B-B14F-4D97-AF65-F5344CB8AC3E}">
        <p14:creationId xmlns:p14="http://schemas.microsoft.com/office/powerpoint/2010/main" val="32567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027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026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245" y="1228178"/>
            <a:ext cx="1053173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2475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2474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3" y="1228178"/>
            <a:ext cx="114133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014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013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7232" y="1228178"/>
            <a:ext cx="1150956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4684" y="5237086"/>
            <a:ext cx="2158360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4683" y="4960087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4902" y="1228178"/>
            <a:ext cx="1133324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2027</a:t>
            </a:r>
          </a:p>
        </p:txBody>
      </p:sp>
      <p:pic>
        <p:nvPicPr>
          <p:cNvPr id="7" name="图片占位符 6" descr="图片包含 地面, 道路, 户外, 人员&#10;&#10;描述已自动生成">
            <a:extLst>
              <a:ext uri="{FF2B5EF4-FFF2-40B4-BE49-F238E27FC236}">
                <a16:creationId xmlns:a16="http://schemas.microsoft.com/office/drawing/2014/main" id="{AAD8C298-85BF-498B-8C54-797D6E60CA7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b6443f8309a448d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9" name="图片占位符 8" descr="图片包含 天空, 户外, 人员&#10;&#10;描述已自动生成">
            <a:extLst>
              <a:ext uri="{FF2B5EF4-FFF2-40B4-BE49-F238E27FC236}">
                <a16:creationId xmlns:a16="http://schemas.microsoft.com/office/drawing/2014/main" id="{20849595-DB7E-494E-A234-67C6113E964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189a996d9e2e420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3" name="图片占位符 22" descr="图片包含 人员, 室内, 妇女, 服装&#10;&#10;描述已自动生成">
            <a:extLst>
              <a:ext uri="{FF2B5EF4-FFF2-40B4-BE49-F238E27FC236}">
                <a16:creationId xmlns:a16="http://schemas.microsoft.com/office/drawing/2014/main" id="{017B55BB-2CD2-4E31-8F81-6F151CEEF8C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26b9a8d05d364ab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5" name="图片占位符 24" descr="图片包含 人员, 服装, 妇女, 戴着&#10;&#10;描述已自动生成">
            <a:extLst>
              <a:ext uri="{FF2B5EF4-FFF2-40B4-BE49-F238E27FC236}">
                <a16:creationId xmlns:a16="http://schemas.microsoft.com/office/drawing/2014/main" id="{73399D64-F525-49C8-9A99-5B489EA243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831af1767311458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6" name="TextBox 4">
            <a:extLst>
              <a:ext uri="{FF2B5EF4-FFF2-40B4-BE49-F238E27FC236}">
                <a16:creationId xmlns:a16="http://schemas.microsoft.com/office/drawing/2014/main" id="{503C9FF9-59AA-416C-B952-8F744D0EC0A6}"/>
              </a:ext>
            </a:extLst>
          </p:cNvPr>
          <p:cNvSpPr txBox="1"/>
          <p:nvPr/>
        </p:nvSpPr>
        <p:spPr>
          <a:xfrm rot="5400000">
            <a:off x="8981004" y="3477156"/>
            <a:ext cx="4692334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105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</p:spTree>
    <p:extLst>
      <p:ext uri="{BB962C8B-B14F-4D97-AF65-F5344CB8AC3E}">
        <p14:creationId xmlns:p14="http://schemas.microsoft.com/office/powerpoint/2010/main" val="136676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839" y="858226"/>
            <a:ext cx="3891083" cy="2358197"/>
          </a:xfrm>
        </p:spPr>
        <p:txBody>
          <a:bodyPr>
            <a:normAutofit/>
          </a:bodyPr>
          <a:lstStyle/>
          <a:p>
            <a:r>
              <a:rPr lang="en-US" sz="54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smart art</a:t>
            </a:r>
            <a:br>
              <a:rPr lang="en-US" sz="54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sz="54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slides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49266301"/>
              </p:ext>
            </p:extLst>
          </p:nvPr>
        </p:nvGraphicFramePr>
        <p:xfrm>
          <a:off x="4637894" y="1074903"/>
          <a:ext cx="7019297" cy="4924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f0555c8a66c14e33" r:lo="R7fc77d35c40a4337" r:qs="Rbf87846c15404ffc" r:cs="R6ec8239de7624f09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61839" y="2592228"/>
            <a:ext cx="2698388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 of sacred music, or a noble picture, or a passage from the grander poets. It always does one good.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560993" y="3900013"/>
            <a:ext cx="1269579" cy="863552"/>
            <a:chOff x="8108760" y="2721114"/>
            <a:chExt cx="1269579" cy="863552"/>
          </a:xfrm>
        </p:grpSpPr>
        <p:sp>
          <p:nvSpPr>
            <p:cNvPr id="14" name="TextBox 13"/>
            <p:cNvSpPr txBox="1"/>
            <p:nvPr/>
          </p:nvSpPr>
          <p:spPr>
            <a:xfrm>
              <a:off x="8108760" y="2721114"/>
              <a:ext cx="1157368" cy="70788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0" b="1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400K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8761" y="3338445"/>
              <a:ext cx="1269578" cy="24622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000" b="1" spc="100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WRITE TITLE HERE</a:t>
              </a:r>
            </a:p>
          </p:txBody>
        </p:sp>
      </p:grpSp>
      <p:sp>
        <p:nvSpPr>
          <p:cNvPr id="16" name="Freeform 849"/>
          <p:cNvSpPr>
            <a:spLocks noEditPoints="1"/>
          </p:cNvSpPr>
          <p:nvPr/>
        </p:nvSpPr>
        <p:spPr bwMode="auto">
          <a:xfrm>
            <a:off x="1724526" y="5291489"/>
            <a:ext cx="558800" cy="558800"/>
          </a:xfrm>
          <a:custGeom>
            <a:avLst/>
            <a:gdLst>
              <a:gd name="T0" fmla="*/ 85 w 164"/>
              <a:gd name="T1" fmla="*/ 74 h 162"/>
              <a:gd name="T2" fmla="*/ 79 w 164"/>
              <a:gd name="T3" fmla="*/ 46 h 162"/>
              <a:gd name="T4" fmla="*/ 82 w 164"/>
              <a:gd name="T5" fmla="*/ 96 h 162"/>
              <a:gd name="T6" fmla="*/ 115 w 164"/>
              <a:gd name="T7" fmla="*/ 85 h 162"/>
              <a:gd name="T8" fmla="*/ 76 w 164"/>
              <a:gd name="T9" fmla="*/ 85 h 162"/>
              <a:gd name="T10" fmla="*/ 82 w 164"/>
              <a:gd name="T11" fmla="*/ 90 h 162"/>
              <a:gd name="T12" fmla="*/ 153 w 164"/>
              <a:gd name="T13" fmla="*/ 41 h 162"/>
              <a:gd name="T14" fmla="*/ 123 w 164"/>
              <a:gd name="T15" fmla="*/ 9 h 162"/>
              <a:gd name="T16" fmla="*/ 136 w 164"/>
              <a:gd name="T17" fmla="*/ 25 h 162"/>
              <a:gd name="T18" fmla="*/ 32 w 164"/>
              <a:gd name="T19" fmla="*/ 30 h 162"/>
              <a:gd name="T20" fmla="*/ 41 w 164"/>
              <a:gd name="T21" fmla="*/ 10 h 162"/>
              <a:gd name="T22" fmla="*/ 9 w 164"/>
              <a:gd name="T23" fmla="*/ 40 h 162"/>
              <a:gd name="T24" fmla="*/ 24 w 164"/>
              <a:gd name="T25" fmla="*/ 29 h 162"/>
              <a:gd name="T26" fmla="*/ 44 w 164"/>
              <a:gd name="T27" fmla="*/ 149 h 162"/>
              <a:gd name="T28" fmla="*/ 38 w 164"/>
              <a:gd name="T29" fmla="*/ 162 h 162"/>
              <a:gd name="T30" fmla="*/ 82 w 164"/>
              <a:gd name="T31" fmla="*/ 159 h 162"/>
              <a:gd name="T32" fmla="*/ 126 w 164"/>
              <a:gd name="T33" fmla="*/ 162 h 162"/>
              <a:gd name="T34" fmla="*/ 119 w 164"/>
              <a:gd name="T35" fmla="*/ 149 h 162"/>
              <a:gd name="T36" fmla="*/ 140 w 164"/>
              <a:gd name="T37" fmla="*/ 29 h 162"/>
              <a:gd name="T38" fmla="*/ 129 w 164"/>
              <a:gd name="T39" fmla="*/ 11 h 162"/>
              <a:gd name="T40" fmla="*/ 12 w 164"/>
              <a:gd name="T41" fmla="*/ 12 h 162"/>
              <a:gd name="T42" fmla="*/ 82 w 164"/>
              <a:gd name="T43" fmla="*/ 154 h 162"/>
              <a:gd name="T44" fmla="*/ 151 w 164"/>
              <a:gd name="T45" fmla="*/ 85 h 162"/>
              <a:gd name="T46" fmla="*/ 114 w 164"/>
              <a:gd name="T47" fmla="*/ 30 h 162"/>
              <a:gd name="T48" fmla="*/ 82 w 164"/>
              <a:gd name="T49" fmla="*/ 22 h 162"/>
              <a:gd name="T50" fmla="*/ 50 w 164"/>
              <a:gd name="T51" fmla="*/ 30 h 162"/>
              <a:gd name="T52" fmla="*/ 27 w 164"/>
              <a:gd name="T53" fmla="*/ 53 h 162"/>
              <a:gd name="T54" fmla="*/ 27 w 164"/>
              <a:gd name="T55" fmla="*/ 117 h 162"/>
              <a:gd name="T56" fmla="*/ 50 w 164"/>
              <a:gd name="T57" fmla="*/ 140 h 162"/>
              <a:gd name="T58" fmla="*/ 113 w 164"/>
              <a:gd name="T59" fmla="*/ 140 h 162"/>
              <a:gd name="T60" fmla="*/ 136 w 164"/>
              <a:gd name="T61" fmla="*/ 117 h 162"/>
              <a:gd name="T62" fmla="*/ 145 w 164"/>
              <a:gd name="T63" fmla="*/ 85 h 162"/>
              <a:gd name="T64" fmla="*/ 136 w 164"/>
              <a:gd name="T65" fmla="*/ 53 h 162"/>
              <a:gd name="T66" fmla="*/ 108 w 164"/>
              <a:gd name="T67" fmla="*/ 130 h 162"/>
              <a:gd name="T68" fmla="*/ 85 w 164"/>
              <a:gd name="T69" fmla="*/ 143 h 162"/>
              <a:gd name="T70" fmla="*/ 79 w 164"/>
              <a:gd name="T71" fmla="*/ 140 h 162"/>
              <a:gd name="T72" fmla="*/ 57 w 164"/>
              <a:gd name="T73" fmla="*/ 134 h 162"/>
              <a:gd name="T74" fmla="*/ 51 w 164"/>
              <a:gd name="T75" fmla="*/ 134 h 162"/>
              <a:gd name="T76" fmla="*/ 37 w 164"/>
              <a:gd name="T77" fmla="*/ 111 h 162"/>
              <a:gd name="T78" fmla="*/ 24 w 164"/>
              <a:gd name="T79" fmla="*/ 88 h 162"/>
              <a:gd name="T80" fmla="*/ 27 w 164"/>
              <a:gd name="T81" fmla="*/ 82 h 162"/>
              <a:gd name="T82" fmla="*/ 33 w 164"/>
              <a:gd name="T83" fmla="*/ 60 h 162"/>
              <a:gd name="T84" fmla="*/ 36 w 164"/>
              <a:gd name="T85" fmla="*/ 55 h 162"/>
              <a:gd name="T86" fmla="*/ 52 w 164"/>
              <a:gd name="T87" fmla="*/ 39 h 162"/>
              <a:gd name="T88" fmla="*/ 57 w 164"/>
              <a:gd name="T89" fmla="*/ 36 h 162"/>
              <a:gd name="T90" fmla="*/ 79 w 164"/>
              <a:gd name="T91" fmla="*/ 30 h 162"/>
              <a:gd name="T92" fmla="*/ 85 w 164"/>
              <a:gd name="T93" fmla="*/ 27 h 162"/>
              <a:gd name="T94" fmla="*/ 108 w 164"/>
              <a:gd name="T95" fmla="*/ 40 h 162"/>
              <a:gd name="T96" fmla="*/ 113 w 164"/>
              <a:gd name="T97" fmla="*/ 36 h 162"/>
              <a:gd name="T98" fmla="*/ 127 w 164"/>
              <a:gd name="T99" fmla="*/ 59 h 162"/>
              <a:gd name="T100" fmla="*/ 133 w 164"/>
              <a:gd name="T101" fmla="*/ 59 h 162"/>
              <a:gd name="T102" fmla="*/ 134 w 164"/>
              <a:gd name="T103" fmla="*/ 85 h 162"/>
              <a:gd name="T104" fmla="*/ 133 w 164"/>
              <a:gd name="T105" fmla="*/ 111 h 162"/>
              <a:gd name="T106" fmla="*/ 128 w 164"/>
              <a:gd name="T107" fmla="*/ 115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4" h="162">
                <a:moveTo>
                  <a:pt x="112" y="82"/>
                </a:moveTo>
                <a:cubicBezTo>
                  <a:pt x="92" y="82"/>
                  <a:pt x="92" y="82"/>
                  <a:pt x="92" y="82"/>
                </a:cubicBezTo>
                <a:cubicBezTo>
                  <a:pt x="91" y="78"/>
                  <a:pt x="88" y="75"/>
                  <a:pt x="85" y="74"/>
                </a:cubicBezTo>
                <a:cubicBezTo>
                  <a:pt x="85" y="46"/>
                  <a:pt x="85" y="46"/>
                  <a:pt x="85" y="46"/>
                </a:cubicBezTo>
                <a:cubicBezTo>
                  <a:pt x="85" y="45"/>
                  <a:pt x="83" y="44"/>
                  <a:pt x="82" y="44"/>
                </a:cubicBezTo>
                <a:cubicBezTo>
                  <a:pt x="80" y="44"/>
                  <a:pt x="79" y="45"/>
                  <a:pt x="79" y="46"/>
                </a:cubicBezTo>
                <a:cubicBezTo>
                  <a:pt x="79" y="74"/>
                  <a:pt x="79" y="74"/>
                  <a:pt x="79" y="74"/>
                </a:cubicBezTo>
                <a:cubicBezTo>
                  <a:pt x="74" y="76"/>
                  <a:pt x="71" y="80"/>
                  <a:pt x="71" y="85"/>
                </a:cubicBezTo>
                <a:cubicBezTo>
                  <a:pt x="71" y="91"/>
                  <a:pt x="76" y="96"/>
                  <a:pt x="82" y="96"/>
                </a:cubicBezTo>
                <a:cubicBezTo>
                  <a:pt x="87" y="96"/>
                  <a:pt x="91" y="92"/>
                  <a:pt x="92" y="88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4" y="88"/>
                  <a:pt x="115" y="86"/>
                  <a:pt x="115" y="85"/>
                </a:cubicBezTo>
                <a:cubicBezTo>
                  <a:pt x="115" y="83"/>
                  <a:pt x="114" y="82"/>
                  <a:pt x="112" y="82"/>
                </a:cubicBezTo>
                <a:close/>
                <a:moveTo>
                  <a:pt x="82" y="90"/>
                </a:moveTo>
                <a:cubicBezTo>
                  <a:pt x="79" y="90"/>
                  <a:pt x="76" y="88"/>
                  <a:pt x="76" y="85"/>
                </a:cubicBezTo>
                <a:cubicBezTo>
                  <a:pt x="76" y="82"/>
                  <a:pt x="79" y="79"/>
                  <a:pt x="82" y="79"/>
                </a:cubicBezTo>
                <a:cubicBezTo>
                  <a:pt x="85" y="79"/>
                  <a:pt x="87" y="82"/>
                  <a:pt x="87" y="85"/>
                </a:cubicBezTo>
                <a:cubicBezTo>
                  <a:pt x="87" y="88"/>
                  <a:pt x="85" y="90"/>
                  <a:pt x="82" y="90"/>
                </a:cubicBezTo>
                <a:close/>
                <a:moveTo>
                  <a:pt x="140" y="29"/>
                </a:moveTo>
                <a:cubicBezTo>
                  <a:pt x="151" y="40"/>
                  <a:pt x="151" y="40"/>
                  <a:pt x="151" y="40"/>
                </a:cubicBezTo>
                <a:cubicBezTo>
                  <a:pt x="152" y="41"/>
                  <a:pt x="152" y="41"/>
                  <a:pt x="153" y="41"/>
                </a:cubicBezTo>
                <a:cubicBezTo>
                  <a:pt x="154" y="41"/>
                  <a:pt x="155" y="41"/>
                  <a:pt x="155" y="40"/>
                </a:cubicBezTo>
                <a:cubicBezTo>
                  <a:pt x="164" y="31"/>
                  <a:pt x="164" y="17"/>
                  <a:pt x="155" y="9"/>
                </a:cubicBezTo>
                <a:cubicBezTo>
                  <a:pt x="146" y="0"/>
                  <a:pt x="132" y="0"/>
                  <a:pt x="123" y="9"/>
                </a:cubicBezTo>
                <a:cubicBezTo>
                  <a:pt x="123" y="9"/>
                  <a:pt x="123" y="10"/>
                  <a:pt x="123" y="10"/>
                </a:cubicBezTo>
                <a:cubicBezTo>
                  <a:pt x="123" y="11"/>
                  <a:pt x="123" y="12"/>
                  <a:pt x="123" y="12"/>
                </a:cubicBezTo>
                <a:cubicBezTo>
                  <a:pt x="136" y="25"/>
                  <a:pt x="136" y="25"/>
                  <a:pt x="136" y="25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18" y="18"/>
                  <a:pt x="101" y="11"/>
                  <a:pt x="82" y="11"/>
                </a:cubicBezTo>
                <a:cubicBezTo>
                  <a:pt x="63" y="11"/>
                  <a:pt x="45" y="18"/>
                  <a:pt x="32" y="30"/>
                </a:cubicBezTo>
                <a:cubicBezTo>
                  <a:pt x="28" y="25"/>
                  <a:pt x="28" y="25"/>
                  <a:pt x="28" y="25"/>
                </a:cubicBezTo>
                <a:cubicBezTo>
                  <a:pt x="40" y="12"/>
                  <a:pt x="40" y="12"/>
                  <a:pt x="40" y="12"/>
                </a:cubicBezTo>
                <a:cubicBezTo>
                  <a:pt x="41" y="12"/>
                  <a:pt x="41" y="11"/>
                  <a:pt x="41" y="10"/>
                </a:cubicBezTo>
                <a:cubicBezTo>
                  <a:pt x="41" y="10"/>
                  <a:pt x="41" y="9"/>
                  <a:pt x="40" y="9"/>
                </a:cubicBezTo>
                <a:cubicBezTo>
                  <a:pt x="31" y="0"/>
                  <a:pt x="17" y="0"/>
                  <a:pt x="9" y="9"/>
                </a:cubicBezTo>
                <a:cubicBezTo>
                  <a:pt x="0" y="17"/>
                  <a:pt x="0" y="31"/>
                  <a:pt x="9" y="40"/>
                </a:cubicBezTo>
                <a:cubicBezTo>
                  <a:pt x="9" y="41"/>
                  <a:pt x="10" y="41"/>
                  <a:pt x="10" y="41"/>
                </a:cubicBezTo>
                <a:cubicBezTo>
                  <a:pt x="11" y="41"/>
                  <a:pt x="12" y="41"/>
                  <a:pt x="12" y="40"/>
                </a:cubicBezTo>
                <a:cubicBezTo>
                  <a:pt x="24" y="29"/>
                  <a:pt x="24" y="29"/>
                  <a:pt x="24" y="29"/>
                </a:cubicBezTo>
                <a:cubicBezTo>
                  <a:pt x="28" y="33"/>
                  <a:pt x="28" y="33"/>
                  <a:pt x="28" y="33"/>
                </a:cubicBezTo>
                <a:cubicBezTo>
                  <a:pt x="15" y="47"/>
                  <a:pt x="7" y="65"/>
                  <a:pt x="7" y="85"/>
                </a:cubicBezTo>
                <a:cubicBezTo>
                  <a:pt x="7" y="112"/>
                  <a:pt x="22" y="136"/>
                  <a:pt x="44" y="149"/>
                </a:cubicBezTo>
                <a:cubicBezTo>
                  <a:pt x="36" y="157"/>
                  <a:pt x="36" y="157"/>
                  <a:pt x="36" y="157"/>
                </a:cubicBezTo>
                <a:cubicBezTo>
                  <a:pt x="35" y="158"/>
                  <a:pt x="35" y="160"/>
                  <a:pt x="36" y="161"/>
                </a:cubicBezTo>
                <a:cubicBezTo>
                  <a:pt x="36" y="162"/>
                  <a:pt x="37" y="162"/>
                  <a:pt x="38" y="162"/>
                </a:cubicBezTo>
                <a:cubicBezTo>
                  <a:pt x="38" y="162"/>
                  <a:pt x="39" y="162"/>
                  <a:pt x="40" y="161"/>
                </a:cubicBezTo>
                <a:cubicBezTo>
                  <a:pt x="49" y="152"/>
                  <a:pt x="49" y="152"/>
                  <a:pt x="49" y="152"/>
                </a:cubicBezTo>
                <a:cubicBezTo>
                  <a:pt x="59" y="157"/>
                  <a:pt x="70" y="159"/>
                  <a:pt x="82" y="159"/>
                </a:cubicBezTo>
                <a:cubicBezTo>
                  <a:pt x="93" y="159"/>
                  <a:pt x="105" y="157"/>
                  <a:pt x="114" y="152"/>
                </a:cubicBezTo>
                <a:cubicBezTo>
                  <a:pt x="124" y="161"/>
                  <a:pt x="124" y="161"/>
                  <a:pt x="124" y="161"/>
                </a:cubicBezTo>
                <a:cubicBezTo>
                  <a:pt x="124" y="162"/>
                  <a:pt x="125" y="162"/>
                  <a:pt x="126" y="162"/>
                </a:cubicBezTo>
                <a:cubicBezTo>
                  <a:pt x="127" y="162"/>
                  <a:pt x="127" y="162"/>
                  <a:pt x="128" y="161"/>
                </a:cubicBezTo>
                <a:cubicBezTo>
                  <a:pt x="129" y="160"/>
                  <a:pt x="129" y="158"/>
                  <a:pt x="128" y="157"/>
                </a:cubicBezTo>
                <a:cubicBezTo>
                  <a:pt x="119" y="149"/>
                  <a:pt x="119" y="149"/>
                  <a:pt x="119" y="149"/>
                </a:cubicBezTo>
                <a:cubicBezTo>
                  <a:pt x="141" y="136"/>
                  <a:pt x="156" y="112"/>
                  <a:pt x="156" y="85"/>
                </a:cubicBezTo>
                <a:cubicBezTo>
                  <a:pt x="156" y="65"/>
                  <a:pt x="148" y="47"/>
                  <a:pt x="135" y="33"/>
                </a:cubicBezTo>
                <a:lnTo>
                  <a:pt x="140" y="29"/>
                </a:lnTo>
                <a:close/>
                <a:moveTo>
                  <a:pt x="151" y="12"/>
                </a:moveTo>
                <a:cubicBezTo>
                  <a:pt x="157" y="18"/>
                  <a:pt x="158" y="28"/>
                  <a:pt x="153" y="3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36" y="6"/>
                  <a:pt x="145" y="7"/>
                  <a:pt x="151" y="12"/>
                </a:cubicBezTo>
                <a:close/>
                <a:moveTo>
                  <a:pt x="11" y="34"/>
                </a:moveTo>
                <a:cubicBezTo>
                  <a:pt x="6" y="28"/>
                  <a:pt x="7" y="18"/>
                  <a:pt x="12" y="12"/>
                </a:cubicBezTo>
                <a:cubicBezTo>
                  <a:pt x="18" y="7"/>
                  <a:pt x="28" y="6"/>
                  <a:pt x="34" y="11"/>
                </a:cubicBezTo>
                <a:lnTo>
                  <a:pt x="11" y="34"/>
                </a:lnTo>
                <a:close/>
                <a:moveTo>
                  <a:pt x="82" y="154"/>
                </a:moveTo>
                <a:cubicBezTo>
                  <a:pt x="44" y="154"/>
                  <a:pt x="13" y="123"/>
                  <a:pt x="13" y="85"/>
                </a:cubicBezTo>
                <a:cubicBezTo>
                  <a:pt x="13" y="47"/>
                  <a:pt x="44" y="16"/>
                  <a:pt x="82" y="16"/>
                </a:cubicBezTo>
                <a:cubicBezTo>
                  <a:pt x="120" y="16"/>
                  <a:pt x="151" y="47"/>
                  <a:pt x="151" y="85"/>
                </a:cubicBezTo>
                <a:cubicBezTo>
                  <a:pt x="151" y="123"/>
                  <a:pt x="120" y="154"/>
                  <a:pt x="82" y="154"/>
                </a:cubicBezTo>
                <a:close/>
                <a:moveTo>
                  <a:pt x="136" y="53"/>
                </a:moveTo>
                <a:cubicBezTo>
                  <a:pt x="131" y="44"/>
                  <a:pt x="123" y="36"/>
                  <a:pt x="114" y="30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04" y="25"/>
                  <a:pt x="93" y="22"/>
                  <a:pt x="82" y="22"/>
                </a:cubicBezTo>
                <a:cubicBezTo>
                  <a:pt x="70" y="22"/>
                  <a:pt x="60" y="25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41" y="36"/>
                  <a:pt x="33" y="44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2" y="63"/>
                  <a:pt x="19" y="74"/>
                  <a:pt x="19" y="85"/>
                </a:cubicBezTo>
                <a:cubicBezTo>
                  <a:pt x="19" y="96"/>
                  <a:pt x="22" y="107"/>
                  <a:pt x="27" y="116"/>
                </a:cubicBezTo>
                <a:cubicBezTo>
                  <a:pt x="27" y="117"/>
                  <a:pt x="27" y="117"/>
                  <a:pt x="27" y="117"/>
                </a:cubicBezTo>
                <a:cubicBezTo>
                  <a:pt x="27" y="117"/>
                  <a:pt x="27" y="117"/>
                  <a:pt x="27" y="117"/>
                </a:cubicBezTo>
                <a:cubicBezTo>
                  <a:pt x="33" y="126"/>
                  <a:pt x="41" y="134"/>
                  <a:pt x="50" y="14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60" y="145"/>
                  <a:pt x="70" y="148"/>
                  <a:pt x="82" y="148"/>
                </a:cubicBezTo>
                <a:cubicBezTo>
                  <a:pt x="93" y="148"/>
                  <a:pt x="104" y="145"/>
                  <a:pt x="113" y="140"/>
                </a:cubicBezTo>
                <a:cubicBezTo>
                  <a:pt x="113" y="140"/>
                  <a:pt x="113" y="140"/>
                  <a:pt x="113" y="140"/>
                </a:cubicBezTo>
                <a:cubicBezTo>
                  <a:pt x="113" y="140"/>
                  <a:pt x="113" y="140"/>
                  <a:pt x="114" y="140"/>
                </a:cubicBezTo>
                <a:cubicBezTo>
                  <a:pt x="123" y="134"/>
                  <a:pt x="131" y="126"/>
                  <a:pt x="136" y="117"/>
                </a:cubicBezTo>
                <a:cubicBezTo>
                  <a:pt x="136" y="117"/>
                  <a:pt x="137" y="117"/>
                  <a:pt x="137" y="117"/>
                </a:cubicBezTo>
                <a:cubicBezTo>
                  <a:pt x="137" y="117"/>
                  <a:pt x="137" y="117"/>
                  <a:pt x="137" y="116"/>
                </a:cubicBezTo>
                <a:cubicBezTo>
                  <a:pt x="142" y="107"/>
                  <a:pt x="145" y="96"/>
                  <a:pt x="145" y="85"/>
                </a:cubicBezTo>
                <a:cubicBezTo>
                  <a:pt x="145" y="74"/>
                  <a:pt x="142" y="63"/>
                  <a:pt x="137" y="53"/>
                </a:cubicBezTo>
                <a:cubicBezTo>
                  <a:pt x="137" y="53"/>
                  <a:pt x="137" y="53"/>
                  <a:pt x="137" y="53"/>
                </a:cubicBezTo>
                <a:cubicBezTo>
                  <a:pt x="137" y="53"/>
                  <a:pt x="137" y="53"/>
                  <a:pt x="136" y="53"/>
                </a:cubicBezTo>
                <a:close/>
                <a:moveTo>
                  <a:pt x="113" y="134"/>
                </a:moveTo>
                <a:cubicBezTo>
                  <a:pt x="112" y="131"/>
                  <a:pt x="112" y="131"/>
                  <a:pt x="112" y="131"/>
                </a:cubicBezTo>
                <a:cubicBezTo>
                  <a:pt x="111" y="130"/>
                  <a:pt x="109" y="129"/>
                  <a:pt x="108" y="130"/>
                </a:cubicBezTo>
                <a:cubicBezTo>
                  <a:pt x="107" y="131"/>
                  <a:pt x="106" y="133"/>
                  <a:pt x="107" y="134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1" y="140"/>
                  <a:pt x="93" y="142"/>
                  <a:pt x="85" y="143"/>
                </a:cubicBezTo>
                <a:cubicBezTo>
                  <a:pt x="85" y="140"/>
                  <a:pt x="85" y="140"/>
                  <a:pt x="85" y="140"/>
                </a:cubicBezTo>
                <a:cubicBezTo>
                  <a:pt x="85" y="138"/>
                  <a:pt x="83" y="137"/>
                  <a:pt x="82" y="137"/>
                </a:cubicBezTo>
                <a:cubicBezTo>
                  <a:pt x="80" y="137"/>
                  <a:pt x="79" y="138"/>
                  <a:pt x="79" y="140"/>
                </a:cubicBezTo>
                <a:cubicBezTo>
                  <a:pt x="79" y="143"/>
                  <a:pt x="79" y="143"/>
                  <a:pt x="79" y="143"/>
                </a:cubicBezTo>
                <a:cubicBezTo>
                  <a:pt x="71" y="142"/>
                  <a:pt x="62" y="140"/>
                  <a:pt x="55" y="136"/>
                </a:cubicBezTo>
                <a:cubicBezTo>
                  <a:pt x="57" y="134"/>
                  <a:pt x="57" y="134"/>
                  <a:pt x="57" y="134"/>
                </a:cubicBezTo>
                <a:cubicBezTo>
                  <a:pt x="57" y="133"/>
                  <a:pt x="57" y="131"/>
                  <a:pt x="56" y="130"/>
                </a:cubicBezTo>
                <a:cubicBezTo>
                  <a:pt x="54" y="129"/>
                  <a:pt x="53" y="130"/>
                  <a:pt x="52" y="131"/>
                </a:cubicBezTo>
                <a:cubicBezTo>
                  <a:pt x="51" y="134"/>
                  <a:pt x="51" y="134"/>
                  <a:pt x="51" y="134"/>
                </a:cubicBezTo>
                <a:cubicBezTo>
                  <a:pt x="44" y="129"/>
                  <a:pt x="38" y="123"/>
                  <a:pt x="33" y="116"/>
                </a:cubicBezTo>
                <a:cubicBezTo>
                  <a:pt x="36" y="115"/>
                  <a:pt x="36" y="115"/>
                  <a:pt x="36" y="115"/>
                </a:cubicBezTo>
                <a:cubicBezTo>
                  <a:pt x="37" y="114"/>
                  <a:pt x="37" y="112"/>
                  <a:pt x="37" y="111"/>
                </a:cubicBezTo>
                <a:cubicBezTo>
                  <a:pt x="36" y="110"/>
                  <a:pt x="34" y="109"/>
                  <a:pt x="33" y="110"/>
                </a:cubicBezTo>
                <a:cubicBezTo>
                  <a:pt x="30" y="111"/>
                  <a:pt x="30" y="111"/>
                  <a:pt x="30" y="111"/>
                </a:cubicBezTo>
                <a:cubicBezTo>
                  <a:pt x="27" y="104"/>
                  <a:pt x="25" y="96"/>
                  <a:pt x="24" y="88"/>
                </a:cubicBezTo>
                <a:cubicBezTo>
                  <a:pt x="27" y="88"/>
                  <a:pt x="27" y="88"/>
                  <a:pt x="27" y="88"/>
                </a:cubicBezTo>
                <a:cubicBezTo>
                  <a:pt x="28" y="88"/>
                  <a:pt x="30" y="86"/>
                  <a:pt x="30" y="85"/>
                </a:cubicBezTo>
                <a:cubicBezTo>
                  <a:pt x="30" y="83"/>
                  <a:pt x="28" y="82"/>
                  <a:pt x="27" y="82"/>
                </a:cubicBezTo>
                <a:cubicBezTo>
                  <a:pt x="24" y="82"/>
                  <a:pt x="24" y="82"/>
                  <a:pt x="24" y="82"/>
                </a:cubicBezTo>
                <a:cubicBezTo>
                  <a:pt x="25" y="74"/>
                  <a:pt x="27" y="66"/>
                  <a:pt x="30" y="59"/>
                </a:cubicBezTo>
                <a:cubicBezTo>
                  <a:pt x="33" y="60"/>
                  <a:pt x="33" y="60"/>
                  <a:pt x="33" y="60"/>
                </a:cubicBezTo>
                <a:cubicBezTo>
                  <a:pt x="33" y="60"/>
                  <a:pt x="34" y="60"/>
                  <a:pt x="34" y="60"/>
                </a:cubicBezTo>
                <a:cubicBezTo>
                  <a:pt x="35" y="60"/>
                  <a:pt x="36" y="60"/>
                  <a:pt x="37" y="59"/>
                </a:cubicBezTo>
                <a:cubicBezTo>
                  <a:pt x="37" y="58"/>
                  <a:pt x="37" y="56"/>
                  <a:pt x="36" y="55"/>
                </a:cubicBezTo>
                <a:cubicBezTo>
                  <a:pt x="33" y="54"/>
                  <a:pt x="33" y="54"/>
                  <a:pt x="33" y="54"/>
                </a:cubicBezTo>
                <a:cubicBezTo>
                  <a:pt x="38" y="47"/>
                  <a:pt x="44" y="41"/>
                  <a:pt x="51" y="36"/>
                </a:cubicBezTo>
                <a:cubicBezTo>
                  <a:pt x="52" y="39"/>
                  <a:pt x="52" y="39"/>
                  <a:pt x="52" y="39"/>
                </a:cubicBezTo>
                <a:cubicBezTo>
                  <a:pt x="52" y="40"/>
                  <a:pt x="53" y="40"/>
                  <a:pt x="54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7" y="37"/>
                  <a:pt x="57" y="36"/>
                </a:cubicBezTo>
                <a:cubicBezTo>
                  <a:pt x="55" y="34"/>
                  <a:pt x="55" y="34"/>
                  <a:pt x="55" y="34"/>
                </a:cubicBezTo>
                <a:cubicBezTo>
                  <a:pt x="62" y="30"/>
                  <a:pt x="71" y="28"/>
                  <a:pt x="79" y="27"/>
                </a:cubicBezTo>
                <a:cubicBezTo>
                  <a:pt x="79" y="30"/>
                  <a:pt x="79" y="30"/>
                  <a:pt x="79" y="30"/>
                </a:cubicBezTo>
                <a:cubicBezTo>
                  <a:pt x="79" y="31"/>
                  <a:pt x="80" y="33"/>
                  <a:pt x="82" y="33"/>
                </a:cubicBezTo>
                <a:cubicBezTo>
                  <a:pt x="83" y="33"/>
                  <a:pt x="85" y="31"/>
                  <a:pt x="85" y="30"/>
                </a:cubicBezTo>
                <a:cubicBezTo>
                  <a:pt x="85" y="27"/>
                  <a:pt x="85" y="27"/>
                  <a:pt x="85" y="27"/>
                </a:cubicBezTo>
                <a:cubicBezTo>
                  <a:pt x="93" y="28"/>
                  <a:pt x="101" y="30"/>
                  <a:pt x="108" y="34"/>
                </a:cubicBezTo>
                <a:cubicBezTo>
                  <a:pt x="107" y="36"/>
                  <a:pt x="107" y="36"/>
                  <a:pt x="107" y="36"/>
                </a:cubicBezTo>
                <a:cubicBezTo>
                  <a:pt x="106" y="37"/>
                  <a:pt x="107" y="39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10" y="40"/>
                  <a:pt x="111" y="40"/>
                  <a:pt x="112" y="39"/>
                </a:cubicBezTo>
                <a:cubicBezTo>
                  <a:pt x="113" y="36"/>
                  <a:pt x="113" y="36"/>
                  <a:pt x="113" y="36"/>
                </a:cubicBezTo>
                <a:cubicBezTo>
                  <a:pt x="120" y="41"/>
                  <a:pt x="126" y="47"/>
                  <a:pt x="130" y="54"/>
                </a:cubicBezTo>
                <a:cubicBezTo>
                  <a:pt x="128" y="55"/>
                  <a:pt x="128" y="55"/>
                  <a:pt x="128" y="55"/>
                </a:cubicBezTo>
                <a:cubicBezTo>
                  <a:pt x="127" y="56"/>
                  <a:pt x="126" y="58"/>
                  <a:pt x="127" y="59"/>
                </a:cubicBezTo>
                <a:cubicBezTo>
                  <a:pt x="128" y="60"/>
                  <a:pt x="128" y="60"/>
                  <a:pt x="129" y="60"/>
                </a:cubicBezTo>
                <a:cubicBezTo>
                  <a:pt x="130" y="60"/>
                  <a:pt x="130" y="60"/>
                  <a:pt x="131" y="60"/>
                </a:cubicBezTo>
                <a:cubicBezTo>
                  <a:pt x="133" y="59"/>
                  <a:pt x="133" y="59"/>
                  <a:pt x="133" y="59"/>
                </a:cubicBezTo>
                <a:cubicBezTo>
                  <a:pt x="137" y="66"/>
                  <a:pt x="139" y="74"/>
                  <a:pt x="139" y="82"/>
                </a:cubicBezTo>
                <a:cubicBezTo>
                  <a:pt x="137" y="82"/>
                  <a:pt x="137" y="82"/>
                  <a:pt x="137" y="82"/>
                </a:cubicBezTo>
                <a:cubicBezTo>
                  <a:pt x="135" y="82"/>
                  <a:pt x="134" y="83"/>
                  <a:pt x="134" y="85"/>
                </a:cubicBezTo>
                <a:cubicBezTo>
                  <a:pt x="134" y="86"/>
                  <a:pt x="135" y="88"/>
                  <a:pt x="137" y="88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96"/>
                  <a:pt x="137" y="104"/>
                  <a:pt x="133" y="111"/>
                </a:cubicBezTo>
                <a:cubicBezTo>
                  <a:pt x="131" y="110"/>
                  <a:pt x="131" y="110"/>
                  <a:pt x="131" y="110"/>
                </a:cubicBezTo>
                <a:cubicBezTo>
                  <a:pt x="129" y="109"/>
                  <a:pt x="128" y="110"/>
                  <a:pt x="127" y="111"/>
                </a:cubicBezTo>
                <a:cubicBezTo>
                  <a:pt x="126" y="112"/>
                  <a:pt x="127" y="114"/>
                  <a:pt x="128" y="115"/>
                </a:cubicBezTo>
                <a:cubicBezTo>
                  <a:pt x="130" y="116"/>
                  <a:pt x="130" y="116"/>
                  <a:pt x="130" y="116"/>
                </a:cubicBezTo>
                <a:cubicBezTo>
                  <a:pt x="126" y="123"/>
                  <a:pt x="120" y="129"/>
                  <a:pt x="113" y="134"/>
                </a:cubicBezTo>
                <a:close/>
              </a:path>
            </a:pathLst>
          </a:cu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17" name="Freeform 1056"/>
          <p:cNvSpPr>
            <a:spLocks noEditPoints="1"/>
          </p:cNvSpPr>
          <p:nvPr/>
        </p:nvSpPr>
        <p:spPr bwMode="auto">
          <a:xfrm>
            <a:off x="1724526" y="4139586"/>
            <a:ext cx="546100" cy="468313"/>
          </a:xfrm>
          <a:custGeom>
            <a:avLst/>
            <a:gdLst>
              <a:gd name="T0" fmla="*/ 147 w 160"/>
              <a:gd name="T1" fmla="*/ 24 h 136"/>
              <a:gd name="T2" fmla="*/ 120 w 160"/>
              <a:gd name="T3" fmla="*/ 16 h 136"/>
              <a:gd name="T4" fmla="*/ 109 w 160"/>
              <a:gd name="T5" fmla="*/ 24 h 136"/>
              <a:gd name="T6" fmla="*/ 101 w 160"/>
              <a:gd name="T7" fmla="*/ 0 h 136"/>
              <a:gd name="T8" fmla="*/ 51 w 160"/>
              <a:gd name="T9" fmla="*/ 9 h 136"/>
              <a:gd name="T10" fmla="*/ 40 w 160"/>
              <a:gd name="T11" fmla="*/ 24 h 136"/>
              <a:gd name="T12" fmla="*/ 13 w 160"/>
              <a:gd name="T13" fmla="*/ 16 h 136"/>
              <a:gd name="T14" fmla="*/ 8 w 160"/>
              <a:gd name="T15" fmla="*/ 24 h 136"/>
              <a:gd name="T16" fmla="*/ 0 w 160"/>
              <a:gd name="T17" fmla="*/ 128 h 136"/>
              <a:gd name="T18" fmla="*/ 152 w 160"/>
              <a:gd name="T19" fmla="*/ 136 h 136"/>
              <a:gd name="T20" fmla="*/ 160 w 160"/>
              <a:gd name="T21" fmla="*/ 32 h 136"/>
              <a:gd name="T22" fmla="*/ 125 w 160"/>
              <a:gd name="T23" fmla="*/ 21 h 136"/>
              <a:gd name="T24" fmla="*/ 141 w 160"/>
              <a:gd name="T25" fmla="*/ 24 h 136"/>
              <a:gd name="T26" fmla="*/ 125 w 160"/>
              <a:gd name="T27" fmla="*/ 21 h 136"/>
              <a:gd name="T28" fmla="*/ 59 w 160"/>
              <a:gd name="T29" fmla="*/ 5 h 136"/>
              <a:gd name="T30" fmla="*/ 104 w 160"/>
              <a:gd name="T31" fmla="*/ 9 h 136"/>
              <a:gd name="T32" fmla="*/ 56 w 160"/>
              <a:gd name="T33" fmla="*/ 24 h 136"/>
              <a:gd name="T34" fmla="*/ 51 w 160"/>
              <a:gd name="T35" fmla="*/ 29 h 136"/>
              <a:gd name="T36" fmla="*/ 120 w 160"/>
              <a:gd name="T37" fmla="*/ 29 h 136"/>
              <a:gd name="T38" fmla="*/ 133 w 160"/>
              <a:gd name="T39" fmla="*/ 131 h 136"/>
              <a:gd name="T40" fmla="*/ 27 w 160"/>
              <a:gd name="T41" fmla="*/ 29 h 136"/>
              <a:gd name="T42" fmla="*/ 51 w 160"/>
              <a:gd name="T43" fmla="*/ 29 h 136"/>
              <a:gd name="T44" fmla="*/ 35 w 160"/>
              <a:gd name="T45" fmla="*/ 21 h 136"/>
              <a:gd name="T46" fmla="*/ 19 w 160"/>
              <a:gd name="T47" fmla="*/ 24 h 136"/>
              <a:gd name="T48" fmla="*/ 5 w 160"/>
              <a:gd name="T49" fmla="*/ 128 h 136"/>
              <a:gd name="T50" fmla="*/ 8 w 160"/>
              <a:gd name="T51" fmla="*/ 29 h 136"/>
              <a:gd name="T52" fmla="*/ 21 w 160"/>
              <a:gd name="T53" fmla="*/ 29 h 136"/>
              <a:gd name="T54" fmla="*/ 8 w 160"/>
              <a:gd name="T55" fmla="*/ 131 h 136"/>
              <a:gd name="T56" fmla="*/ 155 w 160"/>
              <a:gd name="T57" fmla="*/ 128 h 136"/>
              <a:gd name="T58" fmla="*/ 139 w 160"/>
              <a:gd name="T59" fmla="*/ 131 h 136"/>
              <a:gd name="T60" fmla="*/ 147 w 160"/>
              <a:gd name="T61" fmla="*/ 29 h 136"/>
              <a:gd name="T62" fmla="*/ 155 w 160"/>
              <a:gd name="T63" fmla="*/ 32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36">
                <a:moveTo>
                  <a:pt x="152" y="24"/>
                </a:moveTo>
                <a:cubicBezTo>
                  <a:pt x="147" y="24"/>
                  <a:pt x="147" y="24"/>
                  <a:pt x="147" y="24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09" y="9"/>
                  <a:pt x="109" y="9"/>
                  <a:pt x="109" y="9"/>
                </a:cubicBezTo>
                <a:cubicBezTo>
                  <a:pt x="109" y="4"/>
                  <a:pt x="106" y="0"/>
                  <a:pt x="101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5" y="0"/>
                  <a:pt x="51" y="4"/>
                  <a:pt x="51" y="9"/>
                </a:cubicBezTo>
                <a:cubicBezTo>
                  <a:pt x="51" y="24"/>
                  <a:pt x="51" y="24"/>
                  <a:pt x="51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40" y="16"/>
                  <a:pt x="40" y="16"/>
                  <a:pt x="40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24"/>
                  <a:pt x="13" y="24"/>
                  <a:pt x="13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132"/>
                  <a:pt x="4" y="136"/>
                  <a:pt x="8" y="136"/>
                </a:cubicBezTo>
                <a:cubicBezTo>
                  <a:pt x="152" y="136"/>
                  <a:pt x="152" y="136"/>
                  <a:pt x="152" y="136"/>
                </a:cubicBezTo>
                <a:cubicBezTo>
                  <a:pt x="156" y="136"/>
                  <a:pt x="160" y="132"/>
                  <a:pt x="160" y="128"/>
                </a:cubicBezTo>
                <a:cubicBezTo>
                  <a:pt x="160" y="32"/>
                  <a:pt x="160" y="32"/>
                  <a:pt x="160" y="32"/>
                </a:cubicBezTo>
                <a:cubicBezTo>
                  <a:pt x="160" y="28"/>
                  <a:pt x="156" y="24"/>
                  <a:pt x="152" y="24"/>
                </a:cubicBezTo>
                <a:close/>
                <a:moveTo>
                  <a:pt x="125" y="21"/>
                </a:moveTo>
                <a:cubicBezTo>
                  <a:pt x="141" y="21"/>
                  <a:pt x="141" y="21"/>
                  <a:pt x="141" y="21"/>
                </a:cubicBezTo>
                <a:cubicBezTo>
                  <a:pt x="141" y="24"/>
                  <a:pt x="141" y="24"/>
                  <a:pt x="141" y="24"/>
                </a:cubicBezTo>
                <a:cubicBezTo>
                  <a:pt x="125" y="24"/>
                  <a:pt x="125" y="24"/>
                  <a:pt x="125" y="24"/>
                </a:cubicBezTo>
                <a:lnTo>
                  <a:pt x="125" y="21"/>
                </a:lnTo>
                <a:close/>
                <a:moveTo>
                  <a:pt x="56" y="9"/>
                </a:moveTo>
                <a:cubicBezTo>
                  <a:pt x="56" y="7"/>
                  <a:pt x="57" y="5"/>
                  <a:pt x="59" y="5"/>
                </a:cubicBezTo>
                <a:cubicBezTo>
                  <a:pt x="101" y="5"/>
                  <a:pt x="101" y="5"/>
                  <a:pt x="101" y="5"/>
                </a:cubicBezTo>
                <a:cubicBezTo>
                  <a:pt x="103" y="5"/>
                  <a:pt x="104" y="7"/>
                  <a:pt x="104" y="9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56" y="24"/>
                  <a:pt x="56" y="24"/>
                  <a:pt x="56" y="24"/>
                </a:cubicBezTo>
                <a:lnTo>
                  <a:pt x="56" y="9"/>
                </a:lnTo>
                <a:close/>
                <a:moveTo>
                  <a:pt x="51" y="29"/>
                </a:moveTo>
                <a:cubicBezTo>
                  <a:pt x="109" y="29"/>
                  <a:pt x="109" y="29"/>
                  <a:pt x="109" y="29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33" y="29"/>
                  <a:pt x="133" y="29"/>
                  <a:pt x="133" y="29"/>
                </a:cubicBezTo>
                <a:cubicBezTo>
                  <a:pt x="133" y="131"/>
                  <a:pt x="133" y="131"/>
                  <a:pt x="133" y="131"/>
                </a:cubicBezTo>
                <a:cubicBezTo>
                  <a:pt x="27" y="131"/>
                  <a:pt x="27" y="131"/>
                  <a:pt x="27" y="131"/>
                </a:cubicBezTo>
                <a:cubicBezTo>
                  <a:pt x="27" y="29"/>
                  <a:pt x="27" y="29"/>
                  <a:pt x="27" y="29"/>
                </a:cubicBezTo>
                <a:cubicBezTo>
                  <a:pt x="40" y="29"/>
                  <a:pt x="40" y="29"/>
                  <a:pt x="40" y="29"/>
                </a:cubicBezTo>
                <a:lnTo>
                  <a:pt x="51" y="29"/>
                </a:lnTo>
                <a:close/>
                <a:moveTo>
                  <a:pt x="19" y="21"/>
                </a:moveTo>
                <a:cubicBezTo>
                  <a:pt x="35" y="21"/>
                  <a:pt x="35" y="21"/>
                  <a:pt x="35" y="21"/>
                </a:cubicBezTo>
                <a:cubicBezTo>
                  <a:pt x="35" y="24"/>
                  <a:pt x="35" y="24"/>
                  <a:pt x="35" y="24"/>
                </a:cubicBezTo>
                <a:cubicBezTo>
                  <a:pt x="19" y="24"/>
                  <a:pt x="19" y="24"/>
                  <a:pt x="19" y="24"/>
                </a:cubicBezTo>
                <a:lnTo>
                  <a:pt x="19" y="21"/>
                </a:lnTo>
                <a:close/>
                <a:moveTo>
                  <a:pt x="5" y="128"/>
                </a:moveTo>
                <a:cubicBezTo>
                  <a:pt x="5" y="32"/>
                  <a:pt x="5" y="32"/>
                  <a:pt x="5" y="32"/>
                </a:cubicBezTo>
                <a:cubicBezTo>
                  <a:pt x="5" y="31"/>
                  <a:pt x="7" y="29"/>
                  <a:pt x="8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131"/>
                  <a:pt x="21" y="131"/>
                  <a:pt x="21" y="131"/>
                </a:cubicBezTo>
                <a:cubicBezTo>
                  <a:pt x="8" y="131"/>
                  <a:pt x="8" y="131"/>
                  <a:pt x="8" y="131"/>
                </a:cubicBezTo>
                <a:cubicBezTo>
                  <a:pt x="7" y="131"/>
                  <a:pt x="5" y="129"/>
                  <a:pt x="5" y="128"/>
                </a:cubicBezTo>
                <a:close/>
                <a:moveTo>
                  <a:pt x="155" y="128"/>
                </a:moveTo>
                <a:cubicBezTo>
                  <a:pt x="155" y="129"/>
                  <a:pt x="153" y="131"/>
                  <a:pt x="152" y="131"/>
                </a:cubicBezTo>
                <a:cubicBezTo>
                  <a:pt x="139" y="131"/>
                  <a:pt x="139" y="131"/>
                  <a:pt x="139" y="131"/>
                </a:cubicBezTo>
                <a:cubicBezTo>
                  <a:pt x="139" y="29"/>
                  <a:pt x="139" y="29"/>
                  <a:pt x="139" y="29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52" y="29"/>
                  <a:pt x="152" y="29"/>
                  <a:pt x="152" y="29"/>
                </a:cubicBezTo>
                <a:cubicBezTo>
                  <a:pt x="153" y="29"/>
                  <a:pt x="155" y="31"/>
                  <a:pt x="155" y="32"/>
                </a:cubicBezTo>
                <a:lnTo>
                  <a:pt x="155" y="128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560993" y="5075774"/>
            <a:ext cx="1718419" cy="863552"/>
            <a:chOff x="8108760" y="2721114"/>
            <a:chExt cx="1718419" cy="863552"/>
          </a:xfrm>
        </p:grpSpPr>
        <p:sp>
          <p:nvSpPr>
            <p:cNvPr id="19" name="TextBox 18"/>
            <p:cNvSpPr txBox="1"/>
            <p:nvPr/>
          </p:nvSpPr>
          <p:spPr>
            <a:xfrm>
              <a:off x="8108760" y="2721114"/>
              <a:ext cx="1718419" cy="70788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0" b="1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2.572M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08761" y="3338445"/>
              <a:ext cx="1269578" cy="24622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000" b="1" spc="100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WRITE TITLE HERE</a:t>
              </a:r>
            </a:p>
          </p:txBody>
        </p:sp>
      </p:grpSp>
      <p:sp>
        <p:nvSpPr>
          <p:cNvPr id="21" name="TextBox 3">
            <a:extLst>
              <a:ext uri="{FF2B5EF4-FFF2-40B4-BE49-F238E27FC236}">
                <a16:creationId xmlns:a16="http://schemas.microsoft.com/office/drawing/2014/main" id="{E2555615-BC60-4B74-BC0A-796FB6CD3BFB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C178273A-9991-4E27-B0B8-D32230FF39F4}"/>
              </a:ext>
            </a:extLst>
          </p:cNvPr>
          <p:cNvSpPr txBox="1"/>
          <p:nvPr/>
        </p:nvSpPr>
        <p:spPr>
          <a:xfrm rot="5400000">
            <a:off x="-103188" y="5840710"/>
            <a:ext cx="126957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effectLst/>
                <a:uLnTx/>
                <a:uFillTx/>
                <a:latin typeface="微软雅黑 Light"/>
                <a:ea typeface="微软雅黑 Light"/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BC9B318B-930F-4081-B13C-31C27E445048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ollar-coin-with-right-arrow_50278">
            <a:extLst>
              <a:ext uri="{FF2B5EF4-FFF2-40B4-BE49-F238E27FC236}">
                <a16:creationId xmlns:a16="http://schemas.microsoft.com/office/drawing/2014/main" id="{BA2E40B8-5345-4660-8185-962E73145984}"/>
              </a:ext>
            </a:extLst>
          </p:cNvPr>
          <p:cNvSpPr>
            <a:spLocks noChangeAspect="1"/>
          </p:cNvSpPr>
          <p:nvPr/>
        </p:nvSpPr>
        <p:spPr bwMode="auto">
          <a:xfrm>
            <a:off x="8817454" y="4343465"/>
            <a:ext cx="511858" cy="609685"/>
          </a:xfrm>
          <a:custGeom>
            <a:avLst/>
            <a:gdLst>
              <a:gd name="connsiteX0" fmla="*/ 251911 w 462441"/>
              <a:gd name="connsiteY0" fmla="*/ 300494 h 550823"/>
              <a:gd name="connsiteX1" fmla="*/ 462441 w 462441"/>
              <a:gd name="connsiteY1" fmla="*/ 354689 h 550823"/>
              <a:gd name="connsiteX2" fmla="*/ 370738 w 462441"/>
              <a:gd name="connsiteY2" fmla="*/ 550823 h 550823"/>
              <a:gd name="connsiteX3" fmla="*/ 341031 w 462441"/>
              <a:gd name="connsiteY3" fmla="*/ 488886 h 550823"/>
              <a:gd name="connsiteX4" fmla="*/ 47839 w 462441"/>
              <a:gd name="connsiteY4" fmla="*/ 348237 h 550823"/>
              <a:gd name="connsiteX5" fmla="*/ 285493 w 462441"/>
              <a:gd name="connsiteY5" fmla="*/ 370173 h 550823"/>
              <a:gd name="connsiteX6" fmla="*/ 166586 w 462441"/>
              <a:gd name="connsiteY6" fmla="*/ 92985 h 550823"/>
              <a:gd name="connsiteX7" fmla="*/ 196302 w 462441"/>
              <a:gd name="connsiteY7" fmla="*/ 92985 h 550823"/>
              <a:gd name="connsiteX8" fmla="*/ 196302 w 462441"/>
              <a:gd name="connsiteY8" fmla="*/ 109739 h 550823"/>
              <a:gd name="connsiteX9" fmla="*/ 207930 w 462441"/>
              <a:gd name="connsiteY9" fmla="*/ 114894 h 550823"/>
              <a:gd name="connsiteX10" fmla="*/ 207930 w 462441"/>
              <a:gd name="connsiteY10" fmla="*/ 108450 h 550823"/>
              <a:gd name="connsiteX11" fmla="*/ 237645 w 462441"/>
              <a:gd name="connsiteY11" fmla="*/ 108450 h 550823"/>
              <a:gd name="connsiteX12" fmla="*/ 237645 w 462441"/>
              <a:gd name="connsiteY12" fmla="*/ 152268 h 550823"/>
              <a:gd name="connsiteX13" fmla="*/ 207930 w 462441"/>
              <a:gd name="connsiteY13" fmla="*/ 152268 h 550823"/>
              <a:gd name="connsiteX14" fmla="*/ 200178 w 462441"/>
              <a:gd name="connsiteY14" fmla="*/ 145824 h 550823"/>
              <a:gd name="connsiteX15" fmla="*/ 193718 w 462441"/>
              <a:gd name="connsiteY15" fmla="*/ 140669 h 550823"/>
              <a:gd name="connsiteX16" fmla="*/ 184674 w 462441"/>
              <a:gd name="connsiteY16" fmla="*/ 138091 h 550823"/>
              <a:gd name="connsiteX17" fmla="*/ 174338 w 462441"/>
              <a:gd name="connsiteY17" fmla="*/ 136803 h 550823"/>
              <a:gd name="connsiteX18" fmla="*/ 160126 w 462441"/>
              <a:gd name="connsiteY18" fmla="*/ 140669 h 550823"/>
              <a:gd name="connsiteX19" fmla="*/ 156250 w 462441"/>
              <a:gd name="connsiteY19" fmla="*/ 149690 h 550823"/>
              <a:gd name="connsiteX20" fmla="*/ 185966 w 462441"/>
              <a:gd name="connsiteY20" fmla="*/ 167733 h 550823"/>
              <a:gd name="connsiteX21" fmla="*/ 214389 w 462441"/>
              <a:gd name="connsiteY21" fmla="*/ 176754 h 550823"/>
              <a:gd name="connsiteX22" fmla="*/ 231185 w 462441"/>
              <a:gd name="connsiteY22" fmla="*/ 190930 h 550823"/>
              <a:gd name="connsiteX23" fmla="*/ 238937 w 462441"/>
              <a:gd name="connsiteY23" fmla="*/ 205107 h 550823"/>
              <a:gd name="connsiteX24" fmla="*/ 240229 w 462441"/>
              <a:gd name="connsiteY24" fmla="*/ 216706 h 550823"/>
              <a:gd name="connsiteX25" fmla="*/ 237645 w 462441"/>
              <a:gd name="connsiteY25" fmla="*/ 232171 h 550823"/>
              <a:gd name="connsiteX26" fmla="*/ 227309 w 462441"/>
              <a:gd name="connsiteY26" fmla="*/ 245058 h 550823"/>
              <a:gd name="connsiteX27" fmla="*/ 214389 w 462441"/>
              <a:gd name="connsiteY27" fmla="*/ 254079 h 550823"/>
              <a:gd name="connsiteX28" fmla="*/ 196302 w 462441"/>
              <a:gd name="connsiteY28" fmla="*/ 257946 h 550823"/>
              <a:gd name="connsiteX29" fmla="*/ 196302 w 462441"/>
              <a:gd name="connsiteY29" fmla="*/ 272122 h 550823"/>
              <a:gd name="connsiteX30" fmla="*/ 166586 w 462441"/>
              <a:gd name="connsiteY30" fmla="*/ 272122 h 550823"/>
              <a:gd name="connsiteX31" fmla="*/ 166586 w 462441"/>
              <a:gd name="connsiteY31" fmla="*/ 254079 h 550823"/>
              <a:gd name="connsiteX32" fmla="*/ 161418 w 462441"/>
              <a:gd name="connsiteY32" fmla="*/ 252791 h 550823"/>
              <a:gd name="connsiteX33" fmla="*/ 157542 w 462441"/>
              <a:gd name="connsiteY33" fmla="*/ 250213 h 550823"/>
              <a:gd name="connsiteX34" fmla="*/ 157542 w 462441"/>
              <a:gd name="connsiteY34" fmla="*/ 256657 h 550823"/>
              <a:gd name="connsiteX35" fmla="*/ 127826 w 462441"/>
              <a:gd name="connsiteY35" fmla="*/ 256657 h 550823"/>
              <a:gd name="connsiteX36" fmla="*/ 127826 w 462441"/>
              <a:gd name="connsiteY36" fmla="*/ 212839 h 550823"/>
              <a:gd name="connsiteX37" fmla="*/ 157542 w 462441"/>
              <a:gd name="connsiteY37" fmla="*/ 212839 h 550823"/>
              <a:gd name="connsiteX38" fmla="*/ 165294 w 462441"/>
              <a:gd name="connsiteY38" fmla="*/ 219283 h 550823"/>
              <a:gd name="connsiteX39" fmla="*/ 173046 w 462441"/>
              <a:gd name="connsiteY39" fmla="*/ 224438 h 550823"/>
              <a:gd name="connsiteX40" fmla="*/ 180798 w 462441"/>
              <a:gd name="connsiteY40" fmla="*/ 227016 h 550823"/>
              <a:gd name="connsiteX41" fmla="*/ 192426 w 462441"/>
              <a:gd name="connsiteY41" fmla="*/ 228304 h 550823"/>
              <a:gd name="connsiteX42" fmla="*/ 205346 w 462441"/>
              <a:gd name="connsiteY42" fmla="*/ 225727 h 550823"/>
              <a:gd name="connsiteX43" fmla="*/ 210514 w 462441"/>
              <a:gd name="connsiteY43" fmla="*/ 216706 h 550823"/>
              <a:gd name="connsiteX44" fmla="*/ 207930 w 462441"/>
              <a:gd name="connsiteY44" fmla="*/ 208973 h 550823"/>
              <a:gd name="connsiteX45" fmla="*/ 201470 w 462441"/>
              <a:gd name="connsiteY45" fmla="*/ 203818 h 550823"/>
              <a:gd name="connsiteX46" fmla="*/ 191134 w 462441"/>
              <a:gd name="connsiteY46" fmla="*/ 199952 h 550823"/>
              <a:gd name="connsiteX47" fmla="*/ 180798 w 462441"/>
              <a:gd name="connsiteY47" fmla="*/ 197374 h 550823"/>
              <a:gd name="connsiteX48" fmla="*/ 152374 w 462441"/>
              <a:gd name="connsiteY48" fmla="*/ 188353 h 550823"/>
              <a:gd name="connsiteX49" fmla="*/ 135578 w 462441"/>
              <a:gd name="connsiteY49" fmla="*/ 176754 h 550823"/>
              <a:gd name="connsiteX50" fmla="*/ 127826 w 462441"/>
              <a:gd name="connsiteY50" fmla="*/ 162578 h 550823"/>
              <a:gd name="connsiteX51" fmla="*/ 126534 w 462441"/>
              <a:gd name="connsiteY51" fmla="*/ 149690 h 550823"/>
              <a:gd name="connsiteX52" fmla="*/ 129118 w 462441"/>
              <a:gd name="connsiteY52" fmla="*/ 134225 h 550823"/>
              <a:gd name="connsiteX53" fmla="*/ 136870 w 462441"/>
              <a:gd name="connsiteY53" fmla="*/ 121338 h 550823"/>
              <a:gd name="connsiteX54" fmla="*/ 149790 w 462441"/>
              <a:gd name="connsiteY54" fmla="*/ 112316 h 550823"/>
              <a:gd name="connsiteX55" fmla="*/ 166586 w 462441"/>
              <a:gd name="connsiteY55" fmla="*/ 107161 h 550823"/>
              <a:gd name="connsiteX56" fmla="*/ 183407 w 462441"/>
              <a:gd name="connsiteY56" fmla="*/ 0 h 550823"/>
              <a:gd name="connsiteX57" fmla="*/ 365521 w 462441"/>
              <a:gd name="connsiteY57" fmla="*/ 181908 h 550823"/>
              <a:gd name="connsiteX58" fmla="*/ 328065 w 462441"/>
              <a:gd name="connsiteY58" fmla="*/ 294150 h 550823"/>
              <a:gd name="connsiteX59" fmla="*/ 321607 w 462441"/>
              <a:gd name="connsiteY59" fmla="*/ 300600 h 550823"/>
              <a:gd name="connsiteX60" fmla="*/ 288026 w 462441"/>
              <a:gd name="connsiteY60" fmla="*/ 290279 h 550823"/>
              <a:gd name="connsiteX61" fmla="*/ 293192 w 462441"/>
              <a:gd name="connsiteY61" fmla="*/ 285119 h 550823"/>
              <a:gd name="connsiteX62" fmla="*/ 334523 w 462441"/>
              <a:gd name="connsiteY62" fmla="*/ 181908 h 550823"/>
              <a:gd name="connsiteX63" fmla="*/ 183407 w 462441"/>
              <a:gd name="connsiteY63" fmla="*/ 32253 h 550823"/>
              <a:gd name="connsiteX64" fmla="*/ 32290 w 462441"/>
              <a:gd name="connsiteY64" fmla="*/ 181908 h 550823"/>
              <a:gd name="connsiteX65" fmla="*/ 183407 w 462441"/>
              <a:gd name="connsiteY65" fmla="*/ 332854 h 550823"/>
              <a:gd name="connsiteX66" fmla="*/ 238945 w 462441"/>
              <a:gd name="connsiteY66" fmla="*/ 322533 h 550823"/>
              <a:gd name="connsiteX67" fmla="*/ 250569 w 462441"/>
              <a:gd name="connsiteY67" fmla="*/ 352206 h 550823"/>
              <a:gd name="connsiteX68" fmla="*/ 183407 w 462441"/>
              <a:gd name="connsiteY68" fmla="*/ 365107 h 550823"/>
              <a:gd name="connsiteX69" fmla="*/ 0 w 462441"/>
              <a:gd name="connsiteY69" fmla="*/ 181908 h 550823"/>
              <a:gd name="connsiteX70" fmla="*/ 183407 w 462441"/>
              <a:gd name="connsiteY70" fmla="*/ 0 h 5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62441" h="550823">
                <a:moveTo>
                  <a:pt x="251911" y="300494"/>
                </a:moveTo>
                <a:lnTo>
                  <a:pt x="462441" y="354689"/>
                </a:lnTo>
                <a:lnTo>
                  <a:pt x="370738" y="550823"/>
                </a:lnTo>
                <a:lnTo>
                  <a:pt x="341031" y="488886"/>
                </a:lnTo>
                <a:cubicBezTo>
                  <a:pt x="341031" y="488886"/>
                  <a:pt x="174416" y="568888"/>
                  <a:pt x="47839" y="348237"/>
                </a:cubicBezTo>
                <a:cubicBezTo>
                  <a:pt x="186040" y="432110"/>
                  <a:pt x="285493" y="370173"/>
                  <a:pt x="285493" y="370173"/>
                </a:cubicBezTo>
                <a:close/>
                <a:moveTo>
                  <a:pt x="166586" y="92985"/>
                </a:moveTo>
                <a:lnTo>
                  <a:pt x="196302" y="92985"/>
                </a:lnTo>
                <a:lnTo>
                  <a:pt x="196302" y="109739"/>
                </a:lnTo>
                <a:cubicBezTo>
                  <a:pt x="200178" y="111028"/>
                  <a:pt x="204054" y="112316"/>
                  <a:pt x="207930" y="114894"/>
                </a:cubicBezTo>
                <a:lnTo>
                  <a:pt x="207930" y="108450"/>
                </a:lnTo>
                <a:lnTo>
                  <a:pt x="237645" y="108450"/>
                </a:lnTo>
                <a:lnTo>
                  <a:pt x="237645" y="152268"/>
                </a:lnTo>
                <a:lnTo>
                  <a:pt x="207930" y="152268"/>
                </a:lnTo>
                <a:cubicBezTo>
                  <a:pt x="205346" y="149690"/>
                  <a:pt x="202762" y="147113"/>
                  <a:pt x="200178" y="145824"/>
                </a:cubicBezTo>
                <a:cubicBezTo>
                  <a:pt x="198886" y="143246"/>
                  <a:pt x="196302" y="141958"/>
                  <a:pt x="193718" y="140669"/>
                </a:cubicBezTo>
                <a:cubicBezTo>
                  <a:pt x="191134" y="139380"/>
                  <a:pt x="188550" y="138091"/>
                  <a:pt x="184674" y="138091"/>
                </a:cubicBezTo>
                <a:cubicBezTo>
                  <a:pt x="182090" y="136803"/>
                  <a:pt x="178214" y="136803"/>
                  <a:pt x="174338" y="136803"/>
                </a:cubicBezTo>
                <a:cubicBezTo>
                  <a:pt x="167878" y="136803"/>
                  <a:pt x="164002" y="138091"/>
                  <a:pt x="160126" y="140669"/>
                </a:cubicBezTo>
                <a:cubicBezTo>
                  <a:pt x="157542" y="143246"/>
                  <a:pt x="156250" y="147113"/>
                  <a:pt x="156250" y="149690"/>
                </a:cubicBezTo>
                <a:cubicBezTo>
                  <a:pt x="156250" y="158712"/>
                  <a:pt x="165294" y="165155"/>
                  <a:pt x="185966" y="167733"/>
                </a:cubicBezTo>
                <a:cubicBezTo>
                  <a:pt x="197594" y="170310"/>
                  <a:pt x="207930" y="172888"/>
                  <a:pt x="214389" y="176754"/>
                </a:cubicBezTo>
                <a:cubicBezTo>
                  <a:pt x="222141" y="180620"/>
                  <a:pt x="227309" y="185775"/>
                  <a:pt x="231185" y="190930"/>
                </a:cubicBezTo>
                <a:cubicBezTo>
                  <a:pt x="235061" y="196085"/>
                  <a:pt x="237645" y="199952"/>
                  <a:pt x="238937" y="205107"/>
                </a:cubicBezTo>
                <a:cubicBezTo>
                  <a:pt x="240229" y="210262"/>
                  <a:pt x="240229" y="214128"/>
                  <a:pt x="240229" y="216706"/>
                </a:cubicBezTo>
                <a:cubicBezTo>
                  <a:pt x="240229" y="221861"/>
                  <a:pt x="238937" y="227016"/>
                  <a:pt x="237645" y="232171"/>
                </a:cubicBezTo>
                <a:cubicBezTo>
                  <a:pt x="235061" y="237326"/>
                  <a:pt x="232477" y="241192"/>
                  <a:pt x="227309" y="245058"/>
                </a:cubicBezTo>
                <a:cubicBezTo>
                  <a:pt x="223433" y="248924"/>
                  <a:pt x="219557" y="251502"/>
                  <a:pt x="214389" y="254079"/>
                </a:cubicBezTo>
                <a:cubicBezTo>
                  <a:pt x="207930" y="256657"/>
                  <a:pt x="202762" y="257946"/>
                  <a:pt x="196302" y="257946"/>
                </a:cubicBezTo>
                <a:lnTo>
                  <a:pt x="196302" y="272122"/>
                </a:lnTo>
                <a:lnTo>
                  <a:pt x="166586" y="272122"/>
                </a:lnTo>
                <a:lnTo>
                  <a:pt x="166586" y="254079"/>
                </a:lnTo>
                <a:cubicBezTo>
                  <a:pt x="164002" y="254079"/>
                  <a:pt x="162710" y="252791"/>
                  <a:pt x="161418" y="252791"/>
                </a:cubicBezTo>
                <a:cubicBezTo>
                  <a:pt x="160126" y="251502"/>
                  <a:pt x="158834" y="251502"/>
                  <a:pt x="157542" y="250213"/>
                </a:cubicBezTo>
                <a:lnTo>
                  <a:pt x="157542" y="256657"/>
                </a:lnTo>
                <a:lnTo>
                  <a:pt x="127826" y="256657"/>
                </a:lnTo>
                <a:lnTo>
                  <a:pt x="127826" y="212839"/>
                </a:lnTo>
                <a:lnTo>
                  <a:pt x="157542" y="212839"/>
                </a:lnTo>
                <a:cubicBezTo>
                  <a:pt x="160126" y="215417"/>
                  <a:pt x="162710" y="217994"/>
                  <a:pt x="165294" y="219283"/>
                </a:cubicBezTo>
                <a:cubicBezTo>
                  <a:pt x="167878" y="221861"/>
                  <a:pt x="170462" y="223149"/>
                  <a:pt x="173046" y="224438"/>
                </a:cubicBezTo>
                <a:cubicBezTo>
                  <a:pt x="175630" y="225727"/>
                  <a:pt x="178214" y="227016"/>
                  <a:pt x="180798" y="227016"/>
                </a:cubicBezTo>
                <a:cubicBezTo>
                  <a:pt x="184674" y="228304"/>
                  <a:pt x="188550" y="228304"/>
                  <a:pt x="192426" y="228304"/>
                </a:cubicBezTo>
                <a:cubicBezTo>
                  <a:pt x="197594" y="228304"/>
                  <a:pt x="201470" y="227016"/>
                  <a:pt x="205346" y="225727"/>
                </a:cubicBezTo>
                <a:cubicBezTo>
                  <a:pt x="209222" y="223149"/>
                  <a:pt x="210514" y="220572"/>
                  <a:pt x="210514" y="216706"/>
                </a:cubicBezTo>
                <a:cubicBezTo>
                  <a:pt x="210514" y="214128"/>
                  <a:pt x="210514" y="211550"/>
                  <a:pt x="207930" y="208973"/>
                </a:cubicBezTo>
                <a:cubicBezTo>
                  <a:pt x="206638" y="206395"/>
                  <a:pt x="204054" y="205107"/>
                  <a:pt x="201470" y="203818"/>
                </a:cubicBezTo>
                <a:cubicBezTo>
                  <a:pt x="197594" y="201240"/>
                  <a:pt x="195010" y="199952"/>
                  <a:pt x="191134" y="199952"/>
                </a:cubicBezTo>
                <a:cubicBezTo>
                  <a:pt x="188550" y="198663"/>
                  <a:pt x="184674" y="197374"/>
                  <a:pt x="180798" y="197374"/>
                </a:cubicBezTo>
                <a:cubicBezTo>
                  <a:pt x="169170" y="196085"/>
                  <a:pt x="158834" y="192219"/>
                  <a:pt x="152374" y="188353"/>
                </a:cubicBezTo>
                <a:cubicBezTo>
                  <a:pt x="144622" y="184487"/>
                  <a:pt x="139454" y="180620"/>
                  <a:pt x="135578" y="176754"/>
                </a:cubicBezTo>
                <a:cubicBezTo>
                  <a:pt x="131702" y="171599"/>
                  <a:pt x="129118" y="167733"/>
                  <a:pt x="127826" y="162578"/>
                </a:cubicBezTo>
                <a:cubicBezTo>
                  <a:pt x="126534" y="157423"/>
                  <a:pt x="126534" y="153557"/>
                  <a:pt x="126534" y="149690"/>
                </a:cubicBezTo>
                <a:cubicBezTo>
                  <a:pt x="126534" y="144535"/>
                  <a:pt x="126534" y="139380"/>
                  <a:pt x="129118" y="134225"/>
                </a:cubicBezTo>
                <a:cubicBezTo>
                  <a:pt x="130410" y="129070"/>
                  <a:pt x="134286" y="125204"/>
                  <a:pt x="136870" y="121338"/>
                </a:cubicBezTo>
                <a:cubicBezTo>
                  <a:pt x="140746" y="117471"/>
                  <a:pt x="144622" y="114894"/>
                  <a:pt x="149790" y="112316"/>
                </a:cubicBezTo>
                <a:cubicBezTo>
                  <a:pt x="154958" y="109739"/>
                  <a:pt x="160126" y="108450"/>
                  <a:pt x="166586" y="107161"/>
                </a:cubicBezTo>
                <a:close/>
                <a:moveTo>
                  <a:pt x="183407" y="0"/>
                </a:moveTo>
                <a:cubicBezTo>
                  <a:pt x="284151" y="0"/>
                  <a:pt x="365521" y="81278"/>
                  <a:pt x="365521" y="181908"/>
                </a:cubicBezTo>
                <a:cubicBezTo>
                  <a:pt x="365521" y="224483"/>
                  <a:pt x="351314" y="263187"/>
                  <a:pt x="328065" y="294150"/>
                </a:cubicBezTo>
                <a:cubicBezTo>
                  <a:pt x="325482" y="296730"/>
                  <a:pt x="324190" y="299310"/>
                  <a:pt x="321607" y="300600"/>
                </a:cubicBezTo>
                <a:lnTo>
                  <a:pt x="288026" y="290279"/>
                </a:lnTo>
                <a:cubicBezTo>
                  <a:pt x="289317" y="288989"/>
                  <a:pt x="291900" y="286409"/>
                  <a:pt x="293192" y="285119"/>
                </a:cubicBezTo>
                <a:cubicBezTo>
                  <a:pt x="319024" y="258026"/>
                  <a:pt x="334523" y="221902"/>
                  <a:pt x="334523" y="181908"/>
                </a:cubicBezTo>
                <a:cubicBezTo>
                  <a:pt x="334523" y="99340"/>
                  <a:pt x="266069" y="32253"/>
                  <a:pt x="183407" y="32253"/>
                </a:cubicBezTo>
                <a:cubicBezTo>
                  <a:pt x="100745" y="32253"/>
                  <a:pt x="32290" y="99340"/>
                  <a:pt x="32290" y="181908"/>
                </a:cubicBezTo>
                <a:cubicBezTo>
                  <a:pt x="32290" y="265767"/>
                  <a:pt x="100745" y="332854"/>
                  <a:pt x="183407" y="332854"/>
                </a:cubicBezTo>
                <a:cubicBezTo>
                  <a:pt x="202780" y="332854"/>
                  <a:pt x="220863" y="328983"/>
                  <a:pt x="238945" y="322533"/>
                </a:cubicBezTo>
                <a:lnTo>
                  <a:pt x="250569" y="352206"/>
                </a:lnTo>
                <a:cubicBezTo>
                  <a:pt x="229904" y="359946"/>
                  <a:pt x="206655" y="365107"/>
                  <a:pt x="183407" y="365107"/>
                </a:cubicBezTo>
                <a:cubicBezTo>
                  <a:pt x="82662" y="365107"/>
                  <a:pt x="0" y="282539"/>
                  <a:pt x="0" y="181908"/>
                </a:cubicBezTo>
                <a:cubicBezTo>
                  <a:pt x="0" y="81278"/>
                  <a:pt x="82662" y="0"/>
                  <a:pt x="183407" y="0"/>
                </a:cubicBez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dollar-price-tag_17172">
            <a:extLst>
              <a:ext uri="{FF2B5EF4-FFF2-40B4-BE49-F238E27FC236}">
                <a16:creationId xmlns:a16="http://schemas.microsoft.com/office/drawing/2014/main" id="{0BCF4DEB-3026-4D82-9D6D-7FF792CACAF3}"/>
              </a:ext>
            </a:extLst>
          </p:cNvPr>
          <p:cNvSpPr>
            <a:spLocks noChangeAspect="1"/>
          </p:cNvSpPr>
          <p:nvPr/>
        </p:nvSpPr>
        <p:spPr bwMode="auto">
          <a:xfrm>
            <a:off x="6883261" y="4419665"/>
            <a:ext cx="609685" cy="593644"/>
          </a:xfrm>
          <a:custGeom>
            <a:avLst/>
            <a:gdLst>
              <a:gd name="connsiteX0" fmla="*/ 273036 w 604794"/>
              <a:gd name="connsiteY0" fmla="*/ 333515 h 588882"/>
              <a:gd name="connsiteX1" fmla="*/ 279576 w 604794"/>
              <a:gd name="connsiteY1" fmla="*/ 357553 h 588882"/>
              <a:gd name="connsiteX2" fmla="*/ 270627 w 604794"/>
              <a:gd name="connsiteY2" fmla="*/ 375753 h 588882"/>
              <a:gd name="connsiteX3" fmla="*/ 249633 w 604794"/>
              <a:gd name="connsiteY3" fmla="*/ 385540 h 588882"/>
              <a:gd name="connsiteX4" fmla="*/ 226917 w 604794"/>
              <a:gd name="connsiteY4" fmla="*/ 379531 h 588882"/>
              <a:gd name="connsiteX5" fmla="*/ 316346 w 604794"/>
              <a:gd name="connsiteY5" fmla="*/ 233848 h 588882"/>
              <a:gd name="connsiteX6" fmla="*/ 335446 w 604794"/>
              <a:gd name="connsiteY6" fmla="*/ 236938 h 588882"/>
              <a:gd name="connsiteX7" fmla="*/ 294494 w 604794"/>
              <a:gd name="connsiteY7" fmla="*/ 277627 h 588882"/>
              <a:gd name="connsiteX8" fmla="*/ 291740 w 604794"/>
              <a:gd name="connsiteY8" fmla="*/ 257540 h 588882"/>
              <a:gd name="connsiteX9" fmla="*/ 299656 w 604794"/>
              <a:gd name="connsiteY9" fmla="*/ 242261 h 588882"/>
              <a:gd name="connsiteX10" fmla="*/ 316346 w 604794"/>
              <a:gd name="connsiteY10" fmla="*/ 233848 h 588882"/>
              <a:gd name="connsiteX11" fmla="*/ 313468 w 604794"/>
              <a:gd name="connsiteY11" fmla="*/ 193979 h 588882"/>
              <a:gd name="connsiteX12" fmla="*/ 268900 w 604794"/>
              <a:gd name="connsiteY12" fmla="*/ 214083 h 588882"/>
              <a:gd name="connsiteX13" fmla="*/ 247046 w 604794"/>
              <a:gd name="connsiteY13" fmla="*/ 257384 h 588882"/>
              <a:gd name="connsiteX14" fmla="*/ 260984 w 604794"/>
              <a:gd name="connsiteY14" fmla="*/ 311338 h 588882"/>
              <a:gd name="connsiteX15" fmla="*/ 211598 w 604794"/>
              <a:gd name="connsiteY15" fmla="*/ 360653 h 588882"/>
              <a:gd name="connsiteX16" fmla="*/ 209877 w 604794"/>
              <a:gd name="connsiteY16" fmla="*/ 339174 h 588882"/>
              <a:gd name="connsiteX17" fmla="*/ 218997 w 604794"/>
              <a:gd name="connsiteY17" fmla="*/ 315806 h 588882"/>
              <a:gd name="connsiteX18" fmla="*/ 184926 w 604794"/>
              <a:gd name="connsiteY18" fmla="*/ 288485 h 588882"/>
              <a:gd name="connsiteX19" fmla="*/ 165309 w 604794"/>
              <a:gd name="connsiteY19" fmla="*/ 340721 h 588882"/>
              <a:gd name="connsiteX20" fmla="*/ 183205 w 604794"/>
              <a:gd name="connsiteY20" fmla="*/ 389004 h 588882"/>
              <a:gd name="connsiteX21" fmla="*/ 161696 w 604794"/>
              <a:gd name="connsiteY21" fmla="*/ 410483 h 588882"/>
              <a:gd name="connsiteX22" fmla="*/ 178903 w 604794"/>
              <a:gd name="connsiteY22" fmla="*/ 427666 h 588882"/>
              <a:gd name="connsiteX23" fmla="*/ 200929 w 604794"/>
              <a:gd name="connsiteY23" fmla="*/ 405500 h 588882"/>
              <a:gd name="connsiteX24" fmla="*/ 254789 w 604794"/>
              <a:gd name="connsiteY24" fmla="*/ 423542 h 588882"/>
              <a:gd name="connsiteX25" fmla="*/ 303831 w 604794"/>
              <a:gd name="connsiteY25" fmla="*/ 400345 h 588882"/>
              <a:gd name="connsiteX26" fmla="*/ 324825 w 604794"/>
              <a:gd name="connsiteY26" fmla="*/ 358934 h 588882"/>
              <a:gd name="connsiteX27" fmla="*/ 306068 w 604794"/>
              <a:gd name="connsiteY27" fmla="*/ 300513 h 588882"/>
              <a:gd name="connsiteX28" fmla="*/ 352357 w 604794"/>
              <a:gd name="connsiteY28" fmla="*/ 254463 h 588882"/>
              <a:gd name="connsiteX29" fmla="*/ 347539 w 604794"/>
              <a:gd name="connsiteY29" fmla="*/ 287454 h 588882"/>
              <a:gd name="connsiteX30" fmla="*/ 381266 w 604794"/>
              <a:gd name="connsiteY30" fmla="*/ 313400 h 588882"/>
              <a:gd name="connsiteX31" fmla="*/ 395376 w 604794"/>
              <a:gd name="connsiteY31" fmla="*/ 270958 h 588882"/>
              <a:gd name="connsiteX32" fmla="*/ 378341 w 604794"/>
              <a:gd name="connsiteY32" fmla="*/ 228345 h 588882"/>
              <a:gd name="connsiteX33" fmla="*/ 390042 w 604794"/>
              <a:gd name="connsiteY33" fmla="*/ 216661 h 588882"/>
              <a:gd name="connsiteX34" fmla="*/ 373006 w 604794"/>
              <a:gd name="connsiteY34" fmla="*/ 199478 h 588882"/>
              <a:gd name="connsiteX35" fmla="*/ 361305 w 604794"/>
              <a:gd name="connsiteY35" fmla="*/ 211162 h 588882"/>
              <a:gd name="connsiteX36" fmla="*/ 313468 w 604794"/>
              <a:gd name="connsiteY36" fmla="*/ 193979 h 588882"/>
              <a:gd name="connsiteX37" fmla="*/ 517486 w 604794"/>
              <a:gd name="connsiteY37" fmla="*/ 50374 h 588882"/>
              <a:gd name="connsiteX38" fmla="*/ 490879 w 604794"/>
              <a:gd name="connsiteY38" fmla="*/ 61328 h 588882"/>
              <a:gd name="connsiteX39" fmla="*/ 490879 w 604794"/>
              <a:gd name="connsiteY39" fmla="*/ 114595 h 588882"/>
              <a:gd name="connsiteX40" fmla="*/ 544223 w 604794"/>
              <a:gd name="connsiteY40" fmla="*/ 114595 h 588882"/>
              <a:gd name="connsiteX41" fmla="*/ 544223 w 604794"/>
              <a:gd name="connsiteY41" fmla="*/ 61328 h 588882"/>
              <a:gd name="connsiteX42" fmla="*/ 517486 w 604794"/>
              <a:gd name="connsiteY42" fmla="*/ 50374 h 588882"/>
              <a:gd name="connsiteX43" fmla="*/ 406970 w 604794"/>
              <a:gd name="connsiteY43" fmla="*/ 29 h 588882"/>
              <a:gd name="connsiteX44" fmla="*/ 444590 w 604794"/>
              <a:gd name="connsiteY44" fmla="*/ 673 h 588882"/>
              <a:gd name="connsiteX45" fmla="*/ 544223 w 604794"/>
              <a:gd name="connsiteY45" fmla="*/ 845 h 588882"/>
              <a:gd name="connsiteX46" fmla="*/ 598771 w 604794"/>
              <a:gd name="connsiteY46" fmla="*/ 5140 h 588882"/>
              <a:gd name="connsiteX47" fmla="*/ 604794 w 604794"/>
              <a:gd name="connsiteY47" fmla="*/ 59266 h 588882"/>
              <a:gd name="connsiteX48" fmla="*/ 604794 w 604794"/>
              <a:gd name="connsiteY48" fmla="*/ 183670 h 588882"/>
              <a:gd name="connsiteX49" fmla="*/ 579327 w 604794"/>
              <a:gd name="connsiteY49" fmla="*/ 238655 h 588882"/>
              <a:gd name="connsiteX50" fmla="*/ 244465 w 604794"/>
              <a:gd name="connsiteY50" fmla="*/ 573032 h 588882"/>
              <a:gd name="connsiteX51" fmla="*/ 175118 w 604794"/>
              <a:gd name="connsiteY51" fmla="*/ 574063 h 588882"/>
              <a:gd name="connsiteX52" fmla="*/ 17495 w 604794"/>
              <a:gd name="connsiteY52" fmla="*/ 416497 h 588882"/>
              <a:gd name="connsiteX53" fmla="*/ 16119 w 604794"/>
              <a:gd name="connsiteY53" fmla="*/ 344157 h 588882"/>
              <a:gd name="connsiteX54" fmla="*/ 353562 w 604794"/>
              <a:gd name="connsiteY54" fmla="*/ 13388 h 588882"/>
              <a:gd name="connsiteX55" fmla="*/ 376448 w 604794"/>
              <a:gd name="connsiteY55" fmla="*/ 1704 h 588882"/>
              <a:gd name="connsiteX56" fmla="*/ 406970 w 604794"/>
              <a:gd name="connsiteY56" fmla="*/ 29 h 588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4794" h="588882">
                <a:moveTo>
                  <a:pt x="273036" y="333515"/>
                </a:moveTo>
                <a:cubicBezTo>
                  <a:pt x="278027" y="342615"/>
                  <a:pt x="280264" y="350685"/>
                  <a:pt x="279576" y="357553"/>
                </a:cubicBezTo>
                <a:cubicBezTo>
                  <a:pt x="278715" y="364421"/>
                  <a:pt x="275790" y="370602"/>
                  <a:pt x="270627" y="375753"/>
                </a:cubicBezTo>
                <a:cubicBezTo>
                  <a:pt x="264604" y="381763"/>
                  <a:pt x="257721" y="385025"/>
                  <a:pt x="249633" y="385540"/>
                </a:cubicBezTo>
                <a:cubicBezTo>
                  <a:pt x="241544" y="386227"/>
                  <a:pt x="233973" y="384167"/>
                  <a:pt x="226917" y="379531"/>
                </a:cubicBezTo>
                <a:close/>
                <a:moveTo>
                  <a:pt x="316346" y="233848"/>
                </a:moveTo>
                <a:cubicBezTo>
                  <a:pt x="322885" y="232818"/>
                  <a:pt x="329252" y="233848"/>
                  <a:pt x="335446" y="236938"/>
                </a:cubicBezTo>
                <a:lnTo>
                  <a:pt x="294494" y="277627"/>
                </a:lnTo>
                <a:cubicBezTo>
                  <a:pt x="291740" y="270416"/>
                  <a:pt x="290708" y="263721"/>
                  <a:pt x="291740" y="257540"/>
                </a:cubicBezTo>
                <a:cubicBezTo>
                  <a:pt x="292945" y="251531"/>
                  <a:pt x="295526" y="246381"/>
                  <a:pt x="299656" y="242261"/>
                </a:cubicBezTo>
                <a:cubicBezTo>
                  <a:pt x="304302" y="237625"/>
                  <a:pt x="309808" y="234878"/>
                  <a:pt x="316346" y="233848"/>
                </a:cubicBezTo>
                <a:close/>
                <a:moveTo>
                  <a:pt x="313468" y="193979"/>
                </a:moveTo>
                <a:cubicBezTo>
                  <a:pt x="296604" y="194495"/>
                  <a:pt x="281806" y="201196"/>
                  <a:pt x="268900" y="214083"/>
                </a:cubicBezTo>
                <a:cubicBezTo>
                  <a:pt x="255994" y="226799"/>
                  <a:pt x="248767" y="241232"/>
                  <a:pt x="247046" y="257384"/>
                </a:cubicBezTo>
                <a:cubicBezTo>
                  <a:pt x="245325" y="273536"/>
                  <a:pt x="249971" y="291578"/>
                  <a:pt x="260984" y="311338"/>
                </a:cubicBezTo>
                <a:lnTo>
                  <a:pt x="211598" y="360653"/>
                </a:lnTo>
                <a:cubicBezTo>
                  <a:pt x="209361" y="354467"/>
                  <a:pt x="208673" y="347250"/>
                  <a:pt x="209877" y="339174"/>
                </a:cubicBezTo>
                <a:cubicBezTo>
                  <a:pt x="210910" y="331270"/>
                  <a:pt x="214007" y="323366"/>
                  <a:pt x="218997" y="315806"/>
                </a:cubicBezTo>
                <a:lnTo>
                  <a:pt x="184926" y="288485"/>
                </a:lnTo>
                <a:cubicBezTo>
                  <a:pt x="171848" y="306183"/>
                  <a:pt x="165309" y="323710"/>
                  <a:pt x="165309" y="340721"/>
                </a:cubicBezTo>
                <a:cubicBezTo>
                  <a:pt x="165309" y="357732"/>
                  <a:pt x="171160" y="373712"/>
                  <a:pt x="183205" y="389004"/>
                </a:cubicBezTo>
                <a:lnTo>
                  <a:pt x="161696" y="410483"/>
                </a:lnTo>
                <a:lnTo>
                  <a:pt x="178903" y="427666"/>
                </a:lnTo>
                <a:lnTo>
                  <a:pt x="200929" y="405500"/>
                </a:lnTo>
                <a:cubicBezTo>
                  <a:pt x="218481" y="418559"/>
                  <a:pt x="236377" y="424573"/>
                  <a:pt x="254789" y="423542"/>
                </a:cubicBezTo>
                <a:cubicBezTo>
                  <a:pt x="273202" y="422339"/>
                  <a:pt x="289377" y="414778"/>
                  <a:pt x="303831" y="400345"/>
                </a:cubicBezTo>
                <a:cubicBezTo>
                  <a:pt x="316393" y="387801"/>
                  <a:pt x="323620" y="373883"/>
                  <a:pt x="324825" y="358934"/>
                </a:cubicBezTo>
                <a:cubicBezTo>
                  <a:pt x="326201" y="343814"/>
                  <a:pt x="319835" y="324397"/>
                  <a:pt x="306068" y="300513"/>
                </a:cubicBezTo>
                <a:lnTo>
                  <a:pt x="352357" y="254463"/>
                </a:lnTo>
                <a:cubicBezTo>
                  <a:pt x="356659" y="265288"/>
                  <a:pt x="354938" y="276285"/>
                  <a:pt x="347539" y="287454"/>
                </a:cubicBezTo>
                <a:lnTo>
                  <a:pt x="381266" y="313400"/>
                </a:lnTo>
                <a:cubicBezTo>
                  <a:pt x="391074" y="299482"/>
                  <a:pt x="395721" y="285392"/>
                  <a:pt x="395376" y="270958"/>
                </a:cubicBezTo>
                <a:cubicBezTo>
                  <a:pt x="395032" y="256525"/>
                  <a:pt x="389354" y="242263"/>
                  <a:pt x="378341" y="228345"/>
                </a:cubicBezTo>
                <a:lnTo>
                  <a:pt x="390042" y="216661"/>
                </a:lnTo>
                <a:lnTo>
                  <a:pt x="373006" y="199478"/>
                </a:lnTo>
                <a:lnTo>
                  <a:pt x="361305" y="211162"/>
                </a:lnTo>
                <a:cubicBezTo>
                  <a:pt x="346334" y="199134"/>
                  <a:pt x="330503" y="193292"/>
                  <a:pt x="313468" y="193979"/>
                </a:cubicBezTo>
                <a:close/>
                <a:moveTo>
                  <a:pt x="517486" y="50374"/>
                </a:moveTo>
                <a:cubicBezTo>
                  <a:pt x="507829" y="50374"/>
                  <a:pt x="498192" y="54026"/>
                  <a:pt x="490879" y="61328"/>
                </a:cubicBezTo>
                <a:cubicBezTo>
                  <a:pt x="476080" y="76105"/>
                  <a:pt x="476080" y="99990"/>
                  <a:pt x="490879" y="114595"/>
                </a:cubicBezTo>
                <a:cubicBezTo>
                  <a:pt x="505506" y="129372"/>
                  <a:pt x="529424" y="129372"/>
                  <a:pt x="544223" y="114595"/>
                </a:cubicBezTo>
                <a:cubicBezTo>
                  <a:pt x="558850" y="99990"/>
                  <a:pt x="558850" y="76105"/>
                  <a:pt x="544223" y="61328"/>
                </a:cubicBezTo>
                <a:cubicBezTo>
                  <a:pt x="536824" y="54026"/>
                  <a:pt x="527144" y="50374"/>
                  <a:pt x="517486" y="50374"/>
                </a:cubicBezTo>
                <a:close/>
                <a:moveTo>
                  <a:pt x="406970" y="29"/>
                </a:moveTo>
                <a:cubicBezTo>
                  <a:pt x="419338" y="157"/>
                  <a:pt x="432889" y="673"/>
                  <a:pt x="444590" y="673"/>
                </a:cubicBezTo>
                <a:lnTo>
                  <a:pt x="544223" y="845"/>
                </a:lnTo>
                <a:cubicBezTo>
                  <a:pt x="567625" y="845"/>
                  <a:pt x="593609" y="-186"/>
                  <a:pt x="598771" y="5140"/>
                </a:cubicBezTo>
                <a:cubicBezTo>
                  <a:pt x="603934" y="10467"/>
                  <a:pt x="604794" y="35898"/>
                  <a:pt x="604794" y="59266"/>
                </a:cubicBezTo>
                <a:lnTo>
                  <a:pt x="604794" y="183670"/>
                </a:lnTo>
                <a:cubicBezTo>
                  <a:pt x="604794" y="207898"/>
                  <a:pt x="579327" y="238655"/>
                  <a:pt x="579327" y="238655"/>
                </a:cubicBezTo>
                <a:lnTo>
                  <a:pt x="244465" y="573032"/>
                </a:lnTo>
                <a:cubicBezTo>
                  <a:pt x="209361" y="608085"/>
                  <a:pt x="175118" y="574063"/>
                  <a:pt x="175118" y="574063"/>
                </a:cubicBezTo>
                <a:lnTo>
                  <a:pt x="17495" y="416497"/>
                </a:lnTo>
                <a:cubicBezTo>
                  <a:pt x="-21050" y="378007"/>
                  <a:pt x="16119" y="344157"/>
                  <a:pt x="16119" y="344157"/>
                </a:cubicBezTo>
                <a:lnTo>
                  <a:pt x="353562" y="13388"/>
                </a:lnTo>
                <a:cubicBezTo>
                  <a:pt x="360101" y="7031"/>
                  <a:pt x="368360" y="3594"/>
                  <a:pt x="376448" y="1704"/>
                </a:cubicBezTo>
                <a:cubicBezTo>
                  <a:pt x="383417" y="157"/>
                  <a:pt x="394602" y="-100"/>
                  <a:pt x="406970" y="29"/>
                </a:cubicBez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online-shopping_69919">
            <a:extLst>
              <a:ext uri="{FF2B5EF4-FFF2-40B4-BE49-F238E27FC236}">
                <a16:creationId xmlns:a16="http://schemas.microsoft.com/office/drawing/2014/main" id="{C4E12341-AC71-4B3C-BCE4-DC5736EC886B}"/>
              </a:ext>
            </a:extLst>
          </p:cNvPr>
          <p:cNvSpPr>
            <a:spLocks noChangeAspect="1"/>
          </p:cNvSpPr>
          <p:nvPr/>
        </p:nvSpPr>
        <p:spPr bwMode="auto">
          <a:xfrm>
            <a:off x="6883262" y="2381677"/>
            <a:ext cx="609685" cy="576622"/>
          </a:xfrm>
          <a:custGeom>
            <a:avLst/>
            <a:gdLst>
              <a:gd name="connsiteX0" fmla="*/ 317812 w 608979"/>
              <a:gd name="connsiteY0" fmla="*/ 171502 h 575955"/>
              <a:gd name="connsiteX1" fmla="*/ 275294 w 608979"/>
              <a:gd name="connsiteY1" fmla="*/ 222685 h 575955"/>
              <a:gd name="connsiteX2" fmla="*/ 293304 w 608979"/>
              <a:gd name="connsiteY2" fmla="*/ 244938 h 575955"/>
              <a:gd name="connsiteX3" fmla="*/ 323939 w 608979"/>
              <a:gd name="connsiteY3" fmla="*/ 207107 h 575955"/>
              <a:gd name="connsiteX4" fmla="*/ 329045 w 608979"/>
              <a:gd name="connsiteY4" fmla="*/ 172893 h 575955"/>
              <a:gd name="connsiteX5" fmla="*/ 317812 w 608979"/>
              <a:gd name="connsiteY5" fmla="*/ 171502 h 575955"/>
              <a:gd name="connsiteX6" fmla="*/ 317440 w 608979"/>
              <a:gd name="connsiteY6" fmla="*/ 83973 h 575955"/>
              <a:gd name="connsiteX7" fmla="*/ 426427 w 608979"/>
              <a:gd name="connsiteY7" fmla="*/ 188007 h 575955"/>
              <a:gd name="connsiteX8" fmla="*/ 357823 w 608979"/>
              <a:gd name="connsiteY8" fmla="*/ 273774 h 575955"/>
              <a:gd name="connsiteX9" fmla="*/ 326909 w 608979"/>
              <a:gd name="connsiteY9" fmla="*/ 246236 h 575955"/>
              <a:gd name="connsiteX10" fmla="*/ 279564 w 608979"/>
              <a:gd name="connsiteY10" fmla="*/ 273774 h 575955"/>
              <a:gd name="connsiteX11" fmla="*/ 239182 w 608979"/>
              <a:gd name="connsiteY11" fmla="*/ 226950 h 575955"/>
              <a:gd name="connsiteX12" fmla="*/ 323660 w 608979"/>
              <a:gd name="connsiteY12" fmla="*/ 143037 h 575955"/>
              <a:gd name="connsiteX13" fmla="*/ 356987 w 608979"/>
              <a:gd name="connsiteY13" fmla="*/ 148044 h 575955"/>
              <a:gd name="connsiteX14" fmla="*/ 365064 w 608979"/>
              <a:gd name="connsiteY14" fmla="*/ 161210 h 575955"/>
              <a:gd name="connsiteX15" fmla="*/ 355688 w 608979"/>
              <a:gd name="connsiteY15" fmla="*/ 218698 h 575955"/>
              <a:gd name="connsiteX16" fmla="*/ 364786 w 608979"/>
              <a:gd name="connsiteY16" fmla="*/ 250037 h 575955"/>
              <a:gd name="connsiteX17" fmla="*/ 399691 w 608979"/>
              <a:gd name="connsiteY17" fmla="*/ 189119 h 575955"/>
              <a:gd name="connsiteX18" fmla="*/ 313541 w 608979"/>
              <a:gd name="connsiteY18" fmla="*/ 105948 h 575955"/>
              <a:gd name="connsiteX19" fmla="*/ 210032 w 608979"/>
              <a:gd name="connsiteY19" fmla="*/ 217956 h 575955"/>
              <a:gd name="connsiteX20" fmla="*/ 302308 w 608979"/>
              <a:gd name="connsiteY20" fmla="*/ 312346 h 575955"/>
              <a:gd name="connsiteX21" fmla="*/ 345569 w 608979"/>
              <a:gd name="connsiteY21" fmla="*/ 304836 h 575955"/>
              <a:gd name="connsiteX22" fmla="*/ 352903 w 608979"/>
              <a:gd name="connsiteY22" fmla="*/ 305207 h 575955"/>
              <a:gd name="connsiteX23" fmla="*/ 357730 w 608979"/>
              <a:gd name="connsiteY23" fmla="*/ 310770 h 575955"/>
              <a:gd name="connsiteX24" fmla="*/ 359123 w 608979"/>
              <a:gd name="connsiteY24" fmla="*/ 315313 h 575955"/>
              <a:gd name="connsiteX25" fmla="*/ 354852 w 608979"/>
              <a:gd name="connsiteY25" fmla="*/ 324400 h 575955"/>
              <a:gd name="connsiteX26" fmla="*/ 295067 w 608979"/>
              <a:gd name="connsiteY26" fmla="*/ 334692 h 575955"/>
              <a:gd name="connsiteX27" fmla="*/ 182553 w 608979"/>
              <a:gd name="connsiteY27" fmla="*/ 221201 h 575955"/>
              <a:gd name="connsiteX28" fmla="*/ 317440 w 608979"/>
              <a:gd name="connsiteY28" fmla="*/ 83973 h 575955"/>
              <a:gd name="connsiteX29" fmla="*/ 60443 w 608979"/>
              <a:gd name="connsiteY29" fmla="*/ 60348 h 575955"/>
              <a:gd name="connsiteX30" fmla="*/ 60443 w 608979"/>
              <a:gd name="connsiteY30" fmla="*/ 358199 h 575955"/>
              <a:gd name="connsiteX31" fmla="*/ 548536 w 608979"/>
              <a:gd name="connsiteY31" fmla="*/ 358199 h 575955"/>
              <a:gd name="connsiteX32" fmla="*/ 548536 w 608979"/>
              <a:gd name="connsiteY32" fmla="*/ 60348 h 575955"/>
              <a:gd name="connsiteX33" fmla="*/ 55986 w 608979"/>
              <a:gd name="connsiteY33" fmla="*/ 0 h 575955"/>
              <a:gd name="connsiteX34" fmla="*/ 552993 w 608979"/>
              <a:gd name="connsiteY34" fmla="*/ 0 h 575955"/>
              <a:gd name="connsiteX35" fmla="*/ 608979 w 608979"/>
              <a:gd name="connsiteY35" fmla="*/ 55899 h 575955"/>
              <a:gd name="connsiteX36" fmla="*/ 608979 w 608979"/>
              <a:gd name="connsiteY36" fmla="*/ 362742 h 575955"/>
              <a:gd name="connsiteX37" fmla="*/ 552993 w 608979"/>
              <a:gd name="connsiteY37" fmla="*/ 418548 h 575955"/>
              <a:gd name="connsiteX38" fmla="*/ 374728 w 608979"/>
              <a:gd name="connsiteY38" fmla="*/ 418548 h 575955"/>
              <a:gd name="connsiteX39" fmla="*/ 374728 w 608979"/>
              <a:gd name="connsiteY39" fmla="*/ 503926 h 575955"/>
              <a:gd name="connsiteX40" fmla="*/ 431828 w 608979"/>
              <a:gd name="connsiteY40" fmla="*/ 503926 h 575955"/>
              <a:gd name="connsiteX41" fmla="*/ 457547 w 608979"/>
              <a:gd name="connsiteY41" fmla="*/ 529697 h 575955"/>
              <a:gd name="connsiteX42" fmla="*/ 457547 w 608979"/>
              <a:gd name="connsiteY42" fmla="*/ 550277 h 575955"/>
              <a:gd name="connsiteX43" fmla="*/ 431828 w 608979"/>
              <a:gd name="connsiteY43" fmla="*/ 575955 h 575955"/>
              <a:gd name="connsiteX44" fmla="*/ 177151 w 608979"/>
              <a:gd name="connsiteY44" fmla="*/ 575955 h 575955"/>
              <a:gd name="connsiteX45" fmla="*/ 151432 w 608979"/>
              <a:gd name="connsiteY45" fmla="*/ 550277 h 575955"/>
              <a:gd name="connsiteX46" fmla="*/ 151432 w 608979"/>
              <a:gd name="connsiteY46" fmla="*/ 529697 h 575955"/>
              <a:gd name="connsiteX47" fmla="*/ 177151 w 608979"/>
              <a:gd name="connsiteY47" fmla="*/ 503926 h 575955"/>
              <a:gd name="connsiteX48" fmla="*/ 234251 w 608979"/>
              <a:gd name="connsiteY48" fmla="*/ 503926 h 575955"/>
              <a:gd name="connsiteX49" fmla="*/ 234251 w 608979"/>
              <a:gd name="connsiteY49" fmla="*/ 418548 h 575955"/>
              <a:gd name="connsiteX50" fmla="*/ 55986 w 608979"/>
              <a:gd name="connsiteY50" fmla="*/ 418548 h 575955"/>
              <a:gd name="connsiteX51" fmla="*/ 0 w 608979"/>
              <a:gd name="connsiteY51" fmla="*/ 362742 h 575955"/>
              <a:gd name="connsiteX52" fmla="*/ 0 w 608979"/>
              <a:gd name="connsiteY52" fmla="*/ 55899 h 575955"/>
              <a:gd name="connsiteX53" fmla="*/ 55986 w 608979"/>
              <a:gd name="connsiteY53" fmla="*/ 0 h 57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979" h="575955">
                <a:moveTo>
                  <a:pt x="317812" y="171502"/>
                </a:moveTo>
                <a:cubicBezTo>
                  <a:pt x="294046" y="171502"/>
                  <a:pt x="275294" y="194868"/>
                  <a:pt x="275294" y="222685"/>
                </a:cubicBezTo>
                <a:cubicBezTo>
                  <a:pt x="275294" y="236315"/>
                  <a:pt x="281421" y="244938"/>
                  <a:pt x="293304" y="244938"/>
                </a:cubicBezTo>
                <a:cubicBezTo>
                  <a:pt x="306672" y="244938"/>
                  <a:pt x="320690" y="228062"/>
                  <a:pt x="323939" y="207107"/>
                </a:cubicBezTo>
                <a:lnTo>
                  <a:pt x="329045" y="172893"/>
                </a:lnTo>
                <a:cubicBezTo>
                  <a:pt x="326167" y="172244"/>
                  <a:pt x="322546" y="171502"/>
                  <a:pt x="317812" y="171502"/>
                </a:cubicBezTo>
                <a:close/>
                <a:moveTo>
                  <a:pt x="317440" y="83973"/>
                </a:moveTo>
                <a:cubicBezTo>
                  <a:pt x="380939" y="83973"/>
                  <a:pt x="426427" y="127552"/>
                  <a:pt x="426427" y="188007"/>
                </a:cubicBezTo>
                <a:cubicBezTo>
                  <a:pt x="426427" y="240673"/>
                  <a:pt x="396813" y="273774"/>
                  <a:pt x="357823" y="273774"/>
                </a:cubicBezTo>
                <a:cubicBezTo>
                  <a:pt x="341020" y="273774"/>
                  <a:pt x="328766" y="265244"/>
                  <a:pt x="326909" y="246236"/>
                </a:cubicBezTo>
                <a:cubicBezTo>
                  <a:pt x="315677" y="264409"/>
                  <a:pt x="298595" y="273774"/>
                  <a:pt x="279564" y="273774"/>
                </a:cubicBezTo>
                <a:cubicBezTo>
                  <a:pt x="256170" y="273774"/>
                  <a:pt x="239182" y="256528"/>
                  <a:pt x="239182" y="226950"/>
                </a:cubicBezTo>
                <a:cubicBezTo>
                  <a:pt x="239182" y="183000"/>
                  <a:pt x="271673" y="143037"/>
                  <a:pt x="323660" y="143037"/>
                </a:cubicBezTo>
                <a:cubicBezTo>
                  <a:pt x="334986" y="143037"/>
                  <a:pt x="347518" y="145077"/>
                  <a:pt x="356987" y="148044"/>
                </a:cubicBezTo>
                <a:cubicBezTo>
                  <a:pt x="362558" y="149898"/>
                  <a:pt x="365992" y="155462"/>
                  <a:pt x="365064" y="161210"/>
                </a:cubicBezTo>
                <a:lnTo>
                  <a:pt x="355688" y="218698"/>
                </a:lnTo>
                <a:cubicBezTo>
                  <a:pt x="352067" y="239931"/>
                  <a:pt x="354667" y="249667"/>
                  <a:pt x="364786" y="250037"/>
                </a:cubicBezTo>
                <a:cubicBezTo>
                  <a:pt x="380289" y="250408"/>
                  <a:pt x="399691" y="230566"/>
                  <a:pt x="399691" y="189119"/>
                </a:cubicBezTo>
                <a:cubicBezTo>
                  <a:pt x="399691" y="142295"/>
                  <a:pt x="369427" y="105948"/>
                  <a:pt x="313541" y="105948"/>
                </a:cubicBezTo>
                <a:cubicBezTo>
                  <a:pt x="258305" y="105948"/>
                  <a:pt x="210032" y="149156"/>
                  <a:pt x="210032" y="217956"/>
                </a:cubicBezTo>
                <a:cubicBezTo>
                  <a:pt x="210032" y="278132"/>
                  <a:pt x="248558" y="312346"/>
                  <a:pt x="302308" y="312346"/>
                </a:cubicBezTo>
                <a:cubicBezTo>
                  <a:pt x="317069" y="312346"/>
                  <a:pt x="332572" y="309750"/>
                  <a:pt x="345569" y="304836"/>
                </a:cubicBezTo>
                <a:cubicBezTo>
                  <a:pt x="347983" y="303909"/>
                  <a:pt x="350675" y="304094"/>
                  <a:pt x="352903" y="305207"/>
                </a:cubicBezTo>
                <a:cubicBezTo>
                  <a:pt x="355224" y="306319"/>
                  <a:pt x="356987" y="308359"/>
                  <a:pt x="357730" y="310770"/>
                </a:cubicBezTo>
                <a:lnTo>
                  <a:pt x="359123" y="315313"/>
                </a:lnTo>
                <a:cubicBezTo>
                  <a:pt x="360330" y="319022"/>
                  <a:pt x="358380" y="323009"/>
                  <a:pt x="354852" y="324400"/>
                </a:cubicBezTo>
                <a:cubicBezTo>
                  <a:pt x="335729" y="332096"/>
                  <a:pt x="318183" y="334692"/>
                  <a:pt x="295067" y="334692"/>
                </a:cubicBezTo>
                <a:cubicBezTo>
                  <a:pt x="235190" y="334692"/>
                  <a:pt x="182553" y="291855"/>
                  <a:pt x="182553" y="221201"/>
                </a:cubicBezTo>
                <a:cubicBezTo>
                  <a:pt x="182553" y="147766"/>
                  <a:pt x="235932" y="83973"/>
                  <a:pt x="317440" y="83973"/>
                </a:cubicBezTo>
                <a:close/>
                <a:moveTo>
                  <a:pt x="60443" y="60348"/>
                </a:moveTo>
                <a:lnTo>
                  <a:pt x="60443" y="358199"/>
                </a:lnTo>
                <a:lnTo>
                  <a:pt x="548536" y="358199"/>
                </a:lnTo>
                <a:lnTo>
                  <a:pt x="548536" y="60348"/>
                </a:lnTo>
                <a:close/>
                <a:moveTo>
                  <a:pt x="55986" y="0"/>
                </a:moveTo>
                <a:lnTo>
                  <a:pt x="552993" y="0"/>
                </a:lnTo>
                <a:cubicBezTo>
                  <a:pt x="583911" y="0"/>
                  <a:pt x="608979" y="25122"/>
                  <a:pt x="608979" y="55899"/>
                </a:cubicBezTo>
                <a:lnTo>
                  <a:pt x="608979" y="362742"/>
                </a:lnTo>
                <a:cubicBezTo>
                  <a:pt x="608979" y="393518"/>
                  <a:pt x="583911" y="418548"/>
                  <a:pt x="552993" y="418548"/>
                </a:cubicBezTo>
                <a:lnTo>
                  <a:pt x="374728" y="418548"/>
                </a:lnTo>
                <a:lnTo>
                  <a:pt x="374728" y="503926"/>
                </a:lnTo>
                <a:lnTo>
                  <a:pt x="431828" y="503926"/>
                </a:lnTo>
                <a:cubicBezTo>
                  <a:pt x="446034" y="503926"/>
                  <a:pt x="457547" y="515514"/>
                  <a:pt x="457547" y="529697"/>
                </a:cubicBezTo>
                <a:lnTo>
                  <a:pt x="457547" y="550277"/>
                </a:lnTo>
                <a:cubicBezTo>
                  <a:pt x="457547" y="564460"/>
                  <a:pt x="446034" y="575955"/>
                  <a:pt x="431828" y="575955"/>
                </a:cubicBezTo>
                <a:lnTo>
                  <a:pt x="177151" y="575955"/>
                </a:lnTo>
                <a:cubicBezTo>
                  <a:pt x="162945" y="575955"/>
                  <a:pt x="151432" y="564460"/>
                  <a:pt x="151432" y="550277"/>
                </a:cubicBezTo>
                <a:lnTo>
                  <a:pt x="151432" y="529697"/>
                </a:lnTo>
                <a:cubicBezTo>
                  <a:pt x="151432" y="515514"/>
                  <a:pt x="162945" y="503926"/>
                  <a:pt x="177151" y="503926"/>
                </a:cubicBezTo>
                <a:lnTo>
                  <a:pt x="234251" y="503926"/>
                </a:lnTo>
                <a:lnTo>
                  <a:pt x="234251" y="418548"/>
                </a:lnTo>
                <a:lnTo>
                  <a:pt x="55986" y="418548"/>
                </a:lnTo>
                <a:cubicBezTo>
                  <a:pt x="25068" y="418548"/>
                  <a:pt x="0" y="393518"/>
                  <a:pt x="0" y="362742"/>
                </a:cubicBezTo>
                <a:lnTo>
                  <a:pt x="0" y="55899"/>
                </a:lnTo>
                <a:cubicBezTo>
                  <a:pt x="0" y="25122"/>
                  <a:pt x="25068" y="0"/>
                  <a:pt x="55986" y="0"/>
                </a:cubicBez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521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6="http://schemas.microsoft.com/office/drawing/2014/main" xmlns:dgm="http://schemas.openxmlformats.org/drawingml/2006/diagram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物体&#10;&#10;描述已自动生成">
            <a:extLst>
              <a:ext uri="{FF2B5EF4-FFF2-40B4-BE49-F238E27FC236}">
                <a16:creationId xmlns:a16="http://schemas.microsoft.com/office/drawing/2014/main" id="{58F4AE84-96A6-494D-8D7E-4B17616878C4}"/>
              </a:ext>
            </a:extLst>
          </p:cNvPr>
          <p:cNvPicPr>
            <a:picLocks noChangeAspect="1"/>
          </p:cNvPicPr>
          <p:nvPr/>
        </p:nvPicPr>
        <p:blipFill>
          <a:blip r:embed="Re34125141f764c9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964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D3AE82-9441-4535-8D3A-637CF18F9B8F}"/>
              </a:ext>
            </a:extLst>
          </p:cNvPr>
          <p:cNvSpPr/>
          <p:nvPr/>
        </p:nvSpPr>
        <p:spPr>
          <a:xfrm>
            <a:off x="755248" y="652523"/>
            <a:ext cx="10681503" cy="555295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825425"/>
                </a:gs>
                <a:gs pos="100000">
                  <a:srgbClr val="DCC999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7C3E3-11D4-42D8-A9DE-4223BD08443F}"/>
              </a:ext>
            </a:extLst>
          </p:cNvPr>
          <p:cNvSpPr txBox="1"/>
          <p:nvPr/>
        </p:nvSpPr>
        <p:spPr>
          <a:xfrm>
            <a:off x="1920305" y="1988287"/>
            <a:ext cx="33679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b="1" dirty="0">
                <a:gradFill flip="none" rotWithShape="1"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  <a:tileRect/>
                </a:gradFill>
                <a:cs typeface="+mn-ea"/>
                <a:sym typeface="+mn-lt"/>
              </a:rPr>
              <a:t>02</a:t>
            </a:r>
            <a:endParaRPr lang="zh-CN" altLang="en-US" sz="16600" b="1" dirty="0">
              <a:gradFill flip="none" rotWithShape="1"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6" name="TextBox 363">
            <a:extLst>
              <a:ext uri="{FF2B5EF4-FFF2-40B4-BE49-F238E27FC236}">
                <a16:creationId xmlns:a16="http://schemas.microsoft.com/office/drawing/2014/main" id="{5CD44848-3088-4E5A-B113-33D5050A8AEF}"/>
              </a:ext>
            </a:extLst>
          </p:cNvPr>
          <p:cNvSpPr txBox="1"/>
          <p:nvPr/>
        </p:nvSpPr>
        <p:spPr>
          <a:xfrm>
            <a:off x="6730550" y="3070471"/>
            <a:ext cx="3788688" cy="79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Presentation template for your personal and commercial needs, designed and presented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Aqr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Typeface Lorem ipsum dolor sit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consectetur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adipisicing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elit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sed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TextBox 364">
            <a:extLst>
              <a:ext uri="{FF2B5EF4-FFF2-40B4-BE49-F238E27FC236}">
                <a16:creationId xmlns:a16="http://schemas.microsoft.com/office/drawing/2014/main" id="{825A546E-DE1B-49D9-B789-46F5CC4A4A11}"/>
              </a:ext>
            </a:extLst>
          </p:cNvPr>
          <p:cNvSpPr txBox="1"/>
          <p:nvPr/>
        </p:nvSpPr>
        <p:spPr>
          <a:xfrm>
            <a:off x="6309361" y="1859512"/>
            <a:ext cx="42100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PART TWO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Rounded Rectangle 365">
            <a:extLst>
              <a:ext uri="{FF2B5EF4-FFF2-40B4-BE49-F238E27FC236}">
                <a16:creationId xmlns:a16="http://schemas.microsoft.com/office/drawing/2014/main" id="{491FA489-DC1C-4149-89E7-CADF1D3D6195}"/>
              </a:ext>
            </a:extLst>
          </p:cNvPr>
          <p:cNvSpPr/>
          <p:nvPr/>
        </p:nvSpPr>
        <p:spPr>
          <a:xfrm>
            <a:off x="8429197" y="4248585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  <a:ln w="15875"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Group 366">
            <a:extLst>
              <a:ext uri="{FF2B5EF4-FFF2-40B4-BE49-F238E27FC236}">
                <a16:creationId xmlns:a16="http://schemas.microsoft.com/office/drawing/2014/main" id="{F93B1B2F-403A-441B-B6A4-980FB981C793}"/>
              </a:ext>
            </a:extLst>
          </p:cNvPr>
          <p:cNvGrpSpPr/>
          <p:nvPr/>
        </p:nvGrpSpPr>
        <p:grpSpPr>
          <a:xfrm>
            <a:off x="8837413" y="4332306"/>
            <a:ext cx="1213260" cy="253916"/>
            <a:chOff x="1475556" y="5376158"/>
            <a:chExt cx="1213260" cy="253916"/>
          </a:xfrm>
        </p:grpSpPr>
        <p:sp>
          <p:nvSpPr>
            <p:cNvPr id="10" name="TextBox 367">
              <a:extLst>
                <a:ext uri="{FF2B5EF4-FFF2-40B4-BE49-F238E27FC236}">
                  <a16:creationId xmlns:a16="http://schemas.microsoft.com/office/drawing/2014/main" id="{12856108-20B4-4468-B866-F39DAA7330A2}"/>
                </a:ext>
              </a:extLst>
            </p:cNvPr>
            <p:cNvSpPr txBox="1"/>
            <p:nvPr/>
          </p:nvSpPr>
          <p:spPr>
            <a:xfrm>
              <a:off x="1475556" y="5376158"/>
              <a:ext cx="9380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START HERE</a:t>
              </a:r>
            </a:p>
          </p:txBody>
        </p:sp>
        <p:sp>
          <p:nvSpPr>
            <p:cNvPr id="11" name="Half Frame 368">
              <a:extLst>
                <a:ext uri="{FF2B5EF4-FFF2-40B4-BE49-F238E27FC236}">
                  <a16:creationId xmlns:a16="http://schemas.microsoft.com/office/drawing/2014/main" id="{48439516-38B1-43EB-B6C8-B32F08136D03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8AAD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Group 374">
            <a:extLst>
              <a:ext uri="{FF2B5EF4-FFF2-40B4-BE49-F238E27FC236}">
                <a16:creationId xmlns:a16="http://schemas.microsoft.com/office/drawing/2014/main" id="{9CC1C779-67A6-4D6D-AD55-DAE6AAEEEF86}"/>
              </a:ext>
            </a:extLst>
          </p:cNvPr>
          <p:cNvGrpSpPr/>
          <p:nvPr/>
        </p:nvGrpSpPr>
        <p:grpSpPr>
          <a:xfrm>
            <a:off x="9534518" y="5317440"/>
            <a:ext cx="770836" cy="103545"/>
            <a:chOff x="9359457" y="5484992"/>
            <a:chExt cx="770836" cy="103545"/>
          </a:xfr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</p:grpSpPr>
        <p:sp>
          <p:nvSpPr>
            <p:cNvPr id="13" name="Oval 370">
              <a:extLst>
                <a:ext uri="{FF2B5EF4-FFF2-40B4-BE49-F238E27FC236}">
                  <a16:creationId xmlns:a16="http://schemas.microsoft.com/office/drawing/2014/main" id="{265098B2-7A96-4151-A7F7-6A778719E96A}"/>
                </a:ext>
              </a:extLst>
            </p:cNvPr>
            <p:cNvSpPr/>
            <p:nvPr/>
          </p:nvSpPr>
          <p:spPr>
            <a:xfrm>
              <a:off x="9693103" y="5484992"/>
              <a:ext cx="103545" cy="10354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Oval 371">
              <a:extLst>
                <a:ext uri="{FF2B5EF4-FFF2-40B4-BE49-F238E27FC236}">
                  <a16:creationId xmlns:a16="http://schemas.microsoft.com/office/drawing/2014/main" id="{F3007E59-1B46-4F4E-A3A3-0A1A32E5B18E}"/>
                </a:ext>
              </a:extLst>
            </p:cNvPr>
            <p:cNvSpPr/>
            <p:nvPr/>
          </p:nvSpPr>
          <p:spPr>
            <a:xfrm>
              <a:off x="9359457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Oval 372">
              <a:extLst>
                <a:ext uri="{FF2B5EF4-FFF2-40B4-BE49-F238E27FC236}">
                  <a16:creationId xmlns:a16="http://schemas.microsoft.com/office/drawing/2014/main" id="{9615FE74-9E18-42FC-8C5F-DF2D28DB86C0}"/>
                </a:ext>
              </a:extLst>
            </p:cNvPr>
            <p:cNvSpPr/>
            <p:nvPr/>
          </p:nvSpPr>
          <p:spPr>
            <a:xfrm>
              <a:off x="10034769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894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占位符 18" descr="图片包含 人员, 树, 户外, 鲜花&#10;&#10;描述已自动生成">
            <a:extLst>
              <a:ext uri="{FF2B5EF4-FFF2-40B4-BE49-F238E27FC236}">
                <a16:creationId xmlns:a16="http://schemas.microsoft.com/office/drawing/2014/main" id="{44B51806-2C0D-4738-ADBC-8F4D8FAE52A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f249086b6d41449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7525" y="0"/>
            <a:ext cx="5032512" cy="6858000"/>
          </a:xfrm>
        </p:spPr>
      </p:pic>
      <p:sp>
        <p:nvSpPr>
          <p:cNvPr id="5" name="TextBox 4"/>
          <p:cNvSpPr txBox="1"/>
          <p:nvPr/>
        </p:nvSpPr>
        <p:spPr>
          <a:xfrm>
            <a:off x="8535282" y="936872"/>
            <a:ext cx="2805266" cy="144590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A red flair silhouetted the jagged edge.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The recorded voice scratched.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But the majority have suffered 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Alteration in some form</a:t>
            </a:r>
          </a:p>
        </p:txBody>
      </p:sp>
      <p:sp>
        <p:nvSpPr>
          <p:cNvPr id="6" name="Oval 5"/>
          <p:cNvSpPr/>
          <p:nvPr/>
        </p:nvSpPr>
        <p:spPr>
          <a:xfrm>
            <a:off x="6659403" y="823340"/>
            <a:ext cx="1397900" cy="1397898"/>
          </a:xfrm>
          <a:prstGeom prst="ellipse">
            <a:avLst/>
          </a:prstGeom>
          <a:gradFill flip="none" rotWithShape="1"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chemeClr val="tx1"/>
                </a:soli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7" name="Freeform 1051"/>
          <p:cNvSpPr>
            <a:spLocks noEditPoints="1"/>
          </p:cNvSpPr>
          <p:nvPr/>
        </p:nvSpPr>
        <p:spPr bwMode="auto">
          <a:xfrm>
            <a:off x="7104495" y="1021509"/>
            <a:ext cx="546100" cy="550863"/>
          </a:xfrm>
          <a:custGeom>
            <a:avLst/>
            <a:gdLst>
              <a:gd name="T0" fmla="*/ 19 w 160"/>
              <a:gd name="T1" fmla="*/ 160 h 160"/>
              <a:gd name="T2" fmla="*/ 22 w 160"/>
              <a:gd name="T3" fmla="*/ 6 h 160"/>
              <a:gd name="T4" fmla="*/ 14 w 160"/>
              <a:gd name="T5" fmla="*/ 123 h 160"/>
              <a:gd name="T6" fmla="*/ 5 w 160"/>
              <a:gd name="T7" fmla="*/ 19 h 160"/>
              <a:gd name="T8" fmla="*/ 38 w 160"/>
              <a:gd name="T9" fmla="*/ 24 h 160"/>
              <a:gd name="T10" fmla="*/ 129 w 160"/>
              <a:gd name="T11" fmla="*/ 56 h 160"/>
              <a:gd name="T12" fmla="*/ 141 w 160"/>
              <a:gd name="T13" fmla="*/ 62 h 160"/>
              <a:gd name="T14" fmla="*/ 111 w 160"/>
              <a:gd name="T15" fmla="*/ 111 h 160"/>
              <a:gd name="T16" fmla="*/ 144 w 160"/>
              <a:gd name="T17" fmla="*/ 80 h 160"/>
              <a:gd name="T18" fmla="*/ 110 w 160"/>
              <a:gd name="T19" fmla="*/ 40 h 160"/>
              <a:gd name="T20" fmla="*/ 125 w 160"/>
              <a:gd name="T21" fmla="*/ 108 h 160"/>
              <a:gd name="T22" fmla="*/ 71 w 160"/>
              <a:gd name="T23" fmla="*/ 114 h 160"/>
              <a:gd name="T24" fmla="*/ 138 w 160"/>
              <a:gd name="T25" fmla="*/ 91 h 160"/>
              <a:gd name="T26" fmla="*/ 93 w 160"/>
              <a:gd name="T27" fmla="*/ 31 h 160"/>
              <a:gd name="T28" fmla="*/ 138 w 160"/>
              <a:gd name="T29" fmla="*/ 107 h 160"/>
              <a:gd name="T30" fmla="*/ 138 w 160"/>
              <a:gd name="T31" fmla="*/ 108 h 160"/>
              <a:gd name="T32" fmla="*/ 54 w 160"/>
              <a:gd name="T33" fmla="*/ 114 h 160"/>
              <a:gd name="T34" fmla="*/ 49 w 160"/>
              <a:gd name="T35" fmla="*/ 76 h 160"/>
              <a:gd name="T36" fmla="*/ 57 w 160"/>
              <a:gd name="T37" fmla="*/ 63 h 160"/>
              <a:gd name="T38" fmla="*/ 75 w 160"/>
              <a:gd name="T39" fmla="*/ 50 h 160"/>
              <a:gd name="T40" fmla="*/ 52 w 160"/>
              <a:gd name="T41" fmla="*/ 84 h 160"/>
              <a:gd name="T42" fmla="*/ 89 w 160"/>
              <a:gd name="T43" fmla="*/ 37 h 160"/>
              <a:gd name="T44" fmla="*/ 95 w 160"/>
              <a:gd name="T45" fmla="*/ 111 h 160"/>
              <a:gd name="T46" fmla="*/ 49 w 160"/>
              <a:gd name="T47" fmla="*/ 98 h 160"/>
              <a:gd name="T48" fmla="*/ 146 w 160"/>
              <a:gd name="T49" fmla="*/ 125 h 160"/>
              <a:gd name="T50" fmla="*/ 117 w 160"/>
              <a:gd name="T51" fmla="*/ 130 h 160"/>
              <a:gd name="T52" fmla="*/ 62 w 160"/>
              <a:gd name="T53" fmla="*/ 79 h 160"/>
              <a:gd name="T54" fmla="*/ 87 w 160"/>
              <a:gd name="T55" fmla="*/ 76 h 160"/>
              <a:gd name="T56" fmla="*/ 65 w 160"/>
              <a:gd name="T57" fmla="*/ 76 h 160"/>
              <a:gd name="T58" fmla="*/ 68 w 160"/>
              <a:gd name="T59" fmla="*/ 100 h 160"/>
              <a:gd name="T60" fmla="*/ 87 w 160"/>
              <a:gd name="T61" fmla="*/ 98 h 160"/>
              <a:gd name="T62" fmla="*/ 117 w 160"/>
              <a:gd name="T63" fmla="*/ 79 h 160"/>
              <a:gd name="T64" fmla="*/ 127 w 160"/>
              <a:gd name="T65" fmla="*/ 84 h 160"/>
              <a:gd name="T66" fmla="*/ 125 w 160"/>
              <a:gd name="T67" fmla="*/ 95 h 160"/>
              <a:gd name="T68" fmla="*/ 103 w 160"/>
              <a:gd name="T69" fmla="*/ 87 h 160"/>
              <a:gd name="T70" fmla="*/ 103 w 160"/>
              <a:gd name="T71" fmla="*/ 98 h 160"/>
              <a:gd name="T72" fmla="*/ 106 w 160"/>
              <a:gd name="T73" fmla="*/ 127 h 160"/>
              <a:gd name="T74" fmla="*/ 106 w 160"/>
              <a:gd name="T75" fmla="*/ 136 h 160"/>
              <a:gd name="T76" fmla="*/ 106 w 160"/>
              <a:gd name="T77" fmla="*/ 144 h 160"/>
              <a:gd name="T78" fmla="*/ 11 w 160"/>
              <a:gd name="T79" fmla="*/ 11 h 160"/>
              <a:gd name="T80" fmla="*/ 27 w 160"/>
              <a:gd name="T81" fmla="*/ 16 h 160"/>
              <a:gd name="T82" fmla="*/ 19 w 160"/>
              <a:gd name="T83" fmla="*/ 19 h 160"/>
              <a:gd name="T84" fmla="*/ 30 w 160"/>
              <a:gd name="T85" fmla="*/ 30 h 160"/>
              <a:gd name="T86" fmla="*/ 8 w 160"/>
              <a:gd name="T87" fmla="*/ 46 h 160"/>
              <a:gd name="T88" fmla="*/ 19 w 160"/>
              <a:gd name="T89" fmla="*/ 35 h 160"/>
              <a:gd name="T90" fmla="*/ 19 w 160"/>
              <a:gd name="T91" fmla="*/ 57 h 160"/>
              <a:gd name="T92" fmla="*/ 11 w 160"/>
              <a:gd name="T93" fmla="*/ 60 h 160"/>
              <a:gd name="T94" fmla="*/ 14 w 160"/>
              <a:gd name="T95" fmla="*/ 79 h 160"/>
              <a:gd name="T96" fmla="*/ 24 w 160"/>
              <a:gd name="T97" fmla="*/ 79 h 160"/>
              <a:gd name="T98" fmla="*/ 19 w 160"/>
              <a:gd name="T99" fmla="*/ 84 h 160"/>
              <a:gd name="T100" fmla="*/ 11 w 160"/>
              <a:gd name="T101" fmla="*/ 98 h 160"/>
              <a:gd name="T102" fmla="*/ 27 w 160"/>
              <a:gd name="T103" fmla="*/ 92 h 160"/>
              <a:gd name="T104" fmla="*/ 30 w 160"/>
              <a:gd name="T105" fmla="*/ 111 h 160"/>
              <a:gd name="T106" fmla="*/ 16 w 160"/>
              <a:gd name="T107" fmla="*/ 103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" h="160">
                <a:moveTo>
                  <a:pt x="38" y="19"/>
                </a:moveTo>
                <a:cubicBezTo>
                  <a:pt x="38" y="9"/>
                  <a:pt x="29" y="0"/>
                  <a:pt x="19" y="0"/>
                </a:cubicBezTo>
                <a:cubicBezTo>
                  <a:pt x="9" y="0"/>
                  <a:pt x="0" y="9"/>
                  <a:pt x="0" y="19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52"/>
                  <a:pt x="8" y="160"/>
                  <a:pt x="19" y="160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160" y="19"/>
                  <a:pt x="160" y="19"/>
                  <a:pt x="160" y="19"/>
                </a:cubicBezTo>
                <a:lnTo>
                  <a:pt x="38" y="19"/>
                </a:lnTo>
                <a:close/>
                <a:moveTo>
                  <a:pt x="5" y="19"/>
                </a:moveTo>
                <a:cubicBezTo>
                  <a:pt x="5" y="12"/>
                  <a:pt x="10" y="7"/>
                  <a:pt x="16" y="6"/>
                </a:cubicBezTo>
                <a:cubicBezTo>
                  <a:pt x="16" y="7"/>
                  <a:pt x="18" y="8"/>
                  <a:pt x="19" y="8"/>
                </a:cubicBezTo>
                <a:cubicBezTo>
                  <a:pt x="20" y="8"/>
                  <a:pt x="22" y="7"/>
                  <a:pt x="22" y="6"/>
                </a:cubicBezTo>
                <a:cubicBezTo>
                  <a:pt x="28" y="7"/>
                  <a:pt x="33" y="12"/>
                  <a:pt x="33" y="19"/>
                </a:cubicBezTo>
                <a:cubicBezTo>
                  <a:pt x="33" y="128"/>
                  <a:pt x="33" y="128"/>
                  <a:pt x="33" y="128"/>
                </a:cubicBezTo>
                <a:cubicBezTo>
                  <a:pt x="29" y="124"/>
                  <a:pt x="24" y="122"/>
                  <a:pt x="19" y="122"/>
                </a:cubicBezTo>
                <a:cubicBezTo>
                  <a:pt x="18" y="122"/>
                  <a:pt x="18" y="122"/>
                  <a:pt x="17" y="122"/>
                </a:cubicBezTo>
                <a:cubicBezTo>
                  <a:pt x="17" y="122"/>
                  <a:pt x="16" y="122"/>
                  <a:pt x="16" y="122"/>
                </a:cubicBezTo>
                <a:cubicBezTo>
                  <a:pt x="16" y="122"/>
                  <a:pt x="15" y="122"/>
                  <a:pt x="15" y="122"/>
                </a:cubicBezTo>
                <a:cubicBezTo>
                  <a:pt x="15" y="123"/>
                  <a:pt x="14" y="123"/>
                  <a:pt x="14" y="123"/>
                </a:cubicBezTo>
                <a:cubicBezTo>
                  <a:pt x="14" y="123"/>
                  <a:pt x="14" y="123"/>
                  <a:pt x="13" y="123"/>
                </a:cubicBezTo>
                <a:cubicBezTo>
                  <a:pt x="13" y="123"/>
                  <a:pt x="12" y="123"/>
                  <a:pt x="12" y="123"/>
                </a:cubicBezTo>
                <a:cubicBezTo>
                  <a:pt x="12" y="123"/>
                  <a:pt x="12" y="123"/>
                  <a:pt x="12" y="124"/>
                </a:cubicBezTo>
                <a:cubicBezTo>
                  <a:pt x="11" y="124"/>
                  <a:pt x="11" y="124"/>
                  <a:pt x="10" y="124"/>
                </a:cubicBezTo>
                <a:cubicBezTo>
                  <a:pt x="10" y="124"/>
                  <a:pt x="10" y="124"/>
                  <a:pt x="10" y="124"/>
                </a:cubicBezTo>
                <a:cubicBezTo>
                  <a:pt x="8" y="125"/>
                  <a:pt x="7" y="126"/>
                  <a:pt x="5" y="128"/>
                </a:cubicBezTo>
                <a:lnTo>
                  <a:pt x="5" y="19"/>
                </a:lnTo>
                <a:close/>
                <a:moveTo>
                  <a:pt x="155" y="155"/>
                </a:moveTo>
                <a:cubicBezTo>
                  <a:pt x="19" y="155"/>
                  <a:pt x="19" y="155"/>
                  <a:pt x="19" y="155"/>
                </a:cubicBezTo>
                <a:cubicBezTo>
                  <a:pt x="11" y="155"/>
                  <a:pt x="5" y="149"/>
                  <a:pt x="5" y="141"/>
                </a:cubicBezTo>
                <a:cubicBezTo>
                  <a:pt x="5" y="134"/>
                  <a:pt x="12" y="127"/>
                  <a:pt x="19" y="127"/>
                </a:cubicBezTo>
                <a:cubicBezTo>
                  <a:pt x="26" y="127"/>
                  <a:pt x="33" y="134"/>
                  <a:pt x="33" y="141"/>
                </a:cubicBezTo>
                <a:cubicBezTo>
                  <a:pt x="38" y="141"/>
                  <a:pt x="38" y="141"/>
                  <a:pt x="38" y="141"/>
                </a:cubicBezTo>
                <a:cubicBezTo>
                  <a:pt x="38" y="24"/>
                  <a:pt x="38" y="24"/>
                  <a:pt x="38" y="24"/>
                </a:cubicBezTo>
                <a:cubicBezTo>
                  <a:pt x="155" y="24"/>
                  <a:pt x="155" y="24"/>
                  <a:pt x="155" y="24"/>
                </a:cubicBezTo>
                <a:lnTo>
                  <a:pt x="155" y="155"/>
                </a:lnTo>
                <a:close/>
                <a:moveTo>
                  <a:pt x="120" y="54"/>
                </a:moveTo>
                <a:cubicBezTo>
                  <a:pt x="119" y="53"/>
                  <a:pt x="119" y="51"/>
                  <a:pt x="120" y="50"/>
                </a:cubicBezTo>
                <a:cubicBezTo>
                  <a:pt x="121" y="49"/>
                  <a:pt x="122" y="49"/>
                  <a:pt x="123" y="49"/>
                </a:cubicBezTo>
                <a:cubicBezTo>
                  <a:pt x="128" y="53"/>
                  <a:pt x="128" y="53"/>
                  <a:pt x="128" y="53"/>
                </a:cubicBezTo>
                <a:cubicBezTo>
                  <a:pt x="129" y="53"/>
                  <a:pt x="129" y="55"/>
                  <a:pt x="129" y="56"/>
                </a:cubicBezTo>
                <a:cubicBezTo>
                  <a:pt x="128" y="57"/>
                  <a:pt x="127" y="57"/>
                  <a:pt x="126" y="57"/>
                </a:cubicBezTo>
                <a:cubicBezTo>
                  <a:pt x="126" y="57"/>
                  <a:pt x="125" y="57"/>
                  <a:pt x="125" y="57"/>
                </a:cubicBezTo>
                <a:lnTo>
                  <a:pt x="120" y="54"/>
                </a:lnTo>
                <a:close/>
                <a:moveTo>
                  <a:pt x="134" y="63"/>
                </a:moveTo>
                <a:cubicBezTo>
                  <a:pt x="132" y="62"/>
                  <a:pt x="132" y="61"/>
                  <a:pt x="133" y="59"/>
                </a:cubicBezTo>
                <a:cubicBezTo>
                  <a:pt x="134" y="58"/>
                  <a:pt x="136" y="58"/>
                  <a:pt x="137" y="59"/>
                </a:cubicBezTo>
                <a:cubicBezTo>
                  <a:pt x="141" y="62"/>
                  <a:pt x="141" y="62"/>
                  <a:pt x="141" y="62"/>
                </a:cubicBezTo>
                <a:cubicBezTo>
                  <a:pt x="142" y="63"/>
                  <a:pt x="143" y="64"/>
                  <a:pt x="142" y="66"/>
                </a:cubicBezTo>
                <a:cubicBezTo>
                  <a:pt x="141" y="66"/>
                  <a:pt x="141" y="67"/>
                  <a:pt x="140" y="67"/>
                </a:cubicBezTo>
                <a:cubicBezTo>
                  <a:pt x="139" y="67"/>
                  <a:pt x="139" y="67"/>
                  <a:pt x="138" y="66"/>
                </a:cubicBezTo>
                <a:lnTo>
                  <a:pt x="134" y="63"/>
                </a:lnTo>
                <a:close/>
                <a:moveTo>
                  <a:pt x="103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10" y="108"/>
                  <a:pt x="111" y="110"/>
                  <a:pt x="111" y="111"/>
                </a:cubicBezTo>
                <a:cubicBezTo>
                  <a:pt x="111" y="113"/>
                  <a:pt x="110" y="114"/>
                  <a:pt x="108" y="114"/>
                </a:cubicBezTo>
                <a:cubicBezTo>
                  <a:pt x="103" y="114"/>
                  <a:pt x="103" y="114"/>
                  <a:pt x="103" y="114"/>
                </a:cubicBezTo>
                <a:cubicBezTo>
                  <a:pt x="102" y="114"/>
                  <a:pt x="100" y="113"/>
                  <a:pt x="100" y="111"/>
                </a:cubicBezTo>
                <a:cubicBezTo>
                  <a:pt x="100" y="110"/>
                  <a:pt x="102" y="108"/>
                  <a:pt x="103" y="108"/>
                </a:cubicBezTo>
                <a:close/>
                <a:moveTo>
                  <a:pt x="141" y="72"/>
                </a:moveTo>
                <a:cubicBezTo>
                  <a:pt x="143" y="72"/>
                  <a:pt x="144" y="73"/>
                  <a:pt x="144" y="74"/>
                </a:cubicBezTo>
                <a:cubicBezTo>
                  <a:pt x="144" y="80"/>
                  <a:pt x="144" y="80"/>
                  <a:pt x="144" y="80"/>
                </a:cubicBezTo>
                <a:cubicBezTo>
                  <a:pt x="144" y="81"/>
                  <a:pt x="143" y="82"/>
                  <a:pt x="141" y="82"/>
                </a:cubicBezTo>
                <a:cubicBezTo>
                  <a:pt x="140" y="82"/>
                  <a:pt x="138" y="81"/>
                  <a:pt x="138" y="80"/>
                </a:cubicBezTo>
                <a:cubicBezTo>
                  <a:pt x="138" y="74"/>
                  <a:pt x="138" y="74"/>
                  <a:pt x="138" y="74"/>
                </a:cubicBezTo>
                <a:cubicBezTo>
                  <a:pt x="138" y="73"/>
                  <a:pt x="140" y="72"/>
                  <a:pt x="141" y="72"/>
                </a:cubicBezTo>
                <a:close/>
                <a:moveTo>
                  <a:pt x="107" y="44"/>
                </a:moveTo>
                <a:cubicBezTo>
                  <a:pt x="106" y="44"/>
                  <a:pt x="106" y="42"/>
                  <a:pt x="106" y="41"/>
                </a:cubicBezTo>
                <a:cubicBezTo>
                  <a:pt x="107" y="39"/>
                  <a:pt x="109" y="39"/>
                  <a:pt x="110" y="40"/>
                </a:cubicBezTo>
                <a:cubicBezTo>
                  <a:pt x="115" y="43"/>
                  <a:pt x="115" y="43"/>
                  <a:pt x="115" y="43"/>
                </a:cubicBezTo>
                <a:cubicBezTo>
                  <a:pt x="116" y="44"/>
                  <a:pt x="116" y="46"/>
                  <a:pt x="115" y="47"/>
                </a:cubicBezTo>
                <a:cubicBezTo>
                  <a:pt x="115" y="48"/>
                  <a:pt x="114" y="48"/>
                  <a:pt x="113" y="48"/>
                </a:cubicBezTo>
                <a:cubicBezTo>
                  <a:pt x="113" y="48"/>
                  <a:pt x="112" y="48"/>
                  <a:pt x="112" y="48"/>
                </a:cubicBezTo>
                <a:lnTo>
                  <a:pt x="107" y="44"/>
                </a:lnTo>
                <a:close/>
                <a:moveTo>
                  <a:pt x="119" y="108"/>
                </a:moveTo>
                <a:cubicBezTo>
                  <a:pt x="125" y="108"/>
                  <a:pt x="125" y="108"/>
                  <a:pt x="125" y="108"/>
                </a:cubicBezTo>
                <a:cubicBezTo>
                  <a:pt x="126" y="108"/>
                  <a:pt x="127" y="110"/>
                  <a:pt x="127" y="111"/>
                </a:cubicBezTo>
                <a:cubicBezTo>
                  <a:pt x="127" y="113"/>
                  <a:pt x="126" y="114"/>
                  <a:pt x="125" y="114"/>
                </a:cubicBezTo>
                <a:cubicBezTo>
                  <a:pt x="119" y="114"/>
                  <a:pt x="119" y="114"/>
                  <a:pt x="119" y="114"/>
                </a:cubicBezTo>
                <a:cubicBezTo>
                  <a:pt x="118" y="114"/>
                  <a:pt x="117" y="113"/>
                  <a:pt x="117" y="111"/>
                </a:cubicBezTo>
                <a:cubicBezTo>
                  <a:pt x="117" y="110"/>
                  <a:pt x="118" y="108"/>
                  <a:pt x="119" y="108"/>
                </a:cubicBezTo>
                <a:close/>
                <a:moveTo>
                  <a:pt x="76" y="114"/>
                </a:moveTo>
                <a:cubicBezTo>
                  <a:pt x="71" y="114"/>
                  <a:pt x="71" y="114"/>
                  <a:pt x="71" y="114"/>
                </a:cubicBezTo>
                <a:cubicBezTo>
                  <a:pt x="69" y="114"/>
                  <a:pt x="68" y="113"/>
                  <a:pt x="68" y="111"/>
                </a:cubicBezTo>
                <a:cubicBezTo>
                  <a:pt x="68" y="110"/>
                  <a:pt x="69" y="108"/>
                  <a:pt x="71" y="108"/>
                </a:cubicBezTo>
                <a:cubicBezTo>
                  <a:pt x="76" y="108"/>
                  <a:pt x="76" y="108"/>
                  <a:pt x="76" y="108"/>
                </a:cubicBezTo>
                <a:cubicBezTo>
                  <a:pt x="77" y="108"/>
                  <a:pt x="79" y="110"/>
                  <a:pt x="79" y="111"/>
                </a:cubicBezTo>
                <a:cubicBezTo>
                  <a:pt x="79" y="113"/>
                  <a:pt x="77" y="114"/>
                  <a:pt x="76" y="114"/>
                </a:cubicBezTo>
                <a:close/>
                <a:moveTo>
                  <a:pt x="138" y="96"/>
                </a:moveTo>
                <a:cubicBezTo>
                  <a:pt x="138" y="91"/>
                  <a:pt x="138" y="91"/>
                  <a:pt x="138" y="91"/>
                </a:cubicBezTo>
                <a:cubicBezTo>
                  <a:pt x="138" y="89"/>
                  <a:pt x="140" y="88"/>
                  <a:pt x="141" y="88"/>
                </a:cubicBezTo>
                <a:cubicBezTo>
                  <a:pt x="143" y="88"/>
                  <a:pt x="144" y="89"/>
                  <a:pt x="144" y="91"/>
                </a:cubicBezTo>
                <a:cubicBezTo>
                  <a:pt x="144" y="96"/>
                  <a:pt x="144" y="96"/>
                  <a:pt x="144" y="96"/>
                </a:cubicBezTo>
                <a:cubicBezTo>
                  <a:pt x="144" y="97"/>
                  <a:pt x="143" y="99"/>
                  <a:pt x="141" y="99"/>
                </a:cubicBezTo>
                <a:cubicBezTo>
                  <a:pt x="140" y="99"/>
                  <a:pt x="138" y="97"/>
                  <a:pt x="138" y="96"/>
                </a:cubicBezTo>
                <a:close/>
                <a:moveTo>
                  <a:pt x="94" y="35"/>
                </a:moveTo>
                <a:cubicBezTo>
                  <a:pt x="93" y="34"/>
                  <a:pt x="92" y="33"/>
                  <a:pt x="93" y="31"/>
                </a:cubicBezTo>
                <a:cubicBezTo>
                  <a:pt x="94" y="30"/>
                  <a:pt x="96" y="30"/>
                  <a:pt x="97" y="31"/>
                </a:cubicBezTo>
                <a:cubicBezTo>
                  <a:pt x="101" y="34"/>
                  <a:pt x="101" y="34"/>
                  <a:pt x="101" y="34"/>
                </a:cubicBezTo>
                <a:cubicBezTo>
                  <a:pt x="103" y="35"/>
                  <a:pt x="103" y="36"/>
                  <a:pt x="102" y="38"/>
                </a:cubicBezTo>
                <a:cubicBezTo>
                  <a:pt x="101" y="38"/>
                  <a:pt x="101" y="39"/>
                  <a:pt x="100" y="39"/>
                </a:cubicBezTo>
                <a:cubicBezTo>
                  <a:pt x="99" y="39"/>
                  <a:pt x="99" y="39"/>
                  <a:pt x="98" y="38"/>
                </a:cubicBezTo>
                <a:lnTo>
                  <a:pt x="94" y="35"/>
                </a:lnTo>
                <a:close/>
                <a:moveTo>
                  <a:pt x="138" y="107"/>
                </a:moveTo>
                <a:cubicBezTo>
                  <a:pt x="138" y="105"/>
                  <a:pt x="140" y="104"/>
                  <a:pt x="141" y="104"/>
                </a:cubicBezTo>
                <a:cubicBezTo>
                  <a:pt x="143" y="104"/>
                  <a:pt x="144" y="105"/>
                  <a:pt x="144" y="107"/>
                </a:cubicBezTo>
                <a:cubicBezTo>
                  <a:pt x="144" y="114"/>
                  <a:pt x="144" y="114"/>
                  <a:pt x="144" y="114"/>
                </a:cubicBezTo>
                <a:cubicBezTo>
                  <a:pt x="136" y="114"/>
                  <a:pt x="136" y="114"/>
                  <a:pt x="136" y="114"/>
                </a:cubicBezTo>
                <a:cubicBezTo>
                  <a:pt x="134" y="114"/>
                  <a:pt x="133" y="113"/>
                  <a:pt x="133" y="111"/>
                </a:cubicBezTo>
                <a:cubicBezTo>
                  <a:pt x="133" y="110"/>
                  <a:pt x="134" y="108"/>
                  <a:pt x="136" y="108"/>
                </a:cubicBezTo>
                <a:cubicBezTo>
                  <a:pt x="138" y="108"/>
                  <a:pt x="138" y="108"/>
                  <a:pt x="138" y="108"/>
                </a:cubicBezTo>
                <a:lnTo>
                  <a:pt x="138" y="107"/>
                </a:lnTo>
                <a:close/>
                <a:moveTo>
                  <a:pt x="52" y="111"/>
                </a:moveTo>
                <a:cubicBezTo>
                  <a:pt x="52" y="110"/>
                  <a:pt x="53" y="108"/>
                  <a:pt x="54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1" y="108"/>
                  <a:pt x="62" y="110"/>
                  <a:pt x="62" y="111"/>
                </a:cubicBezTo>
                <a:cubicBezTo>
                  <a:pt x="62" y="113"/>
                  <a:pt x="61" y="114"/>
                  <a:pt x="60" y="114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2" y="113"/>
                  <a:pt x="52" y="111"/>
                </a:cubicBezTo>
                <a:close/>
                <a:moveTo>
                  <a:pt x="46" y="73"/>
                </a:moveTo>
                <a:cubicBezTo>
                  <a:pt x="46" y="68"/>
                  <a:pt x="46" y="68"/>
                  <a:pt x="46" y="68"/>
                </a:cubicBezTo>
                <a:cubicBezTo>
                  <a:pt x="46" y="66"/>
                  <a:pt x="47" y="65"/>
                  <a:pt x="49" y="65"/>
                </a:cubicBezTo>
                <a:cubicBezTo>
                  <a:pt x="50" y="65"/>
                  <a:pt x="52" y="66"/>
                  <a:pt x="52" y="68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5"/>
                  <a:pt x="50" y="76"/>
                  <a:pt x="49" y="76"/>
                </a:cubicBezTo>
                <a:cubicBezTo>
                  <a:pt x="47" y="76"/>
                  <a:pt x="46" y="75"/>
                  <a:pt x="46" y="73"/>
                </a:cubicBezTo>
                <a:close/>
                <a:moveTo>
                  <a:pt x="53" y="62"/>
                </a:moveTo>
                <a:cubicBezTo>
                  <a:pt x="52" y="61"/>
                  <a:pt x="53" y="59"/>
                  <a:pt x="54" y="58"/>
                </a:cubicBezTo>
                <a:cubicBezTo>
                  <a:pt x="58" y="55"/>
                  <a:pt x="58" y="55"/>
                  <a:pt x="58" y="55"/>
                </a:cubicBezTo>
                <a:cubicBezTo>
                  <a:pt x="60" y="54"/>
                  <a:pt x="61" y="54"/>
                  <a:pt x="62" y="56"/>
                </a:cubicBezTo>
                <a:cubicBezTo>
                  <a:pt x="63" y="57"/>
                  <a:pt x="63" y="59"/>
                  <a:pt x="61" y="59"/>
                </a:cubicBezTo>
                <a:cubicBezTo>
                  <a:pt x="57" y="63"/>
                  <a:pt x="57" y="63"/>
                  <a:pt x="57" y="63"/>
                </a:cubicBezTo>
                <a:cubicBezTo>
                  <a:pt x="57" y="63"/>
                  <a:pt x="56" y="63"/>
                  <a:pt x="55" y="63"/>
                </a:cubicBezTo>
                <a:cubicBezTo>
                  <a:pt x="55" y="63"/>
                  <a:pt x="54" y="63"/>
                  <a:pt x="53" y="62"/>
                </a:cubicBezTo>
                <a:close/>
                <a:moveTo>
                  <a:pt x="67" y="53"/>
                </a:moveTo>
                <a:cubicBezTo>
                  <a:pt x="66" y="51"/>
                  <a:pt x="66" y="50"/>
                  <a:pt x="67" y="49"/>
                </a:cubicBezTo>
                <a:cubicBezTo>
                  <a:pt x="72" y="46"/>
                  <a:pt x="72" y="46"/>
                  <a:pt x="72" y="46"/>
                </a:cubicBezTo>
                <a:cubicBezTo>
                  <a:pt x="73" y="45"/>
                  <a:pt x="75" y="45"/>
                  <a:pt x="75" y="46"/>
                </a:cubicBezTo>
                <a:cubicBezTo>
                  <a:pt x="76" y="48"/>
                  <a:pt x="76" y="49"/>
                  <a:pt x="75" y="50"/>
                </a:cubicBezTo>
                <a:cubicBezTo>
                  <a:pt x="70" y="53"/>
                  <a:pt x="70" y="53"/>
                  <a:pt x="70" y="53"/>
                </a:cubicBezTo>
                <a:cubicBezTo>
                  <a:pt x="70" y="54"/>
                  <a:pt x="69" y="54"/>
                  <a:pt x="69" y="54"/>
                </a:cubicBezTo>
                <a:cubicBezTo>
                  <a:pt x="68" y="54"/>
                  <a:pt x="67" y="53"/>
                  <a:pt x="67" y="53"/>
                </a:cubicBezTo>
                <a:close/>
                <a:moveTo>
                  <a:pt x="46" y="89"/>
                </a:moveTo>
                <a:cubicBezTo>
                  <a:pt x="46" y="84"/>
                  <a:pt x="46" y="84"/>
                  <a:pt x="46" y="84"/>
                </a:cubicBezTo>
                <a:cubicBezTo>
                  <a:pt x="46" y="83"/>
                  <a:pt x="47" y="81"/>
                  <a:pt x="49" y="81"/>
                </a:cubicBezTo>
                <a:cubicBezTo>
                  <a:pt x="50" y="81"/>
                  <a:pt x="52" y="83"/>
                  <a:pt x="52" y="84"/>
                </a:cubicBezTo>
                <a:cubicBezTo>
                  <a:pt x="52" y="89"/>
                  <a:pt x="52" y="89"/>
                  <a:pt x="52" y="89"/>
                </a:cubicBezTo>
                <a:cubicBezTo>
                  <a:pt x="52" y="91"/>
                  <a:pt x="50" y="92"/>
                  <a:pt x="49" y="92"/>
                </a:cubicBezTo>
                <a:cubicBezTo>
                  <a:pt x="47" y="92"/>
                  <a:pt x="46" y="91"/>
                  <a:pt x="46" y="89"/>
                </a:cubicBezTo>
                <a:close/>
                <a:moveTo>
                  <a:pt x="80" y="43"/>
                </a:moveTo>
                <a:cubicBezTo>
                  <a:pt x="79" y="42"/>
                  <a:pt x="79" y="40"/>
                  <a:pt x="80" y="39"/>
                </a:cubicBezTo>
                <a:cubicBezTo>
                  <a:pt x="85" y="36"/>
                  <a:pt x="85" y="36"/>
                  <a:pt x="85" y="36"/>
                </a:cubicBezTo>
                <a:cubicBezTo>
                  <a:pt x="86" y="35"/>
                  <a:pt x="88" y="36"/>
                  <a:pt x="89" y="37"/>
                </a:cubicBezTo>
                <a:cubicBezTo>
                  <a:pt x="90" y="38"/>
                  <a:pt x="89" y="40"/>
                  <a:pt x="88" y="41"/>
                </a:cubicBezTo>
                <a:cubicBezTo>
                  <a:pt x="84" y="44"/>
                  <a:pt x="84" y="44"/>
                  <a:pt x="84" y="44"/>
                </a:cubicBezTo>
                <a:cubicBezTo>
                  <a:pt x="83" y="44"/>
                  <a:pt x="83" y="44"/>
                  <a:pt x="82" y="44"/>
                </a:cubicBezTo>
                <a:cubicBezTo>
                  <a:pt x="81" y="44"/>
                  <a:pt x="80" y="44"/>
                  <a:pt x="80" y="43"/>
                </a:cubicBezTo>
                <a:close/>
                <a:moveTo>
                  <a:pt x="87" y="108"/>
                </a:moveTo>
                <a:cubicBezTo>
                  <a:pt x="92" y="108"/>
                  <a:pt x="92" y="108"/>
                  <a:pt x="92" y="108"/>
                </a:cubicBezTo>
                <a:cubicBezTo>
                  <a:pt x="94" y="108"/>
                  <a:pt x="95" y="110"/>
                  <a:pt x="95" y="111"/>
                </a:cubicBezTo>
                <a:cubicBezTo>
                  <a:pt x="95" y="113"/>
                  <a:pt x="94" y="114"/>
                  <a:pt x="92" y="114"/>
                </a:cubicBezTo>
                <a:cubicBezTo>
                  <a:pt x="87" y="114"/>
                  <a:pt x="87" y="114"/>
                  <a:pt x="87" y="114"/>
                </a:cubicBezTo>
                <a:cubicBezTo>
                  <a:pt x="85" y="114"/>
                  <a:pt x="84" y="113"/>
                  <a:pt x="84" y="111"/>
                </a:cubicBezTo>
                <a:cubicBezTo>
                  <a:pt x="84" y="110"/>
                  <a:pt x="85" y="108"/>
                  <a:pt x="87" y="108"/>
                </a:cubicBezTo>
                <a:close/>
                <a:moveTo>
                  <a:pt x="46" y="106"/>
                </a:moveTo>
                <a:cubicBezTo>
                  <a:pt x="46" y="100"/>
                  <a:pt x="46" y="100"/>
                  <a:pt x="46" y="100"/>
                </a:cubicBezTo>
                <a:cubicBezTo>
                  <a:pt x="46" y="99"/>
                  <a:pt x="47" y="98"/>
                  <a:pt x="49" y="98"/>
                </a:cubicBezTo>
                <a:cubicBezTo>
                  <a:pt x="50" y="98"/>
                  <a:pt x="52" y="99"/>
                  <a:pt x="52" y="100"/>
                </a:cubicBezTo>
                <a:cubicBezTo>
                  <a:pt x="52" y="106"/>
                  <a:pt x="52" y="106"/>
                  <a:pt x="52" y="106"/>
                </a:cubicBezTo>
                <a:cubicBezTo>
                  <a:pt x="52" y="107"/>
                  <a:pt x="50" y="108"/>
                  <a:pt x="49" y="108"/>
                </a:cubicBezTo>
                <a:cubicBezTo>
                  <a:pt x="47" y="108"/>
                  <a:pt x="46" y="107"/>
                  <a:pt x="46" y="106"/>
                </a:cubicBezTo>
                <a:close/>
                <a:moveTo>
                  <a:pt x="111" y="146"/>
                </a:moveTo>
                <a:cubicBezTo>
                  <a:pt x="146" y="146"/>
                  <a:pt x="146" y="146"/>
                  <a:pt x="146" y="146"/>
                </a:cubicBezTo>
                <a:cubicBezTo>
                  <a:pt x="146" y="125"/>
                  <a:pt x="146" y="125"/>
                  <a:pt x="146" y="125"/>
                </a:cubicBezTo>
                <a:cubicBezTo>
                  <a:pt x="111" y="125"/>
                  <a:pt x="111" y="125"/>
                  <a:pt x="111" y="125"/>
                </a:cubicBezTo>
                <a:lnTo>
                  <a:pt x="111" y="146"/>
                </a:lnTo>
                <a:close/>
                <a:moveTo>
                  <a:pt x="117" y="130"/>
                </a:moveTo>
                <a:cubicBezTo>
                  <a:pt x="141" y="130"/>
                  <a:pt x="141" y="130"/>
                  <a:pt x="141" y="130"/>
                </a:cubicBezTo>
                <a:cubicBezTo>
                  <a:pt x="141" y="141"/>
                  <a:pt x="141" y="141"/>
                  <a:pt x="141" y="141"/>
                </a:cubicBezTo>
                <a:cubicBezTo>
                  <a:pt x="117" y="141"/>
                  <a:pt x="117" y="141"/>
                  <a:pt x="117" y="141"/>
                </a:cubicBezTo>
                <a:lnTo>
                  <a:pt x="117" y="130"/>
                </a:lnTo>
                <a:close/>
                <a:moveTo>
                  <a:pt x="62" y="79"/>
                </a:moveTo>
                <a:cubicBezTo>
                  <a:pt x="64" y="79"/>
                  <a:pt x="65" y="80"/>
                  <a:pt x="65" y="81"/>
                </a:cubicBezTo>
                <a:cubicBezTo>
                  <a:pt x="65" y="87"/>
                  <a:pt x="65" y="87"/>
                  <a:pt x="65" y="87"/>
                </a:cubicBezTo>
                <a:cubicBezTo>
                  <a:pt x="65" y="88"/>
                  <a:pt x="64" y="89"/>
                  <a:pt x="62" y="89"/>
                </a:cubicBezTo>
                <a:cubicBezTo>
                  <a:pt x="61" y="89"/>
                  <a:pt x="60" y="88"/>
                  <a:pt x="60" y="87"/>
                </a:cubicBezTo>
                <a:cubicBezTo>
                  <a:pt x="60" y="81"/>
                  <a:pt x="60" y="81"/>
                  <a:pt x="60" y="81"/>
                </a:cubicBezTo>
                <a:cubicBezTo>
                  <a:pt x="60" y="80"/>
                  <a:pt x="61" y="79"/>
                  <a:pt x="62" y="79"/>
                </a:cubicBezTo>
                <a:close/>
                <a:moveTo>
                  <a:pt x="87" y="76"/>
                </a:moveTo>
                <a:cubicBezTo>
                  <a:pt x="87" y="81"/>
                  <a:pt x="87" y="81"/>
                  <a:pt x="87" y="81"/>
                </a:cubicBezTo>
                <a:cubicBezTo>
                  <a:pt x="87" y="83"/>
                  <a:pt x="86" y="84"/>
                  <a:pt x="84" y="84"/>
                </a:cubicBezTo>
                <a:cubicBezTo>
                  <a:pt x="83" y="84"/>
                  <a:pt x="81" y="83"/>
                  <a:pt x="81" y="81"/>
                </a:cubicBezTo>
                <a:cubicBezTo>
                  <a:pt x="81" y="76"/>
                  <a:pt x="81" y="76"/>
                  <a:pt x="81" y="76"/>
                </a:cubicBezTo>
                <a:cubicBezTo>
                  <a:pt x="81" y="74"/>
                  <a:pt x="83" y="73"/>
                  <a:pt x="84" y="73"/>
                </a:cubicBezTo>
                <a:cubicBezTo>
                  <a:pt x="86" y="73"/>
                  <a:pt x="87" y="74"/>
                  <a:pt x="87" y="76"/>
                </a:cubicBezTo>
                <a:close/>
                <a:moveTo>
                  <a:pt x="65" y="76"/>
                </a:moveTo>
                <a:cubicBezTo>
                  <a:pt x="65" y="74"/>
                  <a:pt x="66" y="73"/>
                  <a:pt x="68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75" y="73"/>
                  <a:pt x="76" y="74"/>
                  <a:pt x="76" y="76"/>
                </a:cubicBezTo>
                <a:cubicBezTo>
                  <a:pt x="76" y="77"/>
                  <a:pt x="75" y="79"/>
                  <a:pt x="73" y="79"/>
                </a:cubicBezTo>
                <a:cubicBezTo>
                  <a:pt x="68" y="79"/>
                  <a:pt x="68" y="79"/>
                  <a:pt x="68" y="79"/>
                </a:cubicBezTo>
                <a:cubicBezTo>
                  <a:pt x="66" y="79"/>
                  <a:pt x="65" y="77"/>
                  <a:pt x="65" y="76"/>
                </a:cubicBezTo>
                <a:close/>
                <a:moveTo>
                  <a:pt x="68" y="100"/>
                </a:moveTo>
                <a:cubicBezTo>
                  <a:pt x="62" y="100"/>
                  <a:pt x="62" y="100"/>
                  <a:pt x="62" y="100"/>
                </a:cubicBezTo>
                <a:cubicBezTo>
                  <a:pt x="61" y="100"/>
                  <a:pt x="60" y="99"/>
                  <a:pt x="60" y="98"/>
                </a:cubicBezTo>
                <a:cubicBezTo>
                  <a:pt x="60" y="96"/>
                  <a:pt x="61" y="95"/>
                  <a:pt x="62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69" y="95"/>
                  <a:pt x="71" y="96"/>
                  <a:pt x="71" y="98"/>
                </a:cubicBezTo>
                <a:cubicBezTo>
                  <a:pt x="71" y="99"/>
                  <a:pt x="69" y="100"/>
                  <a:pt x="68" y="100"/>
                </a:cubicBezTo>
                <a:close/>
                <a:moveTo>
                  <a:pt x="76" y="98"/>
                </a:moveTo>
                <a:cubicBezTo>
                  <a:pt x="76" y="96"/>
                  <a:pt x="77" y="95"/>
                  <a:pt x="79" y="95"/>
                </a:cubicBezTo>
                <a:cubicBezTo>
                  <a:pt x="81" y="95"/>
                  <a:pt x="81" y="95"/>
                  <a:pt x="81" y="95"/>
                </a:cubicBezTo>
                <a:cubicBezTo>
                  <a:pt x="81" y="92"/>
                  <a:pt x="81" y="92"/>
                  <a:pt x="81" y="92"/>
                </a:cubicBezTo>
                <a:cubicBezTo>
                  <a:pt x="81" y="91"/>
                  <a:pt x="83" y="89"/>
                  <a:pt x="84" y="89"/>
                </a:cubicBezTo>
                <a:cubicBezTo>
                  <a:pt x="86" y="89"/>
                  <a:pt x="87" y="91"/>
                  <a:pt x="87" y="92"/>
                </a:cubicBezTo>
                <a:cubicBezTo>
                  <a:pt x="87" y="98"/>
                  <a:pt x="87" y="98"/>
                  <a:pt x="87" y="98"/>
                </a:cubicBezTo>
                <a:cubicBezTo>
                  <a:pt x="87" y="99"/>
                  <a:pt x="86" y="100"/>
                  <a:pt x="84" y="100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77" y="100"/>
                  <a:pt x="76" y="99"/>
                  <a:pt x="76" y="98"/>
                </a:cubicBezTo>
                <a:close/>
                <a:moveTo>
                  <a:pt x="111" y="73"/>
                </a:moveTo>
                <a:cubicBezTo>
                  <a:pt x="117" y="73"/>
                  <a:pt x="117" y="73"/>
                  <a:pt x="117" y="73"/>
                </a:cubicBezTo>
                <a:cubicBezTo>
                  <a:pt x="118" y="73"/>
                  <a:pt x="119" y="74"/>
                  <a:pt x="119" y="76"/>
                </a:cubicBezTo>
                <a:cubicBezTo>
                  <a:pt x="119" y="77"/>
                  <a:pt x="118" y="79"/>
                  <a:pt x="117" y="79"/>
                </a:cubicBezTo>
                <a:cubicBezTo>
                  <a:pt x="111" y="79"/>
                  <a:pt x="111" y="79"/>
                  <a:pt x="111" y="79"/>
                </a:cubicBezTo>
                <a:cubicBezTo>
                  <a:pt x="110" y="79"/>
                  <a:pt x="108" y="77"/>
                  <a:pt x="108" y="76"/>
                </a:cubicBezTo>
                <a:cubicBezTo>
                  <a:pt x="108" y="74"/>
                  <a:pt x="110" y="73"/>
                  <a:pt x="111" y="73"/>
                </a:cubicBezTo>
                <a:close/>
                <a:moveTo>
                  <a:pt x="127" y="73"/>
                </a:moveTo>
                <a:cubicBezTo>
                  <a:pt x="129" y="73"/>
                  <a:pt x="130" y="74"/>
                  <a:pt x="130" y="76"/>
                </a:cubicBezTo>
                <a:cubicBezTo>
                  <a:pt x="130" y="81"/>
                  <a:pt x="130" y="81"/>
                  <a:pt x="130" y="81"/>
                </a:cubicBezTo>
                <a:cubicBezTo>
                  <a:pt x="130" y="83"/>
                  <a:pt x="129" y="84"/>
                  <a:pt x="127" y="84"/>
                </a:cubicBezTo>
                <a:cubicBezTo>
                  <a:pt x="126" y="84"/>
                  <a:pt x="125" y="83"/>
                  <a:pt x="125" y="81"/>
                </a:cubicBezTo>
                <a:cubicBezTo>
                  <a:pt x="125" y="76"/>
                  <a:pt x="125" y="76"/>
                  <a:pt x="125" y="76"/>
                </a:cubicBezTo>
                <a:cubicBezTo>
                  <a:pt x="125" y="74"/>
                  <a:pt x="126" y="73"/>
                  <a:pt x="127" y="73"/>
                </a:cubicBezTo>
                <a:close/>
                <a:moveTo>
                  <a:pt x="122" y="100"/>
                </a:moveTo>
                <a:cubicBezTo>
                  <a:pt x="121" y="100"/>
                  <a:pt x="119" y="99"/>
                  <a:pt x="119" y="98"/>
                </a:cubicBezTo>
                <a:cubicBezTo>
                  <a:pt x="119" y="96"/>
                  <a:pt x="121" y="95"/>
                  <a:pt x="122" y="95"/>
                </a:cubicBezTo>
                <a:cubicBezTo>
                  <a:pt x="125" y="95"/>
                  <a:pt x="125" y="95"/>
                  <a:pt x="125" y="95"/>
                </a:cubicBezTo>
                <a:cubicBezTo>
                  <a:pt x="125" y="92"/>
                  <a:pt x="125" y="92"/>
                  <a:pt x="125" y="92"/>
                </a:cubicBezTo>
                <a:cubicBezTo>
                  <a:pt x="125" y="91"/>
                  <a:pt x="126" y="89"/>
                  <a:pt x="127" y="89"/>
                </a:cubicBezTo>
                <a:cubicBezTo>
                  <a:pt x="129" y="89"/>
                  <a:pt x="130" y="91"/>
                  <a:pt x="130" y="92"/>
                </a:cubicBezTo>
                <a:cubicBezTo>
                  <a:pt x="130" y="98"/>
                  <a:pt x="130" y="98"/>
                  <a:pt x="130" y="98"/>
                </a:cubicBezTo>
                <a:cubicBezTo>
                  <a:pt x="130" y="99"/>
                  <a:pt x="129" y="100"/>
                  <a:pt x="127" y="100"/>
                </a:cubicBezTo>
                <a:lnTo>
                  <a:pt x="122" y="100"/>
                </a:lnTo>
                <a:close/>
                <a:moveTo>
                  <a:pt x="103" y="87"/>
                </a:moveTo>
                <a:cubicBezTo>
                  <a:pt x="103" y="81"/>
                  <a:pt x="103" y="81"/>
                  <a:pt x="103" y="81"/>
                </a:cubicBezTo>
                <a:cubicBezTo>
                  <a:pt x="103" y="80"/>
                  <a:pt x="104" y="79"/>
                  <a:pt x="106" y="79"/>
                </a:cubicBezTo>
                <a:cubicBezTo>
                  <a:pt x="107" y="79"/>
                  <a:pt x="108" y="80"/>
                  <a:pt x="108" y="81"/>
                </a:cubicBezTo>
                <a:cubicBezTo>
                  <a:pt x="108" y="87"/>
                  <a:pt x="108" y="87"/>
                  <a:pt x="108" y="87"/>
                </a:cubicBezTo>
                <a:cubicBezTo>
                  <a:pt x="108" y="88"/>
                  <a:pt x="107" y="89"/>
                  <a:pt x="106" y="89"/>
                </a:cubicBezTo>
                <a:cubicBezTo>
                  <a:pt x="104" y="89"/>
                  <a:pt x="103" y="88"/>
                  <a:pt x="103" y="87"/>
                </a:cubicBezTo>
                <a:close/>
                <a:moveTo>
                  <a:pt x="103" y="98"/>
                </a:moveTo>
                <a:cubicBezTo>
                  <a:pt x="103" y="96"/>
                  <a:pt x="104" y="95"/>
                  <a:pt x="106" y="95"/>
                </a:cubicBezTo>
                <a:cubicBezTo>
                  <a:pt x="111" y="95"/>
                  <a:pt x="111" y="95"/>
                  <a:pt x="111" y="95"/>
                </a:cubicBezTo>
                <a:cubicBezTo>
                  <a:pt x="113" y="95"/>
                  <a:pt x="114" y="96"/>
                  <a:pt x="114" y="98"/>
                </a:cubicBezTo>
                <a:cubicBezTo>
                  <a:pt x="114" y="99"/>
                  <a:pt x="113" y="100"/>
                  <a:pt x="111" y="100"/>
                </a:cubicBezTo>
                <a:cubicBezTo>
                  <a:pt x="106" y="100"/>
                  <a:pt x="106" y="100"/>
                  <a:pt x="106" y="100"/>
                </a:cubicBezTo>
                <a:cubicBezTo>
                  <a:pt x="104" y="100"/>
                  <a:pt x="103" y="99"/>
                  <a:pt x="103" y="98"/>
                </a:cubicBezTo>
                <a:close/>
                <a:moveTo>
                  <a:pt x="106" y="127"/>
                </a:moveTo>
                <a:cubicBezTo>
                  <a:pt x="106" y="129"/>
                  <a:pt x="105" y="130"/>
                  <a:pt x="103" y="130"/>
                </a:cubicBezTo>
                <a:cubicBezTo>
                  <a:pt x="89" y="130"/>
                  <a:pt x="89" y="130"/>
                  <a:pt x="89" y="130"/>
                </a:cubicBezTo>
                <a:cubicBezTo>
                  <a:pt x="88" y="130"/>
                  <a:pt x="87" y="129"/>
                  <a:pt x="87" y="127"/>
                </a:cubicBezTo>
                <a:cubicBezTo>
                  <a:pt x="87" y="126"/>
                  <a:pt x="88" y="125"/>
                  <a:pt x="89" y="125"/>
                </a:cubicBezTo>
                <a:cubicBezTo>
                  <a:pt x="103" y="125"/>
                  <a:pt x="103" y="125"/>
                  <a:pt x="103" y="125"/>
                </a:cubicBezTo>
                <a:cubicBezTo>
                  <a:pt x="105" y="125"/>
                  <a:pt x="106" y="126"/>
                  <a:pt x="106" y="127"/>
                </a:cubicBezTo>
                <a:close/>
                <a:moveTo>
                  <a:pt x="106" y="136"/>
                </a:moveTo>
                <a:cubicBezTo>
                  <a:pt x="106" y="137"/>
                  <a:pt x="105" y="138"/>
                  <a:pt x="103" y="138"/>
                </a:cubicBezTo>
                <a:cubicBezTo>
                  <a:pt x="84" y="138"/>
                  <a:pt x="84" y="138"/>
                  <a:pt x="84" y="138"/>
                </a:cubicBezTo>
                <a:cubicBezTo>
                  <a:pt x="83" y="138"/>
                  <a:pt x="81" y="137"/>
                  <a:pt x="81" y="136"/>
                </a:cubicBezTo>
                <a:cubicBezTo>
                  <a:pt x="81" y="134"/>
                  <a:pt x="83" y="133"/>
                  <a:pt x="84" y="133"/>
                </a:cubicBezTo>
                <a:cubicBezTo>
                  <a:pt x="103" y="133"/>
                  <a:pt x="103" y="133"/>
                  <a:pt x="103" y="133"/>
                </a:cubicBezTo>
                <a:cubicBezTo>
                  <a:pt x="105" y="133"/>
                  <a:pt x="106" y="134"/>
                  <a:pt x="106" y="136"/>
                </a:cubicBezTo>
                <a:close/>
                <a:moveTo>
                  <a:pt x="106" y="144"/>
                </a:moveTo>
                <a:cubicBezTo>
                  <a:pt x="106" y="145"/>
                  <a:pt x="105" y="146"/>
                  <a:pt x="103" y="146"/>
                </a:cubicBezTo>
                <a:cubicBezTo>
                  <a:pt x="76" y="146"/>
                  <a:pt x="76" y="146"/>
                  <a:pt x="76" y="146"/>
                </a:cubicBezTo>
                <a:cubicBezTo>
                  <a:pt x="74" y="146"/>
                  <a:pt x="73" y="145"/>
                  <a:pt x="73" y="144"/>
                </a:cubicBezTo>
                <a:cubicBezTo>
                  <a:pt x="73" y="142"/>
                  <a:pt x="74" y="141"/>
                  <a:pt x="76" y="141"/>
                </a:cubicBezTo>
                <a:cubicBezTo>
                  <a:pt x="103" y="141"/>
                  <a:pt x="103" y="141"/>
                  <a:pt x="103" y="141"/>
                </a:cubicBezTo>
                <a:cubicBezTo>
                  <a:pt x="105" y="141"/>
                  <a:pt x="106" y="142"/>
                  <a:pt x="106" y="144"/>
                </a:cubicBezTo>
                <a:close/>
                <a:moveTo>
                  <a:pt x="11" y="11"/>
                </a:moveTo>
                <a:cubicBezTo>
                  <a:pt x="12" y="11"/>
                  <a:pt x="14" y="12"/>
                  <a:pt x="14" y="14"/>
                </a:cubicBezTo>
                <a:cubicBezTo>
                  <a:pt x="14" y="15"/>
                  <a:pt x="12" y="16"/>
                  <a:pt x="11" y="16"/>
                </a:cubicBezTo>
                <a:cubicBezTo>
                  <a:pt x="9" y="16"/>
                  <a:pt x="8" y="15"/>
                  <a:pt x="8" y="14"/>
                </a:cubicBezTo>
                <a:cubicBezTo>
                  <a:pt x="8" y="12"/>
                  <a:pt x="9" y="11"/>
                  <a:pt x="11" y="11"/>
                </a:cubicBezTo>
                <a:close/>
                <a:moveTo>
                  <a:pt x="27" y="11"/>
                </a:moveTo>
                <a:cubicBezTo>
                  <a:pt x="29" y="11"/>
                  <a:pt x="30" y="12"/>
                  <a:pt x="30" y="14"/>
                </a:cubicBezTo>
                <a:cubicBezTo>
                  <a:pt x="30" y="15"/>
                  <a:pt x="29" y="16"/>
                  <a:pt x="27" y="16"/>
                </a:cubicBezTo>
                <a:cubicBezTo>
                  <a:pt x="26" y="16"/>
                  <a:pt x="24" y="15"/>
                  <a:pt x="24" y="14"/>
                </a:cubicBezTo>
                <a:cubicBezTo>
                  <a:pt x="24" y="12"/>
                  <a:pt x="26" y="11"/>
                  <a:pt x="27" y="11"/>
                </a:cubicBezTo>
                <a:close/>
                <a:moveTo>
                  <a:pt x="19" y="19"/>
                </a:moveTo>
                <a:cubicBezTo>
                  <a:pt x="20" y="19"/>
                  <a:pt x="22" y="20"/>
                  <a:pt x="22" y="22"/>
                </a:cubicBezTo>
                <a:cubicBezTo>
                  <a:pt x="22" y="23"/>
                  <a:pt x="20" y="24"/>
                  <a:pt x="19" y="24"/>
                </a:cubicBezTo>
                <a:cubicBezTo>
                  <a:pt x="17" y="24"/>
                  <a:pt x="16" y="23"/>
                  <a:pt x="16" y="22"/>
                </a:cubicBezTo>
                <a:cubicBezTo>
                  <a:pt x="16" y="20"/>
                  <a:pt x="17" y="19"/>
                  <a:pt x="19" y="19"/>
                </a:cubicBezTo>
                <a:close/>
                <a:moveTo>
                  <a:pt x="11" y="27"/>
                </a:moveTo>
                <a:cubicBezTo>
                  <a:pt x="12" y="27"/>
                  <a:pt x="14" y="28"/>
                  <a:pt x="14" y="30"/>
                </a:cubicBezTo>
                <a:cubicBezTo>
                  <a:pt x="14" y="31"/>
                  <a:pt x="12" y="33"/>
                  <a:pt x="11" y="33"/>
                </a:cubicBezTo>
                <a:cubicBezTo>
                  <a:pt x="9" y="33"/>
                  <a:pt x="8" y="31"/>
                  <a:pt x="8" y="30"/>
                </a:cubicBezTo>
                <a:cubicBezTo>
                  <a:pt x="8" y="28"/>
                  <a:pt x="9" y="27"/>
                  <a:pt x="11" y="27"/>
                </a:cubicBezTo>
                <a:close/>
                <a:moveTo>
                  <a:pt x="27" y="27"/>
                </a:moveTo>
                <a:cubicBezTo>
                  <a:pt x="29" y="27"/>
                  <a:pt x="30" y="28"/>
                  <a:pt x="30" y="30"/>
                </a:cubicBezTo>
                <a:cubicBezTo>
                  <a:pt x="30" y="31"/>
                  <a:pt x="29" y="33"/>
                  <a:pt x="27" y="33"/>
                </a:cubicBezTo>
                <a:cubicBezTo>
                  <a:pt x="26" y="33"/>
                  <a:pt x="24" y="31"/>
                  <a:pt x="24" y="30"/>
                </a:cubicBezTo>
                <a:cubicBezTo>
                  <a:pt x="24" y="28"/>
                  <a:pt x="26" y="27"/>
                  <a:pt x="27" y="27"/>
                </a:cubicBezTo>
                <a:close/>
                <a:moveTo>
                  <a:pt x="11" y="43"/>
                </a:moveTo>
                <a:cubicBezTo>
                  <a:pt x="12" y="43"/>
                  <a:pt x="14" y="45"/>
                  <a:pt x="14" y="46"/>
                </a:cubicBezTo>
                <a:cubicBezTo>
                  <a:pt x="14" y="48"/>
                  <a:pt x="12" y="49"/>
                  <a:pt x="11" y="49"/>
                </a:cubicBezTo>
                <a:cubicBezTo>
                  <a:pt x="9" y="49"/>
                  <a:pt x="8" y="48"/>
                  <a:pt x="8" y="46"/>
                </a:cubicBezTo>
                <a:cubicBezTo>
                  <a:pt x="8" y="45"/>
                  <a:pt x="9" y="43"/>
                  <a:pt x="11" y="43"/>
                </a:cubicBezTo>
                <a:close/>
                <a:moveTo>
                  <a:pt x="27" y="43"/>
                </a:moveTo>
                <a:cubicBezTo>
                  <a:pt x="29" y="43"/>
                  <a:pt x="30" y="45"/>
                  <a:pt x="30" y="46"/>
                </a:cubicBezTo>
                <a:cubicBezTo>
                  <a:pt x="30" y="48"/>
                  <a:pt x="29" y="49"/>
                  <a:pt x="27" y="49"/>
                </a:cubicBezTo>
                <a:cubicBezTo>
                  <a:pt x="26" y="49"/>
                  <a:pt x="24" y="48"/>
                  <a:pt x="24" y="46"/>
                </a:cubicBezTo>
                <a:cubicBezTo>
                  <a:pt x="24" y="45"/>
                  <a:pt x="26" y="43"/>
                  <a:pt x="27" y="43"/>
                </a:cubicBezTo>
                <a:close/>
                <a:moveTo>
                  <a:pt x="19" y="35"/>
                </a:moveTo>
                <a:cubicBezTo>
                  <a:pt x="20" y="35"/>
                  <a:pt x="22" y="36"/>
                  <a:pt x="22" y="38"/>
                </a:cubicBezTo>
                <a:cubicBezTo>
                  <a:pt x="22" y="39"/>
                  <a:pt x="20" y="41"/>
                  <a:pt x="19" y="41"/>
                </a:cubicBezTo>
                <a:cubicBezTo>
                  <a:pt x="17" y="41"/>
                  <a:pt x="16" y="39"/>
                  <a:pt x="16" y="38"/>
                </a:cubicBezTo>
                <a:cubicBezTo>
                  <a:pt x="16" y="36"/>
                  <a:pt x="17" y="35"/>
                  <a:pt x="19" y="35"/>
                </a:cubicBezTo>
                <a:close/>
                <a:moveTo>
                  <a:pt x="19" y="52"/>
                </a:moveTo>
                <a:cubicBezTo>
                  <a:pt x="20" y="52"/>
                  <a:pt x="22" y="53"/>
                  <a:pt x="22" y="54"/>
                </a:cubicBezTo>
                <a:cubicBezTo>
                  <a:pt x="22" y="56"/>
                  <a:pt x="20" y="57"/>
                  <a:pt x="19" y="57"/>
                </a:cubicBezTo>
                <a:cubicBezTo>
                  <a:pt x="17" y="57"/>
                  <a:pt x="16" y="56"/>
                  <a:pt x="16" y="54"/>
                </a:cubicBezTo>
                <a:cubicBezTo>
                  <a:pt x="16" y="53"/>
                  <a:pt x="17" y="52"/>
                  <a:pt x="19" y="52"/>
                </a:cubicBezTo>
                <a:close/>
                <a:moveTo>
                  <a:pt x="11" y="60"/>
                </a:moveTo>
                <a:cubicBezTo>
                  <a:pt x="12" y="60"/>
                  <a:pt x="14" y="61"/>
                  <a:pt x="14" y="62"/>
                </a:cubicBezTo>
                <a:cubicBezTo>
                  <a:pt x="14" y="64"/>
                  <a:pt x="12" y="65"/>
                  <a:pt x="11" y="65"/>
                </a:cubicBezTo>
                <a:cubicBezTo>
                  <a:pt x="9" y="65"/>
                  <a:pt x="8" y="64"/>
                  <a:pt x="8" y="62"/>
                </a:cubicBezTo>
                <a:cubicBezTo>
                  <a:pt x="8" y="61"/>
                  <a:pt x="9" y="60"/>
                  <a:pt x="11" y="60"/>
                </a:cubicBezTo>
                <a:close/>
                <a:moveTo>
                  <a:pt x="27" y="60"/>
                </a:moveTo>
                <a:cubicBezTo>
                  <a:pt x="29" y="60"/>
                  <a:pt x="30" y="61"/>
                  <a:pt x="30" y="62"/>
                </a:cubicBezTo>
                <a:cubicBezTo>
                  <a:pt x="30" y="64"/>
                  <a:pt x="29" y="65"/>
                  <a:pt x="27" y="65"/>
                </a:cubicBezTo>
                <a:cubicBezTo>
                  <a:pt x="26" y="65"/>
                  <a:pt x="24" y="64"/>
                  <a:pt x="24" y="62"/>
                </a:cubicBezTo>
                <a:cubicBezTo>
                  <a:pt x="24" y="61"/>
                  <a:pt x="26" y="60"/>
                  <a:pt x="27" y="60"/>
                </a:cubicBezTo>
                <a:close/>
                <a:moveTo>
                  <a:pt x="11" y="76"/>
                </a:moveTo>
                <a:cubicBezTo>
                  <a:pt x="12" y="76"/>
                  <a:pt x="14" y="77"/>
                  <a:pt x="14" y="79"/>
                </a:cubicBezTo>
                <a:cubicBezTo>
                  <a:pt x="14" y="80"/>
                  <a:pt x="12" y="81"/>
                  <a:pt x="11" y="81"/>
                </a:cubicBezTo>
                <a:cubicBezTo>
                  <a:pt x="9" y="81"/>
                  <a:pt x="8" y="80"/>
                  <a:pt x="8" y="79"/>
                </a:cubicBezTo>
                <a:cubicBezTo>
                  <a:pt x="8" y="77"/>
                  <a:pt x="9" y="76"/>
                  <a:pt x="11" y="76"/>
                </a:cubicBezTo>
                <a:close/>
                <a:moveTo>
                  <a:pt x="27" y="76"/>
                </a:moveTo>
                <a:cubicBezTo>
                  <a:pt x="29" y="76"/>
                  <a:pt x="30" y="77"/>
                  <a:pt x="30" y="79"/>
                </a:cubicBezTo>
                <a:cubicBezTo>
                  <a:pt x="30" y="80"/>
                  <a:pt x="29" y="81"/>
                  <a:pt x="27" y="81"/>
                </a:cubicBezTo>
                <a:cubicBezTo>
                  <a:pt x="26" y="81"/>
                  <a:pt x="24" y="80"/>
                  <a:pt x="24" y="79"/>
                </a:cubicBezTo>
                <a:cubicBezTo>
                  <a:pt x="24" y="77"/>
                  <a:pt x="26" y="76"/>
                  <a:pt x="27" y="76"/>
                </a:cubicBezTo>
                <a:close/>
                <a:moveTo>
                  <a:pt x="19" y="68"/>
                </a:moveTo>
                <a:cubicBezTo>
                  <a:pt x="20" y="68"/>
                  <a:pt x="22" y="69"/>
                  <a:pt x="22" y="71"/>
                </a:cubicBezTo>
                <a:cubicBezTo>
                  <a:pt x="22" y="72"/>
                  <a:pt x="20" y="73"/>
                  <a:pt x="19" y="73"/>
                </a:cubicBezTo>
                <a:cubicBezTo>
                  <a:pt x="17" y="73"/>
                  <a:pt x="16" y="72"/>
                  <a:pt x="16" y="71"/>
                </a:cubicBezTo>
                <a:cubicBezTo>
                  <a:pt x="16" y="69"/>
                  <a:pt x="17" y="68"/>
                  <a:pt x="19" y="68"/>
                </a:cubicBezTo>
                <a:close/>
                <a:moveTo>
                  <a:pt x="19" y="84"/>
                </a:moveTo>
                <a:cubicBezTo>
                  <a:pt x="20" y="84"/>
                  <a:pt x="22" y="85"/>
                  <a:pt x="22" y="87"/>
                </a:cubicBezTo>
                <a:cubicBezTo>
                  <a:pt x="22" y="88"/>
                  <a:pt x="20" y="89"/>
                  <a:pt x="19" y="89"/>
                </a:cubicBezTo>
                <a:cubicBezTo>
                  <a:pt x="17" y="89"/>
                  <a:pt x="16" y="88"/>
                  <a:pt x="16" y="87"/>
                </a:cubicBezTo>
                <a:cubicBezTo>
                  <a:pt x="16" y="85"/>
                  <a:pt x="17" y="84"/>
                  <a:pt x="19" y="84"/>
                </a:cubicBezTo>
                <a:close/>
                <a:moveTo>
                  <a:pt x="11" y="92"/>
                </a:moveTo>
                <a:cubicBezTo>
                  <a:pt x="12" y="92"/>
                  <a:pt x="14" y="93"/>
                  <a:pt x="14" y="95"/>
                </a:cubicBezTo>
                <a:cubicBezTo>
                  <a:pt x="14" y="96"/>
                  <a:pt x="12" y="98"/>
                  <a:pt x="11" y="98"/>
                </a:cubicBezTo>
                <a:cubicBezTo>
                  <a:pt x="9" y="98"/>
                  <a:pt x="8" y="96"/>
                  <a:pt x="8" y="95"/>
                </a:cubicBezTo>
                <a:cubicBezTo>
                  <a:pt x="8" y="93"/>
                  <a:pt x="9" y="92"/>
                  <a:pt x="11" y="92"/>
                </a:cubicBezTo>
                <a:close/>
                <a:moveTo>
                  <a:pt x="27" y="92"/>
                </a:moveTo>
                <a:cubicBezTo>
                  <a:pt x="29" y="92"/>
                  <a:pt x="30" y="93"/>
                  <a:pt x="30" y="95"/>
                </a:cubicBezTo>
                <a:cubicBezTo>
                  <a:pt x="30" y="96"/>
                  <a:pt x="29" y="98"/>
                  <a:pt x="27" y="98"/>
                </a:cubicBezTo>
                <a:cubicBezTo>
                  <a:pt x="26" y="98"/>
                  <a:pt x="24" y="96"/>
                  <a:pt x="24" y="95"/>
                </a:cubicBezTo>
                <a:cubicBezTo>
                  <a:pt x="24" y="93"/>
                  <a:pt x="26" y="92"/>
                  <a:pt x="27" y="92"/>
                </a:cubicBezTo>
                <a:close/>
                <a:moveTo>
                  <a:pt x="11" y="108"/>
                </a:moveTo>
                <a:cubicBezTo>
                  <a:pt x="12" y="108"/>
                  <a:pt x="14" y="110"/>
                  <a:pt x="14" y="111"/>
                </a:cubicBezTo>
                <a:cubicBezTo>
                  <a:pt x="14" y="113"/>
                  <a:pt x="12" y="114"/>
                  <a:pt x="11" y="114"/>
                </a:cubicBezTo>
                <a:cubicBezTo>
                  <a:pt x="9" y="114"/>
                  <a:pt x="8" y="113"/>
                  <a:pt x="8" y="111"/>
                </a:cubicBezTo>
                <a:cubicBezTo>
                  <a:pt x="8" y="110"/>
                  <a:pt x="9" y="108"/>
                  <a:pt x="11" y="108"/>
                </a:cubicBezTo>
                <a:close/>
                <a:moveTo>
                  <a:pt x="27" y="108"/>
                </a:moveTo>
                <a:cubicBezTo>
                  <a:pt x="29" y="108"/>
                  <a:pt x="30" y="110"/>
                  <a:pt x="30" y="111"/>
                </a:cubicBezTo>
                <a:cubicBezTo>
                  <a:pt x="30" y="113"/>
                  <a:pt x="29" y="114"/>
                  <a:pt x="27" y="114"/>
                </a:cubicBezTo>
                <a:cubicBezTo>
                  <a:pt x="26" y="114"/>
                  <a:pt x="24" y="113"/>
                  <a:pt x="24" y="111"/>
                </a:cubicBezTo>
                <a:cubicBezTo>
                  <a:pt x="24" y="110"/>
                  <a:pt x="26" y="108"/>
                  <a:pt x="27" y="108"/>
                </a:cubicBezTo>
                <a:close/>
                <a:moveTo>
                  <a:pt x="19" y="100"/>
                </a:moveTo>
                <a:cubicBezTo>
                  <a:pt x="20" y="100"/>
                  <a:pt x="22" y="102"/>
                  <a:pt x="22" y="103"/>
                </a:cubicBezTo>
                <a:cubicBezTo>
                  <a:pt x="22" y="105"/>
                  <a:pt x="20" y="106"/>
                  <a:pt x="19" y="106"/>
                </a:cubicBezTo>
                <a:cubicBezTo>
                  <a:pt x="17" y="106"/>
                  <a:pt x="16" y="105"/>
                  <a:pt x="16" y="103"/>
                </a:cubicBezTo>
                <a:cubicBezTo>
                  <a:pt x="16" y="102"/>
                  <a:pt x="17" y="100"/>
                  <a:pt x="19" y="100"/>
                </a:cubicBezTo>
                <a:close/>
                <a:moveTo>
                  <a:pt x="19" y="117"/>
                </a:moveTo>
                <a:cubicBezTo>
                  <a:pt x="20" y="117"/>
                  <a:pt x="22" y="118"/>
                  <a:pt x="22" y="119"/>
                </a:cubicBezTo>
                <a:cubicBezTo>
                  <a:pt x="22" y="121"/>
                  <a:pt x="20" y="122"/>
                  <a:pt x="19" y="122"/>
                </a:cubicBezTo>
                <a:cubicBezTo>
                  <a:pt x="17" y="122"/>
                  <a:pt x="16" y="121"/>
                  <a:pt x="16" y="119"/>
                </a:cubicBezTo>
                <a:cubicBezTo>
                  <a:pt x="16" y="118"/>
                  <a:pt x="17" y="117"/>
                  <a:pt x="19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35282" y="2853117"/>
            <a:ext cx="2805266" cy="144590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A red flair silhouetted the jagged edge.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The recorded voice scratched.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But the majority have suffered 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Alteration in some form</a:t>
            </a:r>
          </a:p>
        </p:txBody>
      </p:sp>
      <p:sp>
        <p:nvSpPr>
          <p:cNvPr id="9" name="Oval 8"/>
          <p:cNvSpPr/>
          <p:nvPr/>
        </p:nvSpPr>
        <p:spPr>
          <a:xfrm>
            <a:off x="6659403" y="2739585"/>
            <a:ext cx="1397900" cy="1397898"/>
          </a:xfrm>
          <a:prstGeom prst="ellipse">
            <a:avLst/>
          </a:prstGeom>
          <a:gradFill flip="none" rotWithShape="1"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chemeClr val="tx1"/>
                </a:soli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5282" y="4765045"/>
            <a:ext cx="2805266" cy="144590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A red flair silhouetted the jagged edge.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The recorded voice scratched.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But the majority have suffered 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sz="1200" dirty="0">
                <a:gradFill flip="none" rotWithShape="1">
                  <a:gsLst>
                    <a:gs pos="82000">
                      <a:srgbClr val="DBCC74"/>
                    </a:gs>
                    <a:gs pos="100000">
                      <a:srgbClr val="8F6032"/>
                    </a:gs>
                  </a:gsLst>
                  <a:lin ang="0" scaled="1"/>
                  <a:tileRect/>
                </a:gradFill>
                <a:cs typeface="+mn-ea"/>
                <a:sym typeface="+mn-lt"/>
              </a:rPr>
              <a:t>Alteration in some form</a:t>
            </a:r>
          </a:p>
        </p:txBody>
      </p:sp>
      <p:sp>
        <p:nvSpPr>
          <p:cNvPr id="11" name="Oval 10"/>
          <p:cNvSpPr/>
          <p:nvPr/>
        </p:nvSpPr>
        <p:spPr>
          <a:xfrm>
            <a:off x="6659403" y="4651513"/>
            <a:ext cx="1397900" cy="1397898"/>
          </a:xfrm>
          <a:prstGeom prst="ellipse">
            <a:avLst/>
          </a:prstGeom>
          <a:gradFill flip="none" rotWithShape="1"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chemeClr val="tx1"/>
                </a:soli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2" name="Freeform 2123"/>
          <p:cNvSpPr>
            <a:spLocks noEditPoints="1"/>
          </p:cNvSpPr>
          <p:nvPr/>
        </p:nvSpPr>
        <p:spPr bwMode="auto">
          <a:xfrm>
            <a:off x="7090640" y="2917861"/>
            <a:ext cx="504825" cy="549275"/>
          </a:xfrm>
          <a:custGeom>
            <a:avLst/>
            <a:gdLst>
              <a:gd name="T0" fmla="*/ 24 w 148"/>
              <a:gd name="T1" fmla="*/ 74 h 160"/>
              <a:gd name="T2" fmla="*/ 56 w 148"/>
              <a:gd name="T3" fmla="*/ 148 h 160"/>
              <a:gd name="T4" fmla="*/ 62 w 148"/>
              <a:gd name="T5" fmla="*/ 151 h 160"/>
              <a:gd name="T6" fmla="*/ 65 w 148"/>
              <a:gd name="T7" fmla="*/ 160 h 160"/>
              <a:gd name="T8" fmla="*/ 86 w 148"/>
              <a:gd name="T9" fmla="*/ 157 h 160"/>
              <a:gd name="T10" fmla="*/ 89 w 148"/>
              <a:gd name="T11" fmla="*/ 151 h 160"/>
              <a:gd name="T12" fmla="*/ 92 w 148"/>
              <a:gd name="T13" fmla="*/ 121 h 160"/>
              <a:gd name="T14" fmla="*/ 74 w 148"/>
              <a:gd name="T15" fmla="*/ 24 h 160"/>
              <a:gd name="T16" fmla="*/ 80 w 148"/>
              <a:gd name="T17" fmla="*/ 148 h 160"/>
              <a:gd name="T18" fmla="*/ 68 w 148"/>
              <a:gd name="T19" fmla="*/ 154 h 160"/>
              <a:gd name="T20" fmla="*/ 65 w 148"/>
              <a:gd name="T21" fmla="*/ 145 h 160"/>
              <a:gd name="T22" fmla="*/ 62 w 148"/>
              <a:gd name="T23" fmla="*/ 130 h 160"/>
              <a:gd name="T24" fmla="*/ 86 w 148"/>
              <a:gd name="T25" fmla="*/ 145 h 160"/>
              <a:gd name="T26" fmla="*/ 88 w 148"/>
              <a:gd name="T27" fmla="*/ 116 h 160"/>
              <a:gd name="T28" fmla="*/ 86 w 148"/>
              <a:gd name="T29" fmla="*/ 124 h 160"/>
              <a:gd name="T30" fmla="*/ 62 w 148"/>
              <a:gd name="T31" fmla="*/ 119 h 160"/>
              <a:gd name="T32" fmla="*/ 30 w 148"/>
              <a:gd name="T33" fmla="*/ 74 h 160"/>
              <a:gd name="T34" fmla="*/ 119 w 148"/>
              <a:gd name="T35" fmla="*/ 74 h 160"/>
              <a:gd name="T36" fmla="*/ 71 w 148"/>
              <a:gd name="T37" fmla="*/ 15 h 160"/>
              <a:gd name="T38" fmla="*/ 74 w 148"/>
              <a:gd name="T39" fmla="*/ 0 h 160"/>
              <a:gd name="T40" fmla="*/ 77 w 148"/>
              <a:gd name="T41" fmla="*/ 15 h 160"/>
              <a:gd name="T42" fmla="*/ 71 w 148"/>
              <a:gd name="T43" fmla="*/ 15 h 160"/>
              <a:gd name="T44" fmla="*/ 145 w 148"/>
              <a:gd name="T45" fmla="*/ 77 h 160"/>
              <a:gd name="T46" fmla="*/ 130 w 148"/>
              <a:gd name="T47" fmla="*/ 74 h 160"/>
              <a:gd name="T48" fmla="*/ 145 w 148"/>
              <a:gd name="T49" fmla="*/ 71 h 160"/>
              <a:gd name="T50" fmla="*/ 18 w 148"/>
              <a:gd name="T51" fmla="*/ 74 h 160"/>
              <a:gd name="T52" fmla="*/ 3 w 148"/>
              <a:gd name="T53" fmla="*/ 77 h 160"/>
              <a:gd name="T54" fmla="*/ 3 w 148"/>
              <a:gd name="T55" fmla="*/ 71 h 160"/>
              <a:gd name="T56" fmla="*/ 18 w 148"/>
              <a:gd name="T57" fmla="*/ 74 h 160"/>
              <a:gd name="T58" fmla="*/ 126 w 148"/>
              <a:gd name="T59" fmla="*/ 26 h 160"/>
              <a:gd name="T60" fmla="*/ 116 w 148"/>
              <a:gd name="T61" fmla="*/ 35 h 160"/>
              <a:gd name="T62" fmla="*/ 114 w 148"/>
              <a:gd name="T63" fmla="*/ 30 h 160"/>
              <a:gd name="T64" fmla="*/ 126 w 148"/>
              <a:gd name="T65" fmla="*/ 22 h 160"/>
              <a:gd name="T66" fmla="*/ 34 w 148"/>
              <a:gd name="T67" fmla="*/ 118 h 160"/>
              <a:gd name="T68" fmla="*/ 24 w 148"/>
              <a:gd name="T69" fmla="*/ 127 h 160"/>
              <a:gd name="T70" fmla="*/ 22 w 148"/>
              <a:gd name="T71" fmla="*/ 122 h 160"/>
              <a:gd name="T72" fmla="*/ 34 w 148"/>
              <a:gd name="T73" fmla="*/ 114 h 160"/>
              <a:gd name="T74" fmla="*/ 126 w 148"/>
              <a:gd name="T75" fmla="*/ 126 h 160"/>
              <a:gd name="T76" fmla="*/ 122 w 148"/>
              <a:gd name="T77" fmla="*/ 126 h 160"/>
              <a:gd name="T78" fmla="*/ 114 w 148"/>
              <a:gd name="T79" fmla="*/ 114 h 160"/>
              <a:gd name="T80" fmla="*/ 126 w 148"/>
              <a:gd name="T81" fmla="*/ 122 h 160"/>
              <a:gd name="T82" fmla="*/ 22 w 148"/>
              <a:gd name="T83" fmla="*/ 22 h 160"/>
              <a:gd name="T84" fmla="*/ 34 w 148"/>
              <a:gd name="T85" fmla="*/ 30 h 160"/>
              <a:gd name="T86" fmla="*/ 32 w 148"/>
              <a:gd name="T87" fmla="*/ 35 h 160"/>
              <a:gd name="T88" fmla="*/ 22 w 148"/>
              <a:gd name="T89" fmla="*/ 26 h 160"/>
              <a:gd name="T90" fmla="*/ 74 w 148"/>
              <a:gd name="T91" fmla="*/ 44 h 160"/>
              <a:gd name="T92" fmla="*/ 41 w 148"/>
              <a:gd name="T93" fmla="*/ 77 h 160"/>
              <a:gd name="T94" fmla="*/ 74 w 148"/>
              <a:gd name="T95" fmla="*/ 3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8" h="160">
                <a:moveTo>
                  <a:pt x="74" y="24"/>
                </a:moveTo>
                <a:cubicBezTo>
                  <a:pt x="46" y="24"/>
                  <a:pt x="24" y="46"/>
                  <a:pt x="24" y="74"/>
                </a:cubicBezTo>
                <a:cubicBezTo>
                  <a:pt x="24" y="95"/>
                  <a:pt x="37" y="114"/>
                  <a:pt x="56" y="121"/>
                </a:cubicBezTo>
                <a:cubicBezTo>
                  <a:pt x="56" y="148"/>
                  <a:pt x="56" y="148"/>
                  <a:pt x="56" y="148"/>
                </a:cubicBezTo>
                <a:cubicBezTo>
                  <a:pt x="56" y="150"/>
                  <a:pt x="58" y="151"/>
                  <a:pt x="59" y="151"/>
                </a:cubicBezTo>
                <a:cubicBezTo>
                  <a:pt x="62" y="151"/>
                  <a:pt x="62" y="151"/>
                  <a:pt x="62" y="151"/>
                </a:cubicBezTo>
                <a:cubicBezTo>
                  <a:pt x="62" y="157"/>
                  <a:pt x="62" y="157"/>
                  <a:pt x="62" y="157"/>
                </a:cubicBezTo>
                <a:cubicBezTo>
                  <a:pt x="62" y="159"/>
                  <a:pt x="64" y="160"/>
                  <a:pt x="65" y="160"/>
                </a:cubicBezTo>
                <a:cubicBezTo>
                  <a:pt x="83" y="160"/>
                  <a:pt x="83" y="160"/>
                  <a:pt x="83" y="160"/>
                </a:cubicBezTo>
                <a:cubicBezTo>
                  <a:pt x="85" y="160"/>
                  <a:pt x="86" y="159"/>
                  <a:pt x="86" y="157"/>
                </a:cubicBezTo>
                <a:cubicBezTo>
                  <a:pt x="86" y="151"/>
                  <a:pt x="86" y="151"/>
                  <a:pt x="86" y="151"/>
                </a:cubicBezTo>
                <a:cubicBezTo>
                  <a:pt x="89" y="151"/>
                  <a:pt x="89" y="151"/>
                  <a:pt x="89" y="151"/>
                </a:cubicBezTo>
                <a:cubicBezTo>
                  <a:pt x="91" y="151"/>
                  <a:pt x="92" y="150"/>
                  <a:pt x="92" y="148"/>
                </a:cubicBezTo>
                <a:cubicBezTo>
                  <a:pt x="92" y="121"/>
                  <a:pt x="92" y="121"/>
                  <a:pt x="92" y="121"/>
                </a:cubicBezTo>
                <a:cubicBezTo>
                  <a:pt x="111" y="114"/>
                  <a:pt x="124" y="95"/>
                  <a:pt x="124" y="74"/>
                </a:cubicBezTo>
                <a:cubicBezTo>
                  <a:pt x="124" y="46"/>
                  <a:pt x="102" y="24"/>
                  <a:pt x="74" y="24"/>
                </a:cubicBezTo>
                <a:close/>
                <a:moveTo>
                  <a:pt x="83" y="145"/>
                </a:moveTo>
                <a:cubicBezTo>
                  <a:pt x="81" y="145"/>
                  <a:pt x="80" y="147"/>
                  <a:pt x="80" y="148"/>
                </a:cubicBezTo>
                <a:cubicBezTo>
                  <a:pt x="80" y="154"/>
                  <a:pt x="80" y="154"/>
                  <a:pt x="80" y="154"/>
                </a:cubicBezTo>
                <a:cubicBezTo>
                  <a:pt x="68" y="154"/>
                  <a:pt x="68" y="154"/>
                  <a:pt x="68" y="154"/>
                </a:cubicBezTo>
                <a:cubicBezTo>
                  <a:pt x="68" y="148"/>
                  <a:pt x="68" y="148"/>
                  <a:pt x="68" y="148"/>
                </a:cubicBezTo>
                <a:cubicBezTo>
                  <a:pt x="68" y="147"/>
                  <a:pt x="67" y="145"/>
                  <a:pt x="65" y="145"/>
                </a:cubicBezTo>
                <a:cubicBezTo>
                  <a:pt x="62" y="145"/>
                  <a:pt x="62" y="145"/>
                  <a:pt x="62" y="145"/>
                </a:cubicBezTo>
                <a:cubicBezTo>
                  <a:pt x="62" y="130"/>
                  <a:pt x="62" y="130"/>
                  <a:pt x="62" y="130"/>
                </a:cubicBezTo>
                <a:cubicBezTo>
                  <a:pt x="86" y="130"/>
                  <a:pt x="86" y="130"/>
                  <a:pt x="86" y="130"/>
                </a:cubicBezTo>
                <a:cubicBezTo>
                  <a:pt x="86" y="145"/>
                  <a:pt x="86" y="145"/>
                  <a:pt x="86" y="145"/>
                </a:cubicBezTo>
                <a:lnTo>
                  <a:pt x="83" y="145"/>
                </a:lnTo>
                <a:close/>
                <a:moveTo>
                  <a:pt x="88" y="116"/>
                </a:moveTo>
                <a:cubicBezTo>
                  <a:pt x="87" y="117"/>
                  <a:pt x="86" y="118"/>
                  <a:pt x="86" y="119"/>
                </a:cubicBezTo>
                <a:cubicBezTo>
                  <a:pt x="86" y="124"/>
                  <a:pt x="86" y="124"/>
                  <a:pt x="86" y="124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2" y="119"/>
                  <a:pt x="62" y="119"/>
                  <a:pt x="62" y="119"/>
                </a:cubicBezTo>
                <a:cubicBezTo>
                  <a:pt x="62" y="118"/>
                  <a:pt x="61" y="117"/>
                  <a:pt x="60" y="116"/>
                </a:cubicBezTo>
                <a:cubicBezTo>
                  <a:pt x="42" y="110"/>
                  <a:pt x="30" y="93"/>
                  <a:pt x="30" y="74"/>
                </a:cubicBezTo>
                <a:cubicBezTo>
                  <a:pt x="30" y="50"/>
                  <a:pt x="50" y="30"/>
                  <a:pt x="74" y="30"/>
                </a:cubicBezTo>
                <a:cubicBezTo>
                  <a:pt x="99" y="30"/>
                  <a:pt x="119" y="50"/>
                  <a:pt x="119" y="74"/>
                </a:cubicBezTo>
                <a:cubicBezTo>
                  <a:pt x="119" y="93"/>
                  <a:pt x="106" y="110"/>
                  <a:pt x="88" y="116"/>
                </a:cubicBezTo>
                <a:close/>
                <a:moveTo>
                  <a:pt x="71" y="15"/>
                </a:moveTo>
                <a:cubicBezTo>
                  <a:pt x="71" y="3"/>
                  <a:pt x="71" y="3"/>
                  <a:pt x="71" y="3"/>
                </a:cubicBezTo>
                <a:cubicBezTo>
                  <a:pt x="71" y="1"/>
                  <a:pt x="72" y="0"/>
                  <a:pt x="74" y="0"/>
                </a:cubicBezTo>
                <a:cubicBezTo>
                  <a:pt x="76" y="0"/>
                  <a:pt x="77" y="1"/>
                  <a:pt x="77" y="3"/>
                </a:cubicBezTo>
                <a:cubicBezTo>
                  <a:pt x="77" y="15"/>
                  <a:pt x="77" y="15"/>
                  <a:pt x="77" y="15"/>
                </a:cubicBezTo>
                <a:cubicBezTo>
                  <a:pt x="77" y="16"/>
                  <a:pt x="76" y="18"/>
                  <a:pt x="74" y="18"/>
                </a:cubicBezTo>
                <a:cubicBezTo>
                  <a:pt x="72" y="18"/>
                  <a:pt x="71" y="16"/>
                  <a:pt x="71" y="15"/>
                </a:cubicBezTo>
                <a:close/>
                <a:moveTo>
                  <a:pt x="148" y="74"/>
                </a:moveTo>
                <a:cubicBezTo>
                  <a:pt x="148" y="76"/>
                  <a:pt x="147" y="77"/>
                  <a:pt x="145" y="77"/>
                </a:cubicBezTo>
                <a:cubicBezTo>
                  <a:pt x="133" y="77"/>
                  <a:pt x="133" y="77"/>
                  <a:pt x="133" y="77"/>
                </a:cubicBezTo>
                <a:cubicBezTo>
                  <a:pt x="132" y="77"/>
                  <a:pt x="130" y="76"/>
                  <a:pt x="130" y="74"/>
                </a:cubicBezTo>
                <a:cubicBezTo>
                  <a:pt x="130" y="72"/>
                  <a:pt x="132" y="71"/>
                  <a:pt x="133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7" y="71"/>
                  <a:pt x="148" y="72"/>
                  <a:pt x="148" y="74"/>
                </a:cubicBezTo>
                <a:close/>
                <a:moveTo>
                  <a:pt x="18" y="74"/>
                </a:moveTo>
                <a:cubicBezTo>
                  <a:pt x="18" y="76"/>
                  <a:pt x="16" y="77"/>
                  <a:pt x="15" y="77"/>
                </a:cubicBezTo>
                <a:cubicBezTo>
                  <a:pt x="3" y="77"/>
                  <a:pt x="3" y="77"/>
                  <a:pt x="3" y="77"/>
                </a:cubicBezTo>
                <a:cubicBezTo>
                  <a:pt x="1" y="77"/>
                  <a:pt x="0" y="76"/>
                  <a:pt x="0" y="74"/>
                </a:cubicBezTo>
                <a:cubicBezTo>
                  <a:pt x="0" y="72"/>
                  <a:pt x="1" y="71"/>
                  <a:pt x="3" y="71"/>
                </a:cubicBezTo>
                <a:cubicBezTo>
                  <a:pt x="15" y="71"/>
                  <a:pt x="15" y="71"/>
                  <a:pt x="15" y="71"/>
                </a:cubicBezTo>
                <a:cubicBezTo>
                  <a:pt x="16" y="71"/>
                  <a:pt x="18" y="72"/>
                  <a:pt x="18" y="74"/>
                </a:cubicBezTo>
                <a:close/>
                <a:moveTo>
                  <a:pt x="126" y="22"/>
                </a:moveTo>
                <a:cubicBezTo>
                  <a:pt x="128" y="23"/>
                  <a:pt x="128" y="25"/>
                  <a:pt x="126" y="26"/>
                </a:cubicBezTo>
                <a:cubicBezTo>
                  <a:pt x="118" y="34"/>
                  <a:pt x="118" y="34"/>
                  <a:pt x="118" y="34"/>
                </a:cubicBezTo>
                <a:cubicBezTo>
                  <a:pt x="117" y="35"/>
                  <a:pt x="117" y="35"/>
                  <a:pt x="116" y="35"/>
                </a:cubicBezTo>
                <a:cubicBezTo>
                  <a:pt x="115" y="35"/>
                  <a:pt x="114" y="35"/>
                  <a:pt x="114" y="34"/>
                </a:cubicBezTo>
                <a:cubicBezTo>
                  <a:pt x="113" y="33"/>
                  <a:pt x="113" y="31"/>
                  <a:pt x="114" y="30"/>
                </a:cubicBezTo>
                <a:cubicBezTo>
                  <a:pt x="122" y="22"/>
                  <a:pt x="122" y="22"/>
                  <a:pt x="122" y="22"/>
                </a:cubicBezTo>
                <a:cubicBezTo>
                  <a:pt x="123" y="21"/>
                  <a:pt x="125" y="21"/>
                  <a:pt x="126" y="22"/>
                </a:cubicBezTo>
                <a:close/>
                <a:moveTo>
                  <a:pt x="34" y="114"/>
                </a:moveTo>
                <a:cubicBezTo>
                  <a:pt x="35" y="115"/>
                  <a:pt x="35" y="117"/>
                  <a:pt x="34" y="118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5" y="127"/>
                  <a:pt x="25" y="127"/>
                  <a:pt x="24" y="127"/>
                </a:cubicBezTo>
                <a:cubicBezTo>
                  <a:pt x="23" y="127"/>
                  <a:pt x="22" y="127"/>
                  <a:pt x="22" y="126"/>
                </a:cubicBezTo>
                <a:cubicBezTo>
                  <a:pt x="21" y="125"/>
                  <a:pt x="21" y="123"/>
                  <a:pt x="22" y="122"/>
                </a:cubicBezTo>
                <a:cubicBezTo>
                  <a:pt x="30" y="114"/>
                  <a:pt x="30" y="114"/>
                  <a:pt x="30" y="114"/>
                </a:cubicBezTo>
                <a:cubicBezTo>
                  <a:pt x="31" y="113"/>
                  <a:pt x="33" y="113"/>
                  <a:pt x="34" y="114"/>
                </a:cubicBezTo>
                <a:close/>
                <a:moveTo>
                  <a:pt x="126" y="122"/>
                </a:moveTo>
                <a:cubicBezTo>
                  <a:pt x="128" y="123"/>
                  <a:pt x="128" y="125"/>
                  <a:pt x="126" y="126"/>
                </a:cubicBezTo>
                <a:cubicBezTo>
                  <a:pt x="126" y="127"/>
                  <a:pt x="125" y="127"/>
                  <a:pt x="124" y="127"/>
                </a:cubicBezTo>
                <a:cubicBezTo>
                  <a:pt x="124" y="127"/>
                  <a:pt x="123" y="127"/>
                  <a:pt x="122" y="126"/>
                </a:cubicBezTo>
                <a:cubicBezTo>
                  <a:pt x="114" y="118"/>
                  <a:pt x="114" y="118"/>
                  <a:pt x="114" y="118"/>
                </a:cubicBezTo>
                <a:cubicBezTo>
                  <a:pt x="113" y="117"/>
                  <a:pt x="113" y="115"/>
                  <a:pt x="114" y="114"/>
                </a:cubicBezTo>
                <a:cubicBezTo>
                  <a:pt x="115" y="113"/>
                  <a:pt x="117" y="113"/>
                  <a:pt x="118" y="114"/>
                </a:cubicBezTo>
                <a:lnTo>
                  <a:pt x="126" y="122"/>
                </a:lnTo>
                <a:close/>
                <a:moveTo>
                  <a:pt x="22" y="26"/>
                </a:moveTo>
                <a:cubicBezTo>
                  <a:pt x="21" y="25"/>
                  <a:pt x="21" y="23"/>
                  <a:pt x="22" y="22"/>
                </a:cubicBezTo>
                <a:cubicBezTo>
                  <a:pt x="23" y="21"/>
                  <a:pt x="25" y="21"/>
                  <a:pt x="26" y="22"/>
                </a:cubicBezTo>
                <a:cubicBezTo>
                  <a:pt x="34" y="30"/>
                  <a:pt x="34" y="30"/>
                  <a:pt x="34" y="30"/>
                </a:cubicBezTo>
                <a:cubicBezTo>
                  <a:pt x="35" y="31"/>
                  <a:pt x="35" y="33"/>
                  <a:pt x="34" y="34"/>
                </a:cubicBezTo>
                <a:cubicBezTo>
                  <a:pt x="34" y="35"/>
                  <a:pt x="33" y="35"/>
                  <a:pt x="32" y="35"/>
                </a:cubicBezTo>
                <a:cubicBezTo>
                  <a:pt x="31" y="35"/>
                  <a:pt x="31" y="35"/>
                  <a:pt x="30" y="34"/>
                </a:cubicBezTo>
                <a:lnTo>
                  <a:pt x="22" y="26"/>
                </a:lnTo>
                <a:close/>
                <a:moveTo>
                  <a:pt x="77" y="41"/>
                </a:moveTo>
                <a:cubicBezTo>
                  <a:pt x="77" y="43"/>
                  <a:pt x="76" y="44"/>
                  <a:pt x="74" y="44"/>
                </a:cubicBezTo>
                <a:cubicBezTo>
                  <a:pt x="58" y="44"/>
                  <a:pt x="44" y="58"/>
                  <a:pt x="44" y="74"/>
                </a:cubicBezTo>
                <a:cubicBezTo>
                  <a:pt x="44" y="76"/>
                  <a:pt x="43" y="77"/>
                  <a:pt x="41" y="77"/>
                </a:cubicBezTo>
                <a:cubicBezTo>
                  <a:pt x="40" y="77"/>
                  <a:pt x="39" y="76"/>
                  <a:pt x="39" y="74"/>
                </a:cubicBezTo>
                <a:cubicBezTo>
                  <a:pt x="39" y="54"/>
                  <a:pt x="54" y="39"/>
                  <a:pt x="74" y="39"/>
                </a:cubicBezTo>
                <a:cubicBezTo>
                  <a:pt x="76" y="39"/>
                  <a:pt x="77" y="40"/>
                  <a:pt x="77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13" name="Freeform 2127"/>
          <p:cNvSpPr>
            <a:spLocks noEditPoints="1"/>
          </p:cNvSpPr>
          <p:nvPr/>
        </p:nvSpPr>
        <p:spPr bwMode="auto">
          <a:xfrm>
            <a:off x="7092228" y="4854624"/>
            <a:ext cx="546100" cy="550863"/>
          </a:xfrm>
          <a:custGeom>
            <a:avLst/>
            <a:gdLst>
              <a:gd name="T0" fmla="*/ 160 w 160"/>
              <a:gd name="T1" fmla="*/ 80 h 160"/>
              <a:gd name="T2" fmla="*/ 138 w 160"/>
              <a:gd name="T3" fmla="*/ 25 h 160"/>
              <a:gd name="T4" fmla="*/ 83 w 160"/>
              <a:gd name="T5" fmla="*/ 0 h 160"/>
              <a:gd name="T6" fmla="*/ 81 w 160"/>
              <a:gd name="T7" fmla="*/ 0 h 160"/>
              <a:gd name="T8" fmla="*/ 79 w 160"/>
              <a:gd name="T9" fmla="*/ 0 h 160"/>
              <a:gd name="T10" fmla="*/ 77 w 160"/>
              <a:gd name="T11" fmla="*/ 0 h 160"/>
              <a:gd name="T12" fmla="*/ 22 w 160"/>
              <a:gd name="T13" fmla="*/ 25 h 160"/>
              <a:gd name="T14" fmla="*/ 0 w 160"/>
              <a:gd name="T15" fmla="*/ 80 h 160"/>
              <a:gd name="T16" fmla="*/ 20 w 160"/>
              <a:gd name="T17" fmla="*/ 133 h 160"/>
              <a:gd name="T18" fmla="*/ 77 w 160"/>
              <a:gd name="T19" fmla="*/ 160 h 160"/>
              <a:gd name="T20" fmla="*/ 79 w 160"/>
              <a:gd name="T21" fmla="*/ 160 h 160"/>
              <a:gd name="T22" fmla="*/ 81 w 160"/>
              <a:gd name="T23" fmla="*/ 160 h 160"/>
              <a:gd name="T24" fmla="*/ 83 w 160"/>
              <a:gd name="T25" fmla="*/ 160 h 160"/>
              <a:gd name="T26" fmla="*/ 140 w 160"/>
              <a:gd name="T27" fmla="*/ 133 h 160"/>
              <a:gd name="T28" fmla="*/ 6 w 160"/>
              <a:gd name="T29" fmla="*/ 83 h 160"/>
              <a:gd name="T30" fmla="*/ 45 w 160"/>
              <a:gd name="T31" fmla="*/ 116 h 160"/>
              <a:gd name="T32" fmla="*/ 6 w 160"/>
              <a:gd name="T33" fmla="*/ 83 h 160"/>
              <a:gd name="T34" fmla="*/ 46 w 160"/>
              <a:gd name="T35" fmla="*/ 41 h 160"/>
              <a:gd name="T36" fmla="*/ 6 w 160"/>
              <a:gd name="T37" fmla="*/ 77 h 160"/>
              <a:gd name="T38" fmla="*/ 154 w 160"/>
              <a:gd name="T39" fmla="*/ 77 h 160"/>
              <a:gd name="T40" fmla="*/ 114 w 160"/>
              <a:gd name="T41" fmla="*/ 41 h 160"/>
              <a:gd name="T42" fmla="*/ 154 w 160"/>
              <a:gd name="T43" fmla="*/ 77 h 160"/>
              <a:gd name="T44" fmla="*/ 54 w 160"/>
              <a:gd name="T45" fmla="*/ 38 h 160"/>
              <a:gd name="T46" fmla="*/ 77 w 160"/>
              <a:gd name="T47" fmla="*/ 41 h 160"/>
              <a:gd name="T48" fmla="*/ 77 w 160"/>
              <a:gd name="T49" fmla="*/ 77 h 160"/>
              <a:gd name="T50" fmla="*/ 52 w 160"/>
              <a:gd name="T51" fmla="*/ 43 h 160"/>
              <a:gd name="T52" fmla="*/ 83 w 160"/>
              <a:gd name="T53" fmla="*/ 47 h 160"/>
              <a:gd name="T54" fmla="*/ 116 w 160"/>
              <a:gd name="T55" fmla="*/ 77 h 160"/>
              <a:gd name="T56" fmla="*/ 83 w 160"/>
              <a:gd name="T57" fmla="*/ 47 h 160"/>
              <a:gd name="T58" fmla="*/ 83 w 160"/>
              <a:gd name="T59" fmla="*/ 7 h 160"/>
              <a:gd name="T60" fmla="*/ 83 w 160"/>
              <a:gd name="T61" fmla="*/ 41 h 160"/>
              <a:gd name="T62" fmla="*/ 90 w 160"/>
              <a:gd name="T63" fmla="*/ 6 h 160"/>
              <a:gd name="T64" fmla="*/ 111 w 160"/>
              <a:gd name="T65" fmla="*/ 36 h 160"/>
              <a:gd name="T66" fmla="*/ 28 w 160"/>
              <a:gd name="T67" fmla="*/ 26 h 160"/>
              <a:gd name="T68" fmla="*/ 49 w 160"/>
              <a:gd name="T69" fmla="*/ 36 h 160"/>
              <a:gd name="T70" fmla="*/ 77 w 160"/>
              <a:gd name="T71" fmla="*/ 83 h 160"/>
              <a:gd name="T72" fmla="*/ 51 w 160"/>
              <a:gd name="T73" fmla="*/ 115 h 160"/>
              <a:gd name="T74" fmla="*/ 77 w 160"/>
              <a:gd name="T75" fmla="*/ 116 h 160"/>
              <a:gd name="T76" fmla="*/ 53 w 160"/>
              <a:gd name="T77" fmla="*/ 120 h 160"/>
              <a:gd name="T78" fmla="*/ 83 w 160"/>
              <a:gd name="T79" fmla="*/ 153 h 160"/>
              <a:gd name="T80" fmla="*/ 107 w 160"/>
              <a:gd name="T81" fmla="*/ 120 h 160"/>
              <a:gd name="T82" fmla="*/ 83 w 160"/>
              <a:gd name="T83" fmla="*/ 110 h 160"/>
              <a:gd name="T84" fmla="*/ 116 w 160"/>
              <a:gd name="T85" fmla="*/ 83 h 160"/>
              <a:gd name="T86" fmla="*/ 83 w 160"/>
              <a:gd name="T87" fmla="*/ 110 h 160"/>
              <a:gd name="T88" fmla="*/ 154 w 160"/>
              <a:gd name="T89" fmla="*/ 83 h 160"/>
              <a:gd name="T90" fmla="*/ 115 w 160"/>
              <a:gd name="T91" fmla="*/ 116 h 160"/>
              <a:gd name="T92" fmla="*/ 27 w 160"/>
              <a:gd name="T93" fmla="*/ 132 h 160"/>
              <a:gd name="T94" fmla="*/ 70 w 160"/>
              <a:gd name="T95" fmla="*/ 154 h 160"/>
              <a:gd name="T96" fmla="*/ 90 w 160"/>
              <a:gd name="T97" fmla="*/ 154 h 160"/>
              <a:gd name="T98" fmla="*/ 133 w 160"/>
              <a:gd name="T99" fmla="*/ 13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0" h="160">
                <a:moveTo>
                  <a:pt x="140" y="133"/>
                </a:moveTo>
                <a:cubicBezTo>
                  <a:pt x="152" y="119"/>
                  <a:pt x="160" y="100"/>
                  <a:pt x="160" y="80"/>
                </a:cubicBezTo>
                <a:cubicBezTo>
                  <a:pt x="160" y="59"/>
                  <a:pt x="152" y="40"/>
                  <a:pt x="138" y="25"/>
                </a:cubicBezTo>
                <a:cubicBezTo>
                  <a:pt x="138" y="25"/>
                  <a:pt x="138" y="25"/>
                  <a:pt x="138" y="25"/>
                </a:cubicBezTo>
                <a:cubicBezTo>
                  <a:pt x="138" y="25"/>
                  <a:pt x="138" y="25"/>
                  <a:pt x="138" y="25"/>
                </a:cubicBezTo>
                <a:cubicBezTo>
                  <a:pt x="124" y="10"/>
                  <a:pt x="105" y="1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0" y="0"/>
                  <a:pt x="80" y="0"/>
                </a:cubicBezTo>
                <a:cubicBezTo>
                  <a:pt x="80" y="0"/>
                  <a:pt x="79" y="0"/>
                  <a:pt x="79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55" y="1"/>
                  <a:pt x="36" y="10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8" y="40"/>
                  <a:pt x="0" y="59"/>
                  <a:pt x="0" y="80"/>
                </a:cubicBezTo>
                <a:cubicBezTo>
                  <a:pt x="0" y="100"/>
                  <a:pt x="8" y="119"/>
                  <a:pt x="20" y="133"/>
                </a:cubicBezTo>
                <a:cubicBezTo>
                  <a:pt x="20" y="133"/>
                  <a:pt x="20" y="133"/>
                  <a:pt x="20" y="133"/>
                </a:cubicBezTo>
                <a:cubicBezTo>
                  <a:pt x="20" y="133"/>
                  <a:pt x="20" y="133"/>
                  <a:pt x="20" y="133"/>
                </a:cubicBezTo>
                <a:cubicBezTo>
                  <a:pt x="34" y="149"/>
                  <a:pt x="55" y="159"/>
                  <a:pt x="77" y="160"/>
                </a:cubicBezTo>
                <a:cubicBezTo>
                  <a:pt x="77" y="160"/>
                  <a:pt x="77" y="160"/>
                  <a:pt x="77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60"/>
                  <a:pt x="80" y="160"/>
                  <a:pt x="80" y="160"/>
                </a:cubicBezTo>
                <a:cubicBezTo>
                  <a:pt x="80" y="160"/>
                  <a:pt x="81" y="160"/>
                  <a:pt x="81" y="160"/>
                </a:cubicBezTo>
                <a:cubicBezTo>
                  <a:pt x="83" y="160"/>
                  <a:pt x="83" y="160"/>
                  <a:pt x="83" y="160"/>
                </a:cubicBezTo>
                <a:cubicBezTo>
                  <a:pt x="83" y="160"/>
                  <a:pt x="83" y="160"/>
                  <a:pt x="83" y="160"/>
                </a:cubicBezTo>
                <a:cubicBezTo>
                  <a:pt x="105" y="159"/>
                  <a:pt x="126" y="149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lose/>
                <a:moveTo>
                  <a:pt x="6" y="83"/>
                </a:moveTo>
                <a:cubicBezTo>
                  <a:pt x="39" y="83"/>
                  <a:pt x="39" y="83"/>
                  <a:pt x="39" y="83"/>
                </a:cubicBezTo>
                <a:cubicBezTo>
                  <a:pt x="39" y="94"/>
                  <a:pt x="41" y="106"/>
                  <a:pt x="45" y="116"/>
                </a:cubicBezTo>
                <a:cubicBezTo>
                  <a:pt x="38" y="119"/>
                  <a:pt x="30" y="123"/>
                  <a:pt x="23" y="128"/>
                </a:cubicBezTo>
                <a:cubicBezTo>
                  <a:pt x="13" y="116"/>
                  <a:pt x="6" y="100"/>
                  <a:pt x="6" y="83"/>
                </a:cubicBezTo>
                <a:close/>
                <a:moveTo>
                  <a:pt x="24" y="30"/>
                </a:moveTo>
                <a:cubicBezTo>
                  <a:pt x="31" y="35"/>
                  <a:pt x="39" y="38"/>
                  <a:pt x="46" y="41"/>
                </a:cubicBezTo>
                <a:cubicBezTo>
                  <a:pt x="42" y="52"/>
                  <a:pt x="39" y="65"/>
                  <a:pt x="39" y="77"/>
                </a:cubicBezTo>
                <a:cubicBezTo>
                  <a:pt x="6" y="77"/>
                  <a:pt x="6" y="77"/>
                  <a:pt x="6" y="77"/>
                </a:cubicBezTo>
                <a:cubicBezTo>
                  <a:pt x="6" y="59"/>
                  <a:pt x="13" y="43"/>
                  <a:pt x="24" y="30"/>
                </a:cubicBezTo>
                <a:close/>
                <a:moveTo>
                  <a:pt x="154" y="77"/>
                </a:moveTo>
                <a:cubicBezTo>
                  <a:pt x="121" y="77"/>
                  <a:pt x="121" y="77"/>
                  <a:pt x="121" y="77"/>
                </a:cubicBezTo>
                <a:cubicBezTo>
                  <a:pt x="121" y="65"/>
                  <a:pt x="118" y="52"/>
                  <a:pt x="114" y="41"/>
                </a:cubicBezTo>
                <a:cubicBezTo>
                  <a:pt x="121" y="38"/>
                  <a:pt x="129" y="35"/>
                  <a:pt x="136" y="30"/>
                </a:cubicBezTo>
                <a:cubicBezTo>
                  <a:pt x="147" y="43"/>
                  <a:pt x="154" y="59"/>
                  <a:pt x="154" y="77"/>
                </a:cubicBezTo>
                <a:close/>
                <a:moveTo>
                  <a:pt x="77" y="41"/>
                </a:moveTo>
                <a:cubicBezTo>
                  <a:pt x="69" y="41"/>
                  <a:pt x="61" y="40"/>
                  <a:pt x="54" y="38"/>
                </a:cubicBezTo>
                <a:cubicBezTo>
                  <a:pt x="59" y="26"/>
                  <a:pt x="67" y="16"/>
                  <a:pt x="77" y="7"/>
                </a:cubicBezTo>
                <a:lnTo>
                  <a:pt x="77" y="41"/>
                </a:lnTo>
                <a:close/>
                <a:moveTo>
                  <a:pt x="77" y="47"/>
                </a:moveTo>
                <a:cubicBezTo>
                  <a:pt x="77" y="77"/>
                  <a:pt x="77" y="77"/>
                  <a:pt x="77" y="77"/>
                </a:cubicBezTo>
                <a:cubicBezTo>
                  <a:pt x="44" y="77"/>
                  <a:pt x="44" y="77"/>
                  <a:pt x="44" y="77"/>
                </a:cubicBezTo>
                <a:cubicBezTo>
                  <a:pt x="45" y="65"/>
                  <a:pt x="47" y="54"/>
                  <a:pt x="52" y="43"/>
                </a:cubicBezTo>
                <a:cubicBezTo>
                  <a:pt x="60" y="45"/>
                  <a:pt x="68" y="47"/>
                  <a:pt x="77" y="47"/>
                </a:cubicBezTo>
                <a:close/>
                <a:moveTo>
                  <a:pt x="83" y="47"/>
                </a:moveTo>
                <a:cubicBezTo>
                  <a:pt x="92" y="47"/>
                  <a:pt x="100" y="45"/>
                  <a:pt x="108" y="43"/>
                </a:cubicBezTo>
                <a:cubicBezTo>
                  <a:pt x="113" y="54"/>
                  <a:pt x="115" y="65"/>
                  <a:pt x="116" y="77"/>
                </a:cubicBezTo>
                <a:cubicBezTo>
                  <a:pt x="83" y="77"/>
                  <a:pt x="83" y="77"/>
                  <a:pt x="83" y="77"/>
                </a:cubicBezTo>
                <a:lnTo>
                  <a:pt x="83" y="47"/>
                </a:lnTo>
                <a:close/>
                <a:moveTo>
                  <a:pt x="83" y="41"/>
                </a:moveTo>
                <a:cubicBezTo>
                  <a:pt x="83" y="7"/>
                  <a:pt x="83" y="7"/>
                  <a:pt x="83" y="7"/>
                </a:cubicBezTo>
                <a:cubicBezTo>
                  <a:pt x="93" y="16"/>
                  <a:pt x="101" y="26"/>
                  <a:pt x="106" y="38"/>
                </a:cubicBezTo>
                <a:cubicBezTo>
                  <a:pt x="99" y="40"/>
                  <a:pt x="91" y="41"/>
                  <a:pt x="83" y="41"/>
                </a:cubicBezTo>
                <a:close/>
                <a:moveTo>
                  <a:pt x="111" y="36"/>
                </a:moveTo>
                <a:cubicBezTo>
                  <a:pt x="106" y="25"/>
                  <a:pt x="99" y="15"/>
                  <a:pt x="90" y="6"/>
                </a:cubicBezTo>
                <a:cubicBezTo>
                  <a:pt x="106" y="8"/>
                  <a:pt x="120" y="16"/>
                  <a:pt x="132" y="26"/>
                </a:cubicBezTo>
                <a:cubicBezTo>
                  <a:pt x="125" y="30"/>
                  <a:pt x="119" y="34"/>
                  <a:pt x="111" y="36"/>
                </a:cubicBezTo>
                <a:close/>
                <a:moveTo>
                  <a:pt x="49" y="36"/>
                </a:moveTo>
                <a:cubicBezTo>
                  <a:pt x="42" y="34"/>
                  <a:pt x="35" y="30"/>
                  <a:pt x="28" y="26"/>
                </a:cubicBezTo>
                <a:cubicBezTo>
                  <a:pt x="40" y="16"/>
                  <a:pt x="54" y="8"/>
                  <a:pt x="70" y="6"/>
                </a:cubicBezTo>
                <a:cubicBezTo>
                  <a:pt x="61" y="15"/>
                  <a:pt x="54" y="25"/>
                  <a:pt x="49" y="36"/>
                </a:cubicBezTo>
                <a:close/>
                <a:moveTo>
                  <a:pt x="44" y="83"/>
                </a:moveTo>
                <a:cubicBezTo>
                  <a:pt x="77" y="83"/>
                  <a:pt x="77" y="83"/>
                  <a:pt x="77" y="83"/>
                </a:cubicBezTo>
                <a:cubicBezTo>
                  <a:pt x="77" y="110"/>
                  <a:pt x="77" y="110"/>
                  <a:pt x="77" y="110"/>
                </a:cubicBezTo>
                <a:cubicBezTo>
                  <a:pt x="68" y="111"/>
                  <a:pt x="59" y="112"/>
                  <a:pt x="51" y="115"/>
                </a:cubicBezTo>
                <a:cubicBezTo>
                  <a:pt x="47" y="105"/>
                  <a:pt x="45" y="94"/>
                  <a:pt x="44" y="83"/>
                </a:cubicBezTo>
                <a:close/>
                <a:moveTo>
                  <a:pt x="77" y="116"/>
                </a:moveTo>
                <a:cubicBezTo>
                  <a:pt x="77" y="153"/>
                  <a:pt x="77" y="153"/>
                  <a:pt x="77" y="153"/>
                </a:cubicBezTo>
                <a:cubicBezTo>
                  <a:pt x="67" y="143"/>
                  <a:pt x="58" y="132"/>
                  <a:pt x="53" y="120"/>
                </a:cubicBezTo>
                <a:cubicBezTo>
                  <a:pt x="61" y="118"/>
                  <a:pt x="69" y="116"/>
                  <a:pt x="77" y="116"/>
                </a:cubicBezTo>
                <a:close/>
                <a:moveTo>
                  <a:pt x="83" y="153"/>
                </a:moveTo>
                <a:cubicBezTo>
                  <a:pt x="83" y="116"/>
                  <a:pt x="83" y="116"/>
                  <a:pt x="83" y="116"/>
                </a:cubicBezTo>
                <a:cubicBezTo>
                  <a:pt x="91" y="116"/>
                  <a:pt x="99" y="118"/>
                  <a:pt x="107" y="120"/>
                </a:cubicBezTo>
                <a:cubicBezTo>
                  <a:pt x="102" y="132"/>
                  <a:pt x="93" y="143"/>
                  <a:pt x="83" y="153"/>
                </a:cubicBezTo>
                <a:close/>
                <a:moveTo>
                  <a:pt x="83" y="110"/>
                </a:moveTo>
                <a:cubicBezTo>
                  <a:pt x="83" y="83"/>
                  <a:pt x="83" y="83"/>
                  <a:pt x="83" y="83"/>
                </a:cubicBezTo>
                <a:cubicBezTo>
                  <a:pt x="116" y="83"/>
                  <a:pt x="116" y="83"/>
                  <a:pt x="116" y="83"/>
                </a:cubicBezTo>
                <a:cubicBezTo>
                  <a:pt x="115" y="94"/>
                  <a:pt x="113" y="105"/>
                  <a:pt x="109" y="115"/>
                </a:cubicBezTo>
                <a:cubicBezTo>
                  <a:pt x="101" y="112"/>
                  <a:pt x="92" y="111"/>
                  <a:pt x="83" y="110"/>
                </a:cubicBezTo>
                <a:close/>
                <a:moveTo>
                  <a:pt x="121" y="83"/>
                </a:moveTo>
                <a:cubicBezTo>
                  <a:pt x="154" y="83"/>
                  <a:pt x="154" y="83"/>
                  <a:pt x="154" y="83"/>
                </a:cubicBezTo>
                <a:cubicBezTo>
                  <a:pt x="154" y="100"/>
                  <a:pt x="147" y="116"/>
                  <a:pt x="137" y="128"/>
                </a:cubicBezTo>
                <a:cubicBezTo>
                  <a:pt x="130" y="123"/>
                  <a:pt x="122" y="119"/>
                  <a:pt x="115" y="116"/>
                </a:cubicBezTo>
                <a:cubicBezTo>
                  <a:pt x="119" y="106"/>
                  <a:pt x="121" y="94"/>
                  <a:pt x="121" y="83"/>
                </a:cubicBezTo>
                <a:close/>
                <a:moveTo>
                  <a:pt x="27" y="132"/>
                </a:moveTo>
                <a:cubicBezTo>
                  <a:pt x="33" y="128"/>
                  <a:pt x="40" y="124"/>
                  <a:pt x="47" y="122"/>
                </a:cubicBezTo>
                <a:cubicBezTo>
                  <a:pt x="53" y="134"/>
                  <a:pt x="61" y="145"/>
                  <a:pt x="70" y="154"/>
                </a:cubicBezTo>
                <a:cubicBezTo>
                  <a:pt x="53" y="152"/>
                  <a:pt x="38" y="144"/>
                  <a:pt x="27" y="132"/>
                </a:cubicBezTo>
                <a:close/>
                <a:moveTo>
                  <a:pt x="90" y="154"/>
                </a:moveTo>
                <a:cubicBezTo>
                  <a:pt x="99" y="145"/>
                  <a:pt x="107" y="134"/>
                  <a:pt x="113" y="122"/>
                </a:cubicBezTo>
                <a:cubicBezTo>
                  <a:pt x="120" y="124"/>
                  <a:pt x="127" y="128"/>
                  <a:pt x="133" y="132"/>
                </a:cubicBezTo>
                <a:cubicBezTo>
                  <a:pt x="122" y="144"/>
                  <a:pt x="107" y="152"/>
                  <a:pt x="90" y="15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360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9207" y="617112"/>
            <a:ext cx="3891083" cy="2358197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slide</a:t>
            </a:r>
            <a:b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06" y="2282812"/>
            <a:ext cx="3821509" cy="6924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 of sacred music, or a noble picture, or a passage from the grander poets. It always does one good.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2040" y="1790369"/>
            <a:ext cx="2449909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2040" y="1513370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2040" y="2893682"/>
            <a:ext cx="2449909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2040" y="2616683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040" y="3996995"/>
            <a:ext cx="2449909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2040" y="3719996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040" y="5100308"/>
            <a:ext cx="2449909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 like.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2040" y="4823309"/>
            <a:ext cx="148438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spc="1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WRITE TITLE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912" y="1410768"/>
            <a:ext cx="1088439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7AM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912" y="2524537"/>
            <a:ext cx="120545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11AM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912" y="3617841"/>
            <a:ext cx="1048364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2PM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912" y="4697317"/>
            <a:ext cx="1048364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3PM</a:t>
            </a:r>
          </a:p>
        </p:txBody>
      </p:sp>
      <p:pic>
        <p:nvPicPr>
          <p:cNvPr id="5" name="图片占位符 4" descr="图片包含 人员, 室内, 服装, 妇女&#10;&#10;描述已自动生成">
            <a:extLst>
              <a:ext uri="{FF2B5EF4-FFF2-40B4-BE49-F238E27FC236}">
                <a16:creationId xmlns:a16="http://schemas.microsoft.com/office/drawing/2014/main" id="{EE4BFADA-421C-4B04-BE29-E6D56AC42F2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260cb63063794ce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9575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6" grpId="0"/>
      <p:bldP spid="17" grpId="0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 descr="图片包含 天空, 户外, 人员&#10;&#10;描述已自动生成">
            <a:extLst>
              <a:ext uri="{FF2B5EF4-FFF2-40B4-BE49-F238E27FC236}">
                <a16:creationId xmlns:a16="http://schemas.microsoft.com/office/drawing/2014/main" id="{E99B7E15-4890-4E53-84D4-53F37FE7CAB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90d8b995dd4645a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5909" y="1773141"/>
            <a:ext cx="3020271" cy="4283454"/>
          </a:xfrm>
        </p:spPr>
      </p:pic>
      <p:pic>
        <p:nvPicPr>
          <p:cNvPr id="9" name="图片占位符 8" descr="图片包含 人员, 戴着, 妇女, 服装&#10;&#10;描述已自动生成">
            <a:extLst>
              <a:ext uri="{FF2B5EF4-FFF2-40B4-BE49-F238E27FC236}">
                <a16:creationId xmlns:a16="http://schemas.microsoft.com/office/drawing/2014/main" id="{999A9F49-18DF-47C5-B884-76FAEE835A8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9b013a45d4d84b6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83783" y="1773141"/>
            <a:ext cx="3020271" cy="4283454"/>
          </a:xfrm>
        </p:spPr>
      </p:pic>
      <p:pic>
        <p:nvPicPr>
          <p:cNvPr id="14" name="图片占位符 13" descr="图片包含 地面, 道路, 户外, 人员&#10;&#10;描述已自动生成">
            <a:extLst>
              <a:ext uri="{FF2B5EF4-FFF2-40B4-BE49-F238E27FC236}">
                <a16:creationId xmlns:a16="http://schemas.microsoft.com/office/drawing/2014/main" id="{210151C5-CABD-457B-9D7A-6B6FDAD433A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946800b8b29a4a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29807" y="1773141"/>
            <a:ext cx="3020271" cy="428345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9539" y="515684"/>
            <a:ext cx="4358986" cy="821359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Creative  </a:t>
            </a:r>
            <a:r>
              <a:rPr lang="en-US" dirty="0" err="1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porfolio</a:t>
            </a:r>
            <a:endParaRPr lang="en-US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4627" y="5145261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2501" y="5145261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8525" y="5145261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#3</a:t>
            </a:r>
          </a:p>
        </p:txBody>
      </p:sp>
    </p:spTree>
    <p:extLst>
      <p:ext uri="{BB962C8B-B14F-4D97-AF65-F5344CB8AC3E}">
        <p14:creationId xmlns:p14="http://schemas.microsoft.com/office/powerpoint/2010/main" val="90144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物体&#10;&#10;描述已自动生成">
            <a:extLst>
              <a:ext uri="{FF2B5EF4-FFF2-40B4-BE49-F238E27FC236}">
                <a16:creationId xmlns:a16="http://schemas.microsoft.com/office/drawing/2014/main" id="{58F4AE84-96A6-494D-8D7E-4B17616878C4}"/>
              </a:ext>
            </a:extLst>
          </p:cNvPr>
          <p:cNvPicPr>
            <a:picLocks noChangeAspect="1"/>
          </p:cNvPicPr>
          <p:nvPr/>
        </p:nvPicPr>
        <p:blipFill>
          <a:blip r:embed="R048333958e73487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964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D3AE82-9441-4535-8D3A-637CF18F9B8F}"/>
              </a:ext>
            </a:extLst>
          </p:cNvPr>
          <p:cNvSpPr/>
          <p:nvPr/>
        </p:nvSpPr>
        <p:spPr>
          <a:xfrm>
            <a:off x="755248" y="652523"/>
            <a:ext cx="10681503" cy="555295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825425"/>
                </a:gs>
                <a:gs pos="100000">
                  <a:srgbClr val="DCC999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7C3E3-11D4-42D8-A9DE-4223BD08443F}"/>
              </a:ext>
            </a:extLst>
          </p:cNvPr>
          <p:cNvSpPr txBox="1"/>
          <p:nvPr/>
        </p:nvSpPr>
        <p:spPr>
          <a:xfrm>
            <a:off x="1920305" y="1988287"/>
            <a:ext cx="33679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b="1" dirty="0">
                <a:gradFill flip="none" rotWithShape="1"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  <a:tileRect/>
                </a:gradFill>
                <a:cs typeface="+mn-ea"/>
                <a:sym typeface="+mn-lt"/>
              </a:rPr>
              <a:t>03</a:t>
            </a:r>
            <a:endParaRPr lang="zh-CN" altLang="en-US" sz="16600" b="1" dirty="0">
              <a:gradFill flip="none" rotWithShape="1"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6" name="TextBox 363">
            <a:extLst>
              <a:ext uri="{FF2B5EF4-FFF2-40B4-BE49-F238E27FC236}">
                <a16:creationId xmlns:a16="http://schemas.microsoft.com/office/drawing/2014/main" id="{5CD44848-3088-4E5A-B113-33D5050A8AEF}"/>
              </a:ext>
            </a:extLst>
          </p:cNvPr>
          <p:cNvSpPr txBox="1"/>
          <p:nvPr/>
        </p:nvSpPr>
        <p:spPr>
          <a:xfrm>
            <a:off x="6730550" y="3070471"/>
            <a:ext cx="3788688" cy="79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Presentation template for your personal and commercial needs, designed and presented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Aqr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Typeface Lorem ipsum dolor sit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consectetur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adipisicing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elit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sed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TextBox 364">
            <a:extLst>
              <a:ext uri="{FF2B5EF4-FFF2-40B4-BE49-F238E27FC236}">
                <a16:creationId xmlns:a16="http://schemas.microsoft.com/office/drawing/2014/main" id="{825A546E-DE1B-49D9-B789-46F5CC4A4A11}"/>
              </a:ext>
            </a:extLst>
          </p:cNvPr>
          <p:cNvSpPr txBox="1"/>
          <p:nvPr/>
        </p:nvSpPr>
        <p:spPr>
          <a:xfrm>
            <a:off x="5730240" y="1859512"/>
            <a:ext cx="47889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PART THREE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Rounded Rectangle 365">
            <a:extLst>
              <a:ext uri="{FF2B5EF4-FFF2-40B4-BE49-F238E27FC236}">
                <a16:creationId xmlns:a16="http://schemas.microsoft.com/office/drawing/2014/main" id="{491FA489-DC1C-4149-89E7-CADF1D3D6195}"/>
              </a:ext>
            </a:extLst>
          </p:cNvPr>
          <p:cNvSpPr/>
          <p:nvPr/>
        </p:nvSpPr>
        <p:spPr>
          <a:xfrm>
            <a:off x="8429197" y="4248585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  <a:ln w="15875"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Group 366">
            <a:extLst>
              <a:ext uri="{FF2B5EF4-FFF2-40B4-BE49-F238E27FC236}">
                <a16:creationId xmlns:a16="http://schemas.microsoft.com/office/drawing/2014/main" id="{F93B1B2F-403A-441B-B6A4-980FB981C793}"/>
              </a:ext>
            </a:extLst>
          </p:cNvPr>
          <p:cNvGrpSpPr/>
          <p:nvPr/>
        </p:nvGrpSpPr>
        <p:grpSpPr>
          <a:xfrm>
            <a:off x="8837413" y="4332306"/>
            <a:ext cx="1213260" cy="253916"/>
            <a:chOff x="1475556" y="5376158"/>
            <a:chExt cx="1213260" cy="253916"/>
          </a:xfrm>
        </p:grpSpPr>
        <p:sp>
          <p:nvSpPr>
            <p:cNvPr id="10" name="TextBox 367">
              <a:extLst>
                <a:ext uri="{FF2B5EF4-FFF2-40B4-BE49-F238E27FC236}">
                  <a16:creationId xmlns:a16="http://schemas.microsoft.com/office/drawing/2014/main" id="{12856108-20B4-4468-B866-F39DAA7330A2}"/>
                </a:ext>
              </a:extLst>
            </p:cNvPr>
            <p:cNvSpPr txBox="1"/>
            <p:nvPr/>
          </p:nvSpPr>
          <p:spPr>
            <a:xfrm>
              <a:off x="1475556" y="5376158"/>
              <a:ext cx="9380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START HERE</a:t>
              </a:r>
            </a:p>
          </p:txBody>
        </p:sp>
        <p:sp>
          <p:nvSpPr>
            <p:cNvPr id="11" name="Half Frame 368">
              <a:extLst>
                <a:ext uri="{FF2B5EF4-FFF2-40B4-BE49-F238E27FC236}">
                  <a16:creationId xmlns:a16="http://schemas.microsoft.com/office/drawing/2014/main" id="{48439516-38B1-43EB-B6C8-B32F08136D03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8AAD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Group 374">
            <a:extLst>
              <a:ext uri="{FF2B5EF4-FFF2-40B4-BE49-F238E27FC236}">
                <a16:creationId xmlns:a16="http://schemas.microsoft.com/office/drawing/2014/main" id="{9CC1C779-67A6-4D6D-AD55-DAE6AAEEEF86}"/>
              </a:ext>
            </a:extLst>
          </p:cNvPr>
          <p:cNvGrpSpPr/>
          <p:nvPr/>
        </p:nvGrpSpPr>
        <p:grpSpPr>
          <a:xfrm>
            <a:off x="9534518" y="5317440"/>
            <a:ext cx="770836" cy="103545"/>
            <a:chOff x="9359457" y="5484992"/>
            <a:chExt cx="770836" cy="103545"/>
          </a:xfr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</p:grpSpPr>
        <p:sp>
          <p:nvSpPr>
            <p:cNvPr id="13" name="Oval 370">
              <a:extLst>
                <a:ext uri="{FF2B5EF4-FFF2-40B4-BE49-F238E27FC236}">
                  <a16:creationId xmlns:a16="http://schemas.microsoft.com/office/drawing/2014/main" id="{265098B2-7A96-4151-A7F7-6A778719E96A}"/>
                </a:ext>
              </a:extLst>
            </p:cNvPr>
            <p:cNvSpPr/>
            <p:nvPr/>
          </p:nvSpPr>
          <p:spPr>
            <a:xfrm>
              <a:off x="9693103" y="5484992"/>
              <a:ext cx="103545" cy="10354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Oval 371">
              <a:extLst>
                <a:ext uri="{FF2B5EF4-FFF2-40B4-BE49-F238E27FC236}">
                  <a16:creationId xmlns:a16="http://schemas.microsoft.com/office/drawing/2014/main" id="{F3007E59-1B46-4F4E-A3A3-0A1A32E5B18E}"/>
                </a:ext>
              </a:extLst>
            </p:cNvPr>
            <p:cNvSpPr/>
            <p:nvPr/>
          </p:nvSpPr>
          <p:spPr>
            <a:xfrm>
              <a:off x="9359457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Oval 372">
              <a:extLst>
                <a:ext uri="{FF2B5EF4-FFF2-40B4-BE49-F238E27FC236}">
                  <a16:creationId xmlns:a16="http://schemas.microsoft.com/office/drawing/2014/main" id="{9615FE74-9E18-42FC-8C5F-DF2D28DB86C0}"/>
                </a:ext>
              </a:extLst>
            </p:cNvPr>
            <p:cNvSpPr/>
            <p:nvPr/>
          </p:nvSpPr>
          <p:spPr>
            <a:xfrm>
              <a:off x="10034769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4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图片包含 人员, 床, 室内, 妇女&#10;&#10;描述已自动生成">
            <a:extLst>
              <a:ext uri="{FF2B5EF4-FFF2-40B4-BE49-F238E27FC236}">
                <a16:creationId xmlns:a16="http://schemas.microsoft.com/office/drawing/2014/main" id="{17022E0D-AE6F-4950-8E14-17E5CD0A554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f568a7198d3f410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1138" y="1560513"/>
            <a:ext cx="2098675" cy="3736975"/>
          </a:xfrm>
        </p:spPr>
      </p:pic>
      <p:pic>
        <p:nvPicPr>
          <p:cNvPr id="13" name="图片占位符 12" descr="图片包含 笔记本电脑, 人员, 计算机, 室内&#10;&#10;描述已自动生成">
            <a:extLst>
              <a:ext uri="{FF2B5EF4-FFF2-40B4-BE49-F238E27FC236}">
                <a16:creationId xmlns:a16="http://schemas.microsoft.com/office/drawing/2014/main" id="{4B8BAC0D-279B-4A48-B5AF-13641D282BD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192af4f27d8d447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913" y="1560513"/>
            <a:ext cx="2098675" cy="3736975"/>
          </a:xfrm>
        </p:spPr>
      </p:pic>
      <p:pic>
        <p:nvPicPr>
          <p:cNvPr id="15" name="图片占位符 14" descr="图片包含 人员, 戴着, 妇女, 服装&#10;&#10;描述已自动生成">
            <a:extLst>
              <a:ext uri="{FF2B5EF4-FFF2-40B4-BE49-F238E27FC236}">
                <a16:creationId xmlns:a16="http://schemas.microsoft.com/office/drawing/2014/main" id="{6527C136-D449-46A8-BC15-39F60578645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4316e33a63f243e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55075" y="1560513"/>
            <a:ext cx="2098675" cy="3736975"/>
          </a:xfrm>
        </p:spPr>
      </p:pic>
      <p:sp>
        <p:nvSpPr>
          <p:cNvPr id="7" name="Oval 6"/>
          <p:cNvSpPr/>
          <p:nvPr/>
        </p:nvSpPr>
        <p:spPr>
          <a:xfrm>
            <a:off x="7460636" y="3390693"/>
            <a:ext cx="2044043" cy="2044043"/>
          </a:xfrm>
          <a:prstGeom prst="ellipse">
            <a:avLst/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spc="300" dirty="0">
                <a:solidFill>
                  <a:schemeClr val="bg1"/>
                </a:solidFill>
                <a:cs typeface="+mn-ea"/>
                <a:sym typeface="+mn-lt"/>
              </a:rPr>
              <a:t>CLEAN PERFECT</a:t>
            </a:r>
          </a:p>
          <a:p>
            <a:pPr algn="ctr"/>
            <a:r>
              <a:rPr lang="en-US" sz="1600" b="1" spc="300" dirty="0">
                <a:solidFill>
                  <a:schemeClr val="bg1"/>
                </a:solidFill>
                <a:cs typeface="+mn-ea"/>
                <a:sym typeface="+mn-lt"/>
              </a:rPr>
              <a:t>DESIGN</a:t>
            </a:r>
          </a:p>
        </p:txBody>
      </p:sp>
      <p:sp>
        <p:nvSpPr>
          <p:cNvPr id="10" name="Oval 9"/>
          <p:cNvSpPr/>
          <p:nvPr/>
        </p:nvSpPr>
        <p:spPr>
          <a:xfrm>
            <a:off x="539136" y="1108829"/>
            <a:ext cx="2044043" cy="2044043"/>
          </a:xfrm>
          <a:prstGeom prst="ellipse">
            <a:avLst/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spc="300" dirty="0">
                <a:solidFill>
                  <a:srgbClr val="FFFFFF"/>
                </a:solidFill>
                <a:cs typeface="+mn-ea"/>
                <a:sym typeface="+mn-lt"/>
              </a:rPr>
              <a:t>CLEAN PERFECT</a:t>
            </a:r>
          </a:p>
          <a:p>
            <a:pPr algn="ctr"/>
            <a:r>
              <a:rPr lang="en-US" sz="1600" b="1" spc="300" dirty="0">
                <a:solidFill>
                  <a:srgbClr val="FFFFFF"/>
                </a:solidFill>
                <a:cs typeface="+mn-ea"/>
                <a:sym typeface="+mn-lt"/>
              </a:rPr>
              <a:t>DESIGN</a:t>
            </a:r>
          </a:p>
        </p:txBody>
      </p:sp>
      <p:cxnSp>
        <p:nvCxnSpPr>
          <p:cNvPr id="18" name="Straight Connector 17"/>
          <p:cNvCxnSpPr>
            <a:stCxn id="10" idx="6"/>
          </p:cNvCxnSpPr>
          <p:nvPr/>
        </p:nvCxnSpPr>
        <p:spPr>
          <a:xfrm>
            <a:off x="2583179" y="2130851"/>
            <a:ext cx="1524001" cy="0"/>
          </a:xfrm>
          <a:prstGeom prst="line">
            <a:avLst/>
          </a:prstGeom>
          <a:ln w="25400">
            <a:gradFill>
              <a:gsLst>
                <a:gs pos="0">
                  <a:srgbClr val="DBCC74"/>
                </a:gs>
                <a:gs pos="100000">
                  <a:srgbClr val="8F603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936635" y="4412715"/>
            <a:ext cx="15240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占位符 10" descr="图片包含 人员, 树, 户外, 鲜花&#10;&#10;描述已自动生成">
            <a:extLst>
              <a:ext uri="{FF2B5EF4-FFF2-40B4-BE49-F238E27FC236}">
                <a16:creationId xmlns:a16="http://schemas.microsoft.com/office/drawing/2014/main" id="{58AAE5A4-A09A-439A-862C-88E62EFF8C5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1808bb975cdb41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10025" y="1560513"/>
            <a:ext cx="2098675" cy="3736975"/>
          </a:xfrm>
        </p:spPr>
      </p:pic>
    </p:spTree>
    <p:extLst>
      <p:ext uri="{BB962C8B-B14F-4D97-AF65-F5344CB8AC3E}">
        <p14:creationId xmlns:p14="http://schemas.microsoft.com/office/powerpoint/2010/main" val="13865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/>
          <p:cNvSpPr txBox="1">
            <a:spLocks/>
          </p:cNvSpPr>
          <p:nvPr/>
        </p:nvSpPr>
        <p:spPr>
          <a:xfrm>
            <a:off x="1946532" y="5117193"/>
            <a:ext cx="2036470" cy="305913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600">
                <a:solidFill>
                  <a:schemeClr val="tx1"/>
                </a:solidFill>
                <a:latin typeface="Cinzel" charset="0"/>
                <a:ea typeface="Cinzel" charset="0"/>
                <a:cs typeface="Cinzel" charset="0"/>
              </a:defRPr>
            </a:lvl1pPr>
          </a:lstStyle>
          <a:p>
            <a:r>
              <a:rPr lang="en-US" sz="18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Portfolio 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0663" y="5575114"/>
            <a:ext cx="3644288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strain.</a:t>
            </a: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6798209" y="5117193"/>
            <a:ext cx="2036470" cy="305913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600">
                <a:solidFill>
                  <a:schemeClr val="tx1"/>
                </a:solidFill>
                <a:latin typeface="Cinzel" charset="0"/>
                <a:ea typeface="Cinzel" charset="0"/>
                <a:cs typeface="Cinzel" charset="0"/>
              </a:defRPr>
            </a:lvl1pPr>
          </a:lstStyle>
          <a:p>
            <a:r>
              <a:rPr lang="en-US" sz="18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Portfolio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340" y="5575114"/>
            <a:ext cx="3644288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strain.</a:t>
            </a:r>
          </a:p>
        </p:txBody>
      </p:sp>
      <p:pic>
        <p:nvPicPr>
          <p:cNvPr id="5" name="图片占位符 4" descr="图片包含 户外, 树, 道路, 地面&#10;&#10;描述已自动生成">
            <a:extLst>
              <a:ext uri="{FF2B5EF4-FFF2-40B4-BE49-F238E27FC236}">
                <a16:creationId xmlns:a16="http://schemas.microsoft.com/office/drawing/2014/main" id="{86D901EB-3B52-48DB-B1B2-075A83290BB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8b9449b1acf6459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46532" y="1192237"/>
            <a:ext cx="4408489" cy="3629465"/>
          </a:xfrm>
        </p:spPr>
      </p:pic>
      <p:pic>
        <p:nvPicPr>
          <p:cNvPr id="7" name="图片占位符 6" descr="图片包含 人员, 室内, 妇女, 服装&#10;&#10;描述已自动生成">
            <a:extLst>
              <a:ext uri="{FF2B5EF4-FFF2-40B4-BE49-F238E27FC236}">
                <a16:creationId xmlns:a16="http://schemas.microsoft.com/office/drawing/2014/main" id="{E39A4611-E4F2-46F3-8B68-E604C5482AD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ba69ab8f7af747c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12340" y="1192237"/>
            <a:ext cx="4408489" cy="3629465"/>
          </a:xfr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D60A3B95-026A-4B30-AE20-A2CC8EAEE36B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4D3FE0CB-6ECC-4A29-B989-53111BC51CF2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CE620C61-55BB-4494-8946-CD99CC1CF461}"/>
              </a:ext>
            </a:extLst>
          </p:cNvPr>
          <p:cNvCxnSpPr/>
          <p:nvPr/>
        </p:nvCxnSpPr>
        <p:spPr>
          <a:xfrm>
            <a:off x="106532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0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363599" y="4703238"/>
            <a:ext cx="1418658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6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GEORGE KYLLE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8030" y="4990431"/>
            <a:ext cx="1829792" cy="2639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Web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380" y="4703238"/>
            <a:ext cx="1418658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6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GEORGE KYLLE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0811" y="4990431"/>
            <a:ext cx="1829792" cy="2639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Web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7575" y="4703238"/>
            <a:ext cx="1418658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600" b="1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GEORGE KYLLE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2006" y="4990431"/>
            <a:ext cx="1829792" cy="2639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Web designer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5655" y="5487984"/>
            <a:ext cx="2354541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6916" y="5487984"/>
            <a:ext cx="2354541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704" y="5487984"/>
            <a:ext cx="2354541" cy="6739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strain.</a:t>
            </a:r>
          </a:p>
        </p:txBody>
      </p:sp>
      <p:pic>
        <p:nvPicPr>
          <p:cNvPr id="6" name="图片占位符 5" descr="图片包含 天空, 户外, 人员&#10;&#10;描述已自动生成">
            <a:extLst>
              <a:ext uri="{FF2B5EF4-FFF2-40B4-BE49-F238E27FC236}">
                <a16:creationId xmlns:a16="http://schemas.microsoft.com/office/drawing/2014/main" id="{96992377-7E9D-4216-B44F-38CE580FBF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d9dbe203e81a45e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4932" y="1819653"/>
            <a:ext cx="2638602" cy="2638602"/>
          </a:xfrm>
        </p:spPr>
      </p:pic>
      <p:pic>
        <p:nvPicPr>
          <p:cNvPr id="8" name="图片占位符 7" descr="图片包含 人员, 室内, 妇女, 服装&#10;&#10;描述已自动生成">
            <a:extLst>
              <a:ext uri="{FF2B5EF4-FFF2-40B4-BE49-F238E27FC236}">
                <a16:creationId xmlns:a16="http://schemas.microsoft.com/office/drawing/2014/main" id="{AD77E055-6C11-49A0-8035-2FF63BD7656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22742bb6d90242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886" y="1819653"/>
            <a:ext cx="2638602" cy="2638602"/>
          </a:xfrm>
        </p:spPr>
      </p:pic>
      <p:pic>
        <p:nvPicPr>
          <p:cNvPr id="22" name="图片占位符 21" descr="图片包含 地面, 道路, 户外, 人员&#10;&#10;描述已自动生成">
            <a:extLst>
              <a:ext uri="{FF2B5EF4-FFF2-40B4-BE49-F238E27FC236}">
                <a16:creationId xmlns:a16="http://schemas.microsoft.com/office/drawing/2014/main" id="{57D8D1EA-BC89-4AB3-A578-A8EE7E97209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971da9a79b914b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97674" y="1819653"/>
            <a:ext cx="2638602" cy="2638602"/>
          </a:xfrm>
        </p:spPr>
      </p:pic>
      <p:sp>
        <p:nvSpPr>
          <p:cNvPr id="19" name="TextBox 3">
            <a:extLst>
              <a:ext uri="{FF2B5EF4-FFF2-40B4-BE49-F238E27FC236}">
                <a16:creationId xmlns:a16="http://schemas.microsoft.com/office/drawing/2014/main" id="{B8EF94F8-6BFC-427A-B8B1-E10FD2B61831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F2EC43E9-110E-40BD-B67A-3B17F56412C8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21" name="Straight Connector 6">
            <a:extLst>
              <a:ext uri="{FF2B5EF4-FFF2-40B4-BE49-F238E27FC236}">
                <a16:creationId xmlns:a16="http://schemas.microsoft.com/office/drawing/2014/main" id="{346EB214-6279-4CE6-99D1-4535BE0EEA2A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E62E28CC-45FA-4D10-AFE5-9A4C0D998EC2}"/>
              </a:ext>
            </a:extLst>
          </p:cNvPr>
          <p:cNvSpPr txBox="1">
            <a:spLocks/>
          </p:cNvSpPr>
          <p:nvPr/>
        </p:nvSpPr>
        <p:spPr>
          <a:xfrm>
            <a:off x="4221614" y="472115"/>
            <a:ext cx="4358986" cy="82135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Creative </a:t>
            </a:r>
            <a:r>
              <a:rPr lang="en-US" dirty="0" err="1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porfolio</a:t>
            </a:r>
            <a:endParaRPr lang="en-US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51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物体&#10;&#10;描述已自动生成">
            <a:extLst>
              <a:ext uri="{FF2B5EF4-FFF2-40B4-BE49-F238E27FC236}">
                <a16:creationId xmlns:a16="http://schemas.microsoft.com/office/drawing/2014/main" id="{58F4AE84-96A6-494D-8D7E-4B17616878C4}"/>
              </a:ext>
            </a:extLst>
          </p:cNvPr>
          <p:cNvPicPr>
            <a:picLocks noChangeAspect="1"/>
          </p:cNvPicPr>
          <p:nvPr/>
        </p:nvPicPr>
        <p:blipFill>
          <a:blip r:embed="R3d5f82a86774498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964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D3AE82-9441-4535-8D3A-637CF18F9B8F}"/>
              </a:ext>
            </a:extLst>
          </p:cNvPr>
          <p:cNvSpPr/>
          <p:nvPr/>
        </p:nvSpPr>
        <p:spPr>
          <a:xfrm>
            <a:off x="755248" y="652523"/>
            <a:ext cx="10681503" cy="555295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825425"/>
                </a:gs>
                <a:gs pos="100000">
                  <a:srgbClr val="DCC999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7C3E3-11D4-42D8-A9DE-4223BD08443F}"/>
              </a:ext>
            </a:extLst>
          </p:cNvPr>
          <p:cNvSpPr txBox="1"/>
          <p:nvPr/>
        </p:nvSpPr>
        <p:spPr>
          <a:xfrm>
            <a:off x="1920305" y="1988287"/>
            <a:ext cx="33679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b="1" dirty="0">
                <a:gradFill flip="none" rotWithShape="1"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  <a:tileRect/>
                </a:gradFill>
                <a:cs typeface="+mn-ea"/>
                <a:sym typeface="+mn-lt"/>
              </a:rPr>
              <a:t>04</a:t>
            </a:r>
            <a:endParaRPr lang="zh-CN" altLang="en-US" sz="16600" b="1" dirty="0">
              <a:gradFill flip="none" rotWithShape="1"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6" name="TextBox 363">
            <a:extLst>
              <a:ext uri="{FF2B5EF4-FFF2-40B4-BE49-F238E27FC236}">
                <a16:creationId xmlns:a16="http://schemas.microsoft.com/office/drawing/2014/main" id="{5CD44848-3088-4E5A-B113-33D5050A8AEF}"/>
              </a:ext>
            </a:extLst>
          </p:cNvPr>
          <p:cNvSpPr txBox="1"/>
          <p:nvPr/>
        </p:nvSpPr>
        <p:spPr>
          <a:xfrm>
            <a:off x="6730550" y="3070471"/>
            <a:ext cx="3788688" cy="79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Presentation template for your personal and commercial needs, designed and presented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Aqr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Typeface Lorem ipsum dolor sit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consectetur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adipisicing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elit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sed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TextBox 364">
            <a:extLst>
              <a:ext uri="{FF2B5EF4-FFF2-40B4-BE49-F238E27FC236}">
                <a16:creationId xmlns:a16="http://schemas.microsoft.com/office/drawing/2014/main" id="{825A546E-DE1B-49D9-B789-46F5CC4A4A11}"/>
              </a:ext>
            </a:extLst>
          </p:cNvPr>
          <p:cNvSpPr txBox="1"/>
          <p:nvPr/>
        </p:nvSpPr>
        <p:spPr>
          <a:xfrm>
            <a:off x="6248400" y="1859512"/>
            <a:ext cx="4280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PART FOUR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Rounded Rectangle 365">
            <a:extLst>
              <a:ext uri="{FF2B5EF4-FFF2-40B4-BE49-F238E27FC236}">
                <a16:creationId xmlns:a16="http://schemas.microsoft.com/office/drawing/2014/main" id="{491FA489-DC1C-4149-89E7-CADF1D3D6195}"/>
              </a:ext>
            </a:extLst>
          </p:cNvPr>
          <p:cNvSpPr/>
          <p:nvPr/>
        </p:nvSpPr>
        <p:spPr>
          <a:xfrm>
            <a:off x="8429197" y="4248585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  <a:ln w="15875"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Group 366">
            <a:extLst>
              <a:ext uri="{FF2B5EF4-FFF2-40B4-BE49-F238E27FC236}">
                <a16:creationId xmlns:a16="http://schemas.microsoft.com/office/drawing/2014/main" id="{F93B1B2F-403A-441B-B6A4-980FB981C793}"/>
              </a:ext>
            </a:extLst>
          </p:cNvPr>
          <p:cNvGrpSpPr/>
          <p:nvPr/>
        </p:nvGrpSpPr>
        <p:grpSpPr>
          <a:xfrm>
            <a:off x="8837413" y="4332306"/>
            <a:ext cx="1213260" cy="253916"/>
            <a:chOff x="1475556" y="5376158"/>
            <a:chExt cx="1213260" cy="253916"/>
          </a:xfrm>
        </p:grpSpPr>
        <p:sp>
          <p:nvSpPr>
            <p:cNvPr id="10" name="TextBox 367">
              <a:extLst>
                <a:ext uri="{FF2B5EF4-FFF2-40B4-BE49-F238E27FC236}">
                  <a16:creationId xmlns:a16="http://schemas.microsoft.com/office/drawing/2014/main" id="{12856108-20B4-4468-B866-F39DAA7330A2}"/>
                </a:ext>
              </a:extLst>
            </p:cNvPr>
            <p:cNvSpPr txBox="1"/>
            <p:nvPr/>
          </p:nvSpPr>
          <p:spPr>
            <a:xfrm>
              <a:off x="1475556" y="5376158"/>
              <a:ext cx="9380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START HERE</a:t>
              </a:r>
            </a:p>
          </p:txBody>
        </p:sp>
        <p:sp>
          <p:nvSpPr>
            <p:cNvPr id="11" name="Half Frame 368">
              <a:extLst>
                <a:ext uri="{FF2B5EF4-FFF2-40B4-BE49-F238E27FC236}">
                  <a16:creationId xmlns:a16="http://schemas.microsoft.com/office/drawing/2014/main" id="{48439516-38B1-43EB-B6C8-B32F08136D03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8AAD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Group 374">
            <a:extLst>
              <a:ext uri="{FF2B5EF4-FFF2-40B4-BE49-F238E27FC236}">
                <a16:creationId xmlns:a16="http://schemas.microsoft.com/office/drawing/2014/main" id="{9CC1C779-67A6-4D6D-AD55-DAE6AAEEEF86}"/>
              </a:ext>
            </a:extLst>
          </p:cNvPr>
          <p:cNvGrpSpPr/>
          <p:nvPr/>
        </p:nvGrpSpPr>
        <p:grpSpPr>
          <a:xfrm>
            <a:off x="9534518" y="5317440"/>
            <a:ext cx="770836" cy="103545"/>
            <a:chOff x="9359457" y="5484992"/>
            <a:chExt cx="770836" cy="103545"/>
          </a:xfr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</p:grpSpPr>
        <p:sp>
          <p:nvSpPr>
            <p:cNvPr id="13" name="Oval 370">
              <a:extLst>
                <a:ext uri="{FF2B5EF4-FFF2-40B4-BE49-F238E27FC236}">
                  <a16:creationId xmlns:a16="http://schemas.microsoft.com/office/drawing/2014/main" id="{265098B2-7A96-4151-A7F7-6A778719E96A}"/>
                </a:ext>
              </a:extLst>
            </p:cNvPr>
            <p:cNvSpPr/>
            <p:nvPr/>
          </p:nvSpPr>
          <p:spPr>
            <a:xfrm>
              <a:off x="9693103" y="5484992"/>
              <a:ext cx="103545" cy="10354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Oval 371">
              <a:extLst>
                <a:ext uri="{FF2B5EF4-FFF2-40B4-BE49-F238E27FC236}">
                  <a16:creationId xmlns:a16="http://schemas.microsoft.com/office/drawing/2014/main" id="{F3007E59-1B46-4F4E-A3A3-0A1A32E5B18E}"/>
                </a:ext>
              </a:extLst>
            </p:cNvPr>
            <p:cNvSpPr/>
            <p:nvPr/>
          </p:nvSpPr>
          <p:spPr>
            <a:xfrm>
              <a:off x="9359457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Oval 372">
              <a:extLst>
                <a:ext uri="{FF2B5EF4-FFF2-40B4-BE49-F238E27FC236}">
                  <a16:creationId xmlns:a16="http://schemas.microsoft.com/office/drawing/2014/main" id="{9615FE74-9E18-42FC-8C5F-DF2D28DB86C0}"/>
                </a:ext>
              </a:extLst>
            </p:cNvPr>
            <p:cNvSpPr/>
            <p:nvPr/>
          </p:nvSpPr>
          <p:spPr>
            <a:xfrm>
              <a:off x="10034769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40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/>
          <p:cNvSpPr txBox="1">
            <a:spLocks/>
          </p:cNvSpPr>
          <p:nvPr/>
        </p:nvSpPr>
        <p:spPr>
          <a:xfrm>
            <a:off x="2768926" y="4055076"/>
            <a:ext cx="6654147" cy="168818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600">
                <a:solidFill>
                  <a:schemeClr val="tx1"/>
                </a:solidFill>
                <a:latin typeface="Cinzel" charset="0"/>
                <a:ea typeface="Cinzel" charset="0"/>
                <a:cs typeface="Cinzel" charset="0"/>
              </a:defRPr>
            </a:lvl1pPr>
          </a:lstStyle>
          <a:p>
            <a:r>
              <a:rPr lang="en-US" sz="3600" b="1" spc="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”All their Equipment and Instruments Are alive”</a:t>
            </a:r>
          </a:p>
        </p:txBody>
      </p:sp>
      <p:pic>
        <p:nvPicPr>
          <p:cNvPr id="9" name="图片占位符 8" descr="图片包含 天空, 户外, 人员&#10;&#10;描述已自动生成">
            <a:extLst>
              <a:ext uri="{FF2B5EF4-FFF2-40B4-BE49-F238E27FC236}">
                <a16:creationId xmlns:a16="http://schemas.microsoft.com/office/drawing/2014/main" id="{BD01253C-C4D1-4DB6-87E5-D8B257C5694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3a066b8209ed452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68600" y="0"/>
            <a:ext cx="6654800" cy="3402013"/>
          </a:xfr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A02EBCBF-CFED-4B03-907C-2C377510735A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891933C-547F-4537-8104-DE22F266503B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BDB492B5-AC04-429F-B8A7-8F6784FB2B41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374">
            <a:extLst>
              <a:ext uri="{FF2B5EF4-FFF2-40B4-BE49-F238E27FC236}">
                <a16:creationId xmlns:a16="http://schemas.microsoft.com/office/drawing/2014/main" id="{E6EE168F-02C5-4553-A436-8366CD9341D1}"/>
              </a:ext>
            </a:extLst>
          </p:cNvPr>
          <p:cNvGrpSpPr/>
          <p:nvPr/>
        </p:nvGrpSpPr>
        <p:grpSpPr>
          <a:xfrm>
            <a:off x="7397493" y="5691727"/>
            <a:ext cx="4051160" cy="544185"/>
            <a:chOff x="9359457" y="5484992"/>
            <a:chExt cx="770836" cy="103545"/>
          </a:xfr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</p:grpSpPr>
        <p:sp>
          <p:nvSpPr>
            <p:cNvPr id="11" name="Oval 370">
              <a:extLst>
                <a:ext uri="{FF2B5EF4-FFF2-40B4-BE49-F238E27FC236}">
                  <a16:creationId xmlns:a16="http://schemas.microsoft.com/office/drawing/2014/main" id="{EC47F3C9-A185-48F8-A1A0-433D90F16835}"/>
                </a:ext>
              </a:extLst>
            </p:cNvPr>
            <p:cNvSpPr/>
            <p:nvPr/>
          </p:nvSpPr>
          <p:spPr>
            <a:xfrm>
              <a:off x="9693103" y="5484992"/>
              <a:ext cx="103545" cy="10354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Oval 371">
              <a:extLst>
                <a:ext uri="{FF2B5EF4-FFF2-40B4-BE49-F238E27FC236}">
                  <a16:creationId xmlns:a16="http://schemas.microsoft.com/office/drawing/2014/main" id="{A0C653E3-1650-413B-B8E8-BA10927487A8}"/>
                </a:ext>
              </a:extLst>
            </p:cNvPr>
            <p:cNvSpPr/>
            <p:nvPr/>
          </p:nvSpPr>
          <p:spPr>
            <a:xfrm>
              <a:off x="9359457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Oval 372">
              <a:extLst>
                <a:ext uri="{FF2B5EF4-FFF2-40B4-BE49-F238E27FC236}">
                  <a16:creationId xmlns:a16="http://schemas.microsoft.com/office/drawing/2014/main" id="{05080633-7414-4E59-B1A2-8072FEE0670E}"/>
                </a:ext>
              </a:extLst>
            </p:cNvPr>
            <p:cNvSpPr/>
            <p:nvPr/>
          </p:nvSpPr>
          <p:spPr>
            <a:xfrm>
              <a:off x="10034769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242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606" y="472852"/>
            <a:ext cx="3891083" cy="2358197"/>
          </a:xfrm>
        </p:spPr>
        <p:txBody>
          <a:bodyPr>
            <a:normAutofit/>
          </a:bodyPr>
          <a:lstStyle/>
          <a:p>
            <a:r>
              <a:rPr lang="en-US" sz="6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smart art</a:t>
            </a:r>
            <a:br>
              <a:rPr lang="en-US" sz="6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sz="6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2606" y="4735151"/>
            <a:ext cx="136736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SECTION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2606" y="5119938"/>
            <a:ext cx="1810857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1987" y="4735151"/>
            <a:ext cx="139781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SECTION 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1987" y="5119938"/>
            <a:ext cx="1810857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769" y="4718021"/>
            <a:ext cx="139781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SECTION #3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769" y="5102808"/>
            <a:ext cx="1810857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9553" y="4718021"/>
            <a:ext cx="1401025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SECTION #4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9553" y="5102808"/>
            <a:ext cx="1810857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purify.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A7A5457C-190D-478A-B6E3-A324FF61034B}"/>
              </a:ext>
            </a:extLst>
          </p:cNvPr>
          <p:cNvSpPr/>
          <p:nvPr/>
        </p:nvSpPr>
        <p:spPr>
          <a:xfrm>
            <a:off x="1605293" y="3170501"/>
            <a:ext cx="2696524" cy="1078609"/>
          </a:xfrm>
          <a:custGeom>
            <a:avLst/>
            <a:gdLst>
              <a:gd name="connsiteX0" fmla="*/ 0 w 2696524"/>
              <a:gd name="connsiteY0" fmla="*/ 0 h 1078609"/>
              <a:gd name="connsiteX1" fmla="*/ 2157220 w 2696524"/>
              <a:gd name="connsiteY1" fmla="*/ 0 h 1078609"/>
              <a:gd name="connsiteX2" fmla="*/ 2696524 w 2696524"/>
              <a:gd name="connsiteY2" fmla="*/ 539305 h 1078609"/>
              <a:gd name="connsiteX3" fmla="*/ 2157220 w 2696524"/>
              <a:gd name="connsiteY3" fmla="*/ 1078609 h 1078609"/>
              <a:gd name="connsiteX4" fmla="*/ 0 w 2696524"/>
              <a:gd name="connsiteY4" fmla="*/ 1078609 h 1078609"/>
              <a:gd name="connsiteX5" fmla="*/ 0 w 2696524"/>
              <a:gd name="connsiteY5" fmla="*/ 0 h 107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6524" h="1078609">
                <a:moveTo>
                  <a:pt x="0" y="0"/>
                </a:moveTo>
                <a:lnTo>
                  <a:pt x="2157220" y="0"/>
                </a:lnTo>
                <a:lnTo>
                  <a:pt x="2696524" y="539305"/>
                </a:lnTo>
                <a:lnTo>
                  <a:pt x="2157220" y="1078609"/>
                </a:lnTo>
                <a:lnTo>
                  <a:pt x="0" y="107860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008" tIns="32004" rIns="285654" bIns="32004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rgbClr val="FFFFFF"/>
                </a:solidFill>
                <a:cs typeface="+mn-ea"/>
                <a:sym typeface="+mn-lt"/>
              </a:rPr>
              <a:t>SECTION #1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60E78F4-7CEE-423D-8457-CE0F656DE159}"/>
              </a:ext>
            </a:extLst>
          </p:cNvPr>
          <p:cNvSpPr/>
          <p:nvPr/>
        </p:nvSpPr>
        <p:spPr>
          <a:xfrm>
            <a:off x="3991112" y="3170501"/>
            <a:ext cx="2696524" cy="1078609"/>
          </a:xfrm>
          <a:custGeom>
            <a:avLst/>
            <a:gdLst>
              <a:gd name="connsiteX0" fmla="*/ 0 w 2696524"/>
              <a:gd name="connsiteY0" fmla="*/ 0 h 1078609"/>
              <a:gd name="connsiteX1" fmla="*/ 2157220 w 2696524"/>
              <a:gd name="connsiteY1" fmla="*/ 0 h 1078609"/>
              <a:gd name="connsiteX2" fmla="*/ 2696524 w 2696524"/>
              <a:gd name="connsiteY2" fmla="*/ 539305 h 1078609"/>
              <a:gd name="connsiteX3" fmla="*/ 2157220 w 2696524"/>
              <a:gd name="connsiteY3" fmla="*/ 1078609 h 1078609"/>
              <a:gd name="connsiteX4" fmla="*/ 0 w 2696524"/>
              <a:gd name="connsiteY4" fmla="*/ 1078609 h 1078609"/>
              <a:gd name="connsiteX5" fmla="*/ 539305 w 2696524"/>
              <a:gd name="connsiteY5" fmla="*/ 539305 h 1078609"/>
              <a:gd name="connsiteX6" fmla="*/ 0 w 2696524"/>
              <a:gd name="connsiteY6" fmla="*/ 0 h 107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6524" h="1078609">
                <a:moveTo>
                  <a:pt x="0" y="0"/>
                </a:moveTo>
                <a:lnTo>
                  <a:pt x="2157220" y="0"/>
                </a:lnTo>
                <a:lnTo>
                  <a:pt x="2696524" y="539305"/>
                </a:lnTo>
                <a:lnTo>
                  <a:pt x="2157220" y="1078609"/>
                </a:lnTo>
                <a:lnTo>
                  <a:pt x="0" y="1078609"/>
                </a:lnTo>
                <a:lnTo>
                  <a:pt x="539305" y="53930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7311" tIns="32004" rIns="555306" bIns="32004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cs typeface="+mn-ea"/>
                <a:sym typeface="+mn-lt"/>
              </a:rPr>
              <a:t>SECTION #2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BE2B24-10EB-4095-872F-C0C55DE52BD1}"/>
              </a:ext>
            </a:extLst>
          </p:cNvPr>
          <p:cNvSpPr/>
          <p:nvPr/>
        </p:nvSpPr>
        <p:spPr>
          <a:xfrm>
            <a:off x="6406333" y="3153371"/>
            <a:ext cx="2696524" cy="1078609"/>
          </a:xfrm>
          <a:custGeom>
            <a:avLst/>
            <a:gdLst>
              <a:gd name="connsiteX0" fmla="*/ 0 w 2696524"/>
              <a:gd name="connsiteY0" fmla="*/ 0 h 1078609"/>
              <a:gd name="connsiteX1" fmla="*/ 2157220 w 2696524"/>
              <a:gd name="connsiteY1" fmla="*/ 0 h 1078609"/>
              <a:gd name="connsiteX2" fmla="*/ 2696524 w 2696524"/>
              <a:gd name="connsiteY2" fmla="*/ 539305 h 1078609"/>
              <a:gd name="connsiteX3" fmla="*/ 2157220 w 2696524"/>
              <a:gd name="connsiteY3" fmla="*/ 1078609 h 1078609"/>
              <a:gd name="connsiteX4" fmla="*/ 0 w 2696524"/>
              <a:gd name="connsiteY4" fmla="*/ 1078609 h 1078609"/>
              <a:gd name="connsiteX5" fmla="*/ 539305 w 2696524"/>
              <a:gd name="connsiteY5" fmla="*/ 539305 h 1078609"/>
              <a:gd name="connsiteX6" fmla="*/ 0 w 2696524"/>
              <a:gd name="connsiteY6" fmla="*/ 0 h 107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6524" h="1078609">
                <a:moveTo>
                  <a:pt x="0" y="0"/>
                </a:moveTo>
                <a:lnTo>
                  <a:pt x="2157220" y="0"/>
                </a:lnTo>
                <a:lnTo>
                  <a:pt x="2696524" y="539305"/>
                </a:lnTo>
                <a:lnTo>
                  <a:pt x="2157220" y="1078609"/>
                </a:lnTo>
                <a:lnTo>
                  <a:pt x="0" y="1078609"/>
                </a:lnTo>
                <a:lnTo>
                  <a:pt x="539305" y="53930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7311" tIns="32004" rIns="555306" bIns="32004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cs typeface="+mn-ea"/>
                <a:sym typeface="+mn-lt"/>
              </a:rPr>
              <a:t>SECTION #3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869B311-F770-42E4-B1AE-A5784A1DAE5D}"/>
              </a:ext>
            </a:extLst>
          </p:cNvPr>
          <p:cNvSpPr/>
          <p:nvPr/>
        </p:nvSpPr>
        <p:spPr>
          <a:xfrm>
            <a:off x="8821554" y="3153371"/>
            <a:ext cx="2696524" cy="1078609"/>
          </a:xfrm>
          <a:custGeom>
            <a:avLst/>
            <a:gdLst>
              <a:gd name="connsiteX0" fmla="*/ 0 w 2696524"/>
              <a:gd name="connsiteY0" fmla="*/ 0 h 1078609"/>
              <a:gd name="connsiteX1" fmla="*/ 2157220 w 2696524"/>
              <a:gd name="connsiteY1" fmla="*/ 0 h 1078609"/>
              <a:gd name="connsiteX2" fmla="*/ 2696524 w 2696524"/>
              <a:gd name="connsiteY2" fmla="*/ 539305 h 1078609"/>
              <a:gd name="connsiteX3" fmla="*/ 2157220 w 2696524"/>
              <a:gd name="connsiteY3" fmla="*/ 1078609 h 1078609"/>
              <a:gd name="connsiteX4" fmla="*/ 0 w 2696524"/>
              <a:gd name="connsiteY4" fmla="*/ 1078609 h 1078609"/>
              <a:gd name="connsiteX5" fmla="*/ 539305 w 2696524"/>
              <a:gd name="connsiteY5" fmla="*/ 539305 h 1078609"/>
              <a:gd name="connsiteX6" fmla="*/ 0 w 2696524"/>
              <a:gd name="connsiteY6" fmla="*/ 0 h 107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6524" h="1078609">
                <a:moveTo>
                  <a:pt x="0" y="0"/>
                </a:moveTo>
                <a:lnTo>
                  <a:pt x="2157220" y="0"/>
                </a:lnTo>
                <a:lnTo>
                  <a:pt x="2696524" y="539305"/>
                </a:lnTo>
                <a:lnTo>
                  <a:pt x="2157220" y="1078609"/>
                </a:lnTo>
                <a:lnTo>
                  <a:pt x="0" y="1078609"/>
                </a:lnTo>
                <a:lnTo>
                  <a:pt x="539305" y="53930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7311" tIns="32004" rIns="555306" bIns="32004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cs typeface="+mn-ea"/>
                <a:sym typeface="+mn-lt"/>
              </a:rPr>
              <a:t>SECTION #4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DEE40BD5-7035-43FD-B61E-8C77177A9399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DA9812D-4329-4500-96F1-D0634639F4B4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8DBB5791-B1B2-4AF3-8D52-58BBF1B3A1AA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08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4" grpId="0" animBg="1"/>
      <p:bldP spid="16" grpId="0" animBg="1"/>
      <p:bldP spid="17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4824" y="840930"/>
            <a:ext cx="3891083" cy="2358197"/>
          </a:xfrm>
        </p:spPr>
        <p:txBody>
          <a:bodyPr>
            <a:normAutofit/>
          </a:bodyPr>
          <a:lstStyle/>
          <a:p>
            <a:r>
              <a:rPr lang="en-US" sz="44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smart art</a:t>
            </a:r>
            <a:br>
              <a:rPr lang="en-US" sz="44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sz="44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slides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31662244"/>
              </p:ext>
            </p:extLst>
          </p:nvPr>
        </p:nvGraphicFramePr>
        <p:xfrm>
          <a:off x="4676965" y="1081044"/>
          <a:ext cx="7332119" cy="4888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b9233b1a9f584fc4" r:lo="R6a3a6f1e7fdf401c" r:qs="R0be381f3e7eb4b6b" r:cs="R08b46e71bcee491f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052517" y="2431492"/>
            <a:ext cx="2698388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 of sacred music, or a noble picture, or a passage from the grander poets. It always does one good.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276910" y="3926137"/>
            <a:ext cx="1269579" cy="863552"/>
            <a:chOff x="8108760" y="2721114"/>
            <a:chExt cx="1269579" cy="863552"/>
          </a:xfrm>
        </p:grpSpPr>
        <p:sp>
          <p:nvSpPr>
            <p:cNvPr id="14" name="TextBox 13"/>
            <p:cNvSpPr txBox="1"/>
            <p:nvPr/>
          </p:nvSpPr>
          <p:spPr>
            <a:xfrm>
              <a:off x="8108760" y="2721114"/>
              <a:ext cx="1157368" cy="70788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0" b="1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400K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8761" y="3338445"/>
              <a:ext cx="1269578" cy="24622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000" b="1" spc="100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WRITE TITLE HERE</a:t>
              </a:r>
            </a:p>
          </p:txBody>
        </p:sp>
      </p:grpSp>
      <p:sp>
        <p:nvSpPr>
          <p:cNvPr id="16" name="Freeform 849"/>
          <p:cNvSpPr>
            <a:spLocks noEditPoints="1"/>
          </p:cNvSpPr>
          <p:nvPr/>
        </p:nvSpPr>
        <p:spPr bwMode="auto">
          <a:xfrm>
            <a:off x="2052517" y="5257946"/>
            <a:ext cx="558800" cy="558800"/>
          </a:xfrm>
          <a:custGeom>
            <a:avLst/>
            <a:gdLst>
              <a:gd name="T0" fmla="*/ 85 w 164"/>
              <a:gd name="T1" fmla="*/ 74 h 162"/>
              <a:gd name="T2" fmla="*/ 79 w 164"/>
              <a:gd name="T3" fmla="*/ 46 h 162"/>
              <a:gd name="T4" fmla="*/ 82 w 164"/>
              <a:gd name="T5" fmla="*/ 96 h 162"/>
              <a:gd name="T6" fmla="*/ 115 w 164"/>
              <a:gd name="T7" fmla="*/ 85 h 162"/>
              <a:gd name="T8" fmla="*/ 76 w 164"/>
              <a:gd name="T9" fmla="*/ 85 h 162"/>
              <a:gd name="T10" fmla="*/ 82 w 164"/>
              <a:gd name="T11" fmla="*/ 90 h 162"/>
              <a:gd name="T12" fmla="*/ 153 w 164"/>
              <a:gd name="T13" fmla="*/ 41 h 162"/>
              <a:gd name="T14" fmla="*/ 123 w 164"/>
              <a:gd name="T15" fmla="*/ 9 h 162"/>
              <a:gd name="T16" fmla="*/ 136 w 164"/>
              <a:gd name="T17" fmla="*/ 25 h 162"/>
              <a:gd name="T18" fmla="*/ 32 w 164"/>
              <a:gd name="T19" fmla="*/ 30 h 162"/>
              <a:gd name="T20" fmla="*/ 41 w 164"/>
              <a:gd name="T21" fmla="*/ 10 h 162"/>
              <a:gd name="T22" fmla="*/ 9 w 164"/>
              <a:gd name="T23" fmla="*/ 40 h 162"/>
              <a:gd name="T24" fmla="*/ 24 w 164"/>
              <a:gd name="T25" fmla="*/ 29 h 162"/>
              <a:gd name="T26" fmla="*/ 44 w 164"/>
              <a:gd name="T27" fmla="*/ 149 h 162"/>
              <a:gd name="T28" fmla="*/ 38 w 164"/>
              <a:gd name="T29" fmla="*/ 162 h 162"/>
              <a:gd name="T30" fmla="*/ 82 w 164"/>
              <a:gd name="T31" fmla="*/ 159 h 162"/>
              <a:gd name="T32" fmla="*/ 126 w 164"/>
              <a:gd name="T33" fmla="*/ 162 h 162"/>
              <a:gd name="T34" fmla="*/ 119 w 164"/>
              <a:gd name="T35" fmla="*/ 149 h 162"/>
              <a:gd name="T36" fmla="*/ 140 w 164"/>
              <a:gd name="T37" fmla="*/ 29 h 162"/>
              <a:gd name="T38" fmla="*/ 129 w 164"/>
              <a:gd name="T39" fmla="*/ 11 h 162"/>
              <a:gd name="T40" fmla="*/ 12 w 164"/>
              <a:gd name="T41" fmla="*/ 12 h 162"/>
              <a:gd name="T42" fmla="*/ 82 w 164"/>
              <a:gd name="T43" fmla="*/ 154 h 162"/>
              <a:gd name="T44" fmla="*/ 151 w 164"/>
              <a:gd name="T45" fmla="*/ 85 h 162"/>
              <a:gd name="T46" fmla="*/ 114 w 164"/>
              <a:gd name="T47" fmla="*/ 30 h 162"/>
              <a:gd name="T48" fmla="*/ 82 w 164"/>
              <a:gd name="T49" fmla="*/ 22 h 162"/>
              <a:gd name="T50" fmla="*/ 50 w 164"/>
              <a:gd name="T51" fmla="*/ 30 h 162"/>
              <a:gd name="T52" fmla="*/ 27 w 164"/>
              <a:gd name="T53" fmla="*/ 53 h 162"/>
              <a:gd name="T54" fmla="*/ 27 w 164"/>
              <a:gd name="T55" fmla="*/ 117 h 162"/>
              <a:gd name="T56" fmla="*/ 50 w 164"/>
              <a:gd name="T57" fmla="*/ 140 h 162"/>
              <a:gd name="T58" fmla="*/ 113 w 164"/>
              <a:gd name="T59" fmla="*/ 140 h 162"/>
              <a:gd name="T60" fmla="*/ 136 w 164"/>
              <a:gd name="T61" fmla="*/ 117 h 162"/>
              <a:gd name="T62" fmla="*/ 145 w 164"/>
              <a:gd name="T63" fmla="*/ 85 h 162"/>
              <a:gd name="T64" fmla="*/ 136 w 164"/>
              <a:gd name="T65" fmla="*/ 53 h 162"/>
              <a:gd name="T66" fmla="*/ 108 w 164"/>
              <a:gd name="T67" fmla="*/ 130 h 162"/>
              <a:gd name="T68" fmla="*/ 85 w 164"/>
              <a:gd name="T69" fmla="*/ 143 h 162"/>
              <a:gd name="T70" fmla="*/ 79 w 164"/>
              <a:gd name="T71" fmla="*/ 140 h 162"/>
              <a:gd name="T72" fmla="*/ 57 w 164"/>
              <a:gd name="T73" fmla="*/ 134 h 162"/>
              <a:gd name="T74" fmla="*/ 51 w 164"/>
              <a:gd name="T75" fmla="*/ 134 h 162"/>
              <a:gd name="T76" fmla="*/ 37 w 164"/>
              <a:gd name="T77" fmla="*/ 111 h 162"/>
              <a:gd name="T78" fmla="*/ 24 w 164"/>
              <a:gd name="T79" fmla="*/ 88 h 162"/>
              <a:gd name="T80" fmla="*/ 27 w 164"/>
              <a:gd name="T81" fmla="*/ 82 h 162"/>
              <a:gd name="T82" fmla="*/ 33 w 164"/>
              <a:gd name="T83" fmla="*/ 60 h 162"/>
              <a:gd name="T84" fmla="*/ 36 w 164"/>
              <a:gd name="T85" fmla="*/ 55 h 162"/>
              <a:gd name="T86" fmla="*/ 52 w 164"/>
              <a:gd name="T87" fmla="*/ 39 h 162"/>
              <a:gd name="T88" fmla="*/ 57 w 164"/>
              <a:gd name="T89" fmla="*/ 36 h 162"/>
              <a:gd name="T90" fmla="*/ 79 w 164"/>
              <a:gd name="T91" fmla="*/ 30 h 162"/>
              <a:gd name="T92" fmla="*/ 85 w 164"/>
              <a:gd name="T93" fmla="*/ 27 h 162"/>
              <a:gd name="T94" fmla="*/ 108 w 164"/>
              <a:gd name="T95" fmla="*/ 40 h 162"/>
              <a:gd name="T96" fmla="*/ 113 w 164"/>
              <a:gd name="T97" fmla="*/ 36 h 162"/>
              <a:gd name="T98" fmla="*/ 127 w 164"/>
              <a:gd name="T99" fmla="*/ 59 h 162"/>
              <a:gd name="T100" fmla="*/ 133 w 164"/>
              <a:gd name="T101" fmla="*/ 59 h 162"/>
              <a:gd name="T102" fmla="*/ 134 w 164"/>
              <a:gd name="T103" fmla="*/ 85 h 162"/>
              <a:gd name="T104" fmla="*/ 133 w 164"/>
              <a:gd name="T105" fmla="*/ 111 h 162"/>
              <a:gd name="T106" fmla="*/ 128 w 164"/>
              <a:gd name="T107" fmla="*/ 115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4" h="162">
                <a:moveTo>
                  <a:pt x="112" y="82"/>
                </a:moveTo>
                <a:cubicBezTo>
                  <a:pt x="92" y="82"/>
                  <a:pt x="92" y="82"/>
                  <a:pt x="92" y="82"/>
                </a:cubicBezTo>
                <a:cubicBezTo>
                  <a:pt x="91" y="78"/>
                  <a:pt x="88" y="75"/>
                  <a:pt x="85" y="74"/>
                </a:cubicBezTo>
                <a:cubicBezTo>
                  <a:pt x="85" y="46"/>
                  <a:pt x="85" y="46"/>
                  <a:pt x="85" y="46"/>
                </a:cubicBezTo>
                <a:cubicBezTo>
                  <a:pt x="85" y="45"/>
                  <a:pt x="83" y="44"/>
                  <a:pt x="82" y="44"/>
                </a:cubicBezTo>
                <a:cubicBezTo>
                  <a:pt x="80" y="44"/>
                  <a:pt x="79" y="45"/>
                  <a:pt x="79" y="46"/>
                </a:cubicBezTo>
                <a:cubicBezTo>
                  <a:pt x="79" y="74"/>
                  <a:pt x="79" y="74"/>
                  <a:pt x="79" y="74"/>
                </a:cubicBezTo>
                <a:cubicBezTo>
                  <a:pt x="74" y="76"/>
                  <a:pt x="71" y="80"/>
                  <a:pt x="71" y="85"/>
                </a:cubicBezTo>
                <a:cubicBezTo>
                  <a:pt x="71" y="91"/>
                  <a:pt x="76" y="96"/>
                  <a:pt x="82" y="96"/>
                </a:cubicBezTo>
                <a:cubicBezTo>
                  <a:pt x="87" y="96"/>
                  <a:pt x="91" y="92"/>
                  <a:pt x="92" y="88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4" y="88"/>
                  <a:pt x="115" y="86"/>
                  <a:pt x="115" y="85"/>
                </a:cubicBezTo>
                <a:cubicBezTo>
                  <a:pt x="115" y="83"/>
                  <a:pt x="114" y="82"/>
                  <a:pt x="112" y="82"/>
                </a:cubicBezTo>
                <a:close/>
                <a:moveTo>
                  <a:pt x="82" y="90"/>
                </a:moveTo>
                <a:cubicBezTo>
                  <a:pt x="79" y="90"/>
                  <a:pt x="76" y="88"/>
                  <a:pt x="76" y="85"/>
                </a:cubicBezTo>
                <a:cubicBezTo>
                  <a:pt x="76" y="82"/>
                  <a:pt x="79" y="79"/>
                  <a:pt x="82" y="79"/>
                </a:cubicBezTo>
                <a:cubicBezTo>
                  <a:pt x="85" y="79"/>
                  <a:pt x="87" y="82"/>
                  <a:pt x="87" y="85"/>
                </a:cubicBezTo>
                <a:cubicBezTo>
                  <a:pt x="87" y="88"/>
                  <a:pt x="85" y="90"/>
                  <a:pt x="82" y="90"/>
                </a:cubicBezTo>
                <a:close/>
                <a:moveTo>
                  <a:pt x="140" y="29"/>
                </a:moveTo>
                <a:cubicBezTo>
                  <a:pt x="151" y="40"/>
                  <a:pt x="151" y="40"/>
                  <a:pt x="151" y="40"/>
                </a:cubicBezTo>
                <a:cubicBezTo>
                  <a:pt x="152" y="41"/>
                  <a:pt x="152" y="41"/>
                  <a:pt x="153" y="41"/>
                </a:cubicBezTo>
                <a:cubicBezTo>
                  <a:pt x="154" y="41"/>
                  <a:pt x="155" y="41"/>
                  <a:pt x="155" y="40"/>
                </a:cubicBezTo>
                <a:cubicBezTo>
                  <a:pt x="164" y="31"/>
                  <a:pt x="164" y="17"/>
                  <a:pt x="155" y="9"/>
                </a:cubicBezTo>
                <a:cubicBezTo>
                  <a:pt x="146" y="0"/>
                  <a:pt x="132" y="0"/>
                  <a:pt x="123" y="9"/>
                </a:cubicBezTo>
                <a:cubicBezTo>
                  <a:pt x="123" y="9"/>
                  <a:pt x="123" y="10"/>
                  <a:pt x="123" y="10"/>
                </a:cubicBezTo>
                <a:cubicBezTo>
                  <a:pt x="123" y="11"/>
                  <a:pt x="123" y="12"/>
                  <a:pt x="123" y="12"/>
                </a:cubicBezTo>
                <a:cubicBezTo>
                  <a:pt x="136" y="25"/>
                  <a:pt x="136" y="25"/>
                  <a:pt x="136" y="25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18" y="18"/>
                  <a:pt x="101" y="11"/>
                  <a:pt x="82" y="11"/>
                </a:cubicBezTo>
                <a:cubicBezTo>
                  <a:pt x="63" y="11"/>
                  <a:pt x="45" y="18"/>
                  <a:pt x="32" y="30"/>
                </a:cubicBezTo>
                <a:cubicBezTo>
                  <a:pt x="28" y="25"/>
                  <a:pt x="28" y="25"/>
                  <a:pt x="28" y="25"/>
                </a:cubicBezTo>
                <a:cubicBezTo>
                  <a:pt x="40" y="12"/>
                  <a:pt x="40" y="12"/>
                  <a:pt x="40" y="12"/>
                </a:cubicBezTo>
                <a:cubicBezTo>
                  <a:pt x="41" y="12"/>
                  <a:pt x="41" y="11"/>
                  <a:pt x="41" y="10"/>
                </a:cubicBezTo>
                <a:cubicBezTo>
                  <a:pt x="41" y="10"/>
                  <a:pt x="41" y="9"/>
                  <a:pt x="40" y="9"/>
                </a:cubicBezTo>
                <a:cubicBezTo>
                  <a:pt x="31" y="0"/>
                  <a:pt x="17" y="0"/>
                  <a:pt x="9" y="9"/>
                </a:cubicBezTo>
                <a:cubicBezTo>
                  <a:pt x="0" y="17"/>
                  <a:pt x="0" y="31"/>
                  <a:pt x="9" y="40"/>
                </a:cubicBezTo>
                <a:cubicBezTo>
                  <a:pt x="9" y="41"/>
                  <a:pt x="10" y="41"/>
                  <a:pt x="10" y="41"/>
                </a:cubicBezTo>
                <a:cubicBezTo>
                  <a:pt x="11" y="41"/>
                  <a:pt x="12" y="41"/>
                  <a:pt x="12" y="40"/>
                </a:cubicBezTo>
                <a:cubicBezTo>
                  <a:pt x="24" y="29"/>
                  <a:pt x="24" y="29"/>
                  <a:pt x="24" y="29"/>
                </a:cubicBezTo>
                <a:cubicBezTo>
                  <a:pt x="28" y="33"/>
                  <a:pt x="28" y="33"/>
                  <a:pt x="28" y="33"/>
                </a:cubicBezTo>
                <a:cubicBezTo>
                  <a:pt x="15" y="47"/>
                  <a:pt x="7" y="65"/>
                  <a:pt x="7" y="85"/>
                </a:cubicBezTo>
                <a:cubicBezTo>
                  <a:pt x="7" y="112"/>
                  <a:pt x="22" y="136"/>
                  <a:pt x="44" y="149"/>
                </a:cubicBezTo>
                <a:cubicBezTo>
                  <a:pt x="36" y="157"/>
                  <a:pt x="36" y="157"/>
                  <a:pt x="36" y="157"/>
                </a:cubicBezTo>
                <a:cubicBezTo>
                  <a:pt x="35" y="158"/>
                  <a:pt x="35" y="160"/>
                  <a:pt x="36" y="161"/>
                </a:cubicBezTo>
                <a:cubicBezTo>
                  <a:pt x="36" y="162"/>
                  <a:pt x="37" y="162"/>
                  <a:pt x="38" y="162"/>
                </a:cubicBezTo>
                <a:cubicBezTo>
                  <a:pt x="38" y="162"/>
                  <a:pt x="39" y="162"/>
                  <a:pt x="40" y="161"/>
                </a:cubicBezTo>
                <a:cubicBezTo>
                  <a:pt x="49" y="152"/>
                  <a:pt x="49" y="152"/>
                  <a:pt x="49" y="152"/>
                </a:cubicBezTo>
                <a:cubicBezTo>
                  <a:pt x="59" y="157"/>
                  <a:pt x="70" y="159"/>
                  <a:pt x="82" y="159"/>
                </a:cubicBezTo>
                <a:cubicBezTo>
                  <a:pt x="93" y="159"/>
                  <a:pt x="105" y="157"/>
                  <a:pt x="114" y="152"/>
                </a:cubicBezTo>
                <a:cubicBezTo>
                  <a:pt x="124" y="161"/>
                  <a:pt x="124" y="161"/>
                  <a:pt x="124" y="161"/>
                </a:cubicBezTo>
                <a:cubicBezTo>
                  <a:pt x="124" y="162"/>
                  <a:pt x="125" y="162"/>
                  <a:pt x="126" y="162"/>
                </a:cubicBezTo>
                <a:cubicBezTo>
                  <a:pt x="127" y="162"/>
                  <a:pt x="127" y="162"/>
                  <a:pt x="128" y="161"/>
                </a:cubicBezTo>
                <a:cubicBezTo>
                  <a:pt x="129" y="160"/>
                  <a:pt x="129" y="158"/>
                  <a:pt x="128" y="157"/>
                </a:cubicBezTo>
                <a:cubicBezTo>
                  <a:pt x="119" y="149"/>
                  <a:pt x="119" y="149"/>
                  <a:pt x="119" y="149"/>
                </a:cubicBezTo>
                <a:cubicBezTo>
                  <a:pt x="141" y="136"/>
                  <a:pt x="156" y="112"/>
                  <a:pt x="156" y="85"/>
                </a:cubicBezTo>
                <a:cubicBezTo>
                  <a:pt x="156" y="65"/>
                  <a:pt x="148" y="47"/>
                  <a:pt x="135" y="33"/>
                </a:cubicBezTo>
                <a:lnTo>
                  <a:pt x="140" y="29"/>
                </a:lnTo>
                <a:close/>
                <a:moveTo>
                  <a:pt x="151" y="12"/>
                </a:moveTo>
                <a:cubicBezTo>
                  <a:pt x="157" y="18"/>
                  <a:pt x="158" y="28"/>
                  <a:pt x="153" y="3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36" y="6"/>
                  <a:pt x="145" y="7"/>
                  <a:pt x="151" y="12"/>
                </a:cubicBezTo>
                <a:close/>
                <a:moveTo>
                  <a:pt x="11" y="34"/>
                </a:moveTo>
                <a:cubicBezTo>
                  <a:pt x="6" y="28"/>
                  <a:pt x="7" y="18"/>
                  <a:pt x="12" y="12"/>
                </a:cubicBezTo>
                <a:cubicBezTo>
                  <a:pt x="18" y="7"/>
                  <a:pt x="28" y="6"/>
                  <a:pt x="34" y="11"/>
                </a:cubicBezTo>
                <a:lnTo>
                  <a:pt x="11" y="34"/>
                </a:lnTo>
                <a:close/>
                <a:moveTo>
                  <a:pt x="82" y="154"/>
                </a:moveTo>
                <a:cubicBezTo>
                  <a:pt x="44" y="154"/>
                  <a:pt x="13" y="123"/>
                  <a:pt x="13" y="85"/>
                </a:cubicBezTo>
                <a:cubicBezTo>
                  <a:pt x="13" y="47"/>
                  <a:pt x="44" y="16"/>
                  <a:pt x="82" y="16"/>
                </a:cubicBezTo>
                <a:cubicBezTo>
                  <a:pt x="120" y="16"/>
                  <a:pt x="151" y="47"/>
                  <a:pt x="151" y="85"/>
                </a:cubicBezTo>
                <a:cubicBezTo>
                  <a:pt x="151" y="123"/>
                  <a:pt x="120" y="154"/>
                  <a:pt x="82" y="154"/>
                </a:cubicBezTo>
                <a:close/>
                <a:moveTo>
                  <a:pt x="136" y="53"/>
                </a:moveTo>
                <a:cubicBezTo>
                  <a:pt x="131" y="44"/>
                  <a:pt x="123" y="36"/>
                  <a:pt x="114" y="30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04" y="25"/>
                  <a:pt x="93" y="22"/>
                  <a:pt x="82" y="22"/>
                </a:cubicBezTo>
                <a:cubicBezTo>
                  <a:pt x="70" y="22"/>
                  <a:pt x="60" y="25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41" y="36"/>
                  <a:pt x="33" y="44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2" y="63"/>
                  <a:pt x="19" y="74"/>
                  <a:pt x="19" y="85"/>
                </a:cubicBezTo>
                <a:cubicBezTo>
                  <a:pt x="19" y="96"/>
                  <a:pt x="22" y="107"/>
                  <a:pt x="27" y="116"/>
                </a:cubicBezTo>
                <a:cubicBezTo>
                  <a:pt x="27" y="117"/>
                  <a:pt x="27" y="117"/>
                  <a:pt x="27" y="117"/>
                </a:cubicBezTo>
                <a:cubicBezTo>
                  <a:pt x="27" y="117"/>
                  <a:pt x="27" y="117"/>
                  <a:pt x="27" y="117"/>
                </a:cubicBezTo>
                <a:cubicBezTo>
                  <a:pt x="33" y="126"/>
                  <a:pt x="41" y="134"/>
                  <a:pt x="50" y="14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60" y="145"/>
                  <a:pt x="70" y="148"/>
                  <a:pt x="82" y="148"/>
                </a:cubicBezTo>
                <a:cubicBezTo>
                  <a:pt x="93" y="148"/>
                  <a:pt x="104" y="145"/>
                  <a:pt x="113" y="140"/>
                </a:cubicBezTo>
                <a:cubicBezTo>
                  <a:pt x="113" y="140"/>
                  <a:pt x="113" y="140"/>
                  <a:pt x="113" y="140"/>
                </a:cubicBezTo>
                <a:cubicBezTo>
                  <a:pt x="113" y="140"/>
                  <a:pt x="113" y="140"/>
                  <a:pt x="114" y="140"/>
                </a:cubicBezTo>
                <a:cubicBezTo>
                  <a:pt x="123" y="134"/>
                  <a:pt x="131" y="126"/>
                  <a:pt x="136" y="117"/>
                </a:cubicBezTo>
                <a:cubicBezTo>
                  <a:pt x="136" y="117"/>
                  <a:pt x="137" y="117"/>
                  <a:pt x="137" y="117"/>
                </a:cubicBezTo>
                <a:cubicBezTo>
                  <a:pt x="137" y="117"/>
                  <a:pt x="137" y="117"/>
                  <a:pt x="137" y="116"/>
                </a:cubicBezTo>
                <a:cubicBezTo>
                  <a:pt x="142" y="107"/>
                  <a:pt x="145" y="96"/>
                  <a:pt x="145" y="85"/>
                </a:cubicBezTo>
                <a:cubicBezTo>
                  <a:pt x="145" y="74"/>
                  <a:pt x="142" y="63"/>
                  <a:pt x="137" y="53"/>
                </a:cubicBezTo>
                <a:cubicBezTo>
                  <a:pt x="137" y="53"/>
                  <a:pt x="137" y="53"/>
                  <a:pt x="137" y="53"/>
                </a:cubicBezTo>
                <a:cubicBezTo>
                  <a:pt x="137" y="53"/>
                  <a:pt x="137" y="53"/>
                  <a:pt x="136" y="53"/>
                </a:cubicBezTo>
                <a:close/>
                <a:moveTo>
                  <a:pt x="113" y="134"/>
                </a:moveTo>
                <a:cubicBezTo>
                  <a:pt x="112" y="131"/>
                  <a:pt x="112" y="131"/>
                  <a:pt x="112" y="131"/>
                </a:cubicBezTo>
                <a:cubicBezTo>
                  <a:pt x="111" y="130"/>
                  <a:pt x="109" y="129"/>
                  <a:pt x="108" y="130"/>
                </a:cubicBezTo>
                <a:cubicBezTo>
                  <a:pt x="107" y="131"/>
                  <a:pt x="106" y="133"/>
                  <a:pt x="107" y="134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1" y="140"/>
                  <a:pt x="93" y="142"/>
                  <a:pt x="85" y="143"/>
                </a:cubicBezTo>
                <a:cubicBezTo>
                  <a:pt x="85" y="140"/>
                  <a:pt x="85" y="140"/>
                  <a:pt x="85" y="140"/>
                </a:cubicBezTo>
                <a:cubicBezTo>
                  <a:pt x="85" y="138"/>
                  <a:pt x="83" y="137"/>
                  <a:pt x="82" y="137"/>
                </a:cubicBezTo>
                <a:cubicBezTo>
                  <a:pt x="80" y="137"/>
                  <a:pt x="79" y="138"/>
                  <a:pt x="79" y="140"/>
                </a:cubicBezTo>
                <a:cubicBezTo>
                  <a:pt x="79" y="143"/>
                  <a:pt x="79" y="143"/>
                  <a:pt x="79" y="143"/>
                </a:cubicBezTo>
                <a:cubicBezTo>
                  <a:pt x="71" y="142"/>
                  <a:pt x="62" y="140"/>
                  <a:pt x="55" y="136"/>
                </a:cubicBezTo>
                <a:cubicBezTo>
                  <a:pt x="57" y="134"/>
                  <a:pt x="57" y="134"/>
                  <a:pt x="57" y="134"/>
                </a:cubicBezTo>
                <a:cubicBezTo>
                  <a:pt x="57" y="133"/>
                  <a:pt x="57" y="131"/>
                  <a:pt x="56" y="130"/>
                </a:cubicBezTo>
                <a:cubicBezTo>
                  <a:pt x="54" y="129"/>
                  <a:pt x="53" y="130"/>
                  <a:pt x="52" y="131"/>
                </a:cubicBezTo>
                <a:cubicBezTo>
                  <a:pt x="51" y="134"/>
                  <a:pt x="51" y="134"/>
                  <a:pt x="51" y="134"/>
                </a:cubicBezTo>
                <a:cubicBezTo>
                  <a:pt x="44" y="129"/>
                  <a:pt x="38" y="123"/>
                  <a:pt x="33" y="116"/>
                </a:cubicBezTo>
                <a:cubicBezTo>
                  <a:pt x="36" y="115"/>
                  <a:pt x="36" y="115"/>
                  <a:pt x="36" y="115"/>
                </a:cubicBezTo>
                <a:cubicBezTo>
                  <a:pt x="37" y="114"/>
                  <a:pt x="37" y="112"/>
                  <a:pt x="37" y="111"/>
                </a:cubicBezTo>
                <a:cubicBezTo>
                  <a:pt x="36" y="110"/>
                  <a:pt x="34" y="109"/>
                  <a:pt x="33" y="110"/>
                </a:cubicBezTo>
                <a:cubicBezTo>
                  <a:pt x="30" y="111"/>
                  <a:pt x="30" y="111"/>
                  <a:pt x="30" y="111"/>
                </a:cubicBezTo>
                <a:cubicBezTo>
                  <a:pt x="27" y="104"/>
                  <a:pt x="25" y="96"/>
                  <a:pt x="24" y="88"/>
                </a:cubicBezTo>
                <a:cubicBezTo>
                  <a:pt x="27" y="88"/>
                  <a:pt x="27" y="88"/>
                  <a:pt x="27" y="88"/>
                </a:cubicBezTo>
                <a:cubicBezTo>
                  <a:pt x="28" y="88"/>
                  <a:pt x="30" y="86"/>
                  <a:pt x="30" y="85"/>
                </a:cubicBezTo>
                <a:cubicBezTo>
                  <a:pt x="30" y="83"/>
                  <a:pt x="28" y="82"/>
                  <a:pt x="27" y="82"/>
                </a:cubicBezTo>
                <a:cubicBezTo>
                  <a:pt x="24" y="82"/>
                  <a:pt x="24" y="82"/>
                  <a:pt x="24" y="82"/>
                </a:cubicBezTo>
                <a:cubicBezTo>
                  <a:pt x="25" y="74"/>
                  <a:pt x="27" y="66"/>
                  <a:pt x="30" y="59"/>
                </a:cubicBezTo>
                <a:cubicBezTo>
                  <a:pt x="33" y="60"/>
                  <a:pt x="33" y="60"/>
                  <a:pt x="33" y="60"/>
                </a:cubicBezTo>
                <a:cubicBezTo>
                  <a:pt x="33" y="60"/>
                  <a:pt x="34" y="60"/>
                  <a:pt x="34" y="60"/>
                </a:cubicBezTo>
                <a:cubicBezTo>
                  <a:pt x="35" y="60"/>
                  <a:pt x="36" y="60"/>
                  <a:pt x="37" y="59"/>
                </a:cubicBezTo>
                <a:cubicBezTo>
                  <a:pt x="37" y="58"/>
                  <a:pt x="37" y="56"/>
                  <a:pt x="36" y="55"/>
                </a:cubicBezTo>
                <a:cubicBezTo>
                  <a:pt x="33" y="54"/>
                  <a:pt x="33" y="54"/>
                  <a:pt x="33" y="54"/>
                </a:cubicBezTo>
                <a:cubicBezTo>
                  <a:pt x="38" y="47"/>
                  <a:pt x="44" y="41"/>
                  <a:pt x="51" y="36"/>
                </a:cubicBezTo>
                <a:cubicBezTo>
                  <a:pt x="52" y="39"/>
                  <a:pt x="52" y="39"/>
                  <a:pt x="52" y="39"/>
                </a:cubicBezTo>
                <a:cubicBezTo>
                  <a:pt x="52" y="40"/>
                  <a:pt x="53" y="40"/>
                  <a:pt x="54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7" y="37"/>
                  <a:pt x="57" y="36"/>
                </a:cubicBezTo>
                <a:cubicBezTo>
                  <a:pt x="55" y="34"/>
                  <a:pt x="55" y="34"/>
                  <a:pt x="55" y="34"/>
                </a:cubicBezTo>
                <a:cubicBezTo>
                  <a:pt x="62" y="30"/>
                  <a:pt x="71" y="28"/>
                  <a:pt x="79" y="27"/>
                </a:cubicBezTo>
                <a:cubicBezTo>
                  <a:pt x="79" y="30"/>
                  <a:pt x="79" y="30"/>
                  <a:pt x="79" y="30"/>
                </a:cubicBezTo>
                <a:cubicBezTo>
                  <a:pt x="79" y="31"/>
                  <a:pt x="80" y="33"/>
                  <a:pt x="82" y="33"/>
                </a:cubicBezTo>
                <a:cubicBezTo>
                  <a:pt x="83" y="33"/>
                  <a:pt x="85" y="31"/>
                  <a:pt x="85" y="30"/>
                </a:cubicBezTo>
                <a:cubicBezTo>
                  <a:pt x="85" y="27"/>
                  <a:pt x="85" y="27"/>
                  <a:pt x="85" y="27"/>
                </a:cubicBezTo>
                <a:cubicBezTo>
                  <a:pt x="93" y="28"/>
                  <a:pt x="101" y="30"/>
                  <a:pt x="108" y="34"/>
                </a:cubicBezTo>
                <a:cubicBezTo>
                  <a:pt x="107" y="36"/>
                  <a:pt x="107" y="36"/>
                  <a:pt x="107" y="36"/>
                </a:cubicBezTo>
                <a:cubicBezTo>
                  <a:pt x="106" y="37"/>
                  <a:pt x="107" y="39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10" y="40"/>
                  <a:pt x="111" y="40"/>
                  <a:pt x="112" y="39"/>
                </a:cubicBezTo>
                <a:cubicBezTo>
                  <a:pt x="113" y="36"/>
                  <a:pt x="113" y="36"/>
                  <a:pt x="113" y="36"/>
                </a:cubicBezTo>
                <a:cubicBezTo>
                  <a:pt x="120" y="41"/>
                  <a:pt x="126" y="47"/>
                  <a:pt x="130" y="54"/>
                </a:cubicBezTo>
                <a:cubicBezTo>
                  <a:pt x="128" y="55"/>
                  <a:pt x="128" y="55"/>
                  <a:pt x="128" y="55"/>
                </a:cubicBezTo>
                <a:cubicBezTo>
                  <a:pt x="127" y="56"/>
                  <a:pt x="126" y="58"/>
                  <a:pt x="127" y="59"/>
                </a:cubicBezTo>
                <a:cubicBezTo>
                  <a:pt x="128" y="60"/>
                  <a:pt x="128" y="60"/>
                  <a:pt x="129" y="60"/>
                </a:cubicBezTo>
                <a:cubicBezTo>
                  <a:pt x="130" y="60"/>
                  <a:pt x="130" y="60"/>
                  <a:pt x="131" y="60"/>
                </a:cubicBezTo>
                <a:cubicBezTo>
                  <a:pt x="133" y="59"/>
                  <a:pt x="133" y="59"/>
                  <a:pt x="133" y="59"/>
                </a:cubicBezTo>
                <a:cubicBezTo>
                  <a:pt x="137" y="66"/>
                  <a:pt x="139" y="74"/>
                  <a:pt x="139" y="82"/>
                </a:cubicBezTo>
                <a:cubicBezTo>
                  <a:pt x="137" y="82"/>
                  <a:pt x="137" y="82"/>
                  <a:pt x="137" y="82"/>
                </a:cubicBezTo>
                <a:cubicBezTo>
                  <a:pt x="135" y="82"/>
                  <a:pt x="134" y="83"/>
                  <a:pt x="134" y="85"/>
                </a:cubicBezTo>
                <a:cubicBezTo>
                  <a:pt x="134" y="86"/>
                  <a:pt x="135" y="88"/>
                  <a:pt x="137" y="88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96"/>
                  <a:pt x="137" y="104"/>
                  <a:pt x="133" y="111"/>
                </a:cubicBezTo>
                <a:cubicBezTo>
                  <a:pt x="131" y="110"/>
                  <a:pt x="131" y="110"/>
                  <a:pt x="131" y="110"/>
                </a:cubicBezTo>
                <a:cubicBezTo>
                  <a:pt x="129" y="109"/>
                  <a:pt x="128" y="110"/>
                  <a:pt x="127" y="111"/>
                </a:cubicBezTo>
                <a:cubicBezTo>
                  <a:pt x="126" y="112"/>
                  <a:pt x="127" y="114"/>
                  <a:pt x="128" y="115"/>
                </a:cubicBezTo>
                <a:cubicBezTo>
                  <a:pt x="130" y="116"/>
                  <a:pt x="130" y="116"/>
                  <a:pt x="130" y="116"/>
                </a:cubicBezTo>
                <a:cubicBezTo>
                  <a:pt x="126" y="123"/>
                  <a:pt x="120" y="129"/>
                  <a:pt x="113" y="134"/>
                </a:cubicBez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17" name="Freeform 1056"/>
          <p:cNvSpPr>
            <a:spLocks noEditPoints="1"/>
          </p:cNvSpPr>
          <p:nvPr/>
        </p:nvSpPr>
        <p:spPr bwMode="auto">
          <a:xfrm>
            <a:off x="2052517" y="4106043"/>
            <a:ext cx="546100" cy="468313"/>
          </a:xfrm>
          <a:custGeom>
            <a:avLst/>
            <a:gdLst>
              <a:gd name="T0" fmla="*/ 147 w 160"/>
              <a:gd name="T1" fmla="*/ 24 h 136"/>
              <a:gd name="T2" fmla="*/ 120 w 160"/>
              <a:gd name="T3" fmla="*/ 16 h 136"/>
              <a:gd name="T4" fmla="*/ 109 w 160"/>
              <a:gd name="T5" fmla="*/ 24 h 136"/>
              <a:gd name="T6" fmla="*/ 101 w 160"/>
              <a:gd name="T7" fmla="*/ 0 h 136"/>
              <a:gd name="T8" fmla="*/ 51 w 160"/>
              <a:gd name="T9" fmla="*/ 9 h 136"/>
              <a:gd name="T10" fmla="*/ 40 w 160"/>
              <a:gd name="T11" fmla="*/ 24 h 136"/>
              <a:gd name="T12" fmla="*/ 13 w 160"/>
              <a:gd name="T13" fmla="*/ 16 h 136"/>
              <a:gd name="T14" fmla="*/ 8 w 160"/>
              <a:gd name="T15" fmla="*/ 24 h 136"/>
              <a:gd name="T16" fmla="*/ 0 w 160"/>
              <a:gd name="T17" fmla="*/ 128 h 136"/>
              <a:gd name="T18" fmla="*/ 152 w 160"/>
              <a:gd name="T19" fmla="*/ 136 h 136"/>
              <a:gd name="T20" fmla="*/ 160 w 160"/>
              <a:gd name="T21" fmla="*/ 32 h 136"/>
              <a:gd name="T22" fmla="*/ 125 w 160"/>
              <a:gd name="T23" fmla="*/ 21 h 136"/>
              <a:gd name="T24" fmla="*/ 141 w 160"/>
              <a:gd name="T25" fmla="*/ 24 h 136"/>
              <a:gd name="T26" fmla="*/ 125 w 160"/>
              <a:gd name="T27" fmla="*/ 21 h 136"/>
              <a:gd name="T28" fmla="*/ 59 w 160"/>
              <a:gd name="T29" fmla="*/ 5 h 136"/>
              <a:gd name="T30" fmla="*/ 104 w 160"/>
              <a:gd name="T31" fmla="*/ 9 h 136"/>
              <a:gd name="T32" fmla="*/ 56 w 160"/>
              <a:gd name="T33" fmla="*/ 24 h 136"/>
              <a:gd name="T34" fmla="*/ 51 w 160"/>
              <a:gd name="T35" fmla="*/ 29 h 136"/>
              <a:gd name="T36" fmla="*/ 120 w 160"/>
              <a:gd name="T37" fmla="*/ 29 h 136"/>
              <a:gd name="T38" fmla="*/ 133 w 160"/>
              <a:gd name="T39" fmla="*/ 131 h 136"/>
              <a:gd name="T40" fmla="*/ 27 w 160"/>
              <a:gd name="T41" fmla="*/ 29 h 136"/>
              <a:gd name="T42" fmla="*/ 51 w 160"/>
              <a:gd name="T43" fmla="*/ 29 h 136"/>
              <a:gd name="T44" fmla="*/ 35 w 160"/>
              <a:gd name="T45" fmla="*/ 21 h 136"/>
              <a:gd name="T46" fmla="*/ 19 w 160"/>
              <a:gd name="T47" fmla="*/ 24 h 136"/>
              <a:gd name="T48" fmla="*/ 5 w 160"/>
              <a:gd name="T49" fmla="*/ 128 h 136"/>
              <a:gd name="T50" fmla="*/ 8 w 160"/>
              <a:gd name="T51" fmla="*/ 29 h 136"/>
              <a:gd name="T52" fmla="*/ 21 w 160"/>
              <a:gd name="T53" fmla="*/ 29 h 136"/>
              <a:gd name="T54" fmla="*/ 8 w 160"/>
              <a:gd name="T55" fmla="*/ 131 h 136"/>
              <a:gd name="T56" fmla="*/ 155 w 160"/>
              <a:gd name="T57" fmla="*/ 128 h 136"/>
              <a:gd name="T58" fmla="*/ 139 w 160"/>
              <a:gd name="T59" fmla="*/ 131 h 136"/>
              <a:gd name="T60" fmla="*/ 147 w 160"/>
              <a:gd name="T61" fmla="*/ 29 h 136"/>
              <a:gd name="T62" fmla="*/ 155 w 160"/>
              <a:gd name="T63" fmla="*/ 32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36">
                <a:moveTo>
                  <a:pt x="152" y="24"/>
                </a:moveTo>
                <a:cubicBezTo>
                  <a:pt x="147" y="24"/>
                  <a:pt x="147" y="24"/>
                  <a:pt x="147" y="24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09" y="9"/>
                  <a:pt x="109" y="9"/>
                  <a:pt x="109" y="9"/>
                </a:cubicBezTo>
                <a:cubicBezTo>
                  <a:pt x="109" y="4"/>
                  <a:pt x="106" y="0"/>
                  <a:pt x="101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5" y="0"/>
                  <a:pt x="51" y="4"/>
                  <a:pt x="51" y="9"/>
                </a:cubicBezTo>
                <a:cubicBezTo>
                  <a:pt x="51" y="24"/>
                  <a:pt x="51" y="24"/>
                  <a:pt x="51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40" y="16"/>
                  <a:pt x="40" y="16"/>
                  <a:pt x="40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24"/>
                  <a:pt x="13" y="24"/>
                  <a:pt x="13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132"/>
                  <a:pt x="4" y="136"/>
                  <a:pt x="8" y="136"/>
                </a:cubicBezTo>
                <a:cubicBezTo>
                  <a:pt x="152" y="136"/>
                  <a:pt x="152" y="136"/>
                  <a:pt x="152" y="136"/>
                </a:cubicBezTo>
                <a:cubicBezTo>
                  <a:pt x="156" y="136"/>
                  <a:pt x="160" y="132"/>
                  <a:pt x="160" y="128"/>
                </a:cubicBezTo>
                <a:cubicBezTo>
                  <a:pt x="160" y="32"/>
                  <a:pt x="160" y="32"/>
                  <a:pt x="160" y="32"/>
                </a:cubicBezTo>
                <a:cubicBezTo>
                  <a:pt x="160" y="28"/>
                  <a:pt x="156" y="24"/>
                  <a:pt x="152" y="24"/>
                </a:cubicBezTo>
                <a:close/>
                <a:moveTo>
                  <a:pt x="125" y="21"/>
                </a:moveTo>
                <a:cubicBezTo>
                  <a:pt x="141" y="21"/>
                  <a:pt x="141" y="21"/>
                  <a:pt x="141" y="21"/>
                </a:cubicBezTo>
                <a:cubicBezTo>
                  <a:pt x="141" y="24"/>
                  <a:pt x="141" y="24"/>
                  <a:pt x="141" y="24"/>
                </a:cubicBezTo>
                <a:cubicBezTo>
                  <a:pt x="125" y="24"/>
                  <a:pt x="125" y="24"/>
                  <a:pt x="125" y="24"/>
                </a:cubicBezTo>
                <a:lnTo>
                  <a:pt x="125" y="21"/>
                </a:lnTo>
                <a:close/>
                <a:moveTo>
                  <a:pt x="56" y="9"/>
                </a:moveTo>
                <a:cubicBezTo>
                  <a:pt x="56" y="7"/>
                  <a:pt x="57" y="5"/>
                  <a:pt x="59" y="5"/>
                </a:cubicBezTo>
                <a:cubicBezTo>
                  <a:pt x="101" y="5"/>
                  <a:pt x="101" y="5"/>
                  <a:pt x="101" y="5"/>
                </a:cubicBezTo>
                <a:cubicBezTo>
                  <a:pt x="103" y="5"/>
                  <a:pt x="104" y="7"/>
                  <a:pt x="104" y="9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56" y="24"/>
                  <a:pt x="56" y="24"/>
                  <a:pt x="56" y="24"/>
                </a:cubicBezTo>
                <a:lnTo>
                  <a:pt x="56" y="9"/>
                </a:lnTo>
                <a:close/>
                <a:moveTo>
                  <a:pt x="51" y="29"/>
                </a:moveTo>
                <a:cubicBezTo>
                  <a:pt x="109" y="29"/>
                  <a:pt x="109" y="29"/>
                  <a:pt x="109" y="29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33" y="29"/>
                  <a:pt x="133" y="29"/>
                  <a:pt x="133" y="29"/>
                </a:cubicBezTo>
                <a:cubicBezTo>
                  <a:pt x="133" y="131"/>
                  <a:pt x="133" y="131"/>
                  <a:pt x="133" y="131"/>
                </a:cubicBezTo>
                <a:cubicBezTo>
                  <a:pt x="27" y="131"/>
                  <a:pt x="27" y="131"/>
                  <a:pt x="27" y="131"/>
                </a:cubicBezTo>
                <a:cubicBezTo>
                  <a:pt x="27" y="29"/>
                  <a:pt x="27" y="29"/>
                  <a:pt x="27" y="29"/>
                </a:cubicBezTo>
                <a:cubicBezTo>
                  <a:pt x="40" y="29"/>
                  <a:pt x="40" y="29"/>
                  <a:pt x="40" y="29"/>
                </a:cubicBezTo>
                <a:lnTo>
                  <a:pt x="51" y="29"/>
                </a:lnTo>
                <a:close/>
                <a:moveTo>
                  <a:pt x="19" y="21"/>
                </a:moveTo>
                <a:cubicBezTo>
                  <a:pt x="35" y="21"/>
                  <a:pt x="35" y="21"/>
                  <a:pt x="35" y="21"/>
                </a:cubicBezTo>
                <a:cubicBezTo>
                  <a:pt x="35" y="24"/>
                  <a:pt x="35" y="24"/>
                  <a:pt x="35" y="24"/>
                </a:cubicBezTo>
                <a:cubicBezTo>
                  <a:pt x="19" y="24"/>
                  <a:pt x="19" y="24"/>
                  <a:pt x="19" y="24"/>
                </a:cubicBezTo>
                <a:lnTo>
                  <a:pt x="19" y="21"/>
                </a:lnTo>
                <a:close/>
                <a:moveTo>
                  <a:pt x="5" y="128"/>
                </a:moveTo>
                <a:cubicBezTo>
                  <a:pt x="5" y="32"/>
                  <a:pt x="5" y="32"/>
                  <a:pt x="5" y="32"/>
                </a:cubicBezTo>
                <a:cubicBezTo>
                  <a:pt x="5" y="31"/>
                  <a:pt x="7" y="29"/>
                  <a:pt x="8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131"/>
                  <a:pt x="21" y="131"/>
                  <a:pt x="21" y="131"/>
                </a:cubicBezTo>
                <a:cubicBezTo>
                  <a:pt x="8" y="131"/>
                  <a:pt x="8" y="131"/>
                  <a:pt x="8" y="131"/>
                </a:cubicBezTo>
                <a:cubicBezTo>
                  <a:pt x="7" y="131"/>
                  <a:pt x="5" y="129"/>
                  <a:pt x="5" y="128"/>
                </a:cubicBezTo>
                <a:close/>
                <a:moveTo>
                  <a:pt x="155" y="128"/>
                </a:moveTo>
                <a:cubicBezTo>
                  <a:pt x="155" y="129"/>
                  <a:pt x="153" y="131"/>
                  <a:pt x="152" y="131"/>
                </a:cubicBezTo>
                <a:cubicBezTo>
                  <a:pt x="139" y="131"/>
                  <a:pt x="139" y="131"/>
                  <a:pt x="139" y="131"/>
                </a:cubicBezTo>
                <a:cubicBezTo>
                  <a:pt x="139" y="29"/>
                  <a:pt x="139" y="29"/>
                  <a:pt x="139" y="29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52" y="29"/>
                  <a:pt x="152" y="29"/>
                  <a:pt x="152" y="29"/>
                </a:cubicBezTo>
                <a:cubicBezTo>
                  <a:pt x="153" y="29"/>
                  <a:pt x="155" y="31"/>
                  <a:pt x="155" y="32"/>
                </a:cubicBezTo>
                <a:lnTo>
                  <a:pt x="155" y="128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76910" y="5105570"/>
            <a:ext cx="1718419" cy="863552"/>
            <a:chOff x="8108760" y="2721114"/>
            <a:chExt cx="1718419" cy="863552"/>
          </a:xfrm>
        </p:grpSpPr>
        <p:sp>
          <p:nvSpPr>
            <p:cNvPr id="19" name="TextBox 18"/>
            <p:cNvSpPr txBox="1"/>
            <p:nvPr/>
          </p:nvSpPr>
          <p:spPr>
            <a:xfrm>
              <a:off x="8108760" y="2721114"/>
              <a:ext cx="1718419" cy="70788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0" b="1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2.572M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08761" y="3338445"/>
              <a:ext cx="1269578" cy="24622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000" b="1" spc="100" dirty="0">
                  <a:gradFill>
                    <a:gsLst>
                      <a:gs pos="0">
                        <a:srgbClr val="DBCC74"/>
                      </a:gs>
                      <a:gs pos="99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WRITE TITLE HERE</a:t>
              </a:r>
            </a:p>
          </p:txBody>
        </p:sp>
      </p:grpSp>
      <p:sp>
        <p:nvSpPr>
          <p:cNvPr id="21" name="TextBox 3">
            <a:extLst>
              <a:ext uri="{FF2B5EF4-FFF2-40B4-BE49-F238E27FC236}">
                <a16:creationId xmlns:a16="http://schemas.microsoft.com/office/drawing/2014/main" id="{9E45A901-0B80-4FAA-8C69-66096E483A2F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E565723A-85E3-4DED-8AB4-D3400AAE3251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8A458FC4-EB75-4009-868C-5440D4EA6371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34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6="http://schemas.microsoft.com/office/drawing/2014/main" xmlns:dgm="http://schemas.openxmlformats.org/drawingml/2006/diagram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12" grpId="0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 descr="图片包含 人员, 室内, 妇女, 服装&#10;&#10;描述已自动生成">
            <a:extLst>
              <a:ext uri="{FF2B5EF4-FFF2-40B4-BE49-F238E27FC236}">
                <a16:creationId xmlns:a16="http://schemas.microsoft.com/office/drawing/2014/main" id="{6F2264F1-9DA5-4A22-849E-AE17DBC081F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5f3d56051cb84f8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34690" y="1050675"/>
            <a:ext cx="7073035" cy="4913145"/>
          </a:xfrm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483625" y="2468562"/>
            <a:ext cx="2542674" cy="1920875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Click to </a:t>
            </a:r>
            <a:b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edit Master </a:t>
            </a:r>
            <a:b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title style</a:t>
            </a:r>
            <a:endParaRPr lang="en-US" sz="4000" b="1" dirty="0">
              <a:gradFill>
                <a:gsLst>
                  <a:gs pos="0">
                    <a:srgbClr val="DBCC74"/>
                  </a:gs>
                  <a:gs pos="99000">
                    <a:srgbClr val="8F6032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1794" y="4940420"/>
            <a:ext cx="1754738" cy="10740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 of sacred music, or a noble picture.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B4B9EF-17D7-41E0-9E62-7BC7B5270465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5888DD4-FB2C-4FB4-8067-8866EFA56DF2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AD8B8455-9367-4893-AB5B-516AD32B8FE5}"/>
              </a:ext>
            </a:extLst>
          </p:cNvPr>
          <p:cNvCxnSpPr/>
          <p:nvPr/>
        </p:nvCxnSpPr>
        <p:spPr>
          <a:xfrm>
            <a:off x="106532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4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物体&#10;&#10;描述已自动生成">
            <a:extLst>
              <a:ext uri="{FF2B5EF4-FFF2-40B4-BE49-F238E27FC236}">
                <a16:creationId xmlns:a16="http://schemas.microsoft.com/office/drawing/2014/main" id="{58F4AE84-96A6-494D-8D7E-4B17616878C4}"/>
              </a:ext>
            </a:extLst>
          </p:cNvPr>
          <p:cNvPicPr>
            <a:picLocks noChangeAspect="1"/>
          </p:cNvPicPr>
          <p:nvPr/>
        </p:nvPicPr>
        <p:blipFill>
          <a:blip r:embed="R6ffd5a740892419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964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D3AE82-9441-4535-8D3A-637CF18F9B8F}"/>
              </a:ext>
            </a:extLst>
          </p:cNvPr>
          <p:cNvSpPr/>
          <p:nvPr/>
        </p:nvSpPr>
        <p:spPr>
          <a:xfrm>
            <a:off x="755248" y="652523"/>
            <a:ext cx="10681503" cy="555295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825425"/>
                </a:gs>
                <a:gs pos="100000">
                  <a:srgbClr val="DCC999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7C3E3-11D4-42D8-A9DE-4223BD08443F}"/>
              </a:ext>
            </a:extLst>
          </p:cNvPr>
          <p:cNvSpPr txBox="1"/>
          <p:nvPr/>
        </p:nvSpPr>
        <p:spPr>
          <a:xfrm>
            <a:off x="1920305" y="1988287"/>
            <a:ext cx="33679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b="1" dirty="0">
                <a:gradFill flip="none" rotWithShape="1"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  <a:tileRect/>
                </a:gradFill>
                <a:cs typeface="+mn-ea"/>
                <a:sym typeface="+mn-lt"/>
              </a:rPr>
              <a:t>05</a:t>
            </a:r>
            <a:endParaRPr lang="zh-CN" altLang="en-US" sz="16600" b="1" dirty="0">
              <a:gradFill flip="none" rotWithShape="1"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6" name="TextBox 363">
            <a:extLst>
              <a:ext uri="{FF2B5EF4-FFF2-40B4-BE49-F238E27FC236}">
                <a16:creationId xmlns:a16="http://schemas.microsoft.com/office/drawing/2014/main" id="{5CD44848-3088-4E5A-B113-33D5050A8AEF}"/>
              </a:ext>
            </a:extLst>
          </p:cNvPr>
          <p:cNvSpPr txBox="1"/>
          <p:nvPr/>
        </p:nvSpPr>
        <p:spPr>
          <a:xfrm>
            <a:off x="6730550" y="3070471"/>
            <a:ext cx="3788688" cy="79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Presentation template for your personal and commercial needs, designed and presented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Aqr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Typeface Lorem ipsum dolor sit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consectetur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adipisicing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elit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sed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TextBox 364">
            <a:extLst>
              <a:ext uri="{FF2B5EF4-FFF2-40B4-BE49-F238E27FC236}">
                <a16:creationId xmlns:a16="http://schemas.microsoft.com/office/drawing/2014/main" id="{825A546E-DE1B-49D9-B789-46F5CC4A4A11}"/>
              </a:ext>
            </a:extLst>
          </p:cNvPr>
          <p:cNvSpPr txBox="1"/>
          <p:nvPr/>
        </p:nvSpPr>
        <p:spPr>
          <a:xfrm>
            <a:off x="6739975" y="1859512"/>
            <a:ext cx="3788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PART FIVE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Rounded Rectangle 365">
            <a:extLst>
              <a:ext uri="{FF2B5EF4-FFF2-40B4-BE49-F238E27FC236}">
                <a16:creationId xmlns:a16="http://schemas.microsoft.com/office/drawing/2014/main" id="{491FA489-DC1C-4149-89E7-CADF1D3D6195}"/>
              </a:ext>
            </a:extLst>
          </p:cNvPr>
          <p:cNvSpPr/>
          <p:nvPr/>
        </p:nvSpPr>
        <p:spPr>
          <a:xfrm>
            <a:off x="8429197" y="4248585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  <a:ln w="15875"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Group 366">
            <a:extLst>
              <a:ext uri="{FF2B5EF4-FFF2-40B4-BE49-F238E27FC236}">
                <a16:creationId xmlns:a16="http://schemas.microsoft.com/office/drawing/2014/main" id="{F93B1B2F-403A-441B-B6A4-980FB981C793}"/>
              </a:ext>
            </a:extLst>
          </p:cNvPr>
          <p:cNvGrpSpPr/>
          <p:nvPr/>
        </p:nvGrpSpPr>
        <p:grpSpPr>
          <a:xfrm>
            <a:off x="8837413" y="4332306"/>
            <a:ext cx="1213260" cy="253916"/>
            <a:chOff x="1475556" y="5376158"/>
            <a:chExt cx="1213260" cy="253916"/>
          </a:xfrm>
        </p:grpSpPr>
        <p:sp>
          <p:nvSpPr>
            <p:cNvPr id="10" name="TextBox 367">
              <a:extLst>
                <a:ext uri="{FF2B5EF4-FFF2-40B4-BE49-F238E27FC236}">
                  <a16:creationId xmlns:a16="http://schemas.microsoft.com/office/drawing/2014/main" id="{12856108-20B4-4468-B866-F39DAA7330A2}"/>
                </a:ext>
              </a:extLst>
            </p:cNvPr>
            <p:cNvSpPr txBox="1"/>
            <p:nvPr/>
          </p:nvSpPr>
          <p:spPr>
            <a:xfrm>
              <a:off x="1475556" y="5376158"/>
              <a:ext cx="9380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START HERE</a:t>
              </a:r>
            </a:p>
          </p:txBody>
        </p:sp>
        <p:sp>
          <p:nvSpPr>
            <p:cNvPr id="11" name="Half Frame 368">
              <a:extLst>
                <a:ext uri="{FF2B5EF4-FFF2-40B4-BE49-F238E27FC236}">
                  <a16:creationId xmlns:a16="http://schemas.microsoft.com/office/drawing/2014/main" id="{48439516-38B1-43EB-B6C8-B32F08136D03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8AAD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Group 374">
            <a:extLst>
              <a:ext uri="{FF2B5EF4-FFF2-40B4-BE49-F238E27FC236}">
                <a16:creationId xmlns:a16="http://schemas.microsoft.com/office/drawing/2014/main" id="{9CC1C779-67A6-4D6D-AD55-DAE6AAEEEF86}"/>
              </a:ext>
            </a:extLst>
          </p:cNvPr>
          <p:cNvGrpSpPr/>
          <p:nvPr/>
        </p:nvGrpSpPr>
        <p:grpSpPr>
          <a:xfrm>
            <a:off x="9534518" y="5317440"/>
            <a:ext cx="770836" cy="103545"/>
            <a:chOff x="9359457" y="5484992"/>
            <a:chExt cx="770836" cy="103545"/>
          </a:xfr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10800000" scaled="1"/>
          </a:gradFill>
        </p:grpSpPr>
        <p:sp>
          <p:nvSpPr>
            <p:cNvPr id="13" name="Oval 370">
              <a:extLst>
                <a:ext uri="{FF2B5EF4-FFF2-40B4-BE49-F238E27FC236}">
                  <a16:creationId xmlns:a16="http://schemas.microsoft.com/office/drawing/2014/main" id="{265098B2-7A96-4151-A7F7-6A778719E96A}"/>
                </a:ext>
              </a:extLst>
            </p:cNvPr>
            <p:cNvSpPr/>
            <p:nvPr/>
          </p:nvSpPr>
          <p:spPr>
            <a:xfrm>
              <a:off x="9693103" y="5484992"/>
              <a:ext cx="103545" cy="10354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Oval 371">
              <a:extLst>
                <a:ext uri="{FF2B5EF4-FFF2-40B4-BE49-F238E27FC236}">
                  <a16:creationId xmlns:a16="http://schemas.microsoft.com/office/drawing/2014/main" id="{F3007E59-1B46-4F4E-A3A3-0A1A32E5B18E}"/>
                </a:ext>
              </a:extLst>
            </p:cNvPr>
            <p:cNvSpPr/>
            <p:nvPr/>
          </p:nvSpPr>
          <p:spPr>
            <a:xfrm>
              <a:off x="9359457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Oval 372">
              <a:extLst>
                <a:ext uri="{FF2B5EF4-FFF2-40B4-BE49-F238E27FC236}">
                  <a16:creationId xmlns:a16="http://schemas.microsoft.com/office/drawing/2014/main" id="{9615FE74-9E18-42FC-8C5F-DF2D28DB86C0}"/>
                </a:ext>
              </a:extLst>
            </p:cNvPr>
            <p:cNvSpPr/>
            <p:nvPr/>
          </p:nvSpPr>
          <p:spPr>
            <a:xfrm>
              <a:off x="10034769" y="5489002"/>
              <a:ext cx="95524" cy="955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34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 descr="图片包含 地面, 道路, 户外, 人员&#10;&#10;描述已自动生成">
            <a:extLst>
              <a:ext uri="{FF2B5EF4-FFF2-40B4-BE49-F238E27FC236}">
                <a16:creationId xmlns:a16="http://schemas.microsoft.com/office/drawing/2014/main" id="{AAE1C9A6-E083-4617-80D3-ABFAF95FD51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e95ab460b12741b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38143" y="966076"/>
            <a:ext cx="3891083" cy="2358197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latin typeface="+mn-lt"/>
                <a:ea typeface="+mn-ea"/>
                <a:cs typeface="+mn-ea"/>
                <a:sym typeface="+mn-lt"/>
              </a:rPr>
              <a:t>IMAGE</a:t>
            </a:r>
            <a:br>
              <a:rPr lang="en-US" sz="72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sz="72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latin typeface="+mn-lt"/>
                <a:ea typeface="+mn-ea"/>
                <a:cs typeface="+mn-ea"/>
                <a:sym typeface="+mn-lt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4526" y="4999372"/>
            <a:ext cx="2401088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thoughts. A peep at some distant orb has power to raise and purify our thoughts like a strain.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4526" y="4648191"/>
            <a:ext cx="1304844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SERVICE #1</a:t>
            </a:r>
          </a:p>
        </p:txBody>
      </p:sp>
      <p:sp>
        <p:nvSpPr>
          <p:cNvPr id="15" name="Freeform 60"/>
          <p:cNvSpPr>
            <a:spLocks noEditPoints="1"/>
          </p:cNvSpPr>
          <p:nvPr/>
        </p:nvSpPr>
        <p:spPr bwMode="auto">
          <a:xfrm>
            <a:off x="1724526" y="4004865"/>
            <a:ext cx="452038" cy="418642"/>
          </a:xfrm>
          <a:custGeom>
            <a:avLst/>
            <a:gdLst>
              <a:gd name="T0" fmla="*/ 122 w 160"/>
              <a:gd name="T1" fmla="*/ 106 h 147"/>
              <a:gd name="T2" fmla="*/ 138 w 160"/>
              <a:gd name="T3" fmla="*/ 104 h 147"/>
              <a:gd name="T4" fmla="*/ 155 w 160"/>
              <a:gd name="T5" fmla="*/ 97 h 147"/>
              <a:gd name="T6" fmla="*/ 137 w 160"/>
              <a:gd name="T7" fmla="*/ 46 h 147"/>
              <a:gd name="T8" fmla="*/ 92 w 160"/>
              <a:gd name="T9" fmla="*/ 16 h 147"/>
              <a:gd name="T10" fmla="*/ 61 w 160"/>
              <a:gd name="T11" fmla="*/ 0 h 147"/>
              <a:gd name="T12" fmla="*/ 29 w 160"/>
              <a:gd name="T13" fmla="*/ 27 h 147"/>
              <a:gd name="T14" fmla="*/ 27 w 160"/>
              <a:gd name="T15" fmla="*/ 48 h 147"/>
              <a:gd name="T16" fmla="*/ 31 w 160"/>
              <a:gd name="T17" fmla="*/ 67 h 147"/>
              <a:gd name="T18" fmla="*/ 40 w 160"/>
              <a:gd name="T19" fmla="*/ 95 h 147"/>
              <a:gd name="T20" fmla="*/ 13 w 160"/>
              <a:gd name="T21" fmla="*/ 114 h 147"/>
              <a:gd name="T22" fmla="*/ 0 w 160"/>
              <a:gd name="T23" fmla="*/ 147 h 147"/>
              <a:gd name="T24" fmla="*/ 123 w 160"/>
              <a:gd name="T25" fmla="*/ 147 h 147"/>
              <a:gd name="T26" fmla="*/ 160 w 160"/>
              <a:gd name="T27" fmla="*/ 137 h 147"/>
              <a:gd name="T28" fmla="*/ 117 w 160"/>
              <a:gd name="T29" fmla="*/ 141 h 147"/>
              <a:gd name="T30" fmla="*/ 5 w 160"/>
              <a:gd name="T31" fmla="*/ 135 h 147"/>
              <a:gd name="T32" fmla="*/ 39 w 160"/>
              <a:gd name="T33" fmla="*/ 106 h 147"/>
              <a:gd name="T34" fmla="*/ 45 w 160"/>
              <a:gd name="T35" fmla="*/ 84 h 147"/>
              <a:gd name="T36" fmla="*/ 36 w 160"/>
              <a:gd name="T37" fmla="*/ 65 h 147"/>
              <a:gd name="T38" fmla="*/ 34 w 160"/>
              <a:gd name="T39" fmla="*/ 63 h 147"/>
              <a:gd name="T40" fmla="*/ 32 w 160"/>
              <a:gd name="T41" fmla="*/ 48 h 147"/>
              <a:gd name="T42" fmla="*/ 35 w 160"/>
              <a:gd name="T43" fmla="*/ 43 h 147"/>
              <a:gd name="T44" fmla="*/ 35 w 160"/>
              <a:gd name="T45" fmla="*/ 26 h 147"/>
              <a:gd name="T46" fmla="*/ 61 w 160"/>
              <a:gd name="T47" fmla="*/ 5 h 147"/>
              <a:gd name="T48" fmla="*/ 88 w 160"/>
              <a:gd name="T49" fmla="*/ 21 h 147"/>
              <a:gd name="T50" fmla="*/ 88 w 160"/>
              <a:gd name="T51" fmla="*/ 22 h 147"/>
              <a:gd name="T52" fmla="*/ 88 w 160"/>
              <a:gd name="T53" fmla="*/ 23 h 147"/>
              <a:gd name="T54" fmla="*/ 88 w 160"/>
              <a:gd name="T55" fmla="*/ 24 h 147"/>
              <a:gd name="T56" fmla="*/ 88 w 160"/>
              <a:gd name="T57" fmla="*/ 25 h 147"/>
              <a:gd name="T58" fmla="*/ 88 w 160"/>
              <a:gd name="T59" fmla="*/ 25 h 147"/>
              <a:gd name="T60" fmla="*/ 88 w 160"/>
              <a:gd name="T61" fmla="*/ 43 h 147"/>
              <a:gd name="T62" fmla="*/ 91 w 160"/>
              <a:gd name="T63" fmla="*/ 48 h 147"/>
              <a:gd name="T64" fmla="*/ 87 w 160"/>
              <a:gd name="T65" fmla="*/ 64 h 147"/>
              <a:gd name="T66" fmla="*/ 85 w 160"/>
              <a:gd name="T67" fmla="*/ 65 h 147"/>
              <a:gd name="T68" fmla="*/ 75 w 160"/>
              <a:gd name="T69" fmla="*/ 84 h 147"/>
              <a:gd name="T70" fmla="*/ 75 w 160"/>
              <a:gd name="T71" fmla="*/ 95 h 147"/>
              <a:gd name="T72" fmla="*/ 75 w 160"/>
              <a:gd name="T73" fmla="*/ 98 h 147"/>
              <a:gd name="T74" fmla="*/ 75 w 160"/>
              <a:gd name="T75" fmla="*/ 100 h 147"/>
              <a:gd name="T76" fmla="*/ 76 w 160"/>
              <a:gd name="T77" fmla="*/ 101 h 147"/>
              <a:gd name="T78" fmla="*/ 78 w 160"/>
              <a:gd name="T79" fmla="*/ 104 h 147"/>
              <a:gd name="T80" fmla="*/ 82 w 160"/>
              <a:gd name="T81" fmla="*/ 106 h 147"/>
              <a:gd name="T82" fmla="*/ 117 w 160"/>
              <a:gd name="T83" fmla="*/ 136 h 147"/>
              <a:gd name="T84" fmla="*/ 155 w 160"/>
              <a:gd name="T85" fmla="*/ 141 h 147"/>
              <a:gd name="T86" fmla="*/ 123 w 160"/>
              <a:gd name="T87" fmla="*/ 136 h 147"/>
              <a:gd name="T88" fmla="*/ 91 w 160"/>
              <a:gd name="T89" fmla="*/ 105 h 147"/>
              <a:gd name="T90" fmla="*/ 87 w 160"/>
              <a:gd name="T91" fmla="*/ 99 h 147"/>
              <a:gd name="T92" fmla="*/ 81 w 160"/>
              <a:gd name="T93" fmla="*/ 98 h 147"/>
              <a:gd name="T94" fmla="*/ 80 w 160"/>
              <a:gd name="T95" fmla="*/ 95 h 147"/>
              <a:gd name="T96" fmla="*/ 82 w 160"/>
              <a:gd name="T97" fmla="*/ 84 h 147"/>
              <a:gd name="T98" fmla="*/ 96 w 160"/>
              <a:gd name="T99" fmla="*/ 59 h 147"/>
              <a:gd name="T100" fmla="*/ 93 w 160"/>
              <a:gd name="T101" fmla="*/ 41 h 147"/>
              <a:gd name="T102" fmla="*/ 93 w 160"/>
              <a:gd name="T103" fmla="*/ 21 h 147"/>
              <a:gd name="T104" fmla="*/ 132 w 160"/>
              <a:gd name="T105" fmla="*/ 46 h 147"/>
              <a:gd name="T106" fmla="*/ 150 w 160"/>
              <a:gd name="T107" fmla="*/ 96 h 147"/>
              <a:gd name="T108" fmla="*/ 138 w 160"/>
              <a:gd name="T109" fmla="*/ 99 h 147"/>
              <a:gd name="T110" fmla="*/ 115 w 160"/>
              <a:gd name="T111" fmla="*/ 101 h 147"/>
              <a:gd name="T112" fmla="*/ 120 w 160"/>
              <a:gd name="T113" fmla="*/ 111 h 147"/>
              <a:gd name="T114" fmla="*/ 155 w 160"/>
              <a:gd name="T115" fmla="*/ 13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0" h="147">
                <a:moveTo>
                  <a:pt x="148" y="117"/>
                </a:moveTo>
                <a:cubicBezTo>
                  <a:pt x="122" y="106"/>
                  <a:pt x="122" y="106"/>
                  <a:pt x="122" y="106"/>
                </a:cubicBezTo>
                <a:cubicBezTo>
                  <a:pt x="121" y="106"/>
                  <a:pt x="121" y="105"/>
                  <a:pt x="120" y="104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38" y="104"/>
                  <a:pt x="145" y="105"/>
                  <a:pt x="151" y="102"/>
                </a:cubicBezTo>
                <a:cubicBezTo>
                  <a:pt x="153" y="101"/>
                  <a:pt x="155" y="100"/>
                  <a:pt x="155" y="97"/>
                </a:cubicBezTo>
                <a:cubicBezTo>
                  <a:pt x="156" y="95"/>
                  <a:pt x="155" y="92"/>
                  <a:pt x="154" y="91"/>
                </a:cubicBezTo>
                <a:cubicBezTo>
                  <a:pt x="149" y="83"/>
                  <a:pt x="137" y="65"/>
                  <a:pt x="137" y="46"/>
                </a:cubicBezTo>
                <a:cubicBezTo>
                  <a:pt x="137" y="46"/>
                  <a:pt x="136" y="14"/>
                  <a:pt x="105" y="14"/>
                </a:cubicBezTo>
                <a:cubicBezTo>
                  <a:pt x="100" y="14"/>
                  <a:pt x="96" y="15"/>
                  <a:pt x="92" y="16"/>
                </a:cubicBezTo>
                <a:cubicBezTo>
                  <a:pt x="91" y="14"/>
                  <a:pt x="90" y="12"/>
                  <a:pt x="88" y="9"/>
                </a:cubicBezTo>
                <a:cubicBezTo>
                  <a:pt x="82" y="3"/>
                  <a:pt x="73" y="0"/>
                  <a:pt x="61" y="0"/>
                </a:cubicBezTo>
                <a:cubicBezTo>
                  <a:pt x="49" y="0"/>
                  <a:pt x="40" y="3"/>
                  <a:pt x="35" y="9"/>
                </a:cubicBezTo>
                <a:cubicBezTo>
                  <a:pt x="29" y="17"/>
                  <a:pt x="29" y="25"/>
                  <a:pt x="29" y="27"/>
                </a:cubicBezTo>
                <a:cubicBezTo>
                  <a:pt x="29" y="41"/>
                  <a:pt x="29" y="41"/>
                  <a:pt x="29" y="41"/>
                </a:cubicBezTo>
                <a:cubicBezTo>
                  <a:pt x="28" y="43"/>
                  <a:pt x="27" y="45"/>
                  <a:pt x="27" y="48"/>
                </a:cubicBezTo>
                <a:cubicBezTo>
                  <a:pt x="27" y="59"/>
                  <a:pt x="27" y="59"/>
                  <a:pt x="27" y="59"/>
                </a:cubicBezTo>
                <a:cubicBezTo>
                  <a:pt x="27" y="62"/>
                  <a:pt x="28" y="65"/>
                  <a:pt x="31" y="67"/>
                </a:cubicBezTo>
                <a:cubicBezTo>
                  <a:pt x="33" y="77"/>
                  <a:pt x="38" y="84"/>
                  <a:pt x="40" y="86"/>
                </a:cubicBezTo>
                <a:cubicBezTo>
                  <a:pt x="40" y="95"/>
                  <a:pt x="40" y="95"/>
                  <a:pt x="40" y="95"/>
                </a:cubicBezTo>
                <a:cubicBezTo>
                  <a:pt x="40" y="98"/>
                  <a:pt x="39" y="100"/>
                  <a:pt x="36" y="101"/>
                </a:cubicBezTo>
                <a:cubicBezTo>
                  <a:pt x="13" y="114"/>
                  <a:pt x="13" y="114"/>
                  <a:pt x="13" y="114"/>
                </a:cubicBezTo>
                <a:cubicBezTo>
                  <a:pt x="5" y="118"/>
                  <a:pt x="0" y="127"/>
                  <a:pt x="0" y="135"/>
                </a:cubicBezTo>
                <a:cubicBezTo>
                  <a:pt x="0" y="147"/>
                  <a:pt x="0" y="147"/>
                  <a:pt x="0" y="147"/>
                </a:cubicBezTo>
                <a:cubicBezTo>
                  <a:pt x="117" y="147"/>
                  <a:pt x="117" y="147"/>
                  <a:pt x="117" y="147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60" y="147"/>
                  <a:pt x="160" y="147"/>
                  <a:pt x="160" y="147"/>
                </a:cubicBezTo>
                <a:cubicBezTo>
                  <a:pt x="160" y="137"/>
                  <a:pt x="160" y="137"/>
                  <a:pt x="160" y="137"/>
                </a:cubicBezTo>
                <a:cubicBezTo>
                  <a:pt x="160" y="129"/>
                  <a:pt x="155" y="121"/>
                  <a:pt x="148" y="117"/>
                </a:cubicBezTo>
                <a:close/>
                <a:moveTo>
                  <a:pt x="117" y="141"/>
                </a:moveTo>
                <a:cubicBezTo>
                  <a:pt x="5" y="141"/>
                  <a:pt x="5" y="141"/>
                  <a:pt x="5" y="141"/>
                </a:cubicBezTo>
                <a:cubicBezTo>
                  <a:pt x="5" y="135"/>
                  <a:pt x="5" y="135"/>
                  <a:pt x="5" y="135"/>
                </a:cubicBezTo>
                <a:cubicBezTo>
                  <a:pt x="5" y="129"/>
                  <a:pt x="9" y="122"/>
                  <a:pt x="15" y="119"/>
                </a:cubicBezTo>
                <a:cubicBezTo>
                  <a:pt x="39" y="106"/>
                  <a:pt x="39" y="106"/>
                  <a:pt x="39" y="106"/>
                </a:cubicBezTo>
                <a:cubicBezTo>
                  <a:pt x="43" y="104"/>
                  <a:pt x="45" y="100"/>
                  <a:pt x="45" y="95"/>
                </a:cubicBezTo>
                <a:cubicBezTo>
                  <a:pt x="45" y="84"/>
                  <a:pt x="45" y="84"/>
                  <a:pt x="45" y="84"/>
                </a:cubicBezTo>
                <a:cubicBezTo>
                  <a:pt x="45" y="84"/>
                  <a:pt x="45" y="84"/>
                  <a:pt x="45" y="84"/>
                </a:cubicBezTo>
                <a:cubicBezTo>
                  <a:pt x="45" y="84"/>
                  <a:pt x="38" y="76"/>
                  <a:pt x="36" y="65"/>
                </a:cubicBezTo>
                <a:cubicBezTo>
                  <a:pt x="35" y="64"/>
                  <a:pt x="35" y="64"/>
                  <a:pt x="35" y="64"/>
                </a:cubicBezTo>
                <a:cubicBezTo>
                  <a:pt x="34" y="63"/>
                  <a:pt x="34" y="63"/>
                  <a:pt x="34" y="63"/>
                </a:cubicBezTo>
                <a:cubicBezTo>
                  <a:pt x="33" y="62"/>
                  <a:pt x="32" y="60"/>
                  <a:pt x="32" y="59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7"/>
                  <a:pt x="33" y="45"/>
                  <a:pt x="34" y="44"/>
                </a:cubicBezTo>
                <a:cubicBezTo>
                  <a:pt x="35" y="43"/>
                  <a:pt x="35" y="43"/>
                  <a:pt x="35" y="43"/>
                </a:cubicBezTo>
                <a:cubicBezTo>
                  <a:pt x="35" y="27"/>
                  <a:pt x="35" y="27"/>
                  <a:pt x="35" y="27"/>
                </a:cubicBezTo>
                <a:cubicBezTo>
                  <a:pt x="35" y="26"/>
                  <a:pt x="35" y="26"/>
                  <a:pt x="35" y="26"/>
                </a:cubicBezTo>
                <a:cubicBezTo>
                  <a:pt x="35" y="26"/>
                  <a:pt x="34" y="19"/>
                  <a:pt x="39" y="13"/>
                </a:cubicBezTo>
                <a:cubicBezTo>
                  <a:pt x="43" y="8"/>
                  <a:pt x="51" y="5"/>
                  <a:pt x="61" y="5"/>
                </a:cubicBezTo>
                <a:cubicBezTo>
                  <a:pt x="72" y="5"/>
                  <a:pt x="79" y="8"/>
                  <a:pt x="84" y="13"/>
                </a:cubicBezTo>
                <a:cubicBezTo>
                  <a:pt x="86" y="15"/>
                  <a:pt x="87" y="18"/>
                  <a:pt x="88" y="21"/>
                </a:cubicBezTo>
                <a:cubicBezTo>
                  <a:pt x="88" y="21"/>
                  <a:pt x="88" y="21"/>
                  <a:pt x="88" y="21"/>
                </a:cubicBezTo>
                <a:cubicBezTo>
                  <a:pt x="88" y="21"/>
                  <a:pt x="88" y="21"/>
                  <a:pt x="88" y="22"/>
                </a:cubicBezTo>
                <a:cubicBezTo>
                  <a:pt x="88" y="22"/>
                  <a:pt x="88" y="22"/>
                  <a:pt x="88" y="22"/>
                </a:cubicBezTo>
                <a:cubicBezTo>
                  <a:pt x="88" y="22"/>
                  <a:pt x="88" y="23"/>
                  <a:pt x="88" y="23"/>
                </a:cubicBezTo>
                <a:cubicBezTo>
                  <a:pt x="88" y="23"/>
                  <a:pt x="88" y="23"/>
                  <a:pt x="88" y="24"/>
                </a:cubicBezTo>
                <a:cubicBezTo>
                  <a:pt x="88" y="24"/>
                  <a:pt x="88" y="24"/>
                  <a:pt x="88" y="24"/>
                </a:cubicBezTo>
                <a:cubicBezTo>
                  <a:pt x="88" y="24"/>
                  <a:pt x="88" y="24"/>
                  <a:pt x="88" y="24"/>
                </a:cubicBezTo>
                <a:cubicBezTo>
                  <a:pt x="88" y="25"/>
                  <a:pt x="88" y="25"/>
                  <a:pt x="88" y="25"/>
                </a:cubicBezTo>
                <a:cubicBezTo>
                  <a:pt x="88" y="25"/>
                  <a:pt x="88" y="25"/>
                  <a:pt x="88" y="25"/>
                </a:cubicBezTo>
                <a:cubicBezTo>
                  <a:pt x="88" y="25"/>
                  <a:pt x="88" y="25"/>
                  <a:pt x="88" y="25"/>
                </a:cubicBezTo>
                <a:cubicBezTo>
                  <a:pt x="88" y="26"/>
                  <a:pt x="88" y="26"/>
                  <a:pt x="88" y="26"/>
                </a:cubicBezTo>
                <a:cubicBezTo>
                  <a:pt x="88" y="43"/>
                  <a:pt x="88" y="43"/>
                  <a:pt x="88" y="43"/>
                </a:cubicBezTo>
                <a:cubicBezTo>
                  <a:pt x="89" y="44"/>
                  <a:pt x="89" y="44"/>
                  <a:pt x="89" y="44"/>
                </a:cubicBezTo>
                <a:cubicBezTo>
                  <a:pt x="90" y="45"/>
                  <a:pt x="91" y="47"/>
                  <a:pt x="91" y="48"/>
                </a:cubicBezTo>
                <a:cubicBezTo>
                  <a:pt x="91" y="59"/>
                  <a:pt x="91" y="59"/>
                  <a:pt x="91" y="59"/>
                </a:cubicBezTo>
                <a:cubicBezTo>
                  <a:pt x="91" y="61"/>
                  <a:pt x="89" y="63"/>
                  <a:pt x="87" y="64"/>
                </a:cubicBezTo>
                <a:cubicBezTo>
                  <a:pt x="86" y="64"/>
                  <a:pt x="86" y="64"/>
                  <a:pt x="86" y="64"/>
                </a:cubicBezTo>
                <a:cubicBezTo>
                  <a:pt x="85" y="65"/>
                  <a:pt x="85" y="65"/>
                  <a:pt x="85" y="65"/>
                </a:cubicBezTo>
                <a:cubicBezTo>
                  <a:pt x="83" y="71"/>
                  <a:pt x="81" y="76"/>
                  <a:pt x="78" y="81"/>
                </a:cubicBezTo>
                <a:cubicBezTo>
                  <a:pt x="77" y="82"/>
                  <a:pt x="76" y="83"/>
                  <a:pt x="75" y="84"/>
                </a:cubicBezTo>
                <a:cubicBezTo>
                  <a:pt x="75" y="84"/>
                  <a:pt x="75" y="84"/>
                  <a:pt x="75" y="84"/>
                </a:cubicBezTo>
                <a:cubicBezTo>
                  <a:pt x="75" y="95"/>
                  <a:pt x="75" y="95"/>
                  <a:pt x="75" y="95"/>
                </a:cubicBezTo>
                <a:cubicBezTo>
                  <a:pt x="75" y="96"/>
                  <a:pt x="75" y="97"/>
                  <a:pt x="75" y="97"/>
                </a:cubicBezTo>
                <a:cubicBezTo>
                  <a:pt x="75" y="97"/>
                  <a:pt x="75" y="98"/>
                  <a:pt x="75" y="98"/>
                </a:cubicBezTo>
                <a:cubicBezTo>
                  <a:pt x="75" y="98"/>
                  <a:pt x="75" y="99"/>
                  <a:pt x="75" y="99"/>
                </a:cubicBezTo>
                <a:cubicBezTo>
                  <a:pt x="75" y="99"/>
                  <a:pt x="75" y="100"/>
                  <a:pt x="75" y="100"/>
                </a:cubicBezTo>
                <a:cubicBezTo>
                  <a:pt x="76" y="100"/>
                  <a:pt x="76" y="101"/>
                  <a:pt x="76" y="101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77" y="102"/>
                  <a:pt x="77" y="103"/>
                  <a:pt x="78" y="103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9" y="105"/>
                  <a:pt x="80" y="106"/>
                  <a:pt x="82" y="106"/>
                </a:cubicBezTo>
                <a:cubicBezTo>
                  <a:pt x="107" y="119"/>
                  <a:pt x="107" y="119"/>
                  <a:pt x="107" y="119"/>
                </a:cubicBezTo>
                <a:cubicBezTo>
                  <a:pt x="113" y="122"/>
                  <a:pt x="117" y="129"/>
                  <a:pt x="117" y="136"/>
                </a:cubicBezTo>
                <a:lnTo>
                  <a:pt x="117" y="141"/>
                </a:lnTo>
                <a:close/>
                <a:moveTo>
                  <a:pt x="155" y="141"/>
                </a:moveTo>
                <a:cubicBezTo>
                  <a:pt x="123" y="141"/>
                  <a:pt x="123" y="141"/>
                  <a:pt x="123" y="141"/>
                </a:cubicBezTo>
                <a:cubicBezTo>
                  <a:pt x="123" y="136"/>
                  <a:pt x="123" y="136"/>
                  <a:pt x="123" y="136"/>
                </a:cubicBezTo>
                <a:cubicBezTo>
                  <a:pt x="123" y="127"/>
                  <a:pt x="118" y="118"/>
                  <a:pt x="109" y="114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92" y="104"/>
                  <a:pt x="92" y="103"/>
                  <a:pt x="91" y="102"/>
                </a:cubicBezTo>
                <a:cubicBezTo>
                  <a:pt x="91" y="100"/>
                  <a:pt x="89" y="99"/>
                  <a:pt x="87" y="99"/>
                </a:cubicBezTo>
                <a:cubicBezTo>
                  <a:pt x="81" y="99"/>
                  <a:pt x="81" y="99"/>
                  <a:pt x="81" y="99"/>
                </a:cubicBezTo>
                <a:cubicBezTo>
                  <a:pt x="81" y="99"/>
                  <a:pt x="81" y="98"/>
                  <a:pt x="81" y="98"/>
                </a:cubicBezTo>
                <a:cubicBezTo>
                  <a:pt x="81" y="98"/>
                  <a:pt x="80" y="97"/>
                  <a:pt x="80" y="97"/>
                </a:cubicBezTo>
                <a:cubicBezTo>
                  <a:pt x="80" y="97"/>
                  <a:pt x="80" y="96"/>
                  <a:pt x="80" y="95"/>
                </a:cubicBezTo>
                <a:cubicBezTo>
                  <a:pt x="80" y="86"/>
                  <a:pt x="80" y="86"/>
                  <a:pt x="80" y="86"/>
                </a:cubicBezTo>
                <a:cubicBezTo>
                  <a:pt x="81" y="86"/>
                  <a:pt x="81" y="85"/>
                  <a:pt x="82" y="84"/>
                </a:cubicBezTo>
                <a:cubicBezTo>
                  <a:pt x="85" y="79"/>
                  <a:pt x="88" y="74"/>
                  <a:pt x="90" y="68"/>
                </a:cubicBezTo>
                <a:cubicBezTo>
                  <a:pt x="94" y="67"/>
                  <a:pt x="96" y="63"/>
                  <a:pt x="96" y="59"/>
                </a:cubicBezTo>
                <a:cubicBezTo>
                  <a:pt x="96" y="48"/>
                  <a:pt x="96" y="48"/>
                  <a:pt x="96" y="48"/>
                </a:cubicBezTo>
                <a:cubicBezTo>
                  <a:pt x="96" y="45"/>
                  <a:pt x="95" y="43"/>
                  <a:pt x="93" y="41"/>
                </a:cubicBezTo>
                <a:cubicBezTo>
                  <a:pt x="93" y="27"/>
                  <a:pt x="93" y="27"/>
                  <a:pt x="93" y="27"/>
                </a:cubicBezTo>
                <a:cubicBezTo>
                  <a:pt x="93" y="26"/>
                  <a:pt x="94" y="24"/>
                  <a:pt x="93" y="21"/>
                </a:cubicBezTo>
                <a:cubicBezTo>
                  <a:pt x="97" y="20"/>
                  <a:pt x="100" y="19"/>
                  <a:pt x="105" y="19"/>
                </a:cubicBezTo>
                <a:cubicBezTo>
                  <a:pt x="131" y="19"/>
                  <a:pt x="132" y="45"/>
                  <a:pt x="132" y="46"/>
                </a:cubicBezTo>
                <a:cubicBezTo>
                  <a:pt x="132" y="67"/>
                  <a:pt x="144" y="86"/>
                  <a:pt x="150" y="94"/>
                </a:cubicBezTo>
                <a:cubicBezTo>
                  <a:pt x="150" y="94"/>
                  <a:pt x="150" y="95"/>
                  <a:pt x="150" y="96"/>
                </a:cubicBezTo>
                <a:cubicBezTo>
                  <a:pt x="150" y="96"/>
                  <a:pt x="150" y="97"/>
                  <a:pt x="149" y="97"/>
                </a:cubicBezTo>
                <a:cubicBezTo>
                  <a:pt x="144" y="99"/>
                  <a:pt x="138" y="99"/>
                  <a:pt x="138" y="99"/>
                </a:cubicBezTo>
                <a:cubicBezTo>
                  <a:pt x="119" y="99"/>
                  <a:pt x="119" y="99"/>
                  <a:pt x="119" y="99"/>
                </a:cubicBezTo>
                <a:cubicBezTo>
                  <a:pt x="118" y="99"/>
                  <a:pt x="116" y="100"/>
                  <a:pt x="115" y="101"/>
                </a:cubicBezTo>
                <a:cubicBezTo>
                  <a:pt x="114" y="103"/>
                  <a:pt x="114" y="104"/>
                  <a:pt x="115" y="106"/>
                </a:cubicBezTo>
                <a:cubicBezTo>
                  <a:pt x="116" y="108"/>
                  <a:pt x="117" y="110"/>
                  <a:pt x="120" y="111"/>
                </a:cubicBezTo>
                <a:cubicBezTo>
                  <a:pt x="146" y="122"/>
                  <a:pt x="146" y="122"/>
                  <a:pt x="146" y="122"/>
                </a:cubicBezTo>
                <a:cubicBezTo>
                  <a:pt x="151" y="125"/>
                  <a:pt x="155" y="131"/>
                  <a:pt x="155" y="137"/>
                </a:cubicBezTo>
                <a:lnTo>
                  <a:pt x="155" y="1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4962" y="4999372"/>
            <a:ext cx="2401088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thoughts. A peep at some distant orb has power to raise and purify our thoughts like a strain.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4962" y="4648191"/>
            <a:ext cx="133530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SERVICE 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5399" y="4999372"/>
            <a:ext cx="2401088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A peep at some distant orb has power to raise and purify our thoughts. A peep at some distant orb has power to raise and purify our thoughts like a strain.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5399" y="4648191"/>
            <a:ext cx="133530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spc="3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SERVICE #3</a:t>
            </a:r>
          </a:p>
        </p:txBody>
      </p:sp>
      <p:sp>
        <p:nvSpPr>
          <p:cNvPr id="25" name="Freeform 1297"/>
          <p:cNvSpPr>
            <a:spLocks noEditPoints="1"/>
          </p:cNvSpPr>
          <p:nvPr/>
        </p:nvSpPr>
        <p:spPr bwMode="auto">
          <a:xfrm>
            <a:off x="8103655" y="4078216"/>
            <a:ext cx="410294" cy="413872"/>
          </a:xfrm>
          <a:custGeom>
            <a:avLst/>
            <a:gdLst>
              <a:gd name="T0" fmla="*/ 125 w 160"/>
              <a:gd name="T1" fmla="*/ 17 h 160"/>
              <a:gd name="T2" fmla="*/ 99 w 160"/>
              <a:gd name="T3" fmla="*/ 54 h 160"/>
              <a:gd name="T4" fmla="*/ 70 w 160"/>
              <a:gd name="T5" fmla="*/ 54 h 160"/>
              <a:gd name="T6" fmla="*/ 49 w 160"/>
              <a:gd name="T7" fmla="*/ 26 h 160"/>
              <a:gd name="T8" fmla="*/ 26 w 160"/>
              <a:gd name="T9" fmla="*/ 26 h 160"/>
              <a:gd name="T10" fmla="*/ 44 w 160"/>
              <a:gd name="T11" fmla="*/ 36 h 160"/>
              <a:gd name="T12" fmla="*/ 61 w 160"/>
              <a:gd name="T13" fmla="*/ 73 h 160"/>
              <a:gd name="T14" fmla="*/ 29 w 160"/>
              <a:gd name="T15" fmla="*/ 124 h 160"/>
              <a:gd name="T16" fmla="*/ 0 w 160"/>
              <a:gd name="T17" fmla="*/ 137 h 160"/>
              <a:gd name="T18" fmla="*/ 35 w 160"/>
              <a:gd name="T19" fmla="*/ 137 h 160"/>
              <a:gd name="T20" fmla="*/ 70 w 160"/>
              <a:gd name="T21" fmla="*/ 91 h 160"/>
              <a:gd name="T22" fmla="*/ 81 w 160"/>
              <a:gd name="T23" fmla="*/ 125 h 160"/>
              <a:gd name="T24" fmla="*/ 84 w 160"/>
              <a:gd name="T25" fmla="*/ 160 h 160"/>
              <a:gd name="T26" fmla="*/ 87 w 160"/>
              <a:gd name="T27" fmla="*/ 125 h 160"/>
              <a:gd name="T28" fmla="*/ 99 w 160"/>
              <a:gd name="T29" fmla="*/ 91 h 160"/>
              <a:gd name="T30" fmla="*/ 119 w 160"/>
              <a:gd name="T31" fmla="*/ 119 h 160"/>
              <a:gd name="T32" fmla="*/ 143 w 160"/>
              <a:gd name="T33" fmla="*/ 119 h 160"/>
              <a:gd name="T34" fmla="*/ 125 w 160"/>
              <a:gd name="T35" fmla="*/ 109 h 160"/>
              <a:gd name="T36" fmla="*/ 108 w 160"/>
              <a:gd name="T37" fmla="*/ 73 h 160"/>
              <a:gd name="T38" fmla="*/ 131 w 160"/>
              <a:gd name="T39" fmla="*/ 30 h 160"/>
              <a:gd name="T40" fmla="*/ 160 w 160"/>
              <a:gd name="T41" fmla="*/ 17 h 160"/>
              <a:gd name="T42" fmla="*/ 32 w 160"/>
              <a:gd name="T43" fmla="*/ 26 h 160"/>
              <a:gd name="T44" fmla="*/ 44 w 160"/>
              <a:gd name="T45" fmla="*/ 26 h 160"/>
              <a:gd name="T46" fmla="*/ 32 w 160"/>
              <a:gd name="T47" fmla="*/ 26 h 160"/>
              <a:gd name="T48" fmla="*/ 6 w 160"/>
              <a:gd name="T49" fmla="*/ 137 h 160"/>
              <a:gd name="T50" fmla="*/ 29 w 160"/>
              <a:gd name="T51" fmla="*/ 137 h 160"/>
              <a:gd name="T52" fmla="*/ 96 w 160"/>
              <a:gd name="T53" fmla="*/ 143 h 160"/>
              <a:gd name="T54" fmla="*/ 73 w 160"/>
              <a:gd name="T55" fmla="*/ 143 h 160"/>
              <a:gd name="T56" fmla="*/ 96 w 160"/>
              <a:gd name="T57" fmla="*/ 143 h 160"/>
              <a:gd name="T58" fmla="*/ 67 w 160"/>
              <a:gd name="T59" fmla="*/ 73 h 160"/>
              <a:gd name="T60" fmla="*/ 102 w 160"/>
              <a:gd name="T61" fmla="*/ 73 h 160"/>
              <a:gd name="T62" fmla="*/ 137 w 160"/>
              <a:gd name="T63" fmla="*/ 119 h 160"/>
              <a:gd name="T64" fmla="*/ 125 w 160"/>
              <a:gd name="T65" fmla="*/ 119 h 160"/>
              <a:gd name="T66" fmla="*/ 137 w 160"/>
              <a:gd name="T67" fmla="*/ 119 h 160"/>
              <a:gd name="T68" fmla="*/ 131 w 160"/>
              <a:gd name="T69" fmla="*/ 17 h 160"/>
              <a:gd name="T70" fmla="*/ 154 w 160"/>
              <a:gd name="T71" fmla="*/ 1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0" h="160">
                <a:moveTo>
                  <a:pt x="143" y="0"/>
                </a:moveTo>
                <a:cubicBezTo>
                  <a:pt x="133" y="0"/>
                  <a:pt x="125" y="8"/>
                  <a:pt x="125" y="17"/>
                </a:cubicBezTo>
                <a:cubicBezTo>
                  <a:pt x="125" y="20"/>
                  <a:pt x="126" y="23"/>
                  <a:pt x="127" y="26"/>
                </a:cubicBezTo>
                <a:cubicBezTo>
                  <a:pt x="99" y="54"/>
                  <a:pt x="99" y="54"/>
                  <a:pt x="99" y="54"/>
                </a:cubicBezTo>
                <a:cubicBezTo>
                  <a:pt x="95" y="51"/>
                  <a:pt x="90" y="49"/>
                  <a:pt x="84" y="49"/>
                </a:cubicBezTo>
                <a:cubicBezTo>
                  <a:pt x="79" y="49"/>
                  <a:pt x="74" y="51"/>
                  <a:pt x="70" y="54"/>
                </a:cubicBezTo>
                <a:cubicBezTo>
                  <a:pt x="48" y="32"/>
                  <a:pt x="48" y="32"/>
                  <a:pt x="48" y="32"/>
                </a:cubicBezTo>
                <a:cubicBezTo>
                  <a:pt x="49" y="30"/>
                  <a:pt x="49" y="28"/>
                  <a:pt x="49" y="26"/>
                </a:cubicBezTo>
                <a:cubicBezTo>
                  <a:pt x="49" y="20"/>
                  <a:pt x="44" y="15"/>
                  <a:pt x="38" y="15"/>
                </a:cubicBezTo>
                <a:cubicBezTo>
                  <a:pt x="31" y="15"/>
                  <a:pt x="26" y="20"/>
                  <a:pt x="26" y="26"/>
                </a:cubicBezTo>
                <a:cubicBezTo>
                  <a:pt x="26" y="33"/>
                  <a:pt x="31" y="38"/>
                  <a:pt x="38" y="38"/>
                </a:cubicBezTo>
                <a:cubicBezTo>
                  <a:pt x="40" y="38"/>
                  <a:pt x="42" y="37"/>
                  <a:pt x="44" y="36"/>
                </a:cubicBezTo>
                <a:cubicBezTo>
                  <a:pt x="66" y="58"/>
                  <a:pt x="66" y="58"/>
                  <a:pt x="66" y="58"/>
                </a:cubicBezTo>
                <a:cubicBezTo>
                  <a:pt x="63" y="62"/>
                  <a:pt x="61" y="67"/>
                  <a:pt x="61" y="73"/>
                </a:cubicBezTo>
                <a:cubicBezTo>
                  <a:pt x="61" y="78"/>
                  <a:pt x="63" y="83"/>
                  <a:pt x="66" y="87"/>
                </a:cubicBezTo>
                <a:cubicBezTo>
                  <a:pt x="29" y="124"/>
                  <a:pt x="29" y="124"/>
                  <a:pt x="29" y="124"/>
                </a:cubicBezTo>
                <a:cubicBezTo>
                  <a:pt x="26" y="121"/>
                  <a:pt x="22" y="119"/>
                  <a:pt x="17" y="119"/>
                </a:cubicBezTo>
                <a:cubicBezTo>
                  <a:pt x="8" y="119"/>
                  <a:pt x="0" y="127"/>
                  <a:pt x="0" y="137"/>
                </a:cubicBezTo>
                <a:cubicBezTo>
                  <a:pt x="0" y="146"/>
                  <a:pt x="8" y="154"/>
                  <a:pt x="17" y="154"/>
                </a:cubicBezTo>
                <a:cubicBezTo>
                  <a:pt x="27" y="154"/>
                  <a:pt x="35" y="146"/>
                  <a:pt x="35" y="137"/>
                </a:cubicBezTo>
                <a:cubicBezTo>
                  <a:pt x="35" y="134"/>
                  <a:pt x="34" y="131"/>
                  <a:pt x="33" y="128"/>
                </a:cubicBezTo>
                <a:cubicBezTo>
                  <a:pt x="70" y="91"/>
                  <a:pt x="70" y="91"/>
                  <a:pt x="70" y="91"/>
                </a:cubicBezTo>
                <a:cubicBezTo>
                  <a:pt x="73" y="94"/>
                  <a:pt x="77" y="95"/>
                  <a:pt x="81" y="96"/>
                </a:cubicBezTo>
                <a:cubicBezTo>
                  <a:pt x="81" y="125"/>
                  <a:pt x="81" y="125"/>
                  <a:pt x="81" y="125"/>
                </a:cubicBezTo>
                <a:cubicBezTo>
                  <a:pt x="73" y="127"/>
                  <a:pt x="67" y="134"/>
                  <a:pt x="67" y="143"/>
                </a:cubicBezTo>
                <a:cubicBezTo>
                  <a:pt x="67" y="152"/>
                  <a:pt x="75" y="160"/>
                  <a:pt x="84" y="160"/>
                </a:cubicBezTo>
                <a:cubicBezTo>
                  <a:pt x="94" y="160"/>
                  <a:pt x="102" y="152"/>
                  <a:pt x="102" y="143"/>
                </a:cubicBezTo>
                <a:cubicBezTo>
                  <a:pt x="102" y="134"/>
                  <a:pt x="96" y="127"/>
                  <a:pt x="87" y="125"/>
                </a:cubicBezTo>
                <a:cubicBezTo>
                  <a:pt x="87" y="96"/>
                  <a:pt x="87" y="96"/>
                  <a:pt x="87" y="96"/>
                </a:cubicBezTo>
                <a:cubicBezTo>
                  <a:pt x="92" y="95"/>
                  <a:pt x="95" y="94"/>
                  <a:pt x="99" y="91"/>
                </a:cubicBezTo>
                <a:cubicBezTo>
                  <a:pt x="121" y="113"/>
                  <a:pt x="121" y="113"/>
                  <a:pt x="121" y="113"/>
                </a:cubicBezTo>
                <a:cubicBezTo>
                  <a:pt x="120" y="115"/>
                  <a:pt x="119" y="117"/>
                  <a:pt x="119" y="119"/>
                </a:cubicBezTo>
                <a:cubicBezTo>
                  <a:pt x="119" y="126"/>
                  <a:pt x="124" y="131"/>
                  <a:pt x="131" y="131"/>
                </a:cubicBezTo>
                <a:cubicBezTo>
                  <a:pt x="137" y="131"/>
                  <a:pt x="143" y="126"/>
                  <a:pt x="143" y="119"/>
                </a:cubicBezTo>
                <a:cubicBezTo>
                  <a:pt x="143" y="113"/>
                  <a:pt x="137" y="108"/>
                  <a:pt x="131" y="108"/>
                </a:cubicBezTo>
                <a:cubicBezTo>
                  <a:pt x="129" y="108"/>
                  <a:pt x="127" y="108"/>
                  <a:pt x="125" y="109"/>
                </a:cubicBezTo>
                <a:cubicBezTo>
                  <a:pt x="103" y="87"/>
                  <a:pt x="103" y="87"/>
                  <a:pt x="103" y="87"/>
                </a:cubicBezTo>
                <a:cubicBezTo>
                  <a:pt x="106" y="83"/>
                  <a:pt x="108" y="78"/>
                  <a:pt x="108" y="73"/>
                </a:cubicBezTo>
                <a:cubicBezTo>
                  <a:pt x="108" y="67"/>
                  <a:pt x="106" y="62"/>
                  <a:pt x="103" y="58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34" y="33"/>
                  <a:pt x="138" y="35"/>
                  <a:pt x="143" y="35"/>
                </a:cubicBezTo>
                <a:cubicBezTo>
                  <a:pt x="152" y="35"/>
                  <a:pt x="160" y="27"/>
                  <a:pt x="160" y="17"/>
                </a:cubicBezTo>
                <a:cubicBezTo>
                  <a:pt x="160" y="8"/>
                  <a:pt x="152" y="0"/>
                  <a:pt x="143" y="0"/>
                </a:cubicBezTo>
                <a:close/>
                <a:moveTo>
                  <a:pt x="32" y="26"/>
                </a:moveTo>
                <a:cubicBezTo>
                  <a:pt x="32" y="23"/>
                  <a:pt x="35" y="20"/>
                  <a:pt x="38" y="20"/>
                </a:cubicBezTo>
                <a:cubicBezTo>
                  <a:pt x="41" y="20"/>
                  <a:pt x="44" y="23"/>
                  <a:pt x="44" y="26"/>
                </a:cubicBezTo>
                <a:cubicBezTo>
                  <a:pt x="44" y="29"/>
                  <a:pt x="41" y="32"/>
                  <a:pt x="38" y="32"/>
                </a:cubicBezTo>
                <a:cubicBezTo>
                  <a:pt x="35" y="32"/>
                  <a:pt x="32" y="29"/>
                  <a:pt x="32" y="26"/>
                </a:cubicBezTo>
                <a:close/>
                <a:moveTo>
                  <a:pt x="17" y="148"/>
                </a:moveTo>
                <a:cubicBezTo>
                  <a:pt x="11" y="148"/>
                  <a:pt x="6" y="143"/>
                  <a:pt x="6" y="137"/>
                </a:cubicBezTo>
                <a:cubicBezTo>
                  <a:pt x="6" y="130"/>
                  <a:pt x="11" y="125"/>
                  <a:pt x="17" y="125"/>
                </a:cubicBezTo>
                <a:cubicBezTo>
                  <a:pt x="24" y="125"/>
                  <a:pt x="29" y="130"/>
                  <a:pt x="29" y="137"/>
                </a:cubicBezTo>
                <a:cubicBezTo>
                  <a:pt x="29" y="143"/>
                  <a:pt x="24" y="148"/>
                  <a:pt x="17" y="148"/>
                </a:cubicBezTo>
                <a:close/>
                <a:moveTo>
                  <a:pt x="96" y="143"/>
                </a:moveTo>
                <a:cubicBezTo>
                  <a:pt x="96" y="149"/>
                  <a:pt x="91" y="154"/>
                  <a:pt x="84" y="154"/>
                </a:cubicBezTo>
                <a:cubicBezTo>
                  <a:pt x="78" y="154"/>
                  <a:pt x="73" y="149"/>
                  <a:pt x="73" y="143"/>
                </a:cubicBezTo>
                <a:cubicBezTo>
                  <a:pt x="73" y="136"/>
                  <a:pt x="78" y="131"/>
                  <a:pt x="84" y="131"/>
                </a:cubicBezTo>
                <a:cubicBezTo>
                  <a:pt x="91" y="131"/>
                  <a:pt x="96" y="136"/>
                  <a:pt x="96" y="143"/>
                </a:cubicBezTo>
                <a:close/>
                <a:moveTo>
                  <a:pt x="84" y="90"/>
                </a:moveTo>
                <a:cubicBezTo>
                  <a:pt x="75" y="90"/>
                  <a:pt x="67" y="82"/>
                  <a:pt x="67" y="73"/>
                </a:cubicBezTo>
                <a:cubicBezTo>
                  <a:pt x="67" y="63"/>
                  <a:pt x="75" y="55"/>
                  <a:pt x="84" y="55"/>
                </a:cubicBezTo>
                <a:cubicBezTo>
                  <a:pt x="94" y="55"/>
                  <a:pt x="102" y="63"/>
                  <a:pt x="102" y="73"/>
                </a:cubicBezTo>
                <a:cubicBezTo>
                  <a:pt x="102" y="82"/>
                  <a:pt x="94" y="90"/>
                  <a:pt x="84" y="90"/>
                </a:cubicBezTo>
                <a:close/>
                <a:moveTo>
                  <a:pt x="137" y="119"/>
                </a:moveTo>
                <a:cubicBezTo>
                  <a:pt x="137" y="122"/>
                  <a:pt x="134" y="125"/>
                  <a:pt x="131" y="125"/>
                </a:cubicBezTo>
                <a:cubicBezTo>
                  <a:pt x="128" y="125"/>
                  <a:pt x="125" y="122"/>
                  <a:pt x="125" y="119"/>
                </a:cubicBezTo>
                <a:cubicBezTo>
                  <a:pt x="125" y="116"/>
                  <a:pt x="128" y="113"/>
                  <a:pt x="131" y="113"/>
                </a:cubicBezTo>
                <a:cubicBezTo>
                  <a:pt x="134" y="113"/>
                  <a:pt x="137" y="116"/>
                  <a:pt x="137" y="119"/>
                </a:cubicBezTo>
                <a:close/>
                <a:moveTo>
                  <a:pt x="143" y="29"/>
                </a:moveTo>
                <a:cubicBezTo>
                  <a:pt x="136" y="29"/>
                  <a:pt x="131" y="24"/>
                  <a:pt x="131" y="17"/>
                </a:cubicBezTo>
                <a:cubicBezTo>
                  <a:pt x="131" y="11"/>
                  <a:pt x="136" y="6"/>
                  <a:pt x="143" y="6"/>
                </a:cubicBezTo>
                <a:cubicBezTo>
                  <a:pt x="149" y="6"/>
                  <a:pt x="154" y="11"/>
                  <a:pt x="154" y="17"/>
                </a:cubicBezTo>
                <a:cubicBezTo>
                  <a:pt x="154" y="24"/>
                  <a:pt x="149" y="29"/>
                  <a:pt x="143" y="2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cs typeface="+mn-ea"/>
              <a:sym typeface="+mn-lt"/>
            </a:endParaRPr>
          </a:p>
        </p:txBody>
      </p:sp>
      <p:sp>
        <p:nvSpPr>
          <p:cNvPr id="26" name="Freeform 1311"/>
          <p:cNvSpPr>
            <a:spLocks noEditPoints="1"/>
          </p:cNvSpPr>
          <p:nvPr/>
        </p:nvSpPr>
        <p:spPr bwMode="auto">
          <a:xfrm>
            <a:off x="4934962" y="4146798"/>
            <a:ext cx="410294" cy="276709"/>
          </a:xfrm>
          <a:custGeom>
            <a:avLst/>
            <a:gdLst>
              <a:gd name="T0" fmla="*/ 160 w 160"/>
              <a:gd name="T1" fmla="*/ 3 h 107"/>
              <a:gd name="T2" fmla="*/ 160 w 160"/>
              <a:gd name="T3" fmla="*/ 2 h 107"/>
              <a:gd name="T4" fmla="*/ 160 w 160"/>
              <a:gd name="T5" fmla="*/ 1 h 107"/>
              <a:gd name="T6" fmla="*/ 160 w 160"/>
              <a:gd name="T7" fmla="*/ 1 h 107"/>
              <a:gd name="T8" fmla="*/ 159 w 160"/>
              <a:gd name="T9" fmla="*/ 1 h 107"/>
              <a:gd name="T10" fmla="*/ 158 w 160"/>
              <a:gd name="T11" fmla="*/ 0 h 107"/>
              <a:gd name="T12" fmla="*/ 157 w 160"/>
              <a:gd name="T13" fmla="*/ 0 h 107"/>
              <a:gd name="T14" fmla="*/ 157 w 160"/>
              <a:gd name="T15" fmla="*/ 0 h 107"/>
              <a:gd name="T16" fmla="*/ 0 w 160"/>
              <a:gd name="T17" fmla="*/ 34 h 107"/>
              <a:gd name="T18" fmla="*/ 46 w 160"/>
              <a:gd name="T19" fmla="*/ 60 h 107"/>
              <a:gd name="T20" fmla="*/ 53 w 160"/>
              <a:gd name="T21" fmla="*/ 104 h 107"/>
              <a:gd name="T22" fmla="*/ 54 w 160"/>
              <a:gd name="T23" fmla="*/ 104 h 107"/>
              <a:gd name="T24" fmla="*/ 54 w 160"/>
              <a:gd name="T25" fmla="*/ 105 h 107"/>
              <a:gd name="T26" fmla="*/ 54 w 160"/>
              <a:gd name="T27" fmla="*/ 106 h 107"/>
              <a:gd name="T28" fmla="*/ 55 w 160"/>
              <a:gd name="T29" fmla="*/ 106 h 107"/>
              <a:gd name="T30" fmla="*/ 55 w 160"/>
              <a:gd name="T31" fmla="*/ 106 h 107"/>
              <a:gd name="T32" fmla="*/ 56 w 160"/>
              <a:gd name="T33" fmla="*/ 107 h 107"/>
              <a:gd name="T34" fmla="*/ 56 w 160"/>
              <a:gd name="T35" fmla="*/ 107 h 107"/>
              <a:gd name="T36" fmla="*/ 56 w 160"/>
              <a:gd name="T37" fmla="*/ 107 h 107"/>
              <a:gd name="T38" fmla="*/ 58 w 160"/>
              <a:gd name="T39" fmla="*/ 106 h 107"/>
              <a:gd name="T40" fmla="*/ 119 w 160"/>
              <a:gd name="T41" fmla="*/ 106 h 107"/>
              <a:gd name="T42" fmla="*/ 121 w 160"/>
              <a:gd name="T43" fmla="*/ 106 h 107"/>
              <a:gd name="T44" fmla="*/ 160 w 160"/>
              <a:gd name="T45" fmla="*/ 4 h 107"/>
              <a:gd name="T46" fmla="*/ 160 w 160"/>
              <a:gd name="T47" fmla="*/ 3 h 107"/>
              <a:gd name="T48" fmla="*/ 129 w 160"/>
              <a:gd name="T49" fmla="*/ 20 h 107"/>
              <a:gd name="T50" fmla="*/ 65 w 160"/>
              <a:gd name="T51" fmla="*/ 67 h 107"/>
              <a:gd name="T52" fmla="*/ 65 w 160"/>
              <a:gd name="T53" fmla="*/ 68 h 107"/>
              <a:gd name="T54" fmla="*/ 64 w 160"/>
              <a:gd name="T55" fmla="*/ 68 h 107"/>
              <a:gd name="T56" fmla="*/ 64 w 160"/>
              <a:gd name="T57" fmla="*/ 68 h 107"/>
              <a:gd name="T58" fmla="*/ 51 w 160"/>
              <a:gd name="T59" fmla="*/ 60 h 107"/>
              <a:gd name="T60" fmla="*/ 61 w 160"/>
              <a:gd name="T61" fmla="*/ 97 h 107"/>
              <a:gd name="T62" fmla="*/ 80 w 160"/>
              <a:gd name="T63" fmla="*/ 81 h 107"/>
              <a:gd name="T64" fmla="*/ 72 w 160"/>
              <a:gd name="T65" fmla="*/ 90 h 107"/>
              <a:gd name="T66" fmla="*/ 139 w 160"/>
              <a:gd name="T67" fmla="*/ 9 h 107"/>
              <a:gd name="T68" fmla="*/ 10 w 160"/>
              <a:gd name="T69" fmla="*/ 36 h 107"/>
              <a:gd name="T70" fmla="*/ 119 w 160"/>
              <a:gd name="T71" fmla="*/ 100 h 107"/>
              <a:gd name="T72" fmla="*/ 71 w 160"/>
              <a:gd name="T73" fmla="*/ 69 h 107"/>
              <a:gd name="T74" fmla="*/ 119 w 160"/>
              <a:gd name="T75" fmla="*/ 10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0" h="107">
                <a:moveTo>
                  <a:pt x="160" y="3"/>
                </a:moveTo>
                <a:cubicBezTo>
                  <a:pt x="160" y="3"/>
                  <a:pt x="160" y="3"/>
                  <a:pt x="160" y="3"/>
                </a:cubicBezTo>
                <a:cubicBezTo>
                  <a:pt x="160" y="3"/>
                  <a:pt x="160" y="3"/>
                  <a:pt x="160" y="2"/>
                </a:cubicBezTo>
                <a:cubicBezTo>
                  <a:pt x="160" y="2"/>
                  <a:pt x="160" y="2"/>
                  <a:pt x="160" y="2"/>
                </a:cubicBezTo>
                <a:cubicBezTo>
                  <a:pt x="160" y="2"/>
                  <a:pt x="160" y="2"/>
                  <a:pt x="160" y="1"/>
                </a:cubicBezTo>
                <a:cubicBezTo>
                  <a:pt x="160" y="1"/>
                  <a:pt x="160" y="1"/>
                  <a:pt x="160" y="1"/>
                </a:cubicBezTo>
                <a:cubicBezTo>
                  <a:pt x="160" y="1"/>
                  <a:pt x="160" y="1"/>
                  <a:pt x="160" y="1"/>
                </a:cubicBezTo>
                <a:cubicBezTo>
                  <a:pt x="160" y="1"/>
                  <a:pt x="160" y="1"/>
                  <a:pt x="160" y="1"/>
                </a:cubicBezTo>
                <a:cubicBezTo>
                  <a:pt x="160" y="1"/>
                  <a:pt x="160" y="1"/>
                  <a:pt x="160" y="1"/>
                </a:cubicBezTo>
                <a:cubicBezTo>
                  <a:pt x="159" y="1"/>
                  <a:pt x="159" y="1"/>
                  <a:pt x="159" y="1"/>
                </a:cubicBezTo>
                <a:cubicBezTo>
                  <a:pt x="159" y="0"/>
                  <a:pt x="159" y="0"/>
                  <a:pt x="159" y="0"/>
                </a:cubicBezTo>
                <a:cubicBezTo>
                  <a:pt x="159" y="0"/>
                  <a:pt x="158" y="0"/>
                  <a:pt x="158" y="0"/>
                </a:cubicBezTo>
                <a:cubicBezTo>
                  <a:pt x="158" y="0"/>
                  <a:pt x="158" y="0"/>
                  <a:pt x="158" y="0"/>
                </a:cubicBezTo>
                <a:cubicBezTo>
                  <a:pt x="158" y="0"/>
                  <a:pt x="157" y="0"/>
                  <a:pt x="157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2" y="32"/>
                  <a:pt x="2" y="32"/>
                  <a:pt x="2" y="32"/>
                </a:cubicBezTo>
                <a:cubicBezTo>
                  <a:pt x="1" y="32"/>
                  <a:pt x="0" y="33"/>
                  <a:pt x="0" y="34"/>
                </a:cubicBezTo>
                <a:cubicBezTo>
                  <a:pt x="0" y="35"/>
                  <a:pt x="0" y="36"/>
                  <a:pt x="1" y="37"/>
                </a:cubicBezTo>
                <a:cubicBezTo>
                  <a:pt x="46" y="60"/>
                  <a:pt x="46" y="60"/>
                  <a:pt x="46" y="60"/>
                </a:cubicBezTo>
                <a:cubicBezTo>
                  <a:pt x="53" y="103"/>
                  <a:pt x="53" y="103"/>
                  <a:pt x="53" y="103"/>
                </a:cubicBezTo>
                <a:cubicBezTo>
                  <a:pt x="53" y="103"/>
                  <a:pt x="54" y="104"/>
                  <a:pt x="53" y="104"/>
                </a:cubicBezTo>
                <a:cubicBezTo>
                  <a:pt x="53" y="104"/>
                  <a:pt x="53" y="104"/>
                  <a:pt x="53" y="104"/>
                </a:cubicBezTo>
                <a:cubicBezTo>
                  <a:pt x="54" y="104"/>
                  <a:pt x="54" y="104"/>
                  <a:pt x="54" y="104"/>
                </a:cubicBezTo>
                <a:cubicBezTo>
                  <a:pt x="54" y="105"/>
                  <a:pt x="54" y="105"/>
                  <a:pt x="54" y="105"/>
                </a:cubicBezTo>
                <a:cubicBezTo>
                  <a:pt x="54" y="105"/>
                  <a:pt x="54" y="105"/>
                  <a:pt x="54" y="105"/>
                </a:cubicBezTo>
                <a:cubicBezTo>
                  <a:pt x="54" y="105"/>
                  <a:pt x="54" y="105"/>
                  <a:pt x="54" y="105"/>
                </a:cubicBezTo>
                <a:cubicBezTo>
                  <a:pt x="54" y="105"/>
                  <a:pt x="54" y="105"/>
                  <a:pt x="54" y="106"/>
                </a:cubicBezTo>
                <a:cubicBezTo>
                  <a:pt x="54" y="106"/>
                  <a:pt x="54" y="106"/>
                  <a:pt x="54" y="106"/>
                </a:cubicBezTo>
                <a:cubicBezTo>
                  <a:pt x="54" y="106"/>
                  <a:pt x="54" y="106"/>
                  <a:pt x="55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6" y="106"/>
                  <a:pt x="56" y="107"/>
                  <a:pt x="56" y="107"/>
                </a:cubicBezTo>
                <a:cubicBezTo>
                  <a:pt x="56" y="107"/>
                  <a:pt x="56" y="107"/>
                  <a:pt x="56" y="107"/>
                </a:cubicBezTo>
                <a:cubicBezTo>
                  <a:pt x="56" y="107"/>
                  <a:pt x="56" y="107"/>
                  <a:pt x="56" y="107"/>
                </a:cubicBezTo>
                <a:cubicBezTo>
                  <a:pt x="56" y="107"/>
                  <a:pt x="56" y="107"/>
                  <a:pt x="56" y="107"/>
                </a:cubicBezTo>
                <a:cubicBezTo>
                  <a:pt x="56" y="107"/>
                  <a:pt x="56" y="107"/>
                  <a:pt x="56" y="107"/>
                </a:cubicBezTo>
                <a:cubicBezTo>
                  <a:pt x="56" y="107"/>
                  <a:pt x="56" y="107"/>
                  <a:pt x="56" y="107"/>
                </a:cubicBezTo>
                <a:cubicBezTo>
                  <a:pt x="57" y="107"/>
                  <a:pt x="58" y="106"/>
                  <a:pt x="58" y="106"/>
                </a:cubicBezTo>
                <a:cubicBezTo>
                  <a:pt x="88" y="86"/>
                  <a:pt x="88" y="86"/>
                  <a:pt x="88" y="86"/>
                </a:cubicBezTo>
                <a:cubicBezTo>
                  <a:pt x="119" y="106"/>
                  <a:pt x="119" y="106"/>
                  <a:pt x="119" y="106"/>
                </a:cubicBezTo>
                <a:cubicBezTo>
                  <a:pt x="119" y="106"/>
                  <a:pt x="120" y="107"/>
                  <a:pt x="120" y="107"/>
                </a:cubicBezTo>
                <a:cubicBezTo>
                  <a:pt x="120" y="107"/>
                  <a:pt x="121" y="106"/>
                  <a:pt x="121" y="106"/>
                </a:cubicBezTo>
                <a:cubicBezTo>
                  <a:pt x="122" y="106"/>
                  <a:pt x="122" y="106"/>
                  <a:pt x="123" y="105"/>
                </a:cubicBezTo>
                <a:cubicBezTo>
                  <a:pt x="160" y="4"/>
                  <a:pt x="160" y="4"/>
                  <a:pt x="160" y="4"/>
                </a:cubicBezTo>
                <a:cubicBezTo>
                  <a:pt x="160" y="3"/>
                  <a:pt x="160" y="3"/>
                  <a:pt x="160" y="3"/>
                </a:cubicBezTo>
                <a:cubicBezTo>
                  <a:pt x="160" y="3"/>
                  <a:pt x="160" y="3"/>
                  <a:pt x="160" y="3"/>
                </a:cubicBezTo>
                <a:cubicBezTo>
                  <a:pt x="160" y="3"/>
                  <a:pt x="160" y="3"/>
                  <a:pt x="160" y="3"/>
                </a:cubicBezTo>
                <a:close/>
                <a:moveTo>
                  <a:pt x="129" y="20"/>
                </a:moveTo>
                <a:cubicBezTo>
                  <a:pt x="65" y="67"/>
                  <a:pt x="65" y="67"/>
                  <a:pt x="65" y="67"/>
                </a:cubicBezTo>
                <a:cubicBezTo>
                  <a:pt x="65" y="67"/>
                  <a:pt x="65" y="67"/>
                  <a:pt x="65" y="67"/>
                </a:cubicBezTo>
                <a:cubicBezTo>
                  <a:pt x="65" y="67"/>
                  <a:pt x="65" y="67"/>
                  <a:pt x="65" y="67"/>
                </a:cubicBezTo>
                <a:cubicBezTo>
                  <a:pt x="65" y="68"/>
                  <a:pt x="65" y="68"/>
                  <a:pt x="65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4" y="68"/>
                  <a:pt x="64" y="68"/>
                  <a:pt x="64" y="68"/>
                </a:cubicBezTo>
                <a:cubicBezTo>
                  <a:pt x="64" y="68"/>
                  <a:pt x="64" y="68"/>
                  <a:pt x="64" y="68"/>
                </a:cubicBezTo>
                <a:cubicBezTo>
                  <a:pt x="64" y="68"/>
                  <a:pt x="64" y="68"/>
                  <a:pt x="64" y="68"/>
                </a:cubicBezTo>
                <a:cubicBezTo>
                  <a:pt x="57" y="92"/>
                  <a:pt x="57" y="92"/>
                  <a:pt x="57" y="92"/>
                </a:cubicBezTo>
                <a:cubicBezTo>
                  <a:pt x="51" y="60"/>
                  <a:pt x="51" y="60"/>
                  <a:pt x="51" y="60"/>
                </a:cubicBezTo>
                <a:lnTo>
                  <a:pt x="129" y="20"/>
                </a:lnTo>
                <a:close/>
                <a:moveTo>
                  <a:pt x="61" y="97"/>
                </a:moveTo>
                <a:cubicBezTo>
                  <a:pt x="68" y="73"/>
                  <a:pt x="68" y="73"/>
                  <a:pt x="68" y="73"/>
                </a:cubicBezTo>
                <a:cubicBezTo>
                  <a:pt x="80" y="81"/>
                  <a:pt x="80" y="81"/>
                  <a:pt x="80" y="81"/>
                </a:cubicBezTo>
                <a:cubicBezTo>
                  <a:pt x="83" y="83"/>
                  <a:pt x="83" y="83"/>
                  <a:pt x="83" y="83"/>
                </a:cubicBezTo>
                <a:cubicBezTo>
                  <a:pt x="72" y="90"/>
                  <a:pt x="72" y="90"/>
                  <a:pt x="72" y="90"/>
                </a:cubicBezTo>
                <a:lnTo>
                  <a:pt x="61" y="97"/>
                </a:lnTo>
                <a:close/>
                <a:moveTo>
                  <a:pt x="139" y="9"/>
                </a:moveTo>
                <a:cubicBezTo>
                  <a:pt x="48" y="56"/>
                  <a:pt x="48" y="56"/>
                  <a:pt x="48" y="56"/>
                </a:cubicBezTo>
                <a:cubicBezTo>
                  <a:pt x="10" y="36"/>
                  <a:pt x="10" y="36"/>
                  <a:pt x="10" y="36"/>
                </a:cubicBezTo>
                <a:lnTo>
                  <a:pt x="139" y="9"/>
                </a:lnTo>
                <a:close/>
                <a:moveTo>
                  <a:pt x="119" y="100"/>
                </a:moveTo>
                <a:cubicBezTo>
                  <a:pt x="78" y="73"/>
                  <a:pt x="78" y="73"/>
                  <a:pt x="78" y="73"/>
                </a:cubicBezTo>
                <a:cubicBezTo>
                  <a:pt x="71" y="69"/>
                  <a:pt x="71" y="69"/>
                  <a:pt x="71" y="69"/>
                </a:cubicBezTo>
                <a:cubicBezTo>
                  <a:pt x="152" y="10"/>
                  <a:pt x="152" y="10"/>
                  <a:pt x="152" y="10"/>
                </a:cubicBezTo>
                <a:lnTo>
                  <a:pt x="119" y="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cs typeface="+mn-ea"/>
              <a:sym typeface="+mn-lt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DB0529E1-9214-44BF-A01A-719669B77D6A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BD70A78F-CB38-43BF-A610-E88B8FD9FDFA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18" name="Straight Connector 6">
            <a:extLst>
              <a:ext uri="{FF2B5EF4-FFF2-40B4-BE49-F238E27FC236}">
                <a16:creationId xmlns:a16="http://schemas.microsoft.com/office/drawing/2014/main" id="{0D4F0B70-869C-4154-BE8D-DF9ABB4BCCCC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04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  <p:bldP spid="19" grpId="0"/>
      <p:bldP spid="20" grpId="0"/>
      <p:bldP spid="22" grpId="0"/>
      <p:bldP spid="23" grpId="0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631" y="925980"/>
            <a:ext cx="3891083" cy="2358197"/>
          </a:xfrm>
        </p:spPr>
        <p:txBody>
          <a:bodyPr>
            <a:normAutofit/>
          </a:bodyPr>
          <a:lstStyle/>
          <a:p>
            <a:r>
              <a:rPr lang="en-US" sz="48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clustered</a:t>
            </a:r>
            <a:br>
              <a:rPr lang="en-US" sz="48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</a:br>
            <a:r>
              <a:rPr lang="en-US" sz="48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chart style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77286893"/>
              </p:ext>
            </p:extLst>
          </p:nvPr>
        </p:nvGraphicFramePr>
        <p:xfrm>
          <a:off x="5199925" y="1229361"/>
          <a:ext cx="6195624" cy="4950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c36d4bca4c84417c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78631" y="2549307"/>
            <a:ext cx="2698388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A peep at some distant orb has power to raise and purify our thoughts like a strain of sacred music, or a noble picture, or a passage from the grander poets. It always does one good.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560993" y="3900013"/>
            <a:ext cx="1269579" cy="863552"/>
            <a:chOff x="8108760" y="2721114"/>
            <a:chExt cx="1269579" cy="863552"/>
          </a:xfrm>
        </p:grpSpPr>
        <p:sp>
          <p:nvSpPr>
            <p:cNvPr id="14" name="TextBox 13"/>
            <p:cNvSpPr txBox="1"/>
            <p:nvPr/>
          </p:nvSpPr>
          <p:spPr>
            <a:xfrm>
              <a:off x="8108760" y="2721114"/>
              <a:ext cx="1157368" cy="70788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0" b="1" dirty="0">
                  <a:gradFill>
                    <a:gsLst>
                      <a:gs pos="0">
                        <a:srgbClr val="DBCC74"/>
                      </a:gs>
                      <a:gs pos="100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400K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8761" y="3338445"/>
              <a:ext cx="1269578" cy="24622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000" b="1" spc="100" dirty="0">
                  <a:gradFill>
                    <a:gsLst>
                      <a:gs pos="0">
                        <a:srgbClr val="DBCC74"/>
                      </a:gs>
                      <a:gs pos="100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WRITE TITLE HERE</a:t>
              </a:r>
            </a:p>
          </p:txBody>
        </p:sp>
      </p:grpSp>
      <p:sp>
        <p:nvSpPr>
          <p:cNvPr id="16" name="Freeform 849"/>
          <p:cNvSpPr>
            <a:spLocks noEditPoints="1"/>
          </p:cNvSpPr>
          <p:nvPr/>
        </p:nvSpPr>
        <p:spPr bwMode="auto">
          <a:xfrm>
            <a:off x="1724526" y="5291489"/>
            <a:ext cx="558800" cy="558800"/>
          </a:xfrm>
          <a:custGeom>
            <a:avLst/>
            <a:gdLst>
              <a:gd name="T0" fmla="*/ 85 w 164"/>
              <a:gd name="T1" fmla="*/ 74 h 162"/>
              <a:gd name="T2" fmla="*/ 79 w 164"/>
              <a:gd name="T3" fmla="*/ 46 h 162"/>
              <a:gd name="T4" fmla="*/ 82 w 164"/>
              <a:gd name="T5" fmla="*/ 96 h 162"/>
              <a:gd name="T6" fmla="*/ 115 w 164"/>
              <a:gd name="T7" fmla="*/ 85 h 162"/>
              <a:gd name="T8" fmla="*/ 76 w 164"/>
              <a:gd name="T9" fmla="*/ 85 h 162"/>
              <a:gd name="T10" fmla="*/ 82 w 164"/>
              <a:gd name="T11" fmla="*/ 90 h 162"/>
              <a:gd name="T12" fmla="*/ 153 w 164"/>
              <a:gd name="T13" fmla="*/ 41 h 162"/>
              <a:gd name="T14" fmla="*/ 123 w 164"/>
              <a:gd name="T15" fmla="*/ 9 h 162"/>
              <a:gd name="T16" fmla="*/ 136 w 164"/>
              <a:gd name="T17" fmla="*/ 25 h 162"/>
              <a:gd name="T18" fmla="*/ 32 w 164"/>
              <a:gd name="T19" fmla="*/ 30 h 162"/>
              <a:gd name="T20" fmla="*/ 41 w 164"/>
              <a:gd name="T21" fmla="*/ 10 h 162"/>
              <a:gd name="T22" fmla="*/ 9 w 164"/>
              <a:gd name="T23" fmla="*/ 40 h 162"/>
              <a:gd name="T24" fmla="*/ 24 w 164"/>
              <a:gd name="T25" fmla="*/ 29 h 162"/>
              <a:gd name="T26" fmla="*/ 44 w 164"/>
              <a:gd name="T27" fmla="*/ 149 h 162"/>
              <a:gd name="T28" fmla="*/ 38 w 164"/>
              <a:gd name="T29" fmla="*/ 162 h 162"/>
              <a:gd name="T30" fmla="*/ 82 w 164"/>
              <a:gd name="T31" fmla="*/ 159 h 162"/>
              <a:gd name="T32" fmla="*/ 126 w 164"/>
              <a:gd name="T33" fmla="*/ 162 h 162"/>
              <a:gd name="T34" fmla="*/ 119 w 164"/>
              <a:gd name="T35" fmla="*/ 149 h 162"/>
              <a:gd name="T36" fmla="*/ 140 w 164"/>
              <a:gd name="T37" fmla="*/ 29 h 162"/>
              <a:gd name="T38" fmla="*/ 129 w 164"/>
              <a:gd name="T39" fmla="*/ 11 h 162"/>
              <a:gd name="T40" fmla="*/ 12 w 164"/>
              <a:gd name="T41" fmla="*/ 12 h 162"/>
              <a:gd name="T42" fmla="*/ 82 w 164"/>
              <a:gd name="T43" fmla="*/ 154 h 162"/>
              <a:gd name="T44" fmla="*/ 151 w 164"/>
              <a:gd name="T45" fmla="*/ 85 h 162"/>
              <a:gd name="T46" fmla="*/ 114 w 164"/>
              <a:gd name="T47" fmla="*/ 30 h 162"/>
              <a:gd name="T48" fmla="*/ 82 w 164"/>
              <a:gd name="T49" fmla="*/ 22 h 162"/>
              <a:gd name="T50" fmla="*/ 50 w 164"/>
              <a:gd name="T51" fmla="*/ 30 h 162"/>
              <a:gd name="T52" fmla="*/ 27 w 164"/>
              <a:gd name="T53" fmla="*/ 53 h 162"/>
              <a:gd name="T54" fmla="*/ 27 w 164"/>
              <a:gd name="T55" fmla="*/ 117 h 162"/>
              <a:gd name="T56" fmla="*/ 50 w 164"/>
              <a:gd name="T57" fmla="*/ 140 h 162"/>
              <a:gd name="T58" fmla="*/ 113 w 164"/>
              <a:gd name="T59" fmla="*/ 140 h 162"/>
              <a:gd name="T60" fmla="*/ 136 w 164"/>
              <a:gd name="T61" fmla="*/ 117 h 162"/>
              <a:gd name="T62" fmla="*/ 145 w 164"/>
              <a:gd name="T63" fmla="*/ 85 h 162"/>
              <a:gd name="T64" fmla="*/ 136 w 164"/>
              <a:gd name="T65" fmla="*/ 53 h 162"/>
              <a:gd name="T66" fmla="*/ 108 w 164"/>
              <a:gd name="T67" fmla="*/ 130 h 162"/>
              <a:gd name="T68" fmla="*/ 85 w 164"/>
              <a:gd name="T69" fmla="*/ 143 h 162"/>
              <a:gd name="T70" fmla="*/ 79 w 164"/>
              <a:gd name="T71" fmla="*/ 140 h 162"/>
              <a:gd name="T72" fmla="*/ 57 w 164"/>
              <a:gd name="T73" fmla="*/ 134 h 162"/>
              <a:gd name="T74" fmla="*/ 51 w 164"/>
              <a:gd name="T75" fmla="*/ 134 h 162"/>
              <a:gd name="T76" fmla="*/ 37 w 164"/>
              <a:gd name="T77" fmla="*/ 111 h 162"/>
              <a:gd name="T78" fmla="*/ 24 w 164"/>
              <a:gd name="T79" fmla="*/ 88 h 162"/>
              <a:gd name="T80" fmla="*/ 27 w 164"/>
              <a:gd name="T81" fmla="*/ 82 h 162"/>
              <a:gd name="T82" fmla="*/ 33 w 164"/>
              <a:gd name="T83" fmla="*/ 60 h 162"/>
              <a:gd name="T84" fmla="*/ 36 w 164"/>
              <a:gd name="T85" fmla="*/ 55 h 162"/>
              <a:gd name="T86" fmla="*/ 52 w 164"/>
              <a:gd name="T87" fmla="*/ 39 h 162"/>
              <a:gd name="T88" fmla="*/ 57 w 164"/>
              <a:gd name="T89" fmla="*/ 36 h 162"/>
              <a:gd name="T90" fmla="*/ 79 w 164"/>
              <a:gd name="T91" fmla="*/ 30 h 162"/>
              <a:gd name="T92" fmla="*/ 85 w 164"/>
              <a:gd name="T93" fmla="*/ 27 h 162"/>
              <a:gd name="T94" fmla="*/ 108 w 164"/>
              <a:gd name="T95" fmla="*/ 40 h 162"/>
              <a:gd name="T96" fmla="*/ 113 w 164"/>
              <a:gd name="T97" fmla="*/ 36 h 162"/>
              <a:gd name="T98" fmla="*/ 127 w 164"/>
              <a:gd name="T99" fmla="*/ 59 h 162"/>
              <a:gd name="T100" fmla="*/ 133 w 164"/>
              <a:gd name="T101" fmla="*/ 59 h 162"/>
              <a:gd name="T102" fmla="*/ 134 w 164"/>
              <a:gd name="T103" fmla="*/ 85 h 162"/>
              <a:gd name="T104" fmla="*/ 133 w 164"/>
              <a:gd name="T105" fmla="*/ 111 h 162"/>
              <a:gd name="T106" fmla="*/ 128 w 164"/>
              <a:gd name="T107" fmla="*/ 115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4" h="162">
                <a:moveTo>
                  <a:pt x="112" y="82"/>
                </a:moveTo>
                <a:cubicBezTo>
                  <a:pt x="92" y="82"/>
                  <a:pt x="92" y="82"/>
                  <a:pt x="92" y="82"/>
                </a:cubicBezTo>
                <a:cubicBezTo>
                  <a:pt x="91" y="78"/>
                  <a:pt x="88" y="75"/>
                  <a:pt x="85" y="74"/>
                </a:cubicBezTo>
                <a:cubicBezTo>
                  <a:pt x="85" y="46"/>
                  <a:pt x="85" y="46"/>
                  <a:pt x="85" y="46"/>
                </a:cubicBezTo>
                <a:cubicBezTo>
                  <a:pt x="85" y="45"/>
                  <a:pt x="83" y="44"/>
                  <a:pt x="82" y="44"/>
                </a:cubicBezTo>
                <a:cubicBezTo>
                  <a:pt x="80" y="44"/>
                  <a:pt x="79" y="45"/>
                  <a:pt x="79" y="46"/>
                </a:cubicBezTo>
                <a:cubicBezTo>
                  <a:pt x="79" y="74"/>
                  <a:pt x="79" y="74"/>
                  <a:pt x="79" y="74"/>
                </a:cubicBezTo>
                <a:cubicBezTo>
                  <a:pt x="74" y="76"/>
                  <a:pt x="71" y="80"/>
                  <a:pt x="71" y="85"/>
                </a:cubicBezTo>
                <a:cubicBezTo>
                  <a:pt x="71" y="91"/>
                  <a:pt x="76" y="96"/>
                  <a:pt x="82" y="96"/>
                </a:cubicBezTo>
                <a:cubicBezTo>
                  <a:pt x="87" y="96"/>
                  <a:pt x="91" y="92"/>
                  <a:pt x="92" y="88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4" y="88"/>
                  <a:pt x="115" y="86"/>
                  <a:pt x="115" y="85"/>
                </a:cubicBezTo>
                <a:cubicBezTo>
                  <a:pt x="115" y="83"/>
                  <a:pt x="114" y="82"/>
                  <a:pt x="112" y="82"/>
                </a:cubicBezTo>
                <a:close/>
                <a:moveTo>
                  <a:pt x="82" y="90"/>
                </a:moveTo>
                <a:cubicBezTo>
                  <a:pt x="79" y="90"/>
                  <a:pt x="76" y="88"/>
                  <a:pt x="76" y="85"/>
                </a:cubicBezTo>
                <a:cubicBezTo>
                  <a:pt x="76" y="82"/>
                  <a:pt x="79" y="79"/>
                  <a:pt x="82" y="79"/>
                </a:cubicBezTo>
                <a:cubicBezTo>
                  <a:pt x="85" y="79"/>
                  <a:pt x="87" y="82"/>
                  <a:pt x="87" y="85"/>
                </a:cubicBezTo>
                <a:cubicBezTo>
                  <a:pt x="87" y="88"/>
                  <a:pt x="85" y="90"/>
                  <a:pt x="82" y="90"/>
                </a:cubicBezTo>
                <a:close/>
                <a:moveTo>
                  <a:pt x="140" y="29"/>
                </a:moveTo>
                <a:cubicBezTo>
                  <a:pt x="151" y="40"/>
                  <a:pt x="151" y="40"/>
                  <a:pt x="151" y="40"/>
                </a:cubicBezTo>
                <a:cubicBezTo>
                  <a:pt x="152" y="41"/>
                  <a:pt x="152" y="41"/>
                  <a:pt x="153" y="41"/>
                </a:cubicBezTo>
                <a:cubicBezTo>
                  <a:pt x="154" y="41"/>
                  <a:pt x="155" y="41"/>
                  <a:pt x="155" y="40"/>
                </a:cubicBezTo>
                <a:cubicBezTo>
                  <a:pt x="164" y="31"/>
                  <a:pt x="164" y="17"/>
                  <a:pt x="155" y="9"/>
                </a:cubicBezTo>
                <a:cubicBezTo>
                  <a:pt x="146" y="0"/>
                  <a:pt x="132" y="0"/>
                  <a:pt x="123" y="9"/>
                </a:cubicBezTo>
                <a:cubicBezTo>
                  <a:pt x="123" y="9"/>
                  <a:pt x="123" y="10"/>
                  <a:pt x="123" y="10"/>
                </a:cubicBezTo>
                <a:cubicBezTo>
                  <a:pt x="123" y="11"/>
                  <a:pt x="123" y="12"/>
                  <a:pt x="123" y="12"/>
                </a:cubicBezTo>
                <a:cubicBezTo>
                  <a:pt x="136" y="25"/>
                  <a:pt x="136" y="25"/>
                  <a:pt x="136" y="25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18" y="18"/>
                  <a:pt x="101" y="11"/>
                  <a:pt x="82" y="11"/>
                </a:cubicBezTo>
                <a:cubicBezTo>
                  <a:pt x="63" y="11"/>
                  <a:pt x="45" y="18"/>
                  <a:pt x="32" y="30"/>
                </a:cubicBezTo>
                <a:cubicBezTo>
                  <a:pt x="28" y="25"/>
                  <a:pt x="28" y="25"/>
                  <a:pt x="28" y="25"/>
                </a:cubicBezTo>
                <a:cubicBezTo>
                  <a:pt x="40" y="12"/>
                  <a:pt x="40" y="12"/>
                  <a:pt x="40" y="12"/>
                </a:cubicBezTo>
                <a:cubicBezTo>
                  <a:pt x="41" y="12"/>
                  <a:pt x="41" y="11"/>
                  <a:pt x="41" y="10"/>
                </a:cubicBezTo>
                <a:cubicBezTo>
                  <a:pt x="41" y="10"/>
                  <a:pt x="41" y="9"/>
                  <a:pt x="40" y="9"/>
                </a:cubicBezTo>
                <a:cubicBezTo>
                  <a:pt x="31" y="0"/>
                  <a:pt x="17" y="0"/>
                  <a:pt x="9" y="9"/>
                </a:cubicBezTo>
                <a:cubicBezTo>
                  <a:pt x="0" y="17"/>
                  <a:pt x="0" y="31"/>
                  <a:pt x="9" y="40"/>
                </a:cubicBezTo>
                <a:cubicBezTo>
                  <a:pt x="9" y="41"/>
                  <a:pt x="10" y="41"/>
                  <a:pt x="10" y="41"/>
                </a:cubicBezTo>
                <a:cubicBezTo>
                  <a:pt x="11" y="41"/>
                  <a:pt x="12" y="41"/>
                  <a:pt x="12" y="40"/>
                </a:cubicBezTo>
                <a:cubicBezTo>
                  <a:pt x="24" y="29"/>
                  <a:pt x="24" y="29"/>
                  <a:pt x="24" y="29"/>
                </a:cubicBezTo>
                <a:cubicBezTo>
                  <a:pt x="28" y="33"/>
                  <a:pt x="28" y="33"/>
                  <a:pt x="28" y="33"/>
                </a:cubicBezTo>
                <a:cubicBezTo>
                  <a:pt x="15" y="47"/>
                  <a:pt x="7" y="65"/>
                  <a:pt x="7" y="85"/>
                </a:cubicBezTo>
                <a:cubicBezTo>
                  <a:pt x="7" y="112"/>
                  <a:pt x="22" y="136"/>
                  <a:pt x="44" y="149"/>
                </a:cubicBezTo>
                <a:cubicBezTo>
                  <a:pt x="36" y="157"/>
                  <a:pt x="36" y="157"/>
                  <a:pt x="36" y="157"/>
                </a:cubicBezTo>
                <a:cubicBezTo>
                  <a:pt x="35" y="158"/>
                  <a:pt x="35" y="160"/>
                  <a:pt x="36" y="161"/>
                </a:cubicBezTo>
                <a:cubicBezTo>
                  <a:pt x="36" y="162"/>
                  <a:pt x="37" y="162"/>
                  <a:pt x="38" y="162"/>
                </a:cubicBezTo>
                <a:cubicBezTo>
                  <a:pt x="38" y="162"/>
                  <a:pt x="39" y="162"/>
                  <a:pt x="40" y="161"/>
                </a:cubicBezTo>
                <a:cubicBezTo>
                  <a:pt x="49" y="152"/>
                  <a:pt x="49" y="152"/>
                  <a:pt x="49" y="152"/>
                </a:cubicBezTo>
                <a:cubicBezTo>
                  <a:pt x="59" y="157"/>
                  <a:pt x="70" y="159"/>
                  <a:pt x="82" y="159"/>
                </a:cubicBezTo>
                <a:cubicBezTo>
                  <a:pt x="93" y="159"/>
                  <a:pt x="105" y="157"/>
                  <a:pt x="114" y="152"/>
                </a:cubicBezTo>
                <a:cubicBezTo>
                  <a:pt x="124" y="161"/>
                  <a:pt x="124" y="161"/>
                  <a:pt x="124" y="161"/>
                </a:cubicBezTo>
                <a:cubicBezTo>
                  <a:pt x="124" y="162"/>
                  <a:pt x="125" y="162"/>
                  <a:pt x="126" y="162"/>
                </a:cubicBezTo>
                <a:cubicBezTo>
                  <a:pt x="127" y="162"/>
                  <a:pt x="127" y="162"/>
                  <a:pt x="128" y="161"/>
                </a:cubicBezTo>
                <a:cubicBezTo>
                  <a:pt x="129" y="160"/>
                  <a:pt x="129" y="158"/>
                  <a:pt x="128" y="157"/>
                </a:cubicBezTo>
                <a:cubicBezTo>
                  <a:pt x="119" y="149"/>
                  <a:pt x="119" y="149"/>
                  <a:pt x="119" y="149"/>
                </a:cubicBezTo>
                <a:cubicBezTo>
                  <a:pt x="141" y="136"/>
                  <a:pt x="156" y="112"/>
                  <a:pt x="156" y="85"/>
                </a:cubicBezTo>
                <a:cubicBezTo>
                  <a:pt x="156" y="65"/>
                  <a:pt x="148" y="47"/>
                  <a:pt x="135" y="33"/>
                </a:cubicBezTo>
                <a:lnTo>
                  <a:pt x="140" y="29"/>
                </a:lnTo>
                <a:close/>
                <a:moveTo>
                  <a:pt x="151" y="12"/>
                </a:moveTo>
                <a:cubicBezTo>
                  <a:pt x="157" y="18"/>
                  <a:pt x="158" y="28"/>
                  <a:pt x="153" y="3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36" y="6"/>
                  <a:pt x="145" y="7"/>
                  <a:pt x="151" y="12"/>
                </a:cubicBezTo>
                <a:close/>
                <a:moveTo>
                  <a:pt x="11" y="34"/>
                </a:moveTo>
                <a:cubicBezTo>
                  <a:pt x="6" y="28"/>
                  <a:pt x="7" y="18"/>
                  <a:pt x="12" y="12"/>
                </a:cubicBezTo>
                <a:cubicBezTo>
                  <a:pt x="18" y="7"/>
                  <a:pt x="28" y="6"/>
                  <a:pt x="34" y="11"/>
                </a:cubicBezTo>
                <a:lnTo>
                  <a:pt x="11" y="34"/>
                </a:lnTo>
                <a:close/>
                <a:moveTo>
                  <a:pt x="82" y="154"/>
                </a:moveTo>
                <a:cubicBezTo>
                  <a:pt x="44" y="154"/>
                  <a:pt x="13" y="123"/>
                  <a:pt x="13" y="85"/>
                </a:cubicBezTo>
                <a:cubicBezTo>
                  <a:pt x="13" y="47"/>
                  <a:pt x="44" y="16"/>
                  <a:pt x="82" y="16"/>
                </a:cubicBezTo>
                <a:cubicBezTo>
                  <a:pt x="120" y="16"/>
                  <a:pt x="151" y="47"/>
                  <a:pt x="151" y="85"/>
                </a:cubicBezTo>
                <a:cubicBezTo>
                  <a:pt x="151" y="123"/>
                  <a:pt x="120" y="154"/>
                  <a:pt x="82" y="154"/>
                </a:cubicBezTo>
                <a:close/>
                <a:moveTo>
                  <a:pt x="136" y="53"/>
                </a:moveTo>
                <a:cubicBezTo>
                  <a:pt x="131" y="44"/>
                  <a:pt x="123" y="36"/>
                  <a:pt x="114" y="30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04" y="25"/>
                  <a:pt x="93" y="22"/>
                  <a:pt x="82" y="22"/>
                </a:cubicBezTo>
                <a:cubicBezTo>
                  <a:pt x="70" y="22"/>
                  <a:pt x="60" y="25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41" y="36"/>
                  <a:pt x="33" y="44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2" y="63"/>
                  <a:pt x="19" y="74"/>
                  <a:pt x="19" y="85"/>
                </a:cubicBezTo>
                <a:cubicBezTo>
                  <a:pt x="19" y="96"/>
                  <a:pt x="22" y="107"/>
                  <a:pt x="27" y="116"/>
                </a:cubicBezTo>
                <a:cubicBezTo>
                  <a:pt x="27" y="117"/>
                  <a:pt x="27" y="117"/>
                  <a:pt x="27" y="117"/>
                </a:cubicBezTo>
                <a:cubicBezTo>
                  <a:pt x="27" y="117"/>
                  <a:pt x="27" y="117"/>
                  <a:pt x="27" y="117"/>
                </a:cubicBezTo>
                <a:cubicBezTo>
                  <a:pt x="33" y="126"/>
                  <a:pt x="41" y="134"/>
                  <a:pt x="50" y="14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60" y="145"/>
                  <a:pt x="70" y="148"/>
                  <a:pt x="82" y="148"/>
                </a:cubicBezTo>
                <a:cubicBezTo>
                  <a:pt x="93" y="148"/>
                  <a:pt x="104" y="145"/>
                  <a:pt x="113" y="140"/>
                </a:cubicBezTo>
                <a:cubicBezTo>
                  <a:pt x="113" y="140"/>
                  <a:pt x="113" y="140"/>
                  <a:pt x="113" y="140"/>
                </a:cubicBezTo>
                <a:cubicBezTo>
                  <a:pt x="113" y="140"/>
                  <a:pt x="113" y="140"/>
                  <a:pt x="114" y="140"/>
                </a:cubicBezTo>
                <a:cubicBezTo>
                  <a:pt x="123" y="134"/>
                  <a:pt x="131" y="126"/>
                  <a:pt x="136" y="117"/>
                </a:cubicBezTo>
                <a:cubicBezTo>
                  <a:pt x="136" y="117"/>
                  <a:pt x="137" y="117"/>
                  <a:pt x="137" y="117"/>
                </a:cubicBezTo>
                <a:cubicBezTo>
                  <a:pt x="137" y="117"/>
                  <a:pt x="137" y="117"/>
                  <a:pt x="137" y="116"/>
                </a:cubicBezTo>
                <a:cubicBezTo>
                  <a:pt x="142" y="107"/>
                  <a:pt x="145" y="96"/>
                  <a:pt x="145" y="85"/>
                </a:cubicBezTo>
                <a:cubicBezTo>
                  <a:pt x="145" y="74"/>
                  <a:pt x="142" y="63"/>
                  <a:pt x="137" y="53"/>
                </a:cubicBezTo>
                <a:cubicBezTo>
                  <a:pt x="137" y="53"/>
                  <a:pt x="137" y="53"/>
                  <a:pt x="137" y="53"/>
                </a:cubicBezTo>
                <a:cubicBezTo>
                  <a:pt x="137" y="53"/>
                  <a:pt x="137" y="53"/>
                  <a:pt x="136" y="53"/>
                </a:cubicBezTo>
                <a:close/>
                <a:moveTo>
                  <a:pt x="113" y="134"/>
                </a:moveTo>
                <a:cubicBezTo>
                  <a:pt x="112" y="131"/>
                  <a:pt x="112" y="131"/>
                  <a:pt x="112" y="131"/>
                </a:cubicBezTo>
                <a:cubicBezTo>
                  <a:pt x="111" y="130"/>
                  <a:pt x="109" y="129"/>
                  <a:pt x="108" y="130"/>
                </a:cubicBezTo>
                <a:cubicBezTo>
                  <a:pt x="107" y="131"/>
                  <a:pt x="106" y="133"/>
                  <a:pt x="107" y="134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1" y="140"/>
                  <a:pt x="93" y="142"/>
                  <a:pt x="85" y="143"/>
                </a:cubicBezTo>
                <a:cubicBezTo>
                  <a:pt x="85" y="140"/>
                  <a:pt x="85" y="140"/>
                  <a:pt x="85" y="140"/>
                </a:cubicBezTo>
                <a:cubicBezTo>
                  <a:pt x="85" y="138"/>
                  <a:pt x="83" y="137"/>
                  <a:pt x="82" y="137"/>
                </a:cubicBezTo>
                <a:cubicBezTo>
                  <a:pt x="80" y="137"/>
                  <a:pt x="79" y="138"/>
                  <a:pt x="79" y="140"/>
                </a:cubicBezTo>
                <a:cubicBezTo>
                  <a:pt x="79" y="143"/>
                  <a:pt x="79" y="143"/>
                  <a:pt x="79" y="143"/>
                </a:cubicBezTo>
                <a:cubicBezTo>
                  <a:pt x="71" y="142"/>
                  <a:pt x="62" y="140"/>
                  <a:pt x="55" y="136"/>
                </a:cubicBezTo>
                <a:cubicBezTo>
                  <a:pt x="57" y="134"/>
                  <a:pt x="57" y="134"/>
                  <a:pt x="57" y="134"/>
                </a:cubicBezTo>
                <a:cubicBezTo>
                  <a:pt x="57" y="133"/>
                  <a:pt x="57" y="131"/>
                  <a:pt x="56" y="130"/>
                </a:cubicBezTo>
                <a:cubicBezTo>
                  <a:pt x="54" y="129"/>
                  <a:pt x="53" y="130"/>
                  <a:pt x="52" y="131"/>
                </a:cubicBezTo>
                <a:cubicBezTo>
                  <a:pt x="51" y="134"/>
                  <a:pt x="51" y="134"/>
                  <a:pt x="51" y="134"/>
                </a:cubicBezTo>
                <a:cubicBezTo>
                  <a:pt x="44" y="129"/>
                  <a:pt x="38" y="123"/>
                  <a:pt x="33" y="116"/>
                </a:cubicBezTo>
                <a:cubicBezTo>
                  <a:pt x="36" y="115"/>
                  <a:pt x="36" y="115"/>
                  <a:pt x="36" y="115"/>
                </a:cubicBezTo>
                <a:cubicBezTo>
                  <a:pt x="37" y="114"/>
                  <a:pt x="37" y="112"/>
                  <a:pt x="37" y="111"/>
                </a:cubicBezTo>
                <a:cubicBezTo>
                  <a:pt x="36" y="110"/>
                  <a:pt x="34" y="109"/>
                  <a:pt x="33" y="110"/>
                </a:cubicBezTo>
                <a:cubicBezTo>
                  <a:pt x="30" y="111"/>
                  <a:pt x="30" y="111"/>
                  <a:pt x="30" y="111"/>
                </a:cubicBezTo>
                <a:cubicBezTo>
                  <a:pt x="27" y="104"/>
                  <a:pt x="25" y="96"/>
                  <a:pt x="24" y="88"/>
                </a:cubicBezTo>
                <a:cubicBezTo>
                  <a:pt x="27" y="88"/>
                  <a:pt x="27" y="88"/>
                  <a:pt x="27" y="88"/>
                </a:cubicBezTo>
                <a:cubicBezTo>
                  <a:pt x="28" y="88"/>
                  <a:pt x="30" y="86"/>
                  <a:pt x="30" y="85"/>
                </a:cubicBezTo>
                <a:cubicBezTo>
                  <a:pt x="30" y="83"/>
                  <a:pt x="28" y="82"/>
                  <a:pt x="27" y="82"/>
                </a:cubicBezTo>
                <a:cubicBezTo>
                  <a:pt x="24" y="82"/>
                  <a:pt x="24" y="82"/>
                  <a:pt x="24" y="82"/>
                </a:cubicBezTo>
                <a:cubicBezTo>
                  <a:pt x="25" y="74"/>
                  <a:pt x="27" y="66"/>
                  <a:pt x="30" y="59"/>
                </a:cubicBezTo>
                <a:cubicBezTo>
                  <a:pt x="33" y="60"/>
                  <a:pt x="33" y="60"/>
                  <a:pt x="33" y="60"/>
                </a:cubicBezTo>
                <a:cubicBezTo>
                  <a:pt x="33" y="60"/>
                  <a:pt x="34" y="60"/>
                  <a:pt x="34" y="60"/>
                </a:cubicBezTo>
                <a:cubicBezTo>
                  <a:pt x="35" y="60"/>
                  <a:pt x="36" y="60"/>
                  <a:pt x="37" y="59"/>
                </a:cubicBezTo>
                <a:cubicBezTo>
                  <a:pt x="37" y="58"/>
                  <a:pt x="37" y="56"/>
                  <a:pt x="36" y="55"/>
                </a:cubicBezTo>
                <a:cubicBezTo>
                  <a:pt x="33" y="54"/>
                  <a:pt x="33" y="54"/>
                  <a:pt x="33" y="54"/>
                </a:cubicBezTo>
                <a:cubicBezTo>
                  <a:pt x="38" y="47"/>
                  <a:pt x="44" y="41"/>
                  <a:pt x="51" y="36"/>
                </a:cubicBezTo>
                <a:cubicBezTo>
                  <a:pt x="52" y="39"/>
                  <a:pt x="52" y="39"/>
                  <a:pt x="52" y="39"/>
                </a:cubicBezTo>
                <a:cubicBezTo>
                  <a:pt x="52" y="40"/>
                  <a:pt x="53" y="40"/>
                  <a:pt x="54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7" y="37"/>
                  <a:pt x="57" y="36"/>
                </a:cubicBezTo>
                <a:cubicBezTo>
                  <a:pt x="55" y="34"/>
                  <a:pt x="55" y="34"/>
                  <a:pt x="55" y="34"/>
                </a:cubicBezTo>
                <a:cubicBezTo>
                  <a:pt x="62" y="30"/>
                  <a:pt x="71" y="28"/>
                  <a:pt x="79" y="27"/>
                </a:cubicBezTo>
                <a:cubicBezTo>
                  <a:pt x="79" y="30"/>
                  <a:pt x="79" y="30"/>
                  <a:pt x="79" y="30"/>
                </a:cubicBezTo>
                <a:cubicBezTo>
                  <a:pt x="79" y="31"/>
                  <a:pt x="80" y="33"/>
                  <a:pt x="82" y="33"/>
                </a:cubicBezTo>
                <a:cubicBezTo>
                  <a:pt x="83" y="33"/>
                  <a:pt x="85" y="31"/>
                  <a:pt x="85" y="30"/>
                </a:cubicBezTo>
                <a:cubicBezTo>
                  <a:pt x="85" y="27"/>
                  <a:pt x="85" y="27"/>
                  <a:pt x="85" y="27"/>
                </a:cubicBezTo>
                <a:cubicBezTo>
                  <a:pt x="93" y="28"/>
                  <a:pt x="101" y="30"/>
                  <a:pt x="108" y="34"/>
                </a:cubicBezTo>
                <a:cubicBezTo>
                  <a:pt x="107" y="36"/>
                  <a:pt x="107" y="36"/>
                  <a:pt x="107" y="36"/>
                </a:cubicBezTo>
                <a:cubicBezTo>
                  <a:pt x="106" y="37"/>
                  <a:pt x="107" y="39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10" y="40"/>
                  <a:pt x="111" y="40"/>
                  <a:pt x="112" y="39"/>
                </a:cubicBezTo>
                <a:cubicBezTo>
                  <a:pt x="113" y="36"/>
                  <a:pt x="113" y="36"/>
                  <a:pt x="113" y="36"/>
                </a:cubicBezTo>
                <a:cubicBezTo>
                  <a:pt x="120" y="41"/>
                  <a:pt x="126" y="47"/>
                  <a:pt x="130" y="54"/>
                </a:cubicBezTo>
                <a:cubicBezTo>
                  <a:pt x="128" y="55"/>
                  <a:pt x="128" y="55"/>
                  <a:pt x="128" y="55"/>
                </a:cubicBezTo>
                <a:cubicBezTo>
                  <a:pt x="127" y="56"/>
                  <a:pt x="126" y="58"/>
                  <a:pt x="127" y="59"/>
                </a:cubicBezTo>
                <a:cubicBezTo>
                  <a:pt x="128" y="60"/>
                  <a:pt x="128" y="60"/>
                  <a:pt x="129" y="60"/>
                </a:cubicBezTo>
                <a:cubicBezTo>
                  <a:pt x="130" y="60"/>
                  <a:pt x="130" y="60"/>
                  <a:pt x="131" y="60"/>
                </a:cubicBezTo>
                <a:cubicBezTo>
                  <a:pt x="133" y="59"/>
                  <a:pt x="133" y="59"/>
                  <a:pt x="133" y="59"/>
                </a:cubicBezTo>
                <a:cubicBezTo>
                  <a:pt x="137" y="66"/>
                  <a:pt x="139" y="74"/>
                  <a:pt x="139" y="82"/>
                </a:cubicBezTo>
                <a:cubicBezTo>
                  <a:pt x="137" y="82"/>
                  <a:pt x="137" y="82"/>
                  <a:pt x="137" y="82"/>
                </a:cubicBezTo>
                <a:cubicBezTo>
                  <a:pt x="135" y="82"/>
                  <a:pt x="134" y="83"/>
                  <a:pt x="134" y="85"/>
                </a:cubicBezTo>
                <a:cubicBezTo>
                  <a:pt x="134" y="86"/>
                  <a:pt x="135" y="88"/>
                  <a:pt x="137" y="88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96"/>
                  <a:pt x="137" y="104"/>
                  <a:pt x="133" y="111"/>
                </a:cubicBezTo>
                <a:cubicBezTo>
                  <a:pt x="131" y="110"/>
                  <a:pt x="131" y="110"/>
                  <a:pt x="131" y="110"/>
                </a:cubicBezTo>
                <a:cubicBezTo>
                  <a:pt x="129" y="109"/>
                  <a:pt x="128" y="110"/>
                  <a:pt x="127" y="111"/>
                </a:cubicBezTo>
                <a:cubicBezTo>
                  <a:pt x="126" y="112"/>
                  <a:pt x="127" y="114"/>
                  <a:pt x="128" y="115"/>
                </a:cubicBezTo>
                <a:cubicBezTo>
                  <a:pt x="130" y="116"/>
                  <a:pt x="130" y="116"/>
                  <a:pt x="130" y="116"/>
                </a:cubicBezTo>
                <a:cubicBezTo>
                  <a:pt x="126" y="123"/>
                  <a:pt x="120" y="129"/>
                  <a:pt x="113" y="134"/>
                </a:cubicBez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17" name="Freeform 1056"/>
          <p:cNvSpPr>
            <a:spLocks noEditPoints="1"/>
          </p:cNvSpPr>
          <p:nvPr/>
        </p:nvSpPr>
        <p:spPr bwMode="auto">
          <a:xfrm>
            <a:off x="1724526" y="4139586"/>
            <a:ext cx="546100" cy="468313"/>
          </a:xfrm>
          <a:custGeom>
            <a:avLst/>
            <a:gdLst>
              <a:gd name="T0" fmla="*/ 147 w 160"/>
              <a:gd name="T1" fmla="*/ 24 h 136"/>
              <a:gd name="T2" fmla="*/ 120 w 160"/>
              <a:gd name="T3" fmla="*/ 16 h 136"/>
              <a:gd name="T4" fmla="*/ 109 w 160"/>
              <a:gd name="T5" fmla="*/ 24 h 136"/>
              <a:gd name="T6" fmla="*/ 101 w 160"/>
              <a:gd name="T7" fmla="*/ 0 h 136"/>
              <a:gd name="T8" fmla="*/ 51 w 160"/>
              <a:gd name="T9" fmla="*/ 9 h 136"/>
              <a:gd name="T10" fmla="*/ 40 w 160"/>
              <a:gd name="T11" fmla="*/ 24 h 136"/>
              <a:gd name="T12" fmla="*/ 13 w 160"/>
              <a:gd name="T13" fmla="*/ 16 h 136"/>
              <a:gd name="T14" fmla="*/ 8 w 160"/>
              <a:gd name="T15" fmla="*/ 24 h 136"/>
              <a:gd name="T16" fmla="*/ 0 w 160"/>
              <a:gd name="T17" fmla="*/ 128 h 136"/>
              <a:gd name="T18" fmla="*/ 152 w 160"/>
              <a:gd name="T19" fmla="*/ 136 h 136"/>
              <a:gd name="T20" fmla="*/ 160 w 160"/>
              <a:gd name="T21" fmla="*/ 32 h 136"/>
              <a:gd name="T22" fmla="*/ 125 w 160"/>
              <a:gd name="T23" fmla="*/ 21 h 136"/>
              <a:gd name="T24" fmla="*/ 141 w 160"/>
              <a:gd name="T25" fmla="*/ 24 h 136"/>
              <a:gd name="T26" fmla="*/ 125 w 160"/>
              <a:gd name="T27" fmla="*/ 21 h 136"/>
              <a:gd name="T28" fmla="*/ 59 w 160"/>
              <a:gd name="T29" fmla="*/ 5 h 136"/>
              <a:gd name="T30" fmla="*/ 104 w 160"/>
              <a:gd name="T31" fmla="*/ 9 h 136"/>
              <a:gd name="T32" fmla="*/ 56 w 160"/>
              <a:gd name="T33" fmla="*/ 24 h 136"/>
              <a:gd name="T34" fmla="*/ 51 w 160"/>
              <a:gd name="T35" fmla="*/ 29 h 136"/>
              <a:gd name="T36" fmla="*/ 120 w 160"/>
              <a:gd name="T37" fmla="*/ 29 h 136"/>
              <a:gd name="T38" fmla="*/ 133 w 160"/>
              <a:gd name="T39" fmla="*/ 131 h 136"/>
              <a:gd name="T40" fmla="*/ 27 w 160"/>
              <a:gd name="T41" fmla="*/ 29 h 136"/>
              <a:gd name="T42" fmla="*/ 51 w 160"/>
              <a:gd name="T43" fmla="*/ 29 h 136"/>
              <a:gd name="T44" fmla="*/ 35 w 160"/>
              <a:gd name="T45" fmla="*/ 21 h 136"/>
              <a:gd name="T46" fmla="*/ 19 w 160"/>
              <a:gd name="T47" fmla="*/ 24 h 136"/>
              <a:gd name="T48" fmla="*/ 5 w 160"/>
              <a:gd name="T49" fmla="*/ 128 h 136"/>
              <a:gd name="T50" fmla="*/ 8 w 160"/>
              <a:gd name="T51" fmla="*/ 29 h 136"/>
              <a:gd name="T52" fmla="*/ 21 w 160"/>
              <a:gd name="T53" fmla="*/ 29 h 136"/>
              <a:gd name="T54" fmla="*/ 8 w 160"/>
              <a:gd name="T55" fmla="*/ 131 h 136"/>
              <a:gd name="T56" fmla="*/ 155 w 160"/>
              <a:gd name="T57" fmla="*/ 128 h 136"/>
              <a:gd name="T58" fmla="*/ 139 w 160"/>
              <a:gd name="T59" fmla="*/ 131 h 136"/>
              <a:gd name="T60" fmla="*/ 147 w 160"/>
              <a:gd name="T61" fmla="*/ 29 h 136"/>
              <a:gd name="T62" fmla="*/ 155 w 160"/>
              <a:gd name="T63" fmla="*/ 32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36">
                <a:moveTo>
                  <a:pt x="152" y="24"/>
                </a:moveTo>
                <a:cubicBezTo>
                  <a:pt x="147" y="24"/>
                  <a:pt x="147" y="24"/>
                  <a:pt x="147" y="24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09" y="9"/>
                  <a:pt x="109" y="9"/>
                  <a:pt x="109" y="9"/>
                </a:cubicBezTo>
                <a:cubicBezTo>
                  <a:pt x="109" y="4"/>
                  <a:pt x="106" y="0"/>
                  <a:pt x="101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5" y="0"/>
                  <a:pt x="51" y="4"/>
                  <a:pt x="51" y="9"/>
                </a:cubicBezTo>
                <a:cubicBezTo>
                  <a:pt x="51" y="24"/>
                  <a:pt x="51" y="24"/>
                  <a:pt x="51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40" y="16"/>
                  <a:pt x="40" y="16"/>
                  <a:pt x="40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24"/>
                  <a:pt x="13" y="24"/>
                  <a:pt x="13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132"/>
                  <a:pt x="4" y="136"/>
                  <a:pt x="8" y="136"/>
                </a:cubicBezTo>
                <a:cubicBezTo>
                  <a:pt x="152" y="136"/>
                  <a:pt x="152" y="136"/>
                  <a:pt x="152" y="136"/>
                </a:cubicBezTo>
                <a:cubicBezTo>
                  <a:pt x="156" y="136"/>
                  <a:pt x="160" y="132"/>
                  <a:pt x="160" y="128"/>
                </a:cubicBezTo>
                <a:cubicBezTo>
                  <a:pt x="160" y="32"/>
                  <a:pt x="160" y="32"/>
                  <a:pt x="160" y="32"/>
                </a:cubicBezTo>
                <a:cubicBezTo>
                  <a:pt x="160" y="28"/>
                  <a:pt x="156" y="24"/>
                  <a:pt x="152" y="24"/>
                </a:cubicBezTo>
                <a:close/>
                <a:moveTo>
                  <a:pt x="125" y="21"/>
                </a:moveTo>
                <a:cubicBezTo>
                  <a:pt x="141" y="21"/>
                  <a:pt x="141" y="21"/>
                  <a:pt x="141" y="21"/>
                </a:cubicBezTo>
                <a:cubicBezTo>
                  <a:pt x="141" y="24"/>
                  <a:pt x="141" y="24"/>
                  <a:pt x="141" y="24"/>
                </a:cubicBezTo>
                <a:cubicBezTo>
                  <a:pt x="125" y="24"/>
                  <a:pt x="125" y="24"/>
                  <a:pt x="125" y="24"/>
                </a:cubicBezTo>
                <a:lnTo>
                  <a:pt x="125" y="21"/>
                </a:lnTo>
                <a:close/>
                <a:moveTo>
                  <a:pt x="56" y="9"/>
                </a:moveTo>
                <a:cubicBezTo>
                  <a:pt x="56" y="7"/>
                  <a:pt x="57" y="5"/>
                  <a:pt x="59" y="5"/>
                </a:cubicBezTo>
                <a:cubicBezTo>
                  <a:pt x="101" y="5"/>
                  <a:pt x="101" y="5"/>
                  <a:pt x="101" y="5"/>
                </a:cubicBezTo>
                <a:cubicBezTo>
                  <a:pt x="103" y="5"/>
                  <a:pt x="104" y="7"/>
                  <a:pt x="104" y="9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56" y="24"/>
                  <a:pt x="56" y="24"/>
                  <a:pt x="56" y="24"/>
                </a:cubicBezTo>
                <a:lnTo>
                  <a:pt x="56" y="9"/>
                </a:lnTo>
                <a:close/>
                <a:moveTo>
                  <a:pt x="51" y="29"/>
                </a:moveTo>
                <a:cubicBezTo>
                  <a:pt x="109" y="29"/>
                  <a:pt x="109" y="29"/>
                  <a:pt x="109" y="29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33" y="29"/>
                  <a:pt x="133" y="29"/>
                  <a:pt x="133" y="29"/>
                </a:cubicBezTo>
                <a:cubicBezTo>
                  <a:pt x="133" y="131"/>
                  <a:pt x="133" y="131"/>
                  <a:pt x="133" y="131"/>
                </a:cubicBezTo>
                <a:cubicBezTo>
                  <a:pt x="27" y="131"/>
                  <a:pt x="27" y="131"/>
                  <a:pt x="27" y="131"/>
                </a:cubicBezTo>
                <a:cubicBezTo>
                  <a:pt x="27" y="29"/>
                  <a:pt x="27" y="29"/>
                  <a:pt x="27" y="29"/>
                </a:cubicBezTo>
                <a:cubicBezTo>
                  <a:pt x="40" y="29"/>
                  <a:pt x="40" y="29"/>
                  <a:pt x="40" y="29"/>
                </a:cubicBezTo>
                <a:lnTo>
                  <a:pt x="51" y="29"/>
                </a:lnTo>
                <a:close/>
                <a:moveTo>
                  <a:pt x="19" y="21"/>
                </a:moveTo>
                <a:cubicBezTo>
                  <a:pt x="35" y="21"/>
                  <a:pt x="35" y="21"/>
                  <a:pt x="35" y="21"/>
                </a:cubicBezTo>
                <a:cubicBezTo>
                  <a:pt x="35" y="24"/>
                  <a:pt x="35" y="24"/>
                  <a:pt x="35" y="24"/>
                </a:cubicBezTo>
                <a:cubicBezTo>
                  <a:pt x="19" y="24"/>
                  <a:pt x="19" y="24"/>
                  <a:pt x="19" y="24"/>
                </a:cubicBezTo>
                <a:lnTo>
                  <a:pt x="19" y="21"/>
                </a:lnTo>
                <a:close/>
                <a:moveTo>
                  <a:pt x="5" y="128"/>
                </a:moveTo>
                <a:cubicBezTo>
                  <a:pt x="5" y="32"/>
                  <a:pt x="5" y="32"/>
                  <a:pt x="5" y="32"/>
                </a:cubicBezTo>
                <a:cubicBezTo>
                  <a:pt x="5" y="31"/>
                  <a:pt x="7" y="29"/>
                  <a:pt x="8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131"/>
                  <a:pt x="21" y="131"/>
                  <a:pt x="21" y="131"/>
                </a:cubicBezTo>
                <a:cubicBezTo>
                  <a:pt x="8" y="131"/>
                  <a:pt x="8" y="131"/>
                  <a:pt x="8" y="131"/>
                </a:cubicBezTo>
                <a:cubicBezTo>
                  <a:pt x="7" y="131"/>
                  <a:pt x="5" y="129"/>
                  <a:pt x="5" y="128"/>
                </a:cubicBezTo>
                <a:close/>
                <a:moveTo>
                  <a:pt x="155" y="128"/>
                </a:moveTo>
                <a:cubicBezTo>
                  <a:pt x="155" y="129"/>
                  <a:pt x="153" y="131"/>
                  <a:pt x="152" y="131"/>
                </a:cubicBezTo>
                <a:cubicBezTo>
                  <a:pt x="139" y="131"/>
                  <a:pt x="139" y="131"/>
                  <a:pt x="139" y="131"/>
                </a:cubicBezTo>
                <a:cubicBezTo>
                  <a:pt x="139" y="29"/>
                  <a:pt x="139" y="29"/>
                  <a:pt x="139" y="29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52" y="29"/>
                  <a:pt x="152" y="29"/>
                  <a:pt x="152" y="29"/>
                </a:cubicBezTo>
                <a:cubicBezTo>
                  <a:pt x="153" y="29"/>
                  <a:pt x="155" y="31"/>
                  <a:pt x="155" y="32"/>
                </a:cubicBezTo>
                <a:lnTo>
                  <a:pt x="155" y="128"/>
                </a:lnTo>
                <a:close/>
              </a:path>
            </a:pathLst>
          </a:custGeom>
          <a:gradFill>
            <a:gsLst>
              <a:gs pos="0">
                <a:srgbClr val="DBCC74"/>
              </a:gs>
              <a:gs pos="100000">
                <a:srgbClr val="8F603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560993" y="5075774"/>
            <a:ext cx="1718419" cy="863552"/>
            <a:chOff x="8108760" y="2721114"/>
            <a:chExt cx="1718419" cy="863552"/>
          </a:xfrm>
        </p:grpSpPr>
        <p:sp>
          <p:nvSpPr>
            <p:cNvPr id="19" name="TextBox 18"/>
            <p:cNvSpPr txBox="1"/>
            <p:nvPr/>
          </p:nvSpPr>
          <p:spPr>
            <a:xfrm>
              <a:off x="8108760" y="2721114"/>
              <a:ext cx="1718419" cy="70788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0" b="1" dirty="0">
                  <a:gradFill>
                    <a:gsLst>
                      <a:gs pos="0">
                        <a:srgbClr val="DBCC74"/>
                      </a:gs>
                      <a:gs pos="100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2.572M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08761" y="3338445"/>
              <a:ext cx="1269578" cy="24622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000" b="1" spc="100" dirty="0">
                  <a:gradFill>
                    <a:gsLst>
                      <a:gs pos="0">
                        <a:srgbClr val="DBCC74"/>
                      </a:gs>
                      <a:gs pos="100000">
                        <a:srgbClr val="8F6032"/>
                      </a:gs>
                    </a:gsLst>
                    <a:lin ang="5400000" scaled="1"/>
                  </a:gradFill>
                  <a:cs typeface="+mn-ea"/>
                  <a:sym typeface="+mn-lt"/>
                </a:rPr>
                <a:t>WRITE TITLE HERE</a:t>
              </a:r>
            </a:p>
          </p:txBody>
        </p:sp>
      </p:grpSp>
      <p:sp>
        <p:nvSpPr>
          <p:cNvPr id="21" name="TextBox 3">
            <a:extLst>
              <a:ext uri="{FF2B5EF4-FFF2-40B4-BE49-F238E27FC236}">
                <a16:creationId xmlns:a16="http://schemas.microsoft.com/office/drawing/2014/main" id="{D7D6B6B2-3BBA-4751-A52D-E18E478B190A}"/>
              </a:ext>
            </a:extLst>
          </p:cNvPr>
          <p:cNvSpPr txBox="1"/>
          <p:nvPr/>
        </p:nvSpPr>
        <p:spPr>
          <a:xfrm>
            <a:off x="264694" y="250688"/>
            <a:ext cx="50129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cs typeface="+mn-ea"/>
                <a:sym typeface="+mn-lt"/>
              </a:rPr>
              <a:t>pattern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7B1F3F3D-E558-46D9-BB74-839551389D07}"/>
              </a:ext>
            </a:extLst>
          </p:cNvPr>
          <p:cNvSpPr txBox="1"/>
          <p:nvPr/>
        </p:nvSpPr>
        <p:spPr>
          <a:xfrm rot="5400000">
            <a:off x="-51091" y="5848404"/>
            <a:ext cx="1165384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90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66FD6280-7290-46C6-AA16-C3CC4822F2A2}"/>
              </a:ext>
            </a:extLst>
          </p:cNvPr>
          <p:cNvCxnSpPr/>
          <p:nvPr/>
        </p:nvCxnSpPr>
        <p:spPr>
          <a:xfrm>
            <a:off x="855724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0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6="http://schemas.microsoft.com/office/drawing/2014/main" xmlns:c="http://schemas.openxmlformats.org/drawingml/2006/chart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0" grpId="0">
        <p:bldAsOne/>
      </p:bldGraphic>
      <p:bldP spid="12" grpId="0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 descr="图片包含 人员, 床, 室内, 妇女&#10;&#10;描述已自动生成">
            <a:extLst>
              <a:ext uri="{FF2B5EF4-FFF2-40B4-BE49-F238E27FC236}">
                <a16:creationId xmlns:a16="http://schemas.microsoft.com/office/drawing/2014/main" id="{5EC98EF6-D108-45B5-A270-BB062DB581EC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9f1babed4ff94e6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16038" y="744538"/>
            <a:ext cx="3021013" cy="2673350"/>
          </a:xfrm>
        </p:spPr>
      </p:pic>
      <p:pic>
        <p:nvPicPr>
          <p:cNvPr id="11" name="图片占位符 10" descr="图片包含 平面, 天空, 户外, 飞机&#10;&#10;描述已自动生成">
            <a:extLst>
              <a:ext uri="{FF2B5EF4-FFF2-40B4-BE49-F238E27FC236}">
                <a16:creationId xmlns:a16="http://schemas.microsoft.com/office/drawing/2014/main" id="{722C38C8-B1F3-407E-8956-AD7FFB01ADC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b58ffce05da140c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75188" y="744538"/>
            <a:ext cx="3021012" cy="2673350"/>
          </a:xfrm>
        </p:spPr>
      </p:pic>
      <p:pic>
        <p:nvPicPr>
          <p:cNvPr id="13" name="图片占位符 12" descr="图片包含 人员, 室内, 服装, 妇女&#10;&#10;描述已自动生成">
            <a:extLst>
              <a:ext uri="{FF2B5EF4-FFF2-40B4-BE49-F238E27FC236}">
                <a16:creationId xmlns:a16="http://schemas.microsoft.com/office/drawing/2014/main" id="{80D87CF2-C9F5-4F26-9527-B1B65BB4767A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b68de24fe6904e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34337" y="755650"/>
            <a:ext cx="3019425" cy="2673350"/>
          </a:xfrm>
        </p:spPr>
      </p:pic>
      <p:pic>
        <p:nvPicPr>
          <p:cNvPr id="21" name="图片占位符 20" descr="图片包含 天空, 户外, 人员&#10;&#10;描述已自动生成">
            <a:extLst>
              <a:ext uri="{FF2B5EF4-FFF2-40B4-BE49-F238E27FC236}">
                <a16:creationId xmlns:a16="http://schemas.microsoft.com/office/drawing/2014/main" id="{A0413D51-AEDA-411A-B35A-6FCF61B29C7D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518b603ada024e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34337" y="3584575"/>
            <a:ext cx="3019425" cy="2673350"/>
          </a:xfrm>
        </p:spPr>
      </p:pic>
      <p:pic>
        <p:nvPicPr>
          <p:cNvPr id="23" name="图片占位符 22" descr="图片包含 窗户, 人员, 室内, 餐桌&#10;&#10;描述已自动生成">
            <a:extLst>
              <a:ext uri="{FF2B5EF4-FFF2-40B4-BE49-F238E27FC236}">
                <a16:creationId xmlns:a16="http://schemas.microsoft.com/office/drawing/2014/main" id="{8075CE2E-728E-467E-AF67-B7F3B6EFB77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37fa099f086a471e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75188" y="3573463"/>
            <a:ext cx="3021012" cy="2673350"/>
          </a:xfrm>
        </p:spPr>
      </p:pic>
      <p:pic>
        <p:nvPicPr>
          <p:cNvPr id="25" name="图片占位符 24" descr="图片包含 笔记本电脑, 计算机, 人员, 室内&#10;&#10;描述已自动生成">
            <a:extLst>
              <a:ext uri="{FF2B5EF4-FFF2-40B4-BE49-F238E27FC236}">
                <a16:creationId xmlns:a16="http://schemas.microsoft.com/office/drawing/2014/main" id="{D6FD34E7-28DA-4DF6-A125-87DBC64F9EE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b6051f75e07f40b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16038" y="3573463"/>
            <a:ext cx="3021013" cy="2673350"/>
          </a:xfrm>
        </p:spPr>
      </p:pic>
      <p:sp>
        <p:nvSpPr>
          <p:cNvPr id="15" name="Rectangle 14"/>
          <p:cNvSpPr/>
          <p:nvPr/>
        </p:nvSpPr>
        <p:spPr>
          <a:xfrm>
            <a:off x="1794627" y="5321109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7380" y="5321109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1995" y="5332221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94627" y="2521638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7380" y="2521638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1995" y="2532750"/>
            <a:ext cx="2082834" cy="475236"/>
          </a:xfrm>
          <a:prstGeom prst="rect">
            <a:avLst/>
          </a:prstGeom>
          <a:gradFill>
            <a:gsLst>
              <a:gs pos="0">
                <a:srgbClr val="DBCC74"/>
              </a:gs>
              <a:gs pos="99000">
                <a:srgbClr val="8F603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cs typeface="+mn-ea"/>
                <a:sym typeface="+mn-lt"/>
              </a:rPr>
              <a:t>Porfolio</a:t>
            </a:r>
            <a:r>
              <a:rPr lang="en-US" sz="1200" b="1" dirty="0">
                <a:solidFill>
                  <a:schemeClr val="bg1"/>
                </a:solidFill>
                <a:cs typeface="+mn-ea"/>
                <a:sym typeface="+mn-lt"/>
              </a:rPr>
              <a:t> #3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B16E4CBF-FE4E-4251-B75F-EC6A881DAF47}"/>
              </a:ext>
            </a:extLst>
          </p:cNvPr>
          <p:cNvSpPr txBox="1"/>
          <p:nvPr/>
        </p:nvSpPr>
        <p:spPr>
          <a:xfrm rot="5400000">
            <a:off x="-1616677" y="3446505"/>
            <a:ext cx="4692334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1050" b="1" spc="100" dirty="0">
                <a:gradFill>
                  <a:gsLst>
                    <a:gs pos="0">
                      <a:srgbClr val="DBCC74"/>
                    </a:gs>
                    <a:gs pos="99000">
                      <a:srgbClr val="8F6032"/>
                    </a:gs>
                  </a:gsLst>
                  <a:lin ang="5400000" scaled="1"/>
                </a:gradFill>
                <a:cs typeface="+mn-ea"/>
                <a:sym typeface="+mn-lt"/>
              </a:rPr>
              <a:t>WRITE TITLE HERE</a:t>
            </a:r>
          </a:p>
        </p:txBody>
      </p:sp>
    </p:spTree>
    <p:extLst>
      <p:ext uri="{BB962C8B-B14F-4D97-AF65-F5344CB8AC3E}">
        <p14:creationId xmlns:p14="http://schemas.microsoft.com/office/powerpoint/2010/main" val="5267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86DC78-42D4-EA0D-0AF3-08B996C473ED}"/>
              </a:ext>
            </a:extLst>
          </p:cNvPr>
          <p:cNvSpPr txBox="1"/>
          <p:nvPr/>
        </p:nvSpPr>
        <p:spPr>
          <a:xfrm>
            <a:off x="534380" y="6500525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片包含 室内, 就坐&#10;&#10;描述已自动生成">
            <a:extLst>
              <a:ext uri="{FF2B5EF4-FFF2-40B4-BE49-F238E27FC236}">
                <a16:creationId xmlns:a16="http://schemas.microsoft.com/office/drawing/2014/main" id="{D4E1E4C7-1818-4AED-A5ED-8CE15042B4F6}"/>
              </a:ext>
            </a:extLst>
          </p:cNvPr>
          <p:cNvPicPr>
            <a:picLocks noChangeAspect="1"/>
          </p:cNvPicPr>
          <p:nvPr/>
        </p:nvPicPr>
        <p:blipFill rotWithShape="1">
          <a:blip r:embed="R19a7ad3ad0aa427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AB99471-A2FD-473D-A7DE-5CB215AFFAFB}"/>
              </a:ext>
            </a:extLst>
          </p:cNvPr>
          <p:cNvSpPr txBox="1"/>
          <p:nvPr/>
        </p:nvSpPr>
        <p:spPr>
          <a:xfrm>
            <a:off x="2734944" y="2600243"/>
            <a:ext cx="77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gradFill flip="none" rotWithShape="1"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8100000" scaled="1"/>
                  <a:tileRect/>
                </a:gradFill>
                <a:cs typeface="+mn-ea"/>
                <a:sym typeface="+mn-lt"/>
              </a:rPr>
              <a:t>THANK YOU</a:t>
            </a:r>
            <a:endParaRPr lang="zh-CN" altLang="en-US" sz="9600" dirty="0">
              <a:gradFill flip="none" rotWithShape="1">
                <a:gsLst>
                  <a:gs pos="0">
                    <a:srgbClr val="825425"/>
                  </a:gs>
                  <a:gs pos="100000">
                    <a:srgbClr val="DCC999"/>
                  </a:gs>
                </a:gsLst>
                <a:lin ang="81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18" name="TextBox 1575">
            <a:extLst>
              <a:ext uri="{FF2B5EF4-FFF2-40B4-BE49-F238E27FC236}">
                <a16:creationId xmlns:a16="http://schemas.microsoft.com/office/drawing/2014/main" id="{A5E6964F-9171-4863-BA8A-23A13D0658B1}"/>
              </a:ext>
            </a:extLst>
          </p:cNvPr>
          <p:cNvSpPr txBox="1"/>
          <p:nvPr/>
        </p:nvSpPr>
        <p:spPr>
          <a:xfrm>
            <a:off x="1684656" y="1006850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100" b="1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LANDINGSLIDE</a:t>
            </a:r>
          </a:p>
        </p:txBody>
      </p:sp>
      <p:sp>
        <p:nvSpPr>
          <p:cNvPr id="19" name="TextBox 507">
            <a:extLst>
              <a:ext uri="{FF2B5EF4-FFF2-40B4-BE49-F238E27FC236}">
                <a16:creationId xmlns:a16="http://schemas.microsoft.com/office/drawing/2014/main" id="{D3398F8B-0941-4AEB-90C2-23D3BCB7E678}"/>
              </a:ext>
            </a:extLst>
          </p:cNvPr>
          <p:cNvSpPr txBox="1"/>
          <p:nvPr/>
        </p:nvSpPr>
        <p:spPr>
          <a:xfrm>
            <a:off x="7043045" y="1093315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000" dirty="0" err="1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Powerpoint</a:t>
            </a:r>
            <a:endParaRPr lang="en-US" sz="1000" dirty="0">
              <a:gradFill>
                <a:gsLst>
                  <a:gs pos="0">
                    <a:srgbClr val="DBCC74"/>
                  </a:gs>
                  <a:gs pos="100000">
                    <a:srgbClr val="8F6032"/>
                  </a:gs>
                </a:gsLst>
                <a:lin ang="10800000" scaled="1"/>
              </a:gradFill>
              <a:cs typeface="+mn-ea"/>
              <a:sym typeface="+mn-lt"/>
            </a:endParaRPr>
          </a:p>
        </p:txBody>
      </p:sp>
      <p:sp>
        <p:nvSpPr>
          <p:cNvPr id="20" name="TextBox 508">
            <a:extLst>
              <a:ext uri="{FF2B5EF4-FFF2-40B4-BE49-F238E27FC236}">
                <a16:creationId xmlns:a16="http://schemas.microsoft.com/office/drawing/2014/main" id="{55AD24AE-5A52-47DB-8708-A6BA06308529}"/>
              </a:ext>
            </a:extLst>
          </p:cNvPr>
          <p:cNvSpPr txBox="1"/>
          <p:nvPr/>
        </p:nvSpPr>
        <p:spPr>
          <a:xfrm>
            <a:off x="8260145" y="1093315"/>
            <a:ext cx="654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000" dirty="0"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cs typeface="+mn-ea"/>
                <a:sym typeface="+mn-lt"/>
              </a:rPr>
              <a:t>Keynote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353C52AD-2AF0-4431-8E86-207842AE7647}"/>
              </a:ext>
            </a:extLst>
          </p:cNvPr>
          <p:cNvGrpSpPr/>
          <p:nvPr/>
        </p:nvGrpSpPr>
        <p:grpSpPr>
          <a:xfrm>
            <a:off x="9299164" y="1093315"/>
            <a:ext cx="980324" cy="246221"/>
            <a:chOff x="8396554" y="466819"/>
            <a:chExt cx="980324" cy="246221"/>
          </a:xfrm>
        </p:grpSpPr>
        <p:sp>
          <p:nvSpPr>
            <p:cNvPr id="22" name="TextBox 509">
              <a:extLst>
                <a:ext uri="{FF2B5EF4-FFF2-40B4-BE49-F238E27FC236}">
                  <a16:creationId xmlns:a16="http://schemas.microsoft.com/office/drawing/2014/main" id="{07D5D2FD-A33C-4B25-BD3F-37AA08BC52B9}"/>
                </a:ext>
              </a:extLst>
            </p:cNvPr>
            <p:cNvSpPr txBox="1"/>
            <p:nvPr/>
          </p:nvSpPr>
          <p:spPr>
            <a:xfrm>
              <a:off x="8398725" y="466819"/>
              <a:ext cx="97815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DBCC74"/>
                      </a:gs>
                      <a:gs pos="100000">
                        <a:srgbClr val="8F6032"/>
                      </a:gs>
                    </a:gsLst>
                    <a:lin ang="108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Google Slides</a:t>
              </a:r>
            </a:p>
          </p:txBody>
        </p:sp>
        <p:sp>
          <p:nvSpPr>
            <p:cNvPr id="23" name="Oval 1576">
              <a:extLst>
                <a:ext uri="{FF2B5EF4-FFF2-40B4-BE49-F238E27FC236}">
                  <a16:creationId xmlns:a16="http://schemas.microsoft.com/office/drawing/2014/main" id="{FDBB5CF1-428A-41AC-A8F4-F47D467AFF61}"/>
                </a:ext>
              </a:extLst>
            </p:cNvPr>
            <p:cNvSpPr/>
            <p:nvPr/>
          </p:nvSpPr>
          <p:spPr>
            <a:xfrm>
              <a:off x="8396554" y="493760"/>
              <a:ext cx="71903" cy="7190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BCC74"/>
                    </a:gs>
                    <a:gs pos="100000">
                      <a:srgbClr val="8F6032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A1F4425F-8013-44D9-9EBD-01BF70CF15E8}"/>
              </a:ext>
            </a:extLst>
          </p:cNvPr>
          <p:cNvSpPr txBox="1"/>
          <p:nvPr/>
        </p:nvSpPr>
        <p:spPr>
          <a:xfrm>
            <a:off x="3083381" y="4281422"/>
            <a:ext cx="5507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适用于产品发布</a:t>
            </a:r>
            <a:r>
              <a:rPr lang="en-US" altLang="zh-CN" sz="2800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/</a:t>
            </a:r>
            <a:r>
              <a:rPr lang="zh-CN" altLang="en-US" sz="2800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公司内部交流</a:t>
            </a:r>
          </a:p>
        </p:txBody>
      </p:sp>
      <p:sp>
        <p:nvSpPr>
          <p:cNvPr id="25" name="Rounded Rectangle 1569">
            <a:extLst>
              <a:ext uri="{FF2B5EF4-FFF2-40B4-BE49-F238E27FC236}">
                <a16:creationId xmlns:a16="http://schemas.microsoft.com/office/drawing/2014/main" id="{B7A06A18-E2A5-477F-A632-650C92D04EF0}"/>
              </a:ext>
            </a:extLst>
          </p:cNvPr>
          <p:cNvSpPr/>
          <p:nvPr/>
        </p:nvSpPr>
        <p:spPr>
          <a:xfrm>
            <a:off x="5081154" y="5141290"/>
            <a:ext cx="2029692" cy="4213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25425"/>
              </a:gs>
              <a:gs pos="100000">
                <a:srgbClr val="DCC999"/>
              </a:gs>
            </a:gsLst>
            <a:lin ang="0" scaled="1"/>
          </a:gradFill>
          <a:ln>
            <a:noFill/>
          </a:ln>
          <a:effectLst>
            <a:outerShdw blurRad="1143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grpSp>
        <p:nvGrpSpPr>
          <p:cNvPr id="26" name="Group 1772">
            <a:extLst>
              <a:ext uri="{FF2B5EF4-FFF2-40B4-BE49-F238E27FC236}">
                <a16:creationId xmlns:a16="http://schemas.microsoft.com/office/drawing/2014/main" id="{50418CB5-7E06-4A05-9160-672213A188A2}"/>
              </a:ext>
            </a:extLst>
          </p:cNvPr>
          <p:cNvGrpSpPr/>
          <p:nvPr/>
        </p:nvGrpSpPr>
        <p:grpSpPr>
          <a:xfrm>
            <a:off x="5489370" y="5186911"/>
            <a:ext cx="1213260" cy="307777"/>
            <a:chOff x="1475556" y="5338058"/>
            <a:chExt cx="1213260" cy="307777"/>
          </a:xfrm>
        </p:grpSpPr>
        <p:sp>
          <p:nvSpPr>
            <p:cNvPr id="27" name="TextBox 1577">
              <a:extLst>
                <a:ext uri="{FF2B5EF4-FFF2-40B4-BE49-F238E27FC236}">
                  <a16:creationId xmlns:a16="http://schemas.microsoft.com/office/drawing/2014/main" id="{3AC3334F-98CC-48AB-8CFE-A6E06FBC762C}"/>
                </a:ext>
              </a:extLst>
            </p:cNvPr>
            <p:cNvSpPr txBox="1"/>
            <p:nvPr/>
          </p:nvSpPr>
          <p:spPr>
            <a:xfrm>
              <a:off x="1475556" y="5338058"/>
              <a:ext cx="10470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XX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Half Frame 1578">
              <a:extLst>
                <a:ext uri="{FF2B5EF4-FFF2-40B4-BE49-F238E27FC236}">
                  <a16:creationId xmlns:a16="http://schemas.microsoft.com/office/drawing/2014/main" id="{EBEC3055-A907-46F3-B70F-BAC4C8D23527}"/>
                </a:ext>
              </a:extLst>
            </p:cNvPr>
            <p:cNvSpPr/>
            <p:nvPr/>
          </p:nvSpPr>
          <p:spPr>
            <a:xfrm rot="8100000">
              <a:off x="2551150" y="5436098"/>
              <a:ext cx="137666" cy="137666"/>
            </a:xfrm>
            <a:prstGeom prst="halfFrame">
              <a:avLst>
                <a:gd name="adj1" fmla="val 11987"/>
                <a:gd name="adj2" fmla="val 10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0102CD4B-330E-4A19-9DA2-01680B61FC7F}"/>
              </a:ext>
            </a:extLst>
          </p:cNvPr>
          <p:cNvSpPr txBox="1"/>
          <p:nvPr/>
        </p:nvSpPr>
        <p:spPr>
          <a:xfrm>
            <a:off x="2575914" y="2019045"/>
            <a:ext cx="704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gradFill>
                  <a:gsLst>
                    <a:gs pos="0">
                      <a:srgbClr val="825425"/>
                    </a:gs>
                    <a:gs pos="100000">
                      <a:srgbClr val="DCC999"/>
                    </a:gs>
                  </a:gsLst>
                  <a:lin ang="0" scaled="1"/>
                </a:gradFill>
                <a:cs typeface="+mn-ea"/>
                <a:sym typeface="+mn-lt"/>
              </a:rPr>
              <a:t>BUSINESS REPORT</a:t>
            </a:r>
            <a:endParaRPr lang="zh-CN" altLang="en-US" dirty="0">
              <a:gradFill>
                <a:gsLst>
                  <a:gs pos="0">
                    <a:srgbClr val="825425"/>
                  </a:gs>
                  <a:gs pos="100000">
                    <a:srgbClr val="DCC999"/>
                  </a:gs>
                </a:gsLst>
                <a:lin ang="0" scaled="1"/>
              </a:gra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023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a14="http://schemas.microsoft.com/office/drawing/2010/main" xmlns:a16="http://schemas.microsoft.com/office/drawing/2014/main" xmlns="">
      <p:transition spd="slow" advClick="0" advTm="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8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7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8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8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8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80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2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 p14:presetBounceEnd="80000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3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3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4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18" grpId="0"/>
          <p:bldP spid="19" grpId="0"/>
          <p:bldP spid="20" grpId="0"/>
          <p:bldP spid="24" grpId="0"/>
          <p:bldP spid="25" grpId="0" animBg="1"/>
          <p:bldP spid="29" grpId="0"/>
        </p:bldLst>
      </p:timing>
    </mc:Choice>
    <mc:Fallback xmlns:a14="http://schemas.microsoft.com/office/drawing/2010/main" xmlns:a16="http://schemas.microsoft.com/office/drawing/2014/main"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4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18" grpId="0"/>
          <p:bldP spid="19" grpId="0"/>
          <p:bldP spid="20" grpId="0"/>
          <p:bldP spid="24" grpId="0"/>
          <p:bldP spid="25" grpId="0" animBg="1"/>
          <p:bldP spid="29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1d74b18bdbfe47a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fd7cec34c7af4731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03b4a7eb0a994dc2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b6155ee77ba5468a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03b4a7eb0a994dc2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7558249f70fd414fb1a9dcc6347ddf72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b6c4af7970de49c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029383f5d2f248a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f039b2f48a80410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6939c7e100ef449d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df71c0392b1e44f2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6df621efd116485a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4b1cecffac8c4176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cc540b0ca754113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51835a16bbed4efc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43413768021043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7e40f339d9aa467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56a330719a2e41f6b0bf571fbbe63fa9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0c2c2aeb6831408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63e0f864af1e48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2d991e53f0e46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55077684ab14244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10fae140eba64d0b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f45311652c4e4b38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10fae140eba64d0b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72265e14bb2345b1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10fae140eba64d0b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8f70a0eb64d64ee8b630f463b41a25c6"/>
              </a:rPr>
              <a:t>部分字体来源于</a:t>
            </a:r>
            <a:r>
              <a:rPr lang="en-US" altLang="zh-CN" dirty="0">
                <a:hlinkClick r:id="R8f70a0eb64d64ee8b630f463b41a25c6"/>
              </a:rPr>
              <a:t>100font.com  </a:t>
            </a:r>
            <a:r>
              <a:rPr lang="zh-CN" altLang="en-US" dirty="0">
                <a:hlinkClick r:id="R8f70a0eb64d64ee8b630f463b41a25c6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983ecdf2dbf94cc49761b5bf4cb298b9"/>
              </a:rPr>
              <a:t>部分图标来源于</a:t>
            </a:r>
            <a:r>
              <a:rPr lang="en-US" altLang="zh-CN" dirty="0">
                <a:hlinkClick r:id="R983ecdf2dbf94cc49761b5bf4cb298b9"/>
              </a:rPr>
              <a:t>Storyset.com </a:t>
            </a:r>
            <a:r>
              <a:rPr lang="zh-CN" altLang="en-US" dirty="0">
                <a:hlinkClick r:id="R983ecdf2dbf94cc49761b5bf4cb298b9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1264</Words>
  <Application>Microsoft Office PowerPoint</Application>
  <PresentationFormat>宽屏</PresentationFormat>
  <Paragraphs>196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仓耳玄三M W05</vt:lpstr>
      <vt:lpstr>等线</vt:lpstr>
      <vt:lpstr>微软雅黑</vt:lpstr>
      <vt:lpstr>微软雅黑 Light</vt:lpstr>
      <vt:lpstr>字魂35号-经典雅黑</vt:lpstr>
      <vt:lpstr>Arial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company history pictures</vt:lpstr>
      <vt:lpstr>PowerPoint 演示文稿</vt:lpstr>
      <vt:lpstr>smart art slides</vt:lpstr>
      <vt:lpstr>PowerPoint 演示文稿</vt:lpstr>
      <vt:lpstr>PowerPoint 演示文稿</vt:lpstr>
      <vt:lpstr>slide calendar</vt:lpstr>
      <vt:lpstr>Creative  porfolio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smart art slides</vt:lpstr>
      <vt:lpstr>smart art slides</vt:lpstr>
      <vt:lpstr>Click to  edit Master  title style</vt:lpstr>
      <vt:lpstr>PowerPoint 演示文稿</vt:lpstr>
      <vt:lpstr>IMAGE SERVICES</vt:lpstr>
      <vt:lpstr>clustered chart style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项目计划书</dc:title>
  <dc:creator>第一PPT</dc:creator>
  <cp:keywords>www.1ppt.com</cp:keywords>
  <dc:description>www.1ppt.com</dc:description>
  <cp:lastModifiedBy>JP Liu</cp:lastModifiedBy>
  <cp:revision>89</cp:revision>
  <dcterms:created xsi:type="dcterms:W3CDTF">2019-04-17T07:39:30Z</dcterms:created>
  <dcterms:modified xsi:type="dcterms:W3CDTF">2025-04-28T04:21:12Z</dcterms:modified>
</cp:coreProperties>
</file>