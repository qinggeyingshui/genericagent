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0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C5F91-C5A3-A834-7552-EDDAE0819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DDB2A6-17FA-17F0-8232-DACA4F22D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1FED01-0D5D-7251-3F11-1BC3F6DD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AA43D-107C-1DDB-7DF0-B646D9380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03DA2-AC68-68D3-1BAE-F09035B6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12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D395A-5C55-FE80-99F6-A9CB63EE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99273-C760-80C4-6666-7ADBA98C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6333D-0545-72C8-518D-A9B175AD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902239-3284-EB64-D003-AD77F623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5A2C8-102B-E2BD-E14D-CF5F24FD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16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9DDB2-E7C3-87AD-55A1-294B817E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D55AE-A002-DB40-2C09-9438023A4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8B6DC5-D70A-4DDC-14CE-2A2FA48C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FC3E20-58CC-1787-F60F-AB2C64AF2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D2E87-CD0D-00C6-03B5-9CC4C510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72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DA7A2-03A3-23EB-C821-F1C6A168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17FEC5-14D7-99C2-98E1-134B0F72C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96A411-E191-C3BA-0C4D-E97FA392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97D418-5DC3-4E3A-F5BE-BB517C9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7F0A75-EA69-FD53-46FB-02977CE4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F525DF-E1C8-728A-85F4-583CCB5C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00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6164C-26F8-4D03-F54C-21CA3C11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7122F8-D3E2-6304-473B-BFD071CDF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A387D6-7CB6-72C0-B9F9-6C6D45D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A2E6F0-B2BB-495F-DD6E-381714D6B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AF57BC-A1CF-368D-345C-35F2AA1EB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3E33D4-656F-AFA1-7DCC-CC4B38CA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9CBBF2-9DAC-24E6-773B-0FAF3ED3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7D8343-4AA6-7D2F-5A27-DDB91880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73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9D577-C25C-D343-664B-397FF8EE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96DAF8-455F-9352-77FE-0A955206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D6548A-1D50-667C-A088-E9FD9527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3D2ADF-916A-41B0-B529-20E0924B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90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B03107-C634-BEDF-1791-AA25DC1D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5C8656-258F-97AC-276B-621D8D8C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2CBF65-4B30-8D49-060F-5465DD92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02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99933-AC08-809B-8D8E-47C726FF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910302-A6F9-8811-B899-2D881AAFD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61E7B7-49FD-CD9F-5FB1-331C7B2CF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9579B6-79A5-FD8D-1818-D6FDB8E8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70BC04-EA28-5976-6638-718F485A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6B5DFF-6C3D-034B-BD1F-48BECF47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71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B983A-1644-9794-435F-12D9E3DE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CD5E84-CF12-6805-4C87-9C82CFBA3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412F00-BBEE-09CF-BACB-02A8EB180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6B965C-8519-1E25-94D6-02743E0B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36A30B-EB48-0561-A426-92983964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0478CC-B22E-3E72-2AA5-A6ACD96A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0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A0EDC-A82D-4072-249A-3F2AD5BE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CE0141-B176-9E9B-4EDE-3FF8234C0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C7547-C78C-E74B-6E47-CEFEB778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7975D1-D5EF-1448-F19D-8F4862BC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765E00-1381-8F60-8D86-02688E8C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21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B07386-D27C-FC58-89D1-8453A5A1F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189260-E15F-4685-4EEA-0DC99B3A5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63EF73-298D-5F51-E5C1-618D1E1C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69925-69D7-A003-AFE6-3563CEBF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63E449-C8D8-5F15-3EA4-0283835FA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79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826AF2-D988-330E-4496-CD8A54CA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B2E77D-25C3-305A-C07A-F2F738F54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3C5675-D34A-FC1E-0251-8CCE45926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FE6F6-4588-4AB0-A9EB-8C7B56383539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93592-7764-4B47-44DA-303A7391E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8E0C1D-821C-62B3-64C8-AE43455D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FBC4B-9524-4EDA-A138-3159F53989D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99AEDC-7084-4DE8-2942-EB33BC5C0EFE}"/>
              </a:ext>
            </a:extLst>
          </p:cNvPr>
          <p:cNvSpPr txBox="1"/>
          <p:nvPr userDrawn="1"/>
        </p:nvSpPr>
        <p:spPr>
          <a:xfrm>
            <a:off x="635000" y="6477000"/>
            <a:ext cx="381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808080"/>
                </a:solidFill>
                <a:latin typeface="微软雅黑" panose="020B0503020204020204" pitchFamily="34" charset="-122"/>
              </a:rPr>
              <a:t>© 2026 Demo Presentation</a:t>
            </a:r>
            <a:endParaRPr lang="zh-CN" altLang="en-US" sz="1000">
              <a:solidFill>
                <a:srgbClr val="80808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783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C4621A-5C58-F3C2-22EF-D90B92E62DAD}"/>
              </a:ext>
            </a:extLst>
          </p:cNvPr>
          <p:cNvSpPr txBox="1"/>
          <p:nvPr/>
        </p:nvSpPr>
        <p:spPr>
          <a:xfrm>
            <a:off x="1270000" y="254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母版工具演示</a:t>
            </a:r>
          </a:p>
        </p:txBody>
      </p:sp>
    </p:spTree>
    <p:extLst>
      <p:ext uri="{BB962C8B-B14F-4D97-AF65-F5344CB8AC3E}">
        <p14:creationId xmlns:p14="http://schemas.microsoft.com/office/powerpoint/2010/main" val="371564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95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w</dc:creator>
  <cp:lastModifiedBy>hy w</cp:lastModifiedBy>
  <cp:revision>1</cp:revision>
  <dcterms:created xsi:type="dcterms:W3CDTF">2026-04-24T07:23:43Z</dcterms:created>
  <dcterms:modified xsi:type="dcterms:W3CDTF">2026-04-24T07:23:43Z</dcterms:modified>
</cp:coreProperties>
</file>