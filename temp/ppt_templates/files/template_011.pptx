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bin"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handoutMasters/handoutMaster1.xml" ContentType="application/vnd.openxmlformats-officedocument.presentationml.handoutMaster+xml"/>
  <Override PartName="/ppt/handoutMasters/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tags/tag1.xml" ContentType="application/vnd.openxmlformats-officedocument.presentationml.tags+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tags/tag2.xml" ContentType="application/vnd.openxmlformats-officedocument.presentationml.tags+xml"/>
  <Override PartName="/ppt/notesSlides/notesSlide8.xml" ContentType="application/vnd.openxmlformats-officedocument.presentationml.notesSlide+xml"/>
  <Override PartName="/ppt/slides/slide9.xml" ContentType="application/vnd.openxmlformats-officedocument.presentationml.slide+xml"/>
  <Override PartName="/ppt/slides/tags/tag3.xml" ContentType="application/vnd.openxmlformats-officedocument.presentationml.tags+xml"/>
  <Override PartName="/ppt/slides/tags/tag4.xml" ContentType="application/vnd.openxmlformats-officedocument.presentationml.tags+xml"/>
  <Override PartName="/ppt/slides/tags/tag5.xml" ContentType="application/vnd.openxmlformats-officedocument.presentationml.tags+xml"/>
  <Override PartName="/ppt/slides/tags/tag6.xml" ContentType="application/vnd.openxmlformats-officedocument.presentationml.tags+xml"/>
  <Override PartName="/ppt/slides/tags/tag7.xml" ContentType="application/vnd.openxmlformats-officedocument.presentationml.tags+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tags/tag8.xml" ContentType="application/vnd.openxmlformats-officedocument.presentationml.tags+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tags/tag9.xml" ContentType="application/vnd.openxmlformats-officedocument.presentationml.tags+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media/image13.bin" ContentType="image/png"/>
  <Override PartName="/ppt/media/image14.bin" ContentType="image/png"/>
  <Override PartName="/ppt/customXML/item.xml" ContentType="application/inkml+xml"/>
  <Override PartName="/ppt/customXML/item2.xml" ContentType="application/inkml+xml"/>
  <Override PartName="/ppt/slides/slide22.xml" ContentType="application/vnd.openxmlformats-officedocument.presentationml.slide+xml"/>
  <Override PartName="/ppt/media/image17.bin" ContentType="image/png"/>
  <Override PartName="/ppt/media/image18.bin" ContentType="image/png"/>
  <Override PartName="/ppt/customXML/item3.xml" ContentType="application/inkml+xml"/>
  <Override PartName="/ppt/customXML/item4.xml" ContentType="application/inkml+xml"/>
  <Override PartName="/ppt/customXML/item5.xml" ContentType="application/inkml+xml"/>
  <Override PartName="/ppt/slides/slide23.xml" ContentType="application/vnd.openxmlformats-officedocument.presentationml.slide+xml"/>
  <Override PartName="/ppt/media/image20.bin" ContentType="image/png"/>
  <Override PartName="/ppt/media/image21.bin" ContentType="image/png"/>
  <Override PartName="/ppt/media/image22.bin" ContentType="image/png"/>
  <Override PartName="/ppt/customXML/item6.xml" ContentType="application/inkml+xml"/>
  <Override PartName="/ppt/customXML/item7.xml" ContentType="application/inkml+xml"/>
  <Override PartName="/ppt/customXML/item8.xml" ContentType="application/inkml+xml"/>
  <Override PartName="/ppt/slides/slide24.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17d51af5ff224fef" /><Relationship Type="http://schemas.openxmlformats.org/package/2006/relationships/metadata/core-properties" Target="/docProps/core.xml" Id="Rdf2c314d7c1e4b4a" /><Relationship Type="http://schemas.openxmlformats.org/officeDocument/2006/relationships/extended-properties" Target="/docProps/app.xml" Id="R53094145e562429c" /><Relationship Type="http://schemas.openxmlformats.org/officeDocument/2006/relationships/custom-properties" Target="/docProps/custom.xml" Id="Rb0436870f6a54be0"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679a5ce208b9457d"/>
  </p:sldMasterIdLst>
  <p:notesMasterIdLst>
    <p:notesMasterId r:id="R31d7d87835d24302"/>
  </p:notesMasterIdLst>
  <p:handoutMasterIdLst>
    <p:handoutMasterId r:id="Rccf39b20e52443a5"/>
  </p:handoutMasterIdLst>
  <p:sldIdLst>
    <p:sldId id="256" r:id="R612dc85458374efb"/>
    <p:sldId id="257" r:id="R92907c00b9b643de"/>
    <p:sldId id="258" r:id="R2bbefc8c67094606"/>
    <p:sldId id="259" r:id="R8f6a29b8342f43d0"/>
    <p:sldId id="260" r:id="Re71bc0e1ef314a59"/>
    <p:sldId id="261" r:id="R6e88123c98114fb7"/>
    <p:sldId id="262" r:id="R2f33dbe682e14d1b"/>
    <p:sldId id="263" r:id="R1c462a2dab5b4ff1"/>
    <p:sldId id="264" r:id="Ref6b19abb2a74822"/>
    <p:sldId id="265" r:id="R67e3cb774e424bc5"/>
    <p:sldId id="266" r:id="R34a0bdaa80014461"/>
    <p:sldId id="267" r:id="Rd0ac7d8444ae4f5c"/>
    <p:sldId id="268" r:id="R37f4735a6c024a88"/>
    <p:sldId id="269" r:id="Rdb3771c3ac8443a8"/>
    <p:sldId id="270" r:id="Rb18bf7dbfb854335"/>
    <p:sldId id="271" r:id="R8ba83c05a3fa442a"/>
    <p:sldId id="272" r:id="R8ce51ec2b69c4f05"/>
    <p:sldId id="273" r:id="R6fc8c37da03d4590"/>
    <p:sldId id="274" r:id="Re83fb2dbd6574e8b"/>
    <p:sldId id="275" r:id="R6845385cafe848a4"/>
    <p:sldId id="276" r:id="R369d85e644a64f01"/>
    <p:sldId id="277" r:id="R7419c41ec61b4605"/>
    <p:sldId id="278" r:id="Rba8a337d1d3d44ea"/>
    <p:sldId id="279" r:id="R7694d73447ca455a"/>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0" autoAdjust="0"/>
    <p:restoredTop sz="95244" autoAdjust="0"/>
  </p:normalViewPr>
  <p:slideViewPr>
    <p:cSldViewPr snapToGrid="0">
      <p:cViewPr varScale="1">
        <p:scale>
          <a:sx n="82" d="100"/>
          <a:sy n="82" d="100"/>
        </p:scale>
        <p:origin x="66" y="453"/>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5" d="100"/>
          <a:sy n="65" d="100"/>
        </p:scale>
        <p:origin x="2405" y="62"/>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handoutMaster" Target="/ppt/handoutMasters/handoutMaster1.xml" Id="Rccf39b20e52443a5" /><Relationship Type="http://schemas.openxmlformats.org/officeDocument/2006/relationships/notesMaster" Target="/ppt/notesMasters/notesMaster1.xml" Id="R31d7d87835d24302" /><Relationship Type="http://schemas.openxmlformats.org/officeDocument/2006/relationships/presProps" Target="/ppt/presProps.xml" Id="R3e39cb5c53aa48dd" /><Relationship Type="http://schemas.openxmlformats.org/officeDocument/2006/relationships/viewProps" Target="/ppt/viewProps.xml" Id="Rbb5d1aed4f4d45fd" /><Relationship Type="http://schemas.openxmlformats.org/officeDocument/2006/relationships/slideMaster" Target="/ppt/slideMasters/slideMaster1.xml" Id="R679a5ce208b9457d" /><Relationship Type="http://schemas.openxmlformats.org/officeDocument/2006/relationships/theme" Target="/ppt/slideMasters/theme/theme3.xml" Id="Rd54f3bf7afad4bce" /><Relationship Type="http://schemas.openxmlformats.org/officeDocument/2006/relationships/slide" Target="/ppt/slides/slide1.xml" Id="R612dc85458374efb" /><Relationship Type="http://schemas.openxmlformats.org/officeDocument/2006/relationships/slide" Target="/ppt/slides/slide2.xml" Id="R92907c00b9b643de" /><Relationship Type="http://schemas.openxmlformats.org/officeDocument/2006/relationships/slide" Target="/ppt/slides/slide3.xml" Id="R2bbefc8c67094606" /><Relationship Type="http://schemas.openxmlformats.org/officeDocument/2006/relationships/slide" Target="/ppt/slides/slide4.xml" Id="R8f6a29b8342f43d0" /><Relationship Type="http://schemas.openxmlformats.org/officeDocument/2006/relationships/slide" Target="/ppt/slides/slide5.xml" Id="Re71bc0e1ef314a59" /><Relationship Type="http://schemas.openxmlformats.org/officeDocument/2006/relationships/slide" Target="/ppt/slides/slide6.xml" Id="R6e88123c98114fb7" /><Relationship Type="http://schemas.openxmlformats.org/officeDocument/2006/relationships/slide" Target="/ppt/slides/slide7.xml" Id="R2f33dbe682e14d1b" /><Relationship Type="http://schemas.openxmlformats.org/officeDocument/2006/relationships/slide" Target="/ppt/slides/slide8.xml" Id="R1c462a2dab5b4ff1" /><Relationship Type="http://schemas.openxmlformats.org/officeDocument/2006/relationships/slide" Target="/ppt/slides/slide9.xml" Id="Ref6b19abb2a74822" /><Relationship Type="http://schemas.openxmlformats.org/officeDocument/2006/relationships/slide" Target="/ppt/slides/slide10.xml" Id="R67e3cb774e424bc5" /><Relationship Type="http://schemas.openxmlformats.org/officeDocument/2006/relationships/slide" Target="/ppt/slides/slide11.xml" Id="R34a0bdaa80014461" /><Relationship Type="http://schemas.openxmlformats.org/officeDocument/2006/relationships/slide" Target="/ppt/slides/slide12.xml" Id="Rd0ac7d8444ae4f5c" /><Relationship Type="http://schemas.openxmlformats.org/officeDocument/2006/relationships/slide" Target="/ppt/slides/slide13.xml" Id="R37f4735a6c024a88" /><Relationship Type="http://schemas.openxmlformats.org/officeDocument/2006/relationships/slide" Target="/ppt/slides/slide14.xml" Id="Rdb3771c3ac8443a8" /><Relationship Type="http://schemas.openxmlformats.org/officeDocument/2006/relationships/slide" Target="/ppt/slides/slide15.xml" Id="Rb18bf7dbfb854335" /><Relationship Type="http://schemas.openxmlformats.org/officeDocument/2006/relationships/slide" Target="/ppt/slides/slide16.xml" Id="R8ba83c05a3fa442a" /><Relationship Type="http://schemas.openxmlformats.org/officeDocument/2006/relationships/slide" Target="/ppt/slides/slide17.xml" Id="R8ce51ec2b69c4f05" /><Relationship Type="http://schemas.openxmlformats.org/officeDocument/2006/relationships/slide" Target="/ppt/slides/slide18.xml" Id="R6fc8c37da03d4590" /><Relationship Type="http://schemas.openxmlformats.org/officeDocument/2006/relationships/slide" Target="/ppt/slides/slide19.xml" Id="Re83fb2dbd6574e8b" /><Relationship Type="http://schemas.openxmlformats.org/officeDocument/2006/relationships/slide" Target="/ppt/slides/slide20.xml" Id="R6845385cafe848a4" /><Relationship Type="http://schemas.openxmlformats.org/officeDocument/2006/relationships/slide" Target="/ppt/slides/slide21.xml" Id="R369d85e644a64f01" /><Relationship Type="http://schemas.openxmlformats.org/officeDocument/2006/relationships/slide" Target="/ppt/slides/slide22.xml" Id="R7419c41ec61b4605" /><Relationship Type="http://schemas.openxmlformats.org/officeDocument/2006/relationships/slide" Target="/ppt/slides/slide23.xml" Id="Rba8a337d1d3d44ea" /><Relationship Type="http://schemas.openxmlformats.org/officeDocument/2006/relationships/slide" Target="/ppt/slides/slide24.xml" Id="R7694d73447ca455a" /></Relationships>
</file>

<file path=ppt/customXML/item.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3"/>
    </inkml:context>
    <inkml:brush xml:id="br0">
      <inkml:brushProperty name="width" value="0.2" units="cm"/>
      <inkml:brushProperty name="height" value="0.2" units="cm"/>
      <inkml:brushProperty name="color" value="#EAEAEA"/>
    </inkml:brush>
  </inkml:definitions>
  <inkml:trace contextRef="#ctx0" brushRef="#br0">1 1 24575,'5255'0'-1365</inkml:trace>
</inkml:ink>
</file>

<file path=ppt/customXML/item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37"/>
    </inkml:context>
    <inkml:brush xml:id="br0">
      <inkml:brushProperty name="width" value="0.2" units="cm"/>
      <inkml:brushProperty name="height" value="0.2" units="cm"/>
      <inkml:brushProperty name="color" value="#EAEAEA"/>
    </inkml:brush>
  </inkml:definitions>
  <inkml:trace contextRef="#ctx0" brushRef="#br0">0 0 24575,'0'0'-8191</inkml:trace>
</inkml:ink>
</file>

<file path=ppt/customXML/item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handoutMasters/_rels/handoutMaster1.xml.rels>&#65279;<?xml version="1.0" encoding="utf-8"?><Relationships xmlns="http://schemas.openxmlformats.org/package/2006/relationships"><Relationship Type="http://schemas.openxmlformats.org/officeDocument/2006/relationships/theme" Target="/ppt/handoutMasters/theme/theme1.xml" Id="Rd0ca94dec9b64838"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handoutMasters/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微软雅黑"/>
        <a:cs typeface="Arial"/>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Masters/_rels/notesMaster1.xml.rels>&#65279;<?xml version="1.0" encoding="utf-8"?><Relationships xmlns="http://schemas.openxmlformats.org/package/2006/relationships"><Relationship Type="http://schemas.openxmlformats.org/officeDocument/2006/relationships/theme" Target="/ppt/notesMasters/theme/theme2.xml" Id="R88bfe3d3cbd24489"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Tree>
    <p:extLst>
      <p:ext uri="{BB962C8B-B14F-4D97-AF65-F5344CB8AC3E}">
        <p14:creationId xmlns:p14="http://schemas.microsoft.com/office/powerpoint/2010/main" val="363240542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汉仪旗黑-55简" panose="00020600040101010101" charset="-128"/>
        <a:ea typeface="汉仪旗黑-55简" panose="00020600040101010101" charset="-128"/>
        <a:cs typeface="汉仪旗黑-55简" panose="00020600040101010101" charset="-12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微软雅黑"/>
        <a:cs typeface="Arial"/>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1.xml" Id="R20e2feebb1b543ef" /><Relationship Type="http://schemas.openxmlformats.org/officeDocument/2006/relationships/notesMaster" Target="/ppt/notesMasters/notesMaster1.xml" Id="R6ab6a75e838a4e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74a19327174757" /><Relationship Type="http://schemas.openxmlformats.org/officeDocument/2006/relationships/notesMaster" Target="/ppt/notesMasters/notesMaster1.xml" Id="Rdb18a7bf0ff24a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3d4200d4e14da8" /><Relationship Type="http://schemas.openxmlformats.org/officeDocument/2006/relationships/notesMaster" Target="/ppt/notesMasters/notesMaster1.xml" Id="R3e0cbe8837754e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a293261e3847d0" /><Relationship Type="http://schemas.openxmlformats.org/officeDocument/2006/relationships/notesMaster" Target="/ppt/notesMasters/notesMaster1.xml" Id="R7abdf39c8a304df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cdf613fd914fba" /><Relationship Type="http://schemas.openxmlformats.org/officeDocument/2006/relationships/notesMaster" Target="/ppt/notesMasters/notesMaster1.xml" Id="Rdd48e6e2696c47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c1e54986c34ad1" /><Relationship Type="http://schemas.openxmlformats.org/officeDocument/2006/relationships/notesMaster" Target="/ppt/notesMasters/notesMaster1.xml" Id="R48cdb7f8318d4d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6ae3f85034490a" /><Relationship Type="http://schemas.openxmlformats.org/officeDocument/2006/relationships/notesMaster" Target="/ppt/notesMasters/notesMaster1.xml" Id="R12709c48cbbc4a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dfe58b3ef04946" /><Relationship Type="http://schemas.openxmlformats.org/officeDocument/2006/relationships/notesMaster" Target="/ppt/notesMasters/notesMaster1.xml" Id="Rbf49e02af0f84845" /></Relationships>
</file>

<file path=ppt/notesSlides/_rels/notesSlide9.xml.rels>&#65279;<?xml version="1.0" encoding="utf-8"?><Relationships xmlns="http://schemas.openxmlformats.org/package/2006/relationships"><Relationship Type="http://schemas.openxmlformats.org/officeDocument/2006/relationships/slide" Target="/ppt/slides/slide9.xml" Id="Rbe6a2db050a3484d" /><Relationship Type="http://schemas.openxmlformats.org/officeDocument/2006/relationships/notesMaster" Target="/ppt/notesMasters/notesMaster1.xml" Id="R122127300bc447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ed3979a2d10469d" /><Relationship Type="http://schemas.openxmlformats.org/officeDocument/2006/relationships/notesMaster" Target="/ppt/notesMasters/notesMaster1.xml" Id="Rd564287e785247e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9ffd3dfc4cb48f0" /><Relationship Type="http://schemas.openxmlformats.org/officeDocument/2006/relationships/notesMaster" Target="/ppt/notesMasters/notesMaster1.xml" Id="R7649e48e25594da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953c500616c4eb0" /><Relationship Type="http://schemas.openxmlformats.org/officeDocument/2006/relationships/notesMaster" Target="/ppt/notesMasters/notesMaster1.xml" Id="R9a7b61ec3c66420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b771213e6854cfe" /><Relationship Type="http://schemas.openxmlformats.org/officeDocument/2006/relationships/notesMaster" Target="/ppt/notesMasters/notesMaster1.xml" Id="R0f1fb5587103423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f36dc22d8643e9" /><Relationship Type="http://schemas.openxmlformats.org/officeDocument/2006/relationships/notesMaster" Target="/ppt/notesMasters/notesMaster1.xml" Id="R3d2b7fab2e514b0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57544c85a3142bd" /><Relationship Type="http://schemas.openxmlformats.org/officeDocument/2006/relationships/notesMaster" Target="/ppt/notesMasters/notesMaster1.xml" Id="R704804803bd143b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2c2e1d3bc544bc6" /><Relationship Type="http://schemas.openxmlformats.org/officeDocument/2006/relationships/notesMaster" Target="/ppt/notesMasters/notesMaster1.xml" Id="Ra34604cf77ca472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d775b6c802642c5" /><Relationship Type="http://schemas.openxmlformats.org/officeDocument/2006/relationships/notesMaster" Target="/ppt/notesMasters/notesMaster1.xml" Id="Raf61e42570884a3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87bd135ab2b4977" /><Relationship Type="http://schemas.openxmlformats.org/officeDocument/2006/relationships/notesMaster" Target="/ppt/notesMasters/notesMaster1.xml" Id="Rfba5dad084b04f0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6be1b3112954c4a" /><Relationship Type="http://schemas.openxmlformats.org/officeDocument/2006/relationships/notesMaster" Target="/ppt/notesMasters/notesMaster1.xml" Id="R2bd6a77ff26d43c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22a9b7ba6874a0b" /><Relationship Type="http://schemas.openxmlformats.org/officeDocument/2006/relationships/notesMaster" Target="/ppt/notesMasters/notesMaster1.xml" Id="R7ca523e7a7fe4f6b"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文本占位符 2"/>
          <p:cNvSpPr>
            <a:spLocks noGrp="1"/>
          </p:cNvSpPr>
          <p:nvPr>
            <p:ph type="body" sz="quarter" idx="1"/>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sz="quarter" idx="1"/>
          </p:nvPr>
        </p:nvSpPr>
        <p:spPr>
          <a:xfrm>
            <a:off x="662016" y="3931500"/>
            <a:ext cx="5296132" cy="3216682"/>
          </a:xfrm>
          <a:prstGeom prst="rect">
            <a:avLst/>
          </a:prstGeom>
        </p:spPr>
        <p:txBody>
          <a:bodyPr/>
          <a:lstStyle/>
          <a:p>
            <a:r>
              <a:rPr lang="zh-CN" altLang="en-US"/>
              <a:t>模板来自于： XX https://www.1ppt.com/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extLst>
      <p:ext uri="{BB962C8B-B14F-4D97-AF65-F5344CB8AC3E}">
        <p14:creationId xmlns:p14="http://schemas.microsoft.com/office/powerpoint/2010/main" val="42622191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extLst>
      <p:ext uri="{BB962C8B-B14F-4D97-AF65-F5344CB8AC3E}">
        <p14:creationId xmlns:p14="http://schemas.microsoft.com/office/powerpoint/2010/main" val="37560649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sz="quarter" idx="1"/>
          </p:nvPr>
        </p:nvSpPr>
        <p:spPr>
          <a:xfrm>
            <a:off x="662016" y="3931500"/>
            <a:ext cx="5296132" cy="3216682"/>
          </a:xfrm>
          <a:prstGeom prst="rect">
            <a:avLst/>
          </a:prstGeom>
        </p:spPr>
        <p:txBody>
          <a:bodyPr/>
          <a:lstStyle/>
          <a:p>
            <a:r>
              <a:rPr lang="zh-CN" altLang="en-US"/>
              <a:t>模板来自于： XX https://www.1ppt.com/</a:t>
            </a:r>
          </a:p>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extLst>
      <p:ext uri="{BB962C8B-B14F-4D97-AF65-F5344CB8AC3E}">
        <p14:creationId xmlns:p14="http://schemas.microsoft.com/office/powerpoint/2010/main" val="42892354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sz="quarter" idx="1"/>
          </p:nvPr>
        </p:nvSpPr>
        <p:spPr>
          <a:xfrm>
            <a:off x="662016" y="3931500"/>
            <a:ext cx="5296132" cy="3216682"/>
          </a:xfrm>
          <a:prstGeom prst="rect">
            <a:avLst/>
          </a:prstGeom>
        </p:spPr>
        <p:txBody>
          <a:bodyPr/>
          <a:lstStyle/>
          <a:p>
            <a:endParaRPr lang="zh-CN" altLang="en-US"/>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hyperlink" Target="http://www.1ppt.com/hangye/" TargetMode="External" Id="R4112b6d4ba2b4b4e9fad1aae4d66c6f9" /><Relationship Type="http://schemas.openxmlformats.org/officeDocument/2006/relationships/slideMaster" Target="/ppt/slideMasters/slideMaster1.xml" Id="Rbb869a7c859f4b0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639c8a8f5154e5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1e51f21ee35470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dddd4995ae04b15"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3"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4112b6d4ba2b4b4e9fad1aae4d66c6f9"/>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4112b6d4ba2b4b4e9fad1aae4d66c6f9"/>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4112b6d4ba2b4b4e9fad1aae4d66c6f9"/>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4"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5"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8"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页脚占位符 7"/>
          <p:cNvSpPr>
            <a:spLocks noGrp="1"/>
          </p:cNvSpPr>
          <p:nvPr>
            <p:ph type="ftr" sz="quarter" idx="11"/>
          </p:nvPr>
        </p:nvSpPr>
        <p:spPr>
          <a:xfrm>
            <a:off x="4038600" y="6356350"/>
            <a:ext cx="4114800" cy="365125"/>
          </a:xfrm>
        </p:spPr>
        <p:txBody>
          <a:bodyPr/>
          <a:lstStyle/>
          <a:p>
            <a:endParaRPr lang="zh-CN" altLang="en-US"/>
          </a:p>
        </p:txBody>
      </p:sp>
      <p:sp>
        <p:nvSpPr>
          <p:cNvPr id="10"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a:t>‹#›</a:t>
            </a:fld>
            <a:endParaRPr lang="zh-CN" altLang="en-US"/>
          </a:p>
        </p:txBody>
      </p:sp>
    </p:spTree>
  </p:cSld>
  <p:clrMapOvr>
    <a:masterClrMapping/>
  </p:clrMapOvr>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Tree>
  </p:cSld>
  <p:clrMapOvr>
    <a:masterClrMapping/>
  </p:clrMapOvr>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transition/>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hf sldNum="0" ftr="0" dt="0"/>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3.xml" Id="R172c1c72595f404a" /><Relationship Type="http://schemas.openxmlformats.org/officeDocument/2006/relationships/slideLayout" Target="/ppt/slideLayouts/slideLayout1.xml" Id="Rc743ce4605f24e61" /><Relationship Type="http://schemas.openxmlformats.org/officeDocument/2006/relationships/slideLayout" Target="/ppt/slideLayouts/slideLayout2.xml" Id="Ree6331c9cda14a28" /><Relationship Type="http://schemas.openxmlformats.org/officeDocument/2006/relationships/slideLayout" Target="/ppt/slideLayouts/slideLayout3.xml" Id="Rade5b7a56adf46b0" /><Relationship Type="http://schemas.openxmlformats.org/officeDocument/2006/relationships/slideLayout" Target="/ppt/slideLayouts/slideLayout4.xml" Id="R1f300e2fa0d84e64" /><Relationship Type="http://schemas.openxmlformats.org/officeDocument/2006/relationships/image" Target="/ppt/media/image.bin" Id="Rd629a6d4df3545d0"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图片 7" descr="89789798787"/>
          <p:cNvPicPr>
            <a:picLocks noChangeAspect="1"/>
          </p:cNvPicPr>
          <p:nvPr userDrawn="1"/>
        </p:nvPicPr>
        <p:blipFill>
          <a:blip r:embed="Rd629a6d4df3545d0"/>
          <a:stretch>
            <a:fillRect/>
          </a:stretch>
        </p:blipFill>
        <p:spPr>
          <a:xfrm>
            <a:off x="0" y="0"/>
            <a:ext cx="12192000" cy="6856730"/>
          </a:xfrm>
          <a:prstGeom prst="rect">
            <a:avLst/>
          </a:prstGeom>
        </p:spPr>
      </p:pic>
    </p:spTree>
  </p:cSld>
  <p:clrMap bg1="lt1" tx1="dk1" bg2="lt2" tx2="dk2" accent1="accent1" accent2="accent2" accent3="accent3" accent4="accent4" accent5="accent5" accent6="accent6" hlink="hlink" folHlink="folHlink"/>
  <p:sldLayoutIdLst>
    <p:sldLayoutId id="2147483651" r:id="Rade5b7a56adf46b0"/>
    <p:sldLayoutId id="2147483650" r:id="Ree6331c9cda14a28"/>
    <p:sldLayoutId id="2147483649" r:id="Rc743ce4605f24e61"/>
    <p:sldLayoutId id="2147483652" r:id="R1f300e2fa0d84e64"/>
  </p:sldLayoutIdLst>
  <p:transition/>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theme3.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微软雅黑"/>
        <a:cs typeface="Arial"/>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微软雅黑"/>
        <a:cs typeface="Arial"/>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image" Target="/ppt/media/image2.bin" Id="R6ab2acaa5f5d4ece" /><Relationship Type="http://schemas.openxmlformats.org/officeDocument/2006/relationships/notesSlide" Target="/ppt/notesSlides/notesSlide1.xml" Id="R3a8db805e9bc4263" /><Relationship Type="http://schemas.openxmlformats.org/officeDocument/2006/relationships/slideLayout" Target="/ppt/slideLayouts/slideLayout4.xml" Id="Rd7e24139bb5f46f0" /></Relationships>
</file>

<file path=ppt/slides/_rels/slide2.xml.rels>&#65279;<?xml version="1.0" encoding="utf-8"?><Relationships xmlns="http://schemas.openxmlformats.org/package/2006/relationships"><Relationship Type="http://schemas.openxmlformats.org/officeDocument/2006/relationships/image" Target="/ppt/media/image3.bin" Id="R3c5855c0feab41e3" /><Relationship Type="http://schemas.openxmlformats.org/officeDocument/2006/relationships/notesSlide" Target="/ppt/notesSlides/notesSlide2.xml" Id="R359ebbf95c7c42fe" /><Relationship Type="http://schemas.openxmlformats.org/officeDocument/2006/relationships/slideLayout" Target="/ppt/slideLayouts/slideLayout2.xml" Id="Re9a9d9d3eaab4681" /></Relationships>
</file>

<file path=ppt/slides/_rels/slide3.xml.rels>&#65279;<?xml version="1.0" encoding="utf-8"?><Relationships xmlns="http://schemas.openxmlformats.org/package/2006/relationships"><Relationship Type="http://schemas.openxmlformats.org/officeDocument/2006/relationships/image" Target="/ppt/media/image.bin" Id="R751124a0511245bd" /><Relationship Type="http://schemas.openxmlformats.org/officeDocument/2006/relationships/image" Target="/ppt/media/image4.bin" Id="R72a84b147e744080" /><Relationship Type="http://schemas.openxmlformats.org/officeDocument/2006/relationships/notesSlide" Target="/ppt/notesSlides/notesSlide3.xml" Id="R369d4aa38ea54189" /><Relationship Type="http://schemas.openxmlformats.org/officeDocument/2006/relationships/slideLayout" Target="/ppt/slideLayouts/slideLayout2.xml" Id="R30f41a055aff4c77" /></Relationships>
</file>

<file path=ppt/slides/_rels/slide4.xml.rels>&#65279;<?xml version="1.0" encoding="utf-8"?><Relationships xmlns="http://schemas.openxmlformats.org/package/2006/relationships"><Relationship Type="http://schemas.openxmlformats.org/officeDocument/2006/relationships/notesSlide" Target="/ppt/notesSlides/notesSlide4.xml" Id="Rebddec0d2ad845b7" /><Relationship Type="http://schemas.openxmlformats.org/officeDocument/2006/relationships/slideLayout" Target="/ppt/slideLayouts/slideLayout4.xml" Id="R4bd3a9c43aa74719" /></Relationships>
</file>

<file path=ppt/slides/_rels/slide5.xml.rels>&#65279;<?xml version="1.0" encoding="utf-8"?><Relationships xmlns="http://schemas.openxmlformats.org/package/2006/relationships"><Relationship Type="http://schemas.openxmlformats.org/officeDocument/2006/relationships/image" Target="/ppt/media/image5.bin" Id="R4396ea98cbb749be" /><Relationship Type="http://schemas.openxmlformats.org/officeDocument/2006/relationships/notesSlide" Target="/ppt/notesSlides/notesSlide5.xml" Id="R87df2cb445bf4ecc" /><Relationship Type="http://schemas.openxmlformats.org/officeDocument/2006/relationships/slideLayout" Target="/ppt/slideLayouts/slideLayout4.xml" Id="Rfe3a4683f5034191" /></Relationships>
</file>

<file path=ppt/slides/_rels/slide6.xml.rels>&#65279;<?xml version="1.0" encoding="utf-8"?><Relationships xmlns="http://schemas.openxmlformats.org/package/2006/relationships"><Relationship Type="http://schemas.openxmlformats.org/officeDocument/2006/relationships/image" Target="/ppt/media/image6.bin" Id="R12d7e1ef31db4ab8" /><Relationship Type="http://schemas.openxmlformats.org/officeDocument/2006/relationships/image" Target="/ppt/media/image7.bin" Id="R8710acd07ba343ec" /><Relationship Type="http://schemas.openxmlformats.org/officeDocument/2006/relationships/tags" Target="/ppt/slides/tags/tag1.xml" Id="R688a97caf8e24db1" /><Relationship Type="http://schemas.openxmlformats.org/officeDocument/2006/relationships/notesSlide" Target="/ppt/notesSlides/notesSlide6.xml" Id="Rf3d8ea8b6379490b" /><Relationship Type="http://schemas.openxmlformats.org/officeDocument/2006/relationships/slideLayout" Target="/ppt/slideLayouts/slideLayout4.xml" Id="R2e13e18d2f3f472d" /></Relationships>
</file>

<file path=ppt/slides/_rels/slide7.xml.rels>&#65279;<?xml version="1.0" encoding="utf-8"?><Relationships xmlns="http://schemas.openxmlformats.org/package/2006/relationships"><Relationship Type="http://schemas.openxmlformats.org/officeDocument/2006/relationships/image" Target="/ppt/media/image.bin" Id="R98b221abac5b48d4" /><Relationship Type="http://schemas.openxmlformats.org/officeDocument/2006/relationships/image" Target="/ppt/media/image4.bin" Id="R1a56fa285e754859" /><Relationship Type="http://schemas.openxmlformats.org/officeDocument/2006/relationships/notesSlide" Target="/ppt/notesSlides/notesSlide7.xml" Id="R20a52fa9505d449d" /><Relationship Type="http://schemas.openxmlformats.org/officeDocument/2006/relationships/slideLayout" Target="/ppt/slideLayouts/slideLayout2.xml" Id="Rbc15358f5cbf48f9" /></Relationships>
</file>

<file path=ppt/slides/_rels/slide8.xml.rels>&#65279;<?xml version="1.0" encoding="utf-8"?><Relationships xmlns="http://schemas.openxmlformats.org/package/2006/relationships"><Relationship Type="http://schemas.openxmlformats.org/officeDocument/2006/relationships/tags" Target="/ppt/slides/tags/tag2.xml" Id="R111f2d8633064aa3" /><Relationship Type="http://schemas.openxmlformats.org/officeDocument/2006/relationships/notesSlide" Target="/ppt/notesSlides/notesSlide8.xml" Id="R37261553fde34d54" /><Relationship Type="http://schemas.openxmlformats.org/officeDocument/2006/relationships/slideLayout" Target="/ppt/slideLayouts/slideLayout4.xml" Id="Rfee80f3fbc824936" /></Relationships>
</file>

<file path=ppt/slides/_rels/slide9.xml.rels>&#65279;<?xml version="1.0" encoding="utf-8"?><Relationships xmlns="http://schemas.openxmlformats.org/package/2006/relationships"><Relationship Type="http://schemas.openxmlformats.org/officeDocument/2006/relationships/image" Target="/ppt/media/image8.bin" Id="R3da32d85826d4248" /><Relationship Type="http://schemas.openxmlformats.org/officeDocument/2006/relationships/tags" Target="/ppt/slides/tags/tag3.xml" Id="Rcff37c687227403a" /><Relationship Type="http://schemas.openxmlformats.org/officeDocument/2006/relationships/tags" Target="/ppt/slides/tags/tag4.xml" Id="R8dfe3934cf304a99" /><Relationship Type="http://schemas.openxmlformats.org/officeDocument/2006/relationships/tags" Target="/ppt/slides/tags/tag5.xml" Id="R36a100b694064e4b" /><Relationship Type="http://schemas.openxmlformats.org/officeDocument/2006/relationships/tags" Target="/ppt/slides/tags/tag6.xml" Id="R9f940db833d64982" /><Relationship Type="http://schemas.openxmlformats.org/officeDocument/2006/relationships/tags" Target="/ppt/slides/tags/tag7.xml" Id="Rbe40fb4ca0dc4cce" /><Relationship Type="http://schemas.openxmlformats.org/officeDocument/2006/relationships/notesSlide" Target="/ppt/notesSlides/notesSlide9.xml" Id="R6368abfc80944cac" /><Relationship Type="http://schemas.openxmlformats.org/officeDocument/2006/relationships/slideLayout" Target="/ppt/slideLayouts/slideLayout2.xml" Id="Rf46cfc93fc394c99" /></Relationships>
</file>

<file path=ppt/slides/_rels/slide10.xml.rels>&#65279;<?xml version="1.0" encoding="utf-8"?><Relationships xmlns="http://schemas.openxmlformats.org/package/2006/relationships"><Relationship Type="http://schemas.openxmlformats.org/officeDocument/2006/relationships/notesSlide" Target="/ppt/notesSlides/notesSlide10.xml" Id="R3cdd39638a0a4754" /><Relationship Type="http://schemas.openxmlformats.org/officeDocument/2006/relationships/slideLayout" Target="/ppt/slideLayouts/slideLayout4.xml" Id="R9b8155d53cad4eef" /></Relationships>
</file>

<file path=ppt/slides/_rels/slide11.xml.rels>&#65279;<?xml version="1.0" encoding="utf-8"?><Relationships xmlns="http://schemas.openxmlformats.org/package/2006/relationships"><Relationship Type="http://schemas.openxmlformats.org/officeDocument/2006/relationships/image" Target="/ppt/media/image9.bin" Id="R814543ff0c40412d" /><Relationship Type="http://schemas.openxmlformats.org/officeDocument/2006/relationships/tags" Target="/ppt/slides/tags/tag8.xml" Id="R9826e060b9c34f4a" /><Relationship Type="http://schemas.openxmlformats.org/officeDocument/2006/relationships/notesSlide" Target="/ppt/notesSlides/notesSlide11.xml" Id="Redd883daff0f4753" /><Relationship Type="http://schemas.openxmlformats.org/officeDocument/2006/relationships/slideLayout" Target="/ppt/slideLayouts/slideLayout4.xml" Id="R62b229cdddc94428" /></Relationships>
</file>

<file path=ppt/slides/_rels/slide12.xml.rels>&#65279;<?xml version="1.0" encoding="utf-8"?><Relationships xmlns="http://schemas.openxmlformats.org/package/2006/relationships"><Relationship Type="http://schemas.openxmlformats.org/officeDocument/2006/relationships/image" Target="/ppt/media/image.bin" Id="R92d3361a484342da" /><Relationship Type="http://schemas.openxmlformats.org/officeDocument/2006/relationships/image" Target="/ppt/media/image4.bin" Id="R092b4a1650a34d00" /><Relationship Type="http://schemas.openxmlformats.org/officeDocument/2006/relationships/notesSlide" Target="/ppt/notesSlides/notesSlide12.xml" Id="R035d498d817a47a8" /><Relationship Type="http://schemas.openxmlformats.org/officeDocument/2006/relationships/slideLayout" Target="/ppt/slideLayouts/slideLayout2.xml" Id="Rd3d450edc1a24fde" /></Relationships>
</file>

<file path=ppt/slides/_rels/slide13.xml.rels>&#65279;<?xml version="1.0" encoding="utf-8"?><Relationships xmlns="http://schemas.openxmlformats.org/package/2006/relationships"><Relationship Type="http://schemas.openxmlformats.org/officeDocument/2006/relationships/tags" Target="/ppt/slides/tags/tag9.xml" Id="R1c01079c982d424c" /><Relationship Type="http://schemas.openxmlformats.org/officeDocument/2006/relationships/notesSlide" Target="/ppt/notesSlides/notesSlide13.xml" Id="R923a021e47564c58" /><Relationship Type="http://schemas.openxmlformats.org/officeDocument/2006/relationships/slideLayout" Target="/ppt/slideLayouts/slideLayout4.xml" Id="R2df2e0f682164a88" /></Relationships>
</file>

<file path=ppt/slides/_rels/slide14.xml.rels>&#65279;<?xml version="1.0" encoding="utf-8"?><Relationships xmlns="http://schemas.openxmlformats.org/package/2006/relationships"><Relationship Type="http://schemas.openxmlformats.org/officeDocument/2006/relationships/image" Target="/ppt/media/image10.bin" Id="R8b148658daa04b66" /><Relationship Type="http://schemas.openxmlformats.org/officeDocument/2006/relationships/notesSlide" Target="/ppt/notesSlides/notesSlide14.xml" Id="R683b25b5810a499f" /><Relationship Type="http://schemas.openxmlformats.org/officeDocument/2006/relationships/slideLayout" Target="/ppt/slideLayouts/slideLayout4.xml" Id="Readdbd533bec4872" /></Relationships>
</file>

<file path=ppt/slides/_rels/slide15.xml.rels>&#65279;<?xml version="1.0" encoding="utf-8"?><Relationships xmlns="http://schemas.openxmlformats.org/package/2006/relationships"><Relationship Type="http://schemas.openxmlformats.org/officeDocument/2006/relationships/notesSlide" Target="/ppt/notesSlides/notesSlide15.xml" Id="R93d5e4706f4e4c7b" /><Relationship Type="http://schemas.openxmlformats.org/officeDocument/2006/relationships/slideLayout" Target="/ppt/slideLayouts/slideLayout4.xml" Id="R7e37eb9d1992452c" /></Relationships>
</file>

<file path=ppt/slides/_rels/slide16.xml.rels>&#65279;<?xml version="1.0" encoding="utf-8"?><Relationships xmlns="http://schemas.openxmlformats.org/package/2006/relationships"><Relationship Type="http://schemas.openxmlformats.org/officeDocument/2006/relationships/image" Target="/ppt/media/image.bin" Id="R60343913378c4bd6" /><Relationship Type="http://schemas.openxmlformats.org/officeDocument/2006/relationships/image" Target="/ppt/media/image4.bin" Id="R8edc98971edb48f6" /><Relationship Type="http://schemas.openxmlformats.org/officeDocument/2006/relationships/notesSlide" Target="/ppt/notesSlides/notesSlide16.xml" Id="R48e6563fc0a94065" /><Relationship Type="http://schemas.openxmlformats.org/officeDocument/2006/relationships/slideLayout" Target="/ppt/slideLayouts/slideLayout2.xml" Id="R1877b54fd102475a" /></Relationships>
</file>

<file path=ppt/slides/_rels/slide17.xml.rels>&#65279;<?xml version="1.0" encoding="utf-8"?><Relationships xmlns="http://schemas.openxmlformats.org/package/2006/relationships"><Relationship Type="http://schemas.openxmlformats.org/officeDocument/2006/relationships/image" Target="/ppt/media/image11.bin" Id="R1a1dd01b86864a05" /><Relationship Type="http://schemas.openxmlformats.org/officeDocument/2006/relationships/notesSlide" Target="/ppt/notesSlides/notesSlide17.xml" Id="Rf03fcd8ec6e541ae" /><Relationship Type="http://schemas.openxmlformats.org/officeDocument/2006/relationships/slideLayout" Target="/ppt/slideLayouts/slideLayout4.xml" Id="R7efe9550d1f24451" /></Relationships>
</file>

<file path=ppt/slides/_rels/slide18.xml.rels>&#65279;<?xml version="1.0" encoding="utf-8"?><Relationships xmlns="http://schemas.openxmlformats.org/package/2006/relationships"><Relationship Type="http://schemas.openxmlformats.org/officeDocument/2006/relationships/image" Target="/ppt/media/image5.bin" Id="R813ef94ce5dd4e8a" /><Relationship Type="http://schemas.openxmlformats.org/officeDocument/2006/relationships/notesSlide" Target="/ppt/notesSlides/notesSlide18.xml" Id="R3c90d15f551b4468" /><Relationship Type="http://schemas.openxmlformats.org/officeDocument/2006/relationships/slideLayout" Target="/ppt/slideLayouts/slideLayout4.xml" Id="Re4fb3e1302a34678" /></Relationships>
</file>

<file path=ppt/slides/_rels/slide19.xml.rels>&#65279;<?xml version="1.0" encoding="utf-8"?><Relationships xmlns="http://schemas.openxmlformats.org/package/2006/relationships"><Relationship Type="http://schemas.openxmlformats.org/officeDocument/2006/relationships/notesSlide" Target="/ppt/notesSlides/notesSlide19.xml" Id="R8b66d526426c4c34" /><Relationship Type="http://schemas.openxmlformats.org/officeDocument/2006/relationships/slideLayout" Target="/ppt/slideLayouts/slideLayout4.xml" Id="R338f07e5e8d4485d" /></Relationships>
</file>

<file path=ppt/slides/_rels/slide20.xml.rels>&#65279;<?xml version="1.0" encoding="utf-8"?><Relationships xmlns="http://schemas.openxmlformats.org/package/2006/relationships"><Relationship Type="http://schemas.openxmlformats.org/officeDocument/2006/relationships/notesSlide" Target="/ppt/notesSlides/notesSlide20.xml" Id="R573f4e17f4d64792" /><Relationship Type="http://schemas.openxmlformats.org/officeDocument/2006/relationships/slideLayout" Target="/ppt/slideLayouts/slideLayout3.xml" Id="R88bc67283ac1419a" /></Relationships>
</file>

<file path=ppt/slides/_rels/slide21.xml.rels>&#65279;<?xml version="1.0" encoding="utf-8"?><Relationships xmlns="http://schemas.openxmlformats.org/package/2006/relationships"><Relationship Type="http://schemas.openxmlformats.org/officeDocument/2006/relationships/hyperlink" Target="https://pptsupermarket.com/customizes" TargetMode="External" Id="R8809fc703bde422096bbdb6c4346b0f9" /><Relationship Type="http://schemas.openxmlformats.org/officeDocument/2006/relationships/image" Target="/ppt/media/image12.bin" Id="R66773d41f3d840f5" /><Relationship Type="http://schemas.openxmlformats.org/officeDocument/2006/relationships/image" Target="/ppt/media/image13.bin" Id="Rab66567102634eae" /><Relationship Type="http://schemas.openxmlformats.org/officeDocument/2006/relationships/image" Target="/ppt/media/image14.bin" Id="R937d28a7485d4ee6" /><Relationship Type="http://schemas.openxmlformats.org/officeDocument/2006/relationships/customXml" Target="/ppt/customXML/item.xml" Id="Rd4bd97d63c624ad7" /><Relationship Type="http://schemas.openxmlformats.org/officeDocument/2006/relationships/customXml" Target="/ppt/customXML/item2.xml" Id="R56fb031c7c2145f3" /><Relationship Type="http://schemas.openxmlformats.org/officeDocument/2006/relationships/slideLayout" Target="/ppt/slideLayouts/slideLayout2.xml" Id="Rd3fd74f605804943" /></Relationships>
</file>

<file path=ppt/slides/_rels/slide22.xml.rels>&#65279;<?xml version="1.0" encoding="utf-8"?><Relationships xmlns="http://schemas.openxmlformats.org/package/2006/relationships"><Relationship Type="http://schemas.openxmlformats.org/officeDocument/2006/relationships/hyperlink" Target="https://www.pptsupermarket.com/" TargetMode="External" Id="R1224838571594d05a71b56fac9e77539" /><Relationship Type="http://schemas.openxmlformats.org/officeDocument/2006/relationships/image" Target="/ppt/media/image15.bin" Id="Rec089dc1846b40eb" /><Relationship Type="http://schemas.openxmlformats.org/officeDocument/2006/relationships/image" Target="/ppt/media/image16.bin" Id="Rafda968d1980478d" /><Relationship Type="http://schemas.openxmlformats.org/officeDocument/2006/relationships/image" Target="/ppt/media/image17.bin" Id="R56f36f51699b4b99" /><Relationship Type="http://schemas.openxmlformats.org/officeDocument/2006/relationships/image" Target="/ppt/media/image13.bin" Id="R84619456fbc94111" /><Relationship Type="http://schemas.openxmlformats.org/officeDocument/2006/relationships/image" Target="/ppt/media/image18.bin" Id="Re0bc6cb411574547" /><Relationship Type="http://schemas.openxmlformats.org/officeDocument/2006/relationships/image" Target="/ppt/media/image19.bin" Id="Rc48bf6bfd83d49da" /><Relationship Type="http://schemas.openxmlformats.org/officeDocument/2006/relationships/image" Target="/ppt/media/image14.bin" Id="Rf34a3859a3674110" /><Relationship Type="http://schemas.openxmlformats.org/officeDocument/2006/relationships/customXml" Target="/ppt/customXML/item3.xml" Id="Rbb1f820eeec24808" /><Relationship Type="http://schemas.openxmlformats.org/officeDocument/2006/relationships/customXml" Target="/ppt/customXML/item4.xml" Id="R30993bdde6bc4ce0" /><Relationship Type="http://schemas.openxmlformats.org/officeDocument/2006/relationships/customXml" Target="/ppt/customXML/item5.xml" Id="R22552cdc2d044766" /><Relationship Type="http://schemas.openxmlformats.org/officeDocument/2006/relationships/slideLayout" Target="/ppt/slideLayouts/slideLayout2.xml" Id="R2648f24e2cfa4b1d" /></Relationships>
</file>

<file path=ppt/slides/_rels/slide23.xml.rels>&#65279;<?xml version="1.0" encoding="utf-8"?><Relationships xmlns="http://schemas.openxmlformats.org/package/2006/relationships"><Relationship Type="http://schemas.openxmlformats.org/officeDocument/2006/relationships/image" Target="/ppt/media/image20.bin" Id="R26cbfd6fa7224e3f" /><Relationship Type="http://schemas.openxmlformats.org/officeDocument/2006/relationships/image" Target="/ppt/media/image21.bin" Id="Ra4b60d713bf1462e" /><Relationship Type="http://schemas.openxmlformats.org/officeDocument/2006/relationships/image" Target="/ppt/media/image19.bin" Id="Rbdc1f64ae41b49a8" /><Relationship Type="http://schemas.openxmlformats.org/officeDocument/2006/relationships/image" Target="/ppt/media/image22.bin" Id="Rdcf32b7b471a4a81" /><Relationship Type="http://schemas.openxmlformats.org/officeDocument/2006/relationships/customXml" Target="/ppt/customXML/item6.xml" Id="R5fce3b5134ca4e8f" /><Relationship Type="http://schemas.openxmlformats.org/officeDocument/2006/relationships/customXml" Target="/ppt/customXML/item7.xml" Id="R13ecbbef8e75428d" /><Relationship Type="http://schemas.openxmlformats.org/officeDocument/2006/relationships/customXml" Target="/ppt/customXML/item8.xml" Id="R797617a8c51d4147" /><Relationship Type="http://schemas.openxmlformats.org/officeDocument/2006/relationships/slideLayout" Target="/ppt/slideLayouts/slideLayout3.xml" Id="Rd31ece6d29924576" /></Relationships>
</file>

<file path=ppt/slides/_rels/slide24.xml.rels>&#65279;<?xml version="1.0" encoding="utf-8"?><Relationships xmlns="http://schemas.openxmlformats.org/package/2006/relationships"><Relationship Type="http://schemas.openxmlformats.org/officeDocument/2006/relationships/hyperlink" Target="https://www.100font.com/thread-118.htm" TargetMode="External" Id="R49d7508690df42e79a21ae2bd07d1c94" /><Relationship Type="http://schemas.openxmlformats.org/officeDocument/2006/relationships/hyperlink" Target="https://storyset.com/" TargetMode="External" Id="Rb323e0f63bc341c9a28d60c20864c7e0" /><Relationship Type="http://schemas.openxmlformats.org/officeDocument/2006/relationships/slideLayout" Target="/ppt/slideLayouts/slideLayout2.xml" Id="R925dd78656f34d3a"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098098089089"/>
          <p:cNvPicPr>
            <a:picLocks noChangeAspect="1"/>
          </p:cNvPicPr>
          <p:nvPr/>
        </p:nvPicPr>
        <p:blipFill>
          <a:blip r:embed="R6ab2acaa5f5d4ece"/>
          <a:stretch>
            <a:fillRect/>
          </a:stretch>
        </p:blipFill>
        <p:spPr>
          <a:xfrm>
            <a:off x="0" y="0"/>
            <a:ext cx="12192000" cy="6856730"/>
          </a:xfrm>
          <a:prstGeom prst="rect">
            <a:avLst/>
          </a:prstGeom>
        </p:spPr>
      </p:pic>
      <p:sp>
        <p:nvSpPr>
          <p:cNvPr id="14" name="文本框"/>
          <p:cNvSpPr txBox="1"/>
          <p:nvPr/>
        </p:nvSpPr>
        <p:spPr>
          <a:xfrm>
            <a:off x="3820697" y="3091913"/>
            <a:ext cx="4967605" cy="460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fontAlgn="base">
              <a:spcBef>
                <a:spcPct val="0"/>
              </a:spcBef>
              <a:spcAft>
                <a:spcPct val="0"/>
              </a:spcAft>
              <a:buFont typeface="微软雅黑" panose="020B0503020204020204" pitchFamily="34" charset="-122"/>
              <a:buNone/>
            </a:pPr>
            <a:r>
              <a:rPr lang="en-US" altLang="zh-CN" sz="2400" b="1" spc="300" dirty="0">
                <a:solidFill>
                  <a:schemeClr val="tx1">
                    <a:lumMod val="65000"/>
                    <a:lumOff val="3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zh-CN" altLang="zh-CN" sz="2400" b="1" spc="300" dirty="0">
                <a:solidFill>
                  <a:schemeClr val="tx1">
                    <a:lumMod val="65000"/>
                    <a:lumOff val="3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亲子沟通技巧知识宣传</a:t>
            </a:r>
            <a:r>
              <a:rPr lang="en-US" altLang="zh-CN" sz="2400" b="1" spc="300" dirty="0">
                <a:solidFill>
                  <a:schemeClr val="tx1">
                    <a:lumMod val="65000"/>
                    <a:lumOff val="3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PPT--</a:t>
            </a:r>
          </a:p>
        </p:txBody>
      </p:sp>
      <p:sp>
        <p:nvSpPr>
          <p:cNvPr id="15" name="文本框"/>
          <p:cNvSpPr txBox="1">
            <a:spLocks noChangeArrowheads="1"/>
          </p:cNvSpPr>
          <p:nvPr/>
        </p:nvSpPr>
        <p:spPr bwMode="auto">
          <a:xfrm>
            <a:off x="5469475" y="4393028"/>
            <a:ext cx="1670050" cy="453390"/>
          </a:xfrm>
          <a:prstGeom prst="rect">
            <a:avLst/>
          </a:prstGeom>
          <a:noFill/>
          <a:ln>
            <a:noFill/>
          </a:ln>
          <a:effectLst/>
          <a:extLst>
            <a:ext uri="{909E8E84-426E-40DD-AFC4-6F175D3DCCD1}">
              <a14:hiddenFill xmlns:a14="http://schemas.microsoft.com/office/drawing/2010/main">
                <a:solidFill>
                  <a:srgbClr val="7F9363"/>
                </a:solidFill>
              </a14:hiddenFill>
            </a:ext>
          </a:extLst>
        </p:spPr>
        <p:txBody>
          <a:bodyPr vert="horz" wrap="square" lIns="91416" tIns="45708" rIns="91416" bIns="45708" numCol="1" anchor="ctr"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1400" b="0" dirty="0">
                <a:solidFill>
                  <a:schemeClr val="tx1">
                    <a:lumMod val="65000"/>
                    <a:lumOff val="35000"/>
                  </a:schemeClr>
                </a:solidFill>
                <a:effectLst/>
                <a:latin typeface="微软雅黑" panose="020B0503020204020204" pitchFamily="34" charset="-122"/>
                <a:ea typeface="微软雅黑" panose="020B0503020204020204" pitchFamily="34" charset="-122"/>
                <a:cs typeface="+mn-ea"/>
                <a:sym typeface="+mn-lt"/>
              </a:rPr>
              <a:t>汇报人：XX</a:t>
            </a:r>
            <a:r>
              <a:rPr lang="en-US" altLang="zh-CN" sz="1400" b="0" dirty="0">
                <a:solidFill>
                  <a:schemeClr val="tx1">
                    <a:lumMod val="65000"/>
                    <a:lumOff val="35000"/>
                  </a:schemeClr>
                </a:solidFill>
                <a:effectLst/>
                <a:latin typeface="微软雅黑" panose="020B0503020204020204" pitchFamily="34" charset="-122"/>
                <a:ea typeface="微软雅黑" panose="020B0503020204020204" pitchFamily="34" charset="-122"/>
                <a:cs typeface="+mn-ea"/>
                <a:sym typeface="+mn-lt"/>
              </a:rPr>
              <a:t>PPT</a:t>
            </a:r>
            <a:endParaRPr lang="zh-CN" altLang="en-US" sz="1400" b="0" dirty="0">
              <a:solidFill>
                <a:schemeClr val="tx1">
                  <a:lumMod val="65000"/>
                  <a:lumOff val="35000"/>
                </a:schemeClr>
              </a:solidFill>
              <a:effectLst/>
              <a:latin typeface="微软雅黑" panose="020B0503020204020204" pitchFamily="34" charset="-122"/>
              <a:ea typeface="微软雅黑" panose="020B0503020204020204" pitchFamily="34" charset="-122"/>
              <a:cs typeface="+mn-ea"/>
              <a:sym typeface="+mn-lt"/>
            </a:endParaRPr>
          </a:p>
        </p:txBody>
      </p:sp>
      <p:sp>
        <p:nvSpPr>
          <p:cNvPr id="17" name="矩形 16"/>
          <p:cNvSpPr/>
          <p:nvPr/>
        </p:nvSpPr>
        <p:spPr>
          <a:xfrm>
            <a:off x="3464462" y="3624678"/>
            <a:ext cx="5680075" cy="573405"/>
          </a:xfrm>
          <a:prstGeom prst="rect">
            <a:avLst/>
          </a:prstGeom>
          <a:noFill/>
          <a:ln w="25400" cap="flat">
            <a:noFill/>
            <a:miter lim="400000"/>
          </a:ln>
          <a:effectLst/>
        </p:spPr>
        <p:txBody>
          <a:bodyPr wrap="square" lIns="0" tIns="0" rIns="0" bIns="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a:lnSpc>
                <a:spcPct val="140000"/>
              </a:lnSpc>
            </a:pPr>
            <a:r>
              <a:rPr lang="zh-CN" altLang="en-US" sz="1200" dirty="0">
                <a:solidFill>
                  <a:schemeClr val="tx1">
                    <a:lumMod val="65000"/>
                    <a:lumOff val="35000"/>
                  </a:schemeClr>
                </a:solidFill>
                <a:effectLst/>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p>
        </p:txBody>
      </p:sp>
      <p:sp>
        <p:nvSpPr>
          <p:cNvPr id="18" name="文本框" descr="7b0a20202020227461726765744d6f64756c65223a202270726f636573734f6e6c696e65466f6e7473220a7d0a"/>
          <p:cNvSpPr txBox="1"/>
          <p:nvPr/>
        </p:nvSpPr>
        <p:spPr>
          <a:xfrm>
            <a:off x="3393342" y="1954628"/>
            <a:ext cx="5822315" cy="11068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fontAlgn="base">
              <a:spcBef>
                <a:spcPct val="0"/>
              </a:spcBef>
              <a:spcAft>
                <a:spcPct val="0"/>
              </a:spcAft>
              <a:buFont typeface="微软雅黑" panose="020B0503020204020204" pitchFamily="34" charset="-122"/>
              <a:buNone/>
            </a:pPr>
            <a:r>
              <a:rPr lang="zh-CN" altLang="en-US" sz="6600" spc="300" dirty="0">
                <a:solidFill>
                  <a:srgbClr val="5BAE56"/>
                </a:solidFill>
                <a:effectLst/>
                <a:latin typeface="方正正大黑简体" panose="02000000000000000000" pitchFamily="2" charset="-122"/>
                <a:ea typeface="方正正大黑简体" panose="02000000000000000000" pitchFamily="2" charset="-122"/>
                <a:cs typeface="微软雅黑" panose="020B0503020204020204" pitchFamily="34" charset="-122"/>
                <a:sym typeface="+mn-ea"/>
              </a:rPr>
              <a:t>家庭教育宣传</a:t>
            </a:r>
          </a:p>
        </p:txBody>
      </p:sp>
      <p:sp>
        <p:nvSpPr>
          <p:cNvPr id="4" name="文本框"/>
          <p:cNvSpPr txBox="1"/>
          <p:nvPr/>
        </p:nvSpPr>
        <p:spPr>
          <a:xfrm>
            <a:off x="4177250" y="1456153"/>
            <a:ext cx="4254500" cy="460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fontAlgn="base">
              <a:spcBef>
                <a:spcPct val="0"/>
              </a:spcBef>
              <a:spcAft>
                <a:spcPct val="0"/>
              </a:spcAft>
              <a:buFont typeface="微软雅黑" panose="020B0503020204020204" pitchFamily="34" charset="-122"/>
              <a:buNone/>
            </a:pPr>
            <a:r>
              <a:rPr lang="en-US" sz="2400" spc="300" dirty="0">
                <a:solidFill>
                  <a:srgbClr val="5BAE56"/>
                </a:solidFill>
                <a:effectLs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QIN ZI GOU TONG</a:t>
            </a:r>
          </a:p>
        </p:txBody>
      </p:sp>
      <p:cxnSp>
        <p:nvCxnSpPr>
          <p:cNvPr id="5" name="直接连接符 4"/>
          <p:cNvCxnSpPr/>
          <p:nvPr/>
        </p:nvCxnSpPr>
        <p:spPr>
          <a:xfrm>
            <a:off x="4197887" y="1472663"/>
            <a:ext cx="4213225" cy="0"/>
          </a:xfrm>
          <a:prstGeom prst="line">
            <a:avLst/>
          </a:prstGeom>
          <a:ln>
            <a:solidFill>
              <a:srgbClr val="5BAE56"/>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4197887" y="1935578"/>
            <a:ext cx="4213225" cy="0"/>
          </a:xfrm>
          <a:prstGeom prst="line">
            <a:avLst/>
          </a:prstGeom>
          <a:ln>
            <a:solidFill>
              <a:srgbClr val="5BAE56"/>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89798798798"/>
          <p:cNvPicPr>
            <a:picLocks noChangeAspect="1"/>
          </p:cNvPicPr>
          <p:nvPr/>
        </p:nvPicPr>
        <p:blipFill>
          <a:blip r:embed="R3c5855c0feab41e3"/>
          <a:stretch>
            <a:fillRect/>
          </a:stretch>
        </p:blipFill>
        <p:spPr>
          <a:xfrm>
            <a:off x="0" y="1270"/>
            <a:ext cx="12192000" cy="6856730"/>
          </a:xfrm>
          <a:prstGeom prst="rect">
            <a:avLst/>
          </a:prstGeom>
        </p:spPr>
      </p:pic>
      <p:sp>
        <p:nvSpPr>
          <p:cNvPr id="4" name="文本框 7"/>
          <p:cNvSpPr txBox="1"/>
          <p:nvPr/>
        </p:nvSpPr>
        <p:spPr>
          <a:xfrm>
            <a:off x="4846269" y="399538"/>
            <a:ext cx="2118360" cy="922020"/>
          </a:xfrm>
          <a:prstGeom prst="rect">
            <a:avLst/>
          </a:prstGeom>
          <a:noFill/>
          <a:extLst>
            <a:ext uri="{909E8E84-426E-40DD-AFC4-6F175D3DCCD1}">
              <a14:hiddenFill xmlns:a14="http://schemas.microsoft.com/office/drawing/2010/main">
                <a:solidFill>
                  <a:srgbClr val="126C7F"/>
                </a:solidFill>
              </a14:hiddenFill>
            </a:ext>
          </a:extLst>
        </p:spPr>
        <p:txBody>
          <a:bodyPr wrap="none" rtlCol="0">
            <a:spAutoFit/>
          </a:bodyPr>
          <a:lstStyle/>
          <a:p>
            <a:r>
              <a:rPr lang="zh-CN" altLang="en-US" sz="5400" spc="-150" dirty="0">
                <a:solidFill>
                  <a:srgbClr val="5BAE56"/>
                </a:solidFill>
                <a:latin typeface="方正正大黑简体" panose="02000000000000000000" pitchFamily="2" charset="-122"/>
                <a:ea typeface="方正正大黑简体" panose="02000000000000000000" pitchFamily="2" charset="-122"/>
                <a:cs typeface="汉仪雅酷黑简" panose="00020600040101010101" charset="-122"/>
                <a:sym typeface="微软雅黑" panose="020B0503020204020204" pitchFamily="34" charset="-122"/>
              </a:rPr>
              <a:t>目   录</a:t>
            </a:r>
          </a:p>
        </p:txBody>
      </p:sp>
      <p:sp>
        <p:nvSpPr>
          <p:cNvPr id="6" name="矩形 5"/>
          <p:cNvSpPr/>
          <p:nvPr/>
        </p:nvSpPr>
        <p:spPr>
          <a:xfrm>
            <a:off x="3695700" y="1321435"/>
            <a:ext cx="4579620" cy="585470"/>
          </a:xfrm>
          <a:prstGeom prst="rect">
            <a:avLst/>
          </a:prstGeom>
          <a:noFill/>
          <a:ln w="25400" cap="flat">
            <a:noFill/>
            <a:miter lim="400000"/>
          </a:ln>
          <a:effectLst/>
        </p:spPr>
        <p:txBody>
          <a:bodyPr wrap="square" lIns="0" tIns="0" rIns="0" bIns="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a:lnSpc>
                <a:spcPct val="150000"/>
              </a:lnSpc>
            </a:pPr>
            <a:r>
              <a:rPr lang="zh-CN" altLang="en-US" sz="1200" dirty="0">
                <a:solidFill>
                  <a:schemeClr val="tx1">
                    <a:lumMod val="50000"/>
                    <a:lumOff val="50000"/>
                  </a:schemeClr>
                </a:solidFill>
                <a:effectLst/>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0" name="椭圆 9"/>
          <p:cNvSpPr/>
          <p:nvPr/>
        </p:nvSpPr>
        <p:spPr>
          <a:xfrm>
            <a:off x="1344930" y="2474595"/>
            <a:ext cx="956310" cy="956310"/>
          </a:xfrm>
          <a:prstGeom prst="ellipse">
            <a:avLst/>
          </a:prstGeom>
          <a:solidFill>
            <a:srgbClr val="5BAE56"/>
          </a:solidFill>
          <a:ln>
            <a:solidFill>
              <a:srgbClr val="5BAE5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3200" spc="-150" dirty="0">
                <a:solidFill>
                  <a:schemeClr val="bg1"/>
                </a:solidFill>
                <a:latin typeface="方正正大黑简体" panose="02000000000000000000" pitchFamily="2" charset="-122"/>
                <a:ea typeface="方正正大黑简体" panose="02000000000000000000" pitchFamily="2" charset="-122"/>
                <a:cs typeface="微软雅黑" panose="020B0503020204020204" pitchFamily="34" charset="-122"/>
                <a:sym typeface="微软雅黑" panose="020B0503020204020204" pitchFamily="34" charset="-122"/>
              </a:rPr>
              <a:t>壹</a:t>
            </a:r>
          </a:p>
        </p:txBody>
      </p:sp>
      <p:sp>
        <p:nvSpPr>
          <p:cNvPr id="11" name="文本框 10"/>
          <p:cNvSpPr txBox="1"/>
          <p:nvPr/>
        </p:nvSpPr>
        <p:spPr>
          <a:xfrm>
            <a:off x="2335530" y="2422525"/>
            <a:ext cx="3931285" cy="70675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4000" dirty="0">
                <a:solidFill>
                  <a:srgbClr val="5BAE56"/>
                </a:solidFill>
                <a:latin typeface="方正正大黑简体" panose="02000000000000000000" pitchFamily="2" charset="-122"/>
                <a:ea typeface="方正正大黑简体" panose="02000000000000000000" pitchFamily="2" charset="-122"/>
                <a:cs typeface="微软雅黑" panose="020B0503020204020204" pitchFamily="34" charset="-122"/>
                <a:sym typeface="微软雅黑" panose="020B0503020204020204" pitchFamily="34" charset="-122"/>
              </a:rPr>
              <a:t>家庭沟通的意义</a:t>
            </a:r>
          </a:p>
        </p:txBody>
      </p:sp>
      <p:sp>
        <p:nvSpPr>
          <p:cNvPr id="12" name="文本框 11"/>
          <p:cNvSpPr txBox="1"/>
          <p:nvPr/>
        </p:nvSpPr>
        <p:spPr>
          <a:xfrm>
            <a:off x="2294890" y="3014345"/>
            <a:ext cx="3763645" cy="575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lnSpc>
                <a:spcPct val="150000"/>
              </a:lnSpc>
            </a:pPr>
            <a:r>
              <a:rPr lang="zh-CN" altLang="en-US" sz="1050">
                <a:solidFill>
                  <a:schemeClr val="tx1">
                    <a:lumMod val="50000"/>
                    <a:lumOff val="50000"/>
                  </a:schemeClr>
                </a:solidFill>
                <a:effectLst/>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a:t>
            </a:r>
            <a:endParaRPr lang="zh-CN" altLang="en-US" sz="1050" spc="600">
              <a:solidFill>
                <a:schemeClr val="bg1">
                  <a:lumMod val="50000"/>
                </a:schemeClr>
              </a:solidFill>
              <a:latin typeface="微软雅黑" panose="020B0503020204020204" pitchFamily="34" charset="-122"/>
              <a:ea typeface="微软雅黑" panose="020B0503020204020204" pitchFamily="34" charset="-122"/>
              <a:cs typeface="+mn-ea"/>
              <a:sym typeface="+mn-lt"/>
            </a:endParaRPr>
          </a:p>
        </p:txBody>
      </p:sp>
      <p:sp>
        <p:nvSpPr>
          <p:cNvPr id="14" name="椭圆 13"/>
          <p:cNvSpPr/>
          <p:nvPr/>
        </p:nvSpPr>
        <p:spPr>
          <a:xfrm>
            <a:off x="1333500" y="4085590"/>
            <a:ext cx="956310" cy="956310"/>
          </a:xfrm>
          <a:prstGeom prst="ellipse">
            <a:avLst/>
          </a:prstGeom>
          <a:solidFill>
            <a:srgbClr val="5BAE56"/>
          </a:solidFill>
          <a:ln>
            <a:solidFill>
              <a:srgbClr val="5BAE5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3200" spc="-150" dirty="0">
                <a:solidFill>
                  <a:schemeClr val="bg1"/>
                </a:solidFill>
                <a:latin typeface="方正正大黑简体" panose="02000000000000000000" pitchFamily="2" charset="-122"/>
                <a:ea typeface="方正正大黑简体" panose="02000000000000000000" pitchFamily="2" charset="-122"/>
                <a:cs typeface="微软雅黑" panose="020B0503020204020204" pitchFamily="34" charset="-122"/>
                <a:sym typeface="微软雅黑" panose="020B0503020204020204" pitchFamily="34" charset="-122"/>
              </a:rPr>
              <a:t>叁</a:t>
            </a:r>
          </a:p>
        </p:txBody>
      </p:sp>
      <p:sp>
        <p:nvSpPr>
          <p:cNvPr id="15" name="文本框 14"/>
          <p:cNvSpPr txBox="1"/>
          <p:nvPr/>
        </p:nvSpPr>
        <p:spPr>
          <a:xfrm>
            <a:off x="2326640" y="4112260"/>
            <a:ext cx="3952240" cy="70675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4000" dirty="0">
                <a:solidFill>
                  <a:srgbClr val="5BAE56"/>
                </a:solidFill>
                <a:latin typeface="方正正大黑简体" panose="02000000000000000000" pitchFamily="2" charset="-122"/>
                <a:ea typeface="方正正大黑简体" panose="02000000000000000000" pitchFamily="2" charset="-122"/>
                <a:cs typeface="微软雅黑" panose="020B0503020204020204" pitchFamily="34" charset="-122"/>
                <a:sym typeface="微软雅黑" panose="020B0503020204020204" pitchFamily="34" charset="-122"/>
              </a:rPr>
              <a:t>家庭沟通的方法</a:t>
            </a:r>
          </a:p>
        </p:txBody>
      </p:sp>
      <p:sp>
        <p:nvSpPr>
          <p:cNvPr id="18" name="椭圆 17"/>
          <p:cNvSpPr/>
          <p:nvPr/>
        </p:nvSpPr>
        <p:spPr>
          <a:xfrm>
            <a:off x="6340475" y="2474595"/>
            <a:ext cx="956310" cy="956310"/>
          </a:xfrm>
          <a:prstGeom prst="ellipse">
            <a:avLst/>
          </a:prstGeom>
          <a:solidFill>
            <a:srgbClr val="5BAE56"/>
          </a:solidFill>
          <a:ln>
            <a:solidFill>
              <a:srgbClr val="5BAE5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3200" spc="-150" dirty="0">
                <a:solidFill>
                  <a:schemeClr val="bg1"/>
                </a:solidFill>
                <a:latin typeface="方正正大黑简体" panose="02000000000000000000" pitchFamily="2" charset="-122"/>
                <a:ea typeface="方正正大黑简体" panose="02000000000000000000" pitchFamily="2" charset="-122"/>
                <a:cs typeface="微软雅黑" panose="020B0503020204020204" pitchFamily="34" charset="-122"/>
                <a:sym typeface="微软雅黑" panose="020B0503020204020204" pitchFamily="34" charset="-122"/>
              </a:rPr>
              <a:t>贰</a:t>
            </a:r>
          </a:p>
        </p:txBody>
      </p:sp>
      <p:sp>
        <p:nvSpPr>
          <p:cNvPr id="19" name="文本框 18"/>
          <p:cNvSpPr txBox="1"/>
          <p:nvPr/>
        </p:nvSpPr>
        <p:spPr>
          <a:xfrm>
            <a:off x="7328535" y="2422525"/>
            <a:ext cx="4287520" cy="70675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4000" dirty="0">
                <a:solidFill>
                  <a:srgbClr val="5BAE56"/>
                </a:solidFill>
                <a:latin typeface="方正正大黑简体" panose="02000000000000000000" pitchFamily="2" charset="-122"/>
                <a:ea typeface="方正正大黑简体" panose="02000000000000000000" pitchFamily="2" charset="-122"/>
                <a:cs typeface="微软雅黑" panose="020B0503020204020204" pitchFamily="34" charset="-122"/>
                <a:sym typeface="微软雅黑" panose="020B0503020204020204" pitchFamily="34" charset="-122"/>
              </a:rPr>
              <a:t>家庭沟通的原则</a:t>
            </a:r>
          </a:p>
        </p:txBody>
      </p:sp>
      <p:sp>
        <p:nvSpPr>
          <p:cNvPr id="20" name="椭圆 19"/>
          <p:cNvSpPr/>
          <p:nvPr/>
        </p:nvSpPr>
        <p:spPr>
          <a:xfrm>
            <a:off x="6318250" y="4182745"/>
            <a:ext cx="956310" cy="956310"/>
          </a:xfrm>
          <a:prstGeom prst="ellipse">
            <a:avLst/>
          </a:prstGeom>
          <a:solidFill>
            <a:srgbClr val="5BAE56"/>
          </a:solidFill>
          <a:ln>
            <a:solidFill>
              <a:srgbClr val="5BAE5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3200" spc="-150" dirty="0">
                <a:solidFill>
                  <a:schemeClr val="bg1"/>
                </a:solidFill>
                <a:latin typeface="方正正大黑简体" panose="02000000000000000000" pitchFamily="2" charset="-122"/>
                <a:ea typeface="方正正大黑简体" panose="02000000000000000000" pitchFamily="2" charset="-122"/>
                <a:cs typeface="微软雅黑" panose="020B0503020204020204" pitchFamily="34" charset="-122"/>
                <a:sym typeface="微软雅黑" panose="020B0503020204020204" pitchFamily="34" charset="-122"/>
              </a:rPr>
              <a:t>肆</a:t>
            </a:r>
          </a:p>
        </p:txBody>
      </p:sp>
      <p:sp>
        <p:nvSpPr>
          <p:cNvPr id="21" name="文本框 20"/>
          <p:cNvSpPr txBox="1"/>
          <p:nvPr/>
        </p:nvSpPr>
        <p:spPr>
          <a:xfrm>
            <a:off x="7311390" y="4112260"/>
            <a:ext cx="4002405" cy="70675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4000" dirty="0">
                <a:solidFill>
                  <a:srgbClr val="5BAE56"/>
                </a:solidFill>
                <a:latin typeface="方正正大黑简体" panose="02000000000000000000" pitchFamily="2" charset="-122"/>
                <a:ea typeface="方正正大黑简体" panose="02000000000000000000" pitchFamily="2" charset="-122"/>
                <a:cs typeface="微软雅黑" panose="020B0503020204020204" pitchFamily="34" charset="-122"/>
                <a:sym typeface="微软雅黑" panose="020B0503020204020204" pitchFamily="34" charset="-122"/>
              </a:rPr>
              <a:t>家庭沟通的技巧</a:t>
            </a:r>
          </a:p>
        </p:txBody>
      </p:sp>
      <p:sp>
        <p:nvSpPr>
          <p:cNvPr id="22" name="文本框 21"/>
          <p:cNvSpPr txBox="1"/>
          <p:nvPr/>
        </p:nvSpPr>
        <p:spPr>
          <a:xfrm>
            <a:off x="7294245" y="3014345"/>
            <a:ext cx="3724275" cy="575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lnSpc>
                <a:spcPct val="150000"/>
              </a:lnSpc>
            </a:pPr>
            <a:r>
              <a:rPr lang="zh-CN" altLang="en-US" sz="1050" dirty="0">
                <a:solidFill>
                  <a:schemeClr val="tx1">
                    <a:lumMod val="50000"/>
                    <a:lumOff val="50000"/>
                  </a:schemeClr>
                </a:solidFill>
                <a:effectLst/>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a:t>
            </a:r>
            <a:endParaRPr lang="zh-CN" altLang="en-US" sz="1050" spc="600" dirty="0">
              <a:solidFill>
                <a:schemeClr val="bg1">
                  <a:lumMod val="50000"/>
                </a:schemeClr>
              </a:solidFill>
              <a:latin typeface="微软雅黑" panose="020B0503020204020204" pitchFamily="34" charset="-122"/>
              <a:ea typeface="微软雅黑" panose="020B0503020204020204" pitchFamily="34" charset="-122"/>
              <a:cs typeface="+mn-ea"/>
              <a:sym typeface="+mn-lt"/>
            </a:endParaRPr>
          </a:p>
        </p:txBody>
      </p:sp>
      <p:sp>
        <p:nvSpPr>
          <p:cNvPr id="24" name="文本框 23"/>
          <p:cNvSpPr txBox="1"/>
          <p:nvPr/>
        </p:nvSpPr>
        <p:spPr>
          <a:xfrm>
            <a:off x="2403475" y="4730750"/>
            <a:ext cx="3763645" cy="575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lnSpc>
                <a:spcPct val="150000"/>
              </a:lnSpc>
            </a:pPr>
            <a:r>
              <a:rPr lang="zh-CN" altLang="en-US" sz="1050">
                <a:solidFill>
                  <a:schemeClr val="tx1">
                    <a:lumMod val="50000"/>
                    <a:lumOff val="50000"/>
                  </a:schemeClr>
                </a:solidFill>
                <a:effectLst/>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a:t>
            </a:r>
            <a:endParaRPr lang="zh-CN" altLang="en-US" sz="1050" spc="600">
              <a:solidFill>
                <a:schemeClr val="bg1">
                  <a:lumMod val="50000"/>
                </a:schemeClr>
              </a:solidFill>
              <a:latin typeface="微软雅黑" panose="020B0503020204020204" pitchFamily="34" charset="-122"/>
              <a:ea typeface="微软雅黑" panose="020B0503020204020204" pitchFamily="34" charset="-122"/>
              <a:cs typeface="+mn-ea"/>
              <a:sym typeface="+mn-lt"/>
            </a:endParaRPr>
          </a:p>
        </p:txBody>
      </p:sp>
      <p:sp>
        <p:nvSpPr>
          <p:cNvPr id="25" name="文本框 24"/>
          <p:cNvSpPr txBox="1"/>
          <p:nvPr/>
        </p:nvSpPr>
        <p:spPr>
          <a:xfrm>
            <a:off x="7402830" y="4730750"/>
            <a:ext cx="3724275" cy="575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lnSpc>
                <a:spcPct val="150000"/>
              </a:lnSpc>
            </a:pPr>
            <a:r>
              <a:rPr lang="zh-CN" altLang="en-US" sz="1050">
                <a:solidFill>
                  <a:schemeClr val="tx1">
                    <a:lumMod val="50000"/>
                    <a:lumOff val="50000"/>
                  </a:schemeClr>
                </a:solidFill>
                <a:effectLst/>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a:t>
            </a:r>
            <a:endParaRPr lang="zh-CN" altLang="en-US" sz="1050" spc="600">
              <a:solidFill>
                <a:schemeClr val="bg1">
                  <a:lumMod val="50000"/>
                </a:schemeClr>
              </a:solidFill>
              <a:latin typeface="微软雅黑" panose="020B0503020204020204" pitchFamily="34" charset="-122"/>
              <a:ea typeface="微软雅黑" panose="020B0503020204020204" pitchFamily="34" charset="-122"/>
              <a:cs typeface="+mn-ea"/>
              <a:sym typeface="+mn-lt"/>
            </a:endParaRPr>
          </a:p>
        </p:txBody>
      </p:sp>
      <p:sp>
        <p:nvSpPr>
          <p:cNvPr id="8" name="TextBox 4"/>
          <p:cNvSpPr txBox="1"/>
          <p:nvPr/>
        </p:nvSpPr>
        <p:spPr>
          <a:xfrm>
            <a:off x="0" y="5"/>
            <a:ext cx="604867" cy="13324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135">
                <a:solidFill>
                  <a:schemeClr val="tx1">
                    <a:alpha val="0"/>
                  </a:schemeClr>
                </a:solidFill>
                <a:latin typeface="微软雅黑" panose="020B0503020204020204" pitchFamily="34" charset="-122"/>
                <a:ea typeface="微软雅黑" panose="020B0503020204020204" pitchFamily="34" charset="-122"/>
              </a:rPr>
              <a:t>行业</a:t>
            </a:r>
            <a:r>
              <a:rPr lang="en-US" altLang="zh-CN" sz="135">
                <a:solidFill>
                  <a:schemeClr val="tx1">
                    <a:alpha val="0"/>
                  </a:schemeClr>
                </a:solidFill>
                <a:latin typeface="微软雅黑" panose="020B0503020204020204" pitchFamily="34" charset="-122"/>
                <a:ea typeface="微软雅黑" panose="020B0503020204020204" pitchFamily="34" charset="-122"/>
              </a:rPr>
              <a:t>PPT</a:t>
            </a:r>
            <a:r>
              <a:rPr lang="zh-CN" altLang="en-US" sz="135">
                <a:solidFill>
                  <a:schemeClr val="tx1">
                    <a:alpha val="0"/>
                  </a:schemeClr>
                </a:solidFill>
                <a:latin typeface="微软雅黑" panose="020B0503020204020204" pitchFamily="34" charset="-122"/>
                <a:ea typeface="微软雅黑" panose="020B0503020204020204" pitchFamily="34" charset="-122"/>
              </a:rPr>
              <a:t>模板</a:t>
            </a:r>
            <a:r>
              <a:rPr lang="en-US" altLang="zh-CN" sz="135">
                <a:solidFill>
                  <a:schemeClr val="tx1">
                    <a:alpha val="0"/>
                  </a:schemeClr>
                </a:solidFill>
                <a:latin typeface="微软雅黑" panose="020B0503020204020204" pitchFamily="34" charset="-122"/>
                <a:ea typeface="微软雅黑" panose="020B0503020204020204" pitchFamily="34" charset="-122"/>
              </a:rPr>
              <a:t>http://www.1ppt.com/hangye/</a:t>
            </a:r>
          </a:p>
        </p:txBody>
      </p:sp>
    </p:spTree>
  </p:cSld>
  <p:clrMapOvr>
    <a:masterClrMapping/>
  </p:clrMapOvr>
  <p:transition spd="med" advTm="8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89789798787"/>
          <p:cNvPicPr>
            <a:picLocks noChangeAspect="1"/>
          </p:cNvPicPr>
          <p:nvPr/>
        </p:nvPicPr>
        <p:blipFill>
          <a:blip r:embed="R751124a0511245bd"/>
          <a:stretch>
            <a:fillRect/>
          </a:stretch>
        </p:blipFill>
        <p:spPr>
          <a:xfrm>
            <a:off x="0" y="0"/>
            <a:ext cx="12192000" cy="6856730"/>
          </a:xfrm>
          <a:prstGeom prst="rect">
            <a:avLst/>
          </a:prstGeom>
        </p:spPr>
      </p:pic>
      <p:pic>
        <p:nvPicPr>
          <p:cNvPr id="10" name="图片 9" descr="hand-drawn-family-portrait_23-2148100357.webp"/>
          <p:cNvPicPr>
            <a:picLocks noChangeAspect="1"/>
          </p:cNvPicPr>
          <p:nvPr/>
        </p:nvPicPr>
        <p:blipFill>
          <a:blip r:embed="R72a84b147e744080"/>
          <a:stretch>
            <a:fillRect/>
          </a:stretch>
        </p:blipFill>
        <p:spPr>
          <a:xfrm>
            <a:off x="580390" y="588645"/>
            <a:ext cx="4316095" cy="3973830"/>
          </a:xfrm>
          <a:prstGeom prst="rect">
            <a:avLst/>
          </a:prstGeom>
        </p:spPr>
      </p:pic>
      <p:sp>
        <p:nvSpPr>
          <p:cNvPr id="5" name="圆角矩形 4"/>
          <p:cNvSpPr/>
          <p:nvPr/>
        </p:nvSpPr>
        <p:spPr>
          <a:xfrm>
            <a:off x="4896485" y="1184275"/>
            <a:ext cx="6664960" cy="3213100"/>
          </a:xfrm>
          <a:prstGeom prst="roundRect">
            <a:avLst>
              <a:gd name="adj" fmla="val 8577"/>
            </a:avLst>
          </a:prstGeom>
          <a:solidFill>
            <a:srgbClr val="5BA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5290820" y="3133408"/>
            <a:ext cx="5391150" cy="1060450"/>
          </a:xfrm>
          <a:prstGeom prst="rect">
            <a:avLst/>
          </a:prstGeom>
          <a:solidFill>
            <a:srgbClr val="5BAE56"/>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hangingPunct="0">
              <a:lnSpc>
                <a:spcPct val="150000"/>
              </a:lnSpc>
              <a:buFont typeface="微软雅黑" panose="020B0503020204020204" pitchFamily="34" charset="-122"/>
              <a:buNone/>
            </a:pPr>
            <a:r>
              <a:rPr lang="zh-CN" altLang="en-US" sz="1400">
                <a:solidFill>
                  <a:schemeClr val="bg1"/>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单击此处输入你的正文，文字是您思想的提炼，为了最终演示发布的良好效果，请尽量言简意赅的阐述观点；根据需要可酌情增减文字，以便观者可以准确理解您所传达的信息。</a:t>
            </a:r>
          </a:p>
        </p:txBody>
      </p:sp>
      <p:sp>
        <p:nvSpPr>
          <p:cNvPr id="4" name="文本框 3"/>
          <p:cNvSpPr txBox="1"/>
          <p:nvPr/>
        </p:nvSpPr>
        <p:spPr>
          <a:xfrm>
            <a:off x="5310505" y="2376170"/>
            <a:ext cx="5371465" cy="829945"/>
          </a:xfrm>
          <a:prstGeom prst="rect">
            <a:avLst/>
          </a:prstGeom>
          <a:solidFill>
            <a:srgbClr val="5BAE56"/>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4800" dirty="0">
                <a:solidFill>
                  <a:schemeClr val="bg1"/>
                </a:solidFill>
                <a:latin typeface="方正正大黑简体" panose="02000000000000000000" pitchFamily="2" charset="-122"/>
                <a:ea typeface="方正正大黑简体" panose="02000000000000000000" pitchFamily="2" charset="-122"/>
                <a:cs typeface="微软雅黑" panose="020B0503020204020204" pitchFamily="34" charset="-122"/>
                <a:sym typeface="微软雅黑" panose="020B0503020204020204" pitchFamily="34" charset="-122"/>
              </a:rPr>
              <a:t>家庭沟通的意义</a:t>
            </a:r>
          </a:p>
        </p:txBody>
      </p:sp>
      <p:sp>
        <p:nvSpPr>
          <p:cNvPr id="6" name="文本框 5"/>
          <p:cNvSpPr txBox="1"/>
          <p:nvPr/>
        </p:nvSpPr>
        <p:spPr>
          <a:xfrm>
            <a:off x="5290820" y="1510030"/>
            <a:ext cx="1228725" cy="922020"/>
          </a:xfrm>
          <a:prstGeom prst="rect">
            <a:avLst/>
          </a:prstGeom>
          <a:solidFill>
            <a:srgbClr val="5BAE56"/>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5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01</a:t>
            </a:r>
          </a:p>
        </p:txBody>
      </p:sp>
      <p:cxnSp>
        <p:nvCxnSpPr>
          <p:cNvPr id="20" name="直接连接符 19"/>
          <p:cNvCxnSpPr/>
          <p:nvPr/>
        </p:nvCxnSpPr>
        <p:spPr>
          <a:xfrm>
            <a:off x="6519545" y="1985010"/>
            <a:ext cx="2797810" cy="0"/>
          </a:xfrm>
          <a:prstGeom prst="line">
            <a:avLst/>
          </a:prstGeom>
          <a:solidFill>
            <a:srgbClr val="5BAE56"/>
          </a:solidFill>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圆角矩形 6"/>
          <p:cNvSpPr/>
          <p:nvPr/>
        </p:nvSpPr>
        <p:spPr>
          <a:xfrm>
            <a:off x="723900" y="4427220"/>
            <a:ext cx="10837545" cy="902970"/>
          </a:xfrm>
          <a:prstGeom prst="roundRect">
            <a:avLst/>
          </a:prstGeom>
          <a:solidFill>
            <a:srgbClr val="5BAE56"/>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文本框 24"/>
          <p:cNvSpPr txBox="1"/>
          <p:nvPr/>
        </p:nvSpPr>
        <p:spPr>
          <a:xfrm>
            <a:off x="925195" y="4455795"/>
            <a:ext cx="10497185" cy="737235"/>
          </a:xfrm>
          <a:prstGeom prst="rect">
            <a:avLst/>
          </a:prstGeom>
          <a:solidFill>
            <a:srgbClr val="5BAE56"/>
          </a:solidFill>
          <a:ln>
            <a:noFill/>
          </a:ln>
        </p:spPr>
        <p:txBody>
          <a:bodyPr wrap="square" rtlCol="0" anchor="t">
            <a:spAutoFit/>
          </a:bodyPr>
          <a:lstStyle/>
          <a:p>
            <a:pPr indent="0" algn="just" hangingPunct="0">
              <a:lnSpc>
                <a:spcPct val="150000"/>
              </a:lnSpc>
              <a:buFont typeface="微软雅黑" panose="020B0503020204020204" pitchFamily="34" charset="-122"/>
              <a:buNone/>
            </a:pPr>
            <a:r>
              <a:rPr lang="zh-CN" altLang="en-US" sz="1400">
                <a:solidFill>
                  <a:schemeClr val="bg1"/>
                </a:solidFill>
                <a:latin typeface="微软雅黑" panose="020B0503020204020204" pitchFamily="34" charset="-122"/>
                <a:ea typeface="微软雅黑" panose="020B0503020204020204" pitchFamily="34" charset="-122"/>
                <a:cs typeface="+mn-ea"/>
                <a:sym typeface="+mn-lt"/>
              </a:rPr>
              <a:t>您的正文已经简明扼要，字字珠玑，但信息却错综复杂，需要用更多的文字来表述；但请您尽可能提炼思想的精髓，否则容易造成观者的阅读压力，适得其反。</a:t>
            </a:r>
            <a:endParaRPr lang="zh-CN" altLang="en-US" sz="14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spd="med" advTm="8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1" nodeType="with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1000"/>
                                        <p:tgtEl>
                                          <p:spTgt spid="25"/>
                                        </p:tgtEl>
                                      </p:cBhvr>
                                    </p:animEffect>
                                    <p:anim calcmode="lin" valueType="num">
                                      <p:cBhvr>
                                        <p:cTn id="13" dur="1000" fill="hold"/>
                                        <p:tgtEl>
                                          <p:spTgt spid="25"/>
                                        </p:tgtEl>
                                        <p:attrNameLst>
                                          <p:attrName>ppt_x</p:attrName>
                                        </p:attrNameLst>
                                      </p:cBhvr>
                                      <p:tavLst>
                                        <p:tav tm="0">
                                          <p:val>
                                            <p:strVal val="#ppt_x"/>
                                          </p:val>
                                        </p:tav>
                                        <p:tav tm="100000">
                                          <p:val>
                                            <p:strVal val="#ppt_x"/>
                                          </p:val>
                                        </p:tav>
                                      </p:tavLst>
                                    </p:anim>
                                    <p:anim calcmode="lin" valueType="num">
                                      <p:cBhvr>
                                        <p:cTn id="14"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5"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任意多边形"/>
          <p:cNvSpPr/>
          <p:nvPr/>
        </p:nvSpPr>
        <p:spPr bwMode="auto">
          <a:xfrm>
            <a:off x="1203142" y="1294289"/>
            <a:ext cx="2679700" cy="3058319"/>
          </a:xfrm>
          <a:custGeom>
            <a:avLst/>
            <a:gdLst>
              <a:gd name="T0" fmla="*/ 240 w 290"/>
              <a:gd name="T1" fmla="*/ 54 h 331"/>
              <a:gd name="T2" fmla="*/ 54 w 290"/>
              <a:gd name="T3" fmla="*/ 50 h 331"/>
              <a:gd name="T4" fmla="*/ 50 w 290"/>
              <a:gd name="T5" fmla="*/ 236 h 331"/>
              <a:gd name="T6" fmla="*/ 140 w 290"/>
              <a:gd name="T7" fmla="*/ 331 h 331"/>
              <a:gd name="T8" fmla="*/ 235 w 290"/>
              <a:gd name="T9" fmla="*/ 240 h 331"/>
              <a:gd name="T10" fmla="*/ 240 w 290"/>
              <a:gd name="T11" fmla="*/ 54 h 331"/>
            </a:gdLst>
            <a:ahLst/>
            <a:cxnLst>
              <a:cxn ang="0">
                <a:pos x="T0" y="T1"/>
              </a:cxn>
              <a:cxn ang="0">
                <a:pos x="T2" y="T3"/>
              </a:cxn>
              <a:cxn ang="0">
                <a:pos x="T4" y="T5"/>
              </a:cxn>
              <a:cxn ang="0">
                <a:pos x="T6" y="T7"/>
              </a:cxn>
              <a:cxn ang="0">
                <a:pos x="T8" y="T9"/>
              </a:cxn>
              <a:cxn ang="0">
                <a:pos x="T10" y="T11"/>
              </a:cxn>
            </a:cxnLst>
            <a:rect l="0" t="0" r="r" b="b"/>
            <a:pathLst>
              <a:path w="290" h="331">
                <a:moveTo>
                  <a:pt x="240" y="54"/>
                </a:moveTo>
                <a:cubicBezTo>
                  <a:pt x="189" y="2"/>
                  <a:pt x="106" y="0"/>
                  <a:pt x="54" y="50"/>
                </a:cubicBezTo>
                <a:cubicBezTo>
                  <a:pt x="2" y="100"/>
                  <a:pt x="0" y="183"/>
                  <a:pt x="50" y="236"/>
                </a:cubicBezTo>
                <a:cubicBezTo>
                  <a:pt x="140" y="331"/>
                  <a:pt x="140" y="331"/>
                  <a:pt x="140" y="331"/>
                </a:cubicBezTo>
                <a:cubicBezTo>
                  <a:pt x="235" y="240"/>
                  <a:pt x="235" y="240"/>
                  <a:pt x="235" y="240"/>
                </a:cubicBezTo>
                <a:cubicBezTo>
                  <a:pt x="288" y="190"/>
                  <a:pt x="290" y="107"/>
                  <a:pt x="240" y="54"/>
                </a:cubicBezTo>
                <a:close/>
              </a:path>
            </a:pathLst>
          </a:custGeom>
          <a:solidFill>
            <a:srgbClr val="5BAE56"/>
          </a:solidFill>
          <a:ln>
            <a:noFill/>
          </a:ln>
        </p:spPr>
        <p:txBody>
          <a:bodyPr vert="horz" wrap="square" lIns="45720" tIns="22860" rIns="45720" bIns="2286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th-TH" sz="900" b="0" i="0" u="none" strike="noStrike" kern="0" cap="none" spc="0" normalizeH="0" baseline="0" noProof="0">
              <a:ln>
                <a:noFill/>
              </a:ln>
              <a:solidFill>
                <a:srgbClr val="262626"/>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p:cNvSpPr txBox="1"/>
          <p:nvPr/>
        </p:nvSpPr>
        <p:spPr>
          <a:xfrm>
            <a:off x="1623989" y="2747962"/>
            <a:ext cx="1806574" cy="920750"/>
          </a:xfrm>
          <a:prstGeom prst="rect">
            <a:avLst/>
          </a:prstGeom>
          <a:noFill/>
        </p:spPr>
        <p:txBody>
          <a:bodyPr wrap="square" lIns="109710" tIns="54855" rIns="109710" bIns="54855" rtlCol="0">
            <a:spAutoFit/>
          </a:bodyPr>
          <a:lstStyle/>
          <a:p>
            <a:pPr marL="0" marR="0" lvl="0" indent="0" algn="ctr" defTabSz="457200" rtl="0" eaLnBrk="1" fontAlgn="auto" latinLnBrk="0" hangingPunct="1">
              <a:lnSpc>
                <a:spcPct val="110000"/>
              </a:lnSpc>
              <a:spcBef>
                <a:spcPct val="0"/>
              </a:spcBef>
              <a:spcAft>
                <a:spcPct val="0"/>
              </a:spcAft>
              <a:buClrTx/>
              <a:buSzTx/>
              <a:buFontTx/>
              <a:buNone/>
              <a:defRPr/>
            </a:pPr>
            <a:r>
              <a:rPr kumimoji="0" lang="zh-CN" altLang="en-US" sz="2400" b="1" i="0" u="none" strike="noStrike" kern="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添加</a:t>
            </a:r>
          </a:p>
          <a:p>
            <a:pPr marL="0" marR="0" lvl="0" indent="0" algn="ctr" defTabSz="457200" rtl="0" eaLnBrk="1" fontAlgn="auto" latinLnBrk="0" hangingPunct="1">
              <a:lnSpc>
                <a:spcPct val="110000"/>
              </a:lnSpc>
              <a:spcBef>
                <a:spcPct val="0"/>
              </a:spcBef>
              <a:spcAft>
                <a:spcPct val="0"/>
              </a:spcAft>
              <a:buClrTx/>
              <a:buSzTx/>
              <a:buFontTx/>
              <a:buNone/>
              <a:defRPr/>
            </a:pPr>
            <a:r>
              <a:rPr kumimoji="0" lang="zh-CN" altLang="en-US" sz="2400" b="1" i="0" u="none" strike="noStrike" kern="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标题</a:t>
            </a:r>
          </a:p>
        </p:txBody>
      </p:sp>
      <p:sp>
        <p:nvSpPr>
          <p:cNvPr id="42" name="文本框"/>
          <p:cNvSpPr/>
          <p:nvPr/>
        </p:nvSpPr>
        <p:spPr>
          <a:xfrm>
            <a:off x="1105535" y="4415790"/>
            <a:ext cx="2777490" cy="1209675"/>
          </a:xfrm>
          <a:prstGeom prst="rect">
            <a:avLst/>
          </a:prstGeom>
        </p:spPr>
        <p:txBody>
          <a:bodyPr wrap="square">
            <a:spAutoFit/>
          </a:bodyPr>
          <a:lstStyle/>
          <a:p>
            <a:pPr indent="0" algn="ctr" hangingPunct="0">
              <a:lnSpc>
                <a:spcPct val="13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endParaRPr kumimoji="0" lang="zh-CN" altLang="en-US" sz="1400" b="0" i="0" u="none" strike="noStrike" kern="0" cap="none" spc="0" normalizeH="0" baseline="0" noProof="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任意多边形"/>
          <p:cNvSpPr>
            <a:spLocks noEditPoints="1"/>
          </p:cNvSpPr>
          <p:nvPr/>
        </p:nvSpPr>
        <p:spPr bwMode="auto">
          <a:xfrm>
            <a:off x="2116455" y="1837690"/>
            <a:ext cx="821055" cy="742950"/>
          </a:xfrm>
          <a:custGeom>
            <a:avLst/>
            <a:gdLst>
              <a:gd name="T0" fmla="*/ 2147483647 w 67"/>
              <a:gd name="T1" fmla="*/ 124018912 h 60"/>
              <a:gd name="T2" fmla="*/ 2147483647 w 67"/>
              <a:gd name="T3" fmla="*/ 0 h 60"/>
              <a:gd name="T4" fmla="*/ 2147483647 w 67"/>
              <a:gd name="T5" fmla="*/ 0 h 60"/>
              <a:gd name="T6" fmla="*/ 2147483647 w 67"/>
              <a:gd name="T7" fmla="*/ 124018912 h 60"/>
              <a:gd name="T8" fmla="*/ 2147483647 w 67"/>
              <a:gd name="T9" fmla="*/ 310059138 h 60"/>
              <a:gd name="T10" fmla="*/ 2147483647 w 67"/>
              <a:gd name="T11" fmla="*/ 868156039 h 60"/>
              <a:gd name="T12" fmla="*/ 2147483647 w 67"/>
              <a:gd name="T13" fmla="*/ 124018912 h 60"/>
              <a:gd name="T14" fmla="*/ 2147483647 w 67"/>
              <a:gd name="T15" fmla="*/ 1922344337 h 60"/>
              <a:gd name="T16" fmla="*/ 2147483647 w 67"/>
              <a:gd name="T17" fmla="*/ 124018912 h 60"/>
              <a:gd name="T18" fmla="*/ 1902898002 w 67"/>
              <a:gd name="T19" fmla="*/ 124018912 h 60"/>
              <a:gd name="T20" fmla="*/ 122771150 w 67"/>
              <a:gd name="T21" fmla="*/ 1922344337 h 60"/>
              <a:gd name="T22" fmla="*/ 122771150 w 67"/>
              <a:gd name="T23" fmla="*/ 2147483647 h 60"/>
              <a:gd name="T24" fmla="*/ 245534466 w 67"/>
              <a:gd name="T25" fmla="*/ 2147483647 h 60"/>
              <a:gd name="T26" fmla="*/ 429691207 w 67"/>
              <a:gd name="T27" fmla="*/ 2147483647 h 60"/>
              <a:gd name="T28" fmla="*/ 2087055172 w 67"/>
              <a:gd name="T29" fmla="*/ 558097024 h 60"/>
              <a:gd name="T30" fmla="*/ 2147483647 w 67"/>
              <a:gd name="T31" fmla="*/ 2147483647 h 60"/>
              <a:gd name="T32" fmla="*/ 2147483647 w 67"/>
              <a:gd name="T33" fmla="*/ 2147483647 h 60"/>
              <a:gd name="T34" fmla="*/ 2147483647 w 67"/>
              <a:gd name="T35" fmla="*/ 1922344337 h 60"/>
              <a:gd name="T36" fmla="*/ 552454614 w 67"/>
              <a:gd name="T37" fmla="*/ 2147483647 h 60"/>
              <a:gd name="T38" fmla="*/ 552454614 w 67"/>
              <a:gd name="T39" fmla="*/ 2147483647 h 60"/>
              <a:gd name="T40" fmla="*/ 797989019 w 67"/>
              <a:gd name="T41" fmla="*/ 2147483647 h 60"/>
              <a:gd name="T42" fmla="*/ 1718749157 w 67"/>
              <a:gd name="T43" fmla="*/ 2147483647 h 60"/>
              <a:gd name="T44" fmla="*/ 1718749157 w 67"/>
              <a:gd name="T45" fmla="*/ 2147483647 h 60"/>
              <a:gd name="T46" fmla="*/ 1780134717 w 67"/>
              <a:gd name="T47" fmla="*/ 2147483647 h 60"/>
              <a:gd name="T48" fmla="*/ 2147483647 w 67"/>
              <a:gd name="T49" fmla="*/ 2147483647 h 60"/>
              <a:gd name="T50" fmla="*/ 2147483647 w 67"/>
              <a:gd name="T51" fmla="*/ 2147483647 h 60"/>
              <a:gd name="T52" fmla="*/ 2147483647 w 67"/>
              <a:gd name="T53" fmla="*/ 2147483647 h 60"/>
              <a:gd name="T54" fmla="*/ 2147483647 w 67"/>
              <a:gd name="T55" fmla="*/ 2147483647 h 60"/>
              <a:gd name="T56" fmla="*/ 2147483647 w 67"/>
              <a:gd name="T57" fmla="*/ 2147483647 h 60"/>
              <a:gd name="T58" fmla="*/ 2147483647 w 67"/>
              <a:gd name="T59" fmla="*/ 2147483647 h 60"/>
              <a:gd name="T60" fmla="*/ 2087055172 w 67"/>
              <a:gd name="T61" fmla="*/ 806142661 h 60"/>
              <a:gd name="T62" fmla="*/ 552454614 w 67"/>
              <a:gd name="T63" fmla="*/ 2147483647 h 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60"/>
              <a:gd name="T98" fmla="*/ 67 w 67"/>
              <a:gd name="T99" fmla="*/ 60 h 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60">
                <a:moveTo>
                  <a:pt x="53" y="2"/>
                </a:moveTo>
                <a:cubicBezTo>
                  <a:pt x="53" y="1"/>
                  <a:pt x="52" y="0"/>
                  <a:pt x="51" y="0"/>
                </a:cubicBezTo>
                <a:cubicBezTo>
                  <a:pt x="46" y="0"/>
                  <a:pt x="46" y="0"/>
                  <a:pt x="46" y="0"/>
                </a:cubicBezTo>
                <a:cubicBezTo>
                  <a:pt x="45" y="0"/>
                  <a:pt x="44" y="1"/>
                  <a:pt x="44" y="2"/>
                </a:cubicBezTo>
                <a:cubicBezTo>
                  <a:pt x="44" y="5"/>
                  <a:pt x="44" y="5"/>
                  <a:pt x="44" y="5"/>
                </a:cubicBezTo>
                <a:cubicBezTo>
                  <a:pt x="53" y="14"/>
                  <a:pt x="53" y="14"/>
                  <a:pt x="53" y="14"/>
                </a:cubicBezTo>
                <a:lnTo>
                  <a:pt x="53" y="2"/>
                </a:lnTo>
                <a:close/>
                <a:moveTo>
                  <a:pt x="66" y="31"/>
                </a:moveTo>
                <a:cubicBezTo>
                  <a:pt x="36" y="2"/>
                  <a:pt x="36" y="2"/>
                  <a:pt x="36" y="2"/>
                </a:cubicBezTo>
                <a:cubicBezTo>
                  <a:pt x="35" y="0"/>
                  <a:pt x="33" y="0"/>
                  <a:pt x="31" y="2"/>
                </a:cubicBezTo>
                <a:cubicBezTo>
                  <a:pt x="2" y="31"/>
                  <a:pt x="2" y="31"/>
                  <a:pt x="2" y="31"/>
                </a:cubicBezTo>
                <a:cubicBezTo>
                  <a:pt x="0" y="33"/>
                  <a:pt x="0" y="35"/>
                  <a:pt x="2" y="36"/>
                </a:cubicBezTo>
                <a:cubicBezTo>
                  <a:pt x="2" y="37"/>
                  <a:pt x="3" y="37"/>
                  <a:pt x="4" y="37"/>
                </a:cubicBezTo>
                <a:cubicBezTo>
                  <a:pt x="5" y="37"/>
                  <a:pt x="6" y="37"/>
                  <a:pt x="7" y="36"/>
                </a:cubicBezTo>
                <a:cubicBezTo>
                  <a:pt x="34" y="9"/>
                  <a:pt x="34" y="9"/>
                  <a:pt x="34" y="9"/>
                </a:cubicBezTo>
                <a:cubicBezTo>
                  <a:pt x="61" y="36"/>
                  <a:pt x="61" y="36"/>
                  <a:pt x="61" y="36"/>
                </a:cubicBezTo>
                <a:cubicBezTo>
                  <a:pt x="62" y="38"/>
                  <a:pt x="65" y="38"/>
                  <a:pt x="66" y="36"/>
                </a:cubicBezTo>
                <a:cubicBezTo>
                  <a:pt x="67" y="35"/>
                  <a:pt x="67" y="33"/>
                  <a:pt x="66" y="31"/>
                </a:cubicBezTo>
                <a:close/>
                <a:moveTo>
                  <a:pt x="9" y="37"/>
                </a:moveTo>
                <a:cubicBezTo>
                  <a:pt x="9" y="57"/>
                  <a:pt x="9" y="57"/>
                  <a:pt x="9" y="57"/>
                </a:cubicBezTo>
                <a:cubicBezTo>
                  <a:pt x="9" y="59"/>
                  <a:pt x="11" y="60"/>
                  <a:pt x="13" y="60"/>
                </a:cubicBezTo>
                <a:cubicBezTo>
                  <a:pt x="28" y="60"/>
                  <a:pt x="28" y="60"/>
                  <a:pt x="28" y="60"/>
                </a:cubicBezTo>
                <a:cubicBezTo>
                  <a:pt x="28" y="42"/>
                  <a:pt x="28" y="42"/>
                  <a:pt x="28" y="42"/>
                </a:cubicBezTo>
                <a:cubicBezTo>
                  <a:pt x="28" y="42"/>
                  <a:pt x="29" y="41"/>
                  <a:pt x="29" y="41"/>
                </a:cubicBezTo>
                <a:cubicBezTo>
                  <a:pt x="38" y="41"/>
                  <a:pt x="38" y="41"/>
                  <a:pt x="38" y="41"/>
                </a:cubicBezTo>
                <a:cubicBezTo>
                  <a:pt x="39" y="41"/>
                  <a:pt x="39" y="42"/>
                  <a:pt x="39" y="42"/>
                </a:cubicBezTo>
                <a:cubicBezTo>
                  <a:pt x="39" y="60"/>
                  <a:pt x="39" y="60"/>
                  <a:pt x="39" y="60"/>
                </a:cubicBezTo>
                <a:cubicBezTo>
                  <a:pt x="55" y="60"/>
                  <a:pt x="55" y="60"/>
                  <a:pt x="55" y="60"/>
                </a:cubicBezTo>
                <a:cubicBezTo>
                  <a:pt x="57" y="60"/>
                  <a:pt x="58" y="59"/>
                  <a:pt x="58" y="57"/>
                </a:cubicBezTo>
                <a:cubicBezTo>
                  <a:pt x="58" y="38"/>
                  <a:pt x="58" y="38"/>
                  <a:pt x="58" y="38"/>
                </a:cubicBezTo>
                <a:cubicBezTo>
                  <a:pt x="34" y="13"/>
                  <a:pt x="34" y="13"/>
                  <a:pt x="34" y="13"/>
                </a:cubicBezTo>
                <a:lnTo>
                  <a:pt x="9" y="37"/>
                </a:lnTo>
                <a:close/>
              </a:path>
            </a:pathLst>
          </a:custGeom>
          <a:solidFill>
            <a:schemeClr val="bg1"/>
          </a:solidFill>
          <a:ln w="9525">
            <a:noFill/>
            <a:round/>
          </a:ln>
        </p:spPr>
        <p:txBody>
          <a:bodyPr/>
          <a:lstStyle/>
          <a:p>
            <a:pPr>
              <a:defRPr/>
            </a:pPr>
            <a:endParaRPr lang="en-US" kern="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4" name="矩形 43"/>
          <p:cNvSpPr/>
          <p:nvPr/>
        </p:nvSpPr>
        <p:spPr>
          <a:xfrm>
            <a:off x="6300470" y="2006600"/>
            <a:ext cx="4937760" cy="602615"/>
          </a:xfrm>
          <a:prstGeom prst="rect">
            <a:avLst/>
          </a:prstGeom>
          <a:noFill/>
        </p:spPr>
        <p:txBody>
          <a:bodyPr wrap="square" lIns="0" tIns="0" rIns="0" bIns="0" rtlCol="0">
            <a:spAutoFit/>
          </a:bodyPr>
          <a:lstStyle/>
          <a:p>
            <a:pPr indent="0" algn="just" hangingPunct="0">
              <a:lnSpc>
                <a:spcPct val="14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p>
        </p:txBody>
      </p:sp>
      <p:sp>
        <p:nvSpPr>
          <p:cNvPr id="45" name="矩形: 圆角 44"/>
          <p:cNvSpPr/>
          <p:nvPr/>
        </p:nvSpPr>
        <p:spPr>
          <a:xfrm>
            <a:off x="6285230" y="1441450"/>
            <a:ext cx="1919605" cy="457200"/>
          </a:xfrm>
          <a:prstGeom prst="roundRect">
            <a:avLst>
              <a:gd name="adj" fmla="val 50000"/>
            </a:avLst>
          </a:prstGeom>
          <a:solidFill>
            <a:srgbClr val="5BAE5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添加标题</a:t>
            </a:r>
          </a:p>
        </p:txBody>
      </p:sp>
      <p:sp>
        <p:nvSpPr>
          <p:cNvPr id="12" name="矩形 11"/>
          <p:cNvSpPr/>
          <p:nvPr/>
        </p:nvSpPr>
        <p:spPr>
          <a:xfrm>
            <a:off x="6300470" y="3620770"/>
            <a:ext cx="4937760" cy="602615"/>
          </a:xfrm>
          <a:prstGeom prst="rect">
            <a:avLst/>
          </a:prstGeom>
          <a:noFill/>
        </p:spPr>
        <p:txBody>
          <a:bodyPr wrap="square" lIns="0" tIns="0" rIns="0" bIns="0" rtlCol="0">
            <a:spAutoFit/>
          </a:bodyPr>
          <a:lstStyle/>
          <a:p>
            <a:pPr indent="0" algn="just" hangingPunct="0">
              <a:lnSpc>
                <a:spcPct val="14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p>
        </p:txBody>
      </p:sp>
      <p:sp>
        <p:nvSpPr>
          <p:cNvPr id="2" name="矩形: 圆角 44"/>
          <p:cNvSpPr/>
          <p:nvPr/>
        </p:nvSpPr>
        <p:spPr>
          <a:xfrm>
            <a:off x="6285230" y="3055620"/>
            <a:ext cx="1919605" cy="457200"/>
          </a:xfrm>
          <a:prstGeom prst="roundRect">
            <a:avLst>
              <a:gd name="adj" fmla="val 50000"/>
            </a:avLst>
          </a:prstGeom>
          <a:solidFill>
            <a:srgbClr val="5BAE5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添加标题</a:t>
            </a:r>
          </a:p>
        </p:txBody>
      </p:sp>
      <p:sp>
        <p:nvSpPr>
          <p:cNvPr id="3" name="矩形 2"/>
          <p:cNvSpPr/>
          <p:nvPr/>
        </p:nvSpPr>
        <p:spPr>
          <a:xfrm>
            <a:off x="6300470" y="5170170"/>
            <a:ext cx="4937760" cy="602615"/>
          </a:xfrm>
          <a:prstGeom prst="rect">
            <a:avLst/>
          </a:prstGeom>
          <a:noFill/>
        </p:spPr>
        <p:txBody>
          <a:bodyPr wrap="square" lIns="0" tIns="0" rIns="0" bIns="0" rtlCol="0">
            <a:spAutoFit/>
          </a:bodyPr>
          <a:lstStyle/>
          <a:p>
            <a:pPr indent="0" algn="just" hangingPunct="0">
              <a:lnSpc>
                <a:spcPct val="14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p>
        </p:txBody>
      </p:sp>
      <p:sp>
        <p:nvSpPr>
          <p:cNvPr id="5" name="矩形: 圆角 44"/>
          <p:cNvSpPr/>
          <p:nvPr/>
        </p:nvSpPr>
        <p:spPr>
          <a:xfrm>
            <a:off x="6285230" y="4605020"/>
            <a:ext cx="1919605" cy="457200"/>
          </a:xfrm>
          <a:prstGeom prst="roundRect">
            <a:avLst>
              <a:gd name="adj" fmla="val 50000"/>
            </a:avLst>
          </a:prstGeom>
          <a:solidFill>
            <a:srgbClr val="5BAE5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添加标题</a:t>
            </a:r>
          </a:p>
        </p:txBody>
      </p:sp>
      <p:cxnSp>
        <p:nvCxnSpPr>
          <p:cNvPr id="6" name="直接箭头连接符 5"/>
          <p:cNvCxnSpPr/>
          <p:nvPr/>
        </p:nvCxnSpPr>
        <p:spPr>
          <a:xfrm>
            <a:off x="3984625" y="1670050"/>
            <a:ext cx="2160270" cy="0"/>
          </a:xfrm>
          <a:prstGeom prst="straightConnector1">
            <a:avLst/>
          </a:prstGeom>
          <a:ln>
            <a:solidFill>
              <a:srgbClr val="5BAE56"/>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3984625" y="4833620"/>
            <a:ext cx="2160270" cy="0"/>
          </a:xfrm>
          <a:prstGeom prst="straightConnector1">
            <a:avLst/>
          </a:prstGeom>
          <a:ln>
            <a:solidFill>
              <a:srgbClr val="5BAE56"/>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3984625" y="3288030"/>
            <a:ext cx="2160270" cy="0"/>
          </a:xfrm>
          <a:prstGeom prst="straightConnector1">
            <a:avLst/>
          </a:prstGeom>
          <a:ln>
            <a:solidFill>
              <a:srgbClr val="5BAE56"/>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ED11A77C-FA30-4CB7-BA30-90C6DCF4DB2A}"/>
              </a:ext>
            </a:extLst>
          </p:cNvPr>
          <p:cNvCxnSpPr/>
          <p:nvPr/>
        </p:nvCxnSpPr>
        <p:spPr>
          <a:xfrm>
            <a:off x="5582285" y="668020"/>
            <a:ext cx="844550" cy="0"/>
          </a:xfrm>
          <a:prstGeom prst="line">
            <a:avLst/>
          </a:prstGeom>
          <a:ln>
            <a:solidFill>
              <a:srgbClr val="5BAE56"/>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68669A02-3EA1-4E98-8EF0-3A6371499CD2}"/>
              </a:ext>
            </a:extLst>
          </p:cNvPr>
          <p:cNvSpPr txBox="1"/>
          <p:nvPr/>
        </p:nvSpPr>
        <p:spPr>
          <a:xfrm>
            <a:off x="4538980" y="90895"/>
            <a:ext cx="311404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r>
              <a:rPr lang="zh-CN" altLang="en-US"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亲子沟通</a:t>
            </a:r>
            <a:r>
              <a:rPr lang="en-US" altLang="zh-CN"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PPT</a:t>
            </a:r>
          </a:p>
        </p:txBody>
      </p:sp>
    </p:spTree>
  </p:cSld>
  <p:clrMapOvr>
    <a:masterClrMapping/>
  </p:clrMapOvr>
  <mc:AlternateContent xmlns:mc="http://schemas.openxmlformats.org/markup-compatibility/2006" xmlns:p14="http://schemas.microsoft.com/office/powerpoint/2010/main">
    <mc:Choice Requires="p14">
      <p:transition spd="slow" p14:dur="2500" advTm="0">
        <p:checker/>
      </p:transition>
    </mc:Choice>
    <mc:Fallback xmlns:a16="http://schemas.microsoft.com/office/drawing/2014/main" xmlns="">
      <p:transition spd="slow" advTm="0">
        <p:checker/>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 name="图片 101"/>
          <p:cNvPicPr/>
          <p:nvPr/>
        </p:nvPicPr>
        <p:blipFill>
          <a:blip r:embed="R4396ea98cbb749be"/>
          <a:stretch>
            <a:fillRect/>
          </a:stretch>
        </p:blipFill>
        <p:spPr>
          <a:xfrm>
            <a:off x="535305" y="2095500"/>
            <a:ext cx="3216910" cy="2967990"/>
          </a:xfrm>
          <a:prstGeom prst="parallelogram">
            <a:avLst>
              <a:gd name="adj" fmla="val 27834"/>
            </a:avLst>
          </a:prstGeom>
          <a:noFill/>
          <a:ln w="9525">
            <a:noFill/>
          </a:ln>
        </p:spPr>
      </p:pic>
      <p:grpSp>
        <p:nvGrpSpPr>
          <p:cNvPr id="5" name="组合 4"/>
          <p:cNvGrpSpPr/>
          <p:nvPr/>
        </p:nvGrpSpPr>
        <p:grpSpPr>
          <a:xfrm>
            <a:off x="3113097" y="2095501"/>
            <a:ext cx="3310042" cy="2967789"/>
            <a:chOff x="4186989" y="2117558"/>
            <a:chExt cx="3310042" cy="2967789"/>
          </a:xfrm>
          <a:solidFill>
            <a:srgbClr val="5BAE56"/>
          </a:solidFill>
        </p:grpSpPr>
        <p:sp>
          <p:nvSpPr>
            <p:cNvPr id="8" name="平行四边形 7"/>
            <p:cNvSpPr/>
            <p:nvPr/>
          </p:nvSpPr>
          <p:spPr>
            <a:xfrm>
              <a:off x="4186989" y="2117558"/>
              <a:ext cx="3310042" cy="2967789"/>
            </a:xfrm>
            <a:prstGeom prst="parallelogram">
              <a:avLst>
                <a:gd name="adj" fmla="val 26134"/>
              </a:avLst>
            </a:prstGeom>
            <a:grpFill/>
            <a:ln w="12700" cap="flat" cmpd="sng" algn="ctr">
              <a:noFill/>
              <a:prstDash val="solid"/>
              <a:miter lim="800000"/>
            </a:ln>
            <a:effectLst/>
          </p:spPr>
          <p:txBody>
            <a:bodyPr rtlCol="0" anchor="ctr"/>
            <a:lstStyle/>
            <a:p>
              <a:pPr marL="0" marR="0" lvl="0" indent="0" algn="ctr" defTabSz="541655" rtl="0" eaLnBrk="1" fontAlgn="auto"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9" name="组合 8"/>
            <p:cNvGrpSpPr/>
            <p:nvPr/>
          </p:nvGrpSpPr>
          <p:grpSpPr>
            <a:xfrm>
              <a:off x="4659924" y="2541581"/>
              <a:ext cx="2265113" cy="2086917"/>
              <a:chOff x="4100057" y="2470484"/>
              <a:chExt cx="2265113" cy="2086917"/>
            </a:xfrm>
            <a:grpFill/>
          </p:grpSpPr>
          <p:sp>
            <p:nvSpPr>
              <p:cNvPr id="10" name="文本框 9"/>
              <p:cNvSpPr txBox="1"/>
              <p:nvPr/>
            </p:nvSpPr>
            <p:spPr>
              <a:xfrm>
                <a:off x="4100057" y="3081026"/>
                <a:ext cx="2265113" cy="1476375"/>
              </a:xfrm>
              <a:prstGeom prst="rect">
                <a:avLst/>
              </a:prstGeom>
              <a:noFill/>
              <a:extLst>
                <a:ext uri="{909E8E84-426E-40DD-AFC4-6F175D3DCCD1}">
                  <a14:hiddenFill xmlns:a14="http://schemas.microsoft.com/office/drawing/2010/main">
                    <a:grpFill/>
                  </a14:hiddenFill>
                </a:ext>
              </a:extLst>
            </p:spPr>
            <p:txBody>
              <a:bodyPr wrap="square" rtlCol="0">
                <a:spAutoFit/>
              </a:bodyPr>
              <a:lstStyle/>
              <a:p>
                <a:pPr indent="0" algn="ctr" hangingPunct="0">
                  <a:lnSpc>
                    <a:spcPct val="150000"/>
                  </a:lnSpc>
                  <a:buFont typeface="微软雅黑" panose="020B0503020204020204" pitchFamily="34" charset="-122"/>
                  <a:buNone/>
                </a:pPr>
                <a:r>
                  <a:rPr lang="zh-CN" altLang="en-US" sz="1200">
                    <a:solidFill>
                      <a:schemeClr val="bg1"/>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单击此处输入你的正文，文字是您思想的提炼，为了最终演示发布的良好效果，请尽量言简意赅的阐述观以准确理解您所传达的信息。</a:t>
                </a:r>
                <a:endParaRPr kumimoji="0" lang="zh-CN" altLang="en-US" sz="1200" i="0" u="none" strike="noStrike" kern="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1" name="矩形: 圆角 10"/>
              <p:cNvSpPr/>
              <p:nvPr/>
            </p:nvSpPr>
            <p:spPr>
              <a:xfrm>
                <a:off x="4584311" y="2470484"/>
                <a:ext cx="1395664" cy="433137"/>
              </a:xfrm>
              <a:prstGeom prst="roundRect">
                <a:avLst>
                  <a:gd name="adj" fmla="val 50000"/>
                </a:avLst>
              </a:prstGeom>
              <a:grpFill/>
              <a:ln w="12700" cap="flat" cmpd="sng" algn="ctr">
                <a:solidFill>
                  <a:schemeClr val="bg1"/>
                </a:soli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添加标题</a:t>
                </a:r>
              </a:p>
            </p:txBody>
          </p:sp>
        </p:grpSp>
      </p:grpSp>
      <p:sp>
        <p:nvSpPr>
          <p:cNvPr id="13" name="平行四边形 12"/>
          <p:cNvSpPr/>
          <p:nvPr/>
        </p:nvSpPr>
        <p:spPr>
          <a:xfrm>
            <a:off x="2642870" y="4264025"/>
            <a:ext cx="734695" cy="1007745"/>
          </a:xfrm>
          <a:prstGeom prst="parallelogram">
            <a:avLst>
              <a:gd name="adj" fmla="val 35343"/>
            </a:avLst>
          </a:prstGeom>
          <a:gradFill>
            <a:gsLst>
              <a:gs pos="0">
                <a:srgbClr val="5BAE56"/>
              </a:gs>
              <a:gs pos="100000">
                <a:srgbClr val="5BAE56">
                  <a:alpha val="0"/>
                </a:srgbClr>
              </a:gs>
            </a:gsLst>
            <a:lin ang="5400000" scaled="0"/>
          </a:gradFill>
          <a:ln w="12700" cap="flat" cmpd="sng" algn="ctr">
            <a:noFill/>
            <a:prstDash val="solid"/>
            <a:miter lim="800000"/>
          </a:ln>
          <a:effectLst/>
        </p:spPr>
        <p:txBody>
          <a:bodyPr rtlCol="0" anchor="ctr"/>
          <a:lstStyle/>
          <a:p>
            <a:pPr marL="0" marR="0" lvl="0" indent="0" algn="ctr" defTabSz="541655" rtl="0" eaLnBrk="1" fontAlgn="auto"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平行四边形 13"/>
          <p:cNvSpPr/>
          <p:nvPr/>
        </p:nvSpPr>
        <p:spPr>
          <a:xfrm>
            <a:off x="855345" y="2095500"/>
            <a:ext cx="664845" cy="897255"/>
          </a:xfrm>
          <a:prstGeom prst="parallelogram">
            <a:avLst>
              <a:gd name="adj" fmla="val 37245"/>
            </a:avLst>
          </a:prstGeom>
          <a:gradFill>
            <a:gsLst>
              <a:gs pos="0">
                <a:srgbClr val="5BAE56"/>
              </a:gs>
              <a:gs pos="100000">
                <a:srgbClr val="5BAE56">
                  <a:alpha val="0"/>
                </a:srgbClr>
              </a:gs>
            </a:gsLst>
            <a:lin ang="5400000" scaled="0"/>
          </a:gradFill>
          <a:ln w="12700" cap="flat" cmpd="sng" algn="ctr">
            <a:noFill/>
            <a:prstDash val="solid"/>
            <a:miter lim="800000"/>
          </a:ln>
          <a:effectLst/>
        </p:spPr>
        <p:txBody>
          <a:bodyPr rtlCol="0" anchor="ctr"/>
          <a:lstStyle/>
          <a:p>
            <a:pPr marL="0" marR="0" lvl="0" indent="0" algn="ctr" defTabSz="541655" rtl="0" eaLnBrk="1" fontAlgn="auto"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 name="组合 1"/>
          <p:cNvGrpSpPr/>
          <p:nvPr/>
        </p:nvGrpSpPr>
        <p:grpSpPr>
          <a:xfrm>
            <a:off x="5783907" y="2095501"/>
            <a:ext cx="3310042" cy="2967789"/>
            <a:chOff x="4186989" y="2117558"/>
            <a:chExt cx="3310042" cy="2967789"/>
          </a:xfrm>
          <a:solidFill>
            <a:srgbClr val="5BAE56"/>
          </a:solidFill>
        </p:grpSpPr>
        <p:sp>
          <p:nvSpPr>
            <p:cNvPr id="3" name="平行四边形 2"/>
            <p:cNvSpPr/>
            <p:nvPr/>
          </p:nvSpPr>
          <p:spPr>
            <a:xfrm>
              <a:off x="4186989" y="2117558"/>
              <a:ext cx="3310042" cy="2967789"/>
            </a:xfrm>
            <a:prstGeom prst="parallelogram">
              <a:avLst>
                <a:gd name="adj" fmla="val 26134"/>
              </a:avLst>
            </a:prstGeom>
            <a:grpFill/>
            <a:ln w="12700" cap="flat" cmpd="sng" algn="ctr">
              <a:noFill/>
              <a:prstDash val="solid"/>
              <a:miter lim="800000"/>
            </a:ln>
            <a:effectLst/>
          </p:spPr>
          <p:txBody>
            <a:bodyPr rtlCol="0" anchor="ctr"/>
            <a:lstStyle/>
            <a:p>
              <a:pPr marL="0" marR="0" lvl="0" indent="0" algn="ctr" defTabSz="541655" rtl="0" eaLnBrk="1" fontAlgn="auto"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4" name="组合 3"/>
            <p:cNvGrpSpPr/>
            <p:nvPr/>
          </p:nvGrpSpPr>
          <p:grpSpPr>
            <a:xfrm>
              <a:off x="4659924" y="2541581"/>
              <a:ext cx="2265113" cy="2086917"/>
              <a:chOff x="4100057" y="2470484"/>
              <a:chExt cx="2265113" cy="2086917"/>
            </a:xfrm>
            <a:grpFill/>
          </p:grpSpPr>
          <p:sp>
            <p:nvSpPr>
              <p:cNvPr id="6" name="文本框 5"/>
              <p:cNvSpPr txBox="1"/>
              <p:nvPr/>
            </p:nvSpPr>
            <p:spPr>
              <a:xfrm>
                <a:off x="4100057" y="3081026"/>
                <a:ext cx="2265113" cy="1476375"/>
              </a:xfrm>
              <a:prstGeom prst="rect">
                <a:avLst/>
              </a:prstGeom>
              <a:noFill/>
              <a:extLst>
                <a:ext uri="{909E8E84-426E-40DD-AFC4-6F175D3DCCD1}">
                  <a14:hiddenFill xmlns:a14="http://schemas.microsoft.com/office/drawing/2010/main">
                    <a:grpFill/>
                  </a14:hiddenFill>
                </a:ext>
              </a:extLst>
            </p:spPr>
            <p:txBody>
              <a:bodyPr wrap="square" rtlCol="0">
                <a:spAutoFit/>
              </a:bodyPr>
              <a:lstStyle/>
              <a:p>
                <a:pPr indent="0" algn="ctr" hangingPunct="0">
                  <a:lnSpc>
                    <a:spcPct val="150000"/>
                  </a:lnSpc>
                  <a:buFont typeface="微软雅黑" panose="020B0503020204020204" pitchFamily="34" charset="-122"/>
                  <a:buNone/>
                </a:pPr>
                <a:r>
                  <a:rPr lang="zh-CN" altLang="en-US" sz="1200">
                    <a:solidFill>
                      <a:schemeClr val="bg1"/>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单击此处输入你的正文，文字是您思想的提炼，为了最终演示发布的良好效果，请尽量言简意赅的阐述观以准确理解您所传达的信息。</a:t>
                </a:r>
                <a:endParaRPr kumimoji="0" lang="zh-CN" altLang="en-US" sz="1200" i="0" u="none" strike="noStrike" kern="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7" name="矩形: 圆角 10"/>
              <p:cNvSpPr/>
              <p:nvPr/>
            </p:nvSpPr>
            <p:spPr>
              <a:xfrm>
                <a:off x="4584311" y="2470484"/>
                <a:ext cx="1395664" cy="433137"/>
              </a:xfrm>
              <a:prstGeom prst="roundRect">
                <a:avLst>
                  <a:gd name="adj" fmla="val 50000"/>
                </a:avLst>
              </a:prstGeom>
              <a:grpFill/>
              <a:ln w="12700" cap="flat" cmpd="sng" algn="ctr">
                <a:solidFill>
                  <a:schemeClr val="bg1"/>
                </a:soli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添加标题</a:t>
                </a:r>
              </a:p>
            </p:txBody>
          </p:sp>
        </p:grpSp>
      </p:grpSp>
      <p:grpSp>
        <p:nvGrpSpPr>
          <p:cNvPr id="25" name="组合 24"/>
          <p:cNvGrpSpPr/>
          <p:nvPr/>
        </p:nvGrpSpPr>
        <p:grpSpPr>
          <a:xfrm>
            <a:off x="8521392" y="2095501"/>
            <a:ext cx="3310042" cy="2967789"/>
            <a:chOff x="4186989" y="2117558"/>
            <a:chExt cx="3310042" cy="2967789"/>
          </a:xfrm>
          <a:solidFill>
            <a:srgbClr val="5BAE56"/>
          </a:solidFill>
        </p:grpSpPr>
        <p:sp>
          <p:nvSpPr>
            <p:cNvPr id="26" name="平行四边形 25"/>
            <p:cNvSpPr/>
            <p:nvPr/>
          </p:nvSpPr>
          <p:spPr>
            <a:xfrm>
              <a:off x="4186989" y="2117558"/>
              <a:ext cx="3310042" cy="2967789"/>
            </a:xfrm>
            <a:prstGeom prst="parallelogram">
              <a:avLst>
                <a:gd name="adj" fmla="val 26134"/>
              </a:avLst>
            </a:prstGeom>
            <a:grpFill/>
            <a:ln w="12700" cap="flat" cmpd="sng" algn="ctr">
              <a:noFill/>
              <a:prstDash val="solid"/>
              <a:miter lim="800000"/>
            </a:ln>
            <a:effectLst/>
          </p:spPr>
          <p:txBody>
            <a:bodyPr rtlCol="0" anchor="ctr"/>
            <a:lstStyle/>
            <a:p>
              <a:pPr marL="0" marR="0" lvl="0" indent="0" algn="ctr" defTabSz="541655" rtl="0" eaLnBrk="1" fontAlgn="auto"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7" name="组合 26"/>
            <p:cNvGrpSpPr/>
            <p:nvPr/>
          </p:nvGrpSpPr>
          <p:grpSpPr>
            <a:xfrm>
              <a:off x="4659924" y="2541581"/>
              <a:ext cx="2265113" cy="2086917"/>
              <a:chOff x="4100057" y="2470484"/>
              <a:chExt cx="2265113" cy="2086917"/>
            </a:xfrm>
            <a:grpFill/>
          </p:grpSpPr>
          <p:sp>
            <p:nvSpPr>
              <p:cNvPr id="28" name="文本框 27"/>
              <p:cNvSpPr txBox="1"/>
              <p:nvPr/>
            </p:nvSpPr>
            <p:spPr>
              <a:xfrm>
                <a:off x="4100057" y="3081026"/>
                <a:ext cx="2265113" cy="1476375"/>
              </a:xfrm>
              <a:prstGeom prst="rect">
                <a:avLst/>
              </a:prstGeom>
              <a:noFill/>
              <a:extLst>
                <a:ext uri="{909E8E84-426E-40DD-AFC4-6F175D3DCCD1}">
                  <a14:hiddenFill xmlns:a14="http://schemas.microsoft.com/office/drawing/2010/main">
                    <a:grpFill/>
                  </a14:hiddenFill>
                </a:ext>
              </a:extLst>
            </p:spPr>
            <p:txBody>
              <a:bodyPr wrap="square" rtlCol="0">
                <a:spAutoFit/>
              </a:bodyPr>
              <a:lstStyle/>
              <a:p>
                <a:pPr indent="0" algn="ctr" hangingPunct="0">
                  <a:lnSpc>
                    <a:spcPct val="150000"/>
                  </a:lnSpc>
                  <a:buFont typeface="微软雅黑" panose="020B0503020204020204" pitchFamily="34" charset="-122"/>
                  <a:buNone/>
                </a:pPr>
                <a:r>
                  <a:rPr lang="zh-CN" altLang="en-US" sz="1200">
                    <a:solidFill>
                      <a:schemeClr val="bg1"/>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单击此处输入你的正文，文字是您思想的提炼，为了最终演示发布的良好效果，请尽量言简意赅的阐述观以准确理解您所传达的信息。</a:t>
                </a:r>
                <a:endParaRPr kumimoji="0" lang="zh-CN" altLang="en-US" sz="1200" i="0" u="none" strike="noStrike" kern="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9" name="矩形: 圆角 10"/>
              <p:cNvSpPr/>
              <p:nvPr/>
            </p:nvSpPr>
            <p:spPr>
              <a:xfrm>
                <a:off x="4584311" y="2470484"/>
                <a:ext cx="1395664" cy="433137"/>
              </a:xfrm>
              <a:prstGeom prst="roundRect">
                <a:avLst>
                  <a:gd name="adj" fmla="val 50000"/>
                </a:avLst>
              </a:prstGeom>
              <a:grpFill/>
              <a:ln w="12700" cap="flat" cmpd="sng" algn="ctr">
                <a:solidFill>
                  <a:schemeClr val="bg1"/>
                </a:soli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添加标题</a:t>
                </a:r>
              </a:p>
            </p:txBody>
          </p:sp>
        </p:grpSp>
      </p:grpSp>
      <p:cxnSp>
        <p:nvCxnSpPr>
          <p:cNvPr id="22" name="直接连接符 21">
            <a:extLst>
              <a:ext uri="{FF2B5EF4-FFF2-40B4-BE49-F238E27FC236}">
                <a16:creationId xmlns:a16="http://schemas.microsoft.com/office/drawing/2014/main" id="{DCE264A0-3C25-464A-B4BB-3BAF81B558B7}"/>
              </a:ext>
            </a:extLst>
          </p:cNvPr>
          <p:cNvCxnSpPr/>
          <p:nvPr/>
        </p:nvCxnSpPr>
        <p:spPr>
          <a:xfrm>
            <a:off x="5866765" y="668020"/>
            <a:ext cx="844550" cy="0"/>
          </a:xfrm>
          <a:prstGeom prst="line">
            <a:avLst/>
          </a:prstGeom>
          <a:ln>
            <a:solidFill>
              <a:srgbClr val="5BAE56"/>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56598B6E-7FCE-4D24-A462-C06C1E4992B7}"/>
              </a:ext>
            </a:extLst>
          </p:cNvPr>
          <p:cNvSpPr txBox="1"/>
          <p:nvPr/>
        </p:nvSpPr>
        <p:spPr>
          <a:xfrm>
            <a:off x="4823460" y="90895"/>
            <a:ext cx="311404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r>
              <a:rPr lang="zh-CN" altLang="en-US"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亲子沟通</a:t>
            </a:r>
            <a:r>
              <a:rPr lang="en-US" altLang="zh-CN"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PPT</a:t>
            </a:r>
          </a:p>
        </p:txBody>
      </p:sp>
    </p:spTree>
    <p:extLst>
      <p:ext uri="{BB962C8B-B14F-4D97-AF65-F5344CB8AC3E}">
        <p14:creationId xmlns:p14="http://schemas.microsoft.com/office/powerpoint/2010/main" val="1849814222"/>
      </p:ext>
    </p:extLst>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a16="http://schemas.microsoft.com/office/drawing/2014/main" xmlns:a14="http://schemas.microsoft.com/office/drawing/2010/main" xmlns="">
      <p:transition spd="slow"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500" fill="hold"/>
                                        <p:tgtEl>
                                          <p:spTgt spid="5"/>
                                        </p:tgtEl>
                                        <p:attrNameLst>
                                          <p:attrName>ppt_x</p:attrName>
                                        </p:attrNameLst>
                                      </p:cBhvr>
                                      <p:tavLst>
                                        <p:tav tm="0">
                                          <p:val>
                                            <p:strVal val="1+#ppt_w/2"/>
                                          </p:val>
                                        </p:tav>
                                        <p:tav tm="100000">
                                          <p:val>
                                            <p:strVal val="#ppt_x"/>
                                          </p:val>
                                        </p:tav>
                                      </p:tavLst>
                                    </p:anim>
                                    <p:anim calcmode="lin" valueType="num">
                                      <p:cBhvr additive="base">
                                        <p:cTn id="8" dur="1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decel="10000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500" fill="hold"/>
                                        <p:tgtEl>
                                          <p:spTgt spid="2"/>
                                        </p:tgtEl>
                                        <p:attrNameLst>
                                          <p:attrName>ppt_x</p:attrName>
                                        </p:attrNameLst>
                                      </p:cBhvr>
                                      <p:tavLst>
                                        <p:tav tm="0">
                                          <p:val>
                                            <p:strVal val="1+#ppt_w/2"/>
                                          </p:val>
                                        </p:tav>
                                        <p:tav tm="100000">
                                          <p:val>
                                            <p:strVal val="#ppt_x"/>
                                          </p:val>
                                        </p:tav>
                                      </p:tavLst>
                                    </p:anim>
                                    <p:anim calcmode="lin" valueType="num">
                                      <p:cBhvr additive="base">
                                        <p:cTn id="12" dur="1500" fill="hold"/>
                                        <p:tgtEl>
                                          <p:spTgt spid="2"/>
                                        </p:tgtEl>
                                        <p:attrNameLst>
                                          <p:attrName>ppt_y</p:attrName>
                                        </p:attrNameLst>
                                      </p:cBhvr>
                                      <p:tavLst>
                                        <p:tav tm="0">
                                          <p:val>
                                            <p:strVal val="#ppt_y"/>
                                          </p:val>
                                        </p:tav>
                                        <p:tav tm="100000">
                                          <p:val>
                                            <p:strVal val="#ppt_y"/>
                                          </p:val>
                                        </p:tav>
                                      </p:tavLst>
                                    </p:anim>
                                  </p:childTnLst>
                                </p:cTn>
                              </p:par>
                              <p:par>
                                <p:cTn id="13" presetID="2" presetClass="entr" presetSubtype="2" decel="10000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1500" fill="hold"/>
                                        <p:tgtEl>
                                          <p:spTgt spid="25"/>
                                        </p:tgtEl>
                                        <p:attrNameLst>
                                          <p:attrName>ppt_x</p:attrName>
                                        </p:attrNameLst>
                                      </p:cBhvr>
                                      <p:tavLst>
                                        <p:tav tm="0">
                                          <p:val>
                                            <p:strVal val="1+#ppt_w/2"/>
                                          </p:val>
                                        </p:tav>
                                        <p:tav tm="100000">
                                          <p:val>
                                            <p:strVal val="#ppt_x"/>
                                          </p:val>
                                        </p:tav>
                                      </p:tavLst>
                                    </p:anim>
                                    <p:anim calcmode="lin" valueType="num">
                                      <p:cBhvr additive="base">
                                        <p:cTn id="16" dur="1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 name="图片 103"/>
          <p:cNvPicPr/>
          <p:nvPr/>
        </p:nvPicPr>
        <p:blipFill>
          <a:blip r:embed="R12d7e1ef31db4ab8"/>
          <a:stretch>
            <a:fillRect/>
          </a:stretch>
        </p:blipFill>
        <p:spPr>
          <a:xfrm>
            <a:off x="8750300" y="1167765"/>
            <a:ext cx="3441700" cy="4840605"/>
          </a:xfrm>
          <a:prstGeom prst="roundRect">
            <a:avLst>
              <a:gd name="adj" fmla="val 4815"/>
            </a:avLst>
          </a:prstGeom>
          <a:noFill/>
          <a:ln w="9525">
            <a:noFill/>
          </a:ln>
        </p:spPr>
      </p:pic>
      <p:pic>
        <p:nvPicPr>
          <p:cNvPr id="103" name="图片 102"/>
          <p:cNvPicPr/>
          <p:nvPr/>
        </p:nvPicPr>
        <p:blipFill>
          <a:blip r:embed="R8710acd07ba343ec"/>
          <a:stretch>
            <a:fillRect/>
          </a:stretch>
        </p:blipFill>
        <p:spPr>
          <a:xfrm>
            <a:off x="0" y="1167765"/>
            <a:ext cx="3511550" cy="4770120"/>
          </a:xfrm>
          <a:prstGeom prst="roundRect">
            <a:avLst>
              <a:gd name="adj" fmla="val 4381"/>
            </a:avLst>
          </a:prstGeom>
          <a:noFill/>
          <a:ln w="9525">
            <a:noFill/>
          </a:ln>
        </p:spPr>
      </p:pic>
      <p:sp>
        <p:nvSpPr>
          <p:cNvPr id="3" name="矩形"/>
          <p:cNvSpPr/>
          <p:nvPr/>
        </p:nvSpPr>
        <p:spPr>
          <a:xfrm>
            <a:off x="2811145" y="1177925"/>
            <a:ext cx="6663055" cy="4770120"/>
          </a:xfrm>
          <a:prstGeom prst="roundRect">
            <a:avLst>
              <a:gd name="adj" fmla="val 5625"/>
            </a:avLst>
          </a:prstGeom>
          <a:solidFill>
            <a:schemeClr val="bg1"/>
          </a:solidFill>
          <a:ln w="19050">
            <a:solidFill>
              <a:schemeClr val="bg1"/>
            </a:solidFill>
          </a:ln>
          <a:effectLst>
            <a:outerShdw blurRad="50800" dist="38100" dir="16200000" rotWithShape="0">
              <a:srgbClr val="5BAE56">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微软雅黑" panose="020B0503020204020204" pitchFamily="34" charset="-122"/>
            </a:endParaRPr>
          </a:p>
        </p:txBody>
      </p:sp>
      <p:sp>
        <p:nvSpPr>
          <p:cNvPr id="97" name="矩形"/>
          <p:cNvSpPr/>
          <p:nvPr/>
        </p:nvSpPr>
        <p:spPr>
          <a:xfrm>
            <a:off x="4653915" y="1464310"/>
            <a:ext cx="2821305" cy="619760"/>
          </a:xfrm>
          <a:prstGeom prst="roundRect">
            <a:avLst>
              <a:gd name="adj" fmla="val 50000"/>
            </a:avLst>
          </a:prstGeom>
          <a:solidFill>
            <a:srgbClr val="5BA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latin typeface="+mj-ea"/>
              <a:ea typeface="+mj-ea"/>
              <a:cs typeface="微软雅黑" panose="020B0503020204020204" pitchFamily="34" charset="-122"/>
            </a:endParaRPr>
          </a:p>
        </p:txBody>
      </p:sp>
      <p:sp>
        <p:nvSpPr>
          <p:cNvPr id="101" name="文本框"/>
          <p:cNvSpPr txBox="1"/>
          <p:nvPr/>
        </p:nvSpPr>
        <p:spPr>
          <a:xfrm>
            <a:off x="5292507" y="1549400"/>
            <a:ext cx="1415772" cy="461665"/>
          </a:xfrm>
          <a:prstGeom prst="rect">
            <a:avLst/>
          </a:prstGeom>
          <a:noFill/>
        </p:spPr>
        <p:txBody>
          <a:bodyPr wrap="none" rtlCol="0" anchor="t">
            <a:spAutoFit/>
          </a:bodyPr>
          <a:lstStyle/>
          <a:p>
            <a:r>
              <a:rPr lang="zh-CN" altLang="en-US" sz="2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添加标题</a:t>
            </a:r>
          </a:p>
        </p:txBody>
      </p:sp>
      <p:sp>
        <p:nvSpPr>
          <p:cNvPr id="44" name="矩形 43"/>
          <p:cNvSpPr/>
          <p:nvPr/>
        </p:nvSpPr>
        <p:spPr>
          <a:xfrm>
            <a:off x="3118485" y="3165475"/>
            <a:ext cx="2794635" cy="774700"/>
          </a:xfrm>
          <a:prstGeom prst="rect">
            <a:avLst/>
          </a:prstGeom>
          <a:noFill/>
        </p:spPr>
        <p:txBody>
          <a:bodyPr wrap="square" lIns="0" tIns="0" rIns="0" bIns="0" rtlCol="0">
            <a:spAutoFit/>
          </a:bodyPr>
          <a:lstStyle/>
          <a:p>
            <a:pPr indent="0" algn="just" hangingPunct="0">
              <a:lnSpc>
                <a:spcPct val="140000"/>
              </a:lnSpc>
              <a:buFont typeface="微软雅黑" panose="020B0503020204020204" pitchFamily="34" charset="-122"/>
              <a:buNone/>
            </a:pPr>
            <a:r>
              <a:rPr lang="zh-CN" altLang="en-US" sz="12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p>
        </p:txBody>
      </p:sp>
      <p:sp>
        <p:nvSpPr>
          <p:cNvPr id="45" name="矩形: 圆角 44"/>
          <p:cNvSpPr/>
          <p:nvPr/>
        </p:nvSpPr>
        <p:spPr>
          <a:xfrm>
            <a:off x="3103245" y="2600325"/>
            <a:ext cx="1919605" cy="457200"/>
          </a:xfrm>
          <a:prstGeom prst="roundRect">
            <a:avLst>
              <a:gd name="adj" fmla="val 50000"/>
            </a:avLst>
          </a:prstGeom>
          <a:solidFill>
            <a:srgbClr val="5BAE56"/>
          </a:solidFill>
          <a:ln>
            <a:solidFill>
              <a:srgbClr val="5BAE5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添加标题</a:t>
            </a:r>
          </a:p>
        </p:txBody>
      </p:sp>
      <p:sp>
        <p:nvSpPr>
          <p:cNvPr id="2" name="矩形 1"/>
          <p:cNvSpPr/>
          <p:nvPr/>
        </p:nvSpPr>
        <p:spPr>
          <a:xfrm>
            <a:off x="6426200" y="3165475"/>
            <a:ext cx="2794635" cy="774700"/>
          </a:xfrm>
          <a:prstGeom prst="rect">
            <a:avLst/>
          </a:prstGeom>
          <a:noFill/>
        </p:spPr>
        <p:txBody>
          <a:bodyPr wrap="square" lIns="0" tIns="0" rIns="0" bIns="0" rtlCol="0">
            <a:spAutoFit/>
          </a:bodyPr>
          <a:lstStyle/>
          <a:p>
            <a:pPr indent="0" algn="just" hangingPunct="0">
              <a:lnSpc>
                <a:spcPct val="140000"/>
              </a:lnSpc>
              <a:buFont typeface="微软雅黑" panose="020B0503020204020204" pitchFamily="34" charset="-122"/>
              <a:buNone/>
            </a:pPr>
            <a:r>
              <a:rPr lang="zh-CN" altLang="en-US" sz="12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p>
        </p:txBody>
      </p:sp>
      <p:sp>
        <p:nvSpPr>
          <p:cNvPr id="4" name="矩形: 圆角 44"/>
          <p:cNvSpPr/>
          <p:nvPr/>
        </p:nvSpPr>
        <p:spPr>
          <a:xfrm>
            <a:off x="6410960" y="2600325"/>
            <a:ext cx="1919605" cy="457200"/>
          </a:xfrm>
          <a:prstGeom prst="roundRect">
            <a:avLst>
              <a:gd name="adj" fmla="val 50000"/>
            </a:avLst>
          </a:prstGeom>
          <a:solidFill>
            <a:srgbClr val="5BAE56"/>
          </a:solidFill>
          <a:ln>
            <a:solidFill>
              <a:srgbClr val="5BAE5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添加标题</a:t>
            </a:r>
          </a:p>
        </p:txBody>
      </p:sp>
      <p:sp>
        <p:nvSpPr>
          <p:cNvPr id="5" name="矩形 4"/>
          <p:cNvSpPr/>
          <p:nvPr/>
        </p:nvSpPr>
        <p:spPr>
          <a:xfrm>
            <a:off x="3118485" y="4887595"/>
            <a:ext cx="2794635" cy="774700"/>
          </a:xfrm>
          <a:prstGeom prst="rect">
            <a:avLst/>
          </a:prstGeom>
          <a:noFill/>
        </p:spPr>
        <p:txBody>
          <a:bodyPr wrap="square" lIns="0" tIns="0" rIns="0" bIns="0" rtlCol="0">
            <a:spAutoFit/>
          </a:bodyPr>
          <a:lstStyle/>
          <a:p>
            <a:pPr indent="0" algn="just" hangingPunct="0">
              <a:lnSpc>
                <a:spcPct val="140000"/>
              </a:lnSpc>
              <a:buFont typeface="微软雅黑" panose="020B0503020204020204" pitchFamily="34" charset="-122"/>
              <a:buNone/>
            </a:pPr>
            <a:r>
              <a:rPr lang="zh-CN" altLang="en-US" sz="12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p>
        </p:txBody>
      </p:sp>
      <p:sp>
        <p:nvSpPr>
          <p:cNvPr id="6" name="矩形: 圆角 44"/>
          <p:cNvSpPr/>
          <p:nvPr/>
        </p:nvSpPr>
        <p:spPr>
          <a:xfrm>
            <a:off x="3103245" y="4322445"/>
            <a:ext cx="1919605" cy="457200"/>
          </a:xfrm>
          <a:prstGeom prst="roundRect">
            <a:avLst>
              <a:gd name="adj" fmla="val 50000"/>
            </a:avLst>
          </a:prstGeom>
          <a:solidFill>
            <a:srgbClr val="5BAE56"/>
          </a:solidFill>
          <a:ln>
            <a:solidFill>
              <a:srgbClr val="5BAE5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添加标题</a:t>
            </a:r>
          </a:p>
        </p:txBody>
      </p:sp>
      <p:sp>
        <p:nvSpPr>
          <p:cNvPr id="7" name="矩形 6"/>
          <p:cNvSpPr/>
          <p:nvPr/>
        </p:nvSpPr>
        <p:spPr>
          <a:xfrm>
            <a:off x="6426200" y="4887595"/>
            <a:ext cx="2794635" cy="774700"/>
          </a:xfrm>
          <a:prstGeom prst="rect">
            <a:avLst/>
          </a:prstGeom>
          <a:noFill/>
        </p:spPr>
        <p:txBody>
          <a:bodyPr wrap="square" lIns="0" tIns="0" rIns="0" bIns="0" rtlCol="0">
            <a:spAutoFit/>
          </a:bodyPr>
          <a:lstStyle/>
          <a:p>
            <a:pPr indent="0" algn="just" hangingPunct="0">
              <a:lnSpc>
                <a:spcPct val="140000"/>
              </a:lnSpc>
              <a:buFont typeface="微软雅黑" panose="020B0503020204020204" pitchFamily="34" charset="-122"/>
              <a:buNone/>
            </a:pPr>
            <a:r>
              <a:rPr lang="zh-CN" altLang="en-US" sz="12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p>
        </p:txBody>
      </p:sp>
      <p:sp>
        <p:nvSpPr>
          <p:cNvPr id="8" name="矩形: 圆角 44"/>
          <p:cNvSpPr/>
          <p:nvPr/>
        </p:nvSpPr>
        <p:spPr>
          <a:xfrm>
            <a:off x="6410960" y="4322445"/>
            <a:ext cx="1919605" cy="457200"/>
          </a:xfrm>
          <a:prstGeom prst="roundRect">
            <a:avLst>
              <a:gd name="adj" fmla="val 50000"/>
            </a:avLst>
          </a:prstGeom>
          <a:solidFill>
            <a:srgbClr val="5BAE56"/>
          </a:solidFill>
          <a:ln>
            <a:solidFill>
              <a:srgbClr val="5BAE5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添加标题</a:t>
            </a:r>
          </a:p>
        </p:txBody>
      </p:sp>
      <p:cxnSp>
        <p:nvCxnSpPr>
          <p:cNvPr id="17" name="直接连接符 16">
            <a:extLst>
              <a:ext uri="{FF2B5EF4-FFF2-40B4-BE49-F238E27FC236}">
                <a16:creationId xmlns:a16="http://schemas.microsoft.com/office/drawing/2014/main" id="{9019D952-658D-498D-9CA8-01A65A767182}"/>
              </a:ext>
            </a:extLst>
          </p:cNvPr>
          <p:cNvCxnSpPr/>
          <p:nvPr/>
        </p:nvCxnSpPr>
        <p:spPr>
          <a:xfrm>
            <a:off x="5582285" y="668020"/>
            <a:ext cx="844550" cy="0"/>
          </a:xfrm>
          <a:prstGeom prst="line">
            <a:avLst/>
          </a:prstGeom>
          <a:ln>
            <a:solidFill>
              <a:srgbClr val="5BAE56"/>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925EBB83-37E3-4117-A3EC-98A6F9DCDD73}"/>
              </a:ext>
            </a:extLst>
          </p:cNvPr>
          <p:cNvSpPr txBox="1"/>
          <p:nvPr/>
        </p:nvSpPr>
        <p:spPr>
          <a:xfrm>
            <a:off x="4538980" y="90895"/>
            <a:ext cx="311404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r>
              <a:rPr lang="zh-CN" altLang="en-US"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亲子沟通</a:t>
            </a:r>
            <a:r>
              <a:rPr lang="en-US" altLang="zh-CN"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PPT</a:t>
            </a:r>
          </a:p>
        </p:txBody>
      </p:sp>
    </p:spTree>
    <p:custDataLst>
      <p:tags r:id="R688a97caf8e24db1"/>
    </p:custDataLst>
  </p:cSld>
  <p:clrMapOvr>
    <a:masterClrMapping/>
  </p:clrMapOvr>
  <p:transition advTm="2000">
    <p:plus/>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89789798787"/>
          <p:cNvPicPr>
            <a:picLocks noChangeAspect="1"/>
          </p:cNvPicPr>
          <p:nvPr/>
        </p:nvPicPr>
        <p:blipFill>
          <a:blip r:embed="R98b221abac5b48d4"/>
          <a:stretch>
            <a:fillRect/>
          </a:stretch>
        </p:blipFill>
        <p:spPr>
          <a:xfrm>
            <a:off x="0" y="0"/>
            <a:ext cx="12192000" cy="6856730"/>
          </a:xfrm>
          <a:prstGeom prst="rect">
            <a:avLst/>
          </a:prstGeom>
        </p:spPr>
      </p:pic>
      <p:pic>
        <p:nvPicPr>
          <p:cNvPr id="10" name="图片 9" descr="hand-drawn-family-portrait_23-2148100357.webp"/>
          <p:cNvPicPr>
            <a:picLocks noChangeAspect="1"/>
          </p:cNvPicPr>
          <p:nvPr/>
        </p:nvPicPr>
        <p:blipFill>
          <a:blip r:embed="R1a56fa285e754859"/>
          <a:stretch>
            <a:fillRect/>
          </a:stretch>
        </p:blipFill>
        <p:spPr>
          <a:xfrm>
            <a:off x="580390" y="588645"/>
            <a:ext cx="4316095" cy="3973830"/>
          </a:xfrm>
          <a:prstGeom prst="rect">
            <a:avLst/>
          </a:prstGeom>
        </p:spPr>
      </p:pic>
      <p:sp>
        <p:nvSpPr>
          <p:cNvPr id="5" name="圆角矩形 4"/>
          <p:cNvSpPr/>
          <p:nvPr/>
        </p:nvSpPr>
        <p:spPr>
          <a:xfrm>
            <a:off x="4896485" y="1184275"/>
            <a:ext cx="6664960" cy="3213100"/>
          </a:xfrm>
          <a:prstGeom prst="roundRect">
            <a:avLst>
              <a:gd name="adj" fmla="val 8577"/>
            </a:avLst>
          </a:prstGeom>
          <a:solidFill>
            <a:srgbClr val="5BA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5290820" y="3133408"/>
            <a:ext cx="5391150" cy="1060450"/>
          </a:xfrm>
          <a:prstGeom prst="rect">
            <a:avLst/>
          </a:prstGeom>
          <a:solidFill>
            <a:srgbClr val="5BAE56"/>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hangingPunct="0">
              <a:lnSpc>
                <a:spcPct val="150000"/>
              </a:lnSpc>
              <a:buFont typeface="微软雅黑" panose="020B0503020204020204" pitchFamily="34" charset="-122"/>
              <a:buNone/>
            </a:pPr>
            <a:r>
              <a:rPr lang="zh-CN" altLang="en-US" sz="1400">
                <a:solidFill>
                  <a:schemeClr val="bg1"/>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单击此处输入你的正文，文字是您思想的提炼，为了最终演示发布的良好效果，请尽量言简意赅的阐述观点；根据需要可酌情增减文字，以便观者可以准确理解您所传达的信息。</a:t>
            </a:r>
          </a:p>
        </p:txBody>
      </p:sp>
      <p:sp>
        <p:nvSpPr>
          <p:cNvPr id="4" name="文本框 3"/>
          <p:cNvSpPr txBox="1"/>
          <p:nvPr/>
        </p:nvSpPr>
        <p:spPr>
          <a:xfrm>
            <a:off x="5310505" y="2376170"/>
            <a:ext cx="5371465" cy="829945"/>
          </a:xfrm>
          <a:prstGeom prst="rect">
            <a:avLst/>
          </a:prstGeom>
          <a:solidFill>
            <a:srgbClr val="5BAE56"/>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4800" dirty="0">
                <a:solidFill>
                  <a:schemeClr val="bg1"/>
                </a:solidFill>
                <a:latin typeface="方正正大黑简体" panose="02000000000000000000" pitchFamily="2" charset="-122"/>
                <a:ea typeface="方正正大黑简体" panose="02000000000000000000" pitchFamily="2" charset="-122"/>
                <a:cs typeface="微软雅黑" panose="020B0503020204020204" pitchFamily="34" charset="-122"/>
                <a:sym typeface="微软雅黑" panose="020B0503020204020204" pitchFamily="34" charset="-122"/>
              </a:rPr>
              <a:t>家庭沟通的原则</a:t>
            </a:r>
          </a:p>
        </p:txBody>
      </p:sp>
      <p:sp>
        <p:nvSpPr>
          <p:cNvPr id="6" name="文本框 5"/>
          <p:cNvSpPr txBox="1"/>
          <p:nvPr/>
        </p:nvSpPr>
        <p:spPr>
          <a:xfrm>
            <a:off x="5290820" y="1510030"/>
            <a:ext cx="1228725" cy="922020"/>
          </a:xfrm>
          <a:prstGeom prst="rect">
            <a:avLst/>
          </a:prstGeom>
          <a:solidFill>
            <a:srgbClr val="5BAE56"/>
          </a:solidFill>
        </p:spPr>
        <p:txBody>
          <a:bodyPr wrap="square" rtlCol="0">
            <a:spAutoFit/>
          </a:bodyPr>
          <a:lstStyle>
            <a:defPPr>
              <a:defRPr lang="zh-CN"/>
            </a:defPPr>
            <a:lvl1pPr algn="ctr">
              <a:defRPr sz="5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sym typeface="+mn-ea"/>
              </a:rPr>
              <a:t>02</a:t>
            </a:r>
          </a:p>
        </p:txBody>
      </p:sp>
      <p:cxnSp>
        <p:nvCxnSpPr>
          <p:cNvPr id="20" name="直接连接符 19"/>
          <p:cNvCxnSpPr/>
          <p:nvPr/>
        </p:nvCxnSpPr>
        <p:spPr>
          <a:xfrm>
            <a:off x="6519545" y="1985010"/>
            <a:ext cx="2797810" cy="0"/>
          </a:xfrm>
          <a:prstGeom prst="line">
            <a:avLst/>
          </a:prstGeom>
          <a:solidFill>
            <a:srgbClr val="5BAE56"/>
          </a:solidFill>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圆角矩形 6"/>
          <p:cNvSpPr/>
          <p:nvPr/>
        </p:nvSpPr>
        <p:spPr>
          <a:xfrm>
            <a:off x="723900" y="4427220"/>
            <a:ext cx="10837545" cy="902970"/>
          </a:xfrm>
          <a:prstGeom prst="roundRect">
            <a:avLst/>
          </a:prstGeom>
          <a:solidFill>
            <a:srgbClr val="5BAE56"/>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文本框 24"/>
          <p:cNvSpPr txBox="1"/>
          <p:nvPr/>
        </p:nvSpPr>
        <p:spPr>
          <a:xfrm>
            <a:off x="925195" y="4455795"/>
            <a:ext cx="10497185" cy="737235"/>
          </a:xfrm>
          <a:prstGeom prst="rect">
            <a:avLst/>
          </a:prstGeom>
          <a:solidFill>
            <a:srgbClr val="5BAE56"/>
          </a:solidFill>
          <a:ln>
            <a:noFill/>
          </a:ln>
        </p:spPr>
        <p:txBody>
          <a:bodyPr wrap="square" rtlCol="0" anchor="t">
            <a:spAutoFit/>
          </a:bodyPr>
          <a:lstStyle/>
          <a:p>
            <a:pPr indent="0" algn="just" hangingPunct="0">
              <a:lnSpc>
                <a:spcPct val="150000"/>
              </a:lnSpc>
              <a:buFont typeface="微软雅黑" panose="020B0503020204020204" pitchFamily="34" charset="-122"/>
              <a:buNone/>
            </a:pPr>
            <a:r>
              <a:rPr lang="zh-CN" altLang="en-US" sz="1400">
                <a:solidFill>
                  <a:schemeClr val="bg1"/>
                </a:solidFill>
                <a:latin typeface="微软雅黑" panose="020B0503020204020204" pitchFamily="34" charset="-122"/>
                <a:ea typeface="微软雅黑" panose="020B0503020204020204" pitchFamily="34" charset="-122"/>
                <a:cs typeface="+mn-ea"/>
                <a:sym typeface="+mn-lt"/>
              </a:rPr>
              <a:t>您的正文已经简明扼要，字字珠玑，但信息却错综复杂，需要用更多的文字来表述；但请您尽可能提炼思想的精髓，否则容易造成观者的阅读压力，适得其反。</a:t>
            </a:r>
            <a:endParaRPr lang="zh-CN" altLang="en-US" sz="14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spd="med" advTm="8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1" nodeType="with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1000"/>
                                        <p:tgtEl>
                                          <p:spTgt spid="25"/>
                                        </p:tgtEl>
                                      </p:cBhvr>
                                    </p:animEffect>
                                    <p:anim calcmode="lin" valueType="num">
                                      <p:cBhvr>
                                        <p:cTn id="13" dur="1000" fill="hold"/>
                                        <p:tgtEl>
                                          <p:spTgt spid="25"/>
                                        </p:tgtEl>
                                        <p:attrNameLst>
                                          <p:attrName>ppt_x</p:attrName>
                                        </p:attrNameLst>
                                      </p:cBhvr>
                                      <p:tavLst>
                                        <p:tav tm="0">
                                          <p:val>
                                            <p:strVal val="#ppt_x"/>
                                          </p:val>
                                        </p:tav>
                                        <p:tav tm="100000">
                                          <p:val>
                                            <p:strVal val="#ppt_x"/>
                                          </p:val>
                                        </p:tav>
                                      </p:tavLst>
                                    </p:anim>
                                    <p:anim calcmode="lin" valueType="num">
                                      <p:cBhvr>
                                        <p:cTn id="14"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5"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矩形"/>
          <p:cNvSpPr/>
          <p:nvPr/>
        </p:nvSpPr>
        <p:spPr>
          <a:xfrm flipH="1">
            <a:off x="1034415" y="2781300"/>
            <a:ext cx="3811905" cy="688975"/>
          </a:xfrm>
          <a:prstGeom prst="rect">
            <a:avLst/>
          </a:prstGeom>
          <a:solidFill>
            <a:srgbClr val="5BAE56"/>
          </a:solidFill>
          <a:ln>
            <a:noFill/>
          </a:ln>
          <a:effectLst>
            <a:outerShdw blurRad="762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 name="文本框"/>
          <p:cNvSpPr txBox="1"/>
          <p:nvPr/>
        </p:nvSpPr>
        <p:spPr>
          <a:xfrm flipH="1">
            <a:off x="1386840" y="2781300"/>
            <a:ext cx="3056890" cy="688975"/>
          </a:xfrm>
          <a:prstGeom prst="rect">
            <a:avLst/>
          </a:prstGeom>
          <a:noFill/>
          <a:extLst>
            <a:ext uri="{909E8E84-426E-40DD-AFC4-6F175D3DCCD1}">
              <a14:hiddenFill xmlns:a14="http://schemas.microsoft.com/office/drawing/2010/main">
                <a:solidFill>
                  <a:schemeClr val="accent1"/>
                </a:solidFill>
              </a14:hiddenFill>
            </a:ext>
          </a:extLst>
        </p:spPr>
        <p:txBody>
          <a:bodyPr wrap="square" anchor="ctr">
            <a:noAutofit/>
          </a:bodyPr>
          <a:lstStyle>
            <a:defPPr>
              <a:defRPr lang="zh-CN"/>
            </a:defPPr>
            <a:lvl1pPr>
              <a:defRPr>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ctr">
              <a:lnSpc>
                <a:spcPct val="100000"/>
              </a:lnSpc>
            </a:pPr>
            <a:r>
              <a:rPr lang="zh-CN" altLang="en-US" sz="2400" b="1">
                <a:solidFill>
                  <a:schemeClr val="bg1"/>
                </a:solidFill>
                <a:cs typeface="微软雅黑" panose="020B0503020204020204" pitchFamily="34" charset="-122"/>
                <a:sym typeface="+mn-ea"/>
              </a:rPr>
              <a:t>添加标题</a:t>
            </a:r>
            <a:endParaRPr lang="zh-CN" altLang="en-US" sz="2400" b="1" spc="300">
              <a:solidFill>
                <a:schemeClr val="bg1"/>
              </a:solidFill>
              <a:cs typeface="微软雅黑" panose="020B0503020204020204" pitchFamily="34" charset="-122"/>
              <a:sym typeface="+mn-ea"/>
            </a:endParaRPr>
          </a:p>
        </p:txBody>
      </p:sp>
      <p:sp>
        <p:nvSpPr>
          <p:cNvPr id="104" name="矩形"/>
          <p:cNvSpPr/>
          <p:nvPr/>
        </p:nvSpPr>
        <p:spPr>
          <a:xfrm flipH="1">
            <a:off x="1034415" y="4014470"/>
            <a:ext cx="3811905" cy="688975"/>
          </a:xfrm>
          <a:prstGeom prst="rect">
            <a:avLst/>
          </a:prstGeom>
          <a:solidFill>
            <a:srgbClr val="5BAE56"/>
          </a:solidFill>
          <a:ln>
            <a:noFill/>
          </a:ln>
          <a:effectLst>
            <a:outerShdw blurRad="762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文本框"/>
          <p:cNvSpPr txBox="1"/>
          <p:nvPr/>
        </p:nvSpPr>
        <p:spPr>
          <a:xfrm flipH="1">
            <a:off x="1386840" y="4003040"/>
            <a:ext cx="3056890" cy="688975"/>
          </a:xfrm>
          <a:prstGeom prst="rect">
            <a:avLst/>
          </a:prstGeom>
          <a:noFill/>
          <a:extLst>
            <a:ext uri="{909E8E84-426E-40DD-AFC4-6F175D3DCCD1}">
              <a14:hiddenFill xmlns:a14="http://schemas.microsoft.com/office/drawing/2010/main">
                <a:solidFill>
                  <a:schemeClr val="accent2"/>
                </a:solidFill>
              </a14:hiddenFill>
            </a:ext>
          </a:extLst>
        </p:spPr>
        <p:txBody>
          <a:bodyPr wrap="square" anchor="ctr">
            <a:noAutofit/>
          </a:bodyPr>
          <a:lstStyle>
            <a:defPPr>
              <a:defRPr lang="zh-CN"/>
            </a:defPPr>
            <a:lvl1pPr>
              <a:defRPr>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ctr">
              <a:lnSpc>
                <a:spcPct val="100000"/>
              </a:lnSpc>
            </a:pPr>
            <a:r>
              <a:rPr lang="zh-CN" altLang="en-US" sz="2400" b="1">
                <a:solidFill>
                  <a:schemeClr val="bg1"/>
                </a:solidFill>
                <a:cs typeface="微软雅黑" panose="020B0503020204020204" pitchFamily="34" charset="-122"/>
                <a:sym typeface="+mn-ea"/>
              </a:rPr>
              <a:t>添加标题</a:t>
            </a:r>
            <a:endParaRPr lang="zh-CN" altLang="en-US" sz="2400" b="1" spc="300">
              <a:solidFill>
                <a:schemeClr val="bg1"/>
              </a:solidFill>
              <a:cs typeface="微软雅黑" panose="020B0503020204020204" pitchFamily="34" charset="-122"/>
              <a:sym typeface="+mn-ea"/>
            </a:endParaRPr>
          </a:p>
        </p:txBody>
      </p:sp>
      <p:sp>
        <p:nvSpPr>
          <p:cNvPr id="112" name="文本框"/>
          <p:cNvSpPr/>
          <p:nvPr/>
        </p:nvSpPr>
        <p:spPr>
          <a:xfrm>
            <a:off x="1001395" y="1562100"/>
            <a:ext cx="3921760" cy="995045"/>
          </a:xfrm>
          <a:prstGeom prst="rect">
            <a:avLst/>
          </a:prstGeom>
        </p:spPr>
        <p:txBody>
          <a:bodyPr wrap="square">
            <a:spAutoFit/>
          </a:bodyPr>
          <a:lstStyle/>
          <a:p>
            <a:pPr indent="0" algn="l" hangingPunct="0">
              <a:lnSpc>
                <a:spcPct val="14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单击此处输入你的正文文字是您思想的提炼为了最终演示发布的良好效果，请尽量言简意赅的阐述观点根据需要可酌情增减文字</a:t>
            </a: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 name="文本框"/>
          <p:cNvSpPr/>
          <p:nvPr/>
        </p:nvSpPr>
        <p:spPr>
          <a:xfrm>
            <a:off x="1001395" y="4820285"/>
            <a:ext cx="3921760" cy="995045"/>
          </a:xfrm>
          <a:prstGeom prst="rect">
            <a:avLst/>
          </a:prstGeom>
        </p:spPr>
        <p:txBody>
          <a:bodyPr wrap="square">
            <a:spAutoFit/>
          </a:bodyPr>
          <a:lstStyle/>
          <a:p>
            <a:pPr indent="0" algn="l" hangingPunct="0">
              <a:lnSpc>
                <a:spcPct val="14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单击此处输入你的正文文字是您思想的提炼为了最终演示发布的良好效果，请尽量言简意赅的阐述观点根据需要可酌情增减文字</a:t>
            </a: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cxnSp>
        <p:nvCxnSpPr>
          <p:cNvPr id="5" name="直接连接符 4"/>
          <p:cNvCxnSpPr/>
          <p:nvPr/>
        </p:nvCxnSpPr>
        <p:spPr>
          <a:xfrm>
            <a:off x="4974590" y="3134995"/>
            <a:ext cx="2210435" cy="0"/>
          </a:xfrm>
          <a:prstGeom prst="line">
            <a:avLst/>
          </a:prstGeom>
          <a:ln>
            <a:solidFill>
              <a:srgbClr val="5BAE56"/>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4974590" y="4347845"/>
            <a:ext cx="2210435" cy="0"/>
          </a:xfrm>
          <a:prstGeom prst="line">
            <a:avLst/>
          </a:prstGeom>
          <a:ln>
            <a:solidFill>
              <a:srgbClr val="5BAE56"/>
            </a:solidFill>
          </a:ln>
        </p:spPr>
        <p:style>
          <a:lnRef idx="1">
            <a:schemeClr val="accent1"/>
          </a:lnRef>
          <a:fillRef idx="0">
            <a:schemeClr val="accent1"/>
          </a:fillRef>
          <a:effectRef idx="0">
            <a:schemeClr val="accent1"/>
          </a:effectRef>
          <a:fontRef idx="minor">
            <a:schemeClr val="tx1"/>
          </a:fontRef>
        </p:style>
      </p:cxnSp>
      <p:sp>
        <p:nvSpPr>
          <p:cNvPr id="9" name="矩形"/>
          <p:cNvSpPr/>
          <p:nvPr/>
        </p:nvSpPr>
        <p:spPr>
          <a:xfrm flipH="1">
            <a:off x="7288530" y="2770505"/>
            <a:ext cx="3811905" cy="688975"/>
          </a:xfrm>
          <a:prstGeom prst="rect">
            <a:avLst/>
          </a:prstGeom>
          <a:solidFill>
            <a:srgbClr val="5BAE56"/>
          </a:solidFill>
          <a:ln>
            <a:noFill/>
          </a:ln>
          <a:effectLst>
            <a:outerShdw blurRad="762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文本框"/>
          <p:cNvSpPr txBox="1"/>
          <p:nvPr/>
        </p:nvSpPr>
        <p:spPr>
          <a:xfrm flipH="1">
            <a:off x="7640955" y="2770505"/>
            <a:ext cx="3056890" cy="688975"/>
          </a:xfrm>
          <a:prstGeom prst="rect">
            <a:avLst/>
          </a:prstGeom>
          <a:noFill/>
          <a:extLst>
            <a:ext uri="{909E8E84-426E-40DD-AFC4-6F175D3DCCD1}">
              <a14:hiddenFill xmlns:a14="http://schemas.microsoft.com/office/drawing/2010/main">
                <a:solidFill>
                  <a:schemeClr val="accent1"/>
                </a:solidFill>
              </a14:hiddenFill>
            </a:ext>
          </a:extLst>
        </p:spPr>
        <p:txBody>
          <a:bodyPr wrap="square" anchor="ctr">
            <a:noAutofit/>
          </a:bodyPr>
          <a:lstStyle>
            <a:defPPr>
              <a:defRPr lang="zh-CN"/>
            </a:defPPr>
            <a:lvl1pPr>
              <a:defRPr>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ctr">
              <a:lnSpc>
                <a:spcPct val="100000"/>
              </a:lnSpc>
            </a:pPr>
            <a:r>
              <a:rPr lang="zh-CN" altLang="en-US" sz="2400" b="1">
                <a:solidFill>
                  <a:schemeClr val="bg1"/>
                </a:solidFill>
                <a:cs typeface="微软雅黑" panose="020B0503020204020204" pitchFamily="34" charset="-122"/>
                <a:sym typeface="+mn-ea"/>
              </a:rPr>
              <a:t>添加标题</a:t>
            </a:r>
            <a:endParaRPr lang="zh-CN" altLang="en-US" sz="2400" b="1" spc="300">
              <a:solidFill>
                <a:schemeClr val="bg1"/>
              </a:solidFill>
              <a:cs typeface="微软雅黑" panose="020B0503020204020204" pitchFamily="34" charset="-122"/>
              <a:sym typeface="+mn-ea"/>
            </a:endParaRPr>
          </a:p>
        </p:txBody>
      </p:sp>
      <p:sp>
        <p:nvSpPr>
          <p:cNvPr id="11" name="矩形"/>
          <p:cNvSpPr/>
          <p:nvPr/>
        </p:nvSpPr>
        <p:spPr>
          <a:xfrm flipH="1">
            <a:off x="7288530" y="4003675"/>
            <a:ext cx="3811905" cy="688975"/>
          </a:xfrm>
          <a:prstGeom prst="rect">
            <a:avLst/>
          </a:prstGeom>
          <a:solidFill>
            <a:srgbClr val="5BAE56"/>
          </a:solidFill>
          <a:ln>
            <a:noFill/>
          </a:ln>
          <a:effectLst>
            <a:outerShdw blurRad="762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文本框"/>
          <p:cNvSpPr txBox="1"/>
          <p:nvPr/>
        </p:nvSpPr>
        <p:spPr>
          <a:xfrm flipH="1">
            <a:off x="7640955" y="3992245"/>
            <a:ext cx="3056890" cy="688975"/>
          </a:xfrm>
          <a:prstGeom prst="rect">
            <a:avLst/>
          </a:prstGeom>
          <a:noFill/>
          <a:extLst>
            <a:ext uri="{909E8E84-426E-40DD-AFC4-6F175D3DCCD1}">
              <a14:hiddenFill xmlns:a14="http://schemas.microsoft.com/office/drawing/2010/main">
                <a:solidFill>
                  <a:schemeClr val="accent2"/>
                </a:solidFill>
              </a14:hiddenFill>
            </a:ext>
          </a:extLst>
        </p:spPr>
        <p:txBody>
          <a:bodyPr wrap="square" anchor="ctr">
            <a:noAutofit/>
          </a:bodyPr>
          <a:lstStyle>
            <a:defPPr>
              <a:defRPr lang="zh-CN"/>
            </a:defPPr>
            <a:lvl1pPr>
              <a:defRPr>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ctr">
              <a:lnSpc>
                <a:spcPct val="100000"/>
              </a:lnSpc>
            </a:pPr>
            <a:r>
              <a:rPr lang="zh-CN" altLang="en-US" sz="2400" b="1">
                <a:solidFill>
                  <a:schemeClr val="bg1"/>
                </a:solidFill>
                <a:cs typeface="微软雅黑" panose="020B0503020204020204" pitchFamily="34" charset="-122"/>
                <a:sym typeface="+mn-ea"/>
              </a:rPr>
              <a:t>添加标题</a:t>
            </a:r>
            <a:endParaRPr lang="zh-CN" altLang="en-US" sz="2400" b="1" spc="300">
              <a:solidFill>
                <a:schemeClr val="bg1"/>
              </a:solidFill>
              <a:cs typeface="微软雅黑" panose="020B0503020204020204" pitchFamily="34" charset="-122"/>
              <a:sym typeface="+mn-ea"/>
            </a:endParaRPr>
          </a:p>
        </p:txBody>
      </p:sp>
      <p:sp>
        <p:nvSpPr>
          <p:cNvPr id="13" name="文本框"/>
          <p:cNvSpPr/>
          <p:nvPr/>
        </p:nvSpPr>
        <p:spPr>
          <a:xfrm>
            <a:off x="7255510" y="1551305"/>
            <a:ext cx="3921760" cy="995045"/>
          </a:xfrm>
          <a:prstGeom prst="rect">
            <a:avLst/>
          </a:prstGeom>
        </p:spPr>
        <p:txBody>
          <a:bodyPr wrap="square">
            <a:spAutoFit/>
          </a:bodyPr>
          <a:lstStyle/>
          <a:p>
            <a:pPr indent="0" algn="l" hangingPunct="0">
              <a:lnSpc>
                <a:spcPct val="14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单击此处输入你的正文文字是您思想的提炼为了最终演示发布的良好效果，请尽量言简意赅的阐述观点根据需要可酌情增减文字</a:t>
            </a: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4" name="文本框"/>
          <p:cNvSpPr/>
          <p:nvPr/>
        </p:nvSpPr>
        <p:spPr>
          <a:xfrm>
            <a:off x="7255510" y="4809490"/>
            <a:ext cx="3921760" cy="995045"/>
          </a:xfrm>
          <a:prstGeom prst="rect">
            <a:avLst/>
          </a:prstGeom>
        </p:spPr>
        <p:txBody>
          <a:bodyPr wrap="square">
            <a:spAutoFit/>
          </a:bodyPr>
          <a:lstStyle/>
          <a:p>
            <a:pPr indent="0" algn="l" hangingPunct="0">
              <a:lnSpc>
                <a:spcPct val="14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单击此处输入你的正文文字是您思想的提炼为了最终演示发布的良好效果，请尽量言简意赅的阐述观点根据需要可酌情增减文字</a:t>
            </a: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0" name="椭圆 19"/>
          <p:cNvSpPr/>
          <p:nvPr/>
        </p:nvSpPr>
        <p:spPr>
          <a:xfrm>
            <a:off x="5810250" y="3905885"/>
            <a:ext cx="885190" cy="885190"/>
          </a:xfrm>
          <a:prstGeom prst="ellipse">
            <a:avLst/>
          </a:prstGeom>
          <a:solidFill>
            <a:srgbClr val="5BAE56"/>
          </a:solidFill>
          <a:ln>
            <a:solidFill>
              <a:srgbClr val="5BAE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cs typeface="微软雅黑" panose="020B0503020204020204" pitchFamily="34" charset="-122"/>
            </a:endParaRPr>
          </a:p>
        </p:txBody>
      </p:sp>
      <p:sp>
        <p:nvSpPr>
          <p:cNvPr id="22" name="椭圆 21"/>
          <p:cNvSpPr/>
          <p:nvPr/>
        </p:nvSpPr>
        <p:spPr>
          <a:xfrm>
            <a:off x="5807075" y="2663190"/>
            <a:ext cx="885190" cy="885190"/>
          </a:xfrm>
          <a:prstGeom prst="ellipse">
            <a:avLst/>
          </a:prstGeom>
          <a:solidFill>
            <a:srgbClr val="5BAE56"/>
          </a:solidFill>
          <a:ln>
            <a:solidFill>
              <a:srgbClr val="5BAE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cs typeface="微软雅黑" panose="020B0503020204020204" pitchFamily="34" charset="-122"/>
            </a:endParaRPr>
          </a:p>
        </p:txBody>
      </p:sp>
      <p:sp>
        <p:nvSpPr>
          <p:cNvPr id="16" name="任意多边形: 形状 33"/>
          <p:cNvSpPr/>
          <p:nvPr/>
        </p:nvSpPr>
        <p:spPr bwMode="auto">
          <a:xfrm>
            <a:off x="6019701" y="4102717"/>
            <a:ext cx="482928" cy="467933"/>
          </a:xfrm>
          <a:custGeom>
            <a:avLst/>
            <a:gdLst>
              <a:gd name="connsiteX0" fmla="*/ 58918 w 323554"/>
              <a:gd name="connsiteY0" fmla="*/ 189699 h 313525"/>
              <a:gd name="connsiteX1" fmla="*/ 101421 w 323554"/>
              <a:gd name="connsiteY1" fmla="*/ 189699 h 313525"/>
              <a:gd name="connsiteX2" fmla="*/ 103997 w 323554"/>
              <a:gd name="connsiteY2" fmla="*/ 189699 h 313525"/>
              <a:gd name="connsiteX3" fmla="*/ 114301 w 323554"/>
              <a:gd name="connsiteY3" fmla="*/ 201731 h 313525"/>
              <a:gd name="connsiteX4" fmla="*/ 113013 w 323554"/>
              <a:gd name="connsiteY4" fmla="*/ 205741 h 313525"/>
              <a:gd name="connsiteX5" fmla="*/ 101421 w 323554"/>
              <a:gd name="connsiteY5" fmla="*/ 215099 h 313525"/>
              <a:gd name="connsiteX6" fmla="*/ 58918 w 323554"/>
              <a:gd name="connsiteY6" fmla="*/ 215099 h 313525"/>
              <a:gd name="connsiteX7" fmla="*/ 46038 w 323554"/>
              <a:gd name="connsiteY7" fmla="*/ 201731 h 313525"/>
              <a:gd name="connsiteX8" fmla="*/ 58918 w 323554"/>
              <a:gd name="connsiteY8" fmla="*/ 189699 h 313525"/>
              <a:gd name="connsiteX9" fmla="*/ 149225 w 323554"/>
              <a:gd name="connsiteY9" fmla="*/ 165887 h 313525"/>
              <a:gd name="connsiteX10" fmla="*/ 142875 w 323554"/>
              <a:gd name="connsiteY10" fmla="*/ 186525 h 313525"/>
              <a:gd name="connsiteX11" fmla="*/ 153988 w 323554"/>
              <a:gd name="connsiteY11" fmla="*/ 196050 h 313525"/>
              <a:gd name="connsiteX12" fmla="*/ 173038 w 323554"/>
              <a:gd name="connsiteY12" fmla="*/ 188112 h 313525"/>
              <a:gd name="connsiteX13" fmla="*/ 145188 w 323554"/>
              <a:gd name="connsiteY13" fmla="*/ 151599 h 313525"/>
              <a:gd name="connsiteX14" fmla="*/ 187326 w 323554"/>
              <a:gd name="connsiteY14" fmla="*/ 190104 h 313525"/>
              <a:gd name="connsiteX15" fmla="*/ 138803 w 323554"/>
              <a:gd name="connsiteY15" fmla="*/ 210640 h 313525"/>
              <a:gd name="connsiteX16" fmla="*/ 131142 w 323554"/>
              <a:gd name="connsiteY16" fmla="*/ 210640 h 313525"/>
              <a:gd name="connsiteX17" fmla="*/ 129865 w 323554"/>
              <a:gd name="connsiteY17" fmla="*/ 202939 h 313525"/>
              <a:gd name="connsiteX18" fmla="*/ 145188 w 323554"/>
              <a:gd name="connsiteY18" fmla="*/ 151599 h 313525"/>
              <a:gd name="connsiteX19" fmla="*/ 58982 w 323554"/>
              <a:gd name="connsiteY19" fmla="*/ 146837 h 313525"/>
              <a:gd name="connsiteX20" fmla="*/ 130176 w 323554"/>
              <a:gd name="connsiteY20" fmla="*/ 146837 h 313525"/>
              <a:gd name="connsiteX21" fmla="*/ 130176 w 323554"/>
              <a:gd name="connsiteY21" fmla="*/ 148186 h 313525"/>
              <a:gd name="connsiteX22" fmla="*/ 122409 w 323554"/>
              <a:gd name="connsiteY22" fmla="*/ 173825 h 313525"/>
              <a:gd name="connsiteX23" fmla="*/ 58982 w 323554"/>
              <a:gd name="connsiteY23" fmla="*/ 173825 h 313525"/>
              <a:gd name="connsiteX24" fmla="*/ 46038 w 323554"/>
              <a:gd name="connsiteY24" fmla="*/ 160331 h 313525"/>
              <a:gd name="connsiteX25" fmla="*/ 58982 w 323554"/>
              <a:gd name="connsiteY25" fmla="*/ 146837 h 313525"/>
              <a:gd name="connsiteX26" fmla="*/ 59011 w 323554"/>
              <a:gd name="connsiteY26" fmla="*/ 105562 h 313525"/>
              <a:gd name="connsiteX27" fmla="*/ 166688 w 323554"/>
              <a:gd name="connsiteY27" fmla="*/ 105562 h 313525"/>
              <a:gd name="connsiteX28" fmla="*/ 144634 w 323554"/>
              <a:gd name="connsiteY28" fmla="*/ 130962 h 313525"/>
              <a:gd name="connsiteX29" fmla="*/ 59011 w 323554"/>
              <a:gd name="connsiteY29" fmla="*/ 130962 h 313525"/>
              <a:gd name="connsiteX30" fmla="*/ 46038 w 323554"/>
              <a:gd name="connsiteY30" fmla="*/ 118930 h 313525"/>
              <a:gd name="connsiteX31" fmla="*/ 59011 w 323554"/>
              <a:gd name="connsiteY31" fmla="*/ 105562 h 313525"/>
              <a:gd name="connsiteX32" fmla="*/ 226883 w 323554"/>
              <a:gd name="connsiteY32" fmla="*/ 81749 h 313525"/>
              <a:gd name="connsiteX33" fmla="*/ 224292 w 323554"/>
              <a:gd name="connsiteY33" fmla="*/ 83037 h 313525"/>
              <a:gd name="connsiteX34" fmla="*/ 171159 w 323554"/>
              <a:gd name="connsiteY34" fmla="*/ 140996 h 313525"/>
              <a:gd name="connsiteX35" fmla="*/ 172455 w 323554"/>
              <a:gd name="connsiteY35" fmla="*/ 146148 h 313525"/>
              <a:gd name="connsiteX36" fmla="*/ 175047 w 323554"/>
              <a:gd name="connsiteY36" fmla="*/ 148724 h 313525"/>
              <a:gd name="connsiteX37" fmla="*/ 177639 w 323554"/>
              <a:gd name="connsiteY37" fmla="*/ 150012 h 313525"/>
              <a:gd name="connsiteX38" fmla="*/ 180230 w 323554"/>
              <a:gd name="connsiteY38" fmla="*/ 148724 h 313525"/>
              <a:gd name="connsiteX39" fmla="*/ 232067 w 323554"/>
              <a:gd name="connsiteY39" fmla="*/ 90765 h 313525"/>
              <a:gd name="connsiteX40" fmla="*/ 232067 w 323554"/>
              <a:gd name="connsiteY40" fmla="*/ 85613 h 313525"/>
              <a:gd name="connsiteX41" fmla="*/ 229475 w 323554"/>
              <a:gd name="connsiteY41" fmla="*/ 83037 h 313525"/>
              <a:gd name="connsiteX42" fmla="*/ 226883 w 323554"/>
              <a:gd name="connsiteY42" fmla="*/ 81749 h 313525"/>
              <a:gd name="connsiteX43" fmla="*/ 247254 w 323554"/>
              <a:gd name="connsiteY43" fmla="*/ 62303 h 313525"/>
              <a:gd name="connsiteX44" fmla="*/ 242491 w 323554"/>
              <a:gd name="connsiteY44" fmla="*/ 63493 h 313525"/>
              <a:gd name="connsiteX45" fmla="*/ 237729 w 323554"/>
              <a:gd name="connsiteY45" fmla="*/ 68256 h 313525"/>
              <a:gd name="connsiteX46" fmla="*/ 236538 w 323554"/>
              <a:gd name="connsiteY46" fmla="*/ 70637 h 313525"/>
              <a:gd name="connsiteX47" fmla="*/ 237729 w 323554"/>
              <a:gd name="connsiteY47" fmla="*/ 73019 h 313525"/>
              <a:gd name="connsiteX48" fmla="*/ 240110 w 323554"/>
              <a:gd name="connsiteY48" fmla="*/ 74209 h 313525"/>
              <a:gd name="connsiteX49" fmla="*/ 242491 w 323554"/>
              <a:gd name="connsiteY49" fmla="*/ 75400 h 313525"/>
              <a:gd name="connsiteX50" fmla="*/ 244873 w 323554"/>
              <a:gd name="connsiteY50" fmla="*/ 75400 h 313525"/>
              <a:gd name="connsiteX51" fmla="*/ 244873 w 323554"/>
              <a:gd name="connsiteY51" fmla="*/ 74209 h 313525"/>
              <a:gd name="connsiteX52" fmla="*/ 249635 w 323554"/>
              <a:gd name="connsiteY52" fmla="*/ 69447 h 313525"/>
              <a:gd name="connsiteX53" fmla="*/ 249635 w 323554"/>
              <a:gd name="connsiteY53" fmla="*/ 64684 h 313525"/>
              <a:gd name="connsiteX54" fmla="*/ 247254 w 323554"/>
              <a:gd name="connsiteY54" fmla="*/ 62303 h 313525"/>
              <a:gd name="connsiteX55" fmla="*/ 24647 w 323554"/>
              <a:gd name="connsiteY55" fmla="*/ 48412 h 313525"/>
              <a:gd name="connsiteX56" fmla="*/ 201069 w 323554"/>
              <a:gd name="connsiteY56" fmla="*/ 48412 h 313525"/>
              <a:gd name="connsiteX57" fmla="*/ 214041 w 323554"/>
              <a:gd name="connsiteY57" fmla="*/ 52292 h 313525"/>
              <a:gd name="connsiteX58" fmla="*/ 193285 w 323554"/>
              <a:gd name="connsiteY58" fmla="*/ 76863 h 313525"/>
              <a:gd name="connsiteX59" fmla="*/ 181610 w 323554"/>
              <a:gd name="connsiteY59" fmla="*/ 72983 h 313525"/>
              <a:gd name="connsiteX60" fmla="*/ 45403 w 323554"/>
              <a:gd name="connsiteY60" fmla="*/ 72983 h 313525"/>
              <a:gd name="connsiteX61" fmla="*/ 24647 w 323554"/>
              <a:gd name="connsiteY61" fmla="*/ 93675 h 313525"/>
              <a:gd name="connsiteX62" fmla="*/ 24647 w 323554"/>
              <a:gd name="connsiteY62" fmla="*/ 268262 h 313525"/>
              <a:gd name="connsiteX63" fmla="*/ 45403 w 323554"/>
              <a:gd name="connsiteY63" fmla="*/ 287660 h 313525"/>
              <a:gd name="connsiteX64" fmla="*/ 181610 w 323554"/>
              <a:gd name="connsiteY64" fmla="*/ 287660 h 313525"/>
              <a:gd name="connsiteX65" fmla="*/ 202366 w 323554"/>
              <a:gd name="connsiteY65" fmla="*/ 268262 h 313525"/>
              <a:gd name="connsiteX66" fmla="*/ 202366 w 323554"/>
              <a:gd name="connsiteY66" fmla="*/ 202307 h 313525"/>
              <a:gd name="connsiteX67" fmla="*/ 203663 w 323554"/>
              <a:gd name="connsiteY67" fmla="*/ 201014 h 313525"/>
              <a:gd name="connsiteX68" fmla="*/ 206258 w 323554"/>
              <a:gd name="connsiteY68" fmla="*/ 198427 h 313525"/>
              <a:gd name="connsiteX69" fmla="*/ 227013 w 323554"/>
              <a:gd name="connsiteY69" fmla="*/ 175149 h 313525"/>
              <a:gd name="connsiteX70" fmla="*/ 227013 w 323554"/>
              <a:gd name="connsiteY70" fmla="*/ 287660 h 313525"/>
              <a:gd name="connsiteX71" fmla="*/ 201069 w 323554"/>
              <a:gd name="connsiteY71" fmla="*/ 313525 h 313525"/>
              <a:gd name="connsiteX72" fmla="*/ 25944 w 323554"/>
              <a:gd name="connsiteY72" fmla="*/ 313525 h 313525"/>
              <a:gd name="connsiteX73" fmla="*/ 0 w 323554"/>
              <a:gd name="connsiteY73" fmla="*/ 287660 h 313525"/>
              <a:gd name="connsiteX74" fmla="*/ 0 w 323554"/>
              <a:gd name="connsiteY74" fmla="*/ 72983 h 313525"/>
              <a:gd name="connsiteX75" fmla="*/ 24647 w 323554"/>
              <a:gd name="connsiteY75" fmla="*/ 48412 h 313525"/>
              <a:gd name="connsiteX76" fmla="*/ 242888 w 323554"/>
              <a:gd name="connsiteY76" fmla="*/ 42062 h 313525"/>
              <a:gd name="connsiteX77" fmla="*/ 285751 w 323554"/>
              <a:gd name="connsiteY77" fmla="*/ 81750 h 313525"/>
              <a:gd name="connsiteX78" fmla="*/ 279401 w 323554"/>
              <a:gd name="connsiteY78" fmla="*/ 89687 h 313525"/>
              <a:gd name="connsiteX79" fmla="*/ 200026 w 323554"/>
              <a:gd name="connsiteY79" fmla="*/ 178587 h 313525"/>
              <a:gd name="connsiteX80" fmla="*/ 193676 w 323554"/>
              <a:gd name="connsiteY80" fmla="*/ 184937 h 313525"/>
              <a:gd name="connsiteX81" fmla="*/ 150813 w 323554"/>
              <a:gd name="connsiteY81" fmla="*/ 146837 h 313525"/>
              <a:gd name="connsiteX82" fmla="*/ 155576 w 323554"/>
              <a:gd name="connsiteY82" fmla="*/ 138899 h 313525"/>
              <a:gd name="connsiteX83" fmla="*/ 236538 w 323554"/>
              <a:gd name="connsiteY83" fmla="*/ 48412 h 313525"/>
              <a:gd name="connsiteX84" fmla="*/ 257175 w 323554"/>
              <a:gd name="connsiteY84" fmla="*/ 26187 h 313525"/>
              <a:gd name="connsiteX85" fmla="*/ 301625 w 323554"/>
              <a:gd name="connsiteY85" fmla="*/ 64287 h 313525"/>
              <a:gd name="connsiteX86" fmla="*/ 295275 w 323554"/>
              <a:gd name="connsiteY86" fmla="*/ 72225 h 313525"/>
              <a:gd name="connsiteX87" fmla="*/ 290513 w 323554"/>
              <a:gd name="connsiteY87" fmla="*/ 75400 h 313525"/>
              <a:gd name="connsiteX88" fmla="*/ 247650 w 323554"/>
              <a:gd name="connsiteY88" fmla="*/ 37300 h 313525"/>
              <a:gd name="connsiteX89" fmla="*/ 250825 w 323554"/>
              <a:gd name="connsiteY89" fmla="*/ 34125 h 313525"/>
              <a:gd name="connsiteX90" fmla="*/ 285750 w 323554"/>
              <a:gd name="connsiteY90" fmla="*/ 11899 h 313525"/>
              <a:gd name="connsiteX91" fmla="*/ 279400 w 323554"/>
              <a:gd name="connsiteY91" fmla="*/ 19837 h 313525"/>
              <a:gd name="connsiteX92" fmla="*/ 304800 w 323554"/>
              <a:gd name="connsiteY92" fmla="*/ 43649 h 313525"/>
              <a:gd name="connsiteX93" fmla="*/ 312738 w 323554"/>
              <a:gd name="connsiteY93" fmla="*/ 35712 h 313525"/>
              <a:gd name="connsiteX94" fmla="*/ 285265 w 323554"/>
              <a:gd name="connsiteY94" fmla="*/ 516 h 313525"/>
              <a:gd name="connsiteX95" fmla="*/ 294336 w 323554"/>
              <a:gd name="connsiteY95" fmla="*/ 3151 h 313525"/>
              <a:gd name="connsiteX96" fmla="*/ 318958 w 323554"/>
              <a:gd name="connsiteY96" fmla="*/ 25545 h 313525"/>
              <a:gd name="connsiteX97" fmla="*/ 320254 w 323554"/>
              <a:gd name="connsiteY97" fmla="*/ 43987 h 313525"/>
              <a:gd name="connsiteX98" fmla="*/ 305999 w 323554"/>
              <a:gd name="connsiteY98" fmla="*/ 61112 h 313525"/>
              <a:gd name="connsiteX99" fmla="*/ 261938 w 323554"/>
              <a:gd name="connsiteY99" fmla="*/ 20276 h 313525"/>
              <a:gd name="connsiteX100" fmla="*/ 276193 w 323554"/>
              <a:gd name="connsiteY100" fmla="*/ 4468 h 313525"/>
              <a:gd name="connsiteX101" fmla="*/ 285265 w 323554"/>
              <a:gd name="connsiteY101" fmla="*/ 516 h 31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323554" h="313525">
                <a:moveTo>
                  <a:pt x="58918" y="189699"/>
                </a:moveTo>
                <a:cubicBezTo>
                  <a:pt x="58918" y="189699"/>
                  <a:pt x="58918" y="189699"/>
                  <a:pt x="101421" y="189699"/>
                </a:cubicBezTo>
                <a:cubicBezTo>
                  <a:pt x="102709" y="189699"/>
                  <a:pt x="102709" y="189699"/>
                  <a:pt x="103997" y="189699"/>
                </a:cubicBezTo>
                <a:cubicBezTo>
                  <a:pt x="109149" y="189699"/>
                  <a:pt x="114301" y="195046"/>
                  <a:pt x="114301" y="201731"/>
                </a:cubicBezTo>
                <a:cubicBezTo>
                  <a:pt x="114301" y="203067"/>
                  <a:pt x="114301" y="204404"/>
                  <a:pt x="113013" y="205741"/>
                </a:cubicBezTo>
                <a:cubicBezTo>
                  <a:pt x="111725" y="211088"/>
                  <a:pt x="107861" y="215099"/>
                  <a:pt x="101421" y="215099"/>
                </a:cubicBezTo>
                <a:cubicBezTo>
                  <a:pt x="101421" y="215099"/>
                  <a:pt x="101421" y="215099"/>
                  <a:pt x="58918" y="215099"/>
                </a:cubicBezTo>
                <a:cubicBezTo>
                  <a:pt x="51190" y="215099"/>
                  <a:pt x="46038" y="209752"/>
                  <a:pt x="46038" y="201731"/>
                </a:cubicBezTo>
                <a:cubicBezTo>
                  <a:pt x="46038" y="195046"/>
                  <a:pt x="51190" y="189699"/>
                  <a:pt x="58918" y="189699"/>
                </a:cubicBezTo>
                <a:close/>
                <a:moveTo>
                  <a:pt x="149225" y="165887"/>
                </a:moveTo>
                <a:lnTo>
                  <a:pt x="142875" y="186525"/>
                </a:lnTo>
                <a:lnTo>
                  <a:pt x="153988" y="196050"/>
                </a:lnTo>
                <a:lnTo>
                  <a:pt x="173038" y="188112"/>
                </a:lnTo>
                <a:close/>
                <a:moveTo>
                  <a:pt x="145188" y="151599"/>
                </a:moveTo>
                <a:cubicBezTo>
                  <a:pt x="145188" y="151599"/>
                  <a:pt x="145188" y="151599"/>
                  <a:pt x="187326" y="190104"/>
                </a:cubicBezTo>
                <a:cubicBezTo>
                  <a:pt x="187326" y="190104"/>
                  <a:pt x="187326" y="190104"/>
                  <a:pt x="138803" y="210640"/>
                </a:cubicBezTo>
                <a:cubicBezTo>
                  <a:pt x="136249" y="211924"/>
                  <a:pt x="133696" y="211924"/>
                  <a:pt x="131142" y="210640"/>
                </a:cubicBezTo>
                <a:cubicBezTo>
                  <a:pt x="129865" y="208073"/>
                  <a:pt x="128588" y="205506"/>
                  <a:pt x="129865" y="202939"/>
                </a:cubicBezTo>
                <a:cubicBezTo>
                  <a:pt x="129865" y="202939"/>
                  <a:pt x="129865" y="202939"/>
                  <a:pt x="145188" y="151599"/>
                </a:cubicBezTo>
                <a:close/>
                <a:moveTo>
                  <a:pt x="58982" y="146837"/>
                </a:moveTo>
                <a:cubicBezTo>
                  <a:pt x="58982" y="146837"/>
                  <a:pt x="58982" y="146837"/>
                  <a:pt x="130176" y="146837"/>
                </a:cubicBezTo>
                <a:cubicBezTo>
                  <a:pt x="130176" y="148186"/>
                  <a:pt x="130176" y="148186"/>
                  <a:pt x="130176" y="148186"/>
                </a:cubicBezTo>
                <a:lnTo>
                  <a:pt x="122409" y="173825"/>
                </a:lnTo>
                <a:cubicBezTo>
                  <a:pt x="122409" y="173825"/>
                  <a:pt x="122409" y="173825"/>
                  <a:pt x="58982" y="173825"/>
                </a:cubicBezTo>
                <a:cubicBezTo>
                  <a:pt x="51216" y="173825"/>
                  <a:pt x="46038" y="167078"/>
                  <a:pt x="46038" y="160331"/>
                </a:cubicBezTo>
                <a:cubicBezTo>
                  <a:pt x="46038" y="153584"/>
                  <a:pt x="51216" y="146837"/>
                  <a:pt x="58982" y="146837"/>
                </a:cubicBezTo>
                <a:close/>
                <a:moveTo>
                  <a:pt x="59011" y="105562"/>
                </a:moveTo>
                <a:lnTo>
                  <a:pt x="166688" y="105562"/>
                </a:lnTo>
                <a:cubicBezTo>
                  <a:pt x="166688" y="105562"/>
                  <a:pt x="166688" y="105562"/>
                  <a:pt x="144634" y="130962"/>
                </a:cubicBezTo>
                <a:cubicBezTo>
                  <a:pt x="144634" y="130962"/>
                  <a:pt x="144634" y="130962"/>
                  <a:pt x="59011" y="130962"/>
                </a:cubicBezTo>
                <a:cubicBezTo>
                  <a:pt x="51227" y="130962"/>
                  <a:pt x="46038" y="125615"/>
                  <a:pt x="46038" y="118930"/>
                </a:cubicBezTo>
                <a:cubicBezTo>
                  <a:pt x="46038" y="110909"/>
                  <a:pt x="51227" y="105562"/>
                  <a:pt x="59011" y="105562"/>
                </a:cubicBezTo>
                <a:close/>
                <a:moveTo>
                  <a:pt x="226883" y="81749"/>
                </a:moveTo>
                <a:cubicBezTo>
                  <a:pt x="225587" y="81749"/>
                  <a:pt x="224292" y="83037"/>
                  <a:pt x="224292" y="83037"/>
                </a:cubicBezTo>
                <a:cubicBezTo>
                  <a:pt x="224292" y="83037"/>
                  <a:pt x="224292" y="83037"/>
                  <a:pt x="171159" y="140996"/>
                </a:cubicBezTo>
                <a:cubicBezTo>
                  <a:pt x="169863" y="142284"/>
                  <a:pt x="169863" y="144860"/>
                  <a:pt x="172455" y="146148"/>
                </a:cubicBezTo>
                <a:cubicBezTo>
                  <a:pt x="172455" y="146148"/>
                  <a:pt x="172455" y="146148"/>
                  <a:pt x="175047" y="148724"/>
                </a:cubicBezTo>
                <a:cubicBezTo>
                  <a:pt x="175047" y="148724"/>
                  <a:pt x="176343" y="150012"/>
                  <a:pt x="177639" y="150012"/>
                </a:cubicBezTo>
                <a:cubicBezTo>
                  <a:pt x="177639" y="150012"/>
                  <a:pt x="178934" y="148724"/>
                  <a:pt x="180230" y="148724"/>
                </a:cubicBezTo>
                <a:cubicBezTo>
                  <a:pt x="180230" y="148724"/>
                  <a:pt x="180230" y="148724"/>
                  <a:pt x="232067" y="90765"/>
                </a:cubicBezTo>
                <a:cubicBezTo>
                  <a:pt x="233363" y="89477"/>
                  <a:pt x="233363" y="86901"/>
                  <a:pt x="232067" y="85613"/>
                </a:cubicBezTo>
                <a:cubicBezTo>
                  <a:pt x="232067" y="85613"/>
                  <a:pt x="232067" y="85613"/>
                  <a:pt x="229475" y="83037"/>
                </a:cubicBezTo>
                <a:cubicBezTo>
                  <a:pt x="228179" y="81749"/>
                  <a:pt x="226883" y="81749"/>
                  <a:pt x="226883" y="81749"/>
                </a:cubicBezTo>
                <a:close/>
                <a:moveTo>
                  <a:pt x="247254" y="62303"/>
                </a:moveTo>
                <a:cubicBezTo>
                  <a:pt x="244873" y="61112"/>
                  <a:pt x="243682" y="62303"/>
                  <a:pt x="242491" y="63493"/>
                </a:cubicBezTo>
                <a:cubicBezTo>
                  <a:pt x="242491" y="63493"/>
                  <a:pt x="242491" y="63493"/>
                  <a:pt x="237729" y="68256"/>
                </a:cubicBezTo>
                <a:cubicBezTo>
                  <a:pt x="237729" y="68256"/>
                  <a:pt x="236538" y="69447"/>
                  <a:pt x="236538" y="70637"/>
                </a:cubicBezTo>
                <a:cubicBezTo>
                  <a:pt x="236538" y="70637"/>
                  <a:pt x="237729" y="71828"/>
                  <a:pt x="237729" y="73019"/>
                </a:cubicBezTo>
                <a:cubicBezTo>
                  <a:pt x="237729" y="73019"/>
                  <a:pt x="237729" y="73019"/>
                  <a:pt x="240110" y="74209"/>
                </a:cubicBezTo>
                <a:cubicBezTo>
                  <a:pt x="241301" y="75400"/>
                  <a:pt x="242491" y="75400"/>
                  <a:pt x="242491" y="75400"/>
                </a:cubicBezTo>
                <a:cubicBezTo>
                  <a:pt x="243682" y="75400"/>
                  <a:pt x="243682" y="75400"/>
                  <a:pt x="244873" y="75400"/>
                </a:cubicBezTo>
                <a:cubicBezTo>
                  <a:pt x="244873" y="74209"/>
                  <a:pt x="244873" y="74209"/>
                  <a:pt x="244873" y="74209"/>
                </a:cubicBezTo>
                <a:cubicBezTo>
                  <a:pt x="244873" y="74209"/>
                  <a:pt x="244873" y="74209"/>
                  <a:pt x="249635" y="69447"/>
                </a:cubicBezTo>
                <a:cubicBezTo>
                  <a:pt x="250826" y="68256"/>
                  <a:pt x="250826" y="65875"/>
                  <a:pt x="249635" y="64684"/>
                </a:cubicBezTo>
                <a:cubicBezTo>
                  <a:pt x="249635" y="64684"/>
                  <a:pt x="249635" y="64684"/>
                  <a:pt x="247254" y="62303"/>
                </a:cubicBezTo>
                <a:close/>
                <a:moveTo>
                  <a:pt x="24647" y="48412"/>
                </a:moveTo>
                <a:cubicBezTo>
                  <a:pt x="24647" y="48412"/>
                  <a:pt x="24647" y="48412"/>
                  <a:pt x="201069" y="48412"/>
                </a:cubicBezTo>
                <a:cubicBezTo>
                  <a:pt x="206258" y="48412"/>
                  <a:pt x="210149" y="49705"/>
                  <a:pt x="214041" y="52292"/>
                </a:cubicBezTo>
                <a:cubicBezTo>
                  <a:pt x="214041" y="52292"/>
                  <a:pt x="214041" y="52292"/>
                  <a:pt x="193285" y="76863"/>
                </a:cubicBezTo>
                <a:cubicBezTo>
                  <a:pt x="189394" y="74277"/>
                  <a:pt x="185502" y="72983"/>
                  <a:pt x="181610" y="72983"/>
                </a:cubicBezTo>
                <a:cubicBezTo>
                  <a:pt x="181610" y="72983"/>
                  <a:pt x="181610" y="72983"/>
                  <a:pt x="45403" y="72983"/>
                </a:cubicBezTo>
                <a:cubicBezTo>
                  <a:pt x="33728" y="72983"/>
                  <a:pt x="24647" y="82036"/>
                  <a:pt x="24647" y="93675"/>
                </a:cubicBezTo>
                <a:cubicBezTo>
                  <a:pt x="24647" y="93675"/>
                  <a:pt x="24647" y="93675"/>
                  <a:pt x="24647" y="268262"/>
                </a:cubicBezTo>
                <a:cubicBezTo>
                  <a:pt x="24647" y="278608"/>
                  <a:pt x="33728" y="287660"/>
                  <a:pt x="45403" y="287660"/>
                </a:cubicBezTo>
                <a:cubicBezTo>
                  <a:pt x="45403" y="287660"/>
                  <a:pt x="45403" y="287660"/>
                  <a:pt x="181610" y="287660"/>
                </a:cubicBezTo>
                <a:cubicBezTo>
                  <a:pt x="193285" y="287660"/>
                  <a:pt x="202366" y="278608"/>
                  <a:pt x="202366" y="268262"/>
                </a:cubicBezTo>
                <a:cubicBezTo>
                  <a:pt x="202366" y="268262"/>
                  <a:pt x="202366" y="268262"/>
                  <a:pt x="202366" y="202307"/>
                </a:cubicBezTo>
                <a:cubicBezTo>
                  <a:pt x="202366" y="202307"/>
                  <a:pt x="202366" y="201014"/>
                  <a:pt x="203663" y="201014"/>
                </a:cubicBezTo>
                <a:cubicBezTo>
                  <a:pt x="203663" y="199720"/>
                  <a:pt x="204960" y="199720"/>
                  <a:pt x="206258" y="198427"/>
                </a:cubicBezTo>
                <a:cubicBezTo>
                  <a:pt x="206258" y="198427"/>
                  <a:pt x="206258" y="198427"/>
                  <a:pt x="227013" y="175149"/>
                </a:cubicBezTo>
                <a:cubicBezTo>
                  <a:pt x="227013" y="175149"/>
                  <a:pt x="227013" y="175149"/>
                  <a:pt x="227013" y="287660"/>
                </a:cubicBezTo>
                <a:cubicBezTo>
                  <a:pt x="227013" y="301886"/>
                  <a:pt x="215338" y="313525"/>
                  <a:pt x="201069" y="313525"/>
                </a:cubicBezTo>
                <a:cubicBezTo>
                  <a:pt x="201069" y="313525"/>
                  <a:pt x="201069" y="313525"/>
                  <a:pt x="25944" y="313525"/>
                </a:cubicBezTo>
                <a:cubicBezTo>
                  <a:pt x="11675" y="313525"/>
                  <a:pt x="0" y="301886"/>
                  <a:pt x="0" y="287660"/>
                </a:cubicBezTo>
                <a:cubicBezTo>
                  <a:pt x="0" y="287660"/>
                  <a:pt x="0" y="287660"/>
                  <a:pt x="0" y="72983"/>
                </a:cubicBezTo>
                <a:cubicBezTo>
                  <a:pt x="0" y="60051"/>
                  <a:pt x="10378" y="48412"/>
                  <a:pt x="24647" y="48412"/>
                </a:cubicBezTo>
                <a:close/>
                <a:moveTo>
                  <a:pt x="242888" y="42062"/>
                </a:moveTo>
                <a:lnTo>
                  <a:pt x="285751" y="81750"/>
                </a:lnTo>
                <a:lnTo>
                  <a:pt x="279401" y="89687"/>
                </a:lnTo>
                <a:lnTo>
                  <a:pt x="200026" y="178587"/>
                </a:lnTo>
                <a:lnTo>
                  <a:pt x="193676" y="184937"/>
                </a:lnTo>
                <a:lnTo>
                  <a:pt x="150813" y="146837"/>
                </a:lnTo>
                <a:lnTo>
                  <a:pt x="155576" y="138899"/>
                </a:lnTo>
                <a:lnTo>
                  <a:pt x="236538" y="48412"/>
                </a:lnTo>
                <a:close/>
                <a:moveTo>
                  <a:pt x="257175" y="26187"/>
                </a:moveTo>
                <a:lnTo>
                  <a:pt x="301625" y="64287"/>
                </a:lnTo>
                <a:lnTo>
                  <a:pt x="295275" y="72225"/>
                </a:lnTo>
                <a:lnTo>
                  <a:pt x="290513" y="75400"/>
                </a:lnTo>
                <a:lnTo>
                  <a:pt x="247650" y="37300"/>
                </a:lnTo>
                <a:lnTo>
                  <a:pt x="250825" y="34125"/>
                </a:lnTo>
                <a:close/>
                <a:moveTo>
                  <a:pt x="285750" y="11899"/>
                </a:moveTo>
                <a:lnTo>
                  <a:pt x="279400" y="19837"/>
                </a:lnTo>
                <a:lnTo>
                  <a:pt x="304800" y="43649"/>
                </a:lnTo>
                <a:lnTo>
                  <a:pt x="312738" y="35712"/>
                </a:lnTo>
                <a:close/>
                <a:moveTo>
                  <a:pt x="285265" y="516"/>
                </a:moveTo>
                <a:cubicBezTo>
                  <a:pt x="289152" y="-801"/>
                  <a:pt x="291744" y="516"/>
                  <a:pt x="294336" y="3151"/>
                </a:cubicBezTo>
                <a:cubicBezTo>
                  <a:pt x="294336" y="3151"/>
                  <a:pt x="294336" y="3151"/>
                  <a:pt x="318958" y="25545"/>
                </a:cubicBezTo>
                <a:cubicBezTo>
                  <a:pt x="324142" y="30814"/>
                  <a:pt x="325438" y="38718"/>
                  <a:pt x="320254" y="43987"/>
                </a:cubicBezTo>
                <a:cubicBezTo>
                  <a:pt x="320254" y="43987"/>
                  <a:pt x="320254" y="43987"/>
                  <a:pt x="305999" y="61112"/>
                </a:cubicBezTo>
                <a:cubicBezTo>
                  <a:pt x="305999" y="61112"/>
                  <a:pt x="305999" y="61112"/>
                  <a:pt x="261938" y="20276"/>
                </a:cubicBezTo>
                <a:cubicBezTo>
                  <a:pt x="261938" y="20276"/>
                  <a:pt x="261938" y="20276"/>
                  <a:pt x="276193" y="4468"/>
                </a:cubicBezTo>
                <a:cubicBezTo>
                  <a:pt x="278785" y="1834"/>
                  <a:pt x="281377" y="516"/>
                  <a:pt x="285265" y="516"/>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705" b="1">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任意多边形"/>
          <p:cNvSpPr>
            <a:spLocks noEditPoints="1"/>
          </p:cNvSpPr>
          <p:nvPr/>
        </p:nvSpPr>
        <p:spPr bwMode="auto">
          <a:xfrm>
            <a:off x="5966965" y="2864478"/>
            <a:ext cx="552840" cy="500579"/>
          </a:xfrm>
          <a:custGeom>
            <a:avLst/>
            <a:gdLst>
              <a:gd name="T0" fmla="*/ 2147483647 w 67"/>
              <a:gd name="T1" fmla="*/ 124018912 h 60"/>
              <a:gd name="T2" fmla="*/ 2147483647 w 67"/>
              <a:gd name="T3" fmla="*/ 0 h 60"/>
              <a:gd name="T4" fmla="*/ 2147483647 w 67"/>
              <a:gd name="T5" fmla="*/ 0 h 60"/>
              <a:gd name="T6" fmla="*/ 2147483647 w 67"/>
              <a:gd name="T7" fmla="*/ 124018912 h 60"/>
              <a:gd name="T8" fmla="*/ 2147483647 w 67"/>
              <a:gd name="T9" fmla="*/ 310059138 h 60"/>
              <a:gd name="T10" fmla="*/ 2147483647 w 67"/>
              <a:gd name="T11" fmla="*/ 868156039 h 60"/>
              <a:gd name="T12" fmla="*/ 2147483647 w 67"/>
              <a:gd name="T13" fmla="*/ 124018912 h 60"/>
              <a:gd name="T14" fmla="*/ 2147483647 w 67"/>
              <a:gd name="T15" fmla="*/ 1922344337 h 60"/>
              <a:gd name="T16" fmla="*/ 2147483647 w 67"/>
              <a:gd name="T17" fmla="*/ 124018912 h 60"/>
              <a:gd name="T18" fmla="*/ 1902898002 w 67"/>
              <a:gd name="T19" fmla="*/ 124018912 h 60"/>
              <a:gd name="T20" fmla="*/ 122771150 w 67"/>
              <a:gd name="T21" fmla="*/ 1922344337 h 60"/>
              <a:gd name="T22" fmla="*/ 122771150 w 67"/>
              <a:gd name="T23" fmla="*/ 2147483647 h 60"/>
              <a:gd name="T24" fmla="*/ 245534466 w 67"/>
              <a:gd name="T25" fmla="*/ 2147483647 h 60"/>
              <a:gd name="T26" fmla="*/ 429691207 w 67"/>
              <a:gd name="T27" fmla="*/ 2147483647 h 60"/>
              <a:gd name="T28" fmla="*/ 2087055172 w 67"/>
              <a:gd name="T29" fmla="*/ 558097024 h 60"/>
              <a:gd name="T30" fmla="*/ 2147483647 w 67"/>
              <a:gd name="T31" fmla="*/ 2147483647 h 60"/>
              <a:gd name="T32" fmla="*/ 2147483647 w 67"/>
              <a:gd name="T33" fmla="*/ 2147483647 h 60"/>
              <a:gd name="T34" fmla="*/ 2147483647 w 67"/>
              <a:gd name="T35" fmla="*/ 1922344337 h 60"/>
              <a:gd name="T36" fmla="*/ 552454614 w 67"/>
              <a:gd name="T37" fmla="*/ 2147483647 h 60"/>
              <a:gd name="T38" fmla="*/ 552454614 w 67"/>
              <a:gd name="T39" fmla="*/ 2147483647 h 60"/>
              <a:gd name="T40" fmla="*/ 797989019 w 67"/>
              <a:gd name="T41" fmla="*/ 2147483647 h 60"/>
              <a:gd name="T42" fmla="*/ 1718749157 w 67"/>
              <a:gd name="T43" fmla="*/ 2147483647 h 60"/>
              <a:gd name="T44" fmla="*/ 1718749157 w 67"/>
              <a:gd name="T45" fmla="*/ 2147483647 h 60"/>
              <a:gd name="T46" fmla="*/ 1780134717 w 67"/>
              <a:gd name="T47" fmla="*/ 2147483647 h 60"/>
              <a:gd name="T48" fmla="*/ 2147483647 w 67"/>
              <a:gd name="T49" fmla="*/ 2147483647 h 60"/>
              <a:gd name="T50" fmla="*/ 2147483647 w 67"/>
              <a:gd name="T51" fmla="*/ 2147483647 h 60"/>
              <a:gd name="T52" fmla="*/ 2147483647 w 67"/>
              <a:gd name="T53" fmla="*/ 2147483647 h 60"/>
              <a:gd name="T54" fmla="*/ 2147483647 w 67"/>
              <a:gd name="T55" fmla="*/ 2147483647 h 60"/>
              <a:gd name="T56" fmla="*/ 2147483647 w 67"/>
              <a:gd name="T57" fmla="*/ 2147483647 h 60"/>
              <a:gd name="T58" fmla="*/ 2147483647 w 67"/>
              <a:gd name="T59" fmla="*/ 2147483647 h 60"/>
              <a:gd name="T60" fmla="*/ 2087055172 w 67"/>
              <a:gd name="T61" fmla="*/ 806142661 h 60"/>
              <a:gd name="T62" fmla="*/ 552454614 w 67"/>
              <a:gd name="T63" fmla="*/ 2147483647 h 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60"/>
              <a:gd name="T98" fmla="*/ 67 w 67"/>
              <a:gd name="T99" fmla="*/ 60 h 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60">
                <a:moveTo>
                  <a:pt x="53" y="2"/>
                </a:moveTo>
                <a:cubicBezTo>
                  <a:pt x="53" y="1"/>
                  <a:pt x="52" y="0"/>
                  <a:pt x="51" y="0"/>
                </a:cubicBezTo>
                <a:cubicBezTo>
                  <a:pt x="46" y="0"/>
                  <a:pt x="46" y="0"/>
                  <a:pt x="46" y="0"/>
                </a:cubicBezTo>
                <a:cubicBezTo>
                  <a:pt x="45" y="0"/>
                  <a:pt x="44" y="1"/>
                  <a:pt x="44" y="2"/>
                </a:cubicBezTo>
                <a:cubicBezTo>
                  <a:pt x="44" y="5"/>
                  <a:pt x="44" y="5"/>
                  <a:pt x="44" y="5"/>
                </a:cubicBezTo>
                <a:cubicBezTo>
                  <a:pt x="53" y="14"/>
                  <a:pt x="53" y="14"/>
                  <a:pt x="53" y="14"/>
                </a:cubicBezTo>
                <a:lnTo>
                  <a:pt x="53" y="2"/>
                </a:lnTo>
                <a:close/>
                <a:moveTo>
                  <a:pt x="66" y="31"/>
                </a:moveTo>
                <a:cubicBezTo>
                  <a:pt x="36" y="2"/>
                  <a:pt x="36" y="2"/>
                  <a:pt x="36" y="2"/>
                </a:cubicBezTo>
                <a:cubicBezTo>
                  <a:pt x="35" y="0"/>
                  <a:pt x="33" y="0"/>
                  <a:pt x="31" y="2"/>
                </a:cubicBezTo>
                <a:cubicBezTo>
                  <a:pt x="2" y="31"/>
                  <a:pt x="2" y="31"/>
                  <a:pt x="2" y="31"/>
                </a:cubicBezTo>
                <a:cubicBezTo>
                  <a:pt x="0" y="33"/>
                  <a:pt x="0" y="35"/>
                  <a:pt x="2" y="36"/>
                </a:cubicBezTo>
                <a:cubicBezTo>
                  <a:pt x="2" y="37"/>
                  <a:pt x="3" y="37"/>
                  <a:pt x="4" y="37"/>
                </a:cubicBezTo>
                <a:cubicBezTo>
                  <a:pt x="5" y="37"/>
                  <a:pt x="6" y="37"/>
                  <a:pt x="7" y="36"/>
                </a:cubicBezTo>
                <a:cubicBezTo>
                  <a:pt x="34" y="9"/>
                  <a:pt x="34" y="9"/>
                  <a:pt x="34" y="9"/>
                </a:cubicBezTo>
                <a:cubicBezTo>
                  <a:pt x="61" y="36"/>
                  <a:pt x="61" y="36"/>
                  <a:pt x="61" y="36"/>
                </a:cubicBezTo>
                <a:cubicBezTo>
                  <a:pt x="62" y="38"/>
                  <a:pt x="65" y="38"/>
                  <a:pt x="66" y="36"/>
                </a:cubicBezTo>
                <a:cubicBezTo>
                  <a:pt x="67" y="35"/>
                  <a:pt x="67" y="33"/>
                  <a:pt x="66" y="31"/>
                </a:cubicBezTo>
                <a:close/>
                <a:moveTo>
                  <a:pt x="9" y="37"/>
                </a:moveTo>
                <a:cubicBezTo>
                  <a:pt x="9" y="57"/>
                  <a:pt x="9" y="57"/>
                  <a:pt x="9" y="57"/>
                </a:cubicBezTo>
                <a:cubicBezTo>
                  <a:pt x="9" y="59"/>
                  <a:pt x="11" y="60"/>
                  <a:pt x="13" y="60"/>
                </a:cubicBezTo>
                <a:cubicBezTo>
                  <a:pt x="28" y="60"/>
                  <a:pt x="28" y="60"/>
                  <a:pt x="28" y="60"/>
                </a:cubicBezTo>
                <a:cubicBezTo>
                  <a:pt x="28" y="42"/>
                  <a:pt x="28" y="42"/>
                  <a:pt x="28" y="42"/>
                </a:cubicBezTo>
                <a:cubicBezTo>
                  <a:pt x="28" y="42"/>
                  <a:pt x="29" y="41"/>
                  <a:pt x="29" y="41"/>
                </a:cubicBezTo>
                <a:cubicBezTo>
                  <a:pt x="38" y="41"/>
                  <a:pt x="38" y="41"/>
                  <a:pt x="38" y="41"/>
                </a:cubicBezTo>
                <a:cubicBezTo>
                  <a:pt x="39" y="41"/>
                  <a:pt x="39" y="42"/>
                  <a:pt x="39" y="42"/>
                </a:cubicBezTo>
                <a:cubicBezTo>
                  <a:pt x="39" y="60"/>
                  <a:pt x="39" y="60"/>
                  <a:pt x="39" y="60"/>
                </a:cubicBezTo>
                <a:cubicBezTo>
                  <a:pt x="55" y="60"/>
                  <a:pt x="55" y="60"/>
                  <a:pt x="55" y="60"/>
                </a:cubicBezTo>
                <a:cubicBezTo>
                  <a:pt x="57" y="60"/>
                  <a:pt x="58" y="59"/>
                  <a:pt x="58" y="57"/>
                </a:cubicBezTo>
                <a:cubicBezTo>
                  <a:pt x="58" y="38"/>
                  <a:pt x="58" y="38"/>
                  <a:pt x="58" y="38"/>
                </a:cubicBezTo>
                <a:cubicBezTo>
                  <a:pt x="34" y="13"/>
                  <a:pt x="34" y="13"/>
                  <a:pt x="34" y="13"/>
                </a:cubicBezTo>
                <a:lnTo>
                  <a:pt x="9" y="37"/>
                </a:lnTo>
                <a:close/>
              </a:path>
            </a:pathLst>
          </a:custGeom>
          <a:solidFill>
            <a:schemeClr val="bg1"/>
          </a:solidFill>
          <a:ln w="9525">
            <a:noFill/>
            <a:round/>
          </a:ln>
        </p:spPr>
        <p:txBody>
          <a:bodyPr/>
          <a:lstStyle/>
          <a:p>
            <a:pPr>
              <a:defRPr/>
            </a:pPr>
            <a:endParaRPr lang="en-US" b="1" kern="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23" name="直接连接符 22">
            <a:extLst>
              <a:ext uri="{FF2B5EF4-FFF2-40B4-BE49-F238E27FC236}">
                <a16:creationId xmlns:a16="http://schemas.microsoft.com/office/drawing/2014/main" id="{190FE827-9995-4561-AF54-E8CE303CAFA4}"/>
              </a:ext>
            </a:extLst>
          </p:cNvPr>
          <p:cNvCxnSpPr/>
          <p:nvPr/>
        </p:nvCxnSpPr>
        <p:spPr>
          <a:xfrm>
            <a:off x="5582285" y="668020"/>
            <a:ext cx="844550" cy="0"/>
          </a:xfrm>
          <a:prstGeom prst="line">
            <a:avLst/>
          </a:prstGeom>
          <a:ln>
            <a:solidFill>
              <a:srgbClr val="5BAE56"/>
            </a:solidFill>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96C4EB1C-F5D6-4F6F-8B9D-435711BB28D7}"/>
              </a:ext>
            </a:extLst>
          </p:cNvPr>
          <p:cNvSpPr txBox="1"/>
          <p:nvPr/>
        </p:nvSpPr>
        <p:spPr>
          <a:xfrm>
            <a:off x="4538980" y="90895"/>
            <a:ext cx="311404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r>
              <a:rPr lang="zh-CN" altLang="en-US"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亲子沟通</a:t>
            </a:r>
            <a:r>
              <a:rPr lang="en-US" altLang="zh-CN"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PPT</a:t>
            </a:r>
          </a:p>
        </p:txBody>
      </p:sp>
    </p:spTree>
    <p:custDataLst>
      <p:tags r:id="R111f2d8633064aa3"/>
    </p:custDataLst>
  </p:cSld>
  <p:clrMapOvr>
    <a:masterClrMapping/>
  </p:clrMapOvr>
  <p:transition advTm="2000">
    <p:diamon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 name="图片 105"/>
          <p:cNvPicPr/>
          <p:nvPr/>
        </p:nvPicPr>
        <p:blipFill>
          <a:blip r:embed="R3da32d85826d4248"/>
          <a:stretch>
            <a:fillRect/>
          </a:stretch>
        </p:blipFill>
        <p:spPr>
          <a:xfrm>
            <a:off x="0" y="1753870"/>
            <a:ext cx="5704205" cy="3799840"/>
          </a:xfrm>
          <a:prstGeom prst="rect">
            <a:avLst/>
          </a:prstGeom>
          <a:noFill/>
          <a:ln w="9525">
            <a:noFill/>
          </a:ln>
        </p:spPr>
      </p:pic>
      <p:sp>
        <p:nvSpPr>
          <p:cNvPr id="8" name="矩形: 圆角 29"/>
          <p:cNvSpPr/>
          <p:nvPr>
            <p:custDataLst>
              <p:tags r:id="Rcff37c687227403a"/>
            </p:custDataLst>
          </p:nvPr>
        </p:nvSpPr>
        <p:spPr>
          <a:xfrm>
            <a:off x="5368925" y="1753870"/>
            <a:ext cx="6794500" cy="3800475"/>
          </a:xfrm>
          <a:prstGeom prst="roundRect">
            <a:avLst>
              <a:gd name="adj" fmla="val 0"/>
            </a:avLst>
          </a:prstGeom>
          <a:solidFill>
            <a:schemeClr val="bg1">
              <a:lumMod val="95000"/>
            </a:schemeClr>
          </a:solidFill>
          <a:ln>
            <a:noFill/>
          </a:ln>
          <a:effectLst>
            <a:outerShdw blurRad="279400" dist="292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 name="矩形: 圆角 2"/>
          <p:cNvSpPr/>
          <p:nvPr>
            <p:custDataLst>
              <p:tags r:id="R8dfe3934cf304a99"/>
            </p:custDataLst>
          </p:nvPr>
        </p:nvSpPr>
        <p:spPr>
          <a:xfrm>
            <a:off x="5939790" y="1999615"/>
            <a:ext cx="2040890" cy="399415"/>
          </a:xfrm>
          <a:prstGeom prst="roundRect">
            <a:avLst/>
          </a:prstGeom>
          <a:solidFill>
            <a:srgbClr val="5BAE5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r>
              <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rPr>
              <a:t>添加标题</a:t>
            </a:r>
          </a:p>
        </p:txBody>
      </p:sp>
      <p:sp>
        <p:nvSpPr>
          <p:cNvPr id="14" name="矩形 13"/>
          <p:cNvSpPr/>
          <p:nvPr>
            <p:custDataLst>
              <p:tags r:id="R36a100b694064e4b"/>
            </p:custDataLst>
          </p:nvPr>
        </p:nvSpPr>
        <p:spPr>
          <a:xfrm>
            <a:off x="5857240" y="2448560"/>
            <a:ext cx="5710555" cy="995045"/>
          </a:xfrm>
          <a:prstGeom prst="rect">
            <a:avLst/>
          </a:prstGeom>
        </p:spPr>
        <p:txBody>
          <a:bodyPr wrap="square">
            <a:spAutoFit/>
          </a:bodyPr>
          <a:lstStyle/>
          <a:p>
            <a:pPr indent="0" algn="l" hangingPunct="0">
              <a:lnSpc>
                <a:spcPct val="14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单击此处输入你的正文文字是您思想的提炼，为了最终演示发布的良好效果，请尽量言简意赅的阐述观点根据需要可酌情增减文字，以便观者可以准确理解您所传达的信息。</a:t>
            </a:r>
            <a:endParaRPr lang="zh-CN" altLang="en-US" sz="1400" kern="1400" spc="1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4" name="矩形: 圆角 2"/>
          <p:cNvSpPr/>
          <p:nvPr>
            <p:custDataLst>
              <p:tags r:id="R9f940db833d64982"/>
            </p:custDataLst>
          </p:nvPr>
        </p:nvSpPr>
        <p:spPr>
          <a:xfrm>
            <a:off x="5939790" y="3876040"/>
            <a:ext cx="2040890" cy="399415"/>
          </a:xfrm>
          <a:prstGeom prst="roundRect">
            <a:avLst/>
          </a:prstGeom>
          <a:solidFill>
            <a:srgbClr val="5BAE5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r>
              <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rPr>
              <a:t>添加标题</a:t>
            </a:r>
          </a:p>
        </p:txBody>
      </p:sp>
      <p:sp>
        <p:nvSpPr>
          <p:cNvPr id="5" name="矩形 4"/>
          <p:cNvSpPr/>
          <p:nvPr>
            <p:custDataLst>
              <p:tags r:id="Rbe40fb4ca0dc4cce"/>
            </p:custDataLst>
          </p:nvPr>
        </p:nvSpPr>
        <p:spPr>
          <a:xfrm>
            <a:off x="5857240" y="4324985"/>
            <a:ext cx="5710555" cy="995045"/>
          </a:xfrm>
          <a:prstGeom prst="rect">
            <a:avLst/>
          </a:prstGeom>
        </p:spPr>
        <p:txBody>
          <a:bodyPr wrap="square">
            <a:spAutoFit/>
          </a:bodyPr>
          <a:lstStyle/>
          <a:p>
            <a:pPr indent="0" algn="l" hangingPunct="0">
              <a:lnSpc>
                <a:spcPct val="14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单击此处输入你的正文文字是您思想的提炼，为了最终演示发布的良好效果，请尽量言简意赅的阐述观点根据需要可酌情增减文字，以便观者可以准确理解您所传达的信息。</a:t>
            </a:r>
            <a:endParaRPr lang="zh-CN" altLang="en-US" sz="1400" kern="1400" spc="1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cxnSp>
        <p:nvCxnSpPr>
          <p:cNvPr id="10" name="直接连接符 9">
            <a:extLst>
              <a:ext uri="{FF2B5EF4-FFF2-40B4-BE49-F238E27FC236}">
                <a16:creationId xmlns:a16="http://schemas.microsoft.com/office/drawing/2014/main" id="{3A7008A7-D2DB-4DCB-8B53-633E59D85073}"/>
              </a:ext>
            </a:extLst>
          </p:cNvPr>
          <p:cNvCxnSpPr/>
          <p:nvPr/>
        </p:nvCxnSpPr>
        <p:spPr>
          <a:xfrm>
            <a:off x="5582285" y="668020"/>
            <a:ext cx="844550" cy="0"/>
          </a:xfrm>
          <a:prstGeom prst="line">
            <a:avLst/>
          </a:prstGeom>
          <a:ln>
            <a:solidFill>
              <a:srgbClr val="5BAE56"/>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76DB4308-4226-45CA-B9CE-36FF436A54F1}"/>
              </a:ext>
            </a:extLst>
          </p:cNvPr>
          <p:cNvSpPr txBox="1"/>
          <p:nvPr/>
        </p:nvSpPr>
        <p:spPr>
          <a:xfrm>
            <a:off x="4538980" y="90895"/>
            <a:ext cx="311404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r>
              <a:rPr lang="zh-CN" altLang="en-US"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亲子沟通</a:t>
            </a:r>
            <a:r>
              <a:rPr lang="en-US" altLang="zh-CN"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PPT</a:t>
            </a:r>
          </a:p>
        </p:txBody>
      </p:sp>
    </p:spTree>
  </p:cSld>
  <p:clrMapOvr>
    <a:masterClrMapping/>
  </p:clrMapOvr>
  <mc:AlternateContent xmlns:mc="http://schemas.openxmlformats.org/markup-compatibility/2006" xmlns:p14="http://schemas.microsoft.com/office/powerpoint/2010/main">
    <mc:Choice Requires="p14">
      <p:transition spd="slow" p14:dur="800" advClick="0" advTm="0">
        <p14:flythrough/>
      </p:transition>
    </mc:Choice>
    <mc:Fallback xmlns:a16="http://schemas.microsoft.com/office/drawing/2014/main" xmlns="">
      <p:transition spd="slow" advClick="0" advTm="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任意多边形"/>
          <p:cNvSpPr/>
          <p:nvPr/>
        </p:nvSpPr>
        <p:spPr bwMode="auto">
          <a:xfrm>
            <a:off x="6668713" y="2803875"/>
            <a:ext cx="1046854" cy="1528880"/>
          </a:xfrm>
          <a:custGeom>
            <a:avLst/>
            <a:gdLst>
              <a:gd name="T0" fmla="*/ 434 w 551"/>
              <a:gd name="T1" fmla="*/ 125 h 804"/>
              <a:gd name="T2" fmla="*/ 370 w 551"/>
              <a:gd name="T3" fmla="*/ 189 h 804"/>
              <a:gd name="T4" fmla="*/ 434 w 551"/>
              <a:gd name="T5" fmla="*/ 125 h 804"/>
              <a:gd name="T6" fmla="*/ 114 w 551"/>
              <a:gd name="T7" fmla="*/ 11 h 804"/>
              <a:gd name="T8" fmla="*/ 0 w 551"/>
              <a:gd name="T9" fmla="*/ 253 h 804"/>
              <a:gd name="T10" fmla="*/ 306 w 551"/>
              <a:gd name="T11" fmla="*/ 253 h 804"/>
              <a:gd name="T12" fmla="*/ 306 w 551"/>
              <a:gd name="T13" fmla="*/ 253 h 804"/>
              <a:gd name="T14" fmla="*/ 370 w 551"/>
              <a:gd name="T15" fmla="*/ 407 h 804"/>
              <a:gd name="T16" fmla="*/ 306 w 551"/>
              <a:gd name="T17" fmla="*/ 560 h 804"/>
              <a:gd name="T18" fmla="*/ 0 w 551"/>
              <a:gd name="T19" fmla="*/ 560 h 804"/>
              <a:gd name="T20" fmla="*/ 114 w 551"/>
              <a:gd name="T21" fmla="*/ 802 h 804"/>
              <a:gd name="T22" fmla="*/ 153 w 551"/>
              <a:gd name="T23" fmla="*/ 804 h 804"/>
              <a:gd name="T24" fmla="*/ 434 w 551"/>
              <a:gd name="T25" fmla="*/ 688 h 804"/>
              <a:gd name="T26" fmla="*/ 551 w 551"/>
              <a:gd name="T27" fmla="*/ 407 h 804"/>
              <a:gd name="T28" fmla="*/ 434 w 551"/>
              <a:gd name="T29" fmla="*/ 125 h 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1" h="804">
                <a:moveTo>
                  <a:pt x="434" y="125"/>
                </a:moveTo>
                <a:cubicBezTo>
                  <a:pt x="370" y="189"/>
                  <a:pt x="370" y="189"/>
                  <a:pt x="370" y="189"/>
                </a:cubicBezTo>
                <a:cubicBezTo>
                  <a:pt x="434" y="125"/>
                  <a:pt x="434" y="125"/>
                  <a:pt x="434" y="125"/>
                </a:cubicBezTo>
                <a:cubicBezTo>
                  <a:pt x="347" y="38"/>
                  <a:pt x="228" y="0"/>
                  <a:pt x="114" y="11"/>
                </a:cubicBezTo>
                <a:cubicBezTo>
                  <a:pt x="105" y="102"/>
                  <a:pt x="65" y="187"/>
                  <a:pt x="0" y="253"/>
                </a:cubicBezTo>
                <a:cubicBezTo>
                  <a:pt x="84" y="169"/>
                  <a:pt x="222" y="169"/>
                  <a:pt x="306" y="253"/>
                </a:cubicBezTo>
                <a:cubicBezTo>
                  <a:pt x="306" y="253"/>
                  <a:pt x="306" y="253"/>
                  <a:pt x="306" y="253"/>
                </a:cubicBezTo>
                <a:cubicBezTo>
                  <a:pt x="347" y="294"/>
                  <a:pt x="370" y="349"/>
                  <a:pt x="370" y="407"/>
                </a:cubicBezTo>
                <a:cubicBezTo>
                  <a:pt x="370" y="465"/>
                  <a:pt x="347" y="519"/>
                  <a:pt x="306" y="560"/>
                </a:cubicBezTo>
                <a:cubicBezTo>
                  <a:pt x="222" y="645"/>
                  <a:pt x="84" y="645"/>
                  <a:pt x="0" y="560"/>
                </a:cubicBezTo>
                <a:cubicBezTo>
                  <a:pt x="65" y="626"/>
                  <a:pt x="105" y="711"/>
                  <a:pt x="114" y="802"/>
                </a:cubicBezTo>
                <a:cubicBezTo>
                  <a:pt x="127" y="803"/>
                  <a:pt x="140" y="804"/>
                  <a:pt x="153" y="804"/>
                </a:cubicBezTo>
                <a:cubicBezTo>
                  <a:pt x="255" y="804"/>
                  <a:pt x="357" y="765"/>
                  <a:pt x="434" y="688"/>
                </a:cubicBezTo>
                <a:cubicBezTo>
                  <a:pt x="509" y="613"/>
                  <a:pt x="551" y="513"/>
                  <a:pt x="551" y="407"/>
                </a:cubicBezTo>
                <a:cubicBezTo>
                  <a:pt x="551" y="300"/>
                  <a:pt x="509" y="200"/>
                  <a:pt x="434" y="125"/>
                </a:cubicBezTo>
              </a:path>
            </a:pathLst>
          </a:custGeom>
          <a:solidFill>
            <a:srgbClr val="5BAE56"/>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任意多边形"/>
          <p:cNvSpPr/>
          <p:nvPr/>
        </p:nvSpPr>
        <p:spPr bwMode="auto">
          <a:xfrm>
            <a:off x="4476432" y="2821618"/>
            <a:ext cx="1121277" cy="1511136"/>
          </a:xfrm>
          <a:custGeom>
            <a:avLst/>
            <a:gdLst>
              <a:gd name="T0" fmla="*/ 283 w 590"/>
              <a:gd name="T1" fmla="*/ 551 h 795"/>
              <a:gd name="T2" fmla="*/ 283 w 590"/>
              <a:gd name="T3" fmla="*/ 244 h 795"/>
              <a:gd name="T4" fmla="*/ 437 w 590"/>
              <a:gd name="T5" fmla="*/ 181 h 795"/>
              <a:gd name="T6" fmla="*/ 590 w 590"/>
              <a:gd name="T7" fmla="*/ 244 h 795"/>
              <a:gd name="T8" fmla="*/ 475 w 590"/>
              <a:gd name="T9" fmla="*/ 2 h 795"/>
              <a:gd name="T10" fmla="*/ 437 w 590"/>
              <a:gd name="T11" fmla="*/ 0 h 795"/>
              <a:gd name="T12" fmla="*/ 156 w 590"/>
              <a:gd name="T13" fmla="*/ 116 h 795"/>
              <a:gd name="T14" fmla="*/ 156 w 590"/>
              <a:gd name="T15" fmla="*/ 679 h 795"/>
              <a:gd name="T16" fmla="*/ 437 w 590"/>
              <a:gd name="T17" fmla="*/ 795 h 795"/>
              <a:gd name="T18" fmla="*/ 476 w 590"/>
              <a:gd name="T19" fmla="*/ 793 h 795"/>
              <a:gd name="T20" fmla="*/ 590 w 590"/>
              <a:gd name="T21" fmla="*/ 551 h 795"/>
              <a:gd name="T22" fmla="*/ 283 w 590"/>
              <a:gd name="T23" fmla="*/ 551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0" h="795">
                <a:moveTo>
                  <a:pt x="283" y="551"/>
                </a:moveTo>
                <a:cubicBezTo>
                  <a:pt x="199" y="466"/>
                  <a:pt x="199" y="329"/>
                  <a:pt x="283" y="244"/>
                </a:cubicBezTo>
                <a:cubicBezTo>
                  <a:pt x="324" y="203"/>
                  <a:pt x="379" y="181"/>
                  <a:pt x="437" y="181"/>
                </a:cubicBezTo>
                <a:cubicBezTo>
                  <a:pt x="495" y="181"/>
                  <a:pt x="549" y="203"/>
                  <a:pt x="590" y="244"/>
                </a:cubicBezTo>
                <a:cubicBezTo>
                  <a:pt x="524" y="178"/>
                  <a:pt x="484" y="93"/>
                  <a:pt x="475" y="2"/>
                </a:cubicBezTo>
                <a:cubicBezTo>
                  <a:pt x="463" y="1"/>
                  <a:pt x="450" y="0"/>
                  <a:pt x="437" y="0"/>
                </a:cubicBezTo>
                <a:cubicBezTo>
                  <a:pt x="330" y="0"/>
                  <a:pt x="231" y="41"/>
                  <a:pt x="156" y="116"/>
                </a:cubicBezTo>
                <a:cubicBezTo>
                  <a:pt x="0" y="271"/>
                  <a:pt x="0" y="524"/>
                  <a:pt x="156" y="679"/>
                </a:cubicBezTo>
                <a:cubicBezTo>
                  <a:pt x="233" y="756"/>
                  <a:pt x="335" y="795"/>
                  <a:pt x="437" y="795"/>
                </a:cubicBezTo>
                <a:cubicBezTo>
                  <a:pt x="450" y="795"/>
                  <a:pt x="463" y="794"/>
                  <a:pt x="476" y="793"/>
                </a:cubicBezTo>
                <a:cubicBezTo>
                  <a:pt x="484" y="702"/>
                  <a:pt x="524" y="617"/>
                  <a:pt x="590" y="551"/>
                </a:cubicBezTo>
                <a:cubicBezTo>
                  <a:pt x="506" y="636"/>
                  <a:pt x="368" y="636"/>
                  <a:pt x="283" y="551"/>
                </a:cubicBezTo>
              </a:path>
            </a:pathLst>
          </a:custGeom>
          <a:solidFill>
            <a:srgbClr val="5BAE56"/>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任意多边形"/>
          <p:cNvSpPr/>
          <p:nvPr/>
        </p:nvSpPr>
        <p:spPr bwMode="auto">
          <a:xfrm>
            <a:off x="5377889" y="4112442"/>
            <a:ext cx="1511136" cy="1046854"/>
          </a:xfrm>
          <a:custGeom>
            <a:avLst/>
            <a:gdLst>
              <a:gd name="T0" fmla="*/ 793 w 795"/>
              <a:gd name="T1" fmla="*/ 114 h 551"/>
              <a:gd name="T2" fmla="*/ 551 w 795"/>
              <a:gd name="T3" fmla="*/ 0 h 551"/>
              <a:gd name="T4" fmla="*/ 614 w 795"/>
              <a:gd name="T5" fmla="*/ 153 h 551"/>
              <a:gd name="T6" fmla="*/ 551 w 795"/>
              <a:gd name="T7" fmla="*/ 307 h 551"/>
              <a:gd name="T8" fmla="*/ 244 w 795"/>
              <a:gd name="T9" fmla="*/ 307 h 551"/>
              <a:gd name="T10" fmla="*/ 180 w 795"/>
              <a:gd name="T11" fmla="*/ 153 h 551"/>
              <a:gd name="T12" fmla="*/ 244 w 795"/>
              <a:gd name="T13" fmla="*/ 0 h 551"/>
              <a:gd name="T14" fmla="*/ 2 w 795"/>
              <a:gd name="T15" fmla="*/ 114 h 551"/>
              <a:gd name="T16" fmla="*/ 0 w 795"/>
              <a:gd name="T17" fmla="*/ 153 h 551"/>
              <a:gd name="T18" fmla="*/ 116 w 795"/>
              <a:gd name="T19" fmla="*/ 434 h 551"/>
              <a:gd name="T20" fmla="*/ 397 w 795"/>
              <a:gd name="T21" fmla="*/ 551 h 551"/>
              <a:gd name="T22" fmla="*/ 679 w 795"/>
              <a:gd name="T23" fmla="*/ 434 h 551"/>
              <a:gd name="T24" fmla="*/ 795 w 795"/>
              <a:gd name="T25" fmla="*/ 153 h 551"/>
              <a:gd name="T26" fmla="*/ 793 w 795"/>
              <a:gd name="T27" fmla="*/ 114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95" h="551">
                <a:moveTo>
                  <a:pt x="793" y="114"/>
                </a:moveTo>
                <a:cubicBezTo>
                  <a:pt x="705" y="106"/>
                  <a:pt x="618" y="67"/>
                  <a:pt x="551" y="0"/>
                </a:cubicBezTo>
                <a:cubicBezTo>
                  <a:pt x="592" y="41"/>
                  <a:pt x="614" y="95"/>
                  <a:pt x="614" y="153"/>
                </a:cubicBezTo>
                <a:cubicBezTo>
                  <a:pt x="614" y="211"/>
                  <a:pt x="592" y="266"/>
                  <a:pt x="551" y="307"/>
                </a:cubicBezTo>
                <a:cubicBezTo>
                  <a:pt x="466" y="391"/>
                  <a:pt x="329" y="391"/>
                  <a:pt x="244" y="307"/>
                </a:cubicBezTo>
                <a:cubicBezTo>
                  <a:pt x="203" y="266"/>
                  <a:pt x="180" y="211"/>
                  <a:pt x="180" y="153"/>
                </a:cubicBezTo>
                <a:cubicBezTo>
                  <a:pt x="180" y="95"/>
                  <a:pt x="203" y="41"/>
                  <a:pt x="244" y="0"/>
                </a:cubicBezTo>
                <a:cubicBezTo>
                  <a:pt x="176" y="67"/>
                  <a:pt x="90" y="106"/>
                  <a:pt x="2" y="114"/>
                </a:cubicBezTo>
                <a:cubicBezTo>
                  <a:pt x="0" y="127"/>
                  <a:pt x="0" y="140"/>
                  <a:pt x="0" y="153"/>
                </a:cubicBezTo>
                <a:cubicBezTo>
                  <a:pt x="0" y="259"/>
                  <a:pt x="41" y="359"/>
                  <a:pt x="116" y="434"/>
                </a:cubicBezTo>
                <a:cubicBezTo>
                  <a:pt x="194" y="512"/>
                  <a:pt x="295" y="551"/>
                  <a:pt x="397" y="551"/>
                </a:cubicBezTo>
                <a:cubicBezTo>
                  <a:pt x="499" y="551"/>
                  <a:pt x="601" y="512"/>
                  <a:pt x="679" y="434"/>
                </a:cubicBezTo>
                <a:cubicBezTo>
                  <a:pt x="754" y="359"/>
                  <a:pt x="795" y="259"/>
                  <a:pt x="795" y="153"/>
                </a:cubicBezTo>
                <a:cubicBezTo>
                  <a:pt x="795" y="140"/>
                  <a:pt x="794" y="127"/>
                  <a:pt x="793" y="114"/>
                </a:cubicBezTo>
              </a:path>
            </a:pathLst>
          </a:custGeom>
          <a:solidFill>
            <a:srgbClr val="5BAE56"/>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任意多边形"/>
          <p:cNvSpPr/>
          <p:nvPr/>
        </p:nvSpPr>
        <p:spPr bwMode="auto">
          <a:xfrm>
            <a:off x="5377889" y="1994091"/>
            <a:ext cx="1511136" cy="1047347"/>
          </a:xfrm>
          <a:custGeom>
            <a:avLst/>
            <a:gdLst>
              <a:gd name="T0" fmla="*/ 679 w 795"/>
              <a:gd name="T1" fmla="*/ 117 h 551"/>
              <a:gd name="T2" fmla="*/ 397 w 795"/>
              <a:gd name="T3" fmla="*/ 0 h 551"/>
              <a:gd name="T4" fmla="*/ 116 w 795"/>
              <a:gd name="T5" fmla="*/ 117 h 551"/>
              <a:gd name="T6" fmla="*/ 0 w 795"/>
              <a:gd name="T7" fmla="*/ 398 h 551"/>
              <a:gd name="T8" fmla="*/ 1 w 795"/>
              <a:gd name="T9" fmla="*/ 437 h 551"/>
              <a:gd name="T10" fmla="*/ 244 w 795"/>
              <a:gd name="T11" fmla="*/ 551 h 551"/>
              <a:gd name="T12" fmla="*/ 180 w 795"/>
              <a:gd name="T13" fmla="*/ 398 h 551"/>
              <a:gd name="T14" fmla="*/ 244 w 795"/>
              <a:gd name="T15" fmla="*/ 245 h 551"/>
              <a:gd name="T16" fmla="*/ 397 w 795"/>
              <a:gd name="T17" fmla="*/ 181 h 551"/>
              <a:gd name="T18" fmla="*/ 551 w 795"/>
              <a:gd name="T19" fmla="*/ 245 h 551"/>
              <a:gd name="T20" fmla="*/ 614 w 795"/>
              <a:gd name="T21" fmla="*/ 398 h 551"/>
              <a:gd name="T22" fmla="*/ 551 w 795"/>
              <a:gd name="T23" fmla="*/ 551 h 551"/>
              <a:gd name="T24" fmla="*/ 793 w 795"/>
              <a:gd name="T25" fmla="*/ 437 h 551"/>
              <a:gd name="T26" fmla="*/ 795 w 795"/>
              <a:gd name="T27" fmla="*/ 398 h 551"/>
              <a:gd name="T28" fmla="*/ 679 w 795"/>
              <a:gd name="T29" fmla="*/ 117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5" h="551">
                <a:moveTo>
                  <a:pt x="679" y="117"/>
                </a:moveTo>
                <a:cubicBezTo>
                  <a:pt x="603" y="42"/>
                  <a:pt x="504" y="0"/>
                  <a:pt x="397" y="0"/>
                </a:cubicBezTo>
                <a:cubicBezTo>
                  <a:pt x="291" y="0"/>
                  <a:pt x="191" y="42"/>
                  <a:pt x="116" y="117"/>
                </a:cubicBezTo>
                <a:cubicBezTo>
                  <a:pt x="41" y="192"/>
                  <a:pt x="0" y="292"/>
                  <a:pt x="0" y="398"/>
                </a:cubicBezTo>
                <a:cubicBezTo>
                  <a:pt x="0" y="411"/>
                  <a:pt x="0" y="424"/>
                  <a:pt x="1" y="437"/>
                </a:cubicBezTo>
                <a:cubicBezTo>
                  <a:pt x="93" y="446"/>
                  <a:pt x="178" y="485"/>
                  <a:pt x="244" y="551"/>
                </a:cubicBezTo>
                <a:cubicBezTo>
                  <a:pt x="203" y="510"/>
                  <a:pt x="180" y="456"/>
                  <a:pt x="180" y="398"/>
                </a:cubicBezTo>
                <a:cubicBezTo>
                  <a:pt x="180" y="340"/>
                  <a:pt x="203" y="286"/>
                  <a:pt x="244" y="245"/>
                </a:cubicBezTo>
                <a:cubicBezTo>
                  <a:pt x="285" y="204"/>
                  <a:pt x="339" y="181"/>
                  <a:pt x="397" y="181"/>
                </a:cubicBezTo>
                <a:cubicBezTo>
                  <a:pt x="455" y="181"/>
                  <a:pt x="510" y="204"/>
                  <a:pt x="551" y="245"/>
                </a:cubicBezTo>
                <a:cubicBezTo>
                  <a:pt x="592" y="286"/>
                  <a:pt x="614" y="340"/>
                  <a:pt x="614" y="398"/>
                </a:cubicBezTo>
                <a:cubicBezTo>
                  <a:pt x="614" y="456"/>
                  <a:pt x="592" y="510"/>
                  <a:pt x="551" y="551"/>
                </a:cubicBezTo>
                <a:cubicBezTo>
                  <a:pt x="618" y="484"/>
                  <a:pt x="705" y="446"/>
                  <a:pt x="793" y="437"/>
                </a:cubicBezTo>
                <a:cubicBezTo>
                  <a:pt x="794" y="424"/>
                  <a:pt x="795" y="411"/>
                  <a:pt x="795" y="398"/>
                </a:cubicBezTo>
                <a:cubicBezTo>
                  <a:pt x="795" y="292"/>
                  <a:pt x="754" y="192"/>
                  <a:pt x="679" y="117"/>
                </a:cubicBezTo>
              </a:path>
            </a:pathLst>
          </a:custGeom>
          <a:solidFill>
            <a:srgbClr val="5BAE56"/>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p:cNvSpPr/>
          <p:nvPr/>
        </p:nvSpPr>
        <p:spPr>
          <a:xfrm>
            <a:off x="706755" y="1670050"/>
            <a:ext cx="3719195" cy="1526540"/>
          </a:xfrm>
          <a:prstGeom prst="rect">
            <a:avLst/>
          </a:prstGeom>
          <a:ln w="12700">
            <a:miter lim="400000"/>
          </a:ln>
        </p:spPr>
        <p:txBody>
          <a:bodyPr wrap="square" lIns="25400" tIns="25400" rIns="25400" bIns="25400" anchor="ctr">
            <a:spAutoFit/>
          </a:bodyPr>
          <a:lstStyle>
            <a:lvl1pPr algn="l">
              <a:lnSpc>
                <a:spcPct val="120000"/>
              </a:lnSpc>
              <a:defRPr sz="3000">
                <a:latin typeface="+mn-lt"/>
                <a:ea typeface="+mn-ea"/>
                <a:cs typeface="+mn-cs"/>
                <a:sym typeface="Montserrat Semi Bold"/>
              </a:defRPr>
            </a:lvl1pPr>
          </a:lstStyle>
          <a:p>
            <a:pPr marL="0" marR="0" lvl="0" indent="0" algn="r" defTabSz="457200" rtl="0" eaLnBrk="1" fontAlgn="auto" latinLnBrk="0" hangingPunct="1">
              <a:lnSpc>
                <a:spcPct val="160000"/>
              </a:lnSpc>
              <a:spcBef>
                <a:spcPct val="0"/>
              </a:spcBef>
              <a:spcAft>
                <a:spcPct val="0"/>
              </a:spcAft>
              <a:buClrTx/>
              <a:buSzTx/>
              <a:buFontTx/>
              <a:buNone/>
              <a:defRPr/>
            </a:pPr>
            <a:r>
              <a:rPr kumimoji="0" lang="zh-CN" altLang="en-US" sz="1800" b="1" i="0" u="none" strike="noStrike" kern="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添加标题</a:t>
            </a:r>
            <a:endParaRPr kumimoji="0" lang="en-US" altLang="zh-CN" sz="1800" b="1" i="0" u="none" strike="noStrike" kern="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indent="0" algn="r" hangingPunct="0">
              <a:lnSpc>
                <a:spcPct val="16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endParaRPr lang="zh-CN" altLang="en-US" sz="1400" ker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3" name="文本框"/>
          <p:cNvSpPr/>
          <p:nvPr/>
        </p:nvSpPr>
        <p:spPr>
          <a:xfrm>
            <a:off x="706755" y="3954145"/>
            <a:ext cx="3719195" cy="1526540"/>
          </a:xfrm>
          <a:prstGeom prst="rect">
            <a:avLst/>
          </a:prstGeom>
          <a:ln w="12700">
            <a:miter lim="400000"/>
          </a:ln>
        </p:spPr>
        <p:txBody>
          <a:bodyPr wrap="square" lIns="25400" tIns="25400" rIns="25400" bIns="25400" anchor="ctr">
            <a:spAutoFit/>
          </a:bodyPr>
          <a:lstStyle>
            <a:lvl1pPr algn="l">
              <a:lnSpc>
                <a:spcPct val="120000"/>
              </a:lnSpc>
              <a:defRPr sz="3000">
                <a:latin typeface="+mn-lt"/>
                <a:ea typeface="+mn-ea"/>
                <a:cs typeface="+mn-cs"/>
                <a:sym typeface="Montserrat Semi Bold"/>
              </a:defRPr>
            </a:lvl1pPr>
          </a:lstStyle>
          <a:p>
            <a:pPr marL="0" marR="0" lvl="0" indent="0" algn="r" defTabSz="457200" rtl="0" eaLnBrk="1" fontAlgn="auto" latinLnBrk="0" hangingPunct="1">
              <a:lnSpc>
                <a:spcPct val="160000"/>
              </a:lnSpc>
              <a:spcBef>
                <a:spcPct val="0"/>
              </a:spcBef>
              <a:spcAft>
                <a:spcPct val="0"/>
              </a:spcAft>
              <a:buClrTx/>
              <a:buSzTx/>
              <a:buFontTx/>
              <a:buNone/>
              <a:defRPr/>
            </a:pPr>
            <a:r>
              <a:rPr kumimoji="0" lang="zh-CN" altLang="en-US" sz="1800" b="1" i="0" u="none" strike="noStrike" kern="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添加标题</a:t>
            </a:r>
            <a:endParaRPr kumimoji="0" lang="en-US" altLang="zh-CN" sz="1800" b="1" i="0" u="none" strike="noStrike" kern="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indent="0" algn="r" hangingPunct="0">
              <a:lnSpc>
                <a:spcPct val="16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endParaRPr lang="zh-CN" altLang="en-US" sz="1400" ker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文本框"/>
          <p:cNvSpPr/>
          <p:nvPr/>
        </p:nvSpPr>
        <p:spPr>
          <a:xfrm>
            <a:off x="7715250" y="1670050"/>
            <a:ext cx="3719195" cy="1526540"/>
          </a:xfrm>
          <a:prstGeom prst="rect">
            <a:avLst/>
          </a:prstGeom>
          <a:ln w="12700">
            <a:miter lim="400000"/>
          </a:ln>
        </p:spPr>
        <p:txBody>
          <a:bodyPr wrap="square" lIns="25400" tIns="25400" rIns="25400" bIns="25400" anchor="ctr">
            <a:spAutoFit/>
          </a:bodyPr>
          <a:lstStyle>
            <a:lvl1pPr algn="l">
              <a:lnSpc>
                <a:spcPct val="120000"/>
              </a:lnSpc>
              <a:defRPr sz="3000">
                <a:latin typeface="+mn-lt"/>
                <a:ea typeface="+mn-ea"/>
                <a:cs typeface="+mn-cs"/>
                <a:sym typeface="Montserrat Semi Bold"/>
              </a:defRPr>
            </a:lvl1pPr>
          </a:lstStyle>
          <a:p>
            <a:pPr marL="0" marR="0" lvl="0" indent="0" algn="l" defTabSz="457200" rtl="0" eaLnBrk="1" fontAlgn="auto" latinLnBrk="0" hangingPunct="1">
              <a:lnSpc>
                <a:spcPct val="160000"/>
              </a:lnSpc>
              <a:spcBef>
                <a:spcPct val="0"/>
              </a:spcBef>
              <a:spcAft>
                <a:spcPct val="0"/>
              </a:spcAft>
              <a:buClrTx/>
              <a:buSzTx/>
              <a:buFontTx/>
              <a:buNone/>
              <a:defRPr/>
            </a:pPr>
            <a:r>
              <a:rPr kumimoji="0" lang="zh-CN" altLang="en-US" sz="1800" b="1" i="0" u="none" strike="noStrike" kern="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添加标题</a:t>
            </a:r>
            <a:endParaRPr kumimoji="0" lang="en-US" altLang="zh-CN" sz="1800" b="1" i="0" u="none" strike="noStrike" kern="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indent="0" algn="l" hangingPunct="0">
              <a:lnSpc>
                <a:spcPct val="16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endParaRPr lang="zh-CN" altLang="en-US" sz="1400" ker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3" name="文本框"/>
          <p:cNvSpPr/>
          <p:nvPr/>
        </p:nvSpPr>
        <p:spPr>
          <a:xfrm>
            <a:off x="7715250" y="3954145"/>
            <a:ext cx="3719195" cy="1526540"/>
          </a:xfrm>
          <a:prstGeom prst="rect">
            <a:avLst/>
          </a:prstGeom>
          <a:ln w="12700">
            <a:miter lim="400000"/>
          </a:ln>
        </p:spPr>
        <p:txBody>
          <a:bodyPr wrap="square" lIns="25400" tIns="25400" rIns="25400" bIns="25400" anchor="ctr">
            <a:spAutoFit/>
          </a:bodyPr>
          <a:lstStyle>
            <a:lvl1pPr algn="l">
              <a:lnSpc>
                <a:spcPct val="120000"/>
              </a:lnSpc>
              <a:defRPr sz="3000">
                <a:latin typeface="+mn-lt"/>
                <a:ea typeface="+mn-ea"/>
                <a:cs typeface="+mn-cs"/>
                <a:sym typeface="Montserrat Semi Bold"/>
              </a:defRPr>
            </a:lvl1pPr>
          </a:lstStyle>
          <a:p>
            <a:pPr marL="0" marR="0" lvl="0" indent="0" algn="l" defTabSz="457200" rtl="0" eaLnBrk="1" fontAlgn="auto" latinLnBrk="0" hangingPunct="1">
              <a:lnSpc>
                <a:spcPct val="160000"/>
              </a:lnSpc>
              <a:spcBef>
                <a:spcPct val="0"/>
              </a:spcBef>
              <a:spcAft>
                <a:spcPct val="0"/>
              </a:spcAft>
              <a:buClrTx/>
              <a:buSzTx/>
              <a:buFontTx/>
              <a:buNone/>
              <a:defRPr/>
            </a:pPr>
            <a:r>
              <a:rPr kumimoji="0" lang="zh-CN" altLang="en-US" sz="1800" b="1" i="0" u="none" strike="noStrike" kern="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添加标题</a:t>
            </a:r>
            <a:endParaRPr kumimoji="0" lang="en-US" altLang="zh-CN" sz="1800" b="1" i="0" u="none" strike="noStrike" kern="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indent="0" algn="l" hangingPunct="0">
              <a:lnSpc>
                <a:spcPct val="16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endParaRPr lang="zh-CN" altLang="en-US" sz="1400" ker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9" name="任意多边形: 形状 33"/>
          <p:cNvSpPr/>
          <p:nvPr/>
        </p:nvSpPr>
        <p:spPr bwMode="auto">
          <a:xfrm>
            <a:off x="5783580" y="3081020"/>
            <a:ext cx="901700" cy="873125"/>
          </a:xfrm>
          <a:custGeom>
            <a:avLst/>
            <a:gdLst>
              <a:gd name="connsiteX0" fmla="*/ 58918 w 323554"/>
              <a:gd name="connsiteY0" fmla="*/ 189699 h 313525"/>
              <a:gd name="connsiteX1" fmla="*/ 101421 w 323554"/>
              <a:gd name="connsiteY1" fmla="*/ 189699 h 313525"/>
              <a:gd name="connsiteX2" fmla="*/ 103997 w 323554"/>
              <a:gd name="connsiteY2" fmla="*/ 189699 h 313525"/>
              <a:gd name="connsiteX3" fmla="*/ 114301 w 323554"/>
              <a:gd name="connsiteY3" fmla="*/ 201731 h 313525"/>
              <a:gd name="connsiteX4" fmla="*/ 113013 w 323554"/>
              <a:gd name="connsiteY4" fmla="*/ 205741 h 313525"/>
              <a:gd name="connsiteX5" fmla="*/ 101421 w 323554"/>
              <a:gd name="connsiteY5" fmla="*/ 215099 h 313525"/>
              <a:gd name="connsiteX6" fmla="*/ 58918 w 323554"/>
              <a:gd name="connsiteY6" fmla="*/ 215099 h 313525"/>
              <a:gd name="connsiteX7" fmla="*/ 46038 w 323554"/>
              <a:gd name="connsiteY7" fmla="*/ 201731 h 313525"/>
              <a:gd name="connsiteX8" fmla="*/ 58918 w 323554"/>
              <a:gd name="connsiteY8" fmla="*/ 189699 h 313525"/>
              <a:gd name="connsiteX9" fmla="*/ 149225 w 323554"/>
              <a:gd name="connsiteY9" fmla="*/ 165887 h 313525"/>
              <a:gd name="connsiteX10" fmla="*/ 142875 w 323554"/>
              <a:gd name="connsiteY10" fmla="*/ 186525 h 313525"/>
              <a:gd name="connsiteX11" fmla="*/ 153988 w 323554"/>
              <a:gd name="connsiteY11" fmla="*/ 196050 h 313525"/>
              <a:gd name="connsiteX12" fmla="*/ 173038 w 323554"/>
              <a:gd name="connsiteY12" fmla="*/ 188112 h 313525"/>
              <a:gd name="connsiteX13" fmla="*/ 145188 w 323554"/>
              <a:gd name="connsiteY13" fmla="*/ 151599 h 313525"/>
              <a:gd name="connsiteX14" fmla="*/ 187326 w 323554"/>
              <a:gd name="connsiteY14" fmla="*/ 190104 h 313525"/>
              <a:gd name="connsiteX15" fmla="*/ 138803 w 323554"/>
              <a:gd name="connsiteY15" fmla="*/ 210640 h 313525"/>
              <a:gd name="connsiteX16" fmla="*/ 131142 w 323554"/>
              <a:gd name="connsiteY16" fmla="*/ 210640 h 313525"/>
              <a:gd name="connsiteX17" fmla="*/ 129865 w 323554"/>
              <a:gd name="connsiteY17" fmla="*/ 202939 h 313525"/>
              <a:gd name="connsiteX18" fmla="*/ 145188 w 323554"/>
              <a:gd name="connsiteY18" fmla="*/ 151599 h 313525"/>
              <a:gd name="connsiteX19" fmla="*/ 58982 w 323554"/>
              <a:gd name="connsiteY19" fmla="*/ 146837 h 313525"/>
              <a:gd name="connsiteX20" fmla="*/ 130176 w 323554"/>
              <a:gd name="connsiteY20" fmla="*/ 146837 h 313525"/>
              <a:gd name="connsiteX21" fmla="*/ 130176 w 323554"/>
              <a:gd name="connsiteY21" fmla="*/ 148186 h 313525"/>
              <a:gd name="connsiteX22" fmla="*/ 122409 w 323554"/>
              <a:gd name="connsiteY22" fmla="*/ 173825 h 313525"/>
              <a:gd name="connsiteX23" fmla="*/ 58982 w 323554"/>
              <a:gd name="connsiteY23" fmla="*/ 173825 h 313525"/>
              <a:gd name="connsiteX24" fmla="*/ 46038 w 323554"/>
              <a:gd name="connsiteY24" fmla="*/ 160331 h 313525"/>
              <a:gd name="connsiteX25" fmla="*/ 58982 w 323554"/>
              <a:gd name="connsiteY25" fmla="*/ 146837 h 313525"/>
              <a:gd name="connsiteX26" fmla="*/ 59011 w 323554"/>
              <a:gd name="connsiteY26" fmla="*/ 105562 h 313525"/>
              <a:gd name="connsiteX27" fmla="*/ 166688 w 323554"/>
              <a:gd name="connsiteY27" fmla="*/ 105562 h 313525"/>
              <a:gd name="connsiteX28" fmla="*/ 144634 w 323554"/>
              <a:gd name="connsiteY28" fmla="*/ 130962 h 313525"/>
              <a:gd name="connsiteX29" fmla="*/ 59011 w 323554"/>
              <a:gd name="connsiteY29" fmla="*/ 130962 h 313525"/>
              <a:gd name="connsiteX30" fmla="*/ 46038 w 323554"/>
              <a:gd name="connsiteY30" fmla="*/ 118930 h 313525"/>
              <a:gd name="connsiteX31" fmla="*/ 59011 w 323554"/>
              <a:gd name="connsiteY31" fmla="*/ 105562 h 313525"/>
              <a:gd name="connsiteX32" fmla="*/ 226883 w 323554"/>
              <a:gd name="connsiteY32" fmla="*/ 81749 h 313525"/>
              <a:gd name="connsiteX33" fmla="*/ 224292 w 323554"/>
              <a:gd name="connsiteY33" fmla="*/ 83037 h 313525"/>
              <a:gd name="connsiteX34" fmla="*/ 171159 w 323554"/>
              <a:gd name="connsiteY34" fmla="*/ 140996 h 313525"/>
              <a:gd name="connsiteX35" fmla="*/ 172455 w 323554"/>
              <a:gd name="connsiteY35" fmla="*/ 146148 h 313525"/>
              <a:gd name="connsiteX36" fmla="*/ 175047 w 323554"/>
              <a:gd name="connsiteY36" fmla="*/ 148724 h 313525"/>
              <a:gd name="connsiteX37" fmla="*/ 177639 w 323554"/>
              <a:gd name="connsiteY37" fmla="*/ 150012 h 313525"/>
              <a:gd name="connsiteX38" fmla="*/ 180230 w 323554"/>
              <a:gd name="connsiteY38" fmla="*/ 148724 h 313525"/>
              <a:gd name="connsiteX39" fmla="*/ 232067 w 323554"/>
              <a:gd name="connsiteY39" fmla="*/ 90765 h 313525"/>
              <a:gd name="connsiteX40" fmla="*/ 232067 w 323554"/>
              <a:gd name="connsiteY40" fmla="*/ 85613 h 313525"/>
              <a:gd name="connsiteX41" fmla="*/ 229475 w 323554"/>
              <a:gd name="connsiteY41" fmla="*/ 83037 h 313525"/>
              <a:gd name="connsiteX42" fmla="*/ 226883 w 323554"/>
              <a:gd name="connsiteY42" fmla="*/ 81749 h 313525"/>
              <a:gd name="connsiteX43" fmla="*/ 247254 w 323554"/>
              <a:gd name="connsiteY43" fmla="*/ 62303 h 313525"/>
              <a:gd name="connsiteX44" fmla="*/ 242491 w 323554"/>
              <a:gd name="connsiteY44" fmla="*/ 63493 h 313525"/>
              <a:gd name="connsiteX45" fmla="*/ 237729 w 323554"/>
              <a:gd name="connsiteY45" fmla="*/ 68256 h 313525"/>
              <a:gd name="connsiteX46" fmla="*/ 236538 w 323554"/>
              <a:gd name="connsiteY46" fmla="*/ 70637 h 313525"/>
              <a:gd name="connsiteX47" fmla="*/ 237729 w 323554"/>
              <a:gd name="connsiteY47" fmla="*/ 73019 h 313525"/>
              <a:gd name="connsiteX48" fmla="*/ 240110 w 323554"/>
              <a:gd name="connsiteY48" fmla="*/ 74209 h 313525"/>
              <a:gd name="connsiteX49" fmla="*/ 242491 w 323554"/>
              <a:gd name="connsiteY49" fmla="*/ 75400 h 313525"/>
              <a:gd name="connsiteX50" fmla="*/ 244873 w 323554"/>
              <a:gd name="connsiteY50" fmla="*/ 75400 h 313525"/>
              <a:gd name="connsiteX51" fmla="*/ 244873 w 323554"/>
              <a:gd name="connsiteY51" fmla="*/ 74209 h 313525"/>
              <a:gd name="connsiteX52" fmla="*/ 249635 w 323554"/>
              <a:gd name="connsiteY52" fmla="*/ 69447 h 313525"/>
              <a:gd name="connsiteX53" fmla="*/ 249635 w 323554"/>
              <a:gd name="connsiteY53" fmla="*/ 64684 h 313525"/>
              <a:gd name="connsiteX54" fmla="*/ 247254 w 323554"/>
              <a:gd name="connsiteY54" fmla="*/ 62303 h 313525"/>
              <a:gd name="connsiteX55" fmla="*/ 24647 w 323554"/>
              <a:gd name="connsiteY55" fmla="*/ 48412 h 313525"/>
              <a:gd name="connsiteX56" fmla="*/ 201069 w 323554"/>
              <a:gd name="connsiteY56" fmla="*/ 48412 h 313525"/>
              <a:gd name="connsiteX57" fmla="*/ 214041 w 323554"/>
              <a:gd name="connsiteY57" fmla="*/ 52292 h 313525"/>
              <a:gd name="connsiteX58" fmla="*/ 193285 w 323554"/>
              <a:gd name="connsiteY58" fmla="*/ 76863 h 313525"/>
              <a:gd name="connsiteX59" fmla="*/ 181610 w 323554"/>
              <a:gd name="connsiteY59" fmla="*/ 72983 h 313525"/>
              <a:gd name="connsiteX60" fmla="*/ 45403 w 323554"/>
              <a:gd name="connsiteY60" fmla="*/ 72983 h 313525"/>
              <a:gd name="connsiteX61" fmla="*/ 24647 w 323554"/>
              <a:gd name="connsiteY61" fmla="*/ 93675 h 313525"/>
              <a:gd name="connsiteX62" fmla="*/ 24647 w 323554"/>
              <a:gd name="connsiteY62" fmla="*/ 268262 h 313525"/>
              <a:gd name="connsiteX63" fmla="*/ 45403 w 323554"/>
              <a:gd name="connsiteY63" fmla="*/ 287660 h 313525"/>
              <a:gd name="connsiteX64" fmla="*/ 181610 w 323554"/>
              <a:gd name="connsiteY64" fmla="*/ 287660 h 313525"/>
              <a:gd name="connsiteX65" fmla="*/ 202366 w 323554"/>
              <a:gd name="connsiteY65" fmla="*/ 268262 h 313525"/>
              <a:gd name="connsiteX66" fmla="*/ 202366 w 323554"/>
              <a:gd name="connsiteY66" fmla="*/ 202307 h 313525"/>
              <a:gd name="connsiteX67" fmla="*/ 203663 w 323554"/>
              <a:gd name="connsiteY67" fmla="*/ 201014 h 313525"/>
              <a:gd name="connsiteX68" fmla="*/ 206258 w 323554"/>
              <a:gd name="connsiteY68" fmla="*/ 198427 h 313525"/>
              <a:gd name="connsiteX69" fmla="*/ 227013 w 323554"/>
              <a:gd name="connsiteY69" fmla="*/ 175149 h 313525"/>
              <a:gd name="connsiteX70" fmla="*/ 227013 w 323554"/>
              <a:gd name="connsiteY70" fmla="*/ 287660 h 313525"/>
              <a:gd name="connsiteX71" fmla="*/ 201069 w 323554"/>
              <a:gd name="connsiteY71" fmla="*/ 313525 h 313525"/>
              <a:gd name="connsiteX72" fmla="*/ 25944 w 323554"/>
              <a:gd name="connsiteY72" fmla="*/ 313525 h 313525"/>
              <a:gd name="connsiteX73" fmla="*/ 0 w 323554"/>
              <a:gd name="connsiteY73" fmla="*/ 287660 h 313525"/>
              <a:gd name="connsiteX74" fmla="*/ 0 w 323554"/>
              <a:gd name="connsiteY74" fmla="*/ 72983 h 313525"/>
              <a:gd name="connsiteX75" fmla="*/ 24647 w 323554"/>
              <a:gd name="connsiteY75" fmla="*/ 48412 h 313525"/>
              <a:gd name="connsiteX76" fmla="*/ 242888 w 323554"/>
              <a:gd name="connsiteY76" fmla="*/ 42062 h 313525"/>
              <a:gd name="connsiteX77" fmla="*/ 285751 w 323554"/>
              <a:gd name="connsiteY77" fmla="*/ 81750 h 313525"/>
              <a:gd name="connsiteX78" fmla="*/ 279401 w 323554"/>
              <a:gd name="connsiteY78" fmla="*/ 89687 h 313525"/>
              <a:gd name="connsiteX79" fmla="*/ 200026 w 323554"/>
              <a:gd name="connsiteY79" fmla="*/ 178587 h 313525"/>
              <a:gd name="connsiteX80" fmla="*/ 193676 w 323554"/>
              <a:gd name="connsiteY80" fmla="*/ 184937 h 313525"/>
              <a:gd name="connsiteX81" fmla="*/ 150813 w 323554"/>
              <a:gd name="connsiteY81" fmla="*/ 146837 h 313525"/>
              <a:gd name="connsiteX82" fmla="*/ 155576 w 323554"/>
              <a:gd name="connsiteY82" fmla="*/ 138899 h 313525"/>
              <a:gd name="connsiteX83" fmla="*/ 236538 w 323554"/>
              <a:gd name="connsiteY83" fmla="*/ 48412 h 313525"/>
              <a:gd name="connsiteX84" fmla="*/ 257175 w 323554"/>
              <a:gd name="connsiteY84" fmla="*/ 26187 h 313525"/>
              <a:gd name="connsiteX85" fmla="*/ 301625 w 323554"/>
              <a:gd name="connsiteY85" fmla="*/ 64287 h 313525"/>
              <a:gd name="connsiteX86" fmla="*/ 295275 w 323554"/>
              <a:gd name="connsiteY86" fmla="*/ 72225 h 313525"/>
              <a:gd name="connsiteX87" fmla="*/ 290513 w 323554"/>
              <a:gd name="connsiteY87" fmla="*/ 75400 h 313525"/>
              <a:gd name="connsiteX88" fmla="*/ 247650 w 323554"/>
              <a:gd name="connsiteY88" fmla="*/ 37300 h 313525"/>
              <a:gd name="connsiteX89" fmla="*/ 250825 w 323554"/>
              <a:gd name="connsiteY89" fmla="*/ 34125 h 313525"/>
              <a:gd name="connsiteX90" fmla="*/ 285750 w 323554"/>
              <a:gd name="connsiteY90" fmla="*/ 11899 h 313525"/>
              <a:gd name="connsiteX91" fmla="*/ 279400 w 323554"/>
              <a:gd name="connsiteY91" fmla="*/ 19837 h 313525"/>
              <a:gd name="connsiteX92" fmla="*/ 304800 w 323554"/>
              <a:gd name="connsiteY92" fmla="*/ 43649 h 313525"/>
              <a:gd name="connsiteX93" fmla="*/ 312738 w 323554"/>
              <a:gd name="connsiteY93" fmla="*/ 35712 h 313525"/>
              <a:gd name="connsiteX94" fmla="*/ 285265 w 323554"/>
              <a:gd name="connsiteY94" fmla="*/ 516 h 313525"/>
              <a:gd name="connsiteX95" fmla="*/ 294336 w 323554"/>
              <a:gd name="connsiteY95" fmla="*/ 3151 h 313525"/>
              <a:gd name="connsiteX96" fmla="*/ 318958 w 323554"/>
              <a:gd name="connsiteY96" fmla="*/ 25545 h 313525"/>
              <a:gd name="connsiteX97" fmla="*/ 320254 w 323554"/>
              <a:gd name="connsiteY97" fmla="*/ 43987 h 313525"/>
              <a:gd name="connsiteX98" fmla="*/ 305999 w 323554"/>
              <a:gd name="connsiteY98" fmla="*/ 61112 h 313525"/>
              <a:gd name="connsiteX99" fmla="*/ 261938 w 323554"/>
              <a:gd name="connsiteY99" fmla="*/ 20276 h 313525"/>
              <a:gd name="connsiteX100" fmla="*/ 276193 w 323554"/>
              <a:gd name="connsiteY100" fmla="*/ 4468 h 313525"/>
              <a:gd name="connsiteX101" fmla="*/ 285265 w 323554"/>
              <a:gd name="connsiteY101" fmla="*/ 516 h 31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323554" h="313525">
                <a:moveTo>
                  <a:pt x="58918" y="189699"/>
                </a:moveTo>
                <a:cubicBezTo>
                  <a:pt x="58918" y="189699"/>
                  <a:pt x="58918" y="189699"/>
                  <a:pt x="101421" y="189699"/>
                </a:cubicBezTo>
                <a:cubicBezTo>
                  <a:pt x="102709" y="189699"/>
                  <a:pt x="102709" y="189699"/>
                  <a:pt x="103997" y="189699"/>
                </a:cubicBezTo>
                <a:cubicBezTo>
                  <a:pt x="109149" y="189699"/>
                  <a:pt x="114301" y="195046"/>
                  <a:pt x="114301" y="201731"/>
                </a:cubicBezTo>
                <a:cubicBezTo>
                  <a:pt x="114301" y="203067"/>
                  <a:pt x="114301" y="204404"/>
                  <a:pt x="113013" y="205741"/>
                </a:cubicBezTo>
                <a:cubicBezTo>
                  <a:pt x="111725" y="211088"/>
                  <a:pt x="107861" y="215099"/>
                  <a:pt x="101421" y="215099"/>
                </a:cubicBezTo>
                <a:cubicBezTo>
                  <a:pt x="101421" y="215099"/>
                  <a:pt x="101421" y="215099"/>
                  <a:pt x="58918" y="215099"/>
                </a:cubicBezTo>
                <a:cubicBezTo>
                  <a:pt x="51190" y="215099"/>
                  <a:pt x="46038" y="209752"/>
                  <a:pt x="46038" y="201731"/>
                </a:cubicBezTo>
                <a:cubicBezTo>
                  <a:pt x="46038" y="195046"/>
                  <a:pt x="51190" y="189699"/>
                  <a:pt x="58918" y="189699"/>
                </a:cubicBezTo>
                <a:close/>
                <a:moveTo>
                  <a:pt x="149225" y="165887"/>
                </a:moveTo>
                <a:lnTo>
                  <a:pt x="142875" y="186525"/>
                </a:lnTo>
                <a:lnTo>
                  <a:pt x="153988" y="196050"/>
                </a:lnTo>
                <a:lnTo>
                  <a:pt x="173038" y="188112"/>
                </a:lnTo>
                <a:close/>
                <a:moveTo>
                  <a:pt x="145188" y="151599"/>
                </a:moveTo>
                <a:cubicBezTo>
                  <a:pt x="145188" y="151599"/>
                  <a:pt x="145188" y="151599"/>
                  <a:pt x="187326" y="190104"/>
                </a:cubicBezTo>
                <a:cubicBezTo>
                  <a:pt x="187326" y="190104"/>
                  <a:pt x="187326" y="190104"/>
                  <a:pt x="138803" y="210640"/>
                </a:cubicBezTo>
                <a:cubicBezTo>
                  <a:pt x="136249" y="211924"/>
                  <a:pt x="133696" y="211924"/>
                  <a:pt x="131142" y="210640"/>
                </a:cubicBezTo>
                <a:cubicBezTo>
                  <a:pt x="129865" y="208073"/>
                  <a:pt x="128588" y="205506"/>
                  <a:pt x="129865" y="202939"/>
                </a:cubicBezTo>
                <a:cubicBezTo>
                  <a:pt x="129865" y="202939"/>
                  <a:pt x="129865" y="202939"/>
                  <a:pt x="145188" y="151599"/>
                </a:cubicBezTo>
                <a:close/>
                <a:moveTo>
                  <a:pt x="58982" y="146837"/>
                </a:moveTo>
                <a:cubicBezTo>
                  <a:pt x="58982" y="146837"/>
                  <a:pt x="58982" y="146837"/>
                  <a:pt x="130176" y="146837"/>
                </a:cubicBezTo>
                <a:cubicBezTo>
                  <a:pt x="130176" y="148186"/>
                  <a:pt x="130176" y="148186"/>
                  <a:pt x="130176" y="148186"/>
                </a:cubicBezTo>
                <a:lnTo>
                  <a:pt x="122409" y="173825"/>
                </a:lnTo>
                <a:cubicBezTo>
                  <a:pt x="122409" y="173825"/>
                  <a:pt x="122409" y="173825"/>
                  <a:pt x="58982" y="173825"/>
                </a:cubicBezTo>
                <a:cubicBezTo>
                  <a:pt x="51216" y="173825"/>
                  <a:pt x="46038" y="167078"/>
                  <a:pt x="46038" y="160331"/>
                </a:cubicBezTo>
                <a:cubicBezTo>
                  <a:pt x="46038" y="153584"/>
                  <a:pt x="51216" y="146837"/>
                  <a:pt x="58982" y="146837"/>
                </a:cubicBezTo>
                <a:close/>
                <a:moveTo>
                  <a:pt x="59011" y="105562"/>
                </a:moveTo>
                <a:lnTo>
                  <a:pt x="166688" y="105562"/>
                </a:lnTo>
                <a:cubicBezTo>
                  <a:pt x="166688" y="105562"/>
                  <a:pt x="166688" y="105562"/>
                  <a:pt x="144634" y="130962"/>
                </a:cubicBezTo>
                <a:cubicBezTo>
                  <a:pt x="144634" y="130962"/>
                  <a:pt x="144634" y="130962"/>
                  <a:pt x="59011" y="130962"/>
                </a:cubicBezTo>
                <a:cubicBezTo>
                  <a:pt x="51227" y="130962"/>
                  <a:pt x="46038" y="125615"/>
                  <a:pt x="46038" y="118930"/>
                </a:cubicBezTo>
                <a:cubicBezTo>
                  <a:pt x="46038" y="110909"/>
                  <a:pt x="51227" y="105562"/>
                  <a:pt x="59011" y="105562"/>
                </a:cubicBezTo>
                <a:close/>
                <a:moveTo>
                  <a:pt x="226883" y="81749"/>
                </a:moveTo>
                <a:cubicBezTo>
                  <a:pt x="225587" y="81749"/>
                  <a:pt x="224292" y="83037"/>
                  <a:pt x="224292" y="83037"/>
                </a:cubicBezTo>
                <a:cubicBezTo>
                  <a:pt x="224292" y="83037"/>
                  <a:pt x="224292" y="83037"/>
                  <a:pt x="171159" y="140996"/>
                </a:cubicBezTo>
                <a:cubicBezTo>
                  <a:pt x="169863" y="142284"/>
                  <a:pt x="169863" y="144860"/>
                  <a:pt x="172455" y="146148"/>
                </a:cubicBezTo>
                <a:cubicBezTo>
                  <a:pt x="172455" y="146148"/>
                  <a:pt x="172455" y="146148"/>
                  <a:pt x="175047" y="148724"/>
                </a:cubicBezTo>
                <a:cubicBezTo>
                  <a:pt x="175047" y="148724"/>
                  <a:pt x="176343" y="150012"/>
                  <a:pt x="177639" y="150012"/>
                </a:cubicBezTo>
                <a:cubicBezTo>
                  <a:pt x="177639" y="150012"/>
                  <a:pt x="178934" y="148724"/>
                  <a:pt x="180230" y="148724"/>
                </a:cubicBezTo>
                <a:cubicBezTo>
                  <a:pt x="180230" y="148724"/>
                  <a:pt x="180230" y="148724"/>
                  <a:pt x="232067" y="90765"/>
                </a:cubicBezTo>
                <a:cubicBezTo>
                  <a:pt x="233363" y="89477"/>
                  <a:pt x="233363" y="86901"/>
                  <a:pt x="232067" y="85613"/>
                </a:cubicBezTo>
                <a:cubicBezTo>
                  <a:pt x="232067" y="85613"/>
                  <a:pt x="232067" y="85613"/>
                  <a:pt x="229475" y="83037"/>
                </a:cubicBezTo>
                <a:cubicBezTo>
                  <a:pt x="228179" y="81749"/>
                  <a:pt x="226883" y="81749"/>
                  <a:pt x="226883" y="81749"/>
                </a:cubicBezTo>
                <a:close/>
                <a:moveTo>
                  <a:pt x="247254" y="62303"/>
                </a:moveTo>
                <a:cubicBezTo>
                  <a:pt x="244873" y="61112"/>
                  <a:pt x="243682" y="62303"/>
                  <a:pt x="242491" y="63493"/>
                </a:cubicBezTo>
                <a:cubicBezTo>
                  <a:pt x="242491" y="63493"/>
                  <a:pt x="242491" y="63493"/>
                  <a:pt x="237729" y="68256"/>
                </a:cubicBezTo>
                <a:cubicBezTo>
                  <a:pt x="237729" y="68256"/>
                  <a:pt x="236538" y="69447"/>
                  <a:pt x="236538" y="70637"/>
                </a:cubicBezTo>
                <a:cubicBezTo>
                  <a:pt x="236538" y="70637"/>
                  <a:pt x="237729" y="71828"/>
                  <a:pt x="237729" y="73019"/>
                </a:cubicBezTo>
                <a:cubicBezTo>
                  <a:pt x="237729" y="73019"/>
                  <a:pt x="237729" y="73019"/>
                  <a:pt x="240110" y="74209"/>
                </a:cubicBezTo>
                <a:cubicBezTo>
                  <a:pt x="241301" y="75400"/>
                  <a:pt x="242491" y="75400"/>
                  <a:pt x="242491" y="75400"/>
                </a:cubicBezTo>
                <a:cubicBezTo>
                  <a:pt x="243682" y="75400"/>
                  <a:pt x="243682" y="75400"/>
                  <a:pt x="244873" y="75400"/>
                </a:cubicBezTo>
                <a:cubicBezTo>
                  <a:pt x="244873" y="74209"/>
                  <a:pt x="244873" y="74209"/>
                  <a:pt x="244873" y="74209"/>
                </a:cubicBezTo>
                <a:cubicBezTo>
                  <a:pt x="244873" y="74209"/>
                  <a:pt x="244873" y="74209"/>
                  <a:pt x="249635" y="69447"/>
                </a:cubicBezTo>
                <a:cubicBezTo>
                  <a:pt x="250826" y="68256"/>
                  <a:pt x="250826" y="65875"/>
                  <a:pt x="249635" y="64684"/>
                </a:cubicBezTo>
                <a:cubicBezTo>
                  <a:pt x="249635" y="64684"/>
                  <a:pt x="249635" y="64684"/>
                  <a:pt x="247254" y="62303"/>
                </a:cubicBezTo>
                <a:close/>
                <a:moveTo>
                  <a:pt x="24647" y="48412"/>
                </a:moveTo>
                <a:cubicBezTo>
                  <a:pt x="24647" y="48412"/>
                  <a:pt x="24647" y="48412"/>
                  <a:pt x="201069" y="48412"/>
                </a:cubicBezTo>
                <a:cubicBezTo>
                  <a:pt x="206258" y="48412"/>
                  <a:pt x="210149" y="49705"/>
                  <a:pt x="214041" y="52292"/>
                </a:cubicBezTo>
                <a:cubicBezTo>
                  <a:pt x="214041" y="52292"/>
                  <a:pt x="214041" y="52292"/>
                  <a:pt x="193285" y="76863"/>
                </a:cubicBezTo>
                <a:cubicBezTo>
                  <a:pt x="189394" y="74277"/>
                  <a:pt x="185502" y="72983"/>
                  <a:pt x="181610" y="72983"/>
                </a:cubicBezTo>
                <a:cubicBezTo>
                  <a:pt x="181610" y="72983"/>
                  <a:pt x="181610" y="72983"/>
                  <a:pt x="45403" y="72983"/>
                </a:cubicBezTo>
                <a:cubicBezTo>
                  <a:pt x="33728" y="72983"/>
                  <a:pt x="24647" y="82036"/>
                  <a:pt x="24647" y="93675"/>
                </a:cubicBezTo>
                <a:cubicBezTo>
                  <a:pt x="24647" y="93675"/>
                  <a:pt x="24647" y="93675"/>
                  <a:pt x="24647" y="268262"/>
                </a:cubicBezTo>
                <a:cubicBezTo>
                  <a:pt x="24647" y="278608"/>
                  <a:pt x="33728" y="287660"/>
                  <a:pt x="45403" y="287660"/>
                </a:cubicBezTo>
                <a:cubicBezTo>
                  <a:pt x="45403" y="287660"/>
                  <a:pt x="45403" y="287660"/>
                  <a:pt x="181610" y="287660"/>
                </a:cubicBezTo>
                <a:cubicBezTo>
                  <a:pt x="193285" y="287660"/>
                  <a:pt x="202366" y="278608"/>
                  <a:pt x="202366" y="268262"/>
                </a:cubicBezTo>
                <a:cubicBezTo>
                  <a:pt x="202366" y="268262"/>
                  <a:pt x="202366" y="268262"/>
                  <a:pt x="202366" y="202307"/>
                </a:cubicBezTo>
                <a:cubicBezTo>
                  <a:pt x="202366" y="202307"/>
                  <a:pt x="202366" y="201014"/>
                  <a:pt x="203663" y="201014"/>
                </a:cubicBezTo>
                <a:cubicBezTo>
                  <a:pt x="203663" y="199720"/>
                  <a:pt x="204960" y="199720"/>
                  <a:pt x="206258" y="198427"/>
                </a:cubicBezTo>
                <a:cubicBezTo>
                  <a:pt x="206258" y="198427"/>
                  <a:pt x="206258" y="198427"/>
                  <a:pt x="227013" y="175149"/>
                </a:cubicBezTo>
                <a:cubicBezTo>
                  <a:pt x="227013" y="175149"/>
                  <a:pt x="227013" y="175149"/>
                  <a:pt x="227013" y="287660"/>
                </a:cubicBezTo>
                <a:cubicBezTo>
                  <a:pt x="227013" y="301886"/>
                  <a:pt x="215338" y="313525"/>
                  <a:pt x="201069" y="313525"/>
                </a:cubicBezTo>
                <a:cubicBezTo>
                  <a:pt x="201069" y="313525"/>
                  <a:pt x="201069" y="313525"/>
                  <a:pt x="25944" y="313525"/>
                </a:cubicBezTo>
                <a:cubicBezTo>
                  <a:pt x="11675" y="313525"/>
                  <a:pt x="0" y="301886"/>
                  <a:pt x="0" y="287660"/>
                </a:cubicBezTo>
                <a:cubicBezTo>
                  <a:pt x="0" y="287660"/>
                  <a:pt x="0" y="287660"/>
                  <a:pt x="0" y="72983"/>
                </a:cubicBezTo>
                <a:cubicBezTo>
                  <a:pt x="0" y="60051"/>
                  <a:pt x="10378" y="48412"/>
                  <a:pt x="24647" y="48412"/>
                </a:cubicBezTo>
                <a:close/>
                <a:moveTo>
                  <a:pt x="242888" y="42062"/>
                </a:moveTo>
                <a:lnTo>
                  <a:pt x="285751" y="81750"/>
                </a:lnTo>
                <a:lnTo>
                  <a:pt x="279401" y="89687"/>
                </a:lnTo>
                <a:lnTo>
                  <a:pt x="200026" y="178587"/>
                </a:lnTo>
                <a:lnTo>
                  <a:pt x="193676" y="184937"/>
                </a:lnTo>
                <a:lnTo>
                  <a:pt x="150813" y="146837"/>
                </a:lnTo>
                <a:lnTo>
                  <a:pt x="155576" y="138899"/>
                </a:lnTo>
                <a:lnTo>
                  <a:pt x="236538" y="48412"/>
                </a:lnTo>
                <a:close/>
                <a:moveTo>
                  <a:pt x="257175" y="26187"/>
                </a:moveTo>
                <a:lnTo>
                  <a:pt x="301625" y="64287"/>
                </a:lnTo>
                <a:lnTo>
                  <a:pt x="295275" y="72225"/>
                </a:lnTo>
                <a:lnTo>
                  <a:pt x="290513" y="75400"/>
                </a:lnTo>
                <a:lnTo>
                  <a:pt x="247650" y="37300"/>
                </a:lnTo>
                <a:lnTo>
                  <a:pt x="250825" y="34125"/>
                </a:lnTo>
                <a:close/>
                <a:moveTo>
                  <a:pt x="285750" y="11899"/>
                </a:moveTo>
                <a:lnTo>
                  <a:pt x="279400" y="19837"/>
                </a:lnTo>
                <a:lnTo>
                  <a:pt x="304800" y="43649"/>
                </a:lnTo>
                <a:lnTo>
                  <a:pt x="312738" y="35712"/>
                </a:lnTo>
                <a:close/>
                <a:moveTo>
                  <a:pt x="285265" y="516"/>
                </a:moveTo>
                <a:cubicBezTo>
                  <a:pt x="289152" y="-801"/>
                  <a:pt x="291744" y="516"/>
                  <a:pt x="294336" y="3151"/>
                </a:cubicBezTo>
                <a:cubicBezTo>
                  <a:pt x="294336" y="3151"/>
                  <a:pt x="294336" y="3151"/>
                  <a:pt x="318958" y="25545"/>
                </a:cubicBezTo>
                <a:cubicBezTo>
                  <a:pt x="324142" y="30814"/>
                  <a:pt x="325438" y="38718"/>
                  <a:pt x="320254" y="43987"/>
                </a:cubicBezTo>
                <a:cubicBezTo>
                  <a:pt x="320254" y="43987"/>
                  <a:pt x="320254" y="43987"/>
                  <a:pt x="305999" y="61112"/>
                </a:cubicBezTo>
                <a:cubicBezTo>
                  <a:pt x="305999" y="61112"/>
                  <a:pt x="305999" y="61112"/>
                  <a:pt x="261938" y="20276"/>
                </a:cubicBezTo>
                <a:cubicBezTo>
                  <a:pt x="261938" y="20276"/>
                  <a:pt x="261938" y="20276"/>
                  <a:pt x="276193" y="4468"/>
                </a:cubicBezTo>
                <a:cubicBezTo>
                  <a:pt x="278785" y="1834"/>
                  <a:pt x="281377" y="516"/>
                  <a:pt x="285265" y="516"/>
                </a:cubicBezTo>
                <a:close/>
              </a:path>
            </a:pathLst>
          </a:custGeom>
          <a:solidFill>
            <a:srgbClr val="5BAE56"/>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70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14" name="直接连接符 13">
            <a:extLst>
              <a:ext uri="{FF2B5EF4-FFF2-40B4-BE49-F238E27FC236}">
                <a16:creationId xmlns:a16="http://schemas.microsoft.com/office/drawing/2014/main" id="{2C05A16D-4AB3-4428-9BB0-CFA045FE3CF4}"/>
              </a:ext>
            </a:extLst>
          </p:cNvPr>
          <p:cNvCxnSpPr/>
          <p:nvPr/>
        </p:nvCxnSpPr>
        <p:spPr>
          <a:xfrm>
            <a:off x="5866765" y="668020"/>
            <a:ext cx="844550" cy="0"/>
          </a:xfrm>
          <a:prstGeom prst="line">
            <a:avLst/>
          </a:prstGeom>
          <a:ln>
            <a:solidFill>
              <a:srgbClr val="5BAE56"/>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9FACE475-EA60-4034-9F1C-98B322E199E7}"/>
              </a:ext>
            </a:extLst>
          </p:cNvPr>
          <p:cNvSpPr txBox="1"/>
          <p:nvPr/>
        </p:nvSpPr>
        <p:spPr>
          <a:xfrm>
            <a:off x="4823460" y="90895"/>
            <a:ext cx="311404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r>
              <a:rPr lang="zh-CN" altLang="en-US"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亲子沟通</a:t>
            </a:r>
            <a:r>
              <a:rPr lang="en-US" altLang="zh-CN"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PPT</a:t>
            </a:r>
          </a:p>
        </p:txBody>
      </p:sp>
    </p:spTree>
    <p:extLst>
      <p:ext uri="{BB962C8B-B14F-4D97-AF65-F5344CB8AC3E}">
        <p14:creationId xmlns:p14="http://schemas.microsoft.com/office/powerpoint/2010/main" val="1294110957"/>
      </p:ext>
    </p:extLst>
  </p:cSld>
  <p:clrMapOvr>
    <a:masterClrMapping/>
  </p:clrMapOvr>
  <mc:AlternateContent xmlns:mc="http://schemas.openxmlformats.org/markup-compatibility/2006" xmlns:p14="http://schemas.microsoft.com/office/powerpoint/2010/main">
    <mc:Choice Requires="p14">
      <p:transition spd="slow" p14:dur="900" advTm="0">
        <p14:warp dir="in"/>
      </p:transition>
    </mc:Choice>
    <mc:Fallback xmlns:a16="http://schemas.microsoft.com/office/drawing/2014/main"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1000"/>
                                        <p:tgtEl>
                                          <p:spTgt spid="23"/>
                                        </p:tgtEl>
                                      </p:cBhvr>
                                    </p:animEffect>
                                    <p:anim calcmode="lin" valueType="num">
                                      <p:cBhvr>
                                        <p:cTn id="14" dur="1000" fill="hold"/>
                                        <p:tgtEl>
                                          <p:spTgt spid="23"/>
                                        </p:tgtEl>
                                        <p:attrNameLst>
                                          <p:attrName>ppt_x</p:attrName>
                                        </p:attrNameLst>
                                      </p:cBhvr>
                                      <p:tavLst>
                                        <p:tav tm="0">
                                          <p:val>
                                            <p:strVal val="#ppt_x"/>
                                          </p:val>
                                        </p:tav>
                                        <p:tav tm="100000">
                                          <p:val>
                                            <p:strVal val="#ppt_x"/>
                                          </p:val>
                                        </p:tav>
                                      </p:tavLst>
                                    </p:anim>
                                    <p:anim calcmode="lin" valueType="num">
                                      <p:cBhvr>
                                        <p:cTn id="15" dur="1000" fill="hold"/>
                                        <p:tgtEl>
                                          <p:spTgt spid="23"/>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1000"/>
                                        <p:tgtEl>
                                          <p:spTgt spid="3"/>
                                        </p:tgtEl>
                                      </p:cBhvr>
                                    </p:animEffect>
                                    <p:anim calcmode="lin" valueType="num">
                                      <p:cBhvr>
                                        <p:cTn id="26" dur="1000" fill="hold"/>
                                        <p:tgtEl>
                                          <p:spTgt spid="3"/>
                                        </p:tgtEl>
                                        <p:attrNameLst>
                                          <p:attrName>ppt_x</p:attrName>
                                        </p:attrNameLst>
                                      </p:cBhvr>
                                      <p:tavLst>
                                        <p:tav tm="0">
                                          <p:val>
                                            <p:strVal val="#ppt_x"/>
                                          </p:val>
                                        </p:tav>
                                        <p:tav tm="100000">
                                          <p:val>
                                            <p:strVal val="#ppt_x"/>
                                          </p:val>
                                        </p:tav>
                                      </p:tavLst>
                                    </p:anim>
                                    <p:anim calcmode="lin" valueType="num">
                                      <p:cBhvr>
                                        <p:cTn id="27"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 grpId="0" animBg="1"/>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六边形"/>
          <p:cNvSpPr/>
          <p:nvPr/>
        </p:nvSpPr>
        <p:spPr bwMode="auto">
          <a:xfrm rot="16200000">
            <a:off x="7465060" y="1524000"/>
            <a:ext cx="4328795" cy="3827145"/>
          </a:xfrm>
          <a:custGeom>
            <a:avLst/>
            <a:gdLst>
              <a:gd name="T0" fmla="*/ 958 w 1370"/>
              <a:gd name="T1" fmla="*/ 0 h 1213"/>
              <a:gd name="T2" fmla="*/ 413 w 1370"/>
              <a:gd name="T3" fmla="*/ 0 h 1213"/>
              <a:gd name="T4" fmla="*/ 297 w 1370"/>
              <a:gd name="T5" fmla="*/ 67 h 1213"/>
              <a:gd name="T6" fmla="*/ 24 w 1370"/>
              <a:gd name="T7" fmla="*/ 539 h 1213"/>
              <a:gd name="T8" fmla="*/ 24 w 1370"/>
              <a:gd name="T9" fmla="*/ 674 h 1213"/>
              <a:gd name="T10" fmla="*/ 297 w 1370"/>
              <a:gd name="T11" fmla="*/ 1145 h 1213"/>
              <a:gd name="T12" fmla="*/ 413 w 1370"/>
              <a:gd name="T13" fmla="*/ 1213 h 1213"/>
              <a:gd name="T14" fmla="*/ 958 w 1370"/>
              <a:gd name="T15" fmla="*/ 1213 h 1213"/>
              <a:gd name="T16" fmla="*/ 1074 w 1370"/>
              <a:gd name="T17" fmla="*/ 1145 h 1213"/>
              <a:gd name="T18" fmla="*/ 1346 w 1370"/>
              <a:gd name="T19" fmla="*/ 674 h 1213"/>
              <a:gd name="T20" fmla="*/ 1346 w 1370"/>
              <a:gd name="T21" fmla="*/ 539 h 1213"/>
              <a:gd name="T22" fmla="*/ 1074 w 1370"/>
              <a:gd name="T23" fmla="*/ 67 h 1213"/>
              <a:gd name="T24" fmla="*/ 958 w 1370"/>
              <a:gd name="T25" fmla="*/ 0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0" h="1213">
                <a:moveTo>
                  <a:pt x="958" y="0"/>
                </a:moveTo>
                <a:cubicBezTo>
                  <a:pt x="413" y="0"/>
                  <a:pt x="413" y="0"/>
                  <a:pt x="413" y="0"/>
                </a:cubicBezTo>
                <a:cubicBezTo>
                  <a:pt x="365" y="0"/>
                  <a:pt x="321" y="26"/>
                  <a:pt x="297" y="67"/>
                </a:cubicBezTo>
                <a:cubicBezTo>
                  <a:pt x="24" y="539"/>
                  <a:pt x="24" y="539"/>
                  <a:pt x="24" y="539"/>
                </a:cubicBezTo>
                <a:cubicBezTo>
                  <a:pt x="0" y="581"/>
                  <a:pt x="0" y="632"/>
                  <a:pt x="24" y="674"/>
                </a:cubicBezTo>
                <a:cubicBezTo>
                  <a:pt x="297" y="1145"/>
                  <a:pt x="297" y="1145"/>
                  <a:pt x="297" y="1145"/>
                </a:cubicBezTo>
                <a:cubicBezTo>
                  <a:pt x="321" y="1187"/>
                  <a:pt x="365" y="1213"/>
                  <a:pt x="413" y="1213"/>
                </a:cubicBezTo>
                <a:cubicBezTo>
                  <a:pt x="958" y="1213"/>
                  <a:pt x="958" y="1213"/>
                  <a:pt x="958" y="1213"/>
                </a:cubicBezTo>
                <a:cubicBezTo>
                  <a:pt x="1006" y="1213"/>
                  <a:pt x="1050" y="1187"/>
                  <a:pt x="1074" y="1145"/>
                </a:cubicBezTo>
                <a:cubicBezTo>
                  <a:pt x="1346" y="674"/>
                  <a:pt x="1346" y="674"/>
                  <a:pt x="1346" y="674"/>
                </a:cubicBezTo>
                <a:cubicBezTo>
                  <a:pt x="1370" y="632"/>
                  <a:pt x="1370" y="581"/>
                  <a:pt x="1346" y="539"/>
                </a:cubicBezTo>
                <a:cubicBezTo>
                  <a:pt x="1074" y="67"/>
                  <a:pt x="1074" y="67"/>
                  <a:pt x="1074" y="67"/>
                </a:cubicBezTo>
                <a:cubicBezTo>
                  <a:pt x="1050" y="26"/>
                  <a:pt x="1006" y="0"/>
                  <a:pt x="958" y="0"/>
                </a:cubicBezTo>
                <a:close/>
              </a:path>
            </a:pathLst>
          </a:custGeom>
          <a:solidFill>
            <a:srgbClr val="5BAE5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微软雅黑" panose="020B0503020204020204" pitchFamily="34" charset="-122"/>
            </a:endParaRPr>
          </a:p>
        </p:txBody>
      </p:sp>
      <p:pic>
        <p:nvPicPr>
          <p:cNvPr id="105" name="图片 104"/>
          <p:cNvPicPr/>
          <p:nvPr/>
        </p:nvPicPr>
        <p:blipFill>
          <a:blip r:embed="R814543ff0c40412d"/>
          <a:stretch>
            <a:fillRect/>
          </a:stretch>
        </p:blipFill>
        <p:spPr>
          <a:xfrm>
            <a:off x="8152130" y="1980565"/>
            <a:ext cx="2954655" cy="2913380"/>
          </a:xfrm>
          <a:prstGeom prst="ellipse">
            <a:avLst/>
          </a:prstGeom>
          <a:noFill/>
          <a:ln w="9525">
            <a:noFill/>
          </a:ln>
        </p:spPr>
      </p:pic>
      <p:sp>
        <p:nvSpPr>
          <p:cNvPr id="31" name="六边形"/>
          <p:cNvSpPr/>
          <p:nvPr/>
        </p:nvSpPr>
        <p:spPr bwMode="auto">
          <a:xfrm rot="16200000">
            <a:off x="7969885" y="4173220"/>
            <a:ext cx="1130935" cy="1000760"/>
          </a:xfrm>
          <a:custGeom>
            <a:avLst/>
            <a:gdLst>
              <a:gd name="T0" fmla="*/ 958 w 1370"/>
              <a:gd name="T1" fmla="*/ 0 h 1213"/>
              <a:gd name="T2" fmla="*/ 413 w 1370"/>
              <a:gd name="T3" fmla="*/ 0 h 1213"/>
              <a:gd name="T4" fmla="*/ 297 w 1370"/>
              <a:gd name="T5" fmla="*/ 67 h 1213"/>
              <a:gd name="T6" fmla="*/ 24 w 1370"/>
              <a:gd name="T7" fmla="*/ 539 h 1213"/>
              <a:gd name="T8" fmla="*/ 24 w 1370"/>
              <a:gd name="T9" fmla="*/ 674 h 1213"/>
              <a:gd name="T10" fmla="*/ 297 w 1370"/>
              <a:gd name="T11" fmla="*/ 1145 h 1213"/>
              <a:gd name="T12" fmla="*/ 413 w 1370"/>
              <a:gd name="T13" fmla="*/ 1213 h 1213"/>
              <a:gd name="T14" fmla="*/ 958 w 1370"/>
              <a:gd name="T15" fmla="*/ 1213 h 1213"/>
              <a:gd name="T16" fmla="*/ 1074 w 1370"/>
              <a:gd name="T17" fmla="*/ 1145 h 1213"/>
              <a:gd name="T18" fmla="*/ 1346 w 1370"/>
              <a:gd name="T19" fmla="*/ 674 h 1213"/>
              <a:gd name="T20" fmla="*/ 1346 w 1370"/>
              <a:gd name="T21" fmla="*/ 539 h 1213"/>
              <a:gd name="T22" fmla="*/ 1074 w 1370"/>
              <a:gd name="T23" fmla="*/ 67 h 1213"/>
              <a:gd name="T24" fmla="*/ 958 w 1370"/>
              <a:gd name="T25" fmla="*/ 0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0" h="1213">
                <a:moveTo>
                  <a:pt x="958" y="0"/>
                </a:moveTo>
                <a:cubicBezTo>
                  <a:pt x="413" y="0"/>
                  <a:pt x="413" y="0"/>
                  <a:pt x="413" y="0"/>
                </a:cubicBezTo>
                <a:cubicBezTo>
                  <a:pt x="365" y="0"/>
                  <a:pt x="321" y="26"/>
                  <a:pt x="297" y="67"/>
                </a:cubicBezTo>
                <a:cubicBezTo>
                  <a:pt x="24" y="539"/>
                  <a:pt x="24" y="539"/>
                  <a:pt x="24" y="539"/>
                </a:cubicBezTo>
                <a:cubicBezTo>
                  <a:pt x="0" y="581"/>
                  <a:pt x="0" y="632"/>
                  <a:pt x="24" y="674"/>
                </a:cubicBezTo>
                <a:cubicBezTo>
                  <a:pt x="297" y="1145"/>
                  <a:pt x="297" y="1145"/>
                  <a:pt x="297" y="1145"/>
                </a:cubicBezTo>
                <a:cubicBezTo>
                  <a:pt x="321" y="1187"/>
                  <a:pt x="365" y="1213"/>
                  <a:pt x="413" y="1213"/>
                </a:cubicBezTo>
                <a:cubicBezTo>
                  <a:pt x="958" y="1213"/>
                  <a:pt x="958" y="1213"/>
                  <a:pt x="958" y="1213"/>
                </a:cubicBezTo>
                <a:cubicBezTo>
                  <a:pt x="1006" y="1213"/>
                  <a:pt x="1050" y="1187"/>
                  <a:pt x="1074" y="1145"/>
                </a:cubicBezTo>
                <a:cubicBezTo>
                  <a:pt x="1346" y="674"/>
                  <a:pt x="1346" y="674"/>
                  <a:pt x="1346" y="674"/>
                </a:cubicBezTo>
                <a:cubicBezTo>
                  <a:pt x="1370" y="632"/>
                  <a:pt x="1370" y="581"/>
                  <a:pt x="1346" y="539"/>
                </a:cubicBezTo>
                <a:cubicBezTo>
                  <a:pt x="1074" y="67"/>
                  <a:pt x="1074" y="67"/>
                  <a:pt x="1074" y="67"/>
                </a:cubicBezTo>
                <a:cubicBezTo>
                  <a:pt x="1050" y="26"/>
                  <a:pt x="1006" y="0"/>
                  <a:pt x="958" y="0"/>
                </a:cubicBezTo>
                <a:close/>
              </a:path>
            </a:pathLst>
          </a:custGeom>
          <a:solidFill>
            <a:srgbClr val="5BAE56"/>
          </a:solid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pitchFamily="34" charset="-122"/>
            </a:endParaRPr>
          </a:p>
        </p:txBody>
      </p:sp>
      <p:sp>
        <p:nvSpPr>
          <p:cNvPr id="2" name="任意多边形: 形状 32"/>
          <p:cNvSpPr/>
          <p:nvPr/>
        </p:nvSpPr>
        <p:spPr bwMode="auto">
          <a:xfrm>
            <a:off x="8208010" y="4320540"/>
            <a:ext cx="654685" cy="706755"/>
          </a:xfrm>
          <a:custGeom>
            <a:avLst/>
            <a:gdLst>
              <a:gd name="T0" fmla="*/ 233 w 238"/>
              <a:gd name="T1" fmla="*/ 236 h 256"/>
              <a:gd name="T2" fmla="*/ 173 w 238"/>
              <a:gd name="T3" fmla="*/ 210 h 256"/>
              <a:gd name="T4" fmla="*/ 168 w 238"/>
              <a:gd name="T5" fmla="*/ 207 h 256"/>
              <a:gd name="T6" fmla="*/ 164 w 238"/>
              <a:gd name="T7" fmla="*/ 195 h 256"/>
              <a:gd name="T8" fmla="*/ 159 w 238"/>
              <a:gd name="T9" fmla="*/ 189 h 256"/>
              <a:gd name="T10" fmla="*/ 157 w 238"/>
              <a:gd name="T11" fmla="*/ 186 h 256"/>
              <a:gd name="T12" fmla="*/ 158 w 238"/>
              <a:gd name="T13" fmla="*/ 167 h 256"/>
              <a:gd name="T14" fmla="*/ 167 w 238"/>
              <a:gd name="T15" fmla="*/ 149 h 256"/>
              <a:gd name="T16" fmla="*/ 178 w 238"/>
              <a:gd name="T17" fmla="*/ 113 h 256"/>
              <a:gd name="T18" fmla="*/ 172 w 238"/>
              <a:gd name="T19" fmla="*/ 109 h 256"/>
              <a:gd name="T20" fmla="*/ 179 w 238"/>
              <a:gd name="T21" fmla="*/ 77 h 256"/>
              <a:gd name="T22" fmla="*/ 180 w 238"/>
              <a:gd name="T23" fmla="*/ 84 h 256"/>
              <a:gd name="T24" fmla="*/ 180 w 238"/>
              <a:gd name="T25" fmla="*/ 86 h 256"/>
              <a:gd name="T26" fmla="*/ 216 w 238"/>
              <a:gd name="T27" fmla="*/ 63 h 256"/>
              <a:gd name="T28" fmla="*/ 119 w 238"/>
              <a:gd name="T29" fmla="*/ 0 h 256"/>
              <a:gd name="T30" fmla="*/ 21 w 238"/>
              <a:gd name="T31" fmla="*/ 63 h 256"/>
              <a:gd name="T32" fmla="*/ 30 w 238"/>
              <a:gd name="T33" fmla="*/ 69 h 256"/>
              <a:gd name="T34" fmla="*/ 30 w 238"/>
              <a:gd name="T35" fmla="*/ 82 h 256"/>
              <a:gd name="T36" fmla="*/ 27 w 238"/>
              <a:gd name="T37" fmla="*/ 85 h 256"/>
              <a:gd name="T38" fmla="*/ 29 w 238"/>
              <a:gd name="T39" fmla="*/ 89 h 256"/>
              <a:gd name="T40" fmla="*/ 21 w 238"/>
              <a:gd name="T41" fmla="*/ 133 h 256"/>
              <a:gd name="T42" fmla="*/ 41 w 238"/>
              <a:gd name="T43" fmla="*/ 133 h 256"/>
              <a:gd name="T44" fmla="*/ 33 w 238"/>
              <a:gd name="T45" fmla="*/ 89 h 256"/>
              <a:gd name="T46" fmla="*/ 35 w 238"/>
              <a:gd name="T47" fmla="*/ 85 h 256"/>
              <a:gd name="T48" fmla="*/ 32 w 238"/>
              <a:gd name="T49" fmla="*/ 82 h 256"/>
              <a:gd name="T50" fmla="*/ 32 w 238"/>
              <a:gd name="T51" fmla="*/ 70 h 256"/>
              <a:gd name="T52" fmla="*/ 57 w 238"/>
              <a:gd name="T53" fmla="*/ 86 h 256"/>
              <a:gd name="T54" fmla="*/ 57 w 238"/>
              <a:gd name="T55" fmla="*/ 85 h 256"/>
              <a:gd name="T56" fmla="*/ 58 w 238"/>
              <a:gd name="T57" fmla="*/ 92 h 256"/>
              <a:gd name="T58" fmla="*/ 67 w 238"/>
              <a:gd name="T59" fmla="*/ 109 h 256"/>
              <a:gd name="T60" fmla="*/ 67 w 238"/>
              <a:gd name="T61" fmla="*/ 110 h 256"/>
              <a:gd name="T62" fmla="*/ 67 w 238"/>
              <a:gd name="T63" fmla="*/ 110 h 256"/>
              <a:gd name="T64" fmla="*/ 65 w 238"/>
              <a:gd name="T65" fmla="*/ 113 h 256"/>
              <a:gd name="T66" fmla="*/ 62 w 238"/>
              <a:gd name="T67" fmla="*/ 118 h 256"/>
              <a:gd name="T68" fmla="*/ 66 w 238"/>
              <a:gd name="T69" fmla="*/ 138 h 256"/>
              <a:gd name="T70" fmla="*/ 70 w 238"/>
              <a:gd name="T71" fmla="*/ 148 h 256"/>
              <a:gd name="T72" fmla="*/ 80 w 238"/>
              <a:gd name="T73" fmla="*/ 166 h 256"/>
              <a:gd name="T74" fmla="*/ 82 w 238"/>
              <a:gd name="T75" fmla="*/ 170 h 256"/>
              <a:gd name="T76" fmla="*/ 80 w 238"/>
              <a:gd name="T77" fmla="*/ 186 h 256"/>
              <a:gd name="T78" fmla="*/ 77 w 238"/>
              <a:gd name="T79" fmla="*/ 189 h 256"/>
              <a:gd name="T80" fmla="*/ 71 w 238"/>
              <a:gd name="T81" fmla="*/ 195 h 256"/>
              <a:gd name="T82" fmla="*/ 67 w 238"/>
              <a:gd name="T83" fmla="*/ 206 h 256"/>
              <a:gd name="T84" fmla="*/ 64 w 238"/>
              <a:gd name="T85" fmla="*/ 209 h 256"/>
              <a:gd name="T86" fmla="*/ 41 w 238"/>
              <a:gd name="T87" fmla="*/ 217 h 256"/>
              <a:gd name="T88" fmla="*/ 4 w 238"/>
              <a:gd name="T89" fmla="*/ 237 h 256"/>
              <a:gd name="T90" fmla="*/ 2 w 238"/>
              <a:gd name="T91" fmla="*/ 256 h 256"/>
              <a:gd name="T92" fmla="*/ 235 w 238"/>
              <a:gd name="T93" fmla="*/ 256 h 256"/>
              <a:gd name="T94" fmla="*/ 233 w 238"/>
              <a:gd name="T95" fmla="*/ 23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 h="256">
                <a:moveTo>
                  <a:pt x="233" y="236"/>
                </a:moveTo>
                <a:cubicBezTo>
                  <a:pt x="210" y="226"/>
                  <a:pt x="197" y="218"/>
                  <a:pt x="173" y="210"/>
                </a:cubicBezTo>
                <a:cubicBezTo>
                  <a:pt x="171" y="209"/>
                  <a:pt x="169" y="208"/>
                  <a:pt x="168" y="207"/>
                </a:cubicBezTo>
                <a:cubicBezTo>
                  <a:pt x="166" y="203"/>
                  <a:pt x="165" y="199"/>
                  <a:pt x="164" y="195"/>
                </a:cubicBezTo>
                <a:cubicBezTo>
                  <a:pt x="163" y="193"/>
                  <a:pt x="162" y="190"/>
                  <a:pt x="159" y="189"/>
                </a:cubicBezTo>
                <a:cubicBezTo>
                  <a:pt x="158" y="189"/>
                  <a:pt x="157" y="187"/>
                  <a:pt x="157" y="186"/>
                </a:cubicBezTo>
                <a:cubicBezTo>
                  <a:pt x="157" y="177"/>
                  <a:pt x="154" y="171"/>
                  <a:pt x="158" y="167"/>
                </a:cubicBezTo>
                <a:cubicBezTo>
                  <a:pt x="165" y="161"/>
                  <a:pt x="164" y="153"/>
                  <a:pt x="167" y="149"/>
                </a:cubicBezTo>
                <a:cubicBezTo>
                  <a:pt x="171" y="145"/>
                  <a:pt x="180" y="117"/>
                  <a:pt x="178" y="113"/>
                </a:cubicBezTo>
                <a:cubicBezTo>
                  <a:pt x="176" y="109"/>
                  <a:pt x="170" y="111"/>
                  <a:pt x="172" y="109"/>
                </a:cubicBezTo>
                <a:cubicBezTo>
                  <a:pt x="177" y="102"/>
                  <a:pt x="179" y="89"/>
                  <a:pt x="179" y="77"/>
                </a:cubicBezTo>
                <a:cubicBezTo>
                  <a:pt x="180" y="79"/>
                  <a:pt x="180" y="81"/>
                  <a:pt x="180" y="84"/>
                </a:cubicBezTo>
                <a:cubicBezTo>
                  <a:pt x="180" y="86"/>
                  <a:pt x="180" y="86"/>
                  <a:pt x="180" y="86"/>
                </a:cubicBezTo>
                <a:cubicBezTo>
                  <a:pt x="216" y="63"/>
                  <a:pt x="216" y="63"/>
                  <a:pt x="216" y="63"/>
                </a:cubicBezTo>
                <a:cubicBezTo>
                  <a:pt x="119" y="0"/>
                  <a:pt x="119" y="0"/>
                  <a:pt x="119" y="0"/>
                </a:cubicBezTo>
                <a:cubicBezTo>
                  <a:pt x="21" y="63"/>
                  <a:pt x="21" y="63"/>
                  <a:pt x="21" y="63"/>
                </a:cubicBezTo>
                <a:cubicBezTo>
                  <a:pt x="30" y="69"/>
                  <a:pt x="30" y="69"/>
                  <a:pt x="30" y="69"/>
                </a:cubicBezTo>
                <a:cubicBezTo>
                  <a:pt x="30" y="82"/>
                  <a:pt x="30" y="82"/>
                  <a:pt x="30" y="82"/>
                </a:cubicBezTo>
                <a:cubicBezTo>
                  <a:pt x="29" y="82"/>
                  <a:pt x="27" y="84"/>
                  <a:pt x="27" y="85"/>
                </a:cubicBezTo>
                <a:cubicBezTo>
                  <a:pt x="27" y="87"/>
                  <a:pt x="28" y="88"/>
                  <a:pt x="29" y="89"/>
                </a:cubicBezTo>
                <a:cubicBezTo>
                  <a:pt x="21" y="133"/>
                  <a:pt x="21" y="133"/>
                  <a:pt x="21" y="133"/>
                </a:cubicBezTo>
                <a:cubicBezTo>
                  <a:pt x="41" y="133"/>
                  <a:pt x="41" y="133"/>
                  <a:pt x="41" y="133"/>
                </a:cubicBezTo>
                <a:cubicBezTo>
                  <a:pt x="33" y="89"/>
                  <a:pt x="33" y="89"/>
                  <a:pt x="33" y="89"/>
                </a:cubicBezTo>
                <a:cubicBezTo>
                  <a:pt x="34" y="88"/>
                  <a:pt x="35" y="87"/>
                  <a:pt x="35" y="85"/>
                </a:cubicBezTo>
                <a:cubicBezTo>
                  <a:pt x="35" y="84"/>
                  <a:pt x="34" y="82"/>
                  <a:pt x="32" y="82"/>
                </a:cubicBezTo>
                <a:cubicBezTo>
                  <a:pt x="32" y="70"/>
                  <a:pt x="32" y="70"/>
                  <a:pt x="32" y="70"/>
                </a:cubicBezTo>
                <a:cubicBezTo>
                  <a:pt x="57" y="86"/>
                  <a:pt x="57" y="86"/>
                  <a:pt x="57" y="86"/>
                </a:cubicBezTo>
                <a:cubicBezTo>
                  <a:pt x="57" y="85"/>
                  <a:pt x="57" y="85"/>
                  <a:pt x="57" y="85"/>
                </a:cubicBezTo>
                <a:cubicBezTo>
                  <a:pt x="57" y="87"/>
                  <a:pt x="57" y="89"/>
                  <a:pt x="58" y="92"/>
                </a:cubicBezTo>
                <a:cubicBezTo>
                  <a:pt x="60" y="100"/>
                  <a:pt x="64" y="100"/>
                  <a:pt x="67" y="109"/>
                </a:cubicBezTo>
                <a:cubicBezTo>
                  <a:pt x="67" y="109"/>
                  <a:pt x="67" y="110"/>
                  <a:pt x="67" y="110"/>
                </a:cubicBezTo>
                <a:cubicBezTo>
                  <a:pt x="67" y="110"/>
                  <a:pt x="67" y="110"/>
                  <a:pt x="67" y="110"/>
                </a:cubicBezTo>
                <a:cubicBezTo>
                  <a:pt x="66" y="111"/>
                  <a:pt x="66" y="113"/>
                  <a:pt x="65" y="113"/>
                </a:cubicBezTo>
                <a:cubicBezTo>
                  <a:pt x="61" y="114"/>
                  <a:pt x="61" y="116"/>
                  <a:pt x="62" y="118"/>
                </a:cubicBezTo>
                <a:cubicBezTo>
                  <a:pt x="62" y="120"/>
                  <a:pt x="65" y="133"/>
                  <a:pt x="66" y="138"/>
                </a:cubicBezTo>
                <a:cubicBezTo>
                  <a:pt x="67" y="141"/>
                  <a:pt x="70" y="144"/>
                  <a:pt x="70" y="148"/>
                </a:cubicBezTo>
                <a:cubicBezTo>
                  <a:pt x="72" y="155"/>
                  <a:pt x="75" y="161"/>
                  <a:pt x="80" y="166"/>
                </a:cubicBezTo>
                <a:cubicBezTo>
                  <a:pt x="81" y="167"/>
                  <a:pt x="82" y="169"/>
                  <a:pt x="82" y="170"/>
                </a:cubicBezTo>
                <a:cubicBezTo>
                  <a:pt x="81" y="175"/>
                  <a:pt x="81" y="181"/>
                  <a:pt x="80" y="186"/>
                </a:cubicBezTo>
                <a:cubicBezTo>
                  <a:pt x="80" y="187"/>
                  <a:pt x="78" y="189"/>
                  <a:pt x="77" y="189"/>
                </a:cubicBezTo>
                <a:cubicBezTo>
                  <a:pt x="73" y="190"/>
                  <a:pt x="72" y="193"/>
                  <a:pt x="71" y="195"/>
                </a:cubicBezTo>
                <a:cubicBezTo>
                  <a:pt x="70" y="199"/>
                  <a:pt x="69" y="203"/>
                  <a:pt x="67" y="206"/>
                </a:cubicBezTo>
                <a:cubicBezTo>
                  <a:pt x="67" y="207"/>
                  <a:pt x="65" y="209"/>
                  <a:pt x="64" y="209"/>
                </a:cubicBezTo>
                <a:cubicBezTo>
                  <a:pt x="56" y="212"/>
                  <a:pt x="49" y="214"/>
                  <a:pt x="41" y="217"/>
                </a:cubicBezTo>
                <a:cubicBezTo>
                  <a:pt x="33" y="220"/>
                  <a:pt x="12" y="233"/>
                  <a:pt x="4" y="237"/>
                </a:cubicBezTo>
                <a:cubicBezTo>
                  <a:pt x="0" y="239"/>
                  <a:pt x="2" y="256"/>
                  <a:pt x="2" y="256"/>
                </a:cubicBezTo>
                <a:cubicBezTo>
                  <a:pt x="235" y="256"/>
                  <a:pt x="235" y="256"/>
                  <a:pt x="235" y="256"/>
                </a:cubicBezTo>
                <a:cubicBezTo>
                  <a:pt x="235" y="256"/>
                  <a:pt x="238" y="238"/>
                  <a:pt x="233" y="236"/>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70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5" name="直接连接符 4"/>
          <p:cNvCxnSpPr/>
          <p:nvPr/>
        </p:nvCxnSpPr>
        <p:spPr>
          <a:xfrm>
            <a:off x="4268237" y="3601601"/>
            <a:ext cx="323850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4213797" y="2675730"/>
            <a:ext cx="3347379" cy="645160"/>
          </a:xfrm>
          <a:prstGeom prst="rect">
            <a:avLst/>
          </a:prstGeom>
          <a:noFill/>
        </p:spPr>
        <p:txBody>
          <a:bodyPr wrap="square" rtlCol="0">
            <a:spAutoFit/>
          </a:bodyPr>
          <a:lstStyle/>
          <a:p>
            <a:pPr indent="0" algn="r" hangingPunct="0">
              <a:lnSpc>
                <a:spcPct val="150000"/>
              </a:lnSpc>
              <a:buFont typeface="微软雅黑" panose="020B0503020204020204" pitchFamily="34" charset="-122"/>
              <a:buNone/>
            </a:pPr>
            <a:r>
              <a:rPr lang="zh-CN" altLang="en-US" sz="12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a:t>
            </a:r>
          </a:p>
        </p:txBody>
      </p:sp>
      <p:sp>
        <p:nvSpPr>
          <p:cNvPr id="13" name="矩形"/>
          <p:cNvSpPr/>
          <p:nvPr/>
        </p:nvSpPr>
        <p:spPr>
          <a:xfrm>
            <a:off x="5287831" y="2009983"/>
            <a:ext cx="2093354" cy="531375"/>
          </a:xfrm>
          <a:prstGeom prst="roundRect">
            <a:avLst>
              <a:gd name="adj" fmla="val 50000"/>
            </a:avLst>
          </a:prstGeom>
          <a:solidFill>
            <a:srgbClr val="67B03D"/>
          </a:solidFill>
          <a:ln>
            <a:noFill/>
          </a:ln>
          <a:effectLst>
            <a:outerShdw blurRad="177800" dist="152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400">
                <a:cs typeface="微软雅黑" panose="020B0503020204020204" pitchFamily="34" charset="-122"/>
              </a:rPr>
              <a:t> </a:t>
            </a:r>
          </a:p>
        </p:txBody>
      </p:sp>
      <p:sp>
        <p:nvSpPr>
          <p:cNvPr id="19" name="文本框 18"/>
          <p:cNvSpPr txBox="1"/>
          <p:nvPr/>
        </p:nvSpPr>
        <p:spPr>
          <a:xfrm>
            <a:off x="5473579" y="2088220"/>
            <a:ext cx="1721857" cy="400110"/>
          </a:xfrm>
          <a:prstGeom prst="rect">
            <a:avLst/>
          </a:prstGeom>
          <a:solidFill>
            <a:srgbClr val="67B03D"/>
          </a:solidFill>
        </p:spPr>
        <p:txBody>
          <a:bodyPr wrap="square" rtlCol="0">
            <a:spAutoFit/>
          </a:bodyPr>
          <a:lstStyle/>
          <a:p>
            <a:pPr algn="dist"/>
            <a:r>
              <a:rPr lang="zh-CN" altLang="en-US" sz="20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添加标题</a:t>
            </a:r>
          </a:p>
        </p:txBody>
      </p:sp>
      <p:sp>
        <p:nvSpPr>
          <p:cNvPr id="32" name="文本框 31"/>
          <p:cNvSpPr txBox="1"/>
          <p:nvPr/>
        </p:nvSpPr>
        <p:spPr>
          <a:xfrm>
            <a:off x="4248521" y="4454715"/>
            <a:ext cx="3347379" cy="645160"/>
          </a:xfrm>
          <a:prstGeom prst="rect">
            <a:avLst/>
          </a:prstGeom>
          <a:noFill/>
        </p:spPr>
        <p:txBody>
          <a:bodyPr wrap="square" rtlCol="0">
            <a:spAutoFit/>
          </a:bodyPr>
          <a:lstStyle/>
          <a:p>
            <a:pPr indent="0" algn="r" hangingPunct="0">
              <a:lnSpc>
                <a:spcPct val="150000"/>
              </a:lnSpc>
              <a:buFont typeface="微软雅黑" panose="020B0503020204020204" pitchFamily="34" charset="-122"/>
              <a:buNone/>
            </a:pPr>
            <a:r>
              <a:rPr lang="zh-CN" altLang="en-US" sz="12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a:t>
            </a:r>
          </a:p>
        </p:txBody>
      </p:sp>
      <p:sp>
        <p:nvSpPr>
          <p:cNvPr id="34" name="矩形"/>
          <p:cNvSpPr/>
          <p:nvPr/>
        </p:nvSpPr>
        <p:spPr>
          <a:xfrm>
            <a:off x="5322555" y="3788968"/>
            <a:ext cx="2093354" cy="531375"/>
          </a:xfrm>
          <a:prstGeom prst="roundRect">
            <a:avLst>
              <a:gd name="adj" fmla="val 50000"/>
            </a:avLst>
          </a:prstGeom>
          <a:solidFill>
            <a:srgbClr val="67B03D"/>
          </a:solidFill>
          <a:ln>
            <a:noFill/>
          </a:ln>
          <a:effectLst>
            <a:outerShdw blurRad="177800" dist="152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400">
                <a:cs typeface="微软雅黑" panose="020B0503020204020204" pitchFamily="34" charset="-122"/>
              </a:rPr>
              <a:t> </a:t>
            </a:r>
          </a:p>
        </p:txBody>
      </p:sp>
      <p:sp>
        <p:nvSpPr>
          <p:cNvPr id="35" name="文本框 34"/>
          <p:cNvSpPr txBox="1"/>
          <p:nvPr/>
        </p:nvSpPr>
        <p:spPr>
          <a:xfrm>
            <a:off x="5508303" y="3867205"/>
            <a:ext cx="1721857" cy="400110"/>
          </a:xfrm>
          <a:prstGeom prst="rect">
            <a:avLst/>
          </a:prstGeom>
          <a:solidFill>
            <a:srgbClr val="67B03D"/>
          </a:solidFill>
        </p:spPr>
        <p:txBody>
          <a:bodyPr wrap="square" rtlCol="0">
            <a:spAutoFit/>
          </a:bodyPr>
          <a:lstStyle/>
          <a:p>
            <a:pPr algn="dist"/>
            <a:r>
              <a:rPr lang="zh-CN" altLang="en-US" sz="20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添加标题</a:t>
            </a:r>
          </a:p>
        </p:txBody>
      </p:sp>
      <p:cxnSp>
        <p:nvCxnSpPr>
          <p:cNvPr id="21" name="直接连接符 20"/>
          <p:cNvCxnSpPr/>
          <p:nvPr/>
        </p:nvCxnSpPr>
        <p:spPr>
          <a:xfrm>
            <a:off x="801137" y="3601601"/>
            <a:ext cx="323850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746697" y="2675730"/>
            <a:ext cx="3347379" cy="645160"/>
          </a:xfrm>
          <a:prstGeom prst="rect">
            <a:avLst/>
          </a:prstGeom>
          <a:noFill/>
        </p:spPr>
        <p:txBody>
          <a:bodyPr wrap="square" rtlCol="0">
            <a:spAutoFit/>
          </a:bodyPr>
          <a:lstStyle/>
          <a:p>
            <a:pPr indent="0" algn="r" hangingPunct="0">
              <a:lnSpc>
                <a:spcPct val="150000"/>
              </a:lnSpc>
              <a:buFont typeface="微软雅黑" panose="020B0503020204020204" pitchFamily="34" charset="-122"/>
              <a:buNone/>
            </a:pPr>
            <a:r>
              <a:rPr lang="zh-CN" altLang="en-US" sz="12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a:t>
            </a:r>
          </a:p>
        </p:txBody>
      </p:sp>
      <p:sp>
        <p:nvSpPr>
          <p:cNvPr id="23" name="矩形"/>
          <p:cNvSpPr/>
          <p:nvPr/>
        </p:nvSpPr>
        <p:spPr>
          <a:xfrm>
            <a:off x="1820731" y="2009983"/>
            <a:ext cx="2093354" cy="531375"/>
          </a:xfrm>
          <a:prstGeom prst="roundRect">
            <a:avLst>
              <a:gd name="adj" fmla="val 50000"/>
            </a:avLst>
          </a:prstGeom>
          <a:solidFill>
            <a:srgbClr val="67B03D"/>
          </a:solidFill>
          <a:ln>
            <a:noFill/>
          </a:ln>
          <a:effectLst>
            <a:outerShdw blurRad="177800" dist="152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400">
                <a:cs typeface="微软雅黑" panose="020B0503020204020204" pitchFamily="34" charset="-122"/>
              </a:rPr>
              <a:t> </a:t>
            </a:r>
          </a:p>
        </p:txBody>
      </p:sp>
      <p:sp>
        <p:nvSpPr>
          <p:cNvPr id="24" name="文本框 23"/>
          <p:cNvSpPr txBox="1"/>
          <p:nvPr/>
        </p:nvSpPr>
        <p:spPr>
          <a:xfrm>
            <a:off x="2006479" y="2088220"/>
            <a:ext cx="1721857" cy="400110"/>
          </a:xfrm>
          <a:prstGeom prst="rect">
            <a:avLst/>
          </a:prstGeom>
          <a:solidFill>
            <a:srgbClr val="67B03D"/>
          </a:solidFill>
        </p:spPr>
        <p:txBody>
          <a:bodyPr wrap="square" rtlCol="0">
            <a:spAutoFit/>
          </a:bodyPr>
          <a:lstStyle/>
          <a:p>
            <a:pPr algn="dist"/>
            <a:r>
              <a:rPr lang="zh-CN" altLang="en-US" sz="20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添加标题</a:t>
            </a:r>
          </a:p>
        </p:txBody>
      </p:sp>
      <p:sp>
        <p:nvSpPr>
          <p:cNvPr id="25" name="文本框 24"/>
          <p:cNvSpPr txBox="1"/>
          <p:nvPr/>
        </p:nvSpPr>
        <p:spPr>
          <a:xfrm>
            <a:off x="781421" y="4454715"/>
            <a:ext cx="3347379" cy="645160"/>
          </a:xfrm>
          <a:prstGeom prst="rect">
            <a:avLst/>
          </a:prstGeom>
          <a:noFill/>
        </p:spPr>
        <p:txBody>
          <a:bodyPr wrap="square" rtlCol="0">
            <a:spAutoFit/>
          </a:bodyPr>
          <a:lstStyle/>
          <a:p>
            <a:pPr indent="0" algn="r" hangingPunct="0">
              <a:lnSpc>
                <a:spcPct val="150000"/>
              </a:lnSpc>
              <a:buFont typeface="微软雅黑" panose="020B0503020204020204" pitchFamily="34" charset="-122"/>
              <a:buNone/>
            </a:pPr>
            <a:r>
              <a:rPr lang="zh-CN" altLang="en-US" sz="12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a:t>
            </a:r>
          </a:p>
        </p:txBody>
      </p:sp>
      <p:sp>
        <p:nvSpPr>
          <p:cNvPr id="26" name="矩形"/>
          <p:cNvSpPr/>
          <p:nvPr/>
        </p:nvSpPr>
        <p:spPr>
          <a:xfrm>
            <a:off x="1855455" y="3788968"/>
            <a:ext cx="2093354" cy="531375"/>
          </a:xfrm>
          <a:prstGeom prst="roundRect">
            <a:avLst>
              <a:gd name="adj" fmla="val 50000"/>
            </a:avLst>
          </a:prstGeom>
          <a:solidFill>
            <a:srgbClr val="67B03D"/>
          </a:solidFill>
          <a:ln>
            <a:noFill/>
          </a:ln>
          <a:effectLst>
            <a:outerShdw blurRad="177800" dist="152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400">
                <a:cs typeface="微软雅黑" panose="020B0503020204020204" pitchFamily="34" charset="-122"/>
              </a:rPr>
              <a:t> </a:t>
            </a:r>
          </a:p>
        </p:txBody>
      </p:sp>
      <p:sp>
        <p:nvSpPr>
          <p:cNvPr id="29" name="文本框 28"/>
          <p:cNvSpPr txBox="1"/>
          <p:nvPr/>
        </p:nvSpPr>
        <p:spPr>
          <a:xfrm>
            <a:off x="2041203" y="3867205"/>
            <a:ext cx="1721857" cy="400110"/>
          </a:xfrm>
          <a:prstGeom prst="rect">
            <a:avLst/>
          </a:prstGeom>
          <a:solidFill>
            <a:srgbClr val="67B03D"/>
          </a:solidFill>
        </p:spPr>
        <p:txBody>
          <a:bodyPr wrap="square" rtlCol="0">
            <a:spAutoFit/>
          </a:bodyPr>
          <a:lstStyle/>
          <a:p>
            <a:pPr algn="dist"/>
            <a:r>
              <a:rPr lang="zh-CN" altLang="en-US" sz="20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添加标题</a:t>
            </a:r>
          </a:p>
        </p:txBody>
      </p:sp>
      <p:cxnSp>
        <p:nvCxnSpPr>
          <p:cNvPr id="33" name="直接连接符 32">
            <a:extLst>
              <a:ext uri="{FF2B5EF4-FFF2-40B4-BE49-F238E27FC236}">
                <a16:creationId xmlns:a16="http://schemas.microsoft.com/office/drawing/2014/main" id="{D027AA0A-4824-4033-B2A3-E5B5157CB557}"/>
              </a:ext>
            </a:extLst>
          </p:cNvPr>
          <p:cNvCxnSpPr/>
          <p:nvPr/>
        </p:nvCxnSpPr>
        <p:spPr>
          <a:xfrm>
            <a:off x="5582285" y="668020"/>
            <a:ext cx="844550" cy="0"/>
          </a:xfrm>
          <a:prstGeom prst="line">
            <a:avLst/>
          </a:prstGeom>
          <a:ln>
            <a:solidFill>
              <a:srgbClr val="5BAE56"/>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8EAE7ED8-AA54-4613-8439-423239AA2C44}"/>
              </a:ext>
            </a:extLst>
          </p:cNvPr>
          <p:cNvSpPr txBox="1"/>
          <p:nvPr/>
        </p:nvSpPr>
        <p:spPr>
          <a:xfrm>
            <a:off x="4538980" y="90895"/>
            <a:ext cx="311404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r>
              <a:rPr lang="zh-CN" altLang="en-US"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亲子沟通</a:t>
            </a:r>
            <a:r>
              <a:rPr lang="en-US" altLang="zh-CN"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PPT</a:t>
            </a:r>
          </a:p>
        </p:txBody>
      </p:sp>
    </p:spTree>
    <p:custDataLst>
      <p:tags r:id="R9826e060b9c34f4a"/>
    </p:custDataLst>
  </p:cSld>
  <p:clrMapOvr>
    <a:masterClrMapping/>
  </p:clrMapOvr>
  <p:transition advTm="2000">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2" grpId="0"/>
      <p:bldP spid="22" grpId="0"/>
      <p:bldP spid="2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89789798787"/>
          <p:cNvPicPr>
            <a:picLocks noChangeAspect="1"/>
          </p:cNvPicPr>
          <p:nvPr/>
        </p:nvPicPr>
        <p:blipFill>
          <a:blip r:embed="R92d3361a484342da"/>
          <a:stretch>
            <a:fillRect/>
          </a:stretch>
        </p:blipFill>
        <p:spPr>
          <a:xfrm>
            <a:off x="0" y="0"/>
            <a:ext cx="12192000" cy="6856730"/>
          </a:xfrm>
          <a:prstGeom prst="rect">
            <a:avLst/>
          </a:prstGeom>
        </p:spPr>
      </p:pic>
      <p:pic>
        <p:nvPicPr>
          <p:cNvPr id="10" name="图片 9" descr="hand-drawn-family-portrait_23-2148100357.webp"/>
          <p:cNvPicPr>
            <a:picLocks noChangeAspect="1"/>
          </p:cNvPicPr>
          <p:nvPr/>
        </p:nvPicPr>
        <p:blipFill>
          <a:blip r:embed="R092b4a1650a34d00"/>
          <a:stretch>
            <a:fillRect/>
          </a:stretch>
        </p:blipFill>
        <p:spPr>
          <a:xfrm>
            <a:off x="580390" y="588645"/>
            <a:ext cx="4316095" cy="3973830"/>
          </a:xfrm>
          <a:prstGeom prst="rect">
            <a:avLst/>
          </a:prstGeom>
        </p:spPr>
      </p:pic>
      <p:sp>
        <p:nvSpPr>
          <p:cNvPr id="5" name="圆角矩形 4"/>
          <p:cNvSpPr/>
          <p:nvPr/>
        </p:nvSpPr>
        <p:spPr>
          <a:xfrm>
            <a:off x="4896485" y="1184275"/>
            <a:ext cx="6664960" cy="3213100"/>
          </a:xfrm>
          <a:prstGeom prst="roundRect">
            <a:avLst>
              <a:gd name="adj" fmla="val 8577"/>
            </a:avLst>
          </a:prstGeom>
          <a:solidFill>
            <a:srgbClr val="5BA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5290820" y="3133408"/>
            <a:ext cx="5391150" cy="1060450"/>
          </a:xfrm>
          <a:prstGeom prst="rect">
            <a:avLst/>
          </a:prstGeom>
          <a:solidFill>
            <a:srgbClr val="5BAE56"/>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hangingPunct="0">
              <a:lnSpc>
                <a:spcPct val="150000"/>
              </a:lnSpc>
              <a:buFont typeface="微软雅黑" panose="020B0503020204020204" pitchFamily="34" charset="-122"/>
              <a:buNone/>
            </a:pPr>
            <a:r>
              <a:rPr lang="zh-CN" altLang="en-US" sz="1400">
                <a:solidFill>
                  <a:schemeClr val="bg1"/>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单击此处输入你的正文，文字是您思想的提炼，为了最终演示发布的良好效果，请尽量言简意赅的阐述观点；根据需要可酌情增减文字，以便观者可以准确理解您所传达的信息。</a:t>
            </a:r>
          </a:p>
        </p:txBody>
      </p:sp>
      <p:sp>
        <p:nvSpPr>
          <p:cNvPr id="4" name="文本框 3"/>
          <p:cNvSpPr txBox="1"/>
          <p:nvPr/>
        </p:nvSpPr>
        <p:spPr>
          <a:xfrm>
            <a:off x="5310505" y="2376170"/>
            <a:ext cx="5371465" cy="829945"/>
          </a:xfrm>
          <a:prstGeom prst="rect">
            <a:avLst/>
          </a:prstGeom>
          <a:solidFill>
            <a:srgbClr val="5BAE56"/>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4800" dirty="0">
                <a:solidFill>
                  <a:schemeClr val="bg1"/>
                </a:solidFill>
                <a:latin typeface="方正正大黑简体" panose="02000000000000000000" pitchFamily="2" charset="-122"/>
                <a:ea typeface="方正正大黑简体" panose="02000000000000000000" pitchFamily="2" charset="-122"/>
                <a:cs typeface="微软雅黑" panose="020B0503020204020204" pitchFamily="34" charset="-122"/>
                <a:sym typeface="微软雅黑" panose="020B0503020204020204" pitchFamily="34" charset="-122"/>
              </a:rPr>
              <a:t>家庭沟通的方法</a:t>
            </a:r>
          </a:p>
        </p:txBody>
      </p:sp>
      <p:sp>
        <p:nvSpPr>
          <p:cNvPr id="6" name="文本框 5"/>
          <p:cNvSpPr txBox="1"/>
          <p:nvPr/>
        </p:nvSpPr>
        <p:spPr>
          <a:xfrm>
            <a:off x="5290820" y="1510030"/>
            <a:ext cx="1228725" cy="922020"/>
          </a:xfrm>
          <a:prstGeom prst="rect">
            <a:avLst/>
          </a:prstGeom>
          <a:solidFill>
            <a:srgbClr val="5BAE56"/>
          </a:solidFill>
        </p:spPr>
        <p:txBody>
          <a:bodyPr wrap="square" rtlCol="0">
            <a:spAutoFit/>
          </a:bodyPr>
          <a:lstStyle>
            <a:defPPr>
              <a:defRPr lang="zh-CN"/>
            </a:defPPr>
            <a:lvl1pPr algn="ctr">
              <a:defRPr sz="5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sym typeface="+mn-ea"/>
              </a:rPr>
              <a:t>03</a:t>
            </a:r>
          </a:p>
        </p:txBody>
      </p:sp>
      <p:cxnSp>
        <p:nvCxnSpPr>
          <p:cNvPr id="20" name="直接连接符 19"/>
          <p:cNvCxnSpPr/>
          <p:nvPr/>
        </p:nvCxnSpPr>
        <p:spPr>
          <a:xfrm>
            <a:off x="6519545" y="1985010"/>
            <a:ext cx="2797810" cy="0"/>
          </a:xfrm>
          <a:prstGeom prst="line">
            <a:avLst/>
          </a:prstGeom>
          <a:solidFill>
            <a:srgbClr val="5BAE56"/>
          </a:solidFill>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圆角矩形 6"/>
          <p:cNvSpPr/>
          <p:nvPr/>
        </p:nvSpPr>
        <p:spPr>
          <a:xfrm>
            <a:off x="723900" y="4427220"/>
            <a:ext cx="10837545" cy="902970"/>
          </a:xfrm>
          <a:prstGeom prst="roundRect">
            <a:avLst/>
          </a:prstGeom>
          <a:solidFill>
            <a:srgbClr val="5BAE56"/>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文本框 24"/>
          <p:cNvSpPr txBox="1"/>
          <p:nvPr/>
        </p:nvSpPr>
        <p:spPr>
          <a:xfrm>
            <a:off x="925195" y="4455795"/>
            <a:ext cx="10497185" cy="737235"/>
          </a:xfrm>
          <a:prstGeom prst="rect">
            <a:avLst/>
          </a:prstGeom>
          <a:solidFill>
            <a:srgbClr val="5BAE56"/>
          </a:solidFill>
          <a:ln>
            <a:noFill/>
          </a:ln>
        </p:spPr>
        <p:txBody>
          <a:bodyPr wrap="square" rtlCol="0" anchor="t">
            <a:spAutoFit/>
          </a:bodyPr>
          <a:lstStyle/>
          <a:p>
            <a:pPr indent="0" algn="just" hangingPunct="0">
              <a:lnSpc>
                <a:spcPct val="150000"/>
              </a:lnSpc>
              <a:buFont typeface="微软雅黑" panose="020B0503020204020204" pitchFamily="34" charset="-122"/>
              <a:buNone/>
            </a:pPr>
            <a:r>
              <a:rPr lang="zh-CN" altLang="en-US" sz="1400">
                <a:solidFill>
                  <a:schemeClr val="bg1"/>
                </a:solidFill>
                <a:latin typeface="微软雅黑" panose="020B0503020204020204" pitchFamily="34" charset="-122"/>
                <a:ea typeface="微软雅黑" panose="020B0503020204020204" pitchFamily="34" charset="-122"/>
                <a:cs typeface="+mn-ea"/>
                <a:sym typeface="+mn-lt"/>
              </a:rPr>
              <a:t>您的正文已经简明扼要，字字珠玑，但信息却错综复杂，需要用更多的文字来表述；但请您尽可能提炼思想的精髓，否则容易造成观者的阅读压力，适得其反。</a:t>
            </a:r>
            <a:endParaRPr lang="zh-CN" altLang="en-US" sz="14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spd="med" advTm="8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1" nodeType="with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1000"/>
                                        <p:tgtEl>
                                          <p:spTgt spid="25"/>
                                        </p:tgtEl>
                                      </p:cBhvr>
                                    </p:animEffect>
                                    <p:anim calcmode="lin" valueType="num">
                                      <p:cBhvr>
                                        <p:cTn id="13" dur="1000" fill="hold"/>
                                        <p:tgtEl>
                                          <p:spTgt spid="25"/>
                                        </p:tgtEl>
                                        <p:attrNameLst>
                                          <p:attrName>ppt_x</p:attrName>
                                        </p:attrNameLst>
                                      </p:cBhvr>
                                      <p:tavLst>
                                        <p:tav tm="0">
                                          <p:val>
                                            <p:strVal val="#ppt_x"/>
                                          </p:val>
                                        </p:tav>
                                        <p:tav tm="100000">
                                          <p:val>
                                            <p:strVal val="#ppt_x"/>
                                          </p:val>
                                        </p:tav>
                                      </p:tavLst>
                                    </p:anim>
                                    <p:anim calcmode="lin" valueType="num">
                                      <p:cBhvr>
                                        <p:cTn id="14"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5"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矩形"/>
          <p:cNvSpPr/>
          <p:nvPr/>
        </p:nvSpPr>
        <p:spPr>
          <a:xfrm>
            <a:off x="628650" y="1918335"/>
            <a:ext cx="11087100" cy="2197100"/>
          </a:xfrm>
          <a:prstGeom prst="roundRect">
            <a:avLst>
              <a:gd name="adj" fmla="val 35851"/>
            </a:avLst>
          </a:prstGeom>
          <a:solidFill>
            <a:srgbClr val="FBFDFF"/>
          </a:solidFill>
          <a:ln>
            <a:noFill/>
          </a:ln>
          <a:effectLst>
            <a:outerShdw blurRad="241300" algn="ctr" rotWithShape="0">
              <a:srgbClr val="5BAE56">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pitchFamily="34" charset="-122"/>
            </a:endParaRPr>
          </a:p>
        </p:txBody>
      </p:sp>
      <p:cxnSp>
        <p:nvCxnSpPr>
          <p:cNvPr id="159" name="直接连接符 5"/>
          <p:cNvCxnSpPr/>
          <p:nvPr/>
        </p:nvCxnSpPr>
        <p:spPr>
          <a:xfrm flipH="1">
            <a:off x="4674140" y="1918160"/>
            <a:ext cx="0" cy="2295525"/>
          </a:xfrm>
          <a:prstGeom prst="line">
            <a:avLst/>
          </a:prstGeom>
          <a:ln w="22225">
            <a:gradFill>
              <a:gsLst>
                <a:gs pos="0">
                  <a:schemeClr val="bg1">
                    <a:lumMod val="75000"/>
                    <a:alpha val="0"/>
                  </a:schemeClr>
                </a:gs>
                <a:gs pos="53000">
                  <a:schemeClr val="bg1">
                    <a:lumMod val="75000"/>
                  </a:schemeClr>
                </a:gs>
                <a:gs pos="100000">
                  <a:schemeClr val="bg1">
                    <a:lumMod val="75000"/>
                    <a:alpha val="0"/>
                  </a:schemeClr>
                </a:gs>
              </a:gsLst>
              <a:lin ang="5400000" scaled="1"/>
            </a:gradFill>
            <a:prstDash val="sysDash"/>
          </a:ln>
        </p:spPr>
        <p:style>
          <a:lnRef idx="1">
            <a:schemeClr val="accent1"/>
          </a:lnRef>
          <a:fillRef idx="0">
            <a:schemeClr val="accent1"/>
          </a:fillRef>
          <a:effectRef idx="0">
            <a:schemeClr val="accent1"/>
          </a:effectRef>
          <a:fontRef idx="minor">
            <a:schemeClr val="tx1"/>
          </a:fontRef>
        </p:style>
      </p:cxnSp>
      <p:cxnSp>
        <p:nvCxnSpPr>
          <p:cNvPr id="160" name="直接连接符 5"/>
          <p:cNvCxnSpPr/>
          <p:nvPr/>
        </p:nvCxnSpPr>
        <p:spPr>
          <a:xfrm flipH="1">
            <a:off x="7282085" y="1918160"/>
            <a:ext cx="0" cy="2295525"/>
          </a:xfrm>
          <a:prstGeom prst="line">
            <a:avLst/>
          </a:prstGeom>
          <a:ln w="22225">
            <a:gradFill>
              <a:gsLst>
                <a:gs pos="0">
                  <a:schemeClr val="bg1">
                    <a:lumMod val="75000"/>
                    <a:alpha val="0"/>
                  </a:schemeClr>
                </a:gs>
                <a:gs pos="53000">
                  <a:schemeClr val="bg1">
                    <a:lumMod val="75000"/>
                  </a:schemeClr>
                </a:gs>
                <a:gs pos="100000">
                  <a:schemeClr val="bg1">
                    <a:lumMod val="75000"/>
                    <a:alpha val="0"/>
                  </a:schemeClr>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2" name="文本框"/>
          <p:cNvSpPr txBox="1"/>
          <p:nvPr/>
        </p:nvSpPr>
        <p:spPr>
          <a:xfrm flipH="1">
            <a:off x="7730490" y="2888815"/>
            <a:ext cx="3625215" cy="645795"/>
          </a:xfrm>
          <a:prstGeom prst="rect">
            <a:avLst/>
          </a:prstGeom>
          <a:noFill/>
        </p:spPr>
        <p:txBody>
          <a:bodyPr wrap="square" lIns="0" tIns="0" rIns="0" bIns="0" rtlCol="0">
            <a:spAutoFit/>
          </a:bodyPr>
          <a:lstStyle/>
          <a:p>
            <a:pPr indent="0" algn="ctr" hangingPunct="0">
              <a:lnSpc>
                <a:spcPct val="15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a:t>
            </a:r>
          </a:p>
        </p:txBody>
      </p:sp>
      <p:sp>
        <p:nvSpPr>
          <p:cNvPr id="12" name="文本框 11"/>
          <p:cNvSpPr txBox="1"/>
          <p:nvPr/>
        </p:nvSpPr>
        <p:spPr>
          <a:xfrm>
            <a:off x="8822690" y="2425700"/>
            <a:ext cx="1492250" cy="437836"/>
          </a:xfrm>
          <a:prstGeom prst="roundRect">
            <a:avLst/>
          </a:prstGeom>
          <a:solidFill>
            <a:srgbClr val="5BAE56"/>
          </a:solidFill>
          <a:ln>
            <a:solidFill>
              <a:srgbClr val="5BAE56"/>
            </a:solidFill>
          </a:ln>
        </p:spPr>
        <p:txBody>
          <a:bodyPr wrap="square" rtlCol="0">
            <a:spAutoFit/>
          </a:bodyPr>
          <a:lstStyle/>
          <a:p>
            <a:pPr marR="0" indent="0" algn="ctr" defTabSz="457200" fontAlgn="auto">
              <a:lnSpc>
                <a:spcPct val="100000"/>
              </a:lnSpc>
              <a:spcBef>
                <a:spcPct val="0"/>
              </a:spcBef>
              <a:spcAft>
                <a:spcPct val="0"/>
              </a:spcAft>
              <a:buClrTx/>
              <a:buSzTx/>
              <a:buFontTx/>
              <a:buNone/>
              <a:defRPr/>
            </a:pPr>
            <a:r>
              <a:rPr kumimoji="1" lang="zh-CN" altLang="en-US" sz="2000" b="1" i="0" kern="0" cap="none" spc="0" normalizeH="0" baseline="0" noProof="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添加标题</a:t>
            </a:r>
          </a:p>
        </p:txBody>
      </p:sp>
      <p:sp>
        <p:nvSpPr>
          <p:cNvPr id="3" name="文本框"/>
          <p:cNvSpPr txBox="1"/>
          <p:nvPr/>
        </p:nvSpPr>
        <p:spPr>
          <a:xfrm flipH="1">
            <a:off x="756920" y="2888815"/>
            <a:ext cx="3625215" cy="645795"/>
          </a:xfrm>
          <a:prstGeom prst="rect">
            <a:avLst/>
          </a:prstGeom>
          <a:noFill/>
        </p:spPr>
        <p:txBody>
          <a:bodyPr wrap="square" lIns="0" tIns="0" rIns="0" bIns="0" rtlCol="0">
            <a:spAutoFit/>
          </a:bodyPr>
          <a:lstStyle/>
          <a:p>
            <a:pPr indent="0" algn="ctr" hangingPunct="0">
              <a:lnSpc>
                <a:spcPct val="15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a:t>
            </a:r>
          </a:p>
        </p:txBody>
      </p:sp>
      <p:sp>
        <p:nvSpPr>
          <p:cNvPr id="4" name="文本框 3"/>
          <p:cNvSpPr txBox="1"/>
          <p:nvPr/>
        </p:nvSpPr>
        <p:spPr>
          <a:xfrm>
            <a:off x="1849120" y="2425700"/>
            <a:ext cx="1492250" cy="437836"/>
          </a:xfrm>
          <a:prstGeom prst="roundRect">
            <a:avLst/>
          </a:prstGeom>
          <a:solidFill>
            <a:srgbClr val="5BAE56"/>
          </a:solidFill>
          <a:ln>
            <a:solidFill>
              <a:srgbClr val="5BAE56"/>
            </a:solidFill>
          </a:ln>
        </p:spPr>
        <p:txBody>
          <a:bodyPr wrap="square" rtlCol="0">
            <a:spAutoFit/>
          </a:bodyPr>
          <a:lstStyle/>
          <a:p>
            <a:pPr marR="0" indent="0" algn="ctr" defTabSz="457200" fontAlgn="auto">
              <a:lnSpc>
                <a:spcPct val="100000"/>
              </a:lnSpc>
              <a:spcBef>
                <a:spcPct val="0"/>
              </a:spcBef>
              <a:spcAft>
                <a:spcPct val="0"/>
              </a:spcAft>
              <a:buClrTx/>
              <a:buSzTx/>
              <a:buFontTx/>
              <a:buNone/>
              <a:defRPr/>
            </a:pPr>
            <a:r>
              <a:rPr kumimoji="1" lang="zh-CN" altLang="en-US" sz="2000" b="1" i="0" kern="0" cap="none" spc="0" normalizeH="0" baseline="0" noProof="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添加标题</a:t>
            </a:r>
          </a:p>
        </p:txBody>
      </p:sp>
      <p:sp>
        <p:nvSpPr>
          <p:cNvPr id="22" name="文本框"/>
          <p:cNvSpPr/>
          <p:nvPr/>
        </p:nvSpPr>
        <p:spPr>
          <a:xfrm>
            <a:off x="4883785" y="2199323"/>
            <a:ext cx="2246630" cy="1643380"/>
          </a:xfrm>
          <a:prstGeom prst="rect">
            <a:avLst/>
          </a:prstGeom>
          <a:ln w="12700">
            <a:miter lim="400000"/>
          </a:ln>
        </p:spPr>
        <p:txBody>
          <a:bodyPr wrap="square" lIns="25400" tIns="25400" rIns="25400" bIns="25400" anchor="ctr">
            <a:spAutoFit/>
          </a:bodyPr>
          <a:lstStyle>
            <a:lvl1pPr algn="l">
              <a:lnSpc>
                <a:spcPct val="120000"/>
              </a:lnSpc>
              <a:defRPr sz="3000">
                <a:latin typeface="+mn-lt"/>
                <a:ea typeface="+mn-ea"/>
                <a:cs typeface="+mn-cs"/>
                <a:sym typeface="Montserrat Semi Bold"/>
              </a:defRPr>
            </a:lvl1pPr>
          </a:lstStyle>
          <a:p>
            <a:pPr marL="0" marR="0" lvl="0" indent="0" algn="ctr" defTabSz="457200" rtl="0" eaLnBrk="1" fontAlgn="auto" latinLnBrk="0" hangingPunct="1">
              <a:lnSpc>
                <a:spcPct val="140000"/>
              </a:lnSpc>
              <a:spcBef>
                <a:spcPct val="0"/>
              </a:spcBef>
              <a:spcAft>
                <a:spcPct val="0"/>
              </a:spcAft>
              <a:buClrTx/>
              <a:buSzTx/>
              <a:buFontTx/>
              <a:buNone/>
              <a:defRPr/>
            </a:pPr>
            <a:r>
              <a:rPr kumimoji="0" lang="zh-CN" altLang="en-US" sz="1800" b="1" i="0" u="none" strike="noStrike" kern="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添加标题</a:t>
            </a:r>
            <a:endParaRPr kumimoji="0" lang="en-US" altLang="zh-CN" sz="1800" b="1" i="0" u="none" strike="noStrike" kern="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indent="0" algn="ctr" hangingPunct="0">
              <a:lnSpc>
                <a:spcPct val="14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endParaRPr lang="zh-CN" altLang="en-US" sz="1400" ker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7" name="圆角矩形 6"/>
          <p:cNvSpPr/>
          <p:nvPr/>
        </p:nvSpPr>
        <p:spPr>
          <a:xfrm>
            <a:off x="629285" y="4329430"/>
            <a:ext cx="11085830" cy="902970"/>
          </a:xfrm>
          <a:prstGeom prst="roundRect">
            <a:avLst/>
          </a:prstGeom>
          <a:solidFill>
            <a:srgbClr val="5BAE56"/>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文本框 24"/>
          <p:cNvSpPr txBox="1"/>
          <p:nvPr/>
        </p:nvSpPr>
        <p:spPr>
          <a:xfrm>
            <a:off x="954405" y="4358005"/>
            <a:ext cx="10622915" cy="737235"/>
          </a:xfrm>
          <a:prstGeom prst="rect">
            <a:avLst/>
          </a:prstGeom>
          <a:solidFill>
            <a:srgbClr val="5BAE56"/>
          </a:solidFill>
          <a:ln>
            <a:noFill/>
          </a:ln>
        </p:spPr>
        <p:txBody>
          <a:bodyPr wrap="square" rtlCol="0" anchor="t">
            <a:spAutoFit/>
          </a:bodyPr>
          <a:lstStyle/>
          <a:p>
            <a:pPr indent="0" algn="ctr" hangingPunct="0">
              <a:lnSpc>
                <a:spcPct val="150000"/>
              </a:lnSpc>
              <a:buFont typeface="微软雅黑" panose="020B0503020204020204" pitchFamily="34" charset="-122"/>
              <a:buNone/>
            </a:pPr>
            <a:r>
              <a:rPr lang="zh-CN" altLang="en-US" sz="1400">
                <a:solidFill>
                  <a:schemeClr val="bg1"/>
                </a:solidFill>
                <a:latin typeface="微软雅黑" panose="020B0503020204020204" pitchFamily="34" charset="-122"/>
                <a:ea typeface="微软雅黑" panose="020B0503020204020204" pitchFamily="34" charset="-122"/>
                <a:cs typeface="+mn-ea"/>
                <a:sym typeface="+mn-lt"/>
              </a:rPr>
              <a:t>您的正文已经简明扼要，字字珠玑，但信息却错综复杂，需要用更多的文字来表述；但请您尽可能提炼思想的精髓，否则容易造成观者的阅读压力，适得其反。</a:t>
            </a:r>
            <a:endParaRPr lang="zh-CN" altLang="en-US" sz="14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14" name="直接连接符 13">
            <a:extLst>
              <a:ext uri="{FF2B5EF4-FFF2-40B4-BE49-F238E27FC236}">
                <a16:creationId xmlns:a16="http://schemas.microsoft.com/office/drawing/2014/main" id="{BD8CA299-AD6D-4FFF-B477-C8AC2116CD25}"/>
              </a:ext>
            </a:extLst>
          </p:cNvPr>
          <p:cNvCxnSpPr/>
          <p:nvPr/>
        </p:nvCxnSpPr>
        <p:spPr>
          <a:xfrm>
            <a:off x="5582285" y="668020"/>
            <a:ext cx="844550" cy="0"/>
          </a:xfrm>
          <a:prstGeom prst="line">
            <a:avLst/>
          </a:prstGeom>
          <a:ln>
            <a:solidFill>
              <a:srgbClr val="5BAE56"/>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F7C7D51E-E44B-4662-9652-E427F1803632}"/>
              </a:ext>
            </a:extLst>
          </p:cNvPr>
          <p:cNvSpPr txBox="1"/>
          <p:nvPr/>
        </p:nvSpPr>
        <p:spPr>
          <a:xfrm>
            <a:off x="4538980" y="90895"/>
            <a:ext cx="311404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r>
              <a:rPr lang="zh-CN" altLang="en-US"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亲子沟通</a:t>
            </a:r>
            <a:r>
              <a:rPr lang="en-US" altLang="zh-CN"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PPT</a:t>
            </a:r>
          </a:p>
        </p:txBody>
      </p:sp>
    </p:spTree>
    <p:custDataLst>
      <p:tags r:id="R1c01079c982d424c"/>
    </p:custDataLst>
  </p:cSld>
  <p:clrMapOvr>
    <a:masterClrMapping/>
  </p:clrMapOvr>
  <p:transition advTm="2000">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par>
                                <p:cTn id="17" presetID="42" presetClass="entr" presetSubtype="0" fill="hold" grpId="1"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1000"/>
                                        <p:tgtEl>
                                          <p:spTgt spid="25"/>
                                        </p:tgtEl>
                                      </p:cBhvr>
                                    </p:animEffect>
                                    <p:anim calcmode="lin" valueType="num">
                                      <p:cBhvr>
                                        <p:cTn id="20" dur="1000" fill="hold"/>
                                        <p:tgtEl>
                                          <p:spTgt spid="25"/>
                                        </p:tgtEl>
                                        <p:attrNameLst>
                                          <p:attrName>ppt_x</p:attrName>
                                        </p:attrNameLst>
                                      </p:cBhvr>
                                      <p:tavLst>
                                        <p:tav tm="0">
                                          <p:val>
                                            <p:strVal val="#ppt_x"/>
                                          </p:val>
                                        </p:tav>
                                        <p:tav tm="100000">
                                          <p:val>
                                            <p:strVal val="#ppt_x"/>
                                          </p:val>
                                        </p:tav>
                                      </p:tavLst>
                                    </p:anim>
                                    <p:anim calcmode="lin" valueType="num">
                                      <p:cBhvr>
                                        <p:cTn id="21"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7" grpId="0" animBg="1"/>
      <p:bldP spid="25"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框"/>
          <p:cNvSpPr txBox="1"/>
          <p:nvPr/>
        </p:nvSpPr>
        <p:spPr>
          <a:xfrm flipH="1">
            <a:off x="503555" y="2347160"/>
            <a:ext cx="3625215" cy="645795"/>
          </a:xfrm>
          <a:prstGeom prst="rect">
            <a:avLst/>
          </a:prstGeom>
          <a:noFill/>
        </p:spPr>
        <p:txBody>
          <a:bodyPr wrap="square" lIns="0" tIns="0" rIns="0" bIns="0" rtlCol="0">
            <a:spAutoFit/>
          </a:bodyPr>
          <a:lstStyle/>
          <a:p>
            <a:pPr indent="0" algn="ctr" hangingPunct="0">
              <a:lnSpc>
                <a:spcPct val="15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a:t>
            </a:r>
          </a:p>
        </p:txBody>
      </p:sp>
      <p:sp>
        <p:nvSpPr>
          <p:cNvPr id="35" name="文本框 34"/>
          <p:cNvSpPr txBox="1"/>
          <p:nvPr/>
        </p:nvSpPr>
        <p:spPr>
          <a:xfrm>
            <a:off x="1595755" y="1884045"/>
            <a:ext cx="1492250" cy="437836"/>
          </a:xfrm>
          <a:prstGeom prst="roundRect">
            <a:avLst/>
          </a:prstGeom>
          <a:solidFill>
            <a:srgbClr val="5BAE56"/>
          </a:solidFill>
          <a:ln>
            <a:solidFill>
              <a:srgbClr val="5BAE56"/>
            </a:solidFill>
          </a:ln>
        </p:spPr>
        <p:txBody>
          <a:bodyPr wrap="square" rtlCol="0">
            <a:spAutoFit/>
          </a:bodyPr>
          <a:lstStyle/>
          <a:p>
            <a:pPr marR="0" indent="0" algn="ctr" defTabSz="457200" fontAlgn="auto">
              <a:lnSpc>
                <a:spcPct val="100000"/>
              </a:lnSpc>
              <a:spcBef>
                <a:spcPct val="0"/>
              </a:spcBef>
              <a:spcAft>
                <a:spcPct val="0"/>
              </a:spcAft>
              <a:buClrTx/>
              <a:buSzTx/>
              <a:buFontTx/>
              <a:buNone/>
              <a:defRPr/>
            </a:pPr>
            <a:r>
              <a:rPr kumimoji="1" lang="zh-CN" altLang="en-US" sz="2000" b="1" i="0" kern="0" cap="none" spc="0" normalizeH="0" baseline="0" noProof="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添加标题</a:t>
            </a:r>
          </a:p>
        </p:txBody>
      </p:sp>
      <p:sp>
        <p:nvSpPr>
          <p:cNvPr id="3" name="文本框"/>
          <p:cNvSpPr txBox="1"/>
          <p:nvPr/>
        </p:nvSpPr>
        <p:spPr>
          <a:xfrm flipH="1">
            <a:off x="520700" y="4782385"/>
            <a:ext cx="3625215" cy="645795"/>
          </a:xfrm>
          <a:prstGeom prst="rect">
            <a:avLst/>
          </a:prstGeom>
          <a:noFill/>
        </p:spPr>
        <p:txBody>
          <a:bodyPr wrap="square" lIns="0" tIns="0" rIns="0" bIns="0" rtlCol="0">
            <a:spAutoFit/>
          </a:bodyPr>
          <a:lstStyle/>
          <a:p>
            <a:pPr indent="0" algn="ctr" hangingPunct="0">
              <a:lnSpc>
                <a:spcPct val="15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a:t>
            </a:r>
          </a:p>
        </p:txBody>
      </p:sp>
      <p:sp>
        <p:nvSpPr>
          <p:cNvPr id="6" name="文本框 5"/>
          <p:cNvSpPr txBox="1"/>
          <p:nvPr/>
        </p:nvSpPr>
        <p:spPr>
          <a:xfrm>
            <a:off x="1612900" y="4319270"/>
            <a:ext cx="1492250" cy="437836"/>
          </a:xfrm>
          <a:prstGeom prst="roundRect">
            <a:avLst/>
          </a:prstGeom>
          <a:solidFill>
            <a:srgbClr val="5BAE56"/>
          </a:solidFill>
          <a:ln>
            <a:solidFill>
              <a:srgbClr val="5BAE56"/>
            </a:solidFill>
          </a:ln>
        </p:spPr>
        <p:txBody>
          <a:bodyPr wrap="square" rtlCol="0">
            <a:spAutoFit/>
          </a:bodyPr>
          <a:lstStyle/>
          <a:p>
            <a:pPr marR="0" indent="0" algn="ctr" defTabSz="457200" fontAlgn="auto">
              <a:lnSpc>
                <a:spcPct val="100000"/>
              </a:lnSpc>
              <a:spcBef>
                <a:spcPct val="0"/>
              </a:spcBef>
              <a:spcAft>
                <a:spcPct val="0"/>
              </a:spcAft>
              <a:buClrTx/>
              <a:buSzTx/>
              <a:buFontTx/>
              <a:buNone/>
              <a:defRPr/>
            </a:pPr>
            <a:r>
              <a:rPr kumimoji="1" lang="zh-CN" altLang="en-US" sz="2000" b="1" i="0" kern="0" cap="none" spc="0" normalizeH="0" baseline="0" noProof="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添加标题</a:t>
            </a:r>
          </a:p>
        </p:txBody>
      </p:sp>
      <p:sp>
        <p:nvSpPr>
          <p:cNvPr id="2" name="文本框"/>
          <p:cNvSpPr txBox="1"/>
          <p:nvPr/>
        </p:nvSpPr>
        <p:spPr>
          <a:xfrm flipH="1">
            <a:off x="8107045" y="2347160"/>
            <a:ext cx="3625215" cy="645795"/>
          </a:xfrm>
          <a:prstGeom prst="rect">
            <a:avLst/>
          </a:prstGeom>
          <a:noFill/>
        </p:spPr>
        <p:txBody>
          <a:bodyPr wrap="square" lIns="0" tIns="0" rIns="0" bIns="0" rtlCol="0">
            <a:spAutoFit/>
          </a:bodyPr>
          <a:lstStyle/>
          <a:p>
            <a:pPr indent="0" algn="ctr" hangingPunct="0">
              <a:lnSpc>
                <a:spcPct val="15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a:t>
            </a:r>
          </a:p>
        </p:txBody>
      </p:sp>
      <p:sp>
        <p:nvSpPr>
          <p:cNvPr id="12" name="文本框 11"/>
          <p:cNvSpPr txBox="1"/>
          <p:nvPr/>
        </p:nvSpPr>
        <p:spPr>
          <a:xfrm>
            <a:off x="9199245" y="1884045"/>
            <a:ext cx="1492250" cy="437836"/>
          </a:xfrm>
          <a:prstGeom prst="roundRect">
            <a:avLst/>
          </a:prstGeom>
          <a:solidFill>
            <a:srgbClr val="5BAE56"/>
          </a:solidFill>
          <a:ln>
            <a:solidFill>
              <a:srgbClr val="5BAE56"/>
            </a:solidFill>
          </a:ln>
        </p:spPr>
        <p:txBody>
          <a:bodyPr wrap="square" rtlCol="0">
            <a:spAutoFit/>
          </a:bodyPr>
          <a:lstStyle/>
          <a:p>
            <a:pPr marR="0" indent="0" algn="ctr" defTabSz="457200" fontAlgn="auto">
              <a:lnSpc>
                <a:spcPct val="100000"/>
              </a:lnSpc>
              <a:spcBef>
                <a:spcPct val="0"/>
              </a:spcBef>
              <a:spcAft>
                <a:spcPct val="0"/>
              </a:spcAft>
              <a:buClrTx/>
              <a:buSzTx/>
              <a:buFontTx/>
              <a:buNone/>
              <a:defRPr/>
            </a:pPr>
            <a:r>
              <a:rPr kumimoji="1" lang="zh-CN" altLang="en-US" sz="2000" b="1" i="0" kern="0" cap="none" spc="0" normalizeH="0" baseline="0" noProof="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添加标题</a:t>
            </a:r>
          </a:p>
        </p:txBody>
      </p:sp>
      <p:sp>
        <p:nvSpPr>
          <p:cNvPr id="16" name="文本框"/>
          <p:cNvSpPr txBox="1"/>
          <p:nvPr/>
        </p:nvSpPr>
        <p:spPr>
          <a:xfrm flipH="1">
            <a:off x="8124190" y="4782385"/>
            <a:ext cx="3625215" cy="645795"/>
          </a:xfrm>
          <a:prstGeom prst="rect">
            <a:avLst/>
          </a:prstGeom>
          <a:noFill/>
        </p:spPr>
        <p:txBody>
          <a:bodyPr wrap="square" lIns="0" tIns="0" rIns="0" bIns="0" rtlCol="0">
            <a:spAutoFit/>
          </a:bodyPr>
          <a:lstStyle/>
          <a:p>
            <a:pPr indent="0" algn="ctr" hangingPunct="0">
              <a:lnSpc>
                <a:spcPct val="15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a:t>
            </a:r>
          </a:p>
        </p:txBody>
      </p:sp>
      <p:sp>
        <p:nvSpPr>
          <p:cNvPr id="18" name="文本框 17"/>
          <p:cNvSpPr txBox="1"/>
          <p:nvPr/>
        </p:nvSpPr>
        <p:spPr>
          <a:xfrm>
            <a:off x="9216390" y="4319270"/>
            <a:ext cx="1492250" cy="437836"/>
          </a:xfrm>
          <a:prstGeom prst="roundRect">
            <a:avLst/>
          </a:prstGeom>
          <a:solidFill>
            <a:srgbClr val="5BAE56"/>
          </a:solidFill>
          <a:ln>
            <a:solidFill>
              <a:srgbClr val="5BAE56"/>
            </a:solidFill>
          </a:ln>
        </p:spPr>
        <p:txBody>
          <a:bodyPr wrap="square" rtlCol="0">
            <a:spAutoFit/>
          </a:bodyPr>
          <a:lstStyle/>
          <a:p>
            <a:pPr marR="0" indent="0" algn="ctr" defTabSz="457200" fontAlgn="auto">
              <a:lnSpc>
                <a:spcPct val="100000"/>
              </a:lnSpc>
              <a:spcBef>
                <a:spcPct val="0"/>
              </a:spcBef>
              <a:spcAft>
                <a:spcPct val="0"/>
              </a:spcAft>
              <a:buClrTx/>
              <a:buSzTx/>
              <a:buFontTx/>
              <a:buNone/>
              <a:defRPr/>
            </a:pPr>
            <a:r>
              <a:rPr kumimoji="1" lang="zh-CN" altLang="en-US" sz="2000" b="1" i="0" kern="0" cap="none" spc="0" normalizeH="0" baseline="0" noProof="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添加标题</a:t>
            </a:r>
          </a:p>
        </p:txBody>
      </p:sp>
      <p:sp>
        <p:nvSpPr>
          <p:cNvPr id="20" name="椭圆 19"/>
          <p:cNvSpPr/>
          <p:nvPr/>
        </p:nvSpPr>
        <p:spPr>
          <a:xfrm>
            <a:off x="1908175" y="3159125"/>
            <a:ext cx="885190" cy="885190"/>
          </a:xfrm>
          <a:prstGeom prst="ellipse">
            <a:avLst/>
          </a:prstGeom>
          <a:solidFill>
            <a:srgbClr val="5BAE56"/>
          </a:solidFill>
          <a:ln>
            <a:solidFill>
              <a:srgbClr val="5BAE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pitchFamily="34" charset="-122"/>
            </a:endParaRPr>
          </a:p>
        </p:txBody>
      </p:sp>
      <p:sp>
        <p:nvSpPr>
          <p:cNvPr id="22" name="椭圆 21"/>
          <p:cNvSpPr/>
          <p:nvPr/>
        </p:nvSpPr>
        <p:spPr>
          <a:xfrm>
            <a:off x="9477375" y="3159125"/>
            <a:ext cx="885190" cy="885190"/>
          </a:xfrm>
          <a:prstGeom prst="ellipse">
            <a:avLst/>
          </a:prstGeom>
          <a:solidFill>
            <a:srgbClr val="5BAE56"/>
          </a:solidFill>
          <a:ln>
            <a:solidFill>
              <a:srgbClr val="5BAE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pitchFamily="34" charset="-122"/>
            </a:endParaRPr>
          </a:p>
        </p:txBody>
      </p:sp>
      <p:pic>
        <p:nvPicPr>
          <p:cNvPr id="101" name="图片 100"/>
          <p:cNvPicPr/>
          <p:nvPr/>
        </p:nvPicPr>
        <p:blipFill>
          <a:blip r:embed="R8b148658daa04b66"/>
          <a:stretch>
            <a:fillRect/>
          </a:stretch>
        </p:blipFill>
        <p:spPr>
          <a:xfrm>
            <a:off x="4178300" y="1966595"/>
            <a:ext cx="3914140" cy="3577590"/>
          </a:xfrm>
          <a:prstGeom prst="rect">
            <a:avLst/>
          </a:prstGeom>
          <a:noFill/>
          <a:ln w="9525">
            <a:noFill/>
          </a:ln>
        </p:spPr>
      </p:pic>
      <p:sp>
        <p:nvSpPr>
          <p:cNvPr id="9" name="任意多边形: 形状 33"/>
          <p:cNvSpPr/>
          <p:nvPr/>
        </p:nvSpPr>
        <p:spPr bwMode="auto">
          <a:xfrm>
            <a:off x="2117626" y="3355957"/>
            <a:ext cx="482928" cy="467933"/>
          </a:xfrm>
          <a:custGeom>
            <a:avLst/>
            <a:gdLst>
              <a:gd name="connsiteX0" fmla="*/ 58918 w 323554"/>
              <a:gd name="connsiteY0" fmla="*/ 189699 h 313525"/>
              <a:gd name="connsiteX1" fmla="*/ 101421 w 323554"/>
              <a:gd name="connsiteY1" fmla="*/ 189699 h 313525"/>
              <a:gd name="connsiteX2" fmla="*/ 103997 w 323554"/>
              <a:gd name="connsiteY2" fmla="*/ 189699 h 313525"/>
              <a:gd name="connsiteX3" fmla="*/ 114301 w 323554"/>
              <a:gd name="connsiteY3" fmla="*/ 201731 h 313525"/>
              <a:gd name="connsiteX4" fmla="*/ 113013 w 323554"/>
              <a:gd name="connsiteY4" fmla="*/ 205741 h 313525"/>
              <a:gd name="connsiteX5" fmla="*/ 101421 w 323554"/>
              <a:gd name="connsiteY5" fmla="*/ 215099 h 313525"/>
              <a:gd name="connsiteX6" fmla="*/ 58918 w 323554"/>
              <a:gd name="connsiteY6" fmla="*/ 215099 h 313525"/>
              <a:gd name="connsiteX7" fmla="*/ 46038 w 323554"/>
              <a:gd name="connsiteY7" fmla="*/ 201731 h 313525"/>
              <a:gd name="connsiteX8" fmla="*/ 58918 w 323554"/>
              <a:gd name="connsiteY8" fmla="*/ 189699 h 313525"/>
              <a:gd name="connsiteX9" fmla="*/ 149225 w 323554"/>
              <a:gd name="connsiteY9" fmla="*/ 165887 h 313525"/>
              <a:gd name="connsiteX10" fmla="*/ 142875 w 323554"/>
              <a:gd name="connsiteY10" fmla="*/ 186525 h 313525"/>
              <a:gd name="connsiteX11" fmla="*/ 153988 w 323554"/>
              <a:gd name="connsiteY11" fmla="*/ 196050 h 313525"/>
              <a:gd name="connsiteX12" fmla="*/ 173038 w 323554"/>
              <a:gd name="connsiteY12" fmla="*/ 188112 h 313525"/>
              <a:gd name="connsiteX13" fmla="*/ 145188 w 323554"/>
              <a:gd name="connsiteY13" fmla="*/ 151599 h 313525"/>
              <a:gd name="connsiteX14" fmla="*/ 187326 w 323554"/>
              <a:gd name="connsiteY14" fmla="*/ 190104 h 313525"/>
              <a:gd name="connsiteX15" fmla="*/ 138803 w 323554"/>
              <a:gd name="connsiteY15" fmla="*/ 210640 h 313525"/>
              <a:gd name="connsiteX16" fmla="*/ 131142 w 323554"/>
              <a:gd name="connsiteY16" fmla="*/ 210640 h 313525"/>
              <a:gd name="connsiteX17" fmla="*/ 129865 w 323554"/>
              <a:gd name="connsiteY17" fmla="*/ 202939 h 313525"/>
              <a:gd name="connsiteX18" fmla="*/ 145188 w 323554"/>
              <a:gd name="connsiteY18" fmla="*/ 151599 h 313525"/>
              <a:gd name="connsiteX19" fmla="*/ 58982 w 323554"/>
              <a:gd name="connsiteY19" fmla="*/ 146837 h 313525"/>
              <a:gd name="connsiteX20" fmla="*/ 130176 w 323554"/>
              <a:gd name="connsiteY20" fmla="*/ 146837 h 313525"/>
              <a:gd name="connsiteX21" fmla="*/ 130176 w 323554"/>
              <a:gd name="connsiteY21" fmla="*/ 148186 h 313525"/>
              <a:gd name="connsiteX22" fmla="*/ 122409 w 323554"/>
              <a:gd name="connsiteY22" fmla="*/ 173825 h 313525"/>
              <a:gd name="connsiteX23" fmla="*/ 58982 w 323554"/>
              <a:gd name="connsiteY23" fmla="*/ 173825 h 313525"/>
              <a:gd name="connsiteX24" fmla="*/ 46038 w 323554"/>
              <a:gd name="connsiteY24" fmla="*/ 160331 h 313525"/>
              <a:gd name="connsiteX25" fmla="*/ 58982 w 323554"/>
              <a:gd name="connsiteY25" fmla="*/ 146837 h 313525"/>
              <a:gd name="connsiteX26" fmla="*/ 59011 w 323554"/>
              <a:gd name="connsiteY26" fmla="*/ 105562 h 313525"/>
              <a:gd name="connsiteX27" fmla="*/ 166688 w 323554"/>
              <a:gd name="connsiteY27" fmla="*/ 105562 h 313525"/>
              <a:gd name="connsiteX28" fmla="*/ 144634 w 323554"/>
              <a:gd name="connsiteY28" fmla="*/ 130962 h 313525"/>
              <a:gd name="connsiteX29" fmla="*/ 59011 w 323554"/>
              <a:gd name="connsiteY29" fmla="*/ 130962 h 313525"/>
              <a:gd name="connsiteX30" fmla="*/ 46038 w 323554"/>
              <a:gd name="connsiteY30" fmla="*/ 118930 h 313525"/>
              <a:gd name="connsiteX31" fmla="*/ 59011 w 323554"/>
              <a:gd name="connsiteY31" fmla="*/ 105562 h 313525"/>
              <a:gd name="connsiteX32" fmla="*/ 226883 w 323554"/>
              <a:gd name="connsiteY32" fmla="*/ 81749 h 313525"/>
              <a:gd name="connsiteX33" fmla="*/ 224292 w 323554"/>
              <a:gd name="connsiteY33" fmla="*/ 83037 h 313525"/>
              <a:gd name="connsiteX34" fmla="*/ 171159 w 323554"/>
              <a:gd name="connsiteY34" fmla="*/ 140996 h 313525"/>
              <a:gd name="connsiteX35" fmla="*/ 172455 w 323554"/>
              <a:gd name="connsiteY35" fmla="*/ 146148 h 313525"/>
              <a:gd name="connsiteX36" fmla="*/ 175047 w 323554"/>
              <a:gd name="connsiteY36" fmla="*/ 148724 h 313525"/>
              <a:gd name="connsiteX37" fmla="*/ 177639 w 323554"/>
              <a:gd name="connsiteY37" fmla="*/ 150012 h 313525"/>
              <a:gd name="connsiteX38" fmla="*/ 180230 w 323554"/>
              <a:gd name="connsiteY38" fmla="*/ 148724 h 313525"/>
              <a:gd name="connsiteX39" fmla="*/ 232067 w 323554"/>
              <a:gd name="connsiteY39" fmla="*/ 90765 h 313525"/>
              <a:gd name="connsiteX40" fmla="*/ 232067 w 323554"/>
              <a:gd name="connsiteY40" fmla="*/ 85613 h 313525"/>
              <a:gd name="connsiteX41" fmla="*/ 229475 w 323554"/>
              <a:gd name="connsiteY41" fmla="*/ 83037 h 313525"/>
              <a:gd name="connsiteX42" fmla="*/ 226883 w 323554"/>
              <a:gd name="connsiteY42" fmla="*/ 81749 h 313525"/>
              <a:gd name="connsiteX43" fmla="*/ 247254 w 323554"/>
              <a:gd name="connsiteY43" fmla="*/ 62303 h 313525"/>
              <a:gd name="connsiteX44" fmla="*/ 242491 w 323554"/>
              <a:gd name="connsiteY44" fmla="*/ 63493 h 313525"/>
              <a:gd name="connsiteX45" fmla="*/ 237729 w 323554"/>
              <a:gd name="connsiteY45" fmla="*/ 68256 h 313525"/>
              <a:gd name="connsiteX46" fmla="*/ 236538 w 323554"/>
              <a:gd name="connsiteY46" fmla="*/ 70637 h 313525"/>
              <a:gd name="connsiteX47" fmla="*/ 237729 w 323554"/>
              <a:gd name="connsiteY47" fmla="*/ 73019 h 313525"/>
              <a:gd name="connsiteX48" fmla="*/ 240110 w 323554"/>
              <a:gd name="connsiteY48" fmla="*/ 74209 h 313525"/>
              <a:gd name="connsiteX49" fmla="*/ 242491 w 323554"/>
              <a:gd name="connsiteY49" fmla="*/ 75400 h 313525"/>
              <a:gd name="connsiteX50" fmla="*/ 244873 w 323554"/>
              <a:gd name="connsiteY50" fmla="*/ 75400 h 313525"/>
              <a:gd name="connsiteX51" fmla="*/ 244873 w 323554"/>
              <a:gd name="connsiteY51" fmla="*/ 74209 h 313525"/>
              <a:gd name="connsiteX52" fmla="*/ 249635 w 323554"/>
              <a:gd name="connsiteY52" fmla="*/ 69447 h 313525"/>
              <a:gd name="connsiteX53" fmla="*/ 249635 w 323554"/>
              <a:gd name="connsiteY53" fmla="*/ 64684 h 313525"/>
              <a:gd name="connsiteX54" fmla="*/ 247254 w 323554"/>
              <a:gd name="connsiteY54" fmla="*/ 62303 h 313525"/>
              <a:gd name="connsiteX55" fmla="*/ 24647 w 323554"/>
              <a:gd name="connsiteY55" fmla="*/ 48412 h 313525"/>
              <a:gd name="connsiteX56" fmla="*/ 201069 w 323554"/>
              <a:gd name="connsiteY56" fmla="*/ 48412 h 313525"/>
              <a:gd name="connsiteX57" fmla="*/ 214041 w 323554"/>
              <a:gd name="connsiteY57" fmla="*/ 52292 h 313525"/>
              <a:gd name="connsiteX58" fmla="*/ 193285 w 323554"/>
              <a:gd name="connsiteY58" fmla="*/ 76863 h 313525"/>
              <a:gd name="connsiteX59" fmla="*/ 181610 w 323554"/>
              <a:gd name="connsiteY59" fmla="*/ 72983 h 313525"/>
              <a:gd name="connsiteX60" fmla="*/ 45403 w 323554"/>
              <a:gd name="connsiteY60" fmla="*/ 72983 h 313525"/>
              <a:gd name="connsiteX61" fmla="*/ 24647 w 323554"/>
              <a:gd name="connsiteY61" fmla="*/ 93675 h 313525"/>
              <a:gd name="connsiteX62" fmla="*/ 24647 w 323554"/>
              <a:gd name="connsiteY62" fmla="*/ 268262 h 313525"/>
              <a:gd name="connsiteX63" fmla="*/ 45403 w 323554"/>
              <a:gd name="connsiteY63" fmla="*/ 287660 h 313525"/>
              <a:gd name="connsiteX64" fmla="*/ 181610 w 323554"/>
              <a:gd name="connsiteY64" fmla="*/ 287660 h 313525"/>
              <a:gd name="connsiteX65" fmla="*/ 202366 w 323554"/>
              <a:gd name="connsiteY65" fmla="*/ 268262 h 313525"/>
              <a:gd name="connsiteX66" fmla="*/ 202366 w 323554"/>
              <a:gd name="connsiteY66" fmla="*/ 202307 h 313525"/>
              <a:gd name="connsiteX67" fmla="*/ 203663 w 323554"/>
              <a:gd name="connsiteY67" fmla="*/ 201014 h 313525"/>
              <a:gd name="connsiteX68" fmla="*/ 206258 w 323554"/>
              <a:gd name="connsiteY68" fmla="*/ 198427 h 313525"/>
              <a:gd name="connsiteX69" fmla="*/ 227013 w 323554"/>
              <a:gd name="connsiteY69" fmla="*/ 175149 h 313525"/>
              <a:gd name="connsiteX70" fmla="*/ 227013 w 323554"/>
              <a:gd name="connsiteY70" fmla="*/ 287660 h 313525"/>
              <a:gd name="connsiteX71" fmla="*/ 201069 w 323554"/>
              <a:gd name="connsiteY71" fmla="*/ 313525 h 313525"/>
              <a:gd name="connsiteX72" fmla="*/ 25944 w 323554"/>
              <a:gd name="connsiteY72" fmla="*/ 313525 h 313525"/>
              <a:gd name="connsiteX73" fmla="*/ 0 w 323554"/>
              <a:gd name="connsiteY73" fmla="*/ 287660 h 313525"/>
              <a:gd name="connsiteX74" fmla="*/ 0 w 323554"/>
              <a:gd name="connsiteY74" fmla="*/ 72983 h 313525"/>
              <a:gd name="connsiteX75" fmla="*/ 24647 w 323554"/>
              <a:gd name="connsiteY75" fmla="*/ 48412 h 313525"/>
              <a:gd name="connsiteX76" fmla="*/ 242888 w 323554"/>
              <a:gd name="connsiteY76" fmla="*/ 42062 h 313525"/>
              <a:gd name="connsiteX77" fmla="*/ 285751 w 323554"/>
              <a:gd name="connsiteY77" fmla="*/ 81750 h 313525"/>
              <a:gd name="connsiteX78" fmla="*/ 279401 w 323554"/>
              <a:gd name="connsiteY78" fmla="*/ 89687 h 313525"/>
              <a:gd name="connsiteX79" fmla="*/ 200026 w 323554"/>
              <a:gd name="connsiteY79" fmla="*/ 178587 h 313525"/>
              <a:gd name="connsiteX80" fmla="*/ 193676 w 323554"/>
              <a:gd name="connsiteY80" fmla="*/ 184937 h 313525"/>
              <a:gd name="connsiteX81" fmla="*/ 150813 w 323554"/>
              <a:gd name="connsiteY81" fmla="*/ 146837 h 313525"/>
              <a:gd name="connsiteX82" fmla="*/ 155576 w 323554"/>
              <a:gd name="connsiteY82" fmla="*/ 138899 h 313525"/>
              <a:gd name="connsiteX83" fmla="*/ 236538 w 323554"/>
              <a:gd name="connsiteY83" fmla="*/ 48412 h 313525"/>
              <a:gd name="connsiteX84" fmla="*/ 257175 w 323554"/>
              <a:gd name="connsiteY84" fmla="*/ 26187 h 313525"/>
              <a:gd name="connsiteX85" fmla="*/ 301625 w 323554"/>
              <a:gd name="connsiteY85" fmla="*/ 64287 h 313525"/>
              <a:gd name="connsiteX86" fmla="*/ 295275 w 323554"/>
              <a:gd name="connsiteY86" fmla="*/ 72225 h 313525"/>
              <a:gd name="connsiteX87" fmla="*/ 290513 w 323554"/>
              <a:gd name="connsiteY87" fmla="*/ 75400 h 313525"/>
              <a:gd name="connsiteX88" fmla="*/ 247650 w 323554"/>
              <a:gd name="connsiteY88" fmla="*/ 37300 h 313525"/>
              <a:gd name="connsiteX89" fmla="*/ 250825 w 323554"/>
              <a:gd name="connsiteY89" fmla="*/ 34125 h 313525"/>
              <a:gd name="connsiteX90" fmla="*/ 285750 w 323554"/>
              <a:gd name="connsiteY90" fmla="*/ 11899 h 313525"/>
              <a:gd name="connsiteX91" fmla="*/ 279400 w 323554"/>
              <a:gd name="connsiteY91" fmla="*/ 19837 h 313525"/>
              <a:gd name="connsiteX92" fmla="*/ 304800 w 323554"/>
              <a:gd name="connsiteY92" fmla="*/ 43649 h 313525"/>
              <a:gd name="connsiteX93" fmla="*/ 312738 w 323554"/>
              <a:gd name="connsiteY93" fmla="*/ 35712 h 313525"/>
              <a:gd name="connsiteX94" fmla="*/ 285265 w 323554"/>
              <a:gd name="connsiteY94" fmla="*/ 516 h 313525"/>
              <a:gd name="connsiteX95" fmla="*/ 294336 w 323554"/>
              <a:gd name="connsiteY95" fmla="*/ 3151 h 313525"/>
              <a:gd name="connsiteX96" fmla="*/ 318958 w 323554"/>
              <a:gd name="connsiteY96" fmla="*/ 25545 h 313525"/>
              <a:gd name="connsiteX97" fmla="*/ 320254 w 323554"/>
              <a:gd name="connsiteY97" fmla="*/ 43987 h 313525"/>
              <a:gd name="connsiteX98" fmla="*/ 305999 w 323554"/>
              <a:gd name="connsiteY98" fmla="*/ 61112 h 313525"/>
              <a:gd name="connsiteX99" fmla="*/ 261938 w 323554"/>
              <a:gd name="connsiteY99" fmla="*/ 20276 h 313525"/>
              <a:gd name="connsiteX100" fmla="*/ 276193 w 323554"/>
              <a:gd name="connsiteY100" fmla="*/ 4468 h 313525"/>
              <a:gd name="connsiteX101" fmla="*/ 285265 w 323554"/>
              <a:gd name="connsiteY101" fmla="*/ 516 h 31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323554" h="313525">
                <a:moveTo>
                  <a:pt x="58918" y="189699"/>
                </a:moveTo>
                <a:cubicBezTo>
                  <a:pt x="58918" y="189699"/>
                  <a:pt x="58918" y="189699"/>
                  <a:pt x="101421" y="189699"/>
                </a:cubicBezTo>
                <a:cubicBezTo>
                  <a:pt x="102709" y="189699"/>
                  <a:pt x="102709" y="189699"/>
                  <a:pt x="103997" y="189699"/>
                </a:cubicBezTo>
                <a:cubicBezTo>
                  <a:pt x="109149" y="189699"/>
                  <a:pt x="114301" y="195046"/>
                  <a:pt x="114301" y="201731"/>
                </a:cubicBezTo>
                <a:cubicBezTo>
                  <a:pt x="114301" y="203067"/>
                  <a:pt x="114301" y="204404"/>
                  <a:pt x="113013" y="205741"/>
                </a:cubicBezTo>
                <a:cubicBezTo>
                  <a:pt x="111725" y="211088"/>
                  <a:pt x="107861" y="215099"/>
                  <a:pt x="101421" y="215099"/>
                </a:cubicBezTo>
                <a:cubicBezTo>
                  <a:pt x="101421" y="215099"/>
                  <a:pt x="101421" y="215099"/>
                  <a:pt x="58918" y="215099"/>
                </a:cubicBezTo>
                <a:cubicBezTo>
                  <a:pt x="51190" y="215099"/>
                  <a:pt x="46038" y="209752"/>
                  <a:pt x="46038" y="201731"/>
                </a:cubicBezTo>
                <a:cubicBezTo>
                  <a:pt x="46038" y="195046"/>
                  <a:pt x="51190" y="189699"/>
                  <a:pt x="58918" y="189699"/>
                </a:cubicBezTo>
                <a:close/>
                <a:moveTo>
                  <a:pt x="149225" y="165887"/>
                </a:moveTo>
                <a:lnTo>
                  <a:pt x="142875" y="186525"/>
                </a:lnTo>
                <a:lnTo>
                  <a:pt x="153988" y="196050"/>
                </a:lnTo>
                <a:lnTo>
                  <a:pt x="173038" y="188112"/>
                </a:lnTo>
                <a:close/>
                <a:moveTo>
                  <a:pt x="145188" y="151599"/>
                </a:moveTo>
                <a:cubicBezTo>
                  <a:pt x="145188" y="151599"/>
                  <a:pt x="145188" y="151599"/>
                  <a:pt x="187326" y="190104"/>
                </a:cubicBezTo>
                <a:cubicBezTo>
                  <a:pt x="187326" y="190104"/>
                  <a:pt x="187326" y="190104"/>
                  <a:pt x="138803" y="210640"/>
                </a:cubicBezTo>
                <a:cubicBezTo>
                  <a:pt x="136249" y="211924"/>
                  <a:pt x="133696" y="211924"/>
                  <a:pt x="131142" y="210640"/>
                </a:cubicBezTo>
                <a:cubicBezTo>
                  <a:pt x="129865" y="208073"/>
                  <a:pt x="128588" y="205506"/>
                  <a:pt x="129865" y="202939"/>
                </a:cubicBezTo>
                <a:cubicBezTo>
                  <a:pt x="129865" y="202939"/>
                  <a:pt x="129865" y="202939"/>
                  <a:pt x="145188" y="151599"/>
                </a:cubicBezTo>
                <a:close/>
                <a:moveTo>
                  <a:pt x="58982" y="146837"/>
                </a:moveTo>
                <a:cubicBezTo>
                  <a:pt x="58982" y="146837"/>
                  <a:pt x="58982" y="146837"/>
                  <a:pt x="130176" y="146837"/>
                </a:cubicBezTo>
                <a:cubicBezTo>
                  <a:pt x="130176" y="148186"/>
                  <a:pt x="130176" y="148186"/>
                  <a:pt x="130176" y="148186"/>
                </a:cubicBezTo>
                <a:lnTo>
                  <a:pt x="122409" y="173825"/>
                </a:lnTo>
                <a:cubicBezTo>
                  <a:pt x="122409" y="173825"/>
                  <a:pt x="122409" y="173825"/>
                  <a:pt x="58982" y="173825"/>
                </a:cubicBezTo>
                <a:cubicBezTo>
                  <a:pt x="51216" y="173825"/>
                  <a:pt x="46038" y="167078"/>
                  <a:pt x="46038" y="160331"/>
                </a:cubicBezTo>
                <a:cubicBezTo>
                  <a:pt x="46038" y="153584"/>
                  <a:pt x="51216" y="146837"/>
                  <a:pt x="58982" y="146837"/>
                </a:cubicBezTo>
                <a:close/>
                <a:moveTo>
                  <a:pt x="59011" y="105562"/>
                </a:moveTo>
                <a:lnTo>
                  <a:pt x="166688" y="105562"/>
                </a:lnTo>
                <a:cubicBezTo>
                  <a:pt x="166688" y="105562"/>
                  <a:pt x="166688" y="105562"/>
                  <a:pt x="144634" y="130962"/>
                </a:cubicBezTo>
                <a:cubicBezTo>
                  <a:pt x="144634" y="130962"/>
                  <a:pt x="144634" y="130962"/>
                  <a:pt x="59011" y="130962"/>
                </a:cubicBezTo>
                <a:cubicBezTo>
                  <a:pt x="51227" y="130962"/>
                  <a:pt x="46038" y="125615"/>
                  <a:pt x="46038" y="118930"/>
                </a:cubicBezTo>
                <a:cubicBezTo>
                  <a:pt x="46038" y="110909"/>
                  <a:pt x="51227" y="105562"/>
                  <a:pt x="59011" y="105562"/>
                </a:cubicBezTo>
                <a:close/>
                <a:moveTo>
                  <a:pt x="226883" y="81749"/>
                </a:moveTo>
                <a:cubicBezTo>
                  <a:pt x="225587" y="81749"/>
                  <a:pt x="224292" y="83037"/>
                  <a:pt x="224292" y="83037"/>
                </a:cubicBezTo>
                <a:cubicBezTo>
                  <a:pt x="224292" y="83037"/>
                  <a:pt x="224292" y="83037"/>
                  <a:pt x="171159" y="140996"/>
                </a:cubicBezTo>
                <a:cubicBezTo>
                  <a:pt x="169863" y="142284"/>
                  <a:pt x="169863" y="144860"/>
                  <a:pt x="172455" y="146148"/>
                </a:cubicBezTo>
                <a:cubicBezTo>
                  <a:pt x="172455" y="146148"/>
                  <a:pt x="172455" y="146148"/>
                  <a:pt x="175047" y="148724"/>
                </a:cubicBezTo>
                <a:cubicBezTo>
                  <a:pt x="175047" y="148724"/>
                  <a:pt x="176343" y="150012"/>
                  <a:pt x="177639" y="150012"/>
                </a:cubicBezTo>
                <a:cubicBezTo>
                  <a:pt x="177639" y="150012"/>
                  <a:pt x="178934" y="148724"/>
                  <a:pt x="180230" y="148724"/>
                </a:cubicBezTo>
                <a:cubicBezTo>
                  <a:pt x="180230" y="148724"/>
                  <a:pt x="180230" y="148724"/>
                  <a:pt x="232067" y="90765"/>
                </a:cubicBezTo>
                <a:cubicBezTo>
                  <a:pt x="233363" y="89477"/>
                  <a:pt x="233363" y="86901"/>
                  <a:pt x="232067" y="85613"/>
                </a:cubicBezTo>
                <a:cubicBezTo>
                  <a:pt x="232067" y="85613"/>
                  <a:pt x="232067" y="85613"/>
                  <a:pt x="229475" y="83037"/>
                </a:cubicBezTo>
                <a:cubicBezTo>
                  <a:pt x="228179" y="81749"/>
                  <a:pt x="226883" y="81749"/>
                  <a:pt x="226883" y="81749"/>
                </a:cubicBezTo>
                <a:close/>
                <a:moveTo>
                  <a:pt x="247254" y="62303"/>
                </a:moveTo>
                <a:cubicBezTo>
                  <a:pt x="244873" y="61112"/>
                  <a:pt x="243682" y="62303"/>
                  <a:pt x="242491" y="63493"/>
                </a:cubicBezTo>
                <a:cubicBezTo>
                  <a:pt x="242491" y="63493"/>
                  <a:pt x="242491" y="63493"/>
                  <a:pt x="237729" y="68256"/>
                </a:cubicBezTo>
                <a:cubicBezTo>
                  <a:pt x="237729" y="68256"/>
                  <a:pt x="236538" y="69447"/>
                  <a:pt x="236538" y="70637"/>
                </a:cubicBezTo>
                <a:cubicBezTo>
                  <a:pt x="236538" y="70637"/>
                  <a:pt x="237729" y="71828"/>
                  <a:pt x="237729" y="73019"/>
                </a:cubicBezTo>
                <a:cubicBezTo>
                  <a:pt x="237729" y="73019"/>
                  <a:pt x="237729" y="73019"/>
                  <a:pt x="240110" y="74209"/>
                </a:cubicBezTo>
                <a:cubicBezTo>
                  <a:pt x="241301" y="75400"/>
                  <a:pt x="242491" y="75400"/>
                  <a:pt x="242491" y="75400"/>
                </a:cubicBezTo>
                <a:cubicBezTo>
                  <a:pt x="243682" y="75400"/>
                  <a:pt x="243682" y="75400"/>
                  <a:pt x="244873" y="75400"/>
                </a:cubicBezTo>
                <a:cubicBezTo>
                  <a:pt x="244873" y="74209"/>
                  <a:pt x="244873" y="74209"/>
                  <a:pt x="244873" y="74209"/>
                </a:cubicBezTo>
                <a:cubicBezTo>
                  <a:pt x="244873" y="74209"/>
                  <a:pt x="244873" y="74209"/>
                  <a:pt x="249635" y="69447"/>
                </a:cubicBezTo>
                <a:cubicBezTo>
                  <a:pt x="250826" y="68256"/>
                  <a:pt x="250826" y="65875"/>
                  <a:pt x="249635" y="64684"/>
                </a:cubicBezTo>
                <a:cubicBezTo>
                  <a:pt x="249635" y="64684"/>
                  <a:pt x="249635" y="64684"/>
                  <a:pt x="247254" y="62303"/>
                </a:cubicBezTo>
                <a:close/>
                <a:moveTo>
                  <a:pt x="24647" y="48412"/>
                </a:moveTo>
                <a:cubicBezTo>
                  <a:pt x="24647" y="48412"/>
                  <a:pt x="24647" y="48412"/>
                  <a:pt x="201069" y="48412"/>
                </a:cubicBezTo>
                <a:cubicBezTo>
                  <a:pt x="206258" y="48412"/>
                  <a:pt x="210149" y="49705"/>
                  <a:pt x="214041" y="52292"/>
                </a:cubicBezTo>
                <a:cubicBezTo>
                  <a:pt x="214041" y="52292"/>
                  <a:pt x="214041" y="52292"/>
                  <a:pt x="193285" y="76863"/>
                </a:cubicBezTo>
                <a:cubicBezTo>
                  <a:pt x="189394" y="74277"/>
                  <a:pt x="185502" y="72983"/>
                  <a:pt x="181610" y="72983"/>
                </a:cubicBezTo>
                <a:cubicBezTo>
                  <a:pt x="181610" y="72983"/>
                  <a:pt x="181610" y="72983"/>
                  <a:pt x="45403" y="72983"/>
                </a:cubicBezTo>
                <a:cubicBezTo>
                  <a:pt x="33728" y="72983"/>
                  <a:pt x="24647" y="82036"/>
                  <a:pt x="24647" y="93675"/>
                </a:cubicBezTo>
                <a:cubicBezTo>
                  <a:pt x="24647" y="93675"/>
                  <a:pt x="24647" y="93675"/>
                  <a:pt x="24647" y="268262"/>
                </a:cubicBezTo>
                <a:cubicBezTo>
                  <a:pt x="24647" y="278608"/>
                  <a:pt x="33728" y="287660"/>
                  <a:pt x="45403" y="287660"/>
                </a:cubicBezTo>
                <a:cubicBezTo>
                  <a:pt x="45403" y="287660"/>
                  <a:pt x="45403" y="287660"/>
                  <a:pt x="181610" y="287660"/>
                </a:cubicBezTo>
                <a:cubicBezTo>
                  <a:pt x="193285" y="287660"/>
                  <a:pt x="202366" y="278608"/>
                  <a:pt x="202366" y="268262"/>
                </a:cubicBezTo>
                <a:cubicBezTo>
                  <a:pt x="202366" y="268262"/>
                  <a:pt x="202366" y="268262"/>
                  <a:pt x="202366" y="202307"/>
                </a:cubicBezTo>
                <a:cubicBezTo>
                  <a:pt x="202366" y="202307"/>
                  <a:pt x="202366" y="201014"/>
                  <a:pt x="203663" y="201014"/>
                </a:cubicBezTo>
                <a:cubicBezTo>
                  <a:pt x="203663" y="199720"/>
                  <a:pt x="204960" y="199720"/>
                  <a:pt x="206258" y="198427"/>
                </a:cubicBezTo>
                <a:cubicBezTo>
                  <a:pt x="206258" y="198427"/>
                  <a:pt x="206258" y="198427"/>
                  <a:pt x="227013" y="175149"/>
                </a:cubicBezTo>
                <a:cubicBezTo>
                  <a:pt x="227013" y="175149"/>
                  <a:pt x="227013" y="175149"/>
                  <a:pt x="227013" y="287660"/>
                </a:cubicBezTo>
                <a:cubicBezTo>
                  <a:pt x="227013" y="301886"/>
                  <a:pt x="215338" y="313525"/>
                  <a:pt x="201069" y="313525"/>
                </a:cubicBezTo>
                <a:cubicBezTo>
                  <a:pt x="201069" y="313525"/>
                  <a:pt x="201069" y="313525"/>
                  <a:pt x="25944" y="313525"/>
                </a:cubicBezTo>
                <a:cubicBezTo>
                  <a:pt x="11675" y="313525"/>
                  <a:pt x="0" y="301886"/>
                  <a:pt x="0" y="287660"/>
                </a:cubicBezTo>
                <a:cubicBezTo>
                  <a:pt x="0" y="287660"/>
                  <a:pt x="0" y="287660"/>
                  <a:pt x="0" y="72983"/>
                </a:cubicBezTo>
                <a:cubicBezTo>
                  <a:pt x="0" y="60051"/>
                  <a:pt x="10378" y="48412"/>
                  <a:pt x="24647" y="48412"/>
                </a:cubicBezTo>
                <a:close/>
                <a:moveTo>
                  <a:pt x="242888" y="42062"/>
                </a:moveTo>
                <a:lnTo>
                  <a:pt x="285751" y="81750"/>
                </a:lnTo>
                <a:lnTo>
                  <a:pt x="279401" y="89687"/>
                </a:lnTo>
                <a:lnTo>
                  <a:pt x="200026" y="178587"/>
                </a:lnTo>
                <a:lnTo>
                  <a:pt x="193676" y="184937"/>
                </a:lnTo>
                <a:lnTo>
                  <a:pt x="150813" y="146837"/>
                </a:lnTo>
                <a:lnTo>
                  <a:pt x="155576" y="138899"/>
                </a:lnTo>
                <a:lnTo>
                  <a:pt x="236538" y="48412"/>
                </a:lnTo>
                <a:close/>
                <a:moveTo>
                  <a:pt x="257175" y="26187"/>
                </a:moveTo>
                <a:lnTo>
                  <a:pt x="301625" y="64287"/>
                </a:lnTo>
                <a:lnTo>
                  <a:pt x="295275" y="72225"/>
                </a:lnTo>
                <a:lnTo>
                  <a:pt x="290513" y="75400"/>
                </a:lnTo>
                <a:lnTo>
                  <a:pt x="247650" y="37300"/>
                </a:lnTo>
                <a:lnTo>
                  <a:pt x="250825" y="34125"/>
                </a:lnTo>
                <a:close/>
                <a:moveTo>
                  <a:pt x="285750" y="11899"/>
                </a:moveTo>
                <a:lnTo>
                  <a:pt x="279400" y="19837"/>
                </a:lnTo>
                <a:lnTo>
                  <a:pt x="304800" y="43649"/>
                </a:lnTo>
                <a:lnTo>
                  <a:pt x="312738" y="35712"/>
                </a:lnTo>
                <a:close/>
                <a:moveTo>
                  <a:pt x="285265" y="516"/>
                </a:moveTo>
                <a:cubicBezTo>
                  <a:pt x="289152" y="-801"/>
                  <a:pt x="291744" y="516"/>
                  <a:pt x="294336" y="3151"/>
                </a:cubicBezTo>
                <a:cubicBezTo>
                  <a:pt x="294336" y="3151"/>
                  <a:pt x="294336" y="3151"/>
                  <a:pt x="318958" y="25545"/>
                </a:cubicBezTo>
                <a:cubicBezTo>
                  <a:pt x="324142" y="30814"/>
                  <a:pt x="325438" y="38718"/>
                  <a:pt x="320254" y="43987"/>
                </a:cubicBezTo>
                <a:cubicBezTo>
                  <a:pt x="320254" y="43987"/>
                  <a:pt x="320254" y="43987"/>
                  <a:pt x="305999" y="61112"/>
                </a:cubicBezTo>
                <a:cubicBezTo>
                  <a:pt x="305999" y="61112"/>
                  <a:pt x="305999" y="61112"/>
                  <a:pt x="261938" y="20276"/>
                </a:cubicBezTo>
                <a:cubicBezTo>
                  <a:pt x="261938" y="20276"/>
                  <a:pt x="261938" y="20276"/>
                  <a:pt x="276193" y="4468"/>
                </a:cubicBezTo>
                <a:cubicBezTo>
                  <a:pt x="278785" y="1834"/>
                  <a:pt x="281377" y="516"/>
                  <a:pt x="285265" y="516"/>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70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任意多边形"/>
          <p:cNvSpPr>
            <a:spLocks noEditPoints="1"/>
          </p:cNvSpPr>
          <p:nvPr/>
        </p:nvSpPr>
        <p:spPr bwMode="auto">
          <a:xfrm>
            <a:off x="9637265" y="3360413"/>
            <a:ext cx="552840" cy="500579"/>
          </a:xfrm>
          <a:custGeom>
            <a:avLst/>
            <a:gdLst>
              <a:gd name="T0" fmla="*/ 2147483647 w 67"/>
              <a:gd name="T1" fmla="*/ 124018912 h 60"/>
              <a:gd name="T2" fmla="*/ 2147483647 w 67"/>
              <a:gd name="T3" fmla="*/ 0 h 60"/>
              <a:gd name="T4" fmla="*/ 2147483647 w 67"/>
              <a:gd name="T5" fmla="*/ 0 h 60"/>
              <a:gd name="T6" fmla="*/ 2147483647 w 67"/>
              <a:gd name="T7" fmla="*/ 124018912 h 60"/>
              <a:gd name="T8" fmla="*/ 2147483647 w 67"/>
              <a:gd name="T9" fmla="*/ 310059138 h 60"/>
              <a:gd name="T10" fmla="*/ 2147483647 w 67"/>
              <a:gd name="T11" fmla="*/ 868156039 h 60"/>
              <a:gd name="T12" fmla="*/ 2147483647 w 67"/>
              <a:gd name="T13" fmla="*/ 124018912 h 60"/>
              <a:gd name="T14" fmla="*/ 2147483647 w 67"/>
              <a:gd name="T15" fmla="*/ 1922344337 h 60"/>
              <a:gd name="T16" fmla="*/ 2147483647 w 67"/>
              <a:gd name="T17" fmla="*/ 124018912 h 60"/>
              <a:gd name="T18" fmla="*/ 1902898002 w 67"/>
              <a:gd name="T19" fmla="*/ 124018912 h 60"/>
              <a:gd name="T20" fmla="*/ 122771150 w 67"/>
              <a:gd name="T21" fmla="*/ 1922344337 h 60"/>
              <a:gd name="T22" fmla="*/ 122771150 w 67"/>
              <a:gd name="T23" fmla="*/ 2147483647 h 60"/>
              <a:gd name="T24" fmla="*/ 245534466 w 67"/>
              <a:gd name="T25" fmla="*/ 2147483647 h 60"/>
              <a:gd name="T26" fmla="*/ 429691207 w 67"/>
              <a:gd name="T27" fmla="*/ 2147483647 h 60"/>
              <a:gd name="T28" fmla="*/ 2087055172 w 67"/>
              <a:gd name="T29" fmla="*/ 558097024 h 60"/>
              <a:gd name="T30" fmla="*/ 2147483647 w 67"/>
              <a:gd name="T31" fmla="*/ 2147483647 h 60"/>
              <a:gd name="T32" fmla="*/ 2147483647 w 67"/>
              <a:gd name="T33" fmla="*/ 2147483647 h 60"/>
              <a:gd name="T34" fmla="*/ 2147483647 w 67"/>
              <a:gd name="T35" fmla="*/ 1922344337 h 60"/>
              <a:gd name="T36" fmla="*/ 552454614 w 67"/>
              <a:gd name="T37" fmla="*/ 2147483647 h 60"/>
              <a:gd name="T38" fmla="*/ 552454614 w 67"/>
              <a:gd name="T39" fmla="*/ 2147483647 h 60"/>
              <a:gd name="T40" fmla="*/ 797989019 w 67"/>
              <a:gd name="T41" fmla="*/ 2147483647 h 60"/>
              <a:gd name="T42" fmla="*/ 1718749157 w 67"/>
              <a:gd name="T43" fmla="*/ 2147483647 h 60"/>
              <a:gd name="T44" fmla="*/ 1718749157 w 67"/>
              <a:gd name="T45" fmla="*/ 2147483647 h 60"/>
              <a:gd name="T46" fmla="*/ 1780134717 w 67"/>
              <a:gd name="T47" fmla="*/ 2147483647 h 60"/>
              <a:gd name="T48" fmla="*/ 2147483647 w 67"/>
              <a:gd name="T49" fmla="*/ 2147483647 h 60"/>
              <a:gd name="T50" fmla="*/ 2147483647 w 67"/>
              <a:gd name="T51" fmla="*/ 2147483647 h 60"/>
              <a:gd name="T52" fmla="*/ 2147483647 w 67"/>
              <a:gd name="T53" fmla="*/ 2147483647 h 60"/>
              <a:gd name="T54" fmla="*/ 2147483647 w 67"/>
              <a:gd name="T55" fmla="*/ 2147483647 h 60"/>
              <a:gd name="T56" fmla="*/ 2147483647 w 67"/>
              <a:gd name="T57" fmla="*/ 2147483647 h 60"/>
              <a:gd name="T58" fmla="*/ 2147483647 w 67"/>
              <a:gd name="T59" fmla="*/ 2147483647 h 60"/>
              <a:gd name="T60" fmla="*/ 2087055172 w 67"/>
              <a:gd name="T61" fmla="*/ 806142661 h 60"/>
              <a:gd name="T62" fmla="*/ 552454614 w 67"/>
              <a:gd name="T63" fmla="*/ 2147483647 h 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60"/>
              <a:gd name="T98" fmla="*/ 67 w 67"/>
              <a:gd name="T99" fmla="*/ 60 h 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60">
                <a:moveTo>
                  <a:pt x="53" y="2"/>
                </a:moveTo>
                <a:cubicBezTo>
                  <a:pt x="53" y="1"/>
                  <a:pt x="52" y="0"/>
                  <a:pt x="51" y="0"/>
                </a:cubicBezTo>
                <a:cubicBezTo>
                  <a:pt x="46" y="0"/>
                  <a:pt x="46" y="0"/>
                  <a:pt x="46" y="0"/>
                </a:cubicBezTo>
                <a:cubicBezTo>
                  <a:pt x="45" y="0"/>
                  <a:pt x="44" y="1"/>
                  <a:pt x="44" y="2"/>
                </a:cubicBezTo>
                <a:cubicBezTo>
                  <a:pt x="44" y="5"/>
                  <a:pt x="44" y="5"/>
                  <a:pt x="44" y="5"/>
                </a:cubicBezTo>
                <a:cubicBezTo>
                  <a:pt x="53" y="14"/>
                  <a:pt x="53" y="14"/>
                  <a:pt x="53" y="14"/>
                </a:cubicBezTo>
                <a:lnTo>
                  <a:pt x="53" y="2"/>
                </a:lnTo>
                <a:close/>
                <a:moveTo>
                  <a:pt x="66" y="31"/>
                </a:moveTo>
                <a:cubicBezTo>
                  <a:pt x="36" y="2"/>
                  <a:pt x="36" y="2"/>
                  <a:pt x="36" y="2"/>
                </a:cubicBezTo>
                <a:cubicBezTo>
                  <a:pt x="35" y="0"/>
                  <a:pt x="33" y="0"/>
                  <a:pt x="31" y="2"/>
                </a:cubicBezTo>
                <a:cubicBezTo>
                  <a:pt x="2" y="31"/>
                  <a:pt x="2" y="31"/>
                  <a:pt x="2" y="31"/>
                </a:cubicBezTo>
                <a:cubicBezTo>
                  <a:pt x="0" y="33"/>
                  <a:pt x="0" y="35"/>
                  <a:pt x="2" y="36"/>
                </a:cubicBezTo>
                <a:cubicBezTo>
                  <a:pt x="2" y="37"/>
                  <a:pt x="3" y="37"/>
                  <a:pt x="4" y="37"/>
                </a:cubicBezTo>
                <a:cubicBezTo>
                  <a:pt x="5" y="37"/>
                  <a:pt x="6" y="37"/>
                  <a:pt x="7" y="36"/>
                </a:cubicBezTo>
                <a:cubicBezTo>
                  <a:pt x="34" y="9"/>
                  <a:pt x="34" y="9"/>
                  <a:pt x="34" y="9"/>
                </a:cubicBezTo>
                <a:cubicBezTo>
                  <a:pt x="61" y="36"/>
                  <a:pt x="61" y="36"/>
                  <a:pt x="61" y="36"/>
                </a:cubicBezTo>
                <a:cubicBezTo>
                  <a:pt x="62" y="38"/>
                  <a:pt x="65" y="38"/>
                  <a:pt x="66" y="36"/>
                </a:cubicBezTo>
                <a:cubicBezTo>
                  <a:pt x="67" y="35"/>
                  <a:pt x="67" y="33"/>
                  <a:pt x="66" y="31"/>
                </a:cubicBezTo>
                <a:close/>
                <a:moveTo>
                  <a:pt x="9" y="37"/>
                </a:moveTo>
                <a:cubicBezTo>
                  <a:pt x="9" y="57"/>
                  <a:pt x="9" y="57"/>
                  <a:pt x="9" y="57"/>
                </a:cubicBezTo>
                <a:cubicBezTo>
                  <a:pt x="9" y="59"/>
                  <a:pt x="11" y="60"/>
                  <a:pt x="13" y="60"/>
                </a:cubicBezTo>
                <a:cubicBezTo>
                  <a:pt x="28" y="60"/>
                  <a:pt x="28" y="60"/>
                  <a:pt x="28" y="60"/>
                </a:cubicBezTo>
                <a:cubicBezTo>
                  <a:pt x="28" y="42"/>
                  <a:pt x="28" y="42"/>
                  <a:pt x="28" y="42"/>
                </a:cubicBezTo>
                <a:cubicBezTo>
                  <a:pt x="28" y="42"/>
                  <a:pt x="29" y="41"/>
                  <a:pt x="29" y="41"/>
                </a:cubicBezTo>
                <a:cubicBezTo>
                  <a:pt x="38" y="41"/>
                  <a:pt x="38" y="41"/>
                  <a:pt x="38" y="41"/>
                </a:cubicBezTo>
                <a:cubicBezTo>
                  <a:pt x="39" y="41"/>
                  <a:pt x="39" y="42"/>
                  <a:pt x="39" y="42"/>
                </a:cubicBezTo>
                <a:cubicBezTo>
                  <a:pt x="39" y="60"/>
                  <a:pt x="39" y="60"/>
                  <a:pt x="39" y="60"/>
                </a:cubicBezTo>
                <a:cubicBezTo>
                  <a:pt x="55" y="60"/>
                  <a:pt x="55" y="60"/>
                  <a:pt x="55" y="60"/>
                </a:cubicBezTo>
                <a:cubicBezTo>
                  <a:pt x="57" y="60"/>
                  <a:pt x="58" y="59"/>
                  <a:pt x="58" y="57"/>
                </a:cubicBezTo>
                <a:cubicBezTo>
                  <a:pt x="58" y="38"/>
                  <a:pt x="58" y="38"/>
                  <a:pt x="58" y="38"/>
                </a:cubicBezTo>
                <a:cubicBezTo>
                  <a:pt x="34" y="13"/>
                  <a:pt x="34" y="13"/>
                  <a:pt x="34" y="13"/>
                </a:cubicBezTo>
                <a:lnTo>
                  <a:pt x="9" y="37"/>
                </a:lnTo>
                <a:close/>
              </a:path>
            </a:pathLst>
          </a:custGeom>
          <a:solidFill>
            <a:schemeClr val="bg1"/>
          </a:solidFill>
          <a:ln w="9525">
            <a:noFill/>
            <a:round/>
          </a:ln>
        </p:spPr>
        <p:txBody>
          <a:bodyPr/>
          <a:lstStyle/>
          <a:p>
            <a:pPr>
              <a:defRPr/>
            </a:pPr>
            <a:endParaRPr lang="en-US" kern="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17" name="直接连接符 16">
            <a:extLst>
              <a:ext uri="{FF2B5EF4-FFF2-40B4-BE49-F238E27FC236}">
                <a16:creationId xmlns:a16="http://schemas.microsoft.com/office/drawing/2014/main" id="{6BD9FB1F-7C1A-47D6-9E86-D2ACE88F0D60}"/>
              </a:ext>
            </a:extLst>
          </p:cNvPr>
          <p:cNvCxnSpPr/>
          <p:nvPr/>
        </p:nvCxnSpPr>
        <p:spPr>
          <a:xfrm>
            <a:off x="5866765" y="668020"/>
            <a:ext cx="844550" cy="0"/>
          </a:xfrm>
          <a:prstGeom prst="line">
            <a:avLst/>
          </a:prstGeom>
          <a:ln>
            <a:solidFill>
              <a:srgbClr val="5BAE56"/>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6B65ADF4-A113-4911-9F92-3DEB4F8D5459}"/>
              </a:ext>
            </a:extLst>
          </p:cNvPr>
          <p:cNvSpPr txBox="1"/>
          <p:nvPr/>
        </p:nvSpPr>
        <p:spPr>
          <a:xfrm>
            <a:off x="4823460" y="90895"/>
            <a:ext cx="311404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r>
              <a:rPr lang="zh-CN" altLang="en-US"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亲子沟通</a:t>
            </a:r>
            <a:r>
              <a:rPr lang="en-US" altLang="zh-CN"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PPT</a:t>
            </a:r>
          </a:p>
        </p:txBody>
      </p:sp>
    </p:spTree>
  </p:cSld>
  <p:clrMapOvr>
    <a:masterClrMapping/>
  </p:clrMapOvr>
  <mc:AlternateContent xmlns:mc="http://schemas.openxmlformats.org/markup-compatibility/2006" xmlns:p14="http://schemas.microsoft.com/office/powerpoint/2010/main">
    <mc:Choice Requires="p14">
      <p:transition spd="slow" p14:dur="1600" advTm="0">
        <p14:prism dir="r" isInverted="1"/>
      </p:transition>
    </mc:Choice>
    <mc:Fallback xmlns:a16="http://schemas.microsoft.com/office/drawing/2014/main" xmlns="">
      <p:transition spd="slow" advTm="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任意多边形"/>
          <p:cNvSpPr/>
          <p:nvPr/>
        </p:nvSpPr>
        <p:spPr bwMode="auto">
          <a:xfrm>
            <a:off x="1203142" y="1294289"/>
            <a:ext cx="2679700" cy="3058319"/>
          </a:xfrm>
          <a:custGeom>
            <a:avLst/>
            <a:gdLst>
              <a:gd name="T0" fmla="*/ 240 w 290"/>
              <a:gd name="T1" fmla="*/ 54 h 331"/>
              <a:gd name="T2" fmla="*/ 54 w 290"/>
              <a:gd name="T3" fmla="*/ 50 h 331"/>
              <a:gd name="T4" fmla="*/ 50 w 290"/>
              <a:gd name="T5" fmla="*/ 236 h 331"/>
              <a:gd name="T6" fmla="*/ 140 w 290"/>
              <a:gd name="T7" fmla="*/ 331 h 331"/>
              <a:gd name="T8" fmla="*/ 235 w 290"/>
              <a:gd name="T9" fmla="*/ 240 h 331"/>
              <a:gd name="T10" fmla="*/ 240 w 290"/>
              <a:gd name="T11" fmla="*/ 54 h 331"/>
            </a:gdLst>
            <a:ahLst/>
            <a:cxnLst>
              <a:cxn ang="0">
                <a:pos x="T0" y="T1"/>
              </a:cxn>
              <a:cxn ang="0">
                <a:pos x="T2" y="T3"/>
              </a:cxn>
              <a:cxn ang="0">
                <a:pos x="T4" y="T5"/>
              </a:cxn>
              <a:cxn ang="0">
                <a:pos x="T6" y="T7"/>
              </a:cxn>
              <a:cxn ang="0">
                <a:pos x="T8" y="T9"/>
              </a:cxn>
              <a:cxn ang="0">
                <a:pos x="T10" y="T11"/>
              </a:cxn>
            </a:cxnLst>
            <a:rect l="0" t="0" r="r" b="b"/>
            <a:pathLst>
              <a:path w="290" h="331">
                <a:moveTo>
                  <a:pt x="240" y="54"/>
                </a:moveTo>
                <a:cubicBezTo>
                  <a:pt x="189" y="2"/>
                  <a:pt x="106" y="0"/>
                  <a:pt x="54" y="50"/>
                </a:cubicBezTo>
                <a:cubicBezTo>
                  <a:pt x="2" y="100"/>
                  <a:pt x="0" y="183"/>
                  <a:pt x="50" y="236"/>
                </a:cubicBezTo>
                <a:cubicBezTo>
                  <a:pt x="140" y="331"/>
                  <a:pt x="140" y="331"/>
                  <a:pt x="140" y="331"/>
                </a:cubicBezTo>
                <a:cubicBezTo>
                  <a:pt x="235" y="240"/>
                  <a:pt x="235" y="240"/>
                  <a:pt x="235" y="240"/>
                </a:cubicBezTo>
                <a:cubicBezTo>
                  <a:pt x="288" y="190"/>
                  <a:pt x="290" y="107"/>
                  <a:pt x="240" y="54"/>
                </a:cubicBezTo>
                <a:close/>
              </a:path>
            </a:pathLst>
          </a:custGeom>
          <a:solidFill>
            <a:srgbClr val="5BAE56"/>
          </a:solidFill>
          <a:ln>
            <a:noFill/>
          </a:ln>
        </p:spPr>
        <p:txBody>
          <a:bodyPr vert="horz" wrap="square" lIns="45720" tIns="22860" rIns="45720" bIns="2286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tabLst/>
              <a:defRPr/>
            </a:pPr>
            <a:endParaRPr kumimoji="0" lang="th-TH" sz="900" b="0" i="0" u="none" strike="noStrike" kern="0" cap="none" spc="0" normalizeH="0" baseline="0" noProof="0">
              <a:ln>
                <a:noFill/>
              </a:ln>
              <a:solidFill>
                <a:srgbClr val="262626"/>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p:cNvSpPr txBox="1"/>
          <p:nvPr/>
        </p:nvSpPr>
        <p:spPr>
          <a:xfrm>
            <a:off x="1623989" y="2747962"/>
            <a:ext cx="1806574" cy="920750"/>
          </a:xfrm>
          <a:prstGeom prst="rect">
            <a:avLst/>
          </a:prstGeom>
          <a:noFill/>
        </p:spPr>
        <p:txBody>
          <a:bodyPr wrap="square" lIns="109710" tIns="54855" rIns="109710" bIns="54855" rtlCol="0">
            <a:spAutoFit/>
          </a:bodyPr>
          <a:lstStyle/>
          <a:p>
            <a:pPr marL="0" marR="0" lvl="0" indent="0" algn="ctr" defTabSz="457200" rtl="0" eaLnBrk="1" fontAlgn="auto" latinLnBrk="0" hangingPunct="1">
              <a:lnSpc>
                <a:spcPct val="110000"/>
              </a:lnSpc>
              <a:spcBef>
                <a:spcPct val="0"/>
              </a:spcBef>
              <a:spcAft>
                <a:spcPct val="0"/>
              </a:spcAft>
              <a:buClrTx/>
              <a:buSzTx/>
              <a:buFontTx/>
              <a:buNone/>
              <a:tabLst/>
              <a:defRPr/>
            </a:pPr>
            <a:r>
              <a:rPr kumimoji="0" lang="zh-CN" altLang="en-US" sz="24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添加</a:t>
            </a:r>
          </a:p>
          <a:p>
            <a:pPr marL="0" marR="0" lvl="0" indent="0" algn="ctr" defTabSz="457200" rtl="0" eaLnBrk="1" fontAlgn="auto" latinLnBrk="0" hangingPunct="1">
              <a:lnSpc>
                <a:spcPct val="110000"/>
              </a:lnSpc>
              <a:spcBef>
                <a:spcPct val="0"/>
              </a:spcBef>
              <a:spcAft>
                <a:spcPct val="0"/>
              </a:spcAft>
              <a:buClrTx/>
              <a:buSzTx/>
              <a:buFontTx/>
              <a:buNone/>
              <a:tabLst/>
              <a:defRPr/>
            </a:pPr>
            <a:r>
              <a:rPr kumimoji="0" lang="zh-CN" altLang="en-US" sz="24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标题</a:t>
            </a:r>
          </a:p>
        </p:txBody>
      </p:sp>
      <p:sp>
        <p:nvSpPr>
          <p:cNvPr id="42" name="文本框"/>
          <p:cNvSpPr/>
          <p:nvPr/>
        </p:nvSpPr>
        <p:spPr>
          <a:xfrm>
            <a:off x="1105535" y="4415790"/>
            <a:ext cx="2777490" cy="1209675"/>
          </a:xfrm>
          <a:prstGeom prst="rect">
            <a:avLst/>
          </a:prstGeom>
        </p:spPr>
        <p:txBody>
          <a:bodyPr wrap="square">
            <a:spAutoFit/>
          </a:bodyPr>
          <a:lstStyle/>
          <a:p>
            <a:pPr marL="0" marR="0" lvl="0" indent="0" algn="ctr" defTabSz="914400" rtl="0" eaLnBrk="1" fontAlgn="auto" latinLnBrk="0" hangingPunct="0">
              <a:lnSpc>
                <a:spcPct val="130000"/>
              </a:lnSpc>
              <a:spcBef>
                <a:spcPts val="0"/>
              </a:spcBef>
              <a:spcAft>
                <a:spcPts val="0"/>
              </a:spcAft>
              <a:buClrTx/>
              <a:buSzTx/>
              <a:buFont typeface="微软雅黑" panose="020B0503020204020204" pitchFamily="34" charset="-122"/>
              <a:buNone/>
              <a:tabLst/>
              <a:defRPr/>
            </a:pPr>
            <a:r>
              <a:rPr kumimoji="0" lang="zh-CN" altLang="en-US" sz="1400" b="0" i="0" u="none" strike="noStrike" kern="120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endParaRPr kumimoji="0" lang="zh-CN" altLang="en-US" sz="1400" b="0" i="0" u="none" strike="noStrike" kern="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任意多边形"/>
          <p:cNvSpPr>
            <a:spLocks noEditPoints="1"/>
          </p:cNvSpPr>
          <p:nvPr/>
        </p:nvSpPr>
        <p:spPr bwMode="auto">
          <a:xfrm>
            <a:off x="2116455" y="1837690"/>
            <a:ext cx="821055" cy="742950"/>
          </a:xfrm>
          <a:custGeom>
            <a:avLst/>
            <a:gdLst>
              <a:gd name="T0" fmla="*/ 2147483647 w 67"/>
              <a:gd name="T1" fmla="*/ 124018912 h 60"/>
              <a:gd name="T2" fmla="*/ 2147483647 w 67"/>
              <a:gd name="T3" fmla="*/ 0 h 60"/>
              <a:gd name="T4" fmla="*/ 2147483647 w 67"/>
              <a:gd name="T5" fmla="*/ 0 h 60"/>
              <a:gd name="T6" fmla="*/ 2147483647 w 67"/>
              <a:gd name="T7" fmla="*/ 124018912 h 60"/>
              <a:gd name="T8" fmla="*/ 2147483647 w 67"/>
              <a:gd name="T9" fmla="*/ 310059138 h 60"/>
              <a:gd name="T10" fmla="*/ 2147483647 w 67"/>
              <a:gd name="T11" fmla="*/ 868156039 h 60"/>
              <a:gd name="T12" fmla="*/ 2147483647 w 67"/>
              <a:gd name="T13" fmla="*/ 124018912 h 60"/>
              <a:gd name="T14" fmla="*/ 2147483647 w 67"/>
              <a:gd name="T15" fmla="*/ 1922344337 h 60"/>
              <a:gd name="T16" fmla="*/ 2147483647 w 67"/>
              <a:gd name="T17" fmla="*/ 124018912 h 60"/>
              <a:gd name="T18" fmla="*/ 1902898002 w 67"/>
              <a:gd name="T19" fmla="*/ 124018912 h 60"/>
              <a:gd name="T20" fmla="*/ 122771150 w 67"/>
              <a:gd name="T21" fmla="*/ 1922344337 h 60"/>
              <a:gd name="T22" fmla="*/ 122771150 w 67"/>
              <a:gd name="T23" fmla="*/ 2147483647 h 60"/>
              <a:gd name="T24" fmla="*/ 245534466 w 67"/>
              <a:gd name="T25" fmla="*/ 2147483647 h 60"/>
              <a:gd name="T26" fmla="*/ 429691207 w 67"/>
              <a:gd name="T27" fmla="*/ 2147483647 h 60"/>
              <a:gd name="T28" fmla="*/ 2087055172 w 67"/>
              <a:gd name="T29" fmla="*/ 558097024 h 60"/>
              <a:gd name="T30" fmla="*/ 2147483647 w 67"/>
              <a:gd name="T31" fmla="*/ 2147483647 h 60"/>
              <a:gd name="T32" fmla="*/ 2147483647 w 67"/>
              <a:gd name="T33" fmla="*/ 2147483647 h 60"/>
              <a:gd name="T34" fmla="*/ 2147483647 w 67"/>
              <a:gd name="T35" fmla="*/ 1922344337 h 60"/>
              <a:gd name="T36" fmla="*/ 552454614 w 67"/>
              <a:gd name="T37" fmla="*/ 2147483647 h 60"/>
              <a:gd name="T38" fmla="*/ 552454614 w 67"/>
              <a:gd name="T39" fmla="*/ 2147483647 h 60"/>
              <a:gd name="T40" fmla="*/ 797989019 w 67"/>
              <a:gd name="T41" fmla="*/ 2147483647 h 60"/>
              <a:gd name="T42" fmla="*/ 1718749157 w 67"/>
              <a:gd name="T43" fmla="*/ 2147483647 h 60"/>
              <a:gd name="T44" fmla="*/ 1718749157 w 67"/>
              <a:gd name="T45" fmla="*/ 2147483647 h 60"/>
              <a:gd name="T46" fmla="*/ 1780134717 w 67"/>
              <a:gd name="T47" fmla="*/ 2147483647 h 60"/>
              <a:gd name="T48" fmla="*/ 2147483647 w 67"/>
              <a:gd name="T49" fmla="*/ 2147483647 h 60"/>
              <a:gd name="T50" fmla="*/ 2147483647 w 67"/>
              <a:gd name="T51" fmla="*/ 2147483647 h 60"/>
              <a:gd name="T52" fmla="*/ 2147483647 w 67"/>
              <a:gd name="T53" fmla="*/ 2147483647 h 60"/>
              <a:gd name="T54" fmla="*/ 2147483647 w 67"/>
              <a:gd name="T55" fmla="*/ 2147483647 h 60"/>
              <a:gd name="T56" fmla="*/ 2147483647 w 67"/>
              <a:gd name="T57" fmla="*/ 2147483647 h 60"/>
              <a:gd name="T58" fmla="*/ 2147483647 w 67"/>
              <a:gd name="T59" fmla="*/ 2147483647 h 60"/>
              <a:gd name="T60" fmla="*/ 2087055172 w 67"/>
              <a:gd name="T61" fmla="*/ 806142661 h 60"/>
              <a:gd name="T62" fmla="*/ 552454614 w 67"/>
              <a:gd name="T63" fmla="*/ 2147483647 h 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60"/>
              <a:gd name="T98" fmla="*/ 67 w 67"/>
              <a:gd name="T99" fmla="*/ 60 h 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60">
                <a:moveTo>
                  <a:pt x="53" y="2"/>
                </a:moveTo>
                <a:cubicBezTo>
                  <a:pt x="53" y="1"/>
                  <a:pt x="52" y="0"/>
                  <a:pt x="51" y="0"/>
                </a:cubicBezTo>
                <a:cubicBezTo>
                  <a:pt x="46" y="0"/>
                  <a:pt x="46" y="0"/>
                  <a:pt x="46" y="0"/>
                </a:cubicBezTo>
                <a:cubicBezTo>
                  <a:pt x="45" y="0"/>
                  <a:pt x="44" y="1"/>
                  <a:pt x="44" y="2"/>
                </a:cubicBezTo>
                <a:cubicBezTo>
                  <a:pt x="44" y="5"/>
                  <a:pt x="44" y="5"/>
                  <a:pt x="44" y="5"/>
                </a:cubicBezTo>
                <a:cubicBezTo>
                  <a:pt x="53" y="14"/>
                  <a:pt x="53" y="14"/>
                  <a:pt x="53" y="14"/>
                </a:cubicBezTo>
                <a:lnTo>
                  <a:pt x="53" y="2"/>
                </a:lnTo>
                <a:close/>
                <a:moveTo>
                  <a:pt x="66" y="31"/>
                </a:moveTo>
                <a:cubicBezTo>
                  <a:pt x="36" y="2"/>
                  <a:pt x="36" y="2"/>
                  <a:pt x="36" y="2"/>
                </a:cubicBezTo>
                <a:cubicBezTo>
                  <a:pt x="35" y="0"/>
                  <a:pt x="33" y="0"/>
                  <a:pt x="31" y="2"/>
                </a:cubicBezTo>
                <a:cubicBezTo>
                  <a:pt x="2" y="31"/>
                  <a:pt x="2" y="31"/>
                  <a:pt x="2" y="31"/>
                </a:cubicBezTo>
                <a:cubicBezTo>
                  <a:pt x="0" y="33"/>
                  <a:pt x="0" y="35"/>
                  <a:pt x="2" y="36"/>
                </a:cubicBezTo>
                <a:cubicBezTo>
                  <a:pt x="2" y="37"/>
                  <a:pt x="3" y="37"/>
                  <a:pt x="4" y="37"/>
                </a:cubicBezTo>
                <a:cubicBezTo>
                  <a:pt x="5" y="37"/>
                  <a:pt x="6" y="37"/>
                  <a:pt x="7" y="36"/>
                </a:cubicBezTo>
                <a:cubicBezTo>
                  <a:pt x="34" y="9"/>
                  <a:pt x="34" y="9"/>
                  <a:pt x="34" y="9"/>
                </a:cubicBezTo>
                <a:cubicBezTo>
                  <a:pt x="61" y="36"/>
                  <a:pt x="61" y="36"/>
                  <a:pt x="61" y="36"/>
                </a:cubicBezTo>
                <a:cubicBezTo>
                  <a:pt x="62" y="38"/>
                  <a:pt x="65" y="38"/>
                  <a:pt x="66" y="36"/>
                </a:cubicBezTo>
                <a:cubicBezTo>
                  <a:pt x="67" y="35"/>
                  <a:pt x="67" y="33"/>
                  <a:pt x="66" y="31"/>
                </a:cubicBezTo>
                <a:close/>
                <a:moveTo>
                  <a:pt x="9" y="37"/>
                </a:moveTo>
                <a:cubicBezTo>
                  <a:pt x="9" y="57"/>
                  <a:pt x="9" y="57"/>
                  <a:pt x="9" y="57"/>
                </a:cubicBezTo>
                <a:cubicBezTo>
                  <a:pt x="9" y="59"/>
                  <a:pt x="11" y="60"/>
                  <a:pt x="13" y="60"/>
                </a:cubicBezTo>
                <a:cubicBezTo>
                  <a:pt x="28" y="60"/>
                  <a:pt x="28" y="60"/>
                  <a:pt x="28" y="60"/>
                </a:cubicBezTo>
                <a:cubicBezTo>
                  <a:pt x="28" y="42"/>
                  <a:pt x="28" y="42"/>
                  <a:pt x="28" y="42"/>
                </a:cubicBezTo>
                <a:cubicBezTo>
                  <a:pt x="28" y="42"/>
                  <a:pt x="29" y="41"/>
                  <a:pt x="29" y="41"/>
                </a:cubicBezTo>
                <a:cubicBezTo>
                  <a:pt x="38" y="41"/>
                  <a:pt x="38" y="41"/>
                  <a:pt x="38" y="41"/>
                </a:cubicBezTo>
                <a:cubicBezTo>
                  <a:pt x="39" y="41"/>
                  <a:pt x="39" y="42"/>
                  <a:pt x="39" y="42"/>
                </a:cubicBezTo>
                <a:cubicBezTo>
                  <a:pt x="39" y="60"/>
                  <a:pt x="39" y="60"/>
                  <a:pt x="39" y="60"/>
                </a:cubicBezTo>
                <a:cubicBezTo>
                  <a:pt x="55" y="60"/>
                  <a:pt x="55" y="60"/>
                  <a:pt x="55" y="60"/>
                </a:cubicBezTo>
                <a:cubicBezTo>
                  <a:pt x="57" y="60"/>
                  <a:pt x="58" y="59"/>
                  <a:pt x="58" y="57"/>
                </a:cubicBezTo>
                <a:cubicBezTo>
                  <a:pt x="58" y="38"/>
                  <a:pt x="58" y="38"/>
                  <a:pt x="58" y="38"/>
                </a:cubicBezTo>
                <a:cubicBezTo>
                  <a:pt x="34" y="13"/>
                  <a:pt x="34" y="13"/>
                  <a:pt x="34" y="13"/>
                </a:cubicBezTo>
                <a:lnTo>
                  <a:pt x="9" y="37"/>
                </a:lnTo>
                <a:close/>
              </a:path>
            </a:pathLst>
          </a:custGeom>
          <a:solidFill>
            <a:schemeClr val="bg1"/>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4" name="矩形 43"/>
          <p:cNvSpPr/>
          <p:nvPr/>
        </p:nvSpPr>
        <p:spPr>
          <a:xfrm>
            <a:off x="6300470" y="2006600"/>
            <a:ext cx="4937760" cy="602615"/>
          </a:xfrm>
          <a:prstGeom prst="rect">
            <a:avLst/>
          </a:prstGeom>
          <a:noFill/>
        </p:spPr>
        <p:txBody>
          <a:bodyPr wrap="square" lIns="0" tIns="0" rIns="0" bIns="0" rtlCol="0">
            <a:spAutoFit/>
          </a:bodyPr>
          <a:lstStyle/>
          <a:p>
            <a:pPr marL="0" marR="0" lvl="0" indent="0" algn="just" defTabSz="914400" rtl="0" eaLnBrk="1" fontAlgn="auto" latinLnBrk="0" hangingPunct="0">
              <a:lnSpc>
                <a:spcPct val="140000"/>
              </a:lnSpc>
              <a:spcBef>
                <a:spcPts val="0"/>
              </a:spcBef>
              <a:spcAft>
                <a:spcPts val="0"/>
              </a:spcAft>
              <a:buClrTx/>
              <a:buSzTx/>
              <a:buFont typeface="微软雅黑" panose="020B0503020204020204" pitchFamily="34" charset="-122"/>
              <a:buNone/>
              <a:tabLst/>
              <a:defRPr/>
            </a:pPr>
            <a:r>
              <a:rPr kumimoji="0" lang="zh-CN" altLang="en-US" sz="1400" b="0" i="0" u="none" strike="noStrike" kern="120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p>
        </p:txBody>
      </p:sp>
      <p:sp>
        <p:nvSpPr>
          <p:cNvPr id="45" name="矩形: 圆角 44"/>
          <p:cNvSpPr/>
          <p:nvPr/>
        </p:nvSpPr>
        <p:spPr>
          <a:xfrm>
            <a:off x="6285230" y="1441450"/>
            <a:ext cx="1919605" cy="457200"/>
          </a:xfrm>
          <a:prstGeom prst="roundRect">
            <a:avLst>
              <a:gd name="adj" fmla="val 50000"/>
            </a:avLst>
          </a:prstGeom>
          <a:solidFill>
            <a:srgbClr val="5BAE5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添加标题</a:t>
            </a:r>
          </a:p>
        </p:txBody>
      </p:sp>
      <p:sp>
        <p:nvSpPr>
          <p:cNvPr id="12" name="矩形 11"/>
          <p:cNvSpPr/>
          <p:nvPr/>
        </p:nvSpPr>
        <p:spPr>
          <a:xfrm>
            <a:off x="6300470" y="3620770"/>
            <a:ext cx="4937760" cy="602615"/>
          </a:xfrm>
          <a:prstGeom prst="rect">
            <a:avLst/>
          </a:prstGeom>
          <a:noFill/>
        </p:spPr>
        <p:txBody>
          <a:bodyPr wrap="square" lIns="0" tIns="0" rIns="0" bIns="0" rtlCol="0">
            <a:spAutoFit/>
          </a:bodyPr>
          <a:lstStyle/>
          <a:p>
            <a:pPr marL="0" marR="0" lvl="0" indent="0" algn="just" defTabSz="914400" rtl="0" eaLnBrk="1" fontAlgn="auto" latinLnBrk="0" hangingPunct="0">
              <a:lnSpc>
                <a:spcPct val="140000"/>
              </a:lnSpc>
              <a:spcBef>
                <a:spcPts val="0"/>
              </a:spcBef>
              <a:spcAft>
                <a:spcPts val="0"/>
              </a:spcAft>
              <a:buClrTx/>
              <a:buSzTx/>
              <a:buFont typeface="微软雅黑" panose="020B0503020204020204" pitchFamily="34" charset="-122"/>
              <a:buNone/>
              <a:tabLst/>
              <a:defRPr/>
            </a:pPr>
            <a:r>
              <a:rPr kumimoji="0" lang="zh-CN" altLang="en-US" sz="1400" b="0" i="0" u="none" strike="noStrike" kern="120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p>
        </p:txBody>
      </p:sp>
      <p:sp>
        <p:nvSpPr>
          <p:cNvPr id="2" name="矩形: 圆角 44"/>
          <p:cNvSpPr/>
          <p:nvPr/>
        </p:nvSpPr>
        <p:spPr>
          <a:xfrm>
            <a:off x="6285230" y="3055620"/>
            <a:ext cx="1919605" cy="457200"/>
          </a:xfrm>
          <a:prstGeom prst="roundRect">
            <a:avLst>
              <a:gd name="adj" fmla="val 50000"/>
            </a:avLst>
          </a:prstGeom>
          <a:solidFill>
            <a:srgbClr val="5BAE5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添加标题</a:t>
            </a:r>
          </a:p>
        </p:txBody>
      </p:sp>
      <p:sp>
        <p:nvSpPr>
          <p:cNvPr id="3" name="矩形 2"/>
          <p:cNvSpPr/>
          <p:nvPr/>
        </p:nvSpPr>
        <p:spPr>
          <a:xfrm>
            <a:off x="6300470" y="5170170"/>
            <a:ext cx="4937760" cy="602615"/>
          </a:xfrm>
          <a:prstGeom prst="rect">
            <a:avLst/>
          </a:prstGeom>
          <a:noFill/>
        </p:spPr>
        <p:txBody>
          <a:bodyPr wrap="square" lIns="0" tIns="0" rIns="0" bIns="0" rtlCol="0">
            <a:spAutoFit/>
          </a:bodyPr>
          <a:lstStyle/>
          <a:p>
            <a:pPr marL="0" marR="0" lvl="0" indent="0" algn="just" defTabSz="914400" rtl="0" eaLnBrk="1" fontAlgn="auto" latinLnBrk="0" hangingPunct="0">
              <a:lnSpc>
                <a:spcPct val="140000"/>
              </a:lnSpc>
              <a:spcBef>
                <a:spcPts val="0"/>
              </a:spcBef>
              <a:spcAft>
                <a:spcPts val="0"/>
              </a:spcAft>
              <a:buClrTx/>
              <a:buSzTx/>
              <a:buFont typeface="微软雅黑" panose="020B0503020204020204" pitchFamily="34" charset="-122"/>
              <a:buNone/>
              <a:tabLst/>
              <a:defRPr/>
            </a:pPr>
            <a:r>
              <a:rPr kumimoji="0" lang="zh-CN" altLang="en-US" sz="1400" b="0" i="0" u="none" strike="noStrike" kern="120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p>
        </p:txBody>
      </p:sp>
      <p:sp>
        <p:nvSpPr>
          <p:cNvPr id="5" name="矩形: 圆角 44"/>
          <p:cNvSpPr/>
          <p:nvPr/>
        </p:nvSpPr>
        <p:spPr>
          <a:xfrm>
            <a:off x="6285230" y="4605020"/>
            <a:ext cx="1919605" cy="457200"/>
          </a:xfrm>
          <a:prstGeom prst="roundRect">
            <a:avLst>
              <a:gd name="adj" fmla="val 50000"/>
            </a:avLst>
          </a:prstGeom>
          <a:solidFill>
            <a:srgbClr val="5BAE5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添加标题</a:t>
            </a:r>
          </a:p>
        </p:txBody>
      </p:sp>
      <p:cxnSp>
        <p:nvCxnSpPr>
          <p:cNvPr id="6" name="直接箭头连接符 5"/>
          <p:cNvCxnSpPr/>
          <p:nvPr/>
        </p:nvCxnSpPr>
        <p:spPr>
          <a:xfrm>
            <a:off x="3984625" y="1670050"/>
            <a:ext cx="2160270" cy="0"/>
          </a:xfrm>
          <a:prstGeom prst="straightConnector1">
            <a:avLst/>
          </a:prstGeom>
          <a:ln>
            <a:solidFill>
              <a:srgbClr val="5BAE56"/>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3984625" y="4833620"/>
            <a:ext cx="2160270" cy="0"/>
          </a:xfrm>
          <a:prstGeom prst="straightConnector1">
            <a:avLst/>
          </a:prstGeom>
          <a:ln>
            <a:solidFill>
              <a:srgbClr val="5BAE56"/>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3984625" y="3288030"/>
            <a:ext cx="2160270" cy="0"/>
          </a:xfrm>
          <a:prstGeom prst="straightConnector1">
            <a:avLst/>
          </a:prstGeom>
          <a:ln>
            <a:solidFill>
              <a:srgbClr val="5BAE56"/>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ED11A77C-FA30-4CB7-BA30-90C6DCF4DB2A}"/>
              </a:ext>
            </a:extLst>
          </p:cNvPr>
          <p:cNvCxnSpPr/>
          <p:nvPr/>
        </p:nvCxnSpPr>
        <p:spPr>
          <a:xfrm>
            <a:off x="5582285" y="668020"/>
            <a:ext cx="844550" cy="0"/>
          </a:xfrm>
          <a:prstGeom prst="line">
            <a:avLst/>
          </a:prstGeom>
          <a:ln>
            <a:solidFill>
              <a:srgbClr val="5BAE56"/>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68669A02-3EA1-4E98-8EF0-3A6371499CD2}"/>
              </a:ext>
            </a:extLst>
          </p:cNvPr>
          <p:cNvSpPr txBox="1"/>
          <p:nvPr/>
        </p:nvSpPr>
        <p:spPr>
          <a:xfrm>
            <a:off x="4538980" y="90895"/>
            <a:ext cx="311404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5BAE56"/>
                </a:solidFill>
                <a:effectLst/>
                <a:uLnTx/>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亲子沟通</a:t>
            </a:r>
            <a:r>
              <a:rPr kumimoji="0" lang="en-US" altLang="zh-CN" sz="3200" b="0" i="0" u="none" strike="noStrike" kern="1200" cap="none" spc="0" normalizeH="0" baseline="0" noProof="0" dirty="0">
                <a:ln>
                  <a:noFill/>
                </a:ln>
                <a:solidFill>
                  <a:srgbClr val="5BAE56"/>
                </a:solidFill>
                <a:effectLst/>
                <a:uLnTx/>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PPT</a:t>
            </a:r>
          </a:p>
        </p:txBody>
      </p:sp>
    </p:spTree>
    <p:extLst>
      <p:ext uri="{BB962C8B-B14F-4D97-AF65-F5344CB8AC3E}">
        <p14:creationId xmlns:p14="http://schemas.microsoft.com/office/powerpoint/2010/main" val="3699777588"/>
      </p:ext>
    </p:extLst>
  </p:cSld>
  <p:clrMapOvr>
    <a:masterClrMapping/>
  </p:clrMapOvr>
  <mc:AlternateContent xmlns:mc="http://schemas.openxmlformats.org/markup-compatibility/2006" xmlns:p14="http://schemas.microsoft.com/office/powerpoint/2010/main">
    <mc:Choice Requires="p14">
      <p:transition spd="slow" p14:dur="2500" advTm="0">
        <p:checker/>
      </p:transition>
    </mc:Choice>
    <mc:Fallback xmlns:a16="http://schemas.microsoft.com/office/drawing/2014/main" xmlns="">
      <p:transition spd="slow" advTm="0">
        <p:checker/>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89789798787"/>
          <p:cNvPicPr>
            <a:picLocks noChangeAspect="1"/>
          </p:cNvPicPr>
          <p:nvPr/>
        </p:nvPicPr>
        <p:blipFill>
          <a:blip r:embed="R60343913378c4bd6"/>
          <a:stretch>
            <a:fillRect/>
          </a:stretch>
        </p:blipFill>
        <p:spPr>
          <a:xfrm>
            <a:off x="0" y="0"/>
            <a:ext cx="12192000" cy="6856730"/>
          </a:xfrm>
          <a:prstGeom prst="rect">
            <a:avLst/>
          </a:prstGeom>
        </p:spPr>
      </p:pic>
      <p:pic>
        <p:nvPicPr>
          <p:cNvPr id="10" name="图片 9" descr="hand-drawn-family-portrait_23-2148100357.webp"/>
          <p:cNvPicPr>
            <a:picLocks noChangeAspect="1"/>
          </p:cNvPicPr>
          <p:nvPr/>
        </p:nvPicPr>
        <p:blipFill>
          <a:blip r:embed="R8edc98971edb48f6"/>
          <a:stretch>
            <a:fillRect/>
          </a:stretch>
        </p:blipFill>
        <p:spPr>
          <a:xfrm>
            <a:off x="580390" y="588645"/>
            <a:ext cx="4316095" cy="3973830"/>
          </a:xfrm>
          <a:prstGeom prst="rect">
            <a:avLst/>
          </a:prstGeom>
        </p:spPr>
      </p:pic>
      <p:sp>
        <p:nvSpPr>
          <p:cNvPr id="5" name="圆角矩形 4"/>
          <p:cNvSpPr/>
          <p:nvPr/>
        </p:nvSpPr>
        <p:spPr>
          <a:xfrm>
            <a:off x="4896485" y="1184275"/>
            <a:ext cx="6664960" cy="3213100"/>
          </a:xfrm>
          <a:prstGeom prst="roundRect">
            <a:avLst>
              <a:gd name="adj" fmla="val 8577"/>
            </a:avLst>
          </a:prstGeom>
          <a:solidFill>
            <a:srgbClr val="5BA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5290820" y="3133408"/>
            <a:ext cx="5391150" cy="1060450"/>
          </a:xfrm>
          <a:prstGeom prst="rect">
            <a:avLst/>
          </a:prstGeom>
          <a:solidFill>
            <a:srgbClr val="5BAE56"/>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hangingPunct="0">
              <a:lnSpc>
                <a:spcPct val="150000"/>
              </a:lnSpc>
              <a:buFont typeface="微软雅黑" panose="020B0503020204020204" pitchFamily="34" charset="-122"/>
              <a:buNone/>
            </a:pPr>
            <a:r>
              <a:rPr lang="zh-CN" altLang="en-US" sz="1400">
                <a:solidFill>
                  <a:schemeClr val="bg1"/>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单击此处输入你的正文，文字是您思想的提炼，为了最终演示发布的良好效果，请尽量言简意赅的阐述观点；根据需要可酌情增减文字，以便观者可以准确理解您所传达的信息。</a:t>
            </a:r>
          </a:p>
        </p:txBody>
      </p:sp>
      <p:sp>
        <p:nvSpPr>
          <p:cNvPr id="4" name="文本框 3"/>
          <p:cNvSpPr txBox="1"/>
          <p:nvPr/>
        </p:nvSpPr>
        <p:spPr>
          <a:xfrm>
            <a:off x="5310505" y="2376170"/>
            <a:ext cx="5371465" cy="829945"/>
          </a:xfrm>
          <a:prstGeom prst="rect">
            <a:avLst/>
          </a:prstGeom>
          <a:solidFill>
            <a:srgbClr val="5BAE56"/>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4800" dirty="0">
                <a:solidFill>
                  <a:schemeClr val="bg1"/>
                </a:solidFill>
                <a:latin typeface="方正正大黑简体" panose="02000000000000000000" pitchFamily="2" charset="-122"/>
                <a:ea typeface="方正正大黑简体" panose="02000000000000000000" pitchFamily="2" charset="-122"/>
                <a:cs typeface="微软雅黑" panose="020B0503020204020204" pitchFamily="34" charset="-122"/>
                <a:sym typeface="微软雅黑" panose="020B0503020204020204" pitchFamily="34" charset="-122"/>
              </a:rPr>
              <a:t>家庭沟通的技巧</a:t>
            </a:r>
          </a:p>
        </p:txBody>
      </p:sp>
      <p:sp>
        <p:nvSpPr>
          <p:cNvPr id="6" name="文本框 5"/>
          <p:cNvSpPr txBox="1"/>
          <p:nvPr/>
        </p:nvSpPr>
        <p:spPr>
          <a:xfrm>
            <a:off x="5290820" y="1510030"/>
            <a:ext cx="1228725" cy="922020"/>
          </a:xfrm>
          <a:prstGeom prst="rect">
            <a:avLst/>
          </a:prstGeom>
          <a:solidFill>
            <a:srgbClr val="5BAE56"/>
          </a:solidFill>
        </p:spPr>
        <p:txBody>
          <a:bodyPr wrap="square" rtlCol="0">
            <a:spAutoFit/>
          </a:bodyPr>
          <a:lstStyle>
            <a:defPPr>
              <a:defRPr lang="zh-CN"/>
            </a:defPPr>
            <a:lvl1pPr algn="ctr">
              <a:defRPr sz="5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sym typeface="+mn-ea"/>
              </a:rPr>
              <a:t>04</a:t>
            </a:r>
          </a:p>
        </p:txBody>
      </p:sp>
      <p:cxnSp>
        <p:nvCxnSpPr>
          <p:cNvPr id="20" name="直接连接符 19"/>
          <p:cNvCxnSpPr/>
          <p:nvPr/>
        </p:nvCxnSpPr>
        <p:spPr>
          <a:xfrm>
            <a:off x="6519545" y="1985010"/>
            <a:ext cx="2797810" cy="0"/>
          </a:xfrm>
          <a:prstGeom prst="line">
            <a:avLst/>
          </a:prstGeom>
          <a:solidFill>
            <a:srgbClr val="5BAE56"/>
          </a:solidFill>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圆角矩形 6"/>
          <p:cNvSpPr/>
          <p:nvPr/>
        </p:nvSpPr>
        <p:spPr>
          <a:xfrm>
            <a:off x="723900" y="4427220"/>
            <a:ext cx="10837545" cy="902970"/>
          </a:xfrm>
          <a:prstGeom prst="roundRect">
            <a:avLst/>
          </a:prstGeom>
          <a:solidFill>
            <a:srgbClr val="5BAE56"/>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文本框 24"/>
          <p:cNvSpPr txBox="1"/>
          <p:nvPr/>
        </p:nvSpPr>
        <p:spPr>
          <a:xfrm>
            <a:off x="925195" y="4455795"/>
            <a:ext cx="10497185" cy="737235"/>
          </a:xfrm>
          <a:prstGeom prst="rect">
            <a:avLst/>
          </a:prstGeom>
          <a:solidFill>
            <a:srgbClr val="5BAE56"/>
          </a:solidFill>
          <a:ln>
            <a:noFill/>
          </a:ln>
        </p:spPr>
        <p:txBody>
          <a:bodyPr wrap="square" rtlCol="0" anchor="t">
            <a:spAutoFit/>
          </a:bodyPr>
          <a:lstStyle/>
          <a:p>
            <a:pPr indent="0" algn="just" hangingPunct="0">
              <a:lnSpc>
                <a:spcPct val="150000"/>
              </a:lnSpc>
              <a:buFont typeface="微软雅黑" panose="020B0503020204020204" pitchFamily="34" charset="-122"/>
              <a:buNone/>
            </a:pPr>
            <a:r>
              <a:rPr lang="zh-CN" altLang="en-US" sz="1400">
                <a:solidFill>
                  <a:schemeClr val="bg1"/>
                </a:solidFill>
                <a:latin typeface="微软雅黑" panose="020B0503020204020204" pitchFamily="34" charset="-122"/>
                <a:ea typeface="微软雅黑" panose="020B0503020204020204" pitchFamily="34" charset="-122"/>
                <a:cs typeface="+mn-ea"/>
                <a:sym typeface="+mn-lt"/>
              </a:rPr>
              <a:t>您的正文已经简明扼要，字字珠玑，但信息却错综复杂，需要用更多的文字来表述；但请您尽可能提炼思想的精髓，否则容易造成观者的阅读压力，适得其反。</a:t>
            </a:r>
            <a:endParaRPr lang="zh-CN" altLang="en-US" sz="14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spd="med" advTm="800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1" nodeType="with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1000"/>
                                        <p:tgtEl>
                                          <p:spTgt spid="25"/>
                                        </p:tgtEl>
                                      </p:cBhvr>
                                    </p:animEffect>
                                    <p:anim calcmode="lin" valueType="num">
                                      <p:cBhvr>
                                        <p:cTn id="13" dur="1000" fill="hold"/>
                                        <p:tgtEl>
                                          <p:spTgt spid="25"/>
                                        </p:tgtEl>
                                        <p:attrNameLst>
                                          <p:attrName>ppt_x</p:attrName>
                                        </p:attrNameLst>
                                      </p:cBhvr>
                                      <p:tavLst>
                                        <p:tav tm="0">
                                          <p:val>
                                            <p:strVal val="#ppt_x"/>
                                          </p:val>
                                        </p:tav>
                                        <p:tav tm="100000">
                                          <p:val>
                                            <p:strVal val="#ppt_x"/>
                                          </p:val>
                                        </p:tav>
                                      </p:tavLst>
                                    </p:anim>
                                    <p:anim calcmode="lin" valueType="num">
                                      <p:cBhvr>
                                        <p:cTn id="14"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5"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图片 99"/>
          <p:cNvPicPr/>
          <p:nvPr/>
        </p:nvPicPr>
        <p:blipFill>
          <a:blip r:embed="R1a1dd01b86864a05">
            <a:lum bright="6000"/>
          </a:blip>
          <a:stretch>
            <a:fillRect/>
          </a:stretch>
        </p:blipFill>
        <p:spPr>
          <a:xfrm>
            <a:off x="619125" y="1772603"/>
            <a:ext cx="5962650" cy="3971925"/>
          </a:xfrm>
          <a:prstGeom prst="rect">
            <a:avLst/>
          </a:prstGeom>
          <a:noFill/>
          <a:ln w="9525">
            <a:noFill/>
          </a:ln>
        </p:spPr>
      </p:pic>
      <p:sp>
        <p:nvSpPr>
          <p:cNvPr id="17" name="矩形: 圆角 16"/>
          <p:cNvSpPr/>
          <p:nvPr/>
        </p:nvSpPr>
        <p:spPr>
          <a:xfrm>
            <a:off x="6179185" y="1594485"/>
            <a:ext cx="1262380" cy="436245"/>
          </a:xfrm>
          <a:prstGeom prst="roundRect">
            <a:avLst>
              <a:gd name="adj" fmla="val 50000"/>
            </a:avLst>
          </a:prstGeom>
          <a:solidFill>
            <a:srgbClr val="5BAE56"/>
          </a:solidFill>
          <a:ln w="12700" cap="flat" cmpd="sng" algn="ctr">
            <a:solidFill>
              <a:srgbClr val="5BAE56"/>
            </a:soli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8" name="文本框 17"/>
          <p:cNvSpPr txBox="1"/>
          <p:nvPr/>
        </p:nvSpPr>
        <p:spPr>
          <a:xfrm>
            <a:off x="6179185" y="1591310"/>
            <a:ext cx="1262380" cy="400050"/>
          </a:xfrm>
          <a:prstGeom prst="rect">
            <a:avLst/>
          </a:prstGeom>
          <a:noFill/>
          <a:ln>
            <a:noFill/>
          </a:ln>
          <a:extLst>
            <a:ext uri="{909E8E84-426E-40DD-AFC4-6F175D3DCCD1}">
              <a14:hiddenFill xmlns:a14="http://schemas.microsoft.com/office/drawing/2010/main">
                <a:solidFill>
                  <a:srgbClr val="DE462E"/>
                </a:solidFill>
              </a14:hiddenFill>
            </a:ext>
          </a:extLst>
        </p:spPr>
        <p:txBody>
          <a:bodyPr wrap="square" rtlCol="0">
            <a:spAutoFit/>
          </a:bodyPr>
          <a:lstStyle/>
          <a:p>
            <a:pPr marR="0" indent="0" algn="ctr" defTabSz="914400" fontAlgn="auto">
              <a:lnSpc>
                <a:spcPct val="100000"/>
              </a:lnSpc>
              <a:spcBef>
                <a:spcPct val="0"/>
              </a:spcBef>
              <a:spcAft>
                <a:spcPct val="0"/>
              </a:spcAft>
              <a:buClrTx/>
              <a:buSzTx/>
              <a:buFontTx/>
              <a:buNone/>
              <a:defRPr/>
            </a:pPr>
            <a:r>
              <a:rPr kumimoji="0" lang="zh-CN" altLang="en-US" sz="2000" b="1" i="0" kern="0" cap="none" spc="0" normalizeH="0" baseline="0" noProof="0">
                <a:solidFill>
                  <a:prstClr val="whit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添加标题</a:t>
            </a:r>
          </a:p>
        </p:txBody>
      </p:sp>
      <p:sp>
        <p:nvSpPr>
          <p:cNvPr id="16" name="文本框 15"/>
          <p:cNvSpPr txBox="1"/>
          <p:nvPr/>
        </p:nvSpPr>
        <p:spPr>
          <a:xfrm>
            <a:off x="6179185" y="2037715"/>
            <a:ext cx="5097145" cy="650240"/>
          </a:xfrm>
          <a:prstGeom prst="rect">
            <a:avLst/>
          </a:prstGeom>
          <a:noFill/>
        </p:spPr>
        <p:txBody>
          <a:bodyPr wrap="square" rtlCol="0">
            <a:spAutoFit/>
          </a:bodyPr>
          <a:lstStyle/>
          <a:p>
            <a:pPr indent="0" hangingPunct="0">
              <a:lnSpc>
                <a:spcPct val="13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endParaRPr kumimoji="0" lang="zh-CN" altLang="en-US" sz="1400" b="1" i="0" kern="1200" cap="none" spc="0" normalizeH="0" baseline="0" noProof="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4" name="矩形: 圆角 16"/>
          <p:cNvSpPr/>
          <p:nvPr/>
        </p:nvSpPr>
        <p:spPr>
          <a:xfrm>
            <a:off x="6179185" y="3048635"/>
            <a:ext cx="1262380" cy="436245"/>
          </a:xfrm>
          <a:prstGeom prst="roundRect">
            <a:avLst>
              <a:gd name="adj" fmla="val 50000"/>
            </a:avLst>
          </a:prstGeom>
          <a:solidFill>
            <a:srgbClr val="5BAE56"/>
          </a:solidFill>
          <a:ln w="12700" cap="flat" cmpd="sng" algn="ctr">
            <a:solidFill>
              <a:srgbClr val="5BAE56"/>
            </a:soli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 name="文本框 4"/>
          <p:cNvSpPr txBox="1"/>
          <p:nvPr/>
        </p:nvSpPr>
        <p:spPr>
          <a:xfrm>
            <a:off x="6179185" y="3045460"/>
            <a:ext cx="1262380" cy="400050"/>
          </a:xfrm>
          <a:prstGeom prst="rect">
            <a:avLst/>
          </a:prstGeom>
          <a:noFill/>
          <a:ln>
            <a:noFill/>
          </a:ln>
          <a:extLst>
            <a:ext uri="{909E8E84-426E-40DD-AFC4-6F175D3DCCD1}">
              <a14:hiddenFill xmlns:a14="http://schemas.microsoft.com/office/drawing/2010/main">
                <a:solidFill>
                  <a:srgbClr val="DE462E"/>
                </a:solidFill>
              </a14:hiddenFill>
            </a:ext>
          </a:extLst>
        </p:spPr>
        <p:txBody>
          <a:bodyPr wrap="square" rtlCol="0">
            <a:spAutoFit/>
          </a:bodyPr>
          <a:lstStyle/>
          <a:p>
            <a:pPr marR="0" indent="0" algn="ctr" defTabSz="914400" fontAlgn="auto">
              <a:lnSpc>
                <a:spcPct val="100000"/>
              </a:lnSpc>
              <a:spcBef>
                <a:spcPct val="0"/>
              </a:spcBef>
              <a:spcAft>
                <a:spcPct val="0"/>
              </a:spcAft>
              <a:buClrTx/>
              <a:buSzTx/>
              <a:buFontTx/>
              <a:buNone/>
              <a:defRPr/>
            </a:pPr>
            <a:r>
              <a:rPr kumimoji="0" lang="zh-CN" altLang="en-US" sz="2000" b="1" i="0" kern="0" cap="none" spc="0" normalizeH="0" baseline="0" noProof="0">
                <a:solidFill>
                  <a:prstClr val="whit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添加标题</a:t>
            </a:r>
          </a:p>
        </p:txBody>
      </p:sp>
      <p:sp>
        <p:nvSpPr>
          <p:cNvPr id="6" name="文本框 5"/>
          <p:cNvSpPr txBox="1"/>
          <p:nvPr/>
        </p:nvSpPr>
        <p:spPr>
          <a:xfrm>
            <a:off x="6179185" y="3491865"/>
            <a:ext cx="5097145" cy="650240"/>
          </a:xfrm>
          <a:prstGeom prst="rect">
            <a:avLst/>
          </a:prstGeom>
          <a:noFill/>
        </p:spPr>
        <p:txBody>
          <a:bodyPr wrap="square" rtlCol="0">
            <a:spAutoFit/>
          </a:bodyPr>
          <a:lstStyle/>
          <a:p>
            <a:pPr indent="0" hangingPunct="0">
              <a:lnSpc>
                <a:spcPct val="13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endParaRPr kumimoji="0" lang="zh-CN" altLang="en-US" sz="1400" b="1" i="0" kern="1200" cap="none" spc="0" normalizeH="0" baseline="0" noProof="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9" name="矩形: 圆角 16"/>
          <p:cNvSpPr/>
          <p:nvPr/>
        </p:nvSpPr>
        <p:spPr>
          <a:xfrm>
            <a:off x="6179185" y="4502785"/>
            <a:ext cx="1262380" cy="436245"/>
          </a:xfrm>
          <a:prstGeom prst="roundRect">
            <a:avLst>
              <a:gd name="adj" fmla="val 50000"/>
            </a:avLst>
          </a:prstGeom>
          <a:solidFill>
            <a:srgbClr val="5BAE56"/>
          </a:solidFill>
          <a:ln w="12700" cap="flat" cmpd="sng" algn="ctr">
            <a:solidFill>
              <a:srgbClr val="5BAE56"/>
            </a:soli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0" name="文本框 9"/>
          <p:cNvSpPr txBox="1"/>
          <p:nvPr/>
        </p:nvSpPr>
        <p:spPr>
          <a:xfrm>
            <a:off x="6179185" y="4499610"/>
            <a:ext cx="1262380" cy="400050"/>
          </a:xfrm>
          <a:prstGeom prst="rect">
            <a:avLst/>
          </a:prstGeom>
          <a:noFill/>
          <a:ln>
            <a:noFill/>
          </a:ln>
          <a:extLst>
            <a:ext uri="{909E8E84-426E-40DD-AFC4-6F175D3DCCD1}">
              <a14:hiddenFill xmlns:a14="http://schemas.microsoft.com/office/drawing/2010/main">
                <a:solidFill>
                  <a:srgbClr val="DE462E"/>
                </a:solidFill>
              </a14:hiddenFill>
            </a:ext>
          </a:extLst>
        </p:spPr>
        <p:txBody>
          <a:bodyPr wrap="square" rtlCol="0">
            <a:spAutoFit/>
          </a:bodyPr>
          <a:lstStyle/>
          <a:p>
            <a:pPr marR="0" indent="0" algn="ctr" defTabSz="914400" fontAlgn="auto">
              <a:lnSpc>
                <a:spcPct val="100000"/>
              </a:lnSpc>
              <a:spcBef>
                <a:spcPct val="0"/>
              </a:spcBef>
              <a:spcAft>
                <a:spcPct val="0"/>
              </a:spcAft>
              <a:buClrTx/>
              <a:buSzTx/>
              <a:buFontTx/>
              <a:buNone/>
              <a:defRPr/>
            </a:pPr>
            <a:r>
              <a:rPr kumimoji="0" lang="zh-CN" altLang="en-US" sz="2000" b="1" i="0" kern="0" cap="none" spc="0" normalizeH="0" baseline="0" noProof="0">
                <a:solidFill>
                  <a:prstClr val="whit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添加标题</a:t>
            </a:r>
          </a:p>
        </p:txBody>
      </p:sp>
      <p:sp>
        <p:nvSpPr>
          <p:cNvPr id="12" name="文本框 11"/>
          <p:cNvSpPr txBox="1"/>
          <p:nvPr/>
        </p:nvSpPr>
        <p:spPr>
          <a:xfrm>
            <a:off x="6179185" y="4946015"/>
            <a:ext cx="5097145" cy="650240"/>
          </a:xfrm>
          <a:prstGeom prst="rect">
            <a:avLst/>
          </a:prstGeom>
          <a:noFill/>
        </p:spPr>
        <p:txBody>
          <a:bodyPr wrap="square" rtlCol="0">
            <a:spAutoFit/>
          </a:bodyPr>
          <a:lstStyle/>
          <a:p>
            <a:pPr indent="0" hangingPunct="0">
              <a:lnSpc>
                <a:spcPct val="13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endParaRPr kumimoji="0" lang="zh-CN" altLang="en-US" sz="1400" b="1" i="0" kern="1200" cap="none" spc="0" normalizeH="0" baseline="0" noProof="0">
              <a:solidFill>
                <a:prstClr val="black">
                  <a:lumMod val="75000"/>
                  <a:lumOff val="25000"/>
                </a:prst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cxnSp>
        <p:nvCxnSpPr>
          <p:cNvPr id="14" name="直接连接符 13">
            <a:extLst>
              <a:ext uri="{FF2B5EF4-FFF2-40B4-BE49-F238E27FC236}">
                <a16:creationId xmlns:a16="http://schemas.microsoft.com/office/drawing/2014/main" id="{35B31283-C5DF-41AF-8B31-68928E03E511}"/>
              </a:ext>
            </a:extLst>
          </p:cNvPr>
          <p:cNvCxnSpPr/>
          <p:nvPr/>
        </p:nvCxnSpPr>
        <p:spPr>
          <a:xfrm>
            <a:off x="5866765" y="668020"/>
            <a:ext cx="844550" cy="0"/>
          </a:xfrm>
          <a:prstGeom prst="line">
            <a:avLst/>
          </a:prstGeom>
          <a:ln>
            <a:solidFill>
              <a:srgbClr val="5BAE56"/>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788149B4-7D8E-4D25-849D-522965A256D8}"/>
              </a:ext>
            </a:extLst>
          </p:cNvPr>
          <p:cNvSpPr txBox="1"/>
          <p:nvPr/>
        </p:nvSpPr>
        <p:spPr>
          <a:xfrm>
            <a:off x="4823460" y="90895"/>
            <a:ext cx="311404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r>
              <a:rPr lang="zh-CN" altLang="en-US"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亲子沟通</a:t>
            </a:r>
            <a:r>
              <a:rPr lang="en-US" altLang="zh-CN"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PPT</a:t>
            </a:r>
          </a:p>
        </p:txBody>
      </p:sp>
    </p:spTree>
  </p:cSld>
  <p:clrMapOvr>
    <a:masterClrMapping/>
  </p:clrMapOvr>
  <p:transition spd="med" advClick="0" advTm="0">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 name="图片 101"/>
          <p:cNvPicPr/>
          <p:nvPr/>
        </p:nvPicPr>
        <p:blipFill>
          <a:blip r:embed="R813ef94ce5dd4e8a"/>
          <a:stretch>
            <a:fillRect/>
          </a:stretch>
        </p:blipFill>
        <p:spPr>
          <a:xfrm>
            <a:off x="535305" y="2095500"/>
            <a:ext cx="3216910" cy="2967990"/>
          </a:xfrm>
          <a:prstGeom prst="parallelogram">
            <a:avLst>
              <a:gd name="adj" fmla="val 27834"/>
            </a:avLst>
          </a:prstGeom>
          <a:noFill/>
          <a:ln w="9525">
            <a:noFill/>
          </a:ln>
        </p:spPr>
      </p:pic>
      <p:grpSp>
        <p:nvGrpSpPr>
          <p:cNvPr id="5" name="组合 4"/>
          <p:cNvGrpSpPr/>
          <p:nvPr/>
        </p:nvGrpSpPr>
        <p:grpSpPr>
          <a:xfrm>
            <a:off x="3113097" y="2095501"/>
            <a:ext cx="3310042" cy="2967789"/>
            <a:chOff x="4186989" y="2117558"/>
            <a:chExt cx="3310042" cy="2967789"/>
          </a:xfrm>
          <a:solidFill>
            <a:srgbClr val="5BAE56"/>
          </a:solidFill>
        </p:grpSpPr>
        <p:sp>
          <p:nvSpPr>
            <p:cNvPr id="8" name="平行四边形 7"/>
            <p:cNvSpPr/>
            <p:nvPr/>
          </p:nvSpPr>
          <p:spPr>
            <a:xfrm>
              <a:off x="4186989" y="2117558"/>
              <a:ext cx="3310042" cy="2967789"/>
            </a:xfrm>
            <a:prstGeom prst="parallelogram">
              <a:avLst>
                <a:gd name="adj" fmla="val 26134"/>
              </a:avLst>
            </a:prstGeom>
            <a:grpFill/>
            <a:ln w="12700" cap="flat" cmpd="sng" algn="ctr">
              <a:noFill/>
              <a:prstDash val="solid"/>
              <a:miter lim="800000"/>
            </a:ln>
            <a:effectLst/>
          </p:spPr>
          <p:txBody>
            <a:bodyPr rtlCol="0" anchor="ctr"/>
            <a:lstStyle/>
            <a:p>
              <a:pPr marL="0" marR="0" lvl="0" indent="0" algn="ctr" defTabSz="541655" rtl="0" eaLnBrk="1" fontAlgn="auto"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9" name="组合 8"/>
            <p:cNvGrpSpPr/>
            <p:nvPr/>
          </p:nvGrpSpPr>
          <p:grpSpPr>
            <a:xfrm>
              <a:off x="4659924" y="2541581"/>
              <a:ext cx="2265113" cy="2086917"/>
              <a:chOff x="4100057" y="2470484"/>
              <a:chExt cx="2265113" cy="2086917"/>
            </a:xfrm>
            <a:grpFill/>
          </p:grpSpPr>
          <p:sp>
            <p:nvSpPr>
              <p:cNvPr id="10" name="文本框 9"/>
              <p:cNvSpPr txBox="1"/>
              <p:nvPr/>
            </p:nvSpPr>
            <p:spPr>
              <a:xfrm>
                <a:off x="4100057" y="3081026"/>
                <a:ext cx="2265113" cy="1476375"/>
              </a:xfrm>
              <a:prstGeom prst="rect">
                <a:avLst/>
              </a:prstGeom>
              <a:noFill/>
              <a:extLst>
                <a:ext uri="{909E8E84-426E-40DD-AFC4-6F175D3DCCD1}">
                  <a14:hiddenFill xmlns:a14="http://schemas.microsoft.com/office/drawing/2010/main">
                    <a:grpFill/>
                  </a14:hiddenFill>
                </a:ext>
              </a:extLst>
            </p:spPr>
            <p:txBody>
              <a:bodyPr wrap="square" rtlCol="0">
                <a:spAutoFit/>
              </a:bodyPr>
              <a:lstStyle/>
              <a:p>
                <a:pPr indent="0" algn="ctr" hangingPunct="0">
                  <a:lnSpc>
                    <a:spcPct val="150000"/>
                  </a:lnSpc>
                  <a:buFont typeface="微软雅黑" panose="020B0503020204020204" pitchFamily="34" charset="-122"/>
                  <a:buNone/>
                </a:pPr>
                <a:r>
                  <a:rPr lang="zh-CN" altLang="en-US" sz="1200">
                    <a:solidFill>
                      <a:schemeClr val="bg1"/>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单击此处输入你的正文，文字是您思想的提炼，为了最终演示发布的良好效果，请尽量言简意赅的阐述观以准确理解您所传达的信息。</a:t>
                </a:r>
                <a:endParaRPr kumimoji="0" lang="zh-CN" altLang="en-US" sz="1200" i="0" u="none" strike="noStrike" kern="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1" name="矩形: 圆角 10"/>
              <p:cNvSpPr/>
              <p:nvPr/>
            </p:nvSpPr>
            <p:spPr>
              <a:xfrm>
                <a:off x="4584311" y="2470484"/>
                <a:ext cx="1395664" cy="433137"/>
              </a:xfrm>
              <a:prstGeom prst="roundRect">
                <a:avLst>
                  <a:gd name="adj" fmla="val 50000"/>
                </a:avLst>
              </a:prstGeom>
              <a:grpFill/>
              <a:ln w="12700" cap="flat" cmpd="sng" algn="ctr">
                <a:solidFill>
                  <a:schemeClr val="bg1"/>
                </a:soli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添加标题</a:t>
                </a:r>
              </a:p>
            </p:txBody>
          </p:sp>
        </p:grpSp>
      </p:grpSp>
      <p:sp>
        <p:nvSpPr>
          <p:cNvPr id="13" name="平行四边形 12"/>
          <p:cNvSpPr/>
          <p:nvPr/>
        </p:nvSpPr>
        <p:spPr>
          <a:xfrm>
            <a:off x="2642870" y="4264025"/>
            <a:ext cx="734695" cy="1007745"/>
          </a:xfrm>
          <a:prstGeom prst="parallelogram">
            <a:avLst>
              <a:gd name="adj" fmla="val 35343"/>
            </a:avLst>
          </a:prstGeom>
          <a:gradFill>
            <a:gsLst>
              <a:gs pos="0">
                <a:srgbClr val="5BAE56"/>
              </a:gs>
              <a:gs pos="100000">
                <a:srgbClr val="5BAE56">
                  <a:alpha val="0"/>
                </a:srgbClr>
              </a:gs>
            </a:gsLst>
            <a:lin ang="5400000" scaled="0"/>
          </a:gradFill>
          <a:ln w="12700" cap="flat" cmpd="sng" algn="ctr">
            <a:noFill/>
            <a:prstDash val="solid"/>
            <a:miter lim="800000"/>
          </a:ln>
          <a:effectLst/>
        </p:spPr>
        <p:txBody>
          <a:bodyPr rtlCol="0" anchor="ctr"/>
          <a:lstStyle/>
          <a:p>
            <a:pPr marL="0" marR="0" lvl="0" indent="0" algn="ctr" defTabSz="541655" rtl="0" eaLnBrk="1" fontAlgn="auto"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平行四边形 13"/>
          <p:cNvSpPr/>
          <p:nvPr/>
        </p:nvSpPr>
        <p:spPr>
          <a:xfrm>
            <a:off x="855345" y="2095500"/>
            <a:ext cx="664845" cy="897255"/>
          </a:xfrm>
          <a:prstGeom prst="parallelogram">
            <a:avLst>
              <a:gd name="adj" fmla="val 37245"/>
            </a:avLst>
          </a:prstGeom>
          <a:gradFill>
            <a:gsLst>
              <a:gs pos="0">
                <a:srgbClr val="5BAE56"/>
              </a:gs>
              <a:gs pos="100000">
                <a:srgbClr val="5BAE56">
                  <a:alpha val="0"/>
                </a:srgbClr>
              </a:gs>
            </a:gsLst>
            <a:lin ang="5400000" scaled="0"/>
          </a:gradFill>
          <a:ln w="12700" cap="flat" cmpd="sng" algn="ctr">
            <a:noFill/>
            <a:prstDash val="solid"/>
            <a:miter lim="800000"/>
          </a:ln>
          <a:effectLst/>
        </p:spPr>
        <p:txBody>
          <a:bodyPr rtlCol="0" anchor="ctr"/>
          <a:lstStyle/>
          <a:p>
            <a:pPr marL="0" marR="0" lvl="0" indent="0" algn="ctr" defTabSz="541655" rtl="0" eaLnBrk="1" fontAlgn="auto"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 name="组合 1"/>
          <p:cNvGrpSpPr/>
          <p:nvPr/>
        </p:nvGrpSpPr>
        <p:grpSpPr>
          <a:xfrm>
            <a:off x="5783907" y="2095501"/>
            <a:ext cx="3310042" cy="2967789"/>
            <a:chOff x="4186989" y="2117558"/>
            <a:chExt cx="3310042" cy="2967789"/>
          </a:xfrm>
          <a:solidFill>
            <a:srgbClr val="5BAE56"/>
          </a:solidFill>
        </p:grpSpPr>
        <p:sp>
          <p:nvSpPr>
            <p:cNvPr id="3" name="平行四边形 2"/>
            <p:cNvSpPr/>
            <p:nvPr/>
          </p:nvSpPr>
          <p:spPr>
            <a:xfrm>
              <a:off x="4186989" y="2117558"/>
              <a:ext cx="3310042" cy="2967789"/>
            </a:xfrm>
            <a:prstGeom prst="parallelogram">
              <a:avLst>
                <a:gd name="adj" fmla="val 26134"/>
              </a:avLst>
            </a:prstGeom>
            <a:grpFill/>
            <a:ln w="12700" cap="flat" cmpd="sng" algn="ctr">
              <a:noFill/>
              <a:prstDash val="solid"/>
              <a:miter lim="800000"/>
            </a:ln>
            <a:effectLst/>
          </p:spPr>
          <p:txBody>
            <a:bodyPr rtlCol="0" anchor="ctr"/>
            <a:lstStyle/>
            <a:p>
              <a:pPr marL="0" marR="0" lvl="0" indent="0" algn="ctr" defTabSz="541655" rtl="0" eaLnBrk="1" fontAlgn="auto"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4" name="组合 3"/>
            <p:cNvGrpSpPr/>
            <p:nvPr/>
          </p:nvGrpSpPr>
          <p:grpSpPr>
            <a:xfrm>
              <a:off x="4659924" y="2541581"/>
              <a:ext cx="2265113" cy="2086917"/>
              <a:chOff x="4100057" y="2470484"/>
              <a:chExt cx="2265113" cy="2086917"/>
            </a:xfrm>
            <a:grpFill/>
          </p:grpSpPr>
          <p:sp>
            <p:nvSpPr>
              <p:cNvPr id="6" name="文本框 5"/>
              <p:cNvSpPr txBox="1"/>
              <p:nvPr/>
            </p:nvSpPr>
            <p:spPr>
              <a:xfrm>
                <a:off x="4100057" y="3081026"/>
                <a:ext cx="2265113" cy="1476375"/>
              </a:xfrm>
              <a:prstGeom prst="rect">
                <a:avLst/>
              </a:prstGeom>
              <a:noFill/>
              <a:extLst>
                <a:ext uri="{909E8E84-426E-40DD-AFC4-6F175D3DCCD1}">
                  <a14:hiddenFill xmlns:a14="http://schemas.microsoft.com/office/drawing/2010/main">
                    <a:grpFill/>
                  </a14:hiddenFill>
                </a:ext>
              </a:extLst>
            </p:spPr>
            <p:txBody>
              <a:bodyPr wrap="square" rtlCol="0">
                <a:spAutoFit/>
              </a:bodyPr>
              <a:lstStyle/>
              <a:p>
                <a:pPr indent="0" algn="ctr" hangingPunct="0">
                  <a:lnSpc>
                    <a:spcPct val="150000"/>
                  </a:lnSpc>
                  <a:buFont typeface="微软雅黑" panose="020B0503020204020204" pitchFamily="34" charset="-122"/>
                  <a:buNone/>
                </a:pPr>
                <a:r>
                  <a:rPr lang="zh-CN" altLang="en-US" sz="1200">
                    <a:solidFill>
                      <a:schemeClr val="bg1"/>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单击此处输入你的正文，文字是您思想的提炼，为了最终演示发布的良好效果，请尽量言简意赅的阐述观以准确理解您所传达的信息。</a:t>
                </a:r>
                <a:endParaRPr kumimoji="0" lang="zh-CN" altLang="en-US" sz="1200" i="0" u="none" strike="noStrike" kern="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7" name="矩形: 圆角 10"/>
              <p:cNvSpPr/>
              <p:nvPr/>
            </p:nvSpPr>
            <p:spPr>
              <a:xfrm>
                <a:off x="4584311" y="2470484"/>
                <a:ext cx="1395664" cy="433137"/>
              </a:xfrm>
              <a:prstGeom prst="roundRect">
                <a:avLst>
                  <a:gd name="adj" fmla="val 50000"/>
                </a:avLst>
              </a:prstGeom>
              <a:grpFill/>
              <a:ln w="12700" cap="flat" cmpd="sng" algn="ctr">
                <a:solidFill>
                  <a:schemeClr val="bg1"/>
                </a:soli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添加标题</a:t>
                </a:r>
              </a:p>
            </p:txBody>
          </p:sp>
        </p:grpSp>
      </p:grpSp>
      <p:grpSp>
        <p:nvGrpSpPr>
          <p:cNvPr id="25" name="组合 24"/>
          <p:cNvGrpSpPr/>
          <p:nvPr/>
        </p:nvGrpSpPr>
        <p:grpSpPr>
          <a:xfrm>
            <a:off x="8521392" y="2095501"/>
            <a:ext cx="3310042" cy="2967789"/>
            <a:chOff x="4186989" y="2117558"/>
            <a:chExt cx="3310042" cy="2967789"/>
          </a:xfrm>
          <a:solidFill>
            <a:srgbClr val="5BAE56"/>
          </a:solidFill>
        </p:grpSpPr>
        <p:sp>
          <p:nvSpPr>
            <p:cNvPr id="26" name="平行四边形 25"/>
            <p:cNvSpPr/>
            <p:nvPr/>
          </p:nvSpPr>
          <p:spPr>
            <a:xfrm>
              <a:off x="4186989" y="2117558"/>
              <a:ext cx="3310042" cy="2967789"/>
            </a:xfrm>
            <a:prstGeom prst="parallelogram">
              <a:avLst>
                <a:gd name="adj" fmla="val 26134"/>
              </a:avLst>
            </a:prstGeom>
            <a:grpFill/>
            <a:ln w="12700" cap="flat" cmpd="sng" algn="ctr">
              <a:noFill/>
              <a:prstDash val="solid"/>
              <a:miter lim="800000"/>
            </a:ln>
            <a:effectLst/>
          </p:spPr>
          <p:txBody>
            <a:bodyPr rtlCol="0" anchor="ctr"/>
            <a:lstStyle/>
            <a:p>
              <a:pPr marL="0" marR="0" lvl="0" indent="0" algn="ctr" defTabSz="541655" rtl="0" eaLnBrk="1" fontAlgn="auto" latinLnBrk="0" hangingPunct="1">
                <a:lnSpc>
                  <a:spcPct val="100000"/>
                </a:lnSpc>
                <a:spcBef>
                  <a:spcPct val="0"/>
                </a:spcBef>
                <a:spcAft>
                  <a:spcPct val="0"/>
                </a:spcAft>
                <a:buClrTx/>
                <a:buSzTx/>
                <a:buFontTx/>
                <a:buNone/>
                <a:defRPr/>
              </a:pPr>
              <a:endParaRPr kumimoji="0" lang="zh-CN" altLang="en-US" sz="16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7" name="组合 26"/>
            <p:cNvGrpSpPr/>
            <p:nvPr/>
          </p:nvGrpSpPr>
          <p:grpSpPr>
            <a:xfrm>
              <a:off x="4659924" y="2541581"/>
              <a:ext cx="2265113" cy="2086917"/>
              <a:chOff x="4100057" y="2470484"/>
              <a:chExt cx="2265113" cy="2086917"/>
            </a:xfrm>
            <a:grpFill/>
          </p:grpSpPr>
          <p:sp>
            <p:nvSpPr>
              <p:cNvPr id="28" name="文本框 27"/>
              <p:cNvSpPr txBox="1"/>
              <p:nvPr/>
            </p:nvSpPr>
            <p:spPr>
              <a:xfrm>
                <a:off x="4100057" y="3081026"/>
                <a:ext cx="2265113" cy="1476375"/>
              </a:xfrm>
              <a:prstGeom prst="rect">
                <a:avLst/>
              </a:prstGeom>
              <a:noFill/>
              <a:extLst>
                <a:ext uri="{909E8E84-426E-40DD-AFC4-6F175D3DCCD1}">
                  <a14:hiddenFill xmlns:a14="http://schemas.microsoft.com/office/drawing/2010/main">
                    <a:grpFill/>
                  </a14:hiddenFill>
                </a:ext>
              </a:extLst>
            </p:spPr>
            <p:txBody>
              <a:bodyPr wrap="square" rtlCol="0">
                <a:spAutoFit/>
              </a:bodyPr>
              <a:lstStyle/>
              <a:p>
                <a:pPr indent="0" algn="ctr" hangingPunct="0">
                  <a:lnSpc>
                    <a:spcPct val="150000"/>
                  </a:lnSpc>
                  <a:buFont typeface="微软雅黑" panose="020B0503020204020204" pitchFamily="34" charset="-122"/>
                  <a:buNone/>
                </a:pPr>
                <a:r>
                  <a:rPr lang="zh-CN" altLang="en-US" sz="1200">
                    <a:solidFill>
                      <a:schemeClr val="bg1"/>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单击此处输入你的正文，文字是您思想的提炼，为了最终演示发布的良好效果，请尽量言简意赅的阐述观以准确理解您所传达的信息。</a:t>
                </a:r>
                <a:endParaRPr kumimoji="0" lang="zh-CN" altLang="en-US" sz="1200" i="0" u="none" strike="noStrike" kern="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9" name="矩形: 圆角 10"/>
              <p:cNvSpPr/>
              <p:nvPr/>
            </p:nvSpPr>
            <p:spPr>
              <a:xfrm>
                <a:off x="4584311" y="2470484"/>
                <a:ext cx="1395664" cy="433137"/>
              </a:xfrm>
              <a:prstGeom prst="roundRect">
                <a:avLst>
                  <a:gd name="adj" fmla="val 50000"/>
                </a:avLst>
              </a:prstGeom>
              <a:grpFill/>
              <a:ln w="12700" cap="flat" cmpd="sng" algn="ctr">
                <a:solidFill>
                  <a:schemeClr val="bg1"/>
                </a:soli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0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添加标题</a:t>
                </a:r>
              </a:p>
            </p:txBody>
          </p:sp>
        </p:grpSp>
      </p:grpSp>
      <p:cxnSp>
        <p:nvCxnSpPr>
          <p:cNvPr id="22" name="直接连接符 21">
            <a:extLst>
              <a:ext uri="{FF2B5EF4-FFF2-40B4-BE49-F238E27FC236}">
                <a16:creationId xmlns:a16="http://schemas.microsoft.com/office/drawing/2014/main" id="{DCE264A0-3C25-464A-B4BB-3BAF81B558B7}"/>
              </a:ext>
            </a:extLst>
          </p:cNvPr>
          <p:cNvCxnSpPr/>
          <p:nvPr/>
        </p:nvCxnSpPr>
        <p:spPr>
          <a:xfrm>
            <a:off x="5866765" y="668020"/>
            <a:ext cx="844550" cy="0"/>
          </a:xfrm>
          <a:prstGeom prst="line">
            <a:avLst/>
          </a:prstGeom>
          <a:ln>
            <a:solidFill>
              <a:srgbClr val="5BAE56"/>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56598B6E-7FCE-4D24-A462-C06C1E4992B7}"/>
              </a:ext>
            </a:extLst>
          </p:cNvPr>
          <p:cNvSpPr txBox="1"/>
          <p:nvPr/>
        </p:nvSpPr>
        <p:spPr>
          <a:xfrm>
            <a:off x="4823460" y="90895"/>
            <a:ext cx="311404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r>
              <a:rPr lang="zh-CN" altLang="en-US"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亲子沟通</a:t>
            </a:r>
            <a:r>
              <a:rPr lang="en-US" altLang="zh-CN"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PPT</a:t>
            </a:r>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a16="http://schemas.microsoft.com/office/drawing/2014/main" xmlns:a14="http://schemas.microsoft.com/office/drawing/2010/main" xmlns="">
      <p:transition spd="slow"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500" fill="hold"/>
                                        <p:tgtEl>
                                          <p:spTgt spid="5"/>
                                        </p:tgtEl>
                                        <p:attrNameLst>
                                          <p:attrName>ppt_x</p:attrName>
                                        </p:attrNameLst>
                                      </p:cBhvr>
                                      <p:tavLst>
                                        <p:tav tm="0">
                                          <p:val>
                                            <p:strVal val="1+#ppt_w/2"/>
                                          </p:val>
                                        </p:tav>
                                        <p:tav tm="100000">
                                          <p:val>
                                            <p:strVal val="#ppt_x"/>
                                          </p:val>
                                        </p:tav>
                                      </p:tavLst>
                                    </p:anim>
                                    <p:anim calcmode="lin" valueType="num">
                                      <p:cBhvr additive="base">
                                        <p:cTn id="8" dur="1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decel="10000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500" fill="hold"/>
                                        <p:tgtEl>
                                          <p:spTgt spid="2"/>
                                        </p:tgtEl>
                                        <p:attrNameLst>
                                          <p:attrName>ppt_x</p:attrName>
                                        </p:attrNameLst>
                                      </p:cBhvr>
                                      <p:tavLst>
                                        <p:tav tm="0">
                                          <p:val>
                                            <p:strVal val="1+#ppt_w/2"/>
                                          </p:val>
                                        </p:tav>
                                        <p:tav tm="100000">
                                          <p:val>
                                            <p:strVal val="#ppt_x"/>
                                          </p:val>
                                        </p:tav>
                                      </p:tavLst>
                                    </p:anim>
                                    <p:anim calcmode="lin" valueType="num">
                                      <p:cBhvr additive="base">
                                        <p:cTn id="12" dur="1500" fill="hold"/>
                                        <p:tgtEl>
                                          <p:spTgt spid="2"/>
                                        </p:tgtEl>
                                        <p:attrNameLst>
                                          <p:attrName>ppt_y</p:attrName>
                                        </p:attrNameLst>
                                      </p:cBhvr>
                                      <p:tavLst>
                                        <p:tav tm="0">
                                          <p:val>
                                            <p:strVal val="#ppt_y"/>
                                          </p:val>
                                        </p:tav>
                                        <p:tav tm="100000">
                                          <p:val>
                                            <p:strVal val="#ppt_y"/>
                                          </p:val>
                                        </p:tav>
                                      </p:tavLst>
                                    </p:anim>
                                  </p:childTnLst>
                                </p:cTn>
                              </p:par>
                              <p:par>
                                <p:cTn id="13" presetID="2" presetClass="entr" presetSubtype="2" decel="10000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1500" fill="hold"/>
                                        <p:tgtEl>
                                          <p:spTgt spid="25"/>
                                        </p:tgtEl>
                                        <p:attrNameLst>
                                          <p:attrName>ppt_x</p:attrName>
                                        </p:attrNameLst>
                                      </p:cBhvr>
                                      <p:tavLst>
                                        <p:tav tm="0">
                                          <p:val>
                                            <p:strVal val="1+#ppt_w/2"/>
                                          </p:val>
                                        </p:tav>
                                        <p:tav tm="100000">
                                          <p:val>
                                            <p:strVal val="#ppt_x"/>
                                          </p:val>
                                        </p:tav>
                                      </p:tavLst>
                                    </p:anim>
                                    <p:anim calcmode="lin" valueType="num">
                                      <p:cBhvr additive="base">
                                        <p:cTn id="16" dur="1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任意多边形"/>
          <p:cNvSpPr/>
          <p:nvPr/>
        </p:nvSpPr>
        <p:spPr bwMode="auto">
          <a:xfrm>
            <a:off x="6668713" y="2803875"/>
            <a:ext cx="1046854" cy="1528880"/>
          </a:xfrm>
          <a:custGeom>
            <a:avLst/>
            <a:gdLst>
              <a:gd name="T0" fmla="*/ 434 w 551"/>
              <a:gd name="T1" fmla="*/ 125 h 804"/>
              <a:gd name="T2" fmla="*/ 370 w 551"/>
              <a:gd name="T3" fmla="*/ 189 h 804"/>
              <a:gd name="T4" fmla="*/ 434 w 551"/>
              <a:gd name="T5" fmla="*/ 125 h 804"/>
              <a:gd name="T6" fmla="*/ 114 w 551"/>
              <a:gd name="T7" fmla="*/ 11 h 804"/>
              <a:gd name="T8" fmla="*/ 0 w 551"/>
              <a:gd name="T9" fmla="*/ 253 h 804"/>
              <a:gd name="T10" fmla="*/ 306 w 551"/>
              <a:gd name="T11" fmla="*/ 253 h 804"/>
              <a:gd name="T12" fmla="*/ 306 w 551"/>
              <a:gd name="T13" fmla="*/ 253 h 804"/>
              <a:gd name="T14" fmla="*/ 370 w 551"/>
              <a:gd name="T15" fmla="*/ 407 h 804"/>
              <a:gd name="T16" fmla="*/ 306 w 551"/>
              <a:gd name="T17" fmla="*/ 560 h 804"/>
              <a:gd name="T18" fmla="*/ 0 w 551"/>
              <a:gd name="T19" fmla="*/ 560 h 804"/>
              <a:gd name="T20" fmla="*/ 114 w 551"/>
              <a:gd name="T21" fmla="*/ 802 h 804"/>
              <a:gd name="T22" fmla="*/ 153 w 551"/>
              <a:gd name="T23" fmla="*/ 804 h 804"/>
              <a:gd name="T24" fmla="*/ 434 w 551"/>
              <a:gd name="T25" fmla="*/ 688 h 804"/>
              <a:gd name="T26" fmla="*/ 551 w 551"/>
              <a:gd name="T27" fmla="*/ 407 h 804"/>
              <a:gd name="T28" fmla="*/ 434 w 551"/>
              <a:gd name="T29" fmla="*/ 125 h 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1" h="804">
                <a:moveTo>
                  <a:pt x="434" y="125"/>
                </a:moveTo>
                <a:cubicBezTo>
                  <a:pt x="370" y="189"/>
                  <a:pt x="370" y="189"/>
                  <a:pt x="370" y="189"/>
                </a:cubicBezTo>
                <a:cubicBezTo>
                  <a:pt x="434" y="125"/>
                  <a:pt x="434" y="125"/>
                  <a:pt x="434" y="125"/>
                </a:cubicBezTo>
                <a:cubicBezTo>
                  <a:pt x="347" y="38"/>
                  <a:pt x="228" y="0"/>
                  <a:pt x="114" y="11"/>
                </a:cubicBezTo>
                <a:cubicBezTo>
                  <a:pt x="105" y="102"/>
                  <a:pt x="65" y="187"/>
                  <a:pt x="0" y="253"/>
                </a:cubicBezTo>
                <a:cubicBezTo>
                  <a:pt x="84" y="169"/>
                  <a:pt x="222" y="169"/>
                  <a:pt x="306" y="253"/>
                </a:cubicBezTo>
                <a:cubicBezTo>
                  <a:pt x="306" y="253"/>
                  <a:pt x="306" y="253"/>
                  <a:pt x="306" y="253"/>
                </a:cubicBezTo>
                <a:cubicBezTo>
                  <a:pt x="347" y="294"/>
                  <a:pt x="370" y="349"/>
                  <a:pt x="370" y="407"/>
                </a:cubicBezTo>
                <a:cubicBezTo>
                  <a:pt x="370" y="465"/>
                  <a:pt x="347" y="519"/>
                  <a:pt x="306" y="560"/>
                </a:cubicBezTo>
                <a:cubicBezTo>
                  <a:pt x="222" y="645"/>
                  <a:pt x="84" y="645"/>
                  <a:pt x="0" y="560"/>
                </a:cubicBezTo>
                <a:cubicBezTo>
                  <a:pt x="65" y="626"/>
                  <a:pt x="105" y="711"/>
                  <a:pt x="114" y="802"/>
                </a:cubicBezTo>
                <a:cubicBezTo>
                  <a:pt x="127" y="803"/>
                  <a:pt x="140" y="804"/>
                  <a:pt x="153" y="804"/>
                </a:cubicBezTo>
                <a:cubicBezTo>
                  <a:pt x="255" y="804"/>
                  <a:pt x="357" y="765"/>
                  <a:pt x="434" y="688"/>
                </a:cubicBezTo>
                <a:cubicBezTo>
                  <a:pt x="509" y="613"/>
                  <a:pt x="551" y="513"/>
                  <a:pt x="551" y="407"/>
                </a:cubicBezTo>
                <a:cubicBezTo>
                  <a:pt x="551" y="300"/>
                  <a:pt x="509" y="200"/>
                  <a:pt x="434" y="125"/>
                </a:cubicBezTo>
              </a:path>
            </a:pathLst>
          </a:custGeom>
          <a:solidFill>
            <a:srgbClr val="5BAE56"/>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任意多边形"/>
          <p:cNvSpPr/>
          <p:nvPr/>
        </p:nvSpPr>
        <p:spPr bwMode="auto">
          <a:xfrm>
            <a:off x="4476432" y="2821618"/>
            <a:ext cx="1121277" cy="1511136"/>
          </a:xfrm>
          <a:custGeom>
            <a:avLst/>
            <a:gdLst>
              <a:gd name="T0" fmla="*/ 283 w 590"/>
              <a:gd name="T1" fmla="*/ 551 h 795"/>
              <a:gd name="T2" fmla="*/ 283 w 590"/>
              <a:gd name="T3" fmla="*/ 244 h 795"/>
              <a:gd name="T4" fmla="*/ 437 w 590"/>
              <a:gd name="T5" fmla="*/ 181 h 795"/>
              <a:gd name="T6" fmla="*/ 590 w 590"/>
              <a:gd name="T7" fmla="*/ 244 h 795"/>
              <a:gd name="T8" fmla="*/ 475 w 590"/>
              <a:gd name="T9" fmla="*/ 2 h 795"/>
              <a:gd name="T10" fmla="*/ 437 w 590"/>
              <a:gd name="T11" fmla="*/ 0 h 795"/>
              <a:gd name="T12" fmla="*/ 156 w 590"/>
              <a:gd name="T13" fmla="*/ 116 h 795"/>
              <a:gd name="T14" fmla="*/ 156 w 590"/>
              <a:gd name="T15" fmla="*/ 679 h 795"/>
              <a:gd name="T16" fmla="*/ 437 w 590"/>
              <a:gd name="T17" fmla="*/ 795 h 795"/>
              <a:gd name="T18" fmla="*/ 476 w 590"/>
              <a:gd name="T19" fmla="*/ 793 h 795"/>
              <a:gd name="T20" fmla="*/ 590 w 590"/>
              <a:gd name="T21" fmla="*/ 551 h 795"/>
              <a:gd name="T22" fmla="*/ 283 w 590"/>
              <a:gd name="T23" fmla="*/ 551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0" h="795">
                <a:moveTo>
                  <a:pt x="283" y="551"/>
                </a:moveTo>
                <a:cubicBezTo>
                  <a:pt x="199" y="466"/>
                  <a:pt x="199" y="329"/>
                  <a:pt x="283" y="244"/>
                </a:cubicBezTo>
                <a:cubicBezTo>
                  <a:pt x="324" y="203"/>
                  <a:pt x="379" y="181"/>
                  <a:pt x="437" y="181"/>
                </a:cubicBezTo>
                <a:cubicBezTo>
                  <a:pt x="495" y="181"/>
                  <a:pt x="549" y="203"/>
                  <a:pt x="590" y="244"/>
                </a:cubicBezTo>
                <a:cubicBezTo>
                  <a:pt x="524" y="178"/>
                  <a:pt x="484" y="93"/>
                  <a:pt x="475" y="2"/>
                </a:cubicBezTo>
                <a:cubicBezTo>
                  <a:pt x="463" y="1"/>
                  <a:pt x="450" y="0"/>
                  <a:pt x="437" y="0"/>
                </a:cubicBezTo>
                <a:cubicBezTo>
                  <a:pt x="330" y="0"/>
                  <a:pt x="231" y="41"/>
                  <a:pt x="156" y="116"/>
                </a:cubicBezTo>
                <a:cubicBezTo>
                  <a:pt x="0" y="271"/>
                  <a:pt x="0" y="524"/>
                  <a:pt x="156" y="679"/>
                </a:cubicBezTo>
                <a:cubicBezTo>
                  <a:pt x="233" y="756"/>
                  <a:pt x="335" y="795"/>
                  <a:pt x="437" y="795"/>
                </a:cubicBezTo>
                <a:cubicBezTo>
                  <a:pt x="450" y="795"/>
                  <a:pt x="463" y="794"/>
                  <a:pt x="476" y="793"/>
                </a:cubicBezTo>
                <a:cubicBezTo>
                  <a:pt x="484" y="702"/>
                  <a:pt x="524" y="617"/>
                  <a:pt x="590" y="551"/>
                </a:cubicBezTo>
                <a:cubicBezTo>
                  <a:pt x="506" y="636"/>
                  <a:pt x="368" y="636"/>
                  <a:pt x="283" y="551"/>
                </a:cubicBezTo>
              </a:path>
            </a:pathLst>
          </a:custGeom>
          <a:solidFill>
            <a:srgbClr val="5BAE56"/>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任意多边形"/>
          <p:cNvSpPr/>
          <p:nvPr/>
        </p:nvSpPr>
        <p:spPr bwMode="auto">
          <a:xfrm>
            <a:off x="5377889" y="4112442"/>
            <a:ext cx="1511136" cy="1046854"/>
          </a:xfrm>
          <a:custGeom>
            <a:avLst/>
            <a:gdLst>
              <a:gd name="T0" fmla="*/ 793 w 795"/>
              <a:gd name="T1" fmla="*/ 114 h 551"/>
              <a:gd name="T2" fmla="*/ 551 w 795"/>
              <a:gd name="T3" fmla="*/ 0 h 551"/>
              <a:gd name="T4" fmla="*/ 614 w 795"/>
              <a:gd name="T5" fmla="*/ 153 h 551"/>
              <a:gd name="T6" fmla="*/ 551 w 795"/>
              <a:gd name="T7" fmla="*/ 307 h 551"/>
              <a:gd name="T8" fmla="*/ 244 w 795"/>
              <a:gd name="T9" fmla="*/ 307 h 551"/>
              <a:gd name="T10" fmla="*/ 180 w 795"/>
              <a:gd name="T11" fmla="*/ 153 h 551"/>
              <a:gd name="T12" fmla="*/ 244 w 795"/>
              <a:gd name="T13" fmla="*/ 0 h 551"/>
              <a:gd name="T14" fmla="*/ 2 w 795"/>
              <a:gd name="T15" fmla="*/ 114 h 551"/>
              <a:gd name="T16" fmla="*/ 0 w 795"/>
              <a:gd name="T17" fmla="*/ 153 h 551"/>
              <a:gd name="T18" fmla="*/ 116 w 795"/>
              <a:gd name="T19" fmla="*/ 434 h 551"/>
              <a:gd name="T20" fmla="*/ 397 w 795"/>
              <a:gd name="T21" fmla="*/ 551 h 551"/>
              <a:gd name="T22" fmla="*/ 679 w 795"/>
              <a:gd name="T23" fmla="*/ 434 h 551"/>
              <a:gd name="T24" fmla="*/ 795 w 795"/>
              <a:gd name="T25" fmla="*/ 153 h 551"/>
              <a:gd name="T26" fmla="*/ 793 w 795"/>
              <a:gd name="T27" fmla="*/ 114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95" h="551">
                <a:moveTo>
                  <a:pt x="793" y="114"/>
                </a:moveTo>
                <a:cubicBezTo>
                  <a:pt x="705" y="106"/>
                  <a:pt x="618" y="67"/>
                  <a:pt x="551" y="0"/>
                </a:cubicBezTo>
                <a:cubicBezTo>
                  <a:pt x="592" y="41"/>
                  <a:pt x="614" y="95"/>
                  <a:pt x="614" y="153"/>
                </a:cubicBezTo>
                <a:cubicBezTo>
                  <a:pt x="614" y="211"/>
                  <a:pt x="592" y="266"/>
                  <a:pt x="551" y="307"/>
                </a:cubicBezTo>
                <a:cubicBezTo>
                  <a:pt x="466" y="391"/>
                  <a:pt x="329" y="391"/>
                  <a:pt x="244" y="307"/>
                </a:cubicBezTo>
                <a:cubicBezTo>
                  <a:pt x="203" y="266"/>
                  <a:pt x="180" y="211"/>
                  <a:pt x="180" y="153"/>
                </a:cubicBezTo>
                <a:cubicBezTo>
                  <a:pt x="180" y="95"/>
                  <a:pt x="203" y="41"/>
                  <a:pt x="244" y="0"/>
                </a:cubicBezTo>
                <a:cubicBezTo>
                  <a:pt x="176" y="67"/>
                  <a:pt x="90" y="106"/>
                  <a:pt x="2" y="114"/>
                </a:cubicBezTo>
                <a:cubicBezTo>
                  <a:pt x="0" y="127"/>
                  <a:pt x="0" y="140"/>
                  <a:pt x="0" y="153"/>
                </a:cubicBezTo>
                <a:cubicBezTo>
                  <a:pt x="0" y="259"/>
                  <a:pt x="41" y="359"/>
                  <a:pt x="116" y="434"/>
                </a:cubicBezTo>
                <a:cubicBezTo>
                  <a:pt x="194" y="512"/>
                  <a:pt x="295" y="551"/>
                  <a:pt x="397" y="551"/>
                </a:cubicBezTo>
                <a:cubicBezTo>
                  <a:pt x="499" y="551"/>
                  <a:pt x="601" y="512"/>
                  <a:pt x="679" y="434"/>
                </a:cubicBezTo>
                <a:cubicBezTo>
                  <a:pt x="754" y="359"/>
                  <a:pt x="795" y="259"/>
                  <a:pt x="795" y="153"/>
                </a:cubicBezTo>
                <a:cubicBezTo>
                  <a:pt x="795" y="140"/>
                  <a:pt x="794" y="127"/>
                  <a:pt x="793" y="114"/>
                </a:cubicBezTo>
              </a:path>
            </a:pathLst>
          </a:custGeom>
          <a:solidFill>
            <a:srgbClr val="5BAE56"/>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任意多边形"/>
          <p:cNvSpPr/>
          <p:nvPr/>
        </p:nvSpPr>
        <p:spPr bwMode="auto">
          <a:xfrm>
            <a:off x="5377889" y="1994091"/>
            <a:ext cx="1511136" cy="1047347"/>
          </a:xfrm>
          <a:custGeom>
            <a:avLst/>
            <a:gdLst>
              <a:gd name="T0" fmla="*/ 679 w 795"/>
              <a:gd name="T1" fmla="*/ 117 h 551"/>
              <a:gd name="T2" fmla="*/ 397 w 795"/>
              <a:gd name="T3" fmla="*/ 0 h 551"/>
              <a:gd name="T4" fmla="*/ 116 w 795"/>
              <a:gd name="T5" fmla="*/ 117 h 551"/>
              <a:gd name="T6" fmla="*/ 0 w 795"/>
              <a:gd name="T7" fmla="*/ 398 h 551"/>
              <a:gd name="T8" fmla="*/ 1 w 795"/>
              <a:gd name="T9" fmla="*/ 437 h 551"/>
              <a:gd name="T10" fmla="*/ 244 w 795"/>
              <a:gd name="T11" fmla="*/ 551 h 551"/>
              <a:gd name="T12" fmla="*/ 180 w 795"/>
              <a:gd name="T13" fmla="*/ 398 h 551"/>
              <a:gd name="T14" fmla="*/ 244 w 795"/>
              <a:gd name="T15" fmla="*/ 245 h 551"/>
              <a:gd name="T16" fmla="*/ 397 w 795"/>
              <a:gd name="T17" fmla="*/ 181 h 551"/>
              <a:gd name="T18" fmla="*/ 551 w 795"/>
              <a:gd name="T19" fmla="*/ 245 h 551"/>
              <a:gd name="T20" fmla="*/ 614 w 795"/>
              <a:gd name="T21" fmla="*/ 398 h 551"/>
              <a:gd name="T22" fmla="*/ 551 w 795"/>
              <a:gd name="T23" fmla="*/ 551 h 551"/>
              <a:gd name="T24" fmla="*/ 793 w 795"/>
              <a:gd name="T25" fmla="*/ 437 h 551"/>
              <a:gd name="T26" fmla="*/ 795 w 795"/>
              <a:gd name="T27" fmla="*/ 398 h 551"/>
              <a:gd name="T28" fmla="*/ 679 w 795"/>
              <a:gd name="T29" fmla="*/ 117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5" h="551">
                <a:moveTo>
                  <a:pt x="679" y="117"/>
                </a:moveTo>
                <a:cubicBezTo>
                  <a:pt x="603" y="42"/>
                  <a:pt x="504" y="0"/>
                  <a:pt x="397" y="0"/>
                </a:cubicBezTo>
                <a:cubicBezTo>
                  <a:pt x="291" y="0"/>
                  <a:pt x="191" y="42"/>
                  <a:pt x="116" y="117"/>
                </a:cubicBezTo>
                <a:cubicBezTo>
                  <a:pt x="41" y="192"/>
                  <a:pt x="0" y="292"/>
                  <a:pt x="0" y="398"/>
                </a:cubicBezTo>
                <a:cubicBezTo>
                  <a:pt x="0" y="411"/>
                  <a:pt x="0" y="424"/>
                  <a:pt x="1" y="437"/>
                </a:cubicBezTo>
                <a:cubicBezTo>
                  <a:pt x="93" y="446"/>
                  <a:pt x="178" y="485"/>
                  <a:pt x="244" y="551"/>
                </a:cubicBezTo>
                <a:cubicBezTo>
                  <a:pt x="203" y="510"/>
                  <a:pt x="180" y="456"/>
                  <a:pt x="180" y="398"/>
                </a:cubicBezTo>
                <a:cubicBezTo>
                  <a:pt x="180" y="340"/>
                  <a:pt x="203" y="286"/>
                  <a:pt x="244" y="245"/>
                </a:cubicBezTo>
                <a:cubicBezTo>
                  <a:pt x="285" y="204"/>
                  <a:pt x="339" y="181"/>
                  <a:pt x="397" y="181"/>
                </a:cubicBezTo>
                <a:cubicBezTo>
                  <a:pt x="455" y="181"/>
                  <a:pt x="510" y="204"/>
                  <a:pt x="551" y="245"/>
                </a:cubicBezTo>
                <a:cubicBezTo>
                  <a:pt x="592" y="286"/>
                  <a:pt x="614" y="340"/>
                  <a:pt x="614" y="398"/>
                </a:cubicBezTo>
                <a:cubicBezTo>
                  <a:pt x="614" y="456"/>
                  <a:pt x="592" y="510"/>
                  <a:pt x="551" y="551"/>
                </a:cubicBezTo>
                <a:cubicBezTo>
                  <a:pt x="618" y="484"/>
                  <a:pt x="705" y="446"/>
                  <a:pt x="793" y="437"/>
                </a:cubicBezTo>
                <a:cubicBezTo>
                  <a:pt x="794" y="424"/>
                  <a:pt x="795" y="411"/>
                  <a:pt x="795" y="398"/>
                </a:cubicBezTo>
                <a:cubicBezTo>
                  <a:pt x="795" y="292"/>
                  <a:pt x="754" y="192"/>
                  <a:pt x="679" y="117"/>
                </a:cubicBezTo>
              </a:path>
            </a:pathLst>
          </a:custGeom>
          <a:solidFill>
            <a:srgbClr val="5BAE56"/>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p:cNvSpPr/>
          <p:nvPr/>
        </p:nvSpPr>
        <p:spPr>
          <a:xfrm>
            <a:off x="706755" y="1670050"/>
            <a:ext cx="3719195" cy="1526540"/>
          </a:xfrm>
          <a:prstGeom prst="rect">
            <a:avLst/>
          </a:prstGeom>
          <a:ln w="12700">
            <a:miter lim="400000"/>
          </a:ln>
        </p:spPr>
        <p:txBody>
          <a:bodyPr wrap="square" lIns="25400" tIns="25400" rIns="25400" bIns="25400" anchor="ctr">
            <a:spAutoFit/>
          </a:bodyPr>
          <a:lstStyle>
            <a:lvl1pPr algn="l">
              <a:lnSpc>
                <a:spcPct val="120000"/>
              </a:lnSpc>
              <a:defRPr sz="3000">
                <a:latin typeface="+mn-lt"/>
                <a:ea typeface="+mn-ea"/>
                <a:cs typeface="+mn-cs"/>
                <a:sym typeface="Montserrat Semi Bold"/>
              </a:defRPr>
            </a:lvl1pPr>
          </a:lstStyle>
          <a:p>
            <a:pPr marL="0" marR="0" lvl="0" indent="0" algn="r" defTabSz="457200" rtl="0" eaLnBrk="1" fontAlgn="auto" latinLnBrk="0" hangingPunct="1">
              <a:lnSpc>
                <a:spcPct val="160000"/>
              </a:lnSpc>
              <a:spcBef>
                <a:spcPct val="0"/>
              </a:spcBef>
              <a:spcAft>
                <a:spcPct val="0"/>
              </a:spcAft>
              <a:buClrTx/>
              <a:buSzTx/>
              <a:buFontTx/>
              <a:buNone/>
              <a:defRPr/>
            </a:pPr>
            <a:r>
              <a:rPr kumimoji="0" lang="zh-CN" altLang="en-US" sz="1800" b="1" i="0" u="none" strike="noStrike" kern="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添加标题</a:t>
            </a:r>
            <a:endParaRPr kumimoji="0" lang="en-US" altLang="zh-CN" sz="1800" b="1" i="0" u="none" strike="noStrike" kern="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indent="0" algn="r" hangingPunct="0">
              <a:lnSpc>
                <a:spcPct val="16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endParaRPr lang="zh-CN" altLang="en-US" sz="1400" ker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3" name="文本框"/>
          <p:cNvSpPr/>
          <p:nvPr/>
        </p:nvSpPr>
        <p:spPr>
          <a:xfrm>
            <a:off x="706755" y="3954145"/>
            <a:ext cx="3719195" cy="1526540"/>
          </a:xfrm>
          <a:prstGeom prst="rect">
            <a:avLst/>
          </a:prstGeom>
          <a:ln w="12700">
            <a:miter lim="400000"/>
          </a:ln>
        </p:spPr>
        <p:txBody>
          <a:bodyPr wrap="square" lIns="25400" tIns="25400" rIns="25400" bIns="25400" anchor="ctr">
            <a:spAutoFit/>
          </a:bodyPr>
          <a:lstStyle>
            <a:lvl1pPr algn="l">
              <a:lnSpc>
                <a:spcPct val="120000"/>
              </a:lnSpc>
              <a:defRPr sz="3000">
                <a:latin typeface="+mn-lt"/>
                <a:ea typeface="+mn-ea"/>
                <a:cs typeface="+mn-cs"/>
                <a:sym typeface="Montserrat Semi Bold"/>
              </a:defRPr>
            </a:lvl1pPr>
          </a:lstStyle>
          <a:p>
            <a:pPr marL="0" marR="0" lvl="0" indent="0" algn="r" defTabSz="457200" rtl="0" eaLnBrk="1" fontAlgn="auto" latinLnBrk="0" hangingPunct="1">
              <a:lnSpc>
                <a:spcPct val="160000"/>
              </a:lnSpc>
              <a:spcBef>
                <a:spcPct val="0"/>
              </a:spcBef>
              <a:spcAft>
                <a:spcPct val="0"/>
              </a:spcAft>
              <a:buClrTx/>
              <a:buSzTx/>
              <a:buFontTx/>
              <a:buNone/>
              <a:defRPr/>
            </a:pPr>
            <a:r>
              <a:rPr kumimoji="0" lang="zh-CN" altLang="en-US" sz="1800" b="1" i="0" u="none" strike="noStrike" kern="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添加标题</a:t>
            </a:r>
            <a:endParaRPr kumimoji="0" lang="en-US" altLang="zh-CN" sz="1800" b="1" i="0" u="none" strike="noStrike" kern="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indent="0" algn="r" hangingPunct="0">
              <a:lnSpc>
                <a:spcPct val="16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endParaRPr lang="zh-CN" altLang="en-US" sz="1400" ker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文本框"/>
          <p:cNvSpPr/>
          <p:nvPr/>
        </p:nvSpPr>
        <p:spPr>
          <a:xfrm>
            <a:off x="7715250" y="1670050"/>
            <a:ext cx="3719195" cy="1526540"/>
          </a:xfrm>
          <a:prstGeom prst="rect">
            <a:avLst/>
          </a:prstGeom>
          <a:ln w="12700">
            <a:miter lim="400000"/>
          </a:ln>
        </p:spPr>
        <p:txBody>
          <a:bodyPr wrap="square" lIns="25400" tIns="25400" rIns="25400" bIns="25400" anchor="ctr">
            <a:spAutoFit/>
          </a:bodyPr>
          <a:lstStyle>
            <a:lvl1pPr algn="l">
              <a:lnSpc>
                <a:spcPct val="120000"/>
              </a:lnSpc>
              <a:defRPr sz="3000">
                <a:latin typeface="+mn-lt"/>
                <a:ea typeface="+mn-ea"/>
                <a:cs typeface="+mn-cs"/>
                <a:sym typeface="Montserrat Semi Bold"/>
              </a:defRPr>
            </a:lvl1pPr>
          </a:lstStyle>
          <a:p>
            <a:pPr marL="0" marR="0" lvl="0" indent="0" algn="l" defTabSz="457200" rtl="0" eaLnBrk="1" fontAlgn="auto" latinLnBrk="0" hangingPunct="1">
              <a:lnSpc>
                <a:spcPct val="160000"/>
              </a:lnSpc>
              <a:spcBef>
                <a:spcPct val="0"/>
              </a:spcBef>
              <a:spcAft>
                <a:spcPct val="0"/>
              </a:spcAft>
              <a:buClrTx/>
              <a:buSzTx/>
              <a:buFontTx/>
              <a:buNone/>
              <a:defRPr/>
            </a:pPr>
            <a:r>
              <a:rPr kumimoji="0" lang="zh-CN" altLang="en-US" sz="1800" b="1" i="0" u="none" strike="noStrike" kern="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添加标题</a:t>
            </a:r>
            <a:endParaRPr kumimoji="0" lang="en-US" altLang="zh-CN" sz="1800" b="1" i="0" u="none" strike="noStrike" kern="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indent="0" algn="l" hangingPunct="0">
              <a:lnSpc>
                <a:spcPct val="16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endParaRPr lang="zh-CN" altLang="en-US" sz="1400" ker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3" name="文本框"/>
          <p:cNvSpPr/>
          <p:nvPr/>
        </p:nvSpPr>
        <p:spPr>
          <a:xfrm>
            <a:off x="7715250" y="3954145"/>
            <a:ext cx="3719195" cy="1526540"/>
          </a:xfrm>
          <a:prstGeom prst="rect">
            <a:avLst/>
          </a:prstGeom>
          <a:ln w="12700">
            <a:miter lim="400000"/>
          </a:ln>
        </p:spPr>
        <p:txBody>
          <a:bodyPr wrap="square" lIns="25400" tIns="25400" rIns="25400" bIns="25400" anchor="ctr">
            <a:spAutoFit/>
          </a:bodyPr>
          <a:lstStyle>
            <a:lvl1pPr algn="l">
              <a:lnSpc>
                <a:spcPct val="120000"/>
              </a:lnSpc>
              <a:defRPr sz="3000">
                <a:latin typeface="+mn-lt"/>
                <a:ea typeface="+mn-ea"/>
                <a:cs typeface="+mn-cs"/>
                <a:sym typeface="Montserrat Semi Bold"/>
              </a:defRPr>
            </a:lvl1pPr>
          </a:lstStyle>
          <a:p>
            <a:pPr marL="0" marR="0" lvl="0" indent="0" algn="l" defTabSz="457200" rtl="0" eaLnBrk="1" fontAlgn="auto" latinLnBrk="0" hangingPunct="1">
              <a:lnSpc>
                <a:spcPct val="160000"/>
              </a:lnSpc>
              <a:spcBef>
                <a:spcPct val="0"/>
              </a:spcBef>
              <a:spcAft>
                <a:spcPct val="0"/>
              </a:spcAft>
              <a:buClrTx/>
              <a:buSzTx/>
              <a:buFontTx/>
              <a:buNone/>
              <a:defRPr/>
            </a:pPr>
            <a:r>
              <a:rPr kumimoji="0" lang="zh-CN" altLang="en-US" sz="1800" b="1" i="0" u="none" strike="noStrike" kern="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添加标题</a:t>
            </a:r>
            <a:endParaRPr kumimoji="0" lang="en-US" altLang="zh-CN" sz="1800" b="1" i="0" u="none" strike="noStrike" kern="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indent="0" algn="l" hangingPunct="0">
              <a:lnSpc>
                <a:spcPct val="160000"/>
              </a:lnSpc>
              <a:buFont typeface="微软雅黑" panose="020B0503020204020204" pitchFamily="34" charset="-122"/>
              <a:buNone/>
            </a:pPr>
            <a:r>
              <a:rPr lang="zh-CN" altLang="en-US" sz="14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单击此处输入你的正文，文字是您思想的提炼，为了最终演示发布的良好效果，请尽量言简意赅的阐述观点</a:t>
            </a:r>
            <a:endParaRPr lang="zh-CN" altLang="en-US" sz="1400" ker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9" name="任意多边形: 形状 33"/>
          <p:cNvSpPr/>
          <p:nvPr/>
        </p:nvSpPr>
        <p:spPr bwMode="auto">
          <a:xfrm>
            <a:off x="5783580" y="3081020"/>
            <a:ext cx="901700" cy="873125"/>
          </a:xfrm>
          <a:custGeom>
            <a:avLst/>
            <a:gdLst>
              <a:gd name="connsiteX0" fmla="*/ 58918 w 323554"/>
              <a:gd name="connsiteY0" fmla="*/ 189699 h 313525"/>
              <a:gd name="connsiteX1" fmla="*/ 101421 w 323554"/>
              <a:gd name="connsiteY1" fmla="*/ 189699 h 313525"/>
              <a:gd name="connsiteX2" fmla="*/ 103997 w 323554"/>
              <a:gd name="connsiteY2" fmla="*/ 189699 h 313525"/>
              <a:gd name="connsiteX3" fmla="*/ 114301 w 323554"/>
              <a:gd name="connsiteY3" fmla="*/ 201731 h 313525"/>
              <a:gd name="connsiteX4" fmla="*/ 113013 w 323554"/>
              <a:gd name="connsiteY4" fmla="*/ 205741 h 313525"/>
              <a:gd name="connsiteX5" fmla="*/ 101421 w 323554"/>
              <a:gd name="connsiteY5" fmla="*/ 215099 h 313525"/>
              <a:gd name="connsiteX6" fmla="*/ 58918 w 323554"/>
              <a:gd name="connsiteY6" fmla="*/ 215099 h 313525"/>
              <a:gd name="connsiteX7" fmla="*/ 46038 w 323554"/>
              <a:gd name="connsiteY7" fmla="*/ 201731 h 313525"/>
              <a:gd name="connsiteX8" fmla="*/ 58918 w 323554"/>
              <a:gd name="connsiteY8" fmla="*/ 189699 h 313525"/>
              <a:gd name="connsiteX9" fmla="*/ 149225 w 323554"/>
              <a:gd name="connsiteY9" fmla="*/ 165887 h 313525"/>
              <a:gd name="connsiteX10" fmla="*/ 142875 w 323554"/>
              <a:gd name="connsiteY10" fmla="*/ 186525 h 313525"/>
              <a:gd name="connsiteX11" fmla="*/ 153988 w 323554"/>
              <a:gd name="connsiteY11" fmla="*/ 196050 h 313525"/>
              <a:gd name="connsiteX12" fmla="*/ 173038 w 323554"/>
              <a:gd name="connsiteY12" fmla="*/ 188112 h 313525"/>
              <a:gd name="connsiteX13" fmla="*/ 145188 w 323554"/>
              <a:gd name="connsiteY13" fmla="*/ 151599 h 313525"/>
              <a:gd name="connsiteX14" fmla="*/ 187326 w 323554"/>
              <a:gd name="connsiteY14" fmla="*/ 190104 h 313525"/>
              <a:gd name="connsiteX15" fmla="*/ 138803 w 323554"/>
              <a:gd name="connsiteY15" fmla="*/ 210640 h 313525"/>
              <a:gd name="connsiteX16" fmla="*/ 131142 w 323554"/>
              <a:gd name="connsiteY16" fmla="*/ 210640 h 313525"/>
              <a:gd name="connsiteX17" fmla="*/ 129865 w 323554"/>
              <a:gd name="connsiteY17" fmla="*/ 202939 h 313525"/>
              <a:gd name="connsiteX18" fmla="*/ 145188 w 323554"/>
              <a:gd name="connsiteY18" fmla="*/ 151599 h 313525"/>
              <a:gd name="connsiteX19" fmla="*/ 58982 w 323554"/>
              <a:gd name="connsiteY19" fmla="*/ 146837 h 313525"/>
              <a:gd name="connsiteX20" fmla="*/ 130176 w 323554"/>
              <a:gd name="connsiteY20" fmla="*/ 146837 h 313525"/>
              <a:gd name="connsiteX21" fmla="*/ 130176 w 323554"/>
              <a:gd name="connsiteY21" fmla="*/ 148186 h 313525"/>
              <a:gd name="connsiteX22" fmla="*/ 122409 w 323554"/>
              <a:gd name="connsiteY22" fmla="*/ 173825 h 313525"/>
              <a:gd name="connsiteX23" fmla="*/ 58982 w 323554"/>
              <a:gd name="connsiteY23" fmla="*/ 173825 h 313525"/>
              <a:gd name="connsiteX24" fmla="*/ 46038 w 323554"/>
              <a:gd name="connsiteY24" fmla="*/ 160331 h 313525"/>
              <a:gd name="connsiteX25" fmla="*/ 58982 w 323554"/>
              <a:gd name="connsiteY25" fmla="*/ 146837 h 313525"/>
              <a:gd name="connsiteX26" fmla="*/ 59011 w 323554"/>
              <a:gd name="connsiteY26" fmla="*/ 105562 h 313525"/>
              <a:gd name="connsiteX27" fmla="*/ 166688 w 323554"/>
              <a:gd name="connsiteY27" fmla="*/ 105562 h 313525"/>
              <a:gd name="connsiteX28" fmla="*/ 144634 w 323554"/>
              <a:gd name="connsiteY28" fmla="*/ 130962 h 313525"/>
              <a:gd name="connsiteX29" fmla="*/ 59011 w 323554"/>
              <a:gd name="connsiteY29" fmla="*/ 130962 h 313525"/>
              <a:gd name="connsiteX30" fmla="*/ 46038 w 323554"/>
              <a:gd name="connsiteY30" fmla="*/ 118930 h 313525"/>
              <a:gd name="connsiteX31" fmla="*/ 59011 w 323554"/>
              <a:gd name="connsiteY31" fmla="*/ 105562 h 313525"/>
              <a:gd name="connsiteX32" fmla="*/ 226883 w 323554"/>
              <a:gd name="connsiteY32" fmla="*/ 81749 h 313525"/>
              <a:gd name="connsiteX33" fmla="*/ 224292 w 323554"/>
              <a:gd name="connsiteY33" fmla="*/ 83037 h 313525"/>
              <a:gd name="connsiteX34" fmla="*/ 171159 w 323554"/>
              <a:gd name="connsiteY34" fmla="*/ 140996 h 313525"/>
              <a:gd name="connsiteX35" fmla="*/ 172455 w 323554"/>
              <a:gd name="connsiteY35" fmla="*/ 146148 h 313525"/>
              <a:gd name="connsiteX36" fmla="*/ 175047 w 323554"/>
              <a:gd name="connsiteY36" fmla="*/ 148724 h 313525"/>
              <a:gd name="connsiteX37" fmla="*/ 177639 w 323554"/>
              <a:gd name="connsiteY37" fmla="*/ 150012 h 313525"/>
              <a:gd name="connsiteX38" fmla="*/ 180230 w 323554"/>
              <a:gd name="connsiteY38" fmla="*/ 148724 h 313525"/>
              <a:gd name="connsiteX39" fmla="*/ 232067 w 323554"/>
              <a:gd name="connsiteY39" fmla="*/ 90765 h 313525"/>
              <a:gd name="connsiteX40" fmla="*/ 232067 w 323554"/>
              <a:gd name="connsiteY40" fmla="*/ 85613 h 313525"/>
              <a:gd name="connsiteX41" fmla="*/ 229475 w 323554"/>
              <a:gd name="connsiteY41" fmla="*/ 83037 h 313525"/>
              <a:gd name="connsiteX42" fmla="*/ 226883 w 323554"/>
              <a:gd name="connsiteY42" fmla="*/ 81749 h 313525"/>
              <a:gd name="connsiteX43" fmla="*/ 247254 w 323554"/>
              <a:gd name="connsiteY43" fmla="*/ 62303 h 313525"/>
              <a:gd name="connsiteX44" fmla="*/ 242491 w 323554"/>
              <a:gd name="connsiteY44" fmla="*/ 63493 h 313525"/>
              <a:gd name="connsiteX45" fmla="*/ 237729 w 323554"/>
              <a:gd name="connsiteY45" fmla="*/ 68256 h 313525"/>
              <a:gd name="connsiteX46" fmla="*/ 236538 w 323554"/>
              <a:gd name="connsiteY46" fmla="*/ 70637 h 313525"/>
              <a:gd name="connsiteX47" fmla="*/ 237729 w 323554"/>
              <a:gd name="connsiteY47" fmla="*/ 73019 h 313525"/>
              <a:gd name="connsiteX48" fmla="*/ 240110 w 323554"/>
              <a:gd name="connsiteY48" fmla="*/ 74209 h 313525"/>
              <a:gd name="connsiteX49" fmla="*/ 242491 w 323554"/>
              <a:gd name="connsiteY49" fmla="*/ 75400 h 313525"/>
              <a:gd name="connsiteX50" fmla="*/ 244873 w 323554"/>
              <a:gd name="connsiteY50" fmla="*/ 75400 h 313525"/>
              <a:gd name="connsiteX51" fmla="*/ 244873 w 323554"/>
              <a:gd name="connsiteY51" fmla="*/ 74209 h 313525"/>
              <a:gd name="connsiteX52" fmla="*/ 249635 w 323554"/>
              <a:gd name="connsiteY52" fmla="*/ 69447 h 313525"/>
              <a:gd name="connsiteX53" fmla="*/ 249635 w 323554"/>
              <a:gd name="connsiteY53" fmla="*/ 64684 h 313525"/>
              <a:gd name="connsiteX54" fmla="*/ 247254 w 323554"/>
              <a:gd name="connsiteY54" fmla="*/ 62303 h 313525"/>
              <a:gd name="connsiteX55" fmla="*/ 24647 w 323554"/>
              <a:gd name="connsiteY55" fmla="*/ 48412 h 313525"/>
              <a:gd name="connsiteX56" fmla="*/ 201069 w 323554"/>
              <a:gd name="connsiteY56" fmla="*/ 48412 h 313525"/>
              <a:gd name="connsiteX57" fmla="*/ 214041 w 323554"/>
              <a:gd name="connsiteY57" fmla="*/ 52292 h 313525"/>
              <a:gd name="connsiteX58" fmla="*/ 193285 w 323554"/>
              <a:gd name="connsiteY58" fmla="*/ 76863 h 313525"/>
              <a:gd name="connsiteX59" fmla="*/ 181610 w 323554"/>
              <a:gd name="connsiteY59" fmla="*/ 72983 h 313525"/>
              <a:gd name="connsiteX60" fmla="*/ 45403 w 323554"/>
              <a:gd name="connsiteY60" fmla="*/ 72983 h 313525"/>
              <a:gd name="connsiteX61" fmla="*/ 24647 w 323554"/>
              <a:gd name="connsiteY61" fmla="*/ 93675 h 313525"/>
              <a:gd name="connsiteX62" fmla="*/ 24647 w 323554"/>
              <a:gd name="connsiteY62" fmla="*/ 268262 h 313525"/>
              <a:gd name="connsiteX63" fmla="*/ 45403 w 323554"/>
              <a:gd name="connsiteY63" fmla="*/ 287660 h 313525"/>
              <a:gd name="connsiteX64" fmla="*/ 181610 w 323554"/>
              <a:gd name="connsiteY64" fmla="*/ 287660 h 313525"/>
              <a:gd name="connsiteX65" fmla="*/ 202366 w 323554"/>
              <a:gd name="connsiteY65" fmla="*/ 268262 h 313525"/>
              <a:gd name="connsiteX66" fmla="*/ 202366 w 323554"/>
              <a:gd name="connsiteY66" fmla="*/ 202307 h 313525"/>
              <a:gd name="connsiteX67" fmla="*/ 203663 w 323554"/>
              <a:gd name="connsiteY67" fmla="*/ 201014 h 313525"/>
              <a:gd name="connsiteX68" fmla="*/ 206258 w 323554"/>
              <a:gd name="connsiteY68" fmla="*/ 198427 h 313525"/>
              <a:gd name="connsiteX69" fmla="*/ 227013 w 323554"/>
              <a:gd name="connsiteY69" fmla="*/ 175149 h 313525"/>
              <a:gd name="connsiteX70" fmla="*/ 227013 w 323554"/>
              <a:gd name="connsiteY70" fmla="*/ 287660 h 313525"/>
              <a:gd name="connsiteX71" fmla="*/ 201069 w 323554"/>
              <a:gd name="connsiteY71" fmla="*/ 313525 h 313525"/>
              <a:gd name="connsiteX72" fmla="*/ 25944 w 323554"/>
              <a:gd name="connsiteY72" fmla="*/ 313525 h 313525"/>
              <a:gd name="connsiteX73" fmla="*/ 0 w 323554"/>
              <a:gd name="connsiteY73" fmla="*/ 287660 h 313525"/>
              <a:gd name="connsiteX74" fmla="*/ 0 w 323554"/>
              <a:gd name="connsiteY74" fmla="*/ 72983 h 313525"/>
              <a:gd name="connsiteX75" fmla="*/ 24647 w 323554"/>
              <a:gd name="connsiteY75" fmla="*/ 48412 h 313525"/>
              <a:gd name="connsiteX76" fmla="*/ 242888 w 323554"/>
              <a:gd name="connsiteY76" fmla="*/ 42062 h 313525"/>
              <a:gd name="connsiteX77" fmla="*/ 285751 w 323554"/>
              <a:gd name="connsiteY77" fmla="*/ 81750 h 313525"/>
              <a:gd name="connsiteX78" fmla="*/ 279401 w 323554"/>
              <a:gd name="connsiteY78" fmla="*/ 89687 h 313525"/>
              <a:gd name="connsiteX79" fmla="*/ 200026 w 323554"/>
              <a:gd name="connsiteY79" fmla="*/ 178587 h 313525"/>
              <a:gd name="connsiteX80" fmla="*/ 193676 w 323554"/>
              <a:gd name="connsiteY80" fmla="*/ 184937 h 313525"/>
              <a:gd name="connsiteX81" fmla="*/ 150813 w 323554"/>
              <a:gd name="connsiteY81" fmla="*/ 146837 h 313525"/>
              <a:gd name="connsiteX82" fmla="*/ 155576 w 323554"/>
              <a:gd name="connsiteY82" fmla="*/ 138899 h 313525"/>
              <a:gd name="connsiteX83" fmla="*/ 236538 w 323554"/>
              <a:gd name="connsiteY83" fmla="*/ 48412 h 313525"/>
              <a:gd name="connsiteX84" fmla="*/ 257175 w 323554"/>
              <a:gd name="connsiteY84" fmla="*/ 26187 h 313525"/>
              <a:gd name="connsiteX85" fmla="*/ 301625 w 323554"/>
              <a:gd name="connsiteY85" fmla="*/ 64287 h 313525"/>
              <a:gd name="connsiteX86" fmla="*/ 295275 w 323554"/>
              <a:gd name="connsiteY86" fmla="*/ 72225 h 313525"/>
              <a:gd name="connsiteX87" fmla="*/ 290513 w 323554"/>
              <a:gd name="connsiteY87" fmla="*/ 75400 h 313525"/>
              <a:gd name="connsiteX88" fmla="*/ 247650 w 323554"/>
              <a:gd name="connsiteY88" fmla="*/ 37300 h 313525"/>
              <a:gd name="connsiteX89" fmla="*/ 250825 w 323554"/>
              <a:gd name="connsiteY89" fmla="*/ 34125 h 313525"/>
              <a:gd name="connsiteX90" fmla="*/ 285750 w 323554"/>
              <a:gd name="connsiteY90" fmla="*/ 11899 h 313525"/>
              <a:gd name="connsiteX91" fmla="*/ 279400 w 323554"/>
              <a:gd name="connsiteY91" fmla="*/ 19837 h 313525"/>
              <a:gd name="connsiteX92" fmla="*/ 304800 w 323554"/>
              <a:gd name="connsiteY92" fmla="*/ 43649 h 313525"/>
              <a:gd name="connsiteX93" fmla="*/ 312738 w 323554"/>
              <a:gd name="connsiteY93" fmla="*/ 35712 h 313525"/>
              <a:gd name="connsiteX94" fmla="*/ 285265 w 323554"/>
              <a:gd name="connsiteY94" fmla="*/ 516 h 313525"/>
              <a:gd name="connsiteX95" fmla="*/ 294336 w 323554"/>
              <a:gd name="connsiteY95" fmla="*/ 3151 h 313525"/>
              <a:gd name="connsiteX96" fmla="*/ 318958 w 323554"/>
              <a:gd name="connsiteY96" fmla="*/ 25545 h 313525"/>
              <a:gd name="connsiteX97" fmla="*/ 320254 w 323554"/>
              <a:gd name="connsiteY97" fmla="*/ 43987 h 313525"/>
              <a:gd name="connsiteX98" fmla="*/ 305999 w 323554"/>
              <a:gd name="connsiteY98" fmla="*/ 61112 h 313525"/>
              <a:gd name="connsiteX99" fmla="*/ 261938 w 323554"/>
              <a:gd name="connsiteY99" fmla="*/ 20276 h 313525"/>
              <a:gd name="connsiteX100" fmla="*/ 276193 w 323554"/>
              <a:gd name="connsiteY100" fmla="*/ 4468 h 313525"/>
              <a:gd name="connsiteX101" fmla="*/ 285265 w 323554"/>
              <a:gd name="connsiteY101" fmla="*/ 516 h 31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323554" h="313525">
                <a:moveTo>
                  <a:pt x="58918" y="189699"/>
                </a:moveTo>
                <a:cubicBezTo>
                  <a:pt x="58918" y="189699"/>
                  <a:pt x="58918" y="189699"/>
                  <a:pt x="101421" y="189699"/>
                </a:cubicBezTo>
                <a:cubicBezTo>
                  <a:pt x="102709" y="189699"/>
                  <a:pt x="102709" y="189699"/>
                  <a:pt x="103997" y="189699"/>
                </a:cubicBezTo>
                <a:cubicBezTo>
                  <a:pt x="109149" y="189699"/>
                  <a:pt x="114301" y="195046"/>
                  <a:pt x="114301" y="201731"/>
                </a:cubicBezTo>
                <a:cubicBezTo>
                  <a:pt x="114301" y="203067"/>
                  <a:pt x="114301" y="204404"/>
                  <a:pt x="113013" y="205741"/>
                </a:cubicBezTo>
                <a:cubicBezTo>
                  <a:pt x="111725" y="211088"/>
                  <a:pt x="107861" y="215099"/>
                  <a:pt x="101421" y="215099"/>
                </a:cubicBezTo>
                <a:cubicBezTo>
                  <a:pt x="101421" y="215099"/>
                  <a:pt x="101421" y="215099"/>
                  <a:pt x="58918" y="215099"/>
                </a:cubicBezTo>
                <a:cubicBezTo>
                  <a:pt x="51190" y="215099"/>
                  <a:pt x="46038" y="209752"/>
                  <a:pt x="46038" y="201731"/>
                </a:cubicBezTo>
                <a:cubicBezTo>
                  <a:pt x="46038" y="195046"/>
                  <a:pt x="51190" y="189699"/>
                  <a:pt x="58918" y="189699"/>
                </a:cubicBezTo>
                <a:close/>
                <a:moveTo>
                  <a:pt x="149225" y="165887"/>
                </a:moveTo>
                <a:lnTo>
                  <a:pt x="142875" y="186525"/>
                </a:lnTo>
                <a:lnTo>
                  <a:pt x="153988" y="196050"/>
                </a:lnTo>
                <a:lnTo>
                  <a:pt x="173038" y="188112"/>
                </a:lnTo>
                <a:close/>
                <a:moveTo>
                  <a:pt x="145188" y="151599"/>
                </a:moveTo>
                <a:cubicBezTo>
                  <a:pt x="145188" y="151599"/>
                  <a:pt x="145188" y="151599"/>
                  <a:pt x="187326" y="190104"/>
                </a:cubicBezTo>
                <a:cubicBezTo>
                  <a:pt x="187326" y="190104"/>
                  <a:pt x="187326" y="190104"/>
                  <a:pt x="138803" y="210640"/>
                </a:cubicBezTo>
                <a:cubicBezTo>
                  <a:pt x="136249" y="211924"/>
                  <a:pt x="133696" y="211924"/>
                  <a:pt x="131142" y="210640"/>
                </a:cubicBezTo>
                <a:cubicBezTo>
                  <a:pt x="129865" y="208073"/>
                  <a:pt x="128588" y="205506"/>
                  <a:pt x="129865" y="202939"/>
                </a:cubicBezTo>
                <a:cubicBezTo>
                  <a:pt x="129865" y="202939"/>
                  <a:pt x="129865" y="202939"/>
                  <a:pt x="145188" y="151599"/>
                </a:cubicBezTo>
                <a:close/>
                <a:moveTo>
                  <a:pt x="58982" y="146837"/>
                </a:moveTo>
                <a:cubicBezTo>
                  <a:pt x="58982" y="146837"/>
                  <a:pt x="58982" y="146837"/>
                  <a:pt x="130176" y="146837"/>
                </a:cubicBezTo>
                <a:cubicBezTo>
                  <a:pt x="130176" y="148186"/>
                  <a:pt x="130176" y="148186"/>
                  <a:pt x="130176" y="148186"/>
                </a:cubicBezTo>
                <a:lnTo>
                  <a:pt x="122409" y="173825"/>
                </a:lnTo>
                <a:cubicBezTo>
                  <a:pt x="122409" y="173825"/>
                  <a:pt x="122409" y="173825"/>
                  <a:pt x="58982" y="173825"/>
                </a:cubicBezTo>
                <a:cubicBezTo>
                  <a:pt x="51216" y="173825"/>
                  <a:pt x="46038" y="167078"/>
                  <a:pt x="46038" y="160331"/>
                </a:cubicBezTo>
                <a:cubicBezTo>
                  <a:pt x="46038" y="153584"/>
                  <a:pt x="51216" y="146837"/>
                  <a:pt x="58982" y="146837"/>
                </a:cubicBezTo>
                <a:close/>
                <a:moveTo>
                  <a:pt x="59011" y="105562"/>
                </a:moveTo>
                <a:lnTo>
                  <a:pt x="166688" y="105562"/>
                </a:lnTo>
                <a:cubicBezTo>
                  <a:pt x="166688" y="105562"/>
                  <a:pt x="166688" y="105562"/>
                  <a:pt x="144634" y="130962"/>
                </a:cubicBezTo>
                <a:cubicBezTo>
                  <a:pt x="144634" y="130962"/>
                  <a:pt x="144634" y="130962"/>
                  <a:pt x="59011" y="130962"/>
                </a:cubicBezTo>
                <a:cubicBezTo>
                  <a:pt x="51227" y="130962"/>
                  <a:pt x="46038" y="125615"/>
                  <a:pt x="46038" y="118930"/>
                </a:cubicBezTo>
                <a:cubicBezTo>
                  <a:pt x="46038" y="110909"/>
                  <a:pt x="51227" y="105562"/>
                  <a:pt x="59011" y="105562"/>
                </a:cubicBezTo>
                <a:close/>
                <a:moveTo>
                  <a:pt x="226883" y="81749"/>
                </a:moveTo>
                <a:cubicBezTo>
                  <a:pt x="225587" y="81749"/>
                  <a:pt x="224292" y="83037"/>
                  <a:pt x="224292" y="83037"/>
                </a:cubicBezTo>
                <a:cubicBezTo>
                  <a:pt x="224292" y="83037"/>
                  <a:pt x="224292" y="83037"/>
                  <a:pt x="171159" y="140996"/>
                </a:cubicBezTo>
                <a:cubicBezTo>
                  <a:pt x="169863" y="142284"/>
                  <a:pt x="169863" y="144860"/>
                  <a:pt x="172455" y="146148"/>
                </a:cubicBezTo>
                <a:cubicBezTo>
                  <a:pt x="172455" y="146148"/>
                  <a:pt x="172455" y="146148"/>
                  <a:pt x="175047" y="148724"/>
                </a:cubicBezTo>
                <a:cubicBezTo>
                  <a:pt x="175047" y="148724"/>
                  <a:pt x="176343" y="150012"/>
                  <a:pt x="177639" y="150012"/>
                </a:cubicBezTo>
                <a:cubicBezTo>
                  <a:pt x="177639" y="150012"/>
                  <a:pt x="178934" y="148724"/>
                  <a:pt x="180230" y="148724"/>
                </a:cubicBezTo>
                <a:cubicBezTo>
                  <a:pt x="180230" y="148724"/>
                  <a:pt x="180230" y="148724"/>
                  <a:pt x="232067" y="90765"/>
                </a:cubicBezTo>
                <a:cubicBezTo>
                  <a:pt x="233363" y="89477"/>
                  <a:pt x="233363" y="86901"/>
                  <a:pt x="232067" y="85613"/>
                </a:cubicBezTo>
                <a:cubicBezTo>
                  <a:pt x="232067" y="85613"/>
                  <a:pt x="232067" y="85613"/>
                  <a:pt x="229475" y="83037"/>
                </a:cubicBezTo>
                <a:cubicBezTo>
                  <a:pt x="228179" y="81749"/>
                  <a:pt x="226883" y="81749"/>
                  <a:pt x="226883" y="81749"/>
                </a:cubicBezTo>
                <a:close/>
                <a:moveTo>
                  <a:pt x="247254" y="62303"/>
                </a:moveTo>
                <a:cubicBezTo>
                  <a:pt x="244873" y="61112"/>
                  <a:pt x="243682" y="62303"/>
                  <a:pt x="242491" y="63493"/>
                </a:cubicBezTo>
                <a:cubicBezTo>
                  <a:pt x="242491" y="63493"/>
                  <a:pt x="242491" y="63493"/>
                  <a:pt x="237729" y="68256"/>
                </a:cubicBezTo>
                <a:cubicBezTo>
                  <a:pt x="237729" y="68256"/>
                  <a:pt x="236538" y="69447"/>
                  <a:pt x="236538" y="70637"/>
                </a:cubicBezTo>
                <a:cubicBezTo>
                  <a:pt x="236538" y="70637"/>
                  <a:pt x="237729" y="71828"/>
                  <a:pt x="237729" y="73019"/>
                </a:cubicBezTo>
                <a:cubicBezTo>
                  <a:pt x="237729" y="73019"/>
                  <a:pt x="237729" y="73019"/>
                  <a:pt x="240110" y="74209"/>
                </a:cubicBezTo>
                <a:cubicBezTo>
                  <a:pt x="241301" y="75400"/>
                  <a:pt x="242491" y="75400"/>
                  <a:pt x="242491" y="75400"/>
                </a:cubicBezTo>
                <a:cubicBezTo>
                  <a:pt x="243682" y="75400"/>
                  <a:pt x="243682" y="75400"/>
                  <a:pt x="244873" y="75400"/>
                </a:cubicBezTo>
                <a:cubicBezTo>
                  <a:pt x="244873" y="74209"/>
                  <a:pt x="244873" y="74209"/>
                  <a:pt x="244873" y="74209"/>
                </a:cubicBezTo>
                <a:cubicBezTo>
                  <a:pt x="244873" y="74209"/>
                  <a:pt x="244873" y="74209"/>
                  <a:pt x="249635" y="69447"/>
                </a:cubicBezTo>
                <a:cubicBezTo>
                  <a:pt x="250826" y="68256"/>
                  <a:pt x="250826" y="65875"/>
                  <a:pt x="249635" y="64684"/>
                </a:cubicBezTo>
                <a:cubicBezTo>
                  <a:pt x="249635" y="64684"/>
                  <a:pt x="249635" y="64684"/>
                  <a:pt x="247254" y="62303"/>
                </a:cubicBezTo>
                <a:close/>
                <a:moveTo>
                  <a:pt x="24647" y="48412"/>
                </a:moveTo>
                <a:cubicBezTo>
                  <a:pt x="24647" y="48412"/>
                  <a:pt x="24647" y="48412"/>
                  <a:pt x="201069" y="48412"/>
                </a:cubicBezTo>
                <a:cubicBezTo>
                  <a:pt x="206258" y="48412"/>
                  <a:pt x="210149" y="49705"/>
                  <a:pt x="214041" y="52292"/>
                </a:cubicBezTo>
                <a:cubicBezTo>
                  <a:pt x="214041" y="52292"/>
                  <a:pt x="214041" y="52292"/>
                  <a:pt x="193285" y="76863"/>
                </a:cubicBezTo>
                <a:cubicBezTo>
                  <a:pt x="189394" y="74277"/>
                  <a:pt x="185502" y="72983"/>
                  <a:pt x="181610" y="72983"/>
                </a:cubicBezTo>
                <a:cubicBezTo>
                  <a:pt x="181610" y="72983"/>
                  <a:pt x="181610" y="72983"/>
                  <a:pt x="45403" y="72983"/>
                </a:cubicBezTo>
                <a:cubicBezTo>
                  <a:pt x="33728" y="72983"/>
                  <a:pt x="24647" y="82036"/>
                  <a:pt x="24647" y="93675"/>
                </a:cubicBezTo>
                <a:cubicBezTo>
                  <a:pt x="24647" y="93675"/>
                  <a:pt x="24647" y="93675"/>
                  <a:pt x="24647" y="268262"/>
                </a:cubicBezTo>
                <a:cubicBezTo>
                  <a:pt x="24647" y="278608"/>
                  <a:pt x="33728" y="287660"/>
                  <a:pt x="45403" y="287660"/>
                </a:cubicBezTo>
                <a:cubicBezTo>
                  <a:pt x="45403" y="287660"/>
                  <a:pt x="45403" y="287660"/>
                  <a:pt x="181610" y="287660"/>
                </a:cubicBezTo>
                <a:cubicBezTo>
                  <a:pt x="193285" y="287660"/>
                  <a:pt x="202366" y="278608"/>
                  <a:pt x="202366" y="268262"/>
                </a:cubicBezTo>
                <a:cubicBezTo>
                  <a:pt x="202366" y="268262"/>
                  <a:pt x="202366" y="268262"/>
                  <a:pt x="202366" y="202307"/>
                </a:cubicBezTo>
                <a:cubicBezTo>
                  <a:pt x="202366" y="202307"/>
                  <a:pt x="202366" y="201014"/>
                  <a:pt x="203663" y="201014"/>
                </a:cubicBezTo>
                <a:cubicBezTo>
                  <a:pt x="203663" y="199720"/>
                  <a:pt x="204960" y="199720"/>
                  <a:pt x="206258" y="198427"/>
                </a:cubicBezTo>
                <a:cubicBezTo>
                  <a:pt x="206258" y="198427"/>
                  <a:pt x="206258" y="198427"/>
                  <a:pt x="227013" y="175149"/>
                </a:cubicBezTo>
                <a:cubicBezTo>
                  <a:pt x="227013" y="175149"/>
                  <a:pt x="227013" y="175149"/>
                  <a:pt x="227013" y="287660"/>
                </a:cubicBezTo>
                <a:cubicBezTo>
                  <a:pt x="227013" y="301886"/>
                  <a:pt x="215338" y="313525"/>
                  <a:pt x="201069" y="313525"/>
                </a:cubicBezTo>
                <a:cubicBezTo>
                  <a:pt x="201069" y="313525"/>
                  <a:pt x="201069" y="313525"/>
                  <a:pt x="25944" y="313525"/>
                </a:cubicBezTo>
                <a:cubicBezTo>
                  <a:pt x="11675" y="313525"/>
                  <a:pt x="0" y="301886"/>
                  <a:pt x="0" y="287660"/>
                </a:cubicBezTo>
                <a:cubicBezTo>
                  <a:pt x="0" y="287660"/>
                  <a:pt x="0" y="287660"/>
                  <a:pt x="0" y="72983"/>
                </a:cubicBezTo>
                <a:cubicBezTo>
                  <a:pt x="0" y="60051"/>
                  <a:pt x="10378" y="48412"/>
                  <a:pt x="24647" y="48412"/>
                </a:cubicBezTo>
                <a:close/>
                <a:moveTo>
                  <a:pt x="242888" y="42062"/>
                </a:moveTo>
                <a:lnTo>
                  <a:pt x="285751" y="81750"/>
                </a:lnTo>
                <a:lnTo>
                  <a:pt x="279401" y="89687"/>
                </a:lnTo>
                <a:lnTo>
                  <a:pt x="200026" y="178587"/>
                </a:lnTo>
                <a:lnTo>
                  <a:pt x="193676" y="184937"/>
                </a:lnTo>
                <a:lnTo>
                  <a:pt x="150813" y="146837"/>
                </a:lnTo>
                <a:lnTo>
                  <a:pt x="155576" y="138899"/>
                </a:lnTo>
                <a:lnTo>
                  <a:pt x="236538" y="48412"/>
                </a:lnTo>
                <a:close/>
                <a:moveTo>
                  <a:pt x="257175" y="26187"/>
                </a:moveTo>
                <a:lnTo>
                  <a:pt x="301625" y="64287"/>
                </a:lnTo>
                <a:lnTo>
                  <a:pt x="295275" y="72225"/>
                </a:lnTo>
                <a:lnTo>
                  <a:pt x="290513" y="75400"/>
                </a:lnTo>
                <a:lnTo>
                  <a:pt x="247650" y="37300"/>
                </a:lnTo>
                <a:lnTo>
                  <a:pt x="250825" y="34125"/>
                </a:lnTo>
                <a:close/>
                <a:moveTo>
                  <a:pt x="285750" y="11899"/>
                </a:moveTo>
                <a:lnTo>
                  <a:pt x="279400" y="19837"/>
                </a:lnTo>
                <a:lnTo>
                  <a:pt x="304800" y="43649"/>
                </a:lnTo>
                <a:lnTo>
                  <a:pt x="312738" y="35712"/>
                </a:lnTo>
                <a:close/>
                <a:moveTo>
                  <a:pt x="285265" y="516"/>
                </a:moveTo>
                <a:cubicBezTo>
                  <a:pt x="289152" y="-801"/>
                  <a:pt x="291744" y="516"/>
                  <a:pt x="294336" y="3151"/>
                </a:cubicBezTo>
                <a:cubicBezTo>
                  <a:pt x="294336" y="3151"/>
                  <a:pt x="294336" y="3151"/>
                  <a:pt x="318958" y="25545"/>
                </a:cubicBezTo>
                <a:cubicBezTo>
                  <a:pt x="324142" y="30814"/>
                  <a:pt x="325438" y="38718"/>
                  <a:pt x="320254" y="43987"/>
                </a:cubicBezTo>
                <a:cubicBezTo>
                  <a:pt x="320254" y="43987"/>
                  <a:pt x="320254" y="43987"/>
                  <a:pt x="305999" y="61112"/>
                </a:cubicBezTo>
                <a:cubicBezTo>
                  <a:pt x="305999" y="61112"/>
                  <a:pt x="305999" y="61112"/>
                  <a:pt x="261938" y="20276"/>
                </a:cubicBezTo>
                <a:cubicBezTo>
                  <a:pt x="261938" y="20276"/>
                  <a:pt x="261938" y="20276"/>
                  <a:pt x="276193" y="4468"/>
                </a:cubicBezTo>
                <a:cubicBezTo>
                  <a:pt x="278785" y="1834"/>
                  <a:pt x="281377" y="516"/>
                  <a:pt x="285265" y="516"/>
                </a:cubicBezTo>
                <a:close/>
              </a:path>
            </a:pathLst>
          </a:custGeom>
          <a:solidFill>
            <a:srgbClr val="5BAE56"/>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70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14" name="直接连接符 13">
            <a:extLst>
              <a:ext uri="{FF2B5EF4-FFF2-40B4-BE49-F238E27FC236}">
                <a16:creationId xmlns:a16="http://schemas.microsoft.com/office/drawing/2014/main" id="{2C05A16D-4AB3-4428-9BB0-CFA045FE3CF4}"/>
              </a:ext>
            </a:extLst>
          </p:cNvPr>
          <p:cNvCxnSpPr/>
          <p:nvPr/>
        </p:nvCxnSpPr>
        <p:spPr>
          <a:xfrm>
            <a:off x="5866765" y="668020"/>
            <a:ext cx="844550" cy="0"/>
          </a:xfrm>
          <a:prstGeom prst="line">
            <a:avLst/>
          </a:prstGeom>
          <a:ln>
            <a:solidFill>
              <a:srgbClr val="5BAE56"/>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9FACE475-EA60-4034-9F1C-98B322E199E7}"/>
              </a:ext>
            </a:extLst>
          </p:cNvPr>
          <p:cNvSpPr txBox="1"/>
          <p:nvPr/>
        </p:nvSpPr>
        <p:spPr>
          <a:xfrm>
            <a:off x="4823460" y="90895"/>
            <a:ext cx="311404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r>
              <a:rPr lang="zh-CN" altLang="en-US"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亲子沟通</a:t>
            </a:r>
            <a:r>
              <a:rPr lang="en-US" altLang="zh-CN" sz="3200" dirty="0">
                <a:solidFill>
                  <a:srgbClr val="5BAE56"/>
                </a:solidFill>
                <a:effectLst/>
                <a:uFillTx/>
                <a:latin typeface="方正正大黑简体" panose="02000000000000000000" pitchFamily="2" charset="-122"/>
                <a:ea typeface="方正正大黑简体" panose="02000000000000000000" pitchFamily="2" charset="-122"/>
                <a:cs typeface="微软雅黑" panose="020B0503020204020204" pitchFamily="34" charset="-122"/>
                <a:sym typeface="+mn-lt"/>
              </a:rPr>
              <a:t>PPT</a:t>
            </a:r>
          </a:p>
        </p:txBody>
      </p:sp>
    </p:spTree>
  </p:cSld>
  <p:clrMapOvr>
    <a:masterClrMapping/>
  </p:clrMapOvr>
  <mc:AlternateContent xmlns:mc="http://schemas.openxmlformats.org/markup-compatibility/2006" xmlns:p14="http://schemas.microsoft.com/office/powerpoint/2010/main">
    <mc:Choice Requires="p14">
      <p:transition spd="slow" p14:dur="900" advTm="0">
        <p14:warp dir="in"/>
      </p:transition>
    </mc:Choice>
    <mc:Fallback xmlns:a16="http://schemas.microsoft.com/office/drawing/2014/main"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1000"/>
                                        <p:tgtEl>
                                          <p:spTgt spid="23"/>
                                        </p:tgtEl>
                                      </p:cBhvr>
                                    </p:animEffect>
                                    <p:anim calcmode="lin" valueType="num">
                                      <p:cBhvr>
                                        <p:cTn id="14" dur="1000" fill="hold"/>
                                        <p:tgtEl>
                                          <p:spTgt spid="23"/>
                                        </p:tgtEl>
                                        <p:attrNameLst>
                                          <p:attrName>ppt_x</p:attrName>
                                        </p:attrNameLst>
                                      </p:cBhvr>
                                      <p:tavLst>
                                        <p:tav tm="0">
                                          <p:val>
                                            <p:strVal val="#ppt_x"/>
                                          </p:val>
                                        </p:tav>
                                        <p:tav tm="100000">
                                          <p:val>
                                            <p:strVal val="#ppt_x"/>
                                          </p:val>
                                        </p:tav>
                                      </p:tavLst>
                                    </p:anim>
                                    <p:anim calcmode="lin" valueType="num">
                                      <p:cBhvr>
                                        <p:cTn id="15" dur="1000" fill="hold"/>
                                        <p:tgtEl>
                                          <p:spTgt spid="23"/>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1000"/>
                                        <p:tgtEl>
                                          <p:spTgt spid="3"/>
                                        </p:tgtEl>
                                      </p:cBhvr>
                                    </p:animEffect>
                                    <p:anim calcmode="lin" valueType="num">
                                      <p:cBhvr>
                                        <p:cTn id="26" dur="1000" fill="hold"/>
                                        <p:tgtEl>
                                          <p:spTgt spid="3"/>
                                        </p:tgtEl>
                                        <p:attrNameLst>
                                          <p:attrName>ppt_x</p:attrName>
                                        </p:attrNameLst>
                                      </p:cBhvr>
                                      <p:tavLst>
                                        <p:tav tm="0">
                                          <p:val>
                                            <p:strVal val="#ppt_x"/>
                                          </p:val>
                                        </p:tav>
                                        <p:tav tm="100000">
                                          <p:val>
                                            <p:strVal val="#ppt_x"/>
                                          </p:val>
                                        </p:tav>
                                      </p:tavLst>
                                    </p:anim>
                                    <p:anim calcmode="lin" valueType="num">
                                      <p:cBhvr>
                                        <p:cTn id="27"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 grpId="0" animBg="1"/>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p:cNvSpPr>
            <a:spLocks noChangeArrowheads="1"/>
          </p:cNvSpPr>
          <p:nvPr/>
        </p:nvSpPr>
        <p:spPr bwMode="auto">
          <a:xfrm>
            <a:off x="3895090" y="2061844"/>
            <a:ext cx="51308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dist">
              <a:buFont typeface="微软雅黑" panose="020B0503020204020204" pitchFamily="34" charset="-122"/>
              <a:buNone/>
            </a:pPr>
            <a:r>
              <a:rPr lang="zh-CN" altLang="en-US" sz="6000" b="1" dirty="0">
                <a:solidFill>
                  <a:srgbClr val="5BAE56"/>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THANK YOU</a:t>
            </a:r>
          </a:p>
        </p:txBody>
      </p:sp>
      <p:sp>
        <p:nvSpPr>
          <p:cNvPr id="17" name="矩形 16"/>
          <p:cNvSpPr/>
          <p:nvPr/>
        </p:nvSpPr>
        <p:spPr>
          <a:xfrm>
            <a:off x="3732530" y="2941319"/>
            <a:ext cx="5384800" cy="573405"/>
          </a:xfrm>
          <a:prstGeom prst="rect">
            <a:avLst/>
          </a:prstGeom>
          <a:noFill/>
          <a:ln w="25400" cap="flat">
            <a:noFill/>
            <a:miter lim="400000"/>
          </a:ln>
          <a:effectLst/>
        </p:spPr>
        <p:txBody>
          <a:bodyPr wrap="square" lIns="0" tIns="0" rIns="0" bIns="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60000"/>
              </a:lnSpc>
              <a:defRPr/>
            </a:pPr>
            <a:r>
              <a:rPr lang="zh-CN" altLang="en-US" sz="12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单击此处输入你的正文，文字是您思想的提炼，为了最终演示发布的良好效果</a:t>
            </a:r>
          </a:p>
          <a:p>
            <a:pPr lvl="0" algn="ctr">
              <a:lnSpc>
                <a:spcPct val="160000"/>
              </a:lnSpc>
              <a:defRPr/>
            </a:pPr>
            <a:r>
              <a:rPr lang="zh-CN" altLang="en-US" sz="12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请尽量言简意赅的阐述观点</a:t>
            </a:r>
            <a:endParaRPr lang="zh-CN" altLang="en-US" sz="1200">
              <a:solidFill>
                <a:schemeClr val="tx1">
                  <a:lumMod val="65000"/>
                  <a:lumOff val="35000"/>
                </a:schemeClr>
              </a:solidFill>
              <a:effectLst/>
              <a:latin typeface="微软雅黑" panose="020B0503020204020204" pitchFamily="34" charset="-122"/>
              <a:ea typeface="微软雅黑" panose="020B0503020204020204" pitchFamily="34" charset="-122"/>
              <a:cs typeface="+mn-ea"/>
              <a:sym typeface="+mn-lt"/>
            </a:endParaRPr>
          </a:p>
        </p:txBody>
      </p:sp>
      <p:sp>
        <p:nvSpPr>
          <p:cNvPr id="5" name="任意多边形 4"/>
          <p:cNvSpPr/>
          <p:nvPr/>
        </p:nvSpPr>
        <p:spPr>
          <a:xfrm>
            <a:off x="7456170" y="2464434"/>
            <a:ext cx="2540000" cy="955040"/>
          </a:xfrm>
          <a:custGeom>
            <a:avLst/>
            <a:gdLst>
              <a:gd name="connisteX0" fmla="*/ 1757680 w 2540000"/>
              <a:gd name="connsiteY0" fmla="*/ 0 h 955040"/>
              <a:gd name="connisteX1" fmla="*/ 2540000 w 2540000"/>
              <a:gd name="connsiteY1" fmla="*/ 0 h 955040"/>
              <a:gd name="connisteX2" fmla="*/ 2540000 w 2540000"/>
              <a:gd name="connsiteY2" fmla="*/ 955040 h 955040"/>
              <a:gd name="connisteX3" fmla="*/ 0 w 2540000"/>
              <a:gd name="connsiteY3" fmla="*/ 955040 h 955040"/>
              <a:gd name="connisteX4" fmla="*/ 0 w 2540000"/>
              <a:gd name="connsiteY4" fmla="*/ 914400 h 95504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2540000" h="955040">
                <a:moveTo>
                  <a:pt x="1757680" y="0"/>
                </a:moveTo>
                <a:lnTo>
                  <a:pt x="2540000" y="0"/>
                </a:lnTo>
                <a:lnTo>
                  <a:pt x="2540000" y="955040"/>
                </a:lnTo>
                <a:lnTo>
                  <a:pt x="0" y="955040"/>
                </a:lnTo>
                <a:lnTo>
                  <a:pt x="0" y="914400"/>
                </a:lnTo>
              </a:path>
            </a:pathLst>
          </a:custGeom>
          <a:noFill/>
          <a:ln>
            <a:solidFill>
              <a:srgbClr val="5BAE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微软雅黑" panose="020B0503020204020204" pitchFamily="34" charset="-122"/>
            </a:endParaRPr>
          </a:p>
        </p:txBody>
      </p:sp>
      <p:sp>
        <p:nvSpPr>
          <p:cNvPr id="6" name="任意多边形 5"/>
          <p:cNvSpPr/>
          <p:nvPr/>
        </p:nvSpPr>
        <p:spPr>
          <a:xfrm flipH="1">
            <a:off x="2821305" y="2456179"/>
            <a:ext cx="2540000" cy="955040"/>
          </a:xfrm>
          <a:custGeom>
            <a:avLst/>
            <a:gdLst>
              <a:gd name="connisteX0" fmla="*/ 1757680 w 2540000"/>
              <a:gd name="connsiteY0" fmla="*/ 0 h 955040"/>
              <a:gd name="connisteX1" fmla="*/ 2540000 w 2540000"/>
              <a:gd name="connsiteY1" fmla="*/ 0 h 955040"/>
              <a:gd name="connisteX2" fmla="*/ 2540000 w 2540000"/>
              <a:gd name="connsiteY2" fmla="*/ 955040 h 955040"/>
              <a:gd name="connisteX3" fmla="*/ 0 w 2540000"/>
              <a:gd name="connsiteY3" fmla="*/ 955040 h 955040"/>
              <a:gd name="connisteX4" fmla="*/ 0 w 2540000"/>
              <a:gd name="connsiteY4" fmla="*/ 914400 h 95504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2540000" h="955040">
                <a:moveTo>
                  <a:pt x="1757680" y="0"/>
                </a:moveTo>
                <a:lnTo>
                  <a:pt x="2540000" y="0"/>
                </a:lnTo>
                <a:lnTo>
                  <a:pt x="2540000" y="955040"/>
                </a:lnTo>
                <a:lnTo>
                  <a:pt x="0" y="955040"/>
                </a:lnTo>
                <a:lnTo>
                  <a:pt x="0" y="914400"/>
                </a:lnTo>
              </a:path>
            </a:pathLst>
          </a:custGeom>
          <a:noFill/>
          <a:ln>
            <a:solidFill>
              <a:srgbClr val="5BAE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微软雅黑" panose="020B0503020204020204" pitchFamily="34" charset="-122"/>
            </a:endParaRPr>
          </a:p>
        </p:txBody>
      </p:sp>
    </p:spTree>
  </p:cSld>
  <p:clrMapOvr>
    <a:masterClrMapping/>
  </p:clrMapOvr>
  <p:transition spd="slow" advClick="0" advTm="2000">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a:extLst>
              <a:ext uri="{FF2B5EF4-FFF2-40B4-BE49-F238E27FC236}">
                <a16:creationId xmlns:a16="http://schemas.microsoft.com/office/drawing/2014/main" id="{3FCE0580-9D1B-EF74-B2D6-3ABC2A2CB185}"/>
              </a:ext>
            </a:extLst>
          </p:cNvPr>
          <p:cNvPicPr>
            <a:picLocks noChangeAspect="1"/>
          </p:cNvPicPr>
          <p:nvPr/>
        </p:nvPicPr>
        <p:blipFill>
          <a:blip r:embed="R66773d41f3d840f5">
            <a:extLst>
              <a:ext uri="{28A0092B-C50C-407E-A947-70E740481C1C}">
                <a14:useLocalDpi xmlns:a14="http://schemas.microsoft.com/office/drawing/2010/main" val="0"/>
              </a:ext>
            </a:extLst>
          </a:blip>
          <a:srcRect/>
          <a:stretch/>
        </p:blipFill>
        <p:spPr>
          <a:xfrm>
            <a:off x="556078" y="373516"/>
            <a:ext cx="10863943" cy="6110967"/>
          </a:xfrm>
          <a:prstGeom prst="rect">
            <a:avLst/>
          </a:prstGeom>
        </p:spPr>
      </p:pic>
      <mc:AlternateContent xmlns:mc="http://schemas.openxmlformats.org/markup-compatibility/2006">
        <mc:Choice xmlns:p14="http://schemas.microsoft.com/office/powerpoint/2010/main" Requires="p14">
          <p:contentPart p14:bwMode="auto" r:id="Rd4bd97d63c624ad7">
            <p14:nvContentPartPr>
              <p14:cNvPr id="16" name="墨迹 15"/>
              <p14:cNvContentPartPr/>
              <p14:nvPr/>
            </p14:nvContentPartPr>
            <p14:xfrm>
              <a:off x="2093051" y="-286110"/>
              <a:ext cx="360" cy="360"/>
            </p14:xfrm>
          </p:contentPart>
        </mc:Choice>
        <mc:Fallback>
          <p:pic>
            <p:nvPicPr>
              <p:cNvPr id="16" name="墨迹 15"/>
              <p:cNvPicPr/>
              <p:nvPr/>
            </p:nvPicPr>
            <p:blipFill>
              <a:blip r:embed="Rab66567102634eae"/>
              <a:stretch>
                <a:fillRect/>
              </a:stretch>
            </p:blipFill>
            <p:spPr>
              <a:xfrm>
                <a:off x="2057051" y="-3221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56fb031c7c2145f3">
            <p14:nvContentPartPr>
              <p14:cNvPr id="17" name="墨迹 16"/>
              <p14:cNvContentPartPr/>
              <p14:nvPr/>
            </p14:nvContentPartPr>
            <p14:xfrm>
              <a:off x="822971" y="-489150"/>
              <a:ext cx="360" cy="360"/>
            </p14:xfrm>
          </p:contentPart>
        </mc:Choice>
        <mc:Fallback>
          <p:pic>
            <p:nvPicPr>
              <p:cNvPr id="17" name="墨迹 16"/>
              <p:cNvPicPr/>
              <p:nvPr/>
            </p:nvPicPr>
            <p:blipFill>
              <a:blip r:embed="Rab66567102634eae"/>
              <a:stretch>
                <a:fillRect/>
              </a:stretch>
            </p:blipFill>
            <p:spPr>
              <a:xfrm>
                <a:off x="786971" y="-525150"/>
                <a:ext cx="72000" cy="72000"/>
              </a:xfrm>
              <a:prstGeom prst="rect">
                <a:avLst/>
              </a:prstGeom>
            </p:spPr>
          </p:pic>
        </mc:Fallback>
      </mc:AlternateContent>
      <p:sp>
        <p:nvSpPr>
          <p:cNvPr id="5" name="文本框 4"/>
          <p:cNvSpPr txBox="1"/>
          <p:nvPr/>
        </p:nvSpPr>
        <p:spPr>
          <a:xfrm>
            <a:off x="995631" y="5853325"/>
            <a:ext cx="5218430" cy="353196"/>
          </a:xfrm>
          <a:prstGeom prst="roundRect">
            <a:avLst/>
          </a:prstGeom>
          <a:solidFill>
            <a:schemeClr val="bg1"/>
          </a:solidFill>
        </p:spPr>
        <p:txBody>
          <a:bodyPr wrap="square">
            <a:noAutofit/>
          </a:bodyPr>
          <a:lstStyle/>
          <a:p>
            <a:r>
              <a:rPr lang="en-US" altLang="zh-CN">
                <a:solidFill>
                  <a:schemeClr val="bg1"/>
                </a:solidFill>
                <a:hlinkClick r:id="R8809fc703bde422096bbdb6c4346b0f9"/>
              </a:rPr>
              <a:t>https://www.pptsupermarket.com/customizes</a:t>
            </a:r>
            <a:endParaRPr lang="en-US" altLang="zh-CN">
              <a:solidFill>
                <a:schemeClr val="bg1"/>
              </a:solidFill>
            </a:endParaRPr>
          </a:p>
        </p:txBody>
      </p:sp>
      <p:pic>
        <p:nvPicPr>
          <p:cNvPr id="3" name="图片 2">
            <a:extLst>
              <a:ext uri="{FF2B5EF4-FFF2-40B4-BE49-F238E27FC236}">
                <a16:creationId xmlns:a16="http://schemas.microsoft.com/office/drawing/2014/main" id="{0C505DC9-B288-9E36-2E1C-FAB4AFFB11D1}"/>
              </a:ext>
            </a:extLst>
          </p:cNvPr>
          <p:cNvPicPr>
            <a:picLocks noChangeAspect="1"/>
          </p:cNvPicPr>
          <p:nvPr/>
        </p:nvPicPr>
        <p:blipFill>
          <a:blip r:embed="R937d28a7485d4ee6" cstate="print">
            <a:extLst>
              <a:ext uri="{28A0092B-C50C-407E-A947-70E740481C1C}">
                <a14:useLocalDpi xmlns:a14="http://schemas.microsoft.com/office/drawing/2010/main" val="0"/>
              </a:ext>
            </a:extLst>
          </a:blip>
          <a:stretch>
            <a:fillRect/>
          </a:stretch>
        </p:blipFill>
        <p:spPr>
          <a:xfrm>
            <a:off x="7861028" y="1584183"/>
            <a:ext cx="2669342" cy="2757368"/>
          </a:xfrm>
          <a:prstGeom prst="rect">
            <a:avLst/>
          </a:prstGeom>
        </p:spPr>
      </p:pic>
      <p:sp>
        <p:nvSpPr>
          <p:cNvPr id="2" name="文本框 1">
            <a:extLst>
              <a:ext uri="{FF2B5EF4-FFF2-40B4-BE49-F238E27FC236}">
                <a16:creationId xmlns:a16="http://schemas.microsoft.com/office/drawing/2014/main" id="{DB6278BE-3286-7688-C839-03607785B618}"/>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64B4C1-1D1A-E7BF-FF1D-C8DA501C10E2}"/>
              </a:ext>
            </a:extLst>
          </p:cNvPr>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p:cNvPicPr>
            <a:picLocks noChangeAspect="1"/>
          </p:cNvPicPr>
          <p:nvPr/>
        </p:nvPicPr>
        <p:blipFill>
          <a:blip r:embed="Rec089dc1846b40eb" cstate="screen">
            <a:extLst>
              <a:ext uri="{28A0092B-C50C-407E-A947-70E740481C1C}">
                <a14:useLocalDpi xmlns:a14="http://schemas.microsoft.com/office/drawing/2010/main"/>
              </a:ext>
            </a:extLst>
          </a:blip>
          <a:stretch>
            <a:fillRect/>
          </a:stretch>
        </p:blipFill>
        <p:spPr>
          <a:xfrm>
            <a:off x="4952144" y="1028495"/>
            <a:ext cx="6814466" cy="480101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a:blip r:embed="Rafda968d1980478d" cstate="print">
            <a:extLst>
              <a:ext uri="{28A0092B-C50C-407E-A947-70E740481C1C}">
                <a14:useLocalDpi xmlns:a14="http://schemas.microsoft.com/office/drawing/2010/main" val="0"/>
              </a:ext>
            </a:extLst>
          </a:blip>
          <a:stretch>
            <a:fillRect/>
          </a:stretch>
        </p:blipFill>
        <p:spPr>
          <a:xfrm>
            <a:off x="699842" y="3904439"/>
            <a:ext cx="1690961" cy="1690961"/>
          </a:xfrm>
          <a:prstGeom prst="rect">
            <a:avLst/>
          </a:prstGeom>
        </p:spPr>
      </p:pic>
      <p:sp>
        <p:nvSpPr>
          <p:cNvPr id="13" name="文本框 12"/>
          <p:cNvSpPr txBox="1"/>
          <p:nvPr/>
        </p:nvSpPr>
        <p:spPr>
          <a:xfrm>
            <a:off x="587177" y="1095947"/>
            <a:ext cx="4154347" cy="2123658"/>
          </a:xfrm>
          <a:prstGeom prst="rect">
            <a:avLst/>
          </a:prstGeom>
          <a:noFill/>
        </p:spPr>
        <p:txBody>
          <a:bodyPr wrap="square">
            <a:spAutoFit/>
          </a:bodyPr>
          <a:lstStyle/>
          <a:p>
            <a:r>
              <a:rPr lang="en-US" altLang="zh-CN" sz="4400" b="1" i="0">
                <a:solidFill>
                  <a:schemeClr val="bg1"/>
                </a:solidFill>
                <a:effectLst/>
                <a:latin typeface="MiSans Medium" panose="00000600000000000000" pitchFamily="2" charset="-122"/>
                <a:ea typeface="MiSans Medium" panose="00000600000000000000" pitchFamily="2" charset="-122"/>
              </a:rPr>
              <a:t>PPT</a:t>
            </a:r>
            <a:r>
              <a:rPr lang="zh-CN" altLang="en-US" sz="4400" b="1" i="0">
                <a:solidFill>
                  <a:schemeClr val="bg1"/>
                </a:solidFill>
                <a:effectLst/>
                <a:latin typeface="MiSans Medium" panose="00000600000000000000" pitchFamily="2" charset="-122"/>
                <a:ea typeface="MiSans Medium" panose="00000600000000000000" pitchFamily="2" charset="-122"/>
              </a:rPr>
              <a:t>超级市场</a:t>
            </a:r>
            <a:r>
              <a:rPr lang="en-US" altLang="zh-CN" sz="4400" b="1" i="0">
                <a:solidFill>
                  <a:schemeClr val="bg1"/>
                </a:solidFill>
                <a:effectLst/>
                <a:latin typeface="MiSans Medium" panose="00000600000000000000" pitchFamily="2" charset="-122"/>
                <a:ea typeface="MiSans Medium" panose="00000600000000000000" pitchFamily="2" charset="-122"/>
              </a:rPr>
              <a:t>AI</a:t>
            </a:r>
          </a:p>
          <a:p>
            <a:r>
              <a:rPr lang="en-US" altLang="zh-CN" sz="4400" b="1" i="0">
                <a:solidFill>
                  <a:schemeClr val="bg1"/>
                </a:solidFill>
                <a:effectLst/>
                <a:latin typeface="MiSans Medium" panose="00000600000000000000" pitchFamily="2" charset="-122"/>
                <a:ea typeface="MiSans Medium" panose="00000600000000000000" pitchFamily="2" charset="-122"/>
              </a:rPr>
              <a:t>1</a:t>
            </a:r>
            <a:r>
              <a:rPr lang="zh-CN" altLang="en-US" sz="4400" b="1" i="0">
                <a:solidFill>
                  <a:schemeClr val="bg1"/>
                </a:solidFill>
                <a:effectLst/>
                <a:latin typeface="MiSans Medium" panose="00000600000000000000" pitchFamily="2" charset="-122"/>
                <a:ea typeface="MiSans Medium" panose="00000600000000000000" pitchFamily="2" charset="-122"/>
              </a:rPr>
              <a:t>分钟</a:t>
            </a:r>
            <a:r>
              <a:rPr lang="zh-CN" altLang="en-US" sz="4400" b="1">
                <a:solidFill>
                  <a:schemeClr val="bg1"/>
                </a:solidFill>
                <a:latin typeface="MiSans Medium" panose="00000600000000000000" pitchFamily="2" charset="-122"/>
                <a:ea typeface="MiSans Medium" panose="00000600000000000000" pitchFamily="2" charset="-122"/>
              </a:rPr>
              <a:t>免费</a:t>
            </a:r>
            <a:endParaRPr lang="en-US" altLang="zh-CN" sz="4400" b="1" i="0">
              <a:solidFill>
                <a:schemeClr val="bg1"/>
              </a:solidFill>
              <a:effectLst/>
              <a:latin typeface="MiSans Medium" panose="00000600000000000000" pitchFamily="2" charset="-122"/>
              <a:ea typeface="MiSans Medium" panose="00000600000000000000" pitchFamily="2" charset="-122"/>
            </a:endParaRPr>
          </a:p>
          <a:p>
            <a:r>
              <a:rPr lang="en-US" altLang="zh-CN" sz="4400" b="1" i="0">
                <a:solidFill>
                  <a:schemeClr val="bg1"/>
                </a:solidFill>
                <a:effectLst/>
                <a:latin typeface="MiSans Medium" panose="00000600000000000000" pitchFamily="2" charset="-122"/>
                <a:ea typeface="MiSans Medium" panose="00000600000000000000" pitchFamily="2" charset="-122"/>
              </a:rPr>
              <a:t>AI</a:t>
            </a:r>
            <a:r>
              <a:rPr lang="zh-CN" altLang="en-US" sz="4400" b="1" i="0">
                <a:solidFill>
                  <a:schemeClr val="bg1"/>
                </a:solidFill>
                <a:effectLst/>
                <a:latin typeface="MiSans Medium" panose="00000600000000000000" pitchFamily="2" charset="-122"/>
                <a:ea typeface="MiSans Medium" panose="00000600000000000000" pitchFamily="2" charset="-122"/>
              </a:rPr>
              <a:t>生成精美</a:t>
            </a:r>
            <a:r>
              <a:rPr lang="en-US" altLang="zh-CN" sz="4400" b="1" i="0">
                <a:solidFill>
                  <a:schemeClr val="bg1"/>
                </a:solidFill>
                <a:effectLst/>
                <a:latin typeface="MiSans Medium" panose="00000600000000000000" pitchFamily="2" charset="-122"/>
                <a:ea typeface="MiSans Medium" panose="00000600000000000000" pitchFamily="2" charset="-122"/>
              </a:rPr>
              <a:t>PPT</a:t>
            </a:r>
          </a:p>
        </p:txBody>
      </p:sp>
      <mc:AlternateContent xmlns:mc="http://schemas.openxmlformats.org/markup-compatibility/2006" xmlns:p14="http://schemas.microsoft.com/office/powerpoint/2010/main">
        <mc:Choice Requires="p14">
          <p:contentPart p14:bwMode="auto" r:id="Rbb1f820eeec24808">
            <p14:nvContentPartPr>
              <p14:cNvPr id="15" name="墨迹 14"/>
              <p14:cNvContentPartPr/>
              <p14:nvPr/>
            </p14:nvContentPartPr>
            <p14:xfrm>
              <a:off x="5357445" y="1361610"/>
              <a:ext cx="1892160" cy="360"/>
            </p14:xfrm>
          </p:contentPart>
        </mc:Choice>
        <mc:Fallback xmlns="">
          <p:pic>
            <p:nvPicPr>
              <p:cNvPr id="15" name="墨迹 14"/>
            </p:nvPicPr>
            <p:blipFill>
              <a:blip r:embed="R56f36f51699b4b99"/>
            </p:blipFill>
            <p:spPr>
              <a:xfrm>
                <a:off x="5357445" y="1361610"/>
                <a:ext cx="1892160" cy="360"/>
              </a:xfrm>
              <a:prstGeom prst="rect"/>
            </p:spPr>
          </p:pic>
        </mc:Fallback>
      </mc:AlternateContent>
      <mc:AlternateContent xmlns:mc="http://schemas.openxmlformats.org/markup-compatibility/2006">
        <mc:Choice xmlns:p14="http://schemas.microsoft.com/office/powerpoint/2010/main" Requires="p14">
          <p:contentPart p14:bwMode="auto" r:id="R30993bdde6bc4ce0">
            <p14:nvContentPartPr>
              <p14:cNvPr id="16" name="墨迹 15"/>
              <p14:cNvContentPartPr/>
              <p14:nvPr/>
            </p14:nvContentPartPr>
            <p14:xfrm>
              <a:off x="1974990" y="-204574"/>
              <a:ext cx="360" cy="360"/>
            </p14:xfrm>
          </p:contentPart>
        </mc:Choice>
        <mc:Fallback>
          <p:pic>
            <p:nvPicPr>
              <p:cNvPr id="16" name="墨迹 15"/>
              <p:cNvPicPr/>
              <p:nvPr/>
            </p:nvPicPr>
            <p:blipFill>
              <a:blip r:embed="R84619456fbc94111"/>
              <a:stretch>
                <a:fillRect/>
              </a:stretch>
            </p:blipFill>
            <p:spPr>
              <a:xfrm>
                <a:off x="1938990" y="-2405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22552cdc2d044766">
            <p14:nvContentPartPr>
              <p14:cNvPr id="17" name="墨迹 16"/>
              <p14:cNvContentPartPr/>
              <p14:nvPr/>
            </p14:nvContentPartPr>
            <p14:xfrm>
              <a:off x="704910" y="-489150"/>
              <a:ext cx="360" cy="360"/>
            </p14:xfrm>
          </p:contentPart>
        </mc:Choice>
        <mc:Fallback xmlns="">
          <p:pic>
            <p:nvPicPr>
              <p:cNvPr id="17" name="墨迹 16"/>
            </p:nvPicPr>
            <p:blipFill>
              <a:blip r:embed="Re0bc6cb411574547"/>
            </p:blipFill>
            <p:spPr>
              <a:xfrm>
                <a:off x="704910" y="-489150"/>
                <a:ext cx="360" cy="360"/>
              </a:xfrm>
              <a:prstGeom prst="rect"/>
            </p:spPr>
          </p:pic>
        </mc:Fallback>
      </mc:AlternateContent>
      <p:pic>
        <p:nvPicPr>
          <p:cNvPr id="19" name="图片 18"/>
          <p:cNvPicPr>
            <a:picLocks noChangeAspect="1"/>
          </p:cNvPicPr>
          <p:nvPr/>
        </p:nvPicPr>
        <p:blipFill>
          <a:blip r:embed="Rc48bf6bfd83d49da">
            <a:extLst>
              <a:ext uri="{28A0092B-C50C-407E-A947-70E740481C1C}">
                <a14:useLocalDpi xmlns:a14="http://schemas.microsoft.com/office/drawing/2010/main" val="0"/>
              </a:ext>
            </a:extLst>
          </a:blip>
          <a:stretch>
            <a:fillRect/>
          </a:stretch>
        </p:blipFill>
        <p:spPr>
          <a:xfrm>
            <a:off x="693632" y="3902536"/>
            <a:ext cx="1690960" cy="1690960"/>
          </a:xfrm>
          <a:prstGeom prst="rect">
            <a:avLst/>
          </a:prstGeom>
        </p:spPr>
      </p:pic>
      <p:pic>
        <p:nvPicPr>
          <p:cNvPr id="21" name="图片 20"/>
          <p:cNvPicPr>
            <a:picLocks noChangeAspect="1"/>
          </p:cNvPicPr>
          <p:nvPr/>
        </p:nvPicPr>
        <p:blipFill>
          <a:blip r:embed="Rf34a3859a3674110" cstate="print">
            <a:extLst>
              <a:ext uri="{28A0092B-C50C-407E-A947-70E740481C1C}">
                <a14:useLocalDpi xmlns:a14="http://schemas.microsoft.com/office/drawing/2010/main" val="0"/>
              </a:ext>
            </a:extLst>
          </a:blip>
          <a:stretch>
            <a:fillRect/>
          </a:stretch>
        </p:blipFill>
        <p:spPr>
          <a:xfrm>
            <a:off x="2597770" y="3902536"/>
            <a:ext cx="1690960" cy="1690960"/>
          </a:xfrm>
          <a:prstGeom prst="rect">
            <a:avLst/>
          </a:prstGeom>
        </p:spPr>
      </p:pic>
      <p:sp>
        <p:nvSpPr>
          <p:cNvPr id="23" name="文本框 22"/>
          <p:cNvSpPr txBox="1"/>
          <p:nvPr/>
        </p:nvSpPr>
        <p:spPr>
          <a:xfrm>
            <a:off x="693632" y="3288809"/>
            <a:ext cx="3648020" cy="369332"/>
          </a:xfrm>
          <a:prstGeom prst="rect">
            <a:avLst/>
          </a:prstGeom>
          <a:solidFill>
            <a:schemeClr val="bg1"/>
          </a:solidFill>
        </p:spPr>
        <p:txBody>
          <a:bodyPr wrap="square">
            <a:spAutoFit/>
          </a:bodyPr>
          <a:lstStyle/>
          <a:p>
            <a:r>
              <a:rPr lang="en-US" altLang="zh-CN">
                <a:solidFill>
                  <a:schemeClr val="bg1"/>
                </a:solidFill>
                <a:hlinkClick r:id="R1224838571594d05a71b56fac9e77539"/>
              </a:rPr>
              <a:t>https://www.pptsupermarket.com</a:t>
            </a:r>
            <a:endParaRPr lang="zh-CN" altLang="en-US">
              <a:solidFill>
                <a:schemeClr val="bg1"/>
              </a:solidFill>
            </a:endParaRPr>
          </a:p>
        </p:txBody>
      </p:sp>
      <p:sp>
        <p:nvSpPr>
          <p:cNvPr id="3" name="文本框 2">
            <a:extLst>
              <a:ext uri="{FF2B5EF4-FFF2-40B4-BE49-F238E27FC236}">
                <a16:creationId xmlns:a16="http://schemas.microsoft.com/office/drawing/2014/main" id="{20A45F51-90AD-52ED-9B4B-9163368ABC90}"/>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rgbClr val="EA6C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26cbfd6fa7224e3f" cstate="print">
            <a:extLst>
              <a:ext uri="{28A0092B-C50C-407E-A947-70E740481C1C}">
                <a14:useLocalDpi xmlns:a14="http://schemas.microsoft.com/office/drawing/2010/main" val="0"/>
              </a:ext>
            </a:extLst>
          </a:blip>
          <a:stretch>
            <a:fillRect/>
          </a:stretch>
        </p:blipFill>
        <p:spPr>
          <a:xfrm>
            <a:off x="2820996" y="2078418"/>
            <a:ext cx="2674457" cy="2674457"/>
          </a:xfrm>
          <a:prstGeom prst="rect">
            <a:avLst/>
          </a:prstGeom>
        </p:spPr>
      </p:pic>
      <p:sp>
        <p:nvSpPr>
          <p:cNvPr id="2" name="文本框 1"/>
          <p:cNvSpPr txBox="1"/>
          <p:nvPr/>
        </p:nvSpPr>
        <p:spPr>
          <a:xfrm>
            <a:off x="762797" y="3051843"/>
            <a:ext cx="3096259" cy="646331"/>
          </a:xfrm>
          <a:prstGeom prst="rect">
            <a:avLst/>
          </a:prstGeom>
          <a:noFill/>
        </p:spPr>
        <p:txBody>
          <a:bodyPr wrap="square" rtlCol="0">
            <a:spAutoFit/>
          </a:bodyPr>
          <a:lstStyle/>
          <a:p>
            <a:r>
              <a:rPr lang="en-US" altLang="zh-CN" sz="3600" b="1" dirty="0">
                <a:solidFill>
                  <a:schemeClr val="bg1"/>
                </a:solidFill>
                <a:latin typeface="仓耳渔阳体 W01" panose="02020400000000000000" pitchFamily="18" charset="-122"/>
                <a:ea typeface="仓耳渔阳体 W01" panose="02020400000000000000" pitchFamily="18" charset="-122"/>
              </a:rPr>
              <a:t>Powered by</a:t>
            </a:r>
            <a:endParaRPr lang="zh-CN" altLang="en-US" sz="3600" b="1" dirty="0">
              <a:solidFill>
                <a:schemeClr val="bg1"/>
              </a:solidFill>
              <a:latin typeface="仓耳渔阳体 W01" panose="02020400000000000000" pitchFamily="18" charset="-122"/>
              <a:ea typeface="仓耳渔阳体 W01" panose="02020400000000000000" pitchFamily="18" charset="-122"/>
            </a:endParaRPr>
          </a:p>
        </p:txBody>
      </p:sp>
      <p:sp>
        <p:nvSpPr>
          <p:cNvPr id="9" name="文本框 8"/>
          <p:cNvSpPr txBox="1"/>
          <p:nvPr/>
        </p:nvSpPr>
        <p:spPr>
          <a:xfrm>
            <a:off x="6082502"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定制</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3" name="矩形 2"/>
          <p:cNvSpPr/>
          <p:nvPr/>
        </p:nvSpPr>
        <p:spPr>
          <a:xfrm>
            <a:off x="5080955" y="1864461"/>
            <a:ext cx="45719" cy="3102372"/>
          </a:xfrm>
          <a:prstGeom prst="rect">
            <a:avLst/>
          </a:prstGeom>
          <a:solidFill>
            <a:schemeClr val="bg1">
              <a:lumMod val="9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a4b60d713bf1462e">
            <a:extLst>
              <a:ext uri="{28A0092B-C50C-407E-A947-70E740481C1C}">
                <a14:useLocalDpi xmlns:a14="http://schemas.microsoft.com/office/drawing/2010/main" val="0"/>
              </a:ext>
            </a:extLst>
          </a:blip>
          <a:stretch>
            <a:fillRect/>
          </a:stretch>
        </p:blipFill>
        <p:spPr>
          <a:xfrm>
            <a:off x="5724696" y="2021301"/>
            <a:ext cx="2681263" cy="2674457"/>
          </a:xfrm>
          <a:prstGeom prst="rect">
            <a:avLst/>
          </a:prstGeom>
        </p:spPr>
      </p:pic>
      <p:pic>
        <p:nvPicPr>
          <p:cNvPr id="10" name="图片 9"/>
          <p:cNvPicPr>
            <a:picLocks noChangeAspect="1"/>
          </p:cNvPicPr>
          <p:nvPr/>
        </p:nvPicPr>
        <p:blipFill>
          <a:blip r:embed="Rbdc1f64ae41b49a8">
            <a:extLst>
              <a:ext uri="{28A0092B-C50C-407E-A947-70E740481C1C}">
                <a14:useLocalDpi xmlns:a14="http://schemas.microsoft.com/office/drawing/2010/main" val="0"/>
              </a:ext>
            </a:extLst>
          </a:blip>
          <a:stretch>
            <a:fillRect/>
          </a:stretch>
        </p:blipFill>
        <p:spPr>
          <a:xfrm>
            <a:off x="8610918" y="2021301"/>
            <a:ext cx="2674457" cy="2674457"/>
          </a:xfrm>
          <a:prstGeom prst="rect">
            <a:avLst/>
          </a:prstGeom>
        </p:spPr>
      </p:pic>
      <p:sp>
        <p:nvSpPr>
          <p:cNvPr id="11" name="文本框 10"/>
          <p:cNvSpPr txBox="1"/>
          <p:nvPr/>
        </p:nvSpPr>
        <p:spPr>
          <a:xfrm>
            <a:off x="8825793"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下载</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4" name="文本框 3"/>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mc:AlternateContent xmlns:mc="http://schemas.openxmlformats.org/markup-compatibility/2006" xmlns:p14="http://schemas.microsoft.com/office/powerpoint/2010/main">
        <mc:Choice Requires="p14">
          <p:contentPart p14:bwMode="auto" r:id="R5fce3b5134ca4e8f">
            <p14:nvContentPartPr>
              <p14:cNvPr id="8" name="墨迹 7"/>
              <p14:cNvContentPartPr/>
              <p14:nvPr/>
            </p14:nvContentPartPr>
            <p14:xfrm>
              <a:off x="907950" y="-825390"/>
              <a:ext cx="360" cy="360"/>
            </p14:xfrm>
          </p:contentPart>
        </mc:Choice>
        <mc:Fallback xmlns="">
          <p:pic>
            <p:nvPicPr>
              <p:cNvPr id="8" name="墨迹 7"/>
            </p:nvPicPr>
            <p:blipFill>
              <a:blip r:embed="Rdcf32b7b471a4a81"/>
            </p:blipFill>
            <p:spPr>
              <a:xfrm>
                <a:off x="907950" y="-825390"/>
                <a:ext cx="360" cy="360"/>
              </a:xfrm>
              <a:prstGeom prst="rect"/>
            </p:spPr>
          </p:pic>
        </mc:Fallback>
      </mc:AlternateContent>
      <mc:AlternateContent xmlns:mc="http://schemas.openxmlformats.org/markup-compatibility/2006" xmlns:p14="http://schemas.microsoft.com/office/powerpoint/2010/main">
        <mc:Choice Requires="p14">
          <p:contentPart p14:bwMode="auto" r:id="R13ecbbef8e75428d">
            <p14:nvContentPartPr>
              <p14:cNvPr id="13" name="墨迹 12"/>
              <p14:cNvContentPartPr/>
              <p14:nvPr/>
            </p14:nvContentPartPr>
            <p14:xfrm>
              <a:off x="1130070" y="-939870"/>
              <a:ext cx="360" cy="360"/>
            </p14:xfrm>
          </p:contentPart>
        </mc:Choice>
        <mc:Fallback xmlns="">
          <p:pic>
            <p:nvPicPr>
              <p:cNvPr id="13" name="墨迹 12"/>
            </p:nvPicPr>
            <p:blipFill>
              <a:blip r:embed="Rdcf32b7b471a4a81"/>
            </p:blipFill>
            <p:spPr>
              <a:xfrm>
                <a:off x="1130070" y="-939870"/>
                <a:ext cx="360" cy="360"/>
              </a:xfrm>
              <a:prstGeom prst="rect"/>
            </p:spPr>
          </p:pic>
        </mc:Fallback>
      </mc:AlternateContent>
      <mc:AlternateContent xmlns:mc="http://schemas.openxmlformats.org/markup-compatibility/2006" xmlns:p14="http://schemas.microsoft.com/office/powerpoint/2010/main">
        <mc:Choice Requires="p14">
          <p:contentPart p14:bwMode="auto" r:id="R797617a8c51d4147">
            <p14:nvContentPartPr>
              <p14:cNvPr id="14" name="墨迹 13"/>
              <p14:cNvContentPartPr/>
              <p14:nvPr/>
            </p14:nvContentPartPr>
            <p14:xfrm>
              <a:off x="768270" y="-768510"/>
              <a:ext cx="360" cy="360"/>
            </p14:xfrm>
          </p:contentPart>
        </mc:Choice>
        <mc:Fallback xmlns="">
          <p:pic>
            <p:nvPicPr>
              <p:cNvPr id="14" name="墨迹 13"/>
            </p:nvPicPr>
            <p:blipFill>
              <a:blip r:embed="Rdcf32b7b471a4a81"/>
            </p:blipFill>
            <p:spPr>
              <a:xfrm>
                <a:off x="768270" y="-768510"/>
                <a:ext cx="360" cy="360"/>
              </a:xfrm>
              <a:prstGeom prst="rect"/>
            </p:spPr>
          </p:pic>
        </mc:Fallback>
      </mc:AlternateContent>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2457408" y="1563181"/>
            <a:ext cx="8048861" cy="2355132"/>
          </a:xfrm>
          <a:prstGeom prst="rect">
            <a:avLst/>
          </a:prstGeom>
          <a:noFill/>
        </p:spPr>
        <p:txBody>
          <a:bodyPr wrap="square" rtlCol="0">
            <a:spAutoFit/>
          </a:bodyPr>
          <a:lstStyle/>
          <a:p>
            <a:r>
              <a:rPr lang="zh-CN" altLang="en-US" sz="2400" dirty="0">
                <a:latin typeface="思源黑体 CN Normal" panose="020B0400000000000000" pitchFamily="34" charset="-122"/>
                <a:ea typeface="思源黑体 CN Normal" panose="020B0400000000000000" pitchFamily="34" charset="-122"/>
              </a:rPr>
              <a:t>提示：</a:t>
            </a:r>
            <a:endParaRPr lang="en-US" altLang="zh-CN" sz="2400" dirty="0">
              <a:latin typeface="思源黑体 CN Normal" panose="020B0400000000000000" pitchFamily="34" charset="-122"/>
              <a:ea typeface="思源黑体 CN Normal" panose="020B0400000000000000" pitchFamily="34" charset="-122"/>
            </a:endParaRPr>
          </a:p>
          <a:p>
            <a:endParaRPr lang="en-US" altLang="zh-CN" dirty="0">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此文件仅供您在内部团队交流学习交流之用，</a:t>
            </a:r>
            <a:r>
              <a:rPr lang="zh-CN" altLang="en-US" dirty="0">
                <a:solidFill>
                  <a:srgbClr val="FF0000"/>
                </a:solidFill>
                <a:latin typeface="思源黑体 CN Normal" panose="020B0400000000000000" pitchFamily="34" charset="-122"/>
                <a:ea typeface="思源黑体 CN Normal" panose="020B0400000000000000" pitchFamily="34" charset="-122"/>
              </a:rPr>
              <a:t>严禁</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在其他公共领域传播或商用。如果因为您将本站资源用于其他用途而引起的纠纷，本站不负任何责任</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部分页面仅有一行过渡文字，如不需要请删除</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文档正文字体为：思源等宽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SourceHanMonoSC</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-Light)</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MiSans</a:t>
            </a:r>
            <a:r>
              <a:rPr lang="en-US" altLang="zh-CN" dirty="0">
                <a:solidFill>
                  <a:srgbClr val="212529"/>
                </a:solidFill>
                <a:latin typeface="Helvetica Neue"/>
              </a:rPr>
              <a:t>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Normal</a:t>
            </a:r>
          </a:p>
        </p:txBody>
      </p:sp>
      <p:sp>
        <p:nvSpPr>
          <p:cNvPr id="2" name="文本框 1"/>
          <p:cNvSpPr txBox="1"/>
          <p:nvPr/>
        </p:nvSpPr>
        <p:spPr>
          <a:xfrm>
            <a:off x="2457409" y="4417013"/>
            <a:ext cx="5277798" cy="369332"/>
          </a:xfrm>
          <a:prstGeom prst="rect">
            <a:avLst/>
          </a:prstGeom>
          <a:noFill/>
        </p:spPr>
        <p:txBody>
          <a:bodyPr wrap="square" rtlCol="0">
            <a:spAutoFit/>
          </a:bodyPr>
          <a:lstStyle/>
          <a:p>
            <a:r>
              <a:rPr lang="zh-CN" altLang="en-US" dirty="0">
                <a:hlinkClick r:id="R49d7508690df42e79a21ae2bd07d1c94"/>
              </a:rPr>
              <a:t>部分字体来源于</a:t>
            </a:r>
            <a:r>
              <a:rPr lang="en-US" altLang="zh-CN" dirty="0">
                <a:hlinkClick r:id="R49d7508690df42e79a21ae2bd07d1c94"/>
              </a:rPr>
              <a:t>100font.com  </a:t>
            </a:r>
            <a:r>
              <a:rPr lang="zh-CN" altLang="en-US" dirty="0">
                <a:hlinkClick r:id="R49d7508690df42e79a21ae2bd07d1c94"/>
              </a:rPr>
              <a:t>点击此链接下载字体</a:t>
            </a:r>
            <a:endParaRPr lang="zh-CN" altLang="en-US" dirty="0"/>
          </a:p>
        </p:txBody>
      </p:sp>
      <p:sp>
        <p:nvSpPr>
          <p:cNvPr id="6" name="文本框 5"/>
          <p:cNvSpPr txBox="1"/>
          <p:nvPr/>
        </p:nvSpPr>
        <p:spPr>
          <a:xfrm>
            <a:off x="2457409" y="4822886"/>
            <a:ext cx="7017821" cy="369332"/>
          </a:xfrm>
          <a:prstGeom prst="rect">
            <a:avLst/>
          </a:prstGeom>
          <a:noFill/>
        </p:spPr>
        <p:txBody>
          <a:bodyPr wrap="square" rtlCol="0">
            <a:spAutoFit/>
          </a:bodyPr>
          <a:lstStyle/>
          <a:p>
            <a:r>
              <a:rPr lang="zh-CN" altLang="en-US" dirty="0">
                <a:hlinkClick r:id="Rb323e0f63bc341c9a28d60c20864c7e0"/>
              </a:rPr>
              <a:t>部分图标来源于</a:t>
            </a:r>
            <a:r>
              <a:rPr lang="en-US" altLang="zh-CN" dirty="0">
                <a:hlinkClick r:id="Rb323e0f63bc341c9a28d60c20864c7e0"/>
              </a:rPr>
              <a:t>Storyset.com </a:t>
            </a:r>
            <a:r>
              <a:rPr lang="zh-CN" altLang="en-US" dirty="0">
                <a:hlinkClick r:id="Rb323e0f63bc341c9a28d60c20864c7e0"/>
              </a:rPr>
              <a:t>点击此链接获取图标</a:t>
            </a:r>
            <a:endParaRPr lang="zh-CN" altLang="en-US" dirty="0"/>
          </a:p>
        </p:txBody>
      </p:sp>
      <p:sp>
        <p:nvSpPr>
          <p:cNvPr id="3" name="文本框 2">
            <a:extLst>
              <a:ext uri="{FF2B5EF4-FFF2-40B4-BE49-F238E27FC236}">
                <a16:creationId xmlns:a16="http://schemas.microsoft.com/office/drawing/2014/main" id="{DB88FEA3-84DD-A730-1816-8BF7FBF369D7}"/>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tags/tag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3.xml><?xml version="1.0" encoding="utf-8"?>
<p:tagLst xmlns:a="http://schemas.openxmlformats.org/drawingml/2006/main" xmlns:r="http://schemas.openxmlformats.org/officeDocument/2006/relationships" xmlns:p="http://schemas.openxmlformats.org/presentationml/2006/main">
  <p:tag name="KSO_WM_DIAGRAM_VIRTUALLY_FRAME" val="{&quot;height&quot;:299.25,&quot;left&quot;:422.75,&quot;top&quot;:138.1,&quot;width&quot;:535}"/>
</p:tagLst>
</file>

<file path=ppt/slides/tags/tag4.xml><?xml version="1.0" encoding="utf-8"?>
<p:tagLst xmlns:a="http://schemas.openxmlformats.org/drawingml/2006/main" xmlns:r="http://schemas.openxmlformats.org/officeDocument/2006/relationships" xmlns:p="http://schemas.openxmlformats.org/presentationml/2006/main">
  <p:tag name="KSO_WM_DIAGRAM_VIRTUALLY_FRAME" val="{&quot;height&quot;:299.25,&quot;left&quot;:422.75,&quot;top&quot;:138.1,&quot;width&quot;:535}"/>
</p:tagLst>
</file>

<file path=ppt/slides/tags/tag5.xml><?xml version="1.0" encoding="utf-8"?>
<p:tagLst xmlns:a="http://schemas.openxmlformats.org/drawingml/2006/main" xmlns:r="http://schemas.openxmlformats.org/officeDocument/2006/relationships" xmlns:p="http://schemas.openxmlformats.org/presentationml/2006/main">
  <p:tag name="KSO_WM_DIAGRAM_VIRTUALLY_FRAME" val="{&quot;height&quot;:299.25,&quot;left&quot;:422.75,&quot;top&quot;:138.1,&quot;width&quot;:535}"/>
</p:tagLst>
</file>

<file path=ppt/slides/tags/tag6.xml><?xml version="1.0" encoding="utf-8"?>
<p:tagLst xmlns:a="http://schemas.openxmlformats.org/drawingml/2006/main" xmlns:r="http://schemas.openxmlformats.org/officeDocument/2006/relationships" xmlns:p="http://schemas.openxmlformats.org/presentationml/2006/main">
  <p:tag name="KSO_WM_DIAGRAM_VIRTUALLY_FRAME" val="{&quot;height&quot;:299.25,&quot;left&quot;:422.75,&quot;top&quot;:138.1,&quot;width&quot;:535}"/>
</p:tagLst>
</file>

<file path=ppt/slides/tags/tag7.xml><?xml version="1.0" encoding="utf-8"?>
<p:tagLst xmlns:a="http://schemas.openxmlformats.org/drawingml/2006/main" xmlns:r="http://schemas.openxmlformats.org/officeDocument/2006/relationships" xmlns:p="http://schemas.openxmlformats.org/presentationml/2006/main">
  <p:tag name="KSO_WM_DIAGRAM_VIRTUALLY_FRAME" val="{&quot;height&quot;:299.25,&quot;left&quot;:422.75,&quot;top&quot;:138.1,&quot;width&quot;:535}"/>
</p:tagLst>
</file>

<file path=ppt/slides/tags/tag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docProps/app.xml><?xml version="1.0" encoding="utf-8"?>
<Properties xmlns="http://schemas.openxmlformats.org/officeDocument/2006/extended-properties" xmlns:vt="http://schemas.openxmlformats.org/officeDocument/2006/docPropsVTypes">
  <Template>1</Template>
  <TotalTime>5</TotalTime>
  <Words>2129</Words>
  <Application>Microsoft Office PowerPoint</Application>
  <PresentationFormat>宽屏</PresentationFormat>
  <Paragraphs>154</Paragraphs>
  <Slides>20</Slides>
  <Notes>20</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20</vt:i4>
      </vt:variant>
    </vt:vector>
  </HeadingPairs>
  <TitlesOfParts>
    <vt:vector size="25" baseType="lpstr">
      <vt:lpstr>方正正大黑简体</vt:lpstr>
      <vt:lpstr>微软雅黑</vt:lpstr>
      <vt:lpstr>Arial</vt:lpstr>
      <vt:lpstr>第一PPT，www.1ppt.com</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预防溺水</dc:title>
  <dc:creator>第一PPT</dc:creator>
  <cp:keywords>www.1ppt.com</cp:keywords>
  <dc:description>www.1ppt.com</dc:description>
  <cp:lastModifiedBy>JP Liu</cp:lastModifiedBy>
  <cp:revision>17</cp:revision>
  <dcterms:created xsi:type="dcterms:W3CDTF">2022-09-24T12:45:00Z</dcterms:created>
  <dcterms:modified xsi:type="dcterms:W3CDTF">2025-04-28T04:23:55Z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6A5E57A8A4AE4801951984E18FD236BC</vt:lpwstr>
  </property>
  <property fmtid="{D5CDD505-2E9C-101B-9397-08002B2CF9AE}" pid="3" name="KSOProductBuildVer">
    <vt:lpwstr>2052-12.1.0.17147</vt:lpwstr>
  </property>
  <property fmtid="{D5CDD505-2E9C-101B-9397-08002B2CF9AE}" pid="4" name="KSOTemplateUUID">
    <vt:lpwstr>v1.0_mb_FDSTzYA47Z8cv9FH6V8gxw==</vt:lpwstr>
  </property>
</Properties>
</file>