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jpeg"/>
  <Override PartName="/docProps/core.xml" ContentType="application/vnd.openxmlformats-package.core-properties+xml"/>
  <Override PartName="/docProps/app.xml" ContentType="application/vnd.openxmlformats-officedocument.extended-propertie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Slides/notesSlide1.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tags/tag1.xml" ContentType="application/vnd.openxmlformats-officedocument.presentationml.tag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tags/tag2.xml" ContentType="application/vnd.openxmlformats-officedocument.presentationml.tags+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tags/tag3.xml" ContentType="application/vnd.openxmlformats-officedocument.presentationml.tags+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tags/tag4.xml" ContentType="application/vnd.openxmlformats-officedocument.presentationml.tags+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media/image40.bin" ContentType="image/png"/>
  <Override PartName="/ppt/media/image41.bin" ContentType="image/png"/>
  <Override PartName="/ppt/customXML/item.xml" ContentType="application/inkml+xml"/>
  <Override PartName="/ppt/customXML/item2.xml" ContentType="application/inkml+xml"/>
  <Override PartName="/ppt/slides/slide38.xml" ContentType="application/vnd.openxmlformats-officedocument.presentationml.slide+xml"/>
  <Override PartName="/ppt/media/image44.bin" ContentType="image/png"/>
  <Override PartName="/ppt/media/image45.bin" ContentType="image/png"/>
  <Override PartName="/ppt/customXML/item3.xml" ContentType="application/inkml+xml"/>
  <Override PartName="/ppt/customXML/item4.xml" ContentType="application/inkml+xml"/>
  <Override PartName="/ppt/customXML/item5.xml" ContentType="application/inkml+xml"/>
  <Override PartName="/ppt/slides/slide39.xml" ContentType="application/vnd.openxmlformats-officedocument.presentationml.slide+xml"/>
  <Override PartName="/ppt/media/image47.bin" ContentType="image/png"/>
  <Override PartName="/ppt/media/image48.bin" ContentType="image/png"/>
  <Override PartName="/ppt/media/image49.bin" ContentType="image/png"/>
  <Override PartName="/ppt/customXML/item6.xml" ContentType="application/inkml+xml"/>
  <Override PartName="/ppt/customXML/item7.xml" ContentType="application/inkml+xml"/>
  <Override PartName="/ppt/customXML/item8.xml" ContentType="application/inkml+xml"/>
  <Override PartName="/ppt/slides/slide40.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e3b86f0f5ffe4d20" /><Relationship Type="http://schemas.openxmlformats.org/package/2006/relationships/metadata/core-properties" Target="/docProps/core.xml" Id="R108d9ae2703e4cd1" /><Relationship Type="http://schemas.openxmlformats.org/officeDocument/2006/relationships/extended-properties" Target="/docProps/app.xml" Id="Ra2771c9ee23e4fb8"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6fe8bcd22e5d4ca5"/>
  </p:sldMasterIdLst>
  <p:notesMasterIdLst>
    <p:notesMasterId r:id="R5da02471765c47c7"/>
  </p:notesMasterIdLst>
  <p:sldIdLst>
    <p:sldId id="256" r:id="R5a79fdf3bf054e67"/>
    <p:sldId id="257" r:id="Ra83b192735a24903"/>
    <p:sldId id="258" r:id="Rc99cdafa99234c06"/>
    <p:sldId id="259" r:id="R1508c35e5b6740f0"/>
    <p:sldId id="260" r:id="R9b37699b3f574dac"/>
    <p:sldId id="261" r:id="Rba7c78bc5ed84fce"/>
    <p:sldId id="262" r:id="R96d38034b9c74ed3"/>
    <p:sldId id="263" r:id="R2421ce1694f0480c"/>
    <p:sldId id="264" r:id="R809b496948194b61"/>
    <p:sldId id="265" r:id="R759df79e820742d7"/>
    <p:sldId id="266" r:id="R1948eef4454444f3"/>
    <p:sldId id="267" r:id="R77d24b91ed354af5"/>
    <p:sldId id="268" r:id="Rf1edb35384294d8c"/>
    <p:sldId id="269" r:id="Rb3e97d01e8104cea"/>
    <p:sldId id="270" r:id="R07ea3e1e8c4a4d64"/>
    <p:sldId id="271" r:id="R11d56f1cf9984860"/>
    <p:sldId id="272" r:id="Rdb9326a303ba4714"/>
    <p:sldId id="273" r:id="Rd1d8437e0b684a15"/>
    <p:sldId id="274" r:id="R7a5f3b235ae746a3"/>
    <p:sldId id="275" r:id="R9b74594fa7334654"/>
    <p:sldId id="276" r:id="Rd33e462647874b18"/>
    <p:sldId id="277" r:id="R8c913cbe81684f31"/>
    <p:sldId id="278" r:id="Re14b36bb051d4829"/>
    <p:sldId id="279" r:id="R85e8b5ff1b624a7e"/>
    <p:sldId id="280" r:id="R3f8a56426b954065"/>
    <p:sldId id="281" r:id="R353953f2511946ca"/>
    <p:sldId id="282" r:id="R20a0936afe854f82"/>
    <p:sldId id="283" r:id="R13bb6175f7b1448a"/>
    <p:sldId id="284" r:id="Rcd8090a7d29a47f5"/>
    <p:sldId id="285" r:id="R25427020e0e041b9"/>
    <p:sldId id="286" r:id="R17cc8d7a6cab4863"/>
    <p:sldId id="287" r:id="Rfb5b825d63b14671"/>
    <p:sldId id="288" r:id="R431bbfa6d08e4756"/>
    <p:sldId id="289" r:id="R5c194084c55544e0"/>
    <p:sldId id="290" r:id="R856bd956e5724795"/>
    <p:sldId id="291" r:id="R20d7ccfd0d3e4976"/>
    <p:sldId id="292" r:id="R913fffd5db9a4570"/>
    <p:sldId id="293" r:id="R5c0df6e89f3848a4"/>
    <p:sldId id="294" r:id="R8d94814c44a74e72"/>
    <p:sldId id="295" r:id="R6e4686a9fe444ecd"/>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D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82" autoAdjust="0"/>
  </p:normalViewPr>
  <p:slideViewPr>
    <p:cSldViewPr snapToGrid="0">
      <p:cViewPr varScale="1">
        <p:scale>
          <a:sx n="82" d="100"/>
          <a:sy n="82" d="100"/>
        </p:scale>
        <p:origin x="66" y="453"/>
      </p:cViewPr>
      <p:guideLst>
        <p:guide pos="416"/>
        <p:guide pos="7256"/>
        <p:guide orient="horz" pos="648"/>
        <p:guide orient="horz" pos="712"/>
        <p:guide orient="horz" pos="3928"/>
        <p:guide orient="horz" pos="3864"/>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5da02471765c47c7" /><Relationship Type="http://schemas.openxmlformats.org/officeDocument/2006/relationships/presProps" Target="/ppt/presProps.xml" Id="R278dbe6ea7c3455d" /><Relationship Type="http://schemas.openxmlformats.org/officeDocument/2006/relationships/viewProps" Target="/ppt/viewProps.xml" Id="R5a90d9880d9f40f0" /><Relationship Type="http://schemas.openxmlformats.org/officeDocument/2006/relationships/slideMaster" Target="/ppt/slideMasters/slideMaster1.xml" Id="R6fe8bcd22e5d4ca5" /><Relationship Type="http://schemas.openxmlformats.org/officeDocument/2006/relationships/theme" Target="/ppt/slideMasters/theme/theme2.xml" Id="Rbe184784bdb64c59" /><Relationship Type="http://schemas.openxmlformats.org/officeDocument/2006/relationships/slide" Target="/ppt/slides/slide1.xml" Id="R5a79fdf3bf054e67" /><Relationship Type="http://schemas.openxmlformats.org/officeDocument/2006/relationships/slide" Target="/ppt/slides/slide2.xml" Id="Ra83b192735a24903" /><Relationship Type="http://schemas.openxmlformats.org/officeDocument/2006/relationships/slide" Target="/ppt/slides/slide3.xml" Id="Rc99cdafa99234c06" /><Relationship Type="http://schemas.openxmlformats.org/officeDocument/2006/relationships/slide" Target="/ppt/slides/slide4.xml" Id="R1508c35e5b6740f0" /><Relationship Type="http://schemas.openxmlformats.org/officeDocument/2006/relationships/slide" Target="/ppt/slides/slide5.xml" Id="R9b37699b3f574dac" /><Relationship Type="http://schemas.openxmlformats.org/officeDocument/2006/relationships/slide" Target="/ppt/slides/slide6.xml" Id="Rba7c78bc5ed84fce" /><Relationship Type="http://schemas.openxmlformats.org/officeDocument/2006/relationships/slide" Target="/ppt/slides/slide7.xml" Id="R96d38034b9c74ed3" /><Relationship Type="http://schemas.openxmlformats.org/officeDocument/2006/relationships/slide" Target="/ppt/slides/slide8.xml" Id="R2421ce1694f0480c" /><Relationship Type="http://schemas.openxmlformats.org/officeDocument/2006/relationships/slide" Target="/ppt/slides/slide9.xml" Id="R809b496948194b61" /><Relationship Type="http://schemas.openxmlformats.org/officeDocument/2006/relationships/slide" Target="/ppt/slides/slide10.xml" Id="R759df79e820742d7" /><Relationship Type="http://schemas.openxmlformats.org/officeDocument/2006/relationships/slide" Target="/ppt/slides/slide11.xml" Id="R1948eef4454444f3" /><Relationship Type="http://schemas.openxmlformats.org/officeDocument/2006/relationships/slide" Target="/ppt/slides/slide12.xml" Id="R77d24b91ed354af5" /><Relationship Type="http://schemas.openxmlformats.org/officeDocument/2006/relationships/slide" Target="/ppt/slides/slide13.xml" Id="Rf1edb35384294d8c" /><Relationship Type="http://schemas.openxmlformats.org/officeDocument/2006/relationships/slide" Target="/ppt/slides/slide14.xml" Id="Rb3e97d01e8104cea" /><Relationship Type="http://schemas.openxmlformats.org/officeDocument/2006/relationships/slide" Target="/ppt/slides/slide15.xml" Id="R07ea3e1e8c4a4d64" /><Relationship Type="http://schemas.openxmlformats.org/officeDocument/2006/relationships/slide" Target="/ppt/slides/slide16.xml" Id="R11d56f1cf9984860" /><Relationship Type="http://schemas.openxmlformats.org/officeDocument/2006/relationships/slide" Target="/ppt/slides/slide17.xml" Id="Rdb9326a303ba4714" /><Relationship Type="http://schemas.openxmlformats.org/officeDocument/2006/relationships/slide" Target="/ppt/slides/slide18.xml" Id="Rd1d8437e0b684a15" /><Relationship Type="http://schemas.openxmlformats.org/officeDocument/2006/relationships/slide" Target="/ppt/slides/slide19.xml" Id="R7a5f3b235ae746a3" /><Relationship Type="http://schemas.openxmlformats.org/officeDocument/2006/relationships/slide" Target="/ppt/slides/slide20.xml" Id="R9b74594fa7334654" /><Relationship Type="http://schemas.openxmlformats.org/officeDocument/2006/relationships/slide" Target="/ppt/slides/slide21.xml" Id="Rd33e462647874b18" /><Relationship Type="http://schemas.openxmlformats.org/officeDocument/2006/relationships/slide" Target="/ppt/slides/slide22.xml" Id="R8c913cbe81684f31" /><Relationship Type="http://schemas.openxmlformats.org/officeDocument/2006/relationships/slide" Target="/ppt/slides/slide23.xml" Id="Re14b36bb051d4829" /><Relationship Type="http://schemas.openxmlformats.org/officeDocument/2006/relationships/slide" Target="/ppt/slides/slide24.xml" Id="R85e8b5ff1b624a7e" /><Relationship Type="http://schemas.openxmlformats.org/officeDocument/2006/relationships/slide" Target="/ppt/slides/slide25.xml" Id="R3f8a56426b954065" /><Relationship Type="http://schemas.openxmlformats.org/officeDocument/2006/relationships/slide" Target="/ppt/slides/slide26.xml" Id="R353953f2511946ca" /><Relationship Type="http://schemas.openxmlformats.org/officeDocument/2006/relationships/slide" Target="/ppt/slides/slide27.xml" Id="R20a0936afe854f82" /><Relationship Type="http://schemas.openxmlformats.org/officeDocument/2006/relationships/slide" Target="/ppt/slides/slide28.xml" Id="R13bb6175f7b1448a" /><Relationship Type="http://schemas.openxmlformats.org/officeDocument/2006/relationships/slide" Target="/ppt/slides/slide29.xml" Id="Rcd8090a7d29a47f5" /><Relationship Type="http://schemas.openxmlformats.org/officeDocument/2006/relationships/slide" Target="/ppt/slides/slide30.xml" Id="R25427020e0e041b9" /><Relationship Type="http://schemas.openxmlformats.org/officeDocument/2006/relationships/slide" Target="/ppt/slides/slide31.xml" Id="R17cc8d7a6cab4863" /><Relationship Type="http://schemas.openxmlformats.org/officeDocument/2006/relationships/slide" Target="/ppt/slides/slide32.xml" Id="Rfb5b825d63b14671" /><Relationship Type="http://schemas.openxmlformats.org/officeDocument/2006/relationships/slide" Target="/ppt/slides/slide33.xml" Id="R431bbfa6d08e4756" /><Relationship Type="http://schemas.openxmlformats.org/officeDocument/2006/relationships/slide" Target="/ppt/slides/slide34.xml" Id="R5c194084c55544e0" /><Relationship Type="http://schemas.openxmlformats.org/officeDocument/2006/relationships/slide" Target="/ppt/slides/slide35.xml" Id="R856bd956e5724795" /><Relationship Type="http://schemas.openxmlformats.org/officeDocument/2006/relationships/slide" Target="/ppt/slides/slide36.xml" Id="R20d7ccfd0d3e4976" /><Relationship Type="http://schemas.openxmlformats.org/officeDocument/2006/relationships/slide" Target="/ppt/slides/slide37.xml" Id="R913fffd5db9a4570" /><Relationship Type="http://schemas.openxmlformats.org/officeDocument/2006/relationships/slide" Target="/ppt/slides/slide38.xml" Id="R5c0df6e89f3848a4" /><Relationship Type="http://schemas.openxmlformats.org/officeDocument/2006/relationships/slide" Target="/ppt/slides/slide39.xml" Id="R8d94814c44a74e72" /><Relationship Type="http://schemas.openxmlformats.org/officeDocument/2006/relationships/slide" Target="/ppt/slides/slide40.xml" Id="R6e4686a9fe444ecd"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notesMasters/_rels/notesMaster1.xml.rels>&#65279;<?xml version="1.0" encoding="utf-8"?><Relationships xmlns="http://schemas.openxmlformats.org/package/2006/relationships"><Relationship Type="http://schemas.openxmlformats.org/officeDocument/2006/relationships/theme" Target="/ppt/notesMasters/theme/theme1.xml" Id="R34da2a7a7d034cdf"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54837D8-0D29-44DA-8AF0-AFA18C978C70}" type="datetimeFigureOut">
              <a:rPr lang="zh-CN" altLang="en-US"/>
              <a:t>2025/4/28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5B0B85C-25CB-4572-9A58-50B2D85E26FE}" type="slidenum">
              <a:rPr lang="zh-CN" altLang="en-US"/>
              <a:t>‹#›</a:t>
            </a:fld>
            <a:endParaRPr lang="zh-CN" altLang="en-US"/>
          </a:p>
        </p:txBody>
      </p:sp>
    </p:spTree>
    <p:extLst>
      <p:ext uri="{BB962C8B-B14F-4D97-AF65-F5344CB8AC3E}">
        <p14:creationId xmlns:p14="http://schemas.microsoft.com/office/powerpoint/2010/main" val="2171093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notesSlides/_rels/notesSlide1.xml.rels>&#65279;<?xml version="1.0" encoding="utf-8"?><Relationships xmlns="http://schemas.openxmlformats.org/package/2006/relationships"><Relationship Type="http://schemas.openxmlformats.org/officeDocument/2006/relationships/slide" Target="/ppt/slides/slide3.xml" Id="Rfb11c747df3449db" /><Relationship Type="http://schemas.openxmlformats.org/officeDocument/2006/relationships/notesMaster" Target="/ppt/notesMasters/notesMaster1.xml" Id="R3fc0c3bc63c04fbb"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ct val="0"/>
              </a:spcBef>
              <a:spcAft>
                <a:spcPct val="0"/>
              </a:spcAft>
              <a:buClrTx/>
              <a:buSzTx/>
              <a:buFontTx/>
              <a:buNone/>
              <a:defRPr/>
            </a:pPr>
            <a:r>
              <a:rPr lang="zh-CN" altLang="en-US" sz="1200">
                <a:latin typeface="微软雅黑" pitchFamily="34" charset="-122"/>
                <a:ea typeface="微软雅黑" pitchFamily="34" charset="-122"/>
              </a:rPr>
              <a:t>模板来自于：XX</a:t>
            </a:r>
            <a:r>
              <a:rPr lang="en-US" altLang="zh-CN" sz="1200">
                <a:latin typeface="微软雅黑" pitchFamily="34" charset="-122"/>
                <a:ea typeface="微软雅黑" pitchFamily="34" charset="-122"/>
              </a:rPr>
              <a:t>PPT</a:t>
            </a:r>
            <a:r>
              <a:rPr lang="zh-CN" altLang="en-US" sz="1200">
                <a:latin typeface="微软雅黑" pitchFamily="34" charset="-122"/>
                <a:ea typeface="微软雅黑" pitchFamily="34" charset="-122"/>
              </a:rPr>
              <a:t> </a:t>
            </a:r>
            <a:r>
              <a:rPr lang="en-US" altLang="zh-CN" sz="1200">
                <a:latin typeface="微软雅黑" pitchFamily="34" charset="-122"/>
                <a:ea typeface="微软雅黑" pitchFamily="34" charset="-122"/>
              </a:rPr>
              <a:t>https://www.1ppt.com/</a:t>
            </a:r>
            <a:endParaRPr lang="zh-CN" altLang="en-US" sz="1200">
              <a:latin typeface="微软雅黑" pitchFamily="34" charset="-122"/>
              <a:ea typeface="微软雅黑" pitchFamily="34" charset="-122"/>
            </a:endParaRPr>
          </a:p>
          <a:p>
            <a:endParaRPr lang="zh-CN" altLang="en-US"/>
          </a:p>
        </p:txBody>
      </p:sp>
      <p:sp>
        <p:nvSpPr>
          <p:cNvPr id="4" name="灯片编号占位符 3"/>
          <p:cNvSpPr>
            <a:spLocks noGrp="1"/>
          </p:cNvSpPr>
          <p:nvPr>
            <p:ph type="sldNum" sz="quarter" idx="10"/>
          </p:nvPr>
        </p:nvSpPr>
        <p:spPr/>
        <p:txBody>
          <a:bodyPr/>
          <a:lstStyle/>
          <a:p>
            <a:fld id="{25B0B85C-25CB-4572-9A58-50B2D85E26FE}" type="slidenum">
              <a:rPr lang="zh-CN" altLang="en-US"/>
              <a:t>3</a:t>
            </a:fld>
            <a:endParaRPr lang="zh-CN" altLang="en-US"/>
          </a:p>
        </p:txBody>
      </p:sp>
    </p:spTree>
    <p:extLst>
      <p:ext uri="{BB962C8B-B14F-4D97-AF65-F5344CB8AC3E}">
        <p14:creationId xmlns:p14="http://schemas.microsoft.com/office/powerpoint/2010/main" val="1076280951"/>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e006972e574c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081342d52243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d2272287d5460c" /></Relationships>
</file>

<file path=ppt/slideLayouts/_rels/slideLayout4.xml.rels>&#65279;<?xml version="1.0" encoding="utf-8"?><Relationships xmlns="http://schemas.openxmlformats.org/package/2006/relationships"><Relationship Type="http://schemas.openxmlformats.org/officeDocument/2006/relationships/hyperlink" Target="http://www.1ppt.com/hangye/" TargetMode="External" Id="Rc96f00b5350642529ce904cc94ce9072" /><Relationship Type="http://schemas.openxmlformats.org/officeDocument/2006/relationships/slideMaster" Target="/ppt/slideMasters/slideMaster1.xml" Id="R07881b0f358a4a1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fb12e35b3348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bddf921fe47463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1947205664944a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5a8b90ee9194f4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38a31d5719441d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c05e726100849d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21fdeed7dab4409"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d7760be2ed3f49e7" /></Relationships>
</file>

<file path=ppt/slideLayouts/slideLayout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174D78-5727-51D8-F62B-079E5C4EBD9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FA9927E-0D32-999D-ECF2-5D39407AF947}"/>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3CCDCF5-EEEE-6C4A-7BEC-26C99060D9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D529845-3DB0-06E4-EB90-6A6F4F6EB391}"/>
              </a:ext>
            </a:extLst>
          </p:cNvPr>
          <p:cNvSpPr>
            <a:spLocks noGrp="1"/>
          </p:cNvSpPr>
          <p:nvPr>
            <p:ph type="dt" sz="half" idx="10"/>
          </p:nvPr>
        </p:nvSpPr>
        <p:spPr/>
        <p:txBody>
          <a:bodyPr/>
          <a:lstStyle/>
          <a:p>
            <a:fld id="{4DDB7A2C-A07C-4E9F-8FDB-6A5899BC47E6}" type="datetimeFigureOut">
              <a:rPr lang="zh-CN" altLang="en-US"/>
              <a:t>2025/4/28</a:t>
            </a:fld>
            <a:endParaRPr lang="zh-CN" altLang="en-US"/>
          </a:p>
        </p:txBody>
      </p:sp>
      <p:sp>
        <p:nvSpPr>
          <p:cNvPr id="6" name="页脚占位符 5">
            <a:extLst>
              <a:ext uri="{FF2B5EF4-FFF2-40B4-BE49-F238E27FC236}">
                <a16:creationId xmlns:a16="http://schemas.microsoft.com/office/drawing/2014/main" id="{678EFAD8-D2B4-3FEC-FAAE-776C80991DD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73AD8F0-8774-6038-E1BB-CF265F2D3F20}"/>
              </a:ext>
            </a:extLst>
          </p:cNvPr>
          <p:cNvSpPr>
            <a:spLocks noGrp="1"/>
          </p:cNvSpPr>
          <p:nvPr>
            <p:ph type="sldNum" sz="quarter" idx="12"/>
          </p:nvPr>
        </p:nvSpPr>
        <p:spPr/>
        <p:txBody>
          <a:bodyPr/>
          <a:lstStyle/>
          <a:p>
            <a:fld id="{0BE4930E-BBB7-4DAA-8CE4-46089D35E769}" type="slidenum">
              <a:rPr lang="zh-CN" altLang="en-US"/>
              <a:t>‹#›</a:t>
            </a:fld>
            <a:endParaRPr lang="zh-CN" altLang="en-US"/>
          </a:p>
        </p:txBody>
      </p:sp>
    </p:spTree>
    <p:extLst>
      <p:ext uri="{BB962C8B-B14F-4D97-AF65-F5344CB8AC3E}">
        <p14:creationId xmlns:p14="http://schemas.microsoft.com/office/powerpoint/2010/main" val="131444775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B872A9-8D5B-6948-CF3B-3462EC871853}"/>
              </a:ext>
            </a:extLst>
          </p:cNvPr>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2F72089-A075-B10F-204B-A771406662A6}"/>
              </a:ext>
            </a:extLst>
          </p:cNvPr>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3049FCA-FB96-D8D0-F110-9226999DD478}"/>
              </a:ext>
            </a:extLst>
          </p:cNvPr>
          <p:cNvSpPr>
            <a:spLocks noGrp="1"/>
          </p:cNvSpPr>
          <p:nvPr>
            <p:ph type="dt" sz="half" idx="10"/>
          </p:nvPr>
        </p:nvSpPr>
        <p:spPr/>
        <p:txBody>
          <a:bodyPr/>
          <a:lstStyle/>
          <a:p>
            <a:fld id="{4DDB7A2C-A07C-4E9F-8FDB-6A5899BC47E6}" type="datetimeFigureOut">
              <a:rPr lang="zh-CN" altLang="en-US"/>
              <a:t>2025/4/28</a:t>
            </a:fld>
            <a:endParaRPr lang="zh-CN" altLang="en-US"/>
          </a:p>
        </p:txBody>
      </p:sp>
      <p:sp>
        <p:nvSpPr>
          <p:cNvPr id="5" name="页脚占位符 4">
            <a:extLst>
              <a:ext uri="{FF2B5EF4-FFF2-40B4-BE49-F238E27FC236}">
                <a16:creationId xmlns:a16="http://schemas.microsoft.com/office/drawing/2014/main" id="{8745525A-F41E-9E00-F661-5B65214AF66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089BE0-9793-994F-438A-421CA20916F3}"/>
              </a:ext>
            </a:extLst>
          </p:cNvPr>
          <p:cNvSpPr>
            <a:spLocks noGrp="1"/>
          </p:cNvSpPr>
          <p:nvPr>
            <p:ph type="sldNum" sz="quarter" idx="12"/>
          </p:nvPr>
        </p:nvSpPr>
        <p:spPr/>
        <p:txBody>
          <a:bodyPr/>
          <a:lstStyle/>
          <a:p>
            <a:fld id="{0BE4930E-BBB7-4DAA-8CE4-46089D35E769}" type="slidenum">
              <a:rPr lang="zh-CN" altLang="en-US"/>
              <a:t>‹#›</a:t>
            </a:fld>
            <a:endParaRPr lang="zh-CN" altLang="en-US"/>
          </a:p>
        </p:txBody>
      </p:sp>
    </p:spTree>
    <p:extLst>
      <p:ext uri="{BB962C8B-B14F-4D97-AF65-F5344CB8AC3E}">
        <p14:creationId xmlns:p14="http://schemas.microsoft.com/office/powerpoint/2010/main" val="277992656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video-camera_92341">
            <a:extLst>
              <a:ext uri="{FF2B5EF4-FFF2-40B4-BE49-F238E27FC236}">
                <a16:creationId xmlns:a16="http://schemas.microsoft.com/office/drawing/2014/main" id="{73BC9FB0-C435-4AA9-A5B0-C0145CFA0932}"/>
              </a:ext>
            </a:extLst>
          </p:cNvPr>
          <p:cNvSpPr/>
          <p:nvPr userDrawn="1"/>
        </p:nvSpPr>
        <p:spPr>
          <a:xfrm>
            <a:off x="660401" y="752641"/>
            <a:ext cx="563563" cy="377661"/>
          </a:xfrm>
          <a:custGeom>
            <a:avLst/>
            <a:gdLst>
              <a:gd name="connsiteX0" fmla="*/ 199626 w 604322"/>
              <a:gd name="connsiteY0" fmla="*/ 147448 h 404975"/>
              <a:gd name="connsiteX1" fmla="*/ 211591 w 604322"/>
              <a:gd name="connsiteY1" fmla="*/ 149692 h 404975"/>
              <a:gd name="connsiteX2" fmla="*/ 300551 w 604322"/>
              <a:gd name="connsiteY2" fmla="*/ 210910 h 404975"/>
              <a:gd name="connsiteX3" fmla="*/ 300551 w 604322"/>
              <a:gd name="connsiteY3" fmla="*/ 234077 h 404975"/>
              <a:gd name="connsiteX4" fmla="*/ 211591 w 604322"/>
              <a:gd name="connsiteY4" fmla="*/ 295448 h 404975"/>
              <a:gd name="connsiteX5" fmla="*/ 194690 w 604322"/>
              <a:gd name="connsiteY5" fmla="*/ 286549 h 404975"/>
              <a:gd name="connsiteX6" fmla="*/ 194690 w 604322"/>
              <a:gd name="connsiteY6" fmla="*/ 158438 h 404975"/>
              <a:gd name="connsiteX7" fmla="*/ 199626 w 604322"/>
              <a:gd name="connsiteY7" fmla="*/ 147448 h 404975"/>
              <a:gd name="connsiteX8" fmla="*/ 236167 w 604322"/>
              <a:gd name="connsiteY8" fmla="*/ 107993 h 404975"/>
              <a:gd name="connsiteX9" fmla="*/ 121540 w 604322"/>
              <a:gd name="connsiteY9" fmla="*/ 222583 h 404975"/>
              <a:gd name="connsiteX10" fmla="*/ 236167 w 604322"/>
              <a:gd name="connsiteY10" fmla="*/ 337019 h 404975"/>
              <a:gd name="connsiteX11" fmla="*/ 350946 w 604322"/>
              <a:gd name="connsiteY11" fmla="*/ 222583 h 404975"/>
              <a:gd name="connsiteX12" fmla="*/ 236167 w 604322"/>
              <a:gd name="connsiteY12" fmla="*/ 107993 h 404975"/>
              <a:gd name="connsiteX13" fmla="*/ 62998 w 604322"/>
              <a:gd name="connsiteY13" fmla="*/ 0 h 404975"/>
              <a:gd name="connsiteX14" fmla="*/ 125689 w 604322"/>
              <a:gd name="connsiteY14" fmla="*/ 0 h 404975"/>
              <a:gd name="connsiteX15" fmla="*/ 145510 w 604322"/>
              <a:gd name="connsiteY15" fmla="*/ 20862 h 404975"/>
              <a:gd name="connsiteX16" fmla="*/ 145510 w 604322"/>
              <a:gd name="connsiteY16" fmla="*/ 42952 h 404975"/>
              <a:gd name="connsiteX17" fmla="*/ 176241 w 604322"/>
              <a:gd name="connsiteY17" fmla="*/ 42952 h 404975"/>
              <a:gd name="connsiteX18" fmla="*/ 176241 w 604322"/>
              <a:gd name="connsiteY18" fmla="*/ 20862 h 404975"/>
              <a:gd name="connsiteX19" fmla="*/ 197138 w 604322"/>
              <a:gd name="connsiteY19" fmla="*/ 0 h 404975"/>
              <a:gd name="connsiteX20" fmla="*/ 259829 w 604322"/>
              <a:gd name="connsiteY20" fmla="*/ 0 h 404975"/>
              <a:gd name="connsiteX21" fmla="*/ 278575 w 604322"/>
              <a:gd name="connsiteY21" fmla="*/ 20862 h 404975"/>
              <a:gd name="connsiteX22" fmla="*/ 278575 w 604322"/>
              <a:gd name="connsiteY22" fmla="*/ 42952 h 404975"/>
              <a:gd name="connsiteX23" fmla="*/ 436993 w 604322"/>
              <a:gd name="connsiteY23" fmla="*/ 42952 h 404975"/>
              <a:gd name="connsiteX24" fmla="*/ 471258 w 604322"/>
              <a:gd name="connsiteY24" fmla="*/ 77620 h 404975"/>
              <a:gd name="connsiteX25" fmla="*/ 471258 w 604322"/>
              <a:gd name="connsiteY25" fmla="*/ 131310 h 404975"/>
              <a:gd name="connsiteX26" fmla="*/ 586191 w 604322"/>
              <a:gd name="connsiteY26" fmla="*/ 67035 h 404975"/>
              <a:gd name="connsiteX27" fmla="*/ 604322 w 604322"/>
              <a:gd name="connsiteY27" fmla="*/ 77467 h 404975"/>
              <a:gd name="connsiteX28" fmla="*/ 604322 w 604322"/>
              <a:gd name="connsiteY28" fmla="*/ 369080 h 404975"/>
              <a:gd name="connsiteX29" fmla="*/ 586191 w 604322"/>
              <a:gd name="connsiteY29" fmla="*/ 379511 h 404975"/>
              <a:gd name="connsiteX30" fmla="*/ 471258 w 604322"/>
              <a:gd name="connsiteY30" fmla="*/ 315236 h 404975"/>
              <a:gd name="connsiteX31" fmla="*/ 471258 w 604322"/>
              <a:gd name="connsiteY31" fmla="*/ 370154 h 404975"/>
              <a:gd name="connsiteX32" fmla="*/ 436993 w 604322"/>
              <a:gd name="connsiteY32" fmla="*/ 404975 h 404975"/>
              <a:gd name="connsiteX33" fmla="*/ 35494 w 604322"/>
              <a:gd name="connsiteY33" fmla="*/ 404975 h 404975"/>
              <a:gd name="connsiteX34" fmla="*/ 0 w 604322"/>
              <a:gd name="connsiteY34" fmla="*/ 370154 h 404975"/>
              <a:gd name="connsiteX35" fmla="*/ 0 w 604322"/>
              <a:gd name="connsiteY35" fmla="*/ 77620 h 404975"/>
              <a:gd name="connsiteX36" fmla="*/ 35494 w 604322"/>
              <a:gd name="connsiteY36" fmla="*/ 42952 h 404975"/>
              <a:gd name="connsiteX37" fmla="*/ 41026 w 604322"/>
              <a:gd name="connsiteY37" fmla="*/ 42952 h 404975"/>
              <a:gd name="connsiteX38" fmla="*/ 41026 w 604322"/>
              <a:gd name="connsiteY38" fmla="*/ 20862 h 404975"/>
              <a:gd name="connsiteX39" fmla="*/ 62998 w 604322"/>
              <a:gd name="connsiteY39" fmla="*/ 0 h 40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4322" h="404975">
                <a:moveTo>
                  <a:pt x="199626" y="147448"/>
                </a:moveTo>
                <a:cubicBezTo>
                  <a:pt x="202680" y="145857"/>
                  <a:pt x="206905" y="146470"/>
                  <a:pt x="211591" y="149692"/>
                </a:cubicBezTo>
                <a:lnTo>
                  <a:pt x="300551" y="210910"/>
                </a:lnTo>
                <a:cubicBezTo>
                  <a:pt x="309923" y="217353"/>
                  <a:pt x="309769" y="227786"/>
                  <a:pt x="300551" y="234077"/>
                </a:cubicBezTo>
                <a:lnTo>
                  <a:pt x="211591" y="295448"/>
                </a:lnTo>
                <a:cubicBezTo>
                  <a:pt x="202219" y="301738"/>
                  <a:pt x="194690" y="297749"/>
                  <a:pt x="194690" y="286549"/>
                </a:cubicBezTo>
                <a:lnTo>
                  <a:pt x="194690" y="158438"/>
                </a:lnTo>
                <a:cubicBezTo>
                  <a:pt x="194690" y="152838"/>
                  <a:pt x="196572" y="149040"/>
                  <a:pt x="199626" y="147448"/>
                </a:cubicBezTo>
                <a:close/>
                <a:moveTo>
                  <a:pt x="236167" y="107993"/>
                </a:moveTo>
                <a:cubicBezTo>
                  <a:pt x="172861" y="107993"/>
                  <a:pt x="121540" y="159229"/>
                  <a:pt x="121540" y="222583"/>
                </a:cubicBezTo>
                <a:cubicBezTo>
                  <a:pt x="121540" y="285784"/>
                  <a:pt x="172861" y="337019"/>
                  <a:pt x="236167" y="337019"/>
                </a:cubicBezTo>
                <a:cubicBezTo>
                  <a:pt x="299626" y="337019"/>
                  <a:pt x="350946" y="285784"/>
                  <a:pt x="350946" y="222583"/>
                </a:cubicBezTo>
                <a:cubicBezTo>
                  <a:pt x="350946" y="159229"/>
                  <a:pt x="299626" y="107993"/>
                  <a:pt x="236167" y="107993"/>
                </a:cubicBezTo>
                <a:close/>
                <a:moveTo>
                  <a:pt x="62998" y="0"/>
                </a:moveTo>
                <a:lnTo>
                  <a:pt x="125689" y="0"/>
                </a:lnTo>
                <a:cubicBezTo>
                  <a:pt x="136906" y="0"/>
                  <a:pt x="145510" y="9511"/>
                  <a:pt x="145510" y="20862"/>
                </a:cubicBezTo>
                <a:lnTo>
                  <a:pt x="145510" y="42952"/>
                </a:lnTo>
                <a:lnTo>
                  <a:pt x="176241" y="42952"/>
                </a:lnTo>
                <a:lnTo>
                  <a:pt x="176241" y="20862"/>
                </a:lnTo>
                <a:cubicBezTo>
                  <a:pt x="176241" y="9511"/>
                  <a:pt x="185768" y="0"/>
                  <a:pt x="197138" y="0"/>
                </a:cubicBezTo>
                <a:lnTo>
                  <a:pt x="259829" y="0"/>
                </a:lnTo>
                <a:cubicBezTo>
                  <a:pt x="271046" y="0"/>
                  <a:pt x="278575" y="9511"/>
                  <a:pt x="278575" y="20862"/>
                </a:cubicBezTo>
                <a:lnTo>
                  <a:pt x="278575" y="42952"/>
                </a:lnTo>
                <a:lnTo>
                  <a:pt x="436993" y="42952"/>
                </a:lnTo>
                <a:cubicBezTo>
                  <a:pt x="456353" y="42952"/>
                  <a:pt x="471258" y="58445"/>
                  <a:pt x="471258" y="77620"/>
                </a:cubicBezTo>
                <a:lnTo>
                  <a:pt x="471258" y="131310"/>
                </a:lnTo>
                <a:lnTo>
                  <a:pt x="586191" y="67035"/>
                </a:lnTo>
                <a:cubicBezTo>
                  <a:pt x="596025" y="61513"/>
                  <a:pt x="604322" y="66115"/>
                  <a:pt x="604322" y="77467"/>
                </a:cubicBezTo>
                <a:lnTo>
                  <a:pt x="604322" y="369080"/>
                </a:lnTo>
                <a:cubicBezTo>
                  <a:pt x="604322" y="380278"/>
                  <a:pt x="596025" y="385033"/>
                  <a:pt x="586191" y="379511"/>
                </a:cubicBezTo>
                <a:lnTo>
                  <a:pt x="471258" y="315236"/>
                </a:lnTo>
                <a:lnTo>
                  <a:pt x="471258" y="370154"/>
                </a:lnTo>
                <a:cubicBezTo>
                  <a:pt x="471258" y="389328"/>
                  <a:pt x="456353" y="404975"/>
                  <a:pt x="436993" y="404975"/>
                </a:cubicBezTo>
                <a:lnTo>
                  <a:pt x="35494" y="404975"/>
                </a:lnTo>
                <a:cubicBezTo>
                  <a:pt x="16287" y="404975"/>
                  <a:pt x="0" y="389328"/>
                  <a:pt x="0" y="370154"/>
                </a:cubicBezTo>
                <a:lnTo>
                  <a:pt x="0" y="77620"/>
                </a:lnTo>
                <a:cubicBezTo>
                  <a:pt x="0" y="58445"/>
                  <a:pt x="16287" y="42952"/>
                  <a:pt x="35494" y="42952"/>
                </a:cubicBezTo>
                <a:lnTo>
                  <a:pt x="41026" y="42952"/>
                </a:lnTo>
                <a:lnTo>
                  <a:pt x="41026" y="20862"/>
                </a:lnTo>
                <a:cubicBezTo>
                  <a:pt x="41026" y="9511"/>
                  <a:pt x="51628" y="0"/>
                  <a:pt x="6299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itchFamily="34" charset="-122"/>
              <a:ea typeface="微软雅黑" pitchFamily="34" charset="-122"/>
            </a:endParaRPr>
          </a:p>
        </p:txBody>
      </p:sp>
    </p:spTree>
    <p:extLst>
      <p:ext uri="{BB962C8B-B14F-4D97-AF65-F5344CB8AC3E}">
        <p14:creationId xmlns:p14="http://schemas.microsoft.com/office/powerpoint/2010/main" val="272205808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vertTitleAndTx" preserve="1">
  <p:cSld name="1_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DB38BA5-3822-48C0-11AF-DF3A5E63F5A6}"/>
              </a:ext>
            </a:extLst>
          </p:cNvPr>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C2C9788-E5A3-6335-3FDF-7ACA19BD376D}"/>
              </a:ext>
            </a:extLst>
          </p:cNvPr>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50A5277-BB44-76CB-FA3F-557AC8077047}"/>
              </a:ext>
            </a:extLst>
          </p:cNvPr>
          <p:cNvSpPr>
            <a:spLocks noGrp="1"/>
          </p:cNvSpPr>
          <p:nvPr>
            <p:ph type="dt" sz="half" idx="10"/>
          </p:nvPr>
        </p:nvSpPr>
        <p:spPr/>
        <p:txBody>
          <a:bodyPr/>
          <a:lstStyle/>
          <a:p>
            <a:fld id="{4DDB7A2C-A07C-4E9F-8FDB-6A5899BC47E6}" type="datetimeFigureOut">
              <a:rPr lang="zh-CN" altLang="en-US"/>
              <a:t>2025/4/28</a:t>
            </a:fld>
            <a:endParaRPr lang="zh-CN" altLang="en-US"/>
          </a:p>
        </p:txBody>
      </p:sp>
      <p:sp>
        <p:nvSpPr>
          <p:cNvPr id="5" name="页脚占位符 4">
            <a:extLst>
              <a:ext uri="{FF2B5EF4-FFF2-40B4-BE49-F238E27FC236}">
                <a16:creationId xmlns:a16="http://schemas.microsoft.com/office/drawing/2014/main" id="{5EFCAC3E-F8E0-A103-8234-F0445BBA939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3658031-F1F5-0CF1-AAE3-EF0DD854F852}"/>
              </a:ext>
            </a:extLst>
          </p:cNvPr>
          <p:cNvSpPr>
            <a:spLocks noGrp="1"/>
          </p:cNvSpPr>
          <p:nvPr>
            <p:ph type="sldNum" sz="quarter" idx="12"/>
          </p:nvPr>
        </p:nvSpPr>
        <p:spPr/>
        <p:txBody>
          <a:bodyPr/>
          <a:lstStyle/>
          <a:p>
            <a:fld id="{0BE4930E-BBB7-4DAA-8CE4-46089D35E769}" type="slidenum">
              <a:rPr lang="zh-CN" altLang="en-US"/>
              <a:t>‹#›</a:t>
            </a:fld>
            <a:endParaRPr lang="zh-CN" altLang="en-US"/>
          </a:p>
        </p:txBody>
      </p:sp>
      <p:sp>
        <p:nvSpPr>
          <p:cNvPr id="8" name="TextBox 7"/>
          <p:cNvSpPr txBox="1"/>
          <p:nvPr userDrawn="1"/>
        </p:nvSpPr>
        <p:spPr>
          <a:xfrm>
            <a:off x="11651940" y="0"/>
            <a:ext cx="540060" cy="118430"/>
          </a:xfrm>
          <a:prstGeom prst="rect">
            <a:avLst/>
          </a:prstGeom>
          <a:noFill/>
        </p:spPr>
        <p:txBody>
          <a:bodyPr wrap="square" rtlCol="0">
            <a:spAutoFit/>
          </a:bodyPr>
          <a:lstStyle/>
          <a:p>
            <a:pPr>
              <a:lnSpc>
                <a:spcPct val="200000"/>
              </a:lnSpc>
            </a:pPr>
            <a:r>
              <a:rPr lang="zh-CN" altLang="en-US" sz="100">
                <a:latin typeface="微软雅黑" pitchFamily="34" charset="-122"/>
                <a:ea typeface="微软雅黑" pitchFamily="34" charset="-122"/>
                <a:hlinkClick r:id="Rc96f00b5350642529ce904cc94ce9072"/>
              </a:rPr>
              <a:t>行业</a:t>
            </a:r>
            <a:r>
              <a:rPr lang="en-US" altLang="zh-CN" sz="100">
                <a:latin typeface="微软雅黑" pitchFamily="34" charset="-122"/>
                <a:ea typeface="微软雅黑" pitchFamily="34" charset="-122"/>
                <a:hlinkClick r:id="Rc96f00b5350642529ce904cc94ce9072"/>
              </a:rPr>
              <a:t>PPT</a:t>
            </a:r>
            <a:r>
              <a:rPr lang="zh-CN" altLang="en-US" sz="100">
                <a:latin typeface="微软雅黑" pitchFamily="34" charset="-122"/>
                <a:ea typeface="微软雅黑" pitchFamily="34" charset="-122"/>
                <a:hlinkClick r:id="Rc96f00b5350642529ce904cc94ce9072"/>
              </a:rPr>
              <a:t>模板</a:t>
            </a:r>
            <a:r>
              <a:rPr lang="en-US" altLang="zh-CN" sz="100">
                <a:latin typeface="微软雅黑" pitchFamily="34" charset="-122"/>
                <a:ea typeface="微软雅黑" pitchFamily="34" charset="-122"/>
              </a:rPr>
              <a:t>http://www.1ppt.com/hangye/</a:t>
            </a:r>
          </a:p>
        </p:txBody>
      </p:sp>
    </p:spTree>
    <p:extLst>
      <p:ext uri="{BB962C8B-B14F-4D97-AF65-F5344CB8AC3E}">
        <p14:creationId xmlns:p14="http://schemas.microsoft.com/office/powerpoint/2010/main" val="280480506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308761-D7A8-87D1-36AA-137EA07AC35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14700DC-8421-1005-1706-9B42B945CB9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D91260D-9115-6396-649A-10F350448688}"/>
              </a:ext>
            </a:extLst>
          </p:cNvPr>
          <p:cNvSpPr>
            <a:spLocks noGrp="1"/>
          </p:cNvSpPr>
          <p:nvPr>
            <p:ph type="dt" sz="half" idx="10"/>
          </p:nvPr>
        </p:nvSpPr>
        <p:spPr/>
        <p:txBody>
          <a:bodyPr/>
          <a:lstStyle/>
          <a:p>
            <a:fld id="{4DDB7A2C-A07C-4E9F-8FDB-6A5899BC47E6}" type="datetimeFigureOut">
              <a:rPr lang="zh-CN" altLang="en-US"/>
              <a:t>2025/4/28</a:t>
            </a:fld>
            <a:endParaRPr lang="zh-CN" altLang="en-US"/>
          </a:p>
        </p:txBody>
      </p:sp>
      <p:sp>
        <p:nvSpPr>
          <p:cNvPr id="5" name="页脚占位符 4">
            <a:extLst>
              <a:ext uri="{FF2B5EF4-FFF2-40B4-BE49-F238E27FC236}">
                <a16:creationId xmlns:a16="http://schemas.microsoft.com/office/drawing/2014/main" id="{70F18DA4-249E-F376-4B70-E301F547EA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8FAAF33-6CD4-F360-6FC8-0552A44BDA47}"/>
              </a:ext>
            </a:extLst>
          </p:cNvPr>
          <p:cNvSpPr>
            <a:spLocks noGrp="1"/>
          </p:cNvSpPr>
          <p:nvPr>
            <p:ph type="sldNum" sz="quarter" idx="12"/>
          </p:nvPr>
        </p:nvSpPr>
        <p:spPr/>
        <p:txBody>
          <a:bodyPr/>
          <a:lstStyle/>
          <a:p>
            <a:fld id="{0BE4930E-BBB7-4DAA-8CE4-46089D35E769}" type="slidenum">
              <a:rPr lang="zh-CN" altLang="en-US"/>
              <a:t>‹#›</a:t>
            </a:fld>
            <a:endParaRPr lang="zh-CN" altLang="en-US"/>
          </a:p>
        </p:txBody>
      </p:sp>
    </p:spTree>
    <p:extLst>
      <p:ext uri="{BB962C8B-B14F-4D97-AF65-F5344CB8AC3E}">
        <p14:creationId xmlns:p14="http://schemas.microsoft.com/office/powerpoint/2010/main" val="414103277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65F5A6-D427-A6DA-7B6B-53252855B35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CA455E1-DFD8-3264-8111-640A42EDA2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9FC0DC3-5C66-FA69-B978-F0E87921743C}"/>
              </a:ext>
            </a:extLst>
          </p:cNvPr>
          <p:cNvSpPr>
            <a:spLocks noGrp="1"/>
          </p:cNvSpPr>
          <p:nvPr>
            <p:ph type="dt" sz="half" idx="10"/>
          </p:nvPr>
        </p:nvSpPr>
        <p:spPr/>
        <p:txBody>
          <a:bodyPr/>
          <a:lstStyle/>
          <a:p>
            <a:fld id="{4DDB7A2C-A07C-4E9F-8FDB-6A5899BC47E6}" type="datetimeFigureOut">
              <a:rPr lang="zh-CN" altLang="en-US"/>
              <a:t>2025/4/28</a:t>
            </a:fld>
            <a:endParaRPr lang="zh-CN" altLang="en-US"/>
          </a:p>
        </p:txBody>
      </p:sp>
      <p:sp>
        <p:nvSpPr>
          <p:cNvPr id="5" name="页脚占位符 4">
            <a:extLst>
              <a:ext uri="{FF2B5EF4-FFF2-40B4-BE49-F238E27FC236}">
                <a16:creationId xmlns:a16="http://schemas.microsoft.com/office/drawing/2014/main" id="{8921D3ED-F7C6-052C-3A6C-8272665659A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D86ACFD-5297-4100-9A87-71F3ECA1294D}"/>
              </a:ext>
            </a:extLst>
          </p:cNvPr>
          <p:cNvSpPr>
            <a:spLocks noGrp="1"/>
          </p:cNvSpPr>
          <p:nvPr>
            <p:ph type="sldNum" sz="quarter" idx="12"/>
          </p:nvPr>
        </p:nvSpPr>
        <p:spPr/>
        <p:txBody>
          <a:bodyPr/>
          <a:lstStyle/>
          <a:p>
            <a:fld id="{0BE4930E-BBB7-4DAA-8CE4-46089D35E769}" type="slidenum">
              <a:rPr lang="zh-CN" altLang="en-US"/>
              <a:t>‹#›</a:t>
            </a:fld>
            <a:endParaRPr lang="zh-CN" altLang="en-US"/>
          </a:p>
        </p:txBody>
      </p:sp>
    </p:spTree>
    <p:extLst>
      <p:ext uri="{BB962C8B-B14F-4D97-AF65-F5344CB8AC3E}">
        <p14:creationId xmlns:p14="http://schemas.microsoft.com/office/powerpoint/2010/main" val="405390861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440C48-81A9-EC24-EBF7-F2A361E84EC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99C30A4-5F25-31C6-D699-073A9ABFB40A}"/>
              </a:ext>
            </a:extLst>
          </p:cNvPr>
          <p:cNvSpPr>
            <a:spLocks noGrp="1"/>
          </p:cNvSpPr>
          <p:nvPr>
            <p:ph type="dt" sz="half" idx="10"/>
          </p:nvPr>
        </p:nvSpPr>
        <p:spPr/>
        <p:txBody>
          <a:bodyPr/>
          <a:lstStyle/>
          <a:p>
            <a:fld id="{4DDB7A2C-A07C-4E9F-8FDB-6A5899BC47E6}" type="datetimeFigureOut">
              <a:rPr lang="zh-CN" altLang="en-US"/>
              <a:t>2025/4/28</a:t>
            </a:fld>
            <a:endParaRPr lang="zh-CN" altLang="en-US"/>
          </a:p>
        </p:txBody>
      </p:sp>
      <p:sp>
        <p:nvSpPr>
          <p:cNvPr id="4" name="页脚占位符 3">
            <a:extLst>
              <a:ext uri="{FF2B5EF4-FFF2-40B4-BE49-F238E27FC236}">
                <a16:creationId xmlns:a16="http://schemas.microsoft.com/office/drawing/2014/main" id="{05869983-9756-A9A6-F0BC-BC7667832F8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9FDA5CC-F262-F2F1-808D-B98D8F43128A}"/>
              </a:ext>
            </a:extLst>
          </p:cNvPr>
          <p:cNvSpPr>
            <a:spLocks noGrp="1"/>
          </p:cNvSpPr>
          <p:nvPr>
            <p:ph type="sldNum" sz="quarter" idx="12"/>
          </p:nvPr>
        </p:nvSpPr>
        <p:spPr/>
        <p:txBody>
          <a:bodyPr/>
          <a:lstStyle/>
          <a:p>
            <a:fld id="{0BE4930E-BBB7-4DAA-8CE4-46089D35E769}" type="slidenum">
              <a:rPr lang="zh-CN" altLang="en-US"/>
              <a:t>‹#›</a:t>
            </a:fld>
            <a:endParaRPr lang="zh-CN" altLang="en-US"/>
          </a:p>
        </p:txBody>
      </p:sp>
    </p:spTree>
    <p:extLst>
      <p:ext uri="{BB962C8B-B14F-4D97-AF65-F5344CB8AC3E}">
        <p14:creationId xmlns:p14="http://schemas.microsoft.com/office/powerpoint/2010/main" val="329071858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DB38BA5-3822-48C0-11AF-DF3A5E63F5A6}"/>
              </a:ext>
            </a:extLst>
          </p:cNvPr>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C2C9788-E5A3-6335-3FDF-7ACA19BD376D}"/>
              </a:ext>
            </a:extLst>
          </p:cNvPr>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50A5277-BB44-76CB-FA3F-557AC8077047}"/>
              </a:ext>
            </a:extLst>
          </p:cNvPr>
          <p:cNvSpPr>
            <a:spLocks noGrp="1"/>
          </p:cNvSpPr>
          <p:nvPr>
            <p:ph type="dt" sz="half" idx="10"/>
          </p:nvPr>
        </p:nvSpPr>
        <p:spPr/>
        <p:txBody>
          <a:bodyPr/>
          <a:lstStyle/>
          <a:p>
            <a:fld id="{4DDB7A2C-A07C-4E9F-8FDB-6A5899BC47E6}" type="datetimeFigureOut">
              <a:rPr lang="zh-CN" altLang="en-US"/>
              <a:t>2025/4/28</a:t>
            </a:fld>
            <a:endParaRPr lang="zh-CN" altLang="en-US"/>
          </a:p>
        </p:txBody>
      </p:sp>
      <p:sp>
        <p:nvSpPr>
          <p:cNvPr id="5" name="页脚占位符 4">
            <a:extLst>
              <a:ext uri="{FF2B5EF4-FFF2-40B4-BE49-F238E27FC236}">
                <a16:creationId xmlns:a16="http://schemas.microsoft.com/office/drawing/2014/main" id="{5EFCAC3E-F8E0-A103-8234-F0445BBA939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3658031-F1F5-0CF1-AAE3-EF0DD854F852}"/>
              </a:ext>
            </a:extLst>
          </p:cNvPr>
          <p:cNvSpPr>
            <a:spLocks noGrp="1"/>
          </p:cNvSpPr>
          <p:nvPr>
            <p:ph type="sldNum" sz="quarter" idx="12"/>
          </p:nvPr>
        </p:nvSpPr>
        <p:spPr/>
        <p:txBody>
          <a:bodyPr/>
          <a:lstStyle/>
          <a:p>
            <a:fld id="{0BE4930E-BBB7-4DAA-8CE4-46089D35E769}" type="slidenum">
              <a:rPr lang="zh-CN" altLang="en-US"/>
              <a:t>‹#›</a:t>
            </a:fld>
            <a:endParaRPr lang="zh-CN" altLang="en-US"/>
          </a:p>
        </p:txBody>
      </p:sp>
    </p:spTree>
    <p:extLst>
      <p:ext uri="{BB962C8B-B14F-4D97-AF65-F5344CB8AC3E}">
        <p14:creationId xmlns:p14="http://schemas.microsoft.com/office/powerpoint/2010/main" val="179543808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208D52-692F-11A4-BB67-F81798EB12A2}"/>
              </a:ext>
            </a:extLst>
          </p:cNvPr>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4E34760-F61C-37AB-1065-881D0DBC347C}"/>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32276A8-743B-2501-0999-AB86AD8764B6}"/>
              </a:ext>
            </a:extLst>
          </p:cNvPr>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2AE9A2D-A772-CFA9-E2BE-7728DEA77B41}"/>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7C34812-C4D9-DE1C-A17F-55A94B6920B0}"/>
              </a:ext>
            </a:extLst>
          </p:cNvPr>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6EEA797-BEF3-D918-5F10-4A34640B4B47}"/>
              </a:ext>
            </a:extLst>
          </p:cNvPr>
          <p:cNvSpPr>
            <a:spLocks noGrp="1"/>
          </p:cNvSpPr>
          <p:nvPr>
            <p:ph type="dt" sz="half" idx="10"/>
          </p:nvPr>
        </p:nvSpPr>
        <p:spPr/>
        <p:txBody>
          <a:bodyPr/>
          <a:lstStyle/>
          <a:p>
            <a:fld id="{4DDB7A2C-A07C-4E9F-8FDB-6A5899BC47E6}" type="datetimeFigureOut">
              <a:rPr lang="zh-CN" altLang="en-US"/>
              <a:t>2025/4/28</a:t>
            </a:fld>
            <a:endParaRPr lang="zh-CN" altLang="en-US"/>
          </a:p>
        </p:txBody>
      </p:sp>
      <p:sp>
        <p:nvSpPr>
          <p:cNvPr id="8" name="页脚占位符 7">
            <a:extLst>
              <a:ext uri="{FF2B5EF4-FFF2-40B4-BE49-F238E27FC236}">
                <a16:creationId xmlns:a16="http://schemas.microsoft.com/office/drawing/2014/main" id="{07B00616-518F-622A-00D0-3CEFA6D994A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D3564D1-9C0B-C499-9E18-7AFF2B5690BD}"/>
              </a:ext>
            </a:extLst>
          </p:cNvPr>
          <p:cNvSpPr>
            <a:spLocks noGrp="1"/>
          </p:cNvSpPr>
          <p:nvPr>
            <p:ph type="sldNum" sz="quarter" idx="12"/>
          </p:nvPr>
        </p:nvSpPr>
        <p:spPr/>
        <p:txBody>
          <a:bodyPr/>
          <a:lstStyle/>
          <a:p>
            <a:fld id="{0BE4930E-BBB7-4DAA-8CE4-46089D35E769}" type="slidenum">
              <a:rPr lang="zh-CN" altLang="en-US"/>
              <a:t>‹#›</a:t>
            </a:fld>
            <a:endParaRPr lang="zh-CN" altLang="en-US"/>
          </a:p>
        </p:txBody>
      </p:sp>
    </p:spTree>
    <p:extLst>
      <p:ext uri="{BB962C8B-B14F-4D97-AF65-F5344CB8AC3E}">
        <p14:creationId xmlns:p14="http://schemas.microsoft.com/office/powerpoint/2010/main" val="108593048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B3CE8A-4172-3C22-2055-5E4929857CD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D1CAE49-5D32-F753-CA0D-E35CC94F3D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3813EE4-7EA4-7E10-0D32-964594BE0DB6}"/>
              </a:ext>
            </a:extLst>
          </p:cNvPr>
          <p:cNvSpPr>
            <a:spLocks noGrp="1"/>
          </p:cNvSpPr>
          <p:nvPr>
            <p:ph type="dt" sz="half" idx="10"/>
          </p:nvPr>
        </p:nvSpPr>
        <p:spPr/>
        <p:txBody>
          <a:bodyPr/>
          <a:lstStyle/>
          <a:p>
            <a:fld id="{4DDB7A2C-A07C-4E9F-8FDB-6A5899BC47E6}" type="datetimeFigureOut">
              <a:rPr lang="zh-CN" altLang="en-US"/>
              <a:t>2025/4/28</a:t>
            </a:fld>
            <a:endParaRPr lang="zh-CN" altLang="en-US"/>
          </a:p>
        </p:txBody>
      </p:sp>
      <p:sp>
        <p:nvSpPr>
          <p:cNvPr id="5" name="页脚占位符 4">
            <a:extLst>
              <a:ext uri="{FF2B5EF4-FFF2-40B4-BE49-F238E27FC236}">
                <a16:creationId xmlns:a16="http://schemas.microsoft.com/office/drawing/2014/main" id="{54F2BC95-8C88-1E66-97D0-9E37DC51510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145AC6D-DD0B-8E98-E1FE-94B332775A3D}"/>
              </a:ext>
            </a:extLst>
          </p:cNvPr>
          <p:cNvSpPr>
            <a:spLocks noGrp="1"/>
          </p:cNvSpPr>
          <p:nvPr>
            <p:ph type="sldNum" sz="quarter" idx="12"/>
          </p:nvPr>
        </p:nvSpPr>
        <p:spPr/>
        <p:txBody>
          <a:bodyPr/>
          <a:lstStyle/>
          <a:p>
            <a:fld id="{0BE4930E-BBB7-4DAA-8CE4-46089D35E769}" type="slidenum">
              <a:rPr lang="zh-CN" altLang="en-US"/>
              <a:t>‹#›</a:t>
            </a:fld>
            <a:endParaRPr lang="zh-CN" altLang="en-US"/>
          </a:p>
        </p:txBody>
      </p:sp>
    </p:spTree>
    <p:extLst>
      <p:ext uri="{BB962C8B-B14F-4D97-AF65-F5344CB8AC3E}">
        <p14:creationId xmlns:p14="http://schemas.microsoft.com/office/powerpoint/2010/main" val="305449028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B4C87A-BEEF-7E78-9CB5-89A181D5FFD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BB73995-0A3C-2317-EB4E-612BE010E20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59EE934-9AB2-C74B-AD6C-9206D011653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A2D3940-6954-AC4A-6543-3B3D9C2D5DD6}"/>
              </a:ext>
            </a:extLst>
          </p:cNvPr>
          <p:cNvSpPr>
            <a:spLocks noGrp="1"/>
          </p:cNvSpPr>
          <p:nvPr>
            <p:ph type="dt" sz="half" idx="10"/>
          </p:nvPr>
        </p:nvSpPr>
        <p:spPr/>
        <p:txBody>
          <a:bodyPr/>
          <a:lstStyle/>
          <a:p>
            <a:fld id="{4DDB7A2C-A07C-4E9F-8FDB-6A5899BC47E6}" type="datetimeFigureOut">
              <a:rPr lang="zh-CN" altLang="en-US"/>
              <a:t>2025/4/28</a:t>
            </a:fld>
            <a:endParaRPr lang="zh-CN" altLang="en-US"/>
          </a:p>
        </p:txBody>
      </p:sp>
      <p:sp>
        <p:nvSpPr>
          <p:cNvPr id="6" name="页脚占位符 5">
            <a:extLst>
              <a:ext uri="{FF2B5EF4-FFF2-40B4-BE49-F238E27FC236}">
                <a16:creationId xmlns:a16="http://schemas.microsoft.com/office/drawing/2014/main" id="{5153946C-7DD8-F08A-00F9-22D54AE30FC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AA4F719-DFBA-43E3-ECB6-093F2990E3AF}"/>
              </a:ext>
            </a:extLst>
          </p:cNvPr>
          <p:cNvSpPr>
            <a:spLocks noGrp="1"/>
          </p:cNvSpPr>
          <p:nvPr>
            <p:ph type="sldNum" sz="quarter" idx="12"/>
          </p:nvPr>
        </p:nvSpPr>
        <p:spPr/>
        <p:txBody>
          <a:bodyPr/>
          <a:lstStyle/>
          <a:p>
            <a:fld id="{0BE4930E-BBB7-4DAA-8CE4-46089D35E769}" type="slidenum">
              <a:rPr lang="zh-CN" altLang="en-US"/>
              <a:t>‹#›</a:t>
            </a:fld>
            <a:endParaRPr lang="zh-CN" altLang="en-US"/>
          </a:p>
        </p:txBody>
      </p:sp>
    </p:spTree>
    <p:extLst>
      <p:ext uri="{BB962C8B-B14F-4D97-AF65-F5344CB8AC3E}">
        <p14:creationId xmlns:p14="http://schemas.microsoft.com/office/powerpoint/2010/main" val="133870659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5EA1EA-92C5-41A2-F091-5FA65BF6301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B1ABD12-290A-0B55-8E53-750E3CB6DF9E}"/>
              </a:ext>
            </a:extLst>
          </p:cNvPr>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037C7EC-904D-000D-DCFC-F7D79DC463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F5C3DAE-C729-D841-AF5E-8E58583C0EA6}"/>
              </a:ext>
            </a:extLst>
          </p:cNvPr>
          <p:cNvSpPr>
            <a:spLocks noGrp="1"/>
          </p:cNvSpPr>
          <p:nvPr>
            <p:ph type="dt" sz="half" idx="10"/>
          </p:nvPr>
        </p:nvSpPr>
        <p:spPr/>
        <p:txBody>
          <a:bodyPr/>
          <a:lstStyle/>
          <a:p>
            <a:fld id="{4DDB7A2C-A07C-4E9F-8FDB-6A5899BC47E6}" type="datetimeFigureOut">
              <a:rPr lang="zh-CN" altLang="en-US"/>
              <a:t>2025/4/28</a:t>
            </a:fld>
            <a:endParaRPr lang="zh-CN" altLang="en-US"/>
          </a:p>
        </p:txBody>
      </p:sp>
      <p:sp>
        <p:nvSpPr>
          <p:cNvPr id="6" name="页脚占位符 5">
            <a:extLst>
              <a:ext uri="{FF2B5EF4-FFF2-40B4-BE49-F238E27FC236}">
                <a16:creationId xmlns:a16="http://schemas.microsoft.com/office/drawing/2014/main" id="{2BA7D681-4A25-8A5D-1725-59E3475313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B9540AD-C761-7A5D-0C57-F4DCEE3391A6}"/>
              </a:ext>
            </a:extLst>
          </p:cNvPr>
          <p:cNvSpPr>
            <a:spLocks noGrp="1"/>
          </p:cNvSpPr>
          <p:nvPr>
            <p:ph type="sldNum" sz="quarter" idx="12"/>
          </p:nvPr>
        </p:nvSpPr>
        <p:spPr/>
        <p:txBody>
          <a:bodyPr/>
          <a:lstStyle/>
          <a:p>
            <a:fld id="{0BE4930E-BBB7-4DAA-8CE4-46089D35E769}" type="slidenum">
              <a:rPr lang="zh-CN" altLang="en-US"/>
              <a:t>‹#›</a:t>
            </a:fld>
            <a:endParaRPr lang="zh-CN" altLang="en-US"/>
          </a:p>
        </p:txBody>
      </p:sp>
    </p:spTree>
    <p:extLst>
      <p:ext uri="{BB962C8B-B14F-4D97-AF65-F5344CB8AC3E}">
        <p14:creationId xmlns:p14="http://schemas.microsoft.com/office/powerpoint/2010/main" val="2811647085"/>
      </p:ext>
    </p:extLst>
  </p:cSld>
  <p:clrMapOvr>
    <a:masterClrMapping/>
  </p:clrMapOvr>
  <p:transition/>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693717b89e44d0" /><Relationship Type="http://schemas.openxmlformats.org/officeDocument/2006/relationships/slideLayout" Target="/ppt/slideLayouts/slideLayout1.xml" Id="R015e7edb1116487b" /><Relationship Type="http://schemas.openxmlformats.org/officeDocument/2006/relationships/slideLayout" Target="/ppt/slideLayouts/slideLayout2.xml" Id="R4dc7c97758d04d46" /><Relationship Type="http://schemas.openxmlformats.org/officeDocument/2006/relationships/slideLayout" Target="/ppt/slideLayouts/slideLayout3.xml" Id="R23f4b14573f34682" /><Relationship Type="http://schemas.openxmlformats.org/officeDocument/2006/relationships/slideLayout" Target="/ppt/slideLayouts/slideLayout4.xml" Id="R775c0892145a47ee" /><Relationship Type="http://schemas.openxmlformats.org/officeDocument/2006/relationships/slideLayout" Target="/ppt/slideLayouts/slideLayout5.xml" Id="R0c781150f7574f69" /><Relationship Type="http://schemas.openxmlformats.org/officeDocument/2006/relationships/slideLayout" Target="/ppt/slideLayouts/slideLayout6.xml" Id="Rbbae5550b9b64e32" /><Relationship Type="http://schemas.openxmlformats.org/officeDocument/2006/relationships/slideLayout" Target="/ppt/slideLayouts/slideLayout7.xml" Id="R01dde2e5a35a48cc" /><Relationship Type="http://schemas.openxmlformats.org/officeDocument/2006/relationships/slideLayout" Target="/ppt/slideLayouts/slideLayout8.xml" Id="R866bed8d0eb54ff5" /><Relationship Type="http://schemas.openxmlformats.org/officeDocument/2006/relationships/slideLayout" Target="/ppt/slideLayouts/slideLayout9.xml" Id="R4f08e24316dd4545" /><Relationship Type="http://schemas.openxmlformats.org/officeDocument/2006/relationships/slideLayout" Target="/ppt/slideLayouts/slideLayout10.xml" Id="Rffc7b6a3cf5d4dad" /><Relationship Type="http://schemas.openxmlformats.org/officeDocument/2006/relationships/slideLayout" Target="/ppt/slideLayouts/slideLayout11.xml" Id="R44ca4a1b80664974" /><Relationship Type="http://schemas.openxmlformats.org/officeDocument/2006/relationships/slideLayout" Target="/ppt/slideLayouts/slideLayout12.xml" Id="R961ff25e1c6245f8"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EA153E3-3BFF-3C4D-1935-FFA543DD6B27}"/>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8320FB1-36AB-A36B-63AE-AFB91B146C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F638D5-CC47-0684-320A-AF4202E12643}"/>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82000"/>
                  </a:schemeClr>
                </a:solidFill>
                <a:latin typeface="微软雅黑" pitchFamily="34" charset="-122"/>
                <a:ea typeface="微软雅黑" pitchFamily="34" charset="-122"/>
              </a:defRPr>
            </a:lvl1pPr>
          </a:lstStyle>
          <a:p>
            <a:fld id="{4DDB7A2C-A07C-4E9F-8FDB-6A5899BC47E6}" type="datetimeFigureOut">
              <a:rPr lang="zh-CN" altLang="en-US"/>
              <a:t>2025/4/28</a:t>
            </a:fld>
            <a:endParaRPr lang="zh-CN" altLang="en-US"/>
          </a:p>
        </p:txBody>
      </p:sp>
      <p:sp>
        <p:nvSpPr>
          <p:cNvPr id="5" name="页脚占位符 4">
            <a:extLst>
              <a:ext uri="{FF2B5EF4-FFF2-40B4-BE49-F238E27FC236}">
                <a16:creationId xmlns:a16="http://schemas.microsoft.com/office/drawing/2014/main" id="{CF85C5DA-F118-07EC-25A8-68DF645AFAEA}"/>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82000"/>
                  </a:schemeClr>
                </a:solidFill>
                <a:latin typeface="微软雅黑" pitchFamily="34" charset="-122"/>
                <a:ea typeface="微软雅黑" pitchFamily="34" charset="-122"/>
              </a:defRPr>
            </a:lvl1pPr>
          </a:lstStyle>
          <a:p>
            <a:endParaRPr lang="zh-CN" altLang="en-US"/>
          </a:p>
        </p:txBody>
      </p:sp>
      <p:sp>
        <p:nvSpPr>
          <p:cNvPr id="6" name="灯片编号占位符 5">
            <a:extLst>
              <a:ext uri="{FF2B5EF4-FFF2-40B4-BE49-F238E27FC236}">
                <a16:creationId xmlns:a16="http://schemas.microsoft.com/office/drawing/2014/main" id="{AF961CF8-FB0B-1F6E-9577-8E5078ADC5F6}"/>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latin typeface="微软雅黑" pitchFamily="34" charset="-122"/>
                <a:ea typeface="微软雅黑" pitchFamily="34" charset="-122"/>
              </a:defRPr>
            </a:lvl1pPr>
          </a:lstStyle>
          <a:p>
            <a:fld id="{0BE4930E-BBB7-4DAA-8CE4-46089D35E769}" type="slidenum">
              <a:rPr lang="zh-CN" altLang="en-US"/>
              <a:t>‹#›</a:t>
            </a:fld>
            <a:endParaRPr lang="zh-CN" altLang="en-US"/>
          </a:p>
        </p:txBody>
      </p:sp>
    </p:spTree>
    <p:extLst>
      <p:ext uri="{BB962C8B-B14F-4D97-AF65-F5344CB8AC3E}">
        <p14:creationId xmlns:p14="http://schemas.microsoft.com/office/powerpoint/2010/main" val="1668333805"/>
      </p:ext>
    </p:extLst>
  </p:cSld>
  <p:clrMap bg1="lt1" tx1="dk1" bg2="lt2" tx2="dk2" accent1="accent1" accent2="accent2" accent3="accent3" accent4="accent4" accent5="accent5" accent6="accent6" hlink="hlink" folHlink="folHlink"/>
  <p:sldLayoutIdLst>
    <p:sldLayoutId id="2147483654" r:id="Rbbae5550b9b64e32"/>
    <p:sldLayoutId id="2147483653" r:id="R0c781150f7574f69"/>
    <p:sldLayoutId id="2147483650" r:id="R4dc7c97758d04d46"/>
    <p:sldLayoutId id="2147483659" r:id="R44ca4a1b80664974"/>
    <p:sldLayoutId id="2147483657" r:id="R4f08e24316dd4545"/>
    <p:sldLayoutId id="2147483655" r:id="R01dde2e5a35a48cc"/>
    <p:sldLayoutId id="2147483651" r:id="R23f4b14573f34682"/>
    <p:sldLayoutId id="2147483649" r:id="R015e7edb1116487b"/>
    <p:sldLayoutId id="2147483660" r:id="R961ff25e1c6245f8"/>
    <p:sldLayoutId id="2147483658" r:id="Rffc7b6a3cf5d4dad"/>
    <p:sldLayoutId id="2147483656" r:id="R866bed8d0eb54ff5"/>
    <p:sldLayoutId id="2147483652" r:id="R775c0892145a47ee"/>
  </p:sldLayoutIdLst>
  <p:transition/>
  <p:txStyles>
    <p:titleStyle>
      <a:lvl1pPr algn="l" defTabSz="914400" rtl="0" eaLnBrk="1" latinLnBrk="0" hangingPunct="1">
        <a:lnSpc>
          <a:spcPct val="90000"/>
        </a:lnSpc>
        <a:spcBef>
          <a:spcPct val="0"/>
        </a:spcBef>
        <a:buNone/>
        <a:defRPr sz="4400" kern="1200">
          <a:solidFill>
            <a:schemeClr val="tx1"/>
          </a:solidFill>
          <a:latin typeface="微软雅黑" pitchFamily="34" charset="-122"/>
          <a:ea typeface="微软雅黑"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itchFamily="34" charset="-122"/>
          <a:ea typeface="微软雅黑"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itchFamily="34" charset="-122"/>
          <a:ea typeface="微软雅黑"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itchFamily="34" charset="-122"/>
          <a:ea typeface="微软雅黑"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itchFamily="34" charset="-122"/>
          <a:ea typeface="微软雅黑"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Masters/theme/theme2.xml><?xml version="1.0" encoding="utf-8"?>
<a:theme xmlns:a="http://schemas.openxmlformats.org/drawingml/2006/main" name="第一PPT，www.1ppt.com​">
  <a:themeElements>
    <a:clrScheme name="自定义 4">
      <a:dk1>
        <a:sysClr val="windowText" lastClr="000000"/>
      </a:dk1>
      <a:lt1>
        <a:sysClr val="window" lastClr="FFFFFF"/>
      </a:lt1>
      <a:dk2>
        <a:srgbClr val="44546A"/>
      </a:dk2>
      <a:lt2>
        <a:srgbClr val="E7E6E6"/>
      </a:lt2>
      <a:accent1>
        <a:srgbClr val="00399E"/>
      </a:accent1>
      <a:accent2>
        <a:srgbClr val="008DEB"/>
      </a:accent2>
      <a:accent3>
        <a:srgbClr val="00399E"/>
      </a:accent3>
      <a:accent4>
        <a:srgbClr val="008DEB"/>
      </a:accent4>
      <a:accent5>
        <a:srgbClr val="008DEB"/>
      </a:accent5>
      <a:accent6>
        <a:srgbClr val="70AD47"/>
      </a:accent6>
      <a:hlink>
        <a:srgbClr val="0563C1"/>
      </a:hlink>
      <a:folHlink>
        <a:srgbClr val="954F72"/>
      </a:folHlink>
    </a:clrScheme>
    <a:fontScheme name="m5vc0ywe">
      <a:majorFont>
        <a:latin typeface="OPPOSans R"/>
        <a:ea typeface="OPPOSans R"/>
        <a:cs typeface="Arial"/>
      </a:majorFont>
      <a:minorFont>
        <a:latin typeface="OPPOSans R"/>
        <a:ea typeface="OPPOSans R"/>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slides/_rels/slide1.xml.rels>&#65279;<?xml version="1.0" encoding="utf-8"?><Relationships xmlns="http://schemas.openxmlformats.org/package/2006/relationships"><Relationship Type="http://schemas.openxmlformats.org/officeDocument/2006/relationships/image" Target="/ppt/media/image.bin" Id="Ra7cb45a4052b4789" /><Relationship Type="http://schemas.openxmlformats.org/officeDocument/2006/relationships/image" Target="/ppt/media/image2.bin" Id="R4a1bf4eaee724f80" /><Relationship Type="http://schemas.openxmlformats.org/officeDocument/2006/relationships/slideLayout" Target="/ppt/slideLayouts/slideLayout6.xml" Id="R7bcf3fa98ef345b8" /></Relationships>
</file>

<file path=ppt/slides/_rels/slide2.xml.rels>&#65279;<?xml version="1.0" encoding="utf-8"?><Relationships xmlns="http://schemas.openxmlformats.org/package/2006/relationships"><Relationship Type="http://schemas.openxmlformats.org/officeDocument/2006/relationships/image" Target="/ppt/media/image3.bin" Id="Ra825e710fb79437d" /><Relationship Type="http://schemas.openxmlformats.org/officeDocument/2006/relationships/image" Target="/ppt/media/image4.bin" Id="Rce697c4d9f3f4def" /><Relationship Type="http://schemas.openxmlformats.org/officeDocument/2006/relationships/image" Target="/ppt/media/image5.bin" Id="Rc5ec6ddd63ec444b" /><Relationship Type="http://schemas.openxmlformats.org/officeDocument/2006/relationships/slideLayout" Target="/ppt/slideLayouts/slideLayout5.xml" Id="Ree3450c003414a91" /></Relationships>
</file>

<file path=ppt/slides/_rels/slide3.xml.rels>&#65279;<?xml version="1.0" encoding="utf-8"?><Relationships xmlns="http://schemas.openxmlformats.org/package/2006/relationships"><Relationship Type="http://schemas.openxmlformats.org/officeDocument/2006/relationships/image" Target="/ppt/media/image.bin" Id="R9efa6ef234cf4991" /><Relationship Type="http://schemas.openxmlformats.org/officeDocument/2006/relationships/image" Target="/ppt/media/image6.bin" Id="Rcc30f46c46f644aa" /><Relationship Type="http://schemas.openxmlformats.org/officeDocument/2006/relationships/notesSlide" Target="/ppt/notesSlides/notesSlide1.xml" Id="R58e3cbf6c0eb447c" /><Relationship Type="http://schemas.openxmlformats.org/officeDocument/2006/relationships/slideLayout" Target="/ppt/slideLayouts/slideLayout6.xml" Id="Rba3ad609d0b64c77" /></Relationships>
</file>

<file path=ppt/slides/_rels/slide4.xml.rels>&#65279;<?xml version="1.0" encoding="utf-8"?><Relationships xmlns="http://schemas.openxmlformats.org/package/2006/relationships"><Relationship Type="http://schemas.openxmlformats.org/officeDocument/2006/relationships/image" Target="/ppt/media/image7.bin" Id="R18ecb0eecc0647ec" /><Relationship Type="http://schemas.openxmlformats.org/officeDocument/2006/relationships/slideLayout" Target="/ppt/slideLayouts/slideLayout3.xml" Id="R7e1d6b10b97a48db" /></Relationships>
</file>

<file path=ppt/slides/_rels/slide5.xml.rels>&#65279;<?xml version="1.0" encoding="utf-8"?><Relationships xmlns="http://schemas.openxmlformats.org/package/2006/relationships"><Relationship Type="http://schemas.openxmlformats.org/officeDocument/2006/relationships/image" Target="/ppt/media/image.bin" Id="R873604de1f8b40c2" /><Relationship Type="http://schemas.openxmlformats.org/officeDocument/2006/relationships/image" Target="/ppt/media/image6.bin" Id="R7a65b5c7a5dd4a6d" /><Relationship Type="http://schemas.openxmlformats.org/officeDocument/2006/relationships/slideLayout" Target="/ppt/slideLayouts/slideLayout6.xml" Id="Ra6e215d6971f4282" /></Relationships>
</file>

<file path=ppt/slides/_rels/slide6.xml.rels>&#65279;<?xml version="1.0" encoding="utf-8"?><Relationships xmlns="http://schemas.openxmlformats.org/package/2006/relationships"><Relationship Type="http://schemas.openxmlformats.org/officeDocument/2006/relationships/image" Target="/ppt/media/image8.bin" Id="R315b0e00134240c4" /><Relationship Type="http://schemas.openxmlformats.org/officeDocument/2006/relationships/tags" Target="/ppt/slides/tags/tag1.xml" Id="R3e1a211e0b714afa" /><Relationship Type="http://schemas.openxmlformats.org/officeDocument/2006/relationships/slideLayout" Target="/ppt/slideLayouts/slideLayout3.xml" Id="R97edf40efb044f8f" /></Relationships>
</file>

<file path=ppt/slides/_rels/slide7.xml.rels>&#65279;<?xml version="1.0" encoding="utf-8"?><Relationships xmlns="http://schemas.openxmlformats.org/package/2006/relationships"><Relationship Type="http://schemas.openxmlformats.org/officeDocument/2006/relationships/image" Target="/ppt/media/image9.bin" Id="Re085511304c848a8" /><Relationship Type="http://schemas.openxmlformats.org/officeDocument/2006/relationships/slideLayout" Target="/ppt/slideLayouts/slideLayout3.xml" Id="R2fe41cd773f44b08" /></Relationships>
</file>

<file path=ppt/slides/_rels/slide8.xml.rels>&#65279;<?xml version="1.0" encoding="utf-8"?><Relationships xmlns="http://schemas.openxmlformats.org/package/2006/relationships"><Relationship Type="http://schemas.openxmlformats.org/officeDocument/2006/relationships/image" Target="/ppt/media/image.bin" Id="Rf68d6c628a0e4bd6" /><Relationship Type="http://schemas.openxmlformats.org/officeDocument/2006/relationships/image" Target="/ppt/media/image6.bin" Id="R0f3c5666c4d64364" /><Relationship Type="http://schemas.openxmlformats.org/officeDocument/2006/relationships/slideLayout" Target="/ppt/slideLayouts/slideLayout6.xml" Id="R049447c52cb5482d" /></Relationships>
</file>

<file path=ppt/slides/_rels/slide9.xml.rels>&#65279;<?xml version="1.0" encoding="utf-8"?><Relationships xmlns="http://schemas.openxmlformats.org/package/2006/relationships"><Relationship Type="http://schemas.openxmlformats.org/officeDocument/2006/relationships/image" Target="/ppt/media/image10.bin" Id="R8beabfef24734b23" /><Relationship Type="http://schemas.openxmlformats.org/officeDocument/2006/relationships/slideLayout" Target="/ppt/slideLayouts/slideLayout3.xml" Id="Rdcf1086331944653" /></Relationships>
</file>

<file path=ppt/slides/_rels/slide10.xml.rels>&#65279;<?xml version="1.0" encoding="utf-8"?><Relationships xmlns="http://schemas.openxmlformats.org/package/2006/relationships"><Relationship Type="http://schemas.openxmlformats.org/officeDocument/2006/relationships/image" Target="/ppt/media/image11.bin" Id="Rcb621a4a004b411b" /><Relationship Type="http://schemas.openxmlformats.org/officeDocument/2006/relationships/tags" Target="/ppt/slides/tags/tag2.xml" Id="R0076fc41b3c54ff9" /><Relationship Type="http://schemas.openxmlformats.org/officeDocument/2006/relationships/slideLayout" Target="/ppt/slideLayouts/slideLayout3.xml" Id="R2846f15857894a3f" /></Relationships>
</file>

<file path=ppt/slides/_rels/slide11.xml.rels>&#65279;<?xml version="1.0" encoding="utf-8"?><Relationships xmlns="http://schemas.openxmlformats.org/package/2006/relationships"><Relationship Type="http://schemas.openxmlformats.org/officeDocument/2006/relationships/image" Target="/ppt/media/image12.bin" Id="R982e2b1a4fe84194" /><Relationship Type="http://schemas.openxmlformats.org/officeDocument/2006/relationships/image" Target="/ppt/media/image13.bin" Id="Rb26a28018d444168" /><Relationship Type="http://schemas.openxmlformats.org/officeDocument/2006/relationships/image" Target="/ppt/media/image14.bin" Id="R359f8f1784ac46bd" /><Relationship Type="http://schemas.openxmlformats.org/officeDocument/2006/relationships/image" Target="/ppt/media/image15.bin" Id="R757251fdce384b11" /><Relationship Type="http://schemas.openxmlformats.org/officeDocument/2006/relationships/slideLayout" Target="/ppt/slideLayouts/slideLayout3.xml" Id="R41adb3c0fa5d4b50" /></Relationships>
</file>

<file path=ppt/slides/_rels/slide12.xml.rels>&#65279;<?xml version="1.0" encoding="utf-8"?><Relationships xmlns="http://schemas.openxmlformats.org/package/2006/relationships"><Relationship Type="http://schemas.openxmlformats.org/officeDocument/2006/relationships/image" Target="/ppt/media/image16.bin" Id="R1061b13b5b3942b1" /><Relationship Type="http://schemas.openxmlformats.org/officeDocument/2006/relationships/slideLayout" Target="/ppt/slideLayouts/slideLayout3.xml" Id="R3695c3c312ab4b49" /></Relationships>
</file>

<file path=ppt/slides/_rels/slide13.xml.rels>&#65279;<?xml version="1.0" encoding="utf-8"?><Relationships xmlns="http://schemas.openxmlformats.org/package/2006/relationships"><Relationship Type="http://schemas.openxmlformats.org/officeDocument/2006/relationships/image" Target="/ppt/media/image17.bin" Id="R7c10ed2e697447ed" /><Relationship Type="http://schemas.openxmlformats.org/officeDocument/2006/relationships/tags" Target="/ppt/slides/tags/tag3.xml" Id="R993efd14153d4f61" /><Relationship Type="http://schemas.openxmlformats.org/officeDocument/2006/relationships/slideLayout" Target="/ppt/slideLayouts/slideLayout3.xml" Id="Rf699f3e3cd5e4e4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5ad454ea604f476d" /></Relationships>
</file>

<file path=ppt/slides/_rels/slide15.xml.rels>&#65279;<?xml version="1.0" encoding="utf-8"?><Relationships xmlns="http://schemas.openxmlformats.org/package/2006/relationships"><Relationship Type="http://schemas.openxmlformats.org/officeDocument/2006/relationships/image" Target="/ppt/media/image18.bin" Id="Rfad6906781084b6b" /><Relationship Type="http://schemas.openxmlformats.org/officeDocument/2006/relationships/slideLayout" Target="/ppt/slideLayouts/slideLayout3.xml" Id="Rea781cc61a3d405c" /></Relationships>
</file>

<file path=ppt/slides/_rels/slide16.xml.rels>&#65279;<?xml version="1.0" encoding="utf-8"?><Relationships xmlns="http://schemas.openxmlformats.org/package/2006/relationships"><Relationship Type="http://schemas.openxmlformats.org/officeDocument/2006/relationships/image" Target="/ppt/media/image19.bin" Id="R19505001386e41c6" /><Relationship Type="http://schemas.openxmlformats.org/officeDocument/2006/relationships/slideLayout" Target="/ppt/slideLayouts/slideLayout3.xml" Id="R3bc3e93d84d34b48" /></Relationships>
</file>

<file path=ppt/slides/_rels/slide17.xml.rels>&#65279;<?xml version="1.0" encoding="utf-8"?><Relationships xmlns="http://schemas.openxmlformats.org/package/2006/relationships"><Relationship Type="http://schemas.openxmlformats.org/officeDocument/2006/relationships/image" Target="/ppt/media/image20.bin" Id="R749e8f3244f64b08" /><Relationship Type="http://schemas.openxmlformats.org/officeDocument/2006/relationships/slideLayout" Target="/ppt/slideLayouts/slideLayout3.xml" Id="R085633a8438d41d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e84e0a520e614a7f" /></Relationships>
</file>

<file path=ppt/slides/_rels/slide19.xml.rels>&#65279;<?xml version="1.0" encoding="utf-8"?><Relationships xmlns="http://schemas.openxmlformats.org/package/2006/relationships"><Relationship Type="http://schemas.openxmlformats.org/officeDocument/2006/relationships/image" Target="/ppt/media/image21.bin" Id="R1b0a51426dfe4a83" /><Relationship Type="http://schemas.openxmlformats.org/officeDocument/2006/relationships/slideLayout" Target="/ppt/slideLayouts/slideLayout3.xml" Id="Rc287595b636741b4" /></Relationships>
</file>

<file path=ppt/slides/_rels/slide20.xml.rels>&#65279;<?xml version="1.0" encoding="utf-8"?><Relationships xmlns="http://schemas.openxmlformats.org/package/2006/relationships"><Relationship Type="http://schemas.openxmlformats.org/officeDocument/2006/relationships/image" Target="/ppt/media/image22.bin" Id="Rc9e13f3cf6c948b1" /><Relationship Type="http://schemas.openxmlformats.org/officeDocument/2006/relationships/slideLayout" Target="/ppt/slideLayouts/slideLayout3.xml" Id="R1bfe996bdbce41e9" /></Relationships>
</file>

<file path=ppt/slides/_rels/slide21.xml.rels>&#65279;<?xml version="1.0" encoding="utf-8"?><Relationships xmlns="http://schemas.openxmlformats.org/package/2006/relationships"><Relationship Type="http://schemas.openxmlformats.org/officeDocument/2006/relationships/image" Target="/ppt/media/image23.bin" Id="Rd543ca2ead80472c" /><Relationship Type="http://schemas.openxmlformats.org/officeDocument/2006/relationships/image" Target="/ppt/media/image24.bin" Id="R5775102833844f7c" /><Relationship Type="http://schemas.openxmlformats.org/officeDocument/2006/relationships/image" Target="/ppt/media/image25.bin" Id="Raf2986388f784950" /><Relationship Type="http://schemas.openxmlformats.org/officeDocument/2006/relationships/slideLayout" Target="/ppt/slideLayouts/slideLayout3.xml" Id="R9f81e1ffaae24c9d" /></Relationships>
</file>

<file path=ppt/slides/_rels/slide22.xml.rels>&#65279;<?xml version="1.0" encoding="utf-8"?><Relationships xmlns="http://schemas.openxmlformats.org/package/2006/relationships"><Relationship Type="http://schemas.openxmlformats.org/officeDocument/2006/relationships/image" Target="/ppt/media/image26.bin" Id="R521ea913566643ab" /><Relationship Type="http://schemas.openxmlformats.org/officeDocument/2006/relationships/slideLayout" Target="/ppt/slideLayouts/slideLayout3.xml" Id="Rf970eee733474e00" /></Relationships>
</file>

<file path=ppt/slides/_rels/slide23.xml.rels>&#65279;<?xml version="1.0" encoding="utf-8"?><Relationships xmlns="http://schemas.openxmlformats.org/package/2006/relationships"><Relationship Type="http://schemas.openxmlformats.org/officeDocument/2006/relationships/image" Target="/ppt/media/image27.bin" Id="Ra4e20ca7f78d403f" /><Relationship Type="http://schemas.openxmlformats.org/officeDocument/2006/relationships/slideLayout" Target="/ppt/slideLayouts/slideLayout3.xml" Id="Rfc91d77534534fb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3.xml" Id="R38f484af7ac44eab" /></Relationships>
</file>

<file path=ppt/slides/_rels/slide25.xml.rels>&#65279;<?xml version="1.0" encoding="utf-8"?><Relationships xmlns="http://schemas.openxmlformats.org/package/2006/relationships"><Relationship Type="http://schemas.openxmlformats.org/officeDocument/2006/relationships/image" Target="/ppt/media/image28.bin" Id="R740ec93ed05745f0" /><Relationship Type="http://schemas.openxmlformats.org/officeDocument/2006/relationships/slideLayout" Target="/ppt/slideLayouts/slideLayout3.xml" Id="Rde5c49deb9204a3f" /></Relationships>
</file>

<file path=ppt/slides/_rels/slide26.xml.rels>&#65279;<?xml version="1.0" encoding="utf-8"?><Relationships xmlns="http://schemas.openxmlformats.org/package/2006/relationships"><Relationship Type="http://schemas.openxmlformats.org/officeDocument/2006/relationships/image" Target="/ppt/media/image29.bin" Id="R03a3c95aae2e4d35" /><Relationship Type="http://schemas.openxmlformats.org/officeDocument/2006/relationships/slideLayout" Target="/ppt/slideLayouts/slideLayout3.xml" Id="Raca653ccbb0c4ef8" /></Relationships>
</file>

<file path=ppt/slides/_rels/slide27.xml.rels>&#65279;<?xml version="1.0" encoding="utf-8"?><Relationships xmlns="http://schemas.openxmlformats.org/package/2006/relationships"><Relationship Type="http://schemas.openxmlformats.org/officeDocument/2006/relationships/image" Target="/ppt/media/image30.bin" Id="Rf98b5be60aab4f7a" /><Relationship Type="http://schemas.openxmlformats.org/officeDocument/2006/relationships/tags" Target="/ppt/slides/tags/tag4.xml" Id="Rd9d14f2669824a5e" /><Relationship Type="http://schemas.openxmlformats.org/officeDocument/2006/relationships/slideLayout" Target="/ppt/slideLayouts/slideLayout3.xml" Id="R7a1fc74e6a1f4bb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3.xml" Id="Rcc7b5dbb9d1945b2" /></Relationships>
</file>

<file path=ppt/slides/_rels/slide29.xml.rels>&#65279;<?xml version="1.0" encoding="utf-8"?><Relationships xmlns="http://schemas.openxmlformats.org/package/2006/relationships"><Relationship Type="http://schemas.openxmlformats.org/officeDocument/2006/relationships/image" Target="/ppt/media/image31.bin" Id="Rcb5238ba99f74b66" /><Relationship Type="http://schemas.openxmlformats.org/officeDocument/2006/relationships/slideLayout" Target="/ppt/slideLayouts/slideLayout3.xml" Id="Rba6997aa977a4ad4" /></Relationships>
</file>

<file path=ppt/slides/_rels/slide30.xml.rels>&#65279;<?xml version="1.0" encoding="utf-8"?><Relationships xmlns="http://schemas.openxmlformats.org/package/2006/relationships"><Relationship Type="http://schemas.openxmlformats.org/officeDocument/2006/relationships/image" Target="/ppt/media/image32.bin" Id="R8c68df9289c448c8" /><Relationship Type="http://schemas.openxmlformats.org/officeDocument/2006/relationships/image" Target="/ppt/media/image33.bin" Id="Rfff7a10f66c044fe" /><Relationship Type="http://schemas.openxmlformats.org/officeDocument/2006/relationships/slideLayout" Target="/ppt/slideLayouts/slideLayout3.xml" Id="R2855f91355eb4127" /></Relationships>
</file>

<file path=ppt/slides/_rels/slide31.xml.rels>&#65279;<?xml version="1.0" encoding="utf-8"?><Relationships xmlns="http://schemas.openxmlformats.org/package/2006/relationships"><Relationship Type="http://schemas.openxmlformats.org/officeDocument/2006/relationships/image" Target="/ppt/media/image34.bin" Id="R7a98875db5e4482e" /><Relationship Type="http://schemas.openxmlformats.org/officeDocument/2006/relationships/image" Target="/ppt/media/image35.bin" Id="R7ce417b605c34773" /><Relationship Type="http://schemas.openxmlformats.org/officeDocument/2006/relationships/slideLayout" Target="/ppt/slideLayouts/slideLayout3.xml" Id="Rabb34496b74c4633" /></Relationships>
</file>

<file path=ppt/slides/_rels/slide32.xml.rels>&#65279;<?xml version="1.0" encoding="utf-8"?><Relationships xmlns="http://schemas.openxmlformats.org/package/2006/relationships"><Relationship Type="http://schemas.openxmlformats.org/officeDocument/2006/relationships/image" Target="/ppt/media/image36.bin" Id="R590e279bd8b04893" /><Relationship Type="http://schemas.openxmlformats.org/officeDocument/2006/relationships/slideLayout" Target="/ppt/slideLayouts/slideLayout3.xml" Id="Rcf619247126544af" /></Relationships>
</file>

<file path=ppt/slides/_rels/slide33.xml.rels>&#65279;<?xml version="1.0" encoding="utf-8"?><Relationships xmlns="http://schemas.openxmlformats.org/package/2006/relationships"><Relationship Type="http://schemas.openxmlformats.org/officeDocument/2006/relationships/image" Target="/ppt/media/image.bin" Id="R37b14c31a01a4386" /><Relationship Type="http://schemas.openxmlformats.org/officeDocument/2006/relationships/image" Target="/ppt/media/image6.bin" Id="Rc57ef5a013c74d12" /><Relationship Type="http://schemas.openxmlformats.org/officeDocument/2006/relationships/slideLayout" Target="/ppt/slideLayouts/slideLayout6.xml" Id="Re288a03e452047b1" /></Relationships>
</file>

<file path=ppt/slides/_rels/slide34.xml.rels>&#65279;<?xml version="1.0" encoding="utf-8"?><Relationships xmlns="http://schemas.openxmlformats.org/package/2006/relationships"><Relationship Type="http://schemas.openxmlformats.org/officeDocument/2006/relationships/image" Target="/ppt/media/image37.bin" Id="R8c624dc64439435b" /><Relationship Type="http://schemas.openxmlformats.org/officeDocument/2006/relationships/slideLayout" Target="/ppt/slideLayouts/slideLayout3.xml" Id="Rb1e3412a15b34a01" /></Relationships>
</file>

<file path=ppt/slides/_rels/slide35.xml.rels>&#65279;<?xml version="1.0" encoding="utf-8"?><Relationships xmlns="http://schemas.openxmlformats.org/package/2006/relationships"><Relationship Type="http://schemas.openxmlformats.org/officeDocument/2006/relationships/image" Target="/ppt/media/image38.bin" Id="Re667d4527c944aa0" /><Relationship Type="http://schemas.openxmlformats.org/officeDocument/2006/relationships/slideLayout" Target="/ppt/slideLayouts/slideLayout3.xml" Id="R63ca6c393f054c19" /></Relationships>
</file>

<file path=ppt/slides/_rels/slide36.xml.rels>&#65279;<?xml version="1.0" encoding="utf-8"?><Relationships xmlns="http://schemas.openxmlformats.org/package/2006/relationships"><Relationship Type="http://schemas.openxmlformats.org/officeDocument/2006/relationships/image" Target="/ppt/media/image.bin" Id="R0ce6e5d4693544e9" /><Relationship Type="http://schemas.openxmlformats.org/officeDocument/2006/relationships/image" Target="/ppt/media/image2.bin" Id="R58008a9b0e6f4901" /><Relationship Type="http://schemas.openxmlformats.org/officeDocument/2006/relationships/slideLayout" Target="/ppt/slideLayouts/slideLayout6.xml" Id="R16eae4bf24474d58" /></Relationships>
</file>

<file path=ppt/slides/_rels/slide37.xml.rels>&#65279;<?xml version="1.0" encoding="utf-8"?><Relationships xmlns="http://schemas.openxmlformats.org/package/2006/relationships"><Relationship Type="http://schemas.openxmlformats.org/officeDocument/2006/relationships/hyperlink" Target="https://pptsupermarket.com/customizes" TargetMode="External" Id="R5cbe8149e93a4055a74a912a41de87ff" /><Relationship Type="http://schemas.openxmlformats.org/officeDocument/2006/relationships/image" Target="/ppt/media/image39.bin" Id="R03a10c50f88f4518" /><Relationship Type="http://schemas.openxmlformats.org/officeDocument/2006/relationships/image" Target="/ppt/media/image40.bin" Id="Ra46159d79a7c4289" /><Relationship Type="http://schemas.openxmlformats.org/officeDocument/2006/relationships/image" Target="/ppt/media/image41.bin" Id="Rb966bd2497174f06" /><Relationship Type="http://schemas.openxmlformats.org/officeDocument/2006/relationships/customXml" Target="/ppt/customXML/item.xml" Id="R7c7a503bfe204775" /><Relationship Type="http://schemas.openxmlformats.org/officeDocument/2006/relationships/customXml" Target="/ppt/customXML/item2.xml" Id="Rff3a83df675244b6" /><Relationship Type="http://schemas.openxmlformats.org/officeDocument/2006/relationships/slideLayout" Target="/ppt/slideLayouts/slideLayout5.xml" Id="R89ae26d660374969" /></Relationships>
</file>

<file path=ppt/slides/_rels/slide38.xml.rels>&#65279;<?xml version="1.0" encoding="utf-8"?><Relationships xmlns="http://schemas.openxmlformats.org/package/2006/relationships"><Relationship Type="http://schemas.openxmlformats.org/officeDocument/2006/relationships/hyperlink" Target="https://www.pptsupermarket.com/" TargetMode="External" Id="R1507c426f1f54d73a7270f4b02f5e1e8" /><Relationship Type="http://schemas.openxmlformats.org/officeDocument/2006/relationships/image" Target="/ppt/media/image42.bin" Id="Red79f7e14ffe499f" /><Relationship Type="http://schemas.openxmlformats.org/officeDocument/2006/relationships/image" Target="/ppt/media/image43.bin" Id="Ra0f5d882deca43fa" /><Relationship Type="http://schemas.openxmlformats.org/officeDocument/2006/relationships/image" Target="/ppt/media/image44.bin" Id="Rf200513ee03a4efb" /><Relationship Type="http://schemas.openxmlformats.org/officeDocument/2006/relationships/image" Target="/ppt/media/image40.bin" Id="R03f3d6c704fe4356" /><Relationship Type="http://schemas.openxmlformats.org/officeDocument/2006/relationships/image" Target="/ppt/media/image45.bin" Id="R551267a593474292" /><Relationship Type="http://schemas.openxmlformats.org/officeDocument/2006/relationships/image" Target="/ppt/media/image46.bin" Id="R384a0d71975a4783" /><Relationship Type="http://schemas.openxmlformats.org/officeDocument/2006/relationships/image" Target="/ppt/media/image41.bin" Id="R0f5c8082ae3149ef" /><Relationship Type="http://schemas.openxmlformats.org/officeDocument/2006/relationships/customXml" Target="/ppt/customXML/item3.xml" Id="Rb11e3fccfffa4f5a" /><Relationship Type="http://schemas.openxmlformats.org/officeDocument/2006/relationships/customXml" Target="/ppt/customXML/item4.xml" Id="R6acdae309d5545f9" /><Relationship Type="http://schemas.openxmlformats.org/officeDocument/2006/relationships/customXml" Target="/ppt/customXML/item5.xml" Id="R9fae775de1df4f54" /><Relationship Type="http://schemas.openxmlformats.org/officeDocument/2006/relationships/slideLayout" Target="/ppt/slideLayouts/slideLayout5.xml" Id="Rf1504585e8a8486e" /></Relationships>
</file>

<file path=ppt/slides/_rels/slide39.xml.rels>&#65279;<?xml version="1.0" encoding="utf-8"?><Relationships xmlns="http://schemas.openxmlformats.org/package/2006/relationships"><Relationship Type="http://schemas.openxmlformats.org/officeDocument/2006/relationships/image" Target="/ppt/media/image47.bin" Id="R8429e215410942ea" /><Relationship Type="http://schemas.openxmlformats.org/officeDocument/2006/relationships/image" Target="/ppt/media/image48.bin" Id="R3a9fcd699fca4f1a" /><Relationship Type="http://schemas.openxmlformats.org/officeDocument/2006/relationships/image" Target="/ppt/media/image46.bin" Id="R852be3e547df4baf" /><Relationship Type="http://schemas.openxmlformats.org/officeDocument/2006/relationships/image" Target="/ppt/media/image49.bin" Id="R92000128c70b4122" /><Relationship Type="http://schemas.openxmlformats.org/officeDocument/2006/relationships/customXml" Target="/ppt/customXML/item6.xml" Id="R71bd6b582c134171" /><Relationship Type="http://schemas.openxmlformats.org/officeDocument/2006/relationships/customXml" Target="/ppt/customXML/item7.xml" Id="Rb385c4597bcf4bdf" /><Relationship Type="http://schemas.openxmlformats.org/officeDocument/2006/relationships/customXml" Target="/ppt/customXML/item8.xml" Id="Rd9c5a1933b064a9c" /><Relationship Type="http://schemas.openxmlformats.org/officeDocument/2006/relationships/slideLayout" Target="/ppt/slideLayouts/slideLayout6.xml" Id="Rf919e08a9c20466d" /></Relationships>
</file>

<file path=ppt/slides/_rels/slide40.xml.rels>&#65279;<?xml version="1.0" encoding="utf-8"?><Relationships xmlns="http://schemas.openxmlformats.org/package/2006/relationships"><Relationship Type="http://schemas.openxmlformats.org/officeDocument/2006/relationships/hyperlink" Target="https://www.100font.com/thread-118.htm" TargetMode="External" Id="R939bee1a1943429088c0f44891459129" /><Relationship Type="http://schemas.openxmlformats.org/officeDocument/2006/relationships/hyperlink" Target="https://storyset.com/" TargetMode="External" Id="Rcb525e7e66f044c39642ee3a953a8ebf" /><Relationship Type="http://schemas.openxmlformats.org/officeDocument/2006/relationships/slideLayout" Target="/ppt/slideLayouts/slideLayout5.xml" Id="R005e243cccb843c6"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62B3517E-F39F-42B7-8847-4BF19962CD5D}"/>
              </a:ext>
            </a:extLst>
          </p:cNvPr>
          <p:cNvSpPr/>
          <p:nvPr/>
        </p:nvSpPr>
        <p:spPr>
          <a:xfrm>
            <a:off x="1" y="0"/>
            <a:ext cx="12192000" cy="6858000"/>
          </a:xfrm>
          <a:prstGeom prst="rect">
            <a:avLst/>
          </a:prstGeom>
          <a:blipFill>
            <a:blip r:embed="Ra7cb45a4052b4789">
              <a:alphaModFix amt="12000"/>
              <a:extLst>
                <a:ext uri="{28A0092B-C50C-407E-A947-70E740481C1C}">
                  <a14:useLocalDpi xmlns:a14="http://schemas.microsoft.com/office/drawing/2010/main" val="0"/>
                </a:ext>
              </a:extLst>
            </a:blip>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lvl="0" algn="ctr"/>
            <a:endParaRPr lang="zh-CN" altLang="en-US">
              <a:latin typeface="微软雅黑"/>
              <a:ea typeface="微软雅黑"/>
              <a:sym typeface="微软雅黑"/>
            </a:endParaRPr>
          </a:p>
        </p:txBody>
      </p:sp>
      <p:grpSp>
        <p:nvGrpSpPr>
          <p:cNvPr id="11" name="组合 10">
            <a:extLst>
              <a:ext uri="{FF2B5EF4-FFF2-40B4-BE49-F238E27FC236}">
                <a16:creationId xmlns:a16="http://schemas.microsoft.com/office/drawing/2014/main" id="{2430B386-B4B4-47C3-AE6A-1F764F5B9A45}"/>
              </a:ext>
            </a:extLst>
          </p:cNvPr>
          <p:cNvGrpSpPr/>
          <p:nvPr/>
        </p:nvGrpSpPr>
        <p:grpSpPr>
          <a:xfrm>
            <a:off x="403677" y="588572"/>
            <a:ext cx="5793923" cy="5680859"/>
            <a:chOff x="403678" y="588570"/>
            <a:chExt cx="5793922" cy="5680859"/>
          </a:xfrm>
        </p:grpSpPr>
        <p:sp>
          <p:nvSpPr>
            <p:cNvPr id="12" name="椭圆 11">
              <a:extLst>
                <a:ext uri="{FF2B5EF4-FFF2-40B4-BE49-F238E27FC236}">
                  <a16:creationId xmlns:a16="http://schemas.microsoft.com/office/drawing/2014/main" id="{6A664CAD-5E26-448D-8ED8-B247A1B822CD}"/>
                </a:ext>
              </a:extLst>
            </p:cNvPr>
            <p:cNvSpPr/>
            <p:nvPr/>
          </p:nvSpPr>
          <p:spPr>
            <a:xfrm>
              <a:off x="771263" y="843093"/>
              <a:ext cx="5426337" cy="5426336"/>
            </a:xfrm>
            <a:prstGeom prst="ellipse">
              <a:avLst/>
            </a:prstGeom>
            <a:blipFill>
              <a:blip r:embed="R4a1bf4eaee724f80">
                <a:extLst>
                  <a:ext uri="{28A0092B-C50C-407E-A947-70E740481C1C}">
                    <a14:useLocalDpi xmlns:a14="http://schemas.microsoft.com/office/drawing/2010/main" val="0"/>
                  </a:ext>
                </a:extLst>
              </a:blip>
              <a:stretch>
                <a:fillRect l="-19192" r="-35808"/>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lvl="0" algn="ctr"/>
              <a:endParaRPr lang="zh-CN" altLang="en-US">
                <a:latin typeface="微软雅黑"/>
                <a:ea typeface="微软雅黑"/>
                <a:sym typeface="微软雅黑"/>
              </a:endParaRPr>
            </a:p>
          </p:txBody>
        </p:sp>
        <p:sp>
          <p:nvSpPr>
            <p:cNvPr id="13" name="椭圆 12">
              <a:extLst>
                <a:ext uri="{FF2B5EF4-FFF2-40B4-BE49-F238E27FC236}">
                  <a16:creationId xmlns:a16="http://schemas.microsoft.com/office/drawing/2014/main" id="{23FEA241-1587-4644-8CDE-84E17CA94220}"/>
                </a:ext>
              </a:extLst>
            </p:cNvPr>
            <p:cNvSpPr/>
            <p:nvPr/>
          </p:nvSpPr>
          <p:spPr>
            <a:xfrm>
              <a:off x="403678" y="588570"/>
              <a:ext cx="5426337" cy="5426336"/>
            </a:xfrm>
            <a:prstGeom prst="ellipse">
              <a:avLst/>
            </a:prstGeom>
            <a:noFill/>
            <a:ln w="254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latin typeface="微软雅黑"/>
                <a:ea typeface="微软雅黑"/>
                <a:sym typeface="微软雅黑"/>
              </a:endParaRPr>
            </a:p>
          </p:txBody>
        </p:sp>
      </p:grpSp>
      <p:sp>
        <p:nvSpPr>
          <p:cNvPr id="14" name="椭圆 13">
            <a:extLst>
              <a:ext uri="{FF2B5EF4-FFF2-40B4-BE49-F238E27FC236}">
                <a16:creationId xmlns:a16="http://schemas.microsoft.com/office/drawing/2014/main" id="{52B5AB88-03AF-4025-8ECE-E95DEA4F6176}"/>
              </a:ext>
            </a:extLst>
          </p:cNvPr>
          <p:cNvSpPr/>
          <p:nvPr/>
        </p:nvSpPr>
        <p:spPr>
          <a:xfrm>
            <a:off x="11206845" y="789669"/>
            <a:ext cx="625475" cy="625474"/>
          </a:xfrm>
          <a:prstGeom prst="ellipse">
            <a:avLst/>
          </a:prstGeom>
          <a:gradFill flip="none" rotWithShape="1">
            <a:gsLst>
              <a:gs pos="0">
                <a:schemeClr val="accent2"/>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5" name="椭圆 14">
            <a:extLst>
              <a:ext uri="{FF2B5EF4-FFF2-40B4-BE49-F238E27FC236}">
                <a16:creationId xmlns:a16="http://schemas.microsoft.com/office/drawing/2014/main" id="{B7830DB4-FA18-4AD4-8F14-CEC2AAED6BA5}"/>
              </a:ext>
            </a:extLst>
          </p:cNvPr>
          <p:cNvSpPr/>
          <p:nvPr/>
        </p:nvSpPr>
        <p:spPr>
          <a:xfrm>
            <a:off x="5435411" y="4898091"/>
            <a:ext cx="487436" cy="487436"/>
          </a:xfrm>
          <a:prstGeom prst="ellipse">
            <a:avLst/>
          </a:prstGeom>
          <a:gradFill flip="none" rotWithShape="1">
            <a:gsLst>
              <a:gs pos="0">
                <a:schemeClr val="accent2"/>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6" name="椭圆 15">
            <a:extLst>
              <a:ext uri="{FF2B5EF4-FFF2-40B4-BE49-F238E27FC236}">
                <a16:creationId xmlns:a16="http://schemas.microsoft.com/office/drawing/2014/main" id="{E11803C3-6389-4C89-ACD3-0E5DB4FEABE6}"/>
              </a:ext>
            </a:extLst>
          </p:cNvPr>
          <p:cNvSpPr/>
          <p:nvPr/>
        </p:nvSpPr>
        <p:spPr>
          <a:xfrm>
            <a:off x="97065" y="2875292"/>
            <a:ext cx="720231" cy="720230"/>
          </a:xfrm>
          <a:prstGeom prst="ellipse">
            <a:avLst/>
          </a:prstGeom>
          <a:gradFill flip="none" rotWithShape="1">
            <a:gsLst>
              <a:gs pos="0">
                <a:schemeClr val="accent2"/>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7" name="文本框 16">
            <a:extLst>
              <a:ext uri="{FF2B5EF4-FFF2-40B4-BE49-F238E27FC236}">
                <a16:creationId xmlns:a16="http://schemas.microsoft.com/office/drawing/2014/main" id="{182B64C0-0CE8-46D4-937E-293B7AFF8522}"/>
              </a:ext>
            </a:extLst>
          </p:cNvPr>
          <p:cNvSpPr txBox="1"/>
          <p:nvPr/>
        </p:nvSpPr>
        <p:spPr>
          <a:xfrm>
            <a:off x="6514386" y="1415143"/>
            <a:ext cx="5155655" cy="2308324"/>
          </a:xfrm>
          <a:prstGeom prst="rect">
            <a:avLst/>
          </a:prstGeom>
          <a:noFill/>
        </p:spPr>
        <p:txBody>
          <a:bodyPr wrap="square">
            <a:spAutoFit/>
          </a:bodyPr>
          <a:lstStyle/>
          <a:p>
            <a:pPr algn="r"/>
            <a:r>
              <a:rPr lang="zh-CN" altLang="en-US" sz="7200" b="1">
                <a:latin typeface="微软雅黑" pitchFamily="34" charset="-122"/>
                <a:ea typeface="微软雅黑" pitchFamily="34" charset="-122"/>
                <a:cs typeface="阿里巴巴普惠体 Heavy" pitchFamily="18" charset="-122"/>
                <a:sym typeface="微软雅黑"/>
              </a:rPr>
              <a:t>视频拍摄与剪辑指南</a:t>
            </a:r>
          </a:p>
        </p:txBody>
      </p:sp>
      <p:sp>
        <p:nvSpPr>
          <p:cNvPr id="18" name="矩形: 对角圆角 17">
            <a:extLst>
              <a:ext uri="{FF2B5EF4-FFF2-40B4-BE49-F238E27FC236}">
                <a16:creationId xmlns:a16="http://schemas.microsoft.com/office/drawing/2014/main" id="{7CD23666-3017-45B8-B6FA-72290F62FD7D}"/>
              </a:ext>
            </a:extLst>
          </p:cNvPr>
          <p:cNvSpPr/>
          <p:nvPr/>
        </p:nvSpPr>
        <p:spPr>
          <a:xfrm>
            <a:off x="7099300" y="3780797"/>
            <a:ext cx="4420283" cy="414068"/>
          </a:xfrm>
          <a:prstGeom prst="round2DiagRect">
            <a:avLst>
              <a:gd name="adj1" fmla="val 47917"/>
              <a:gd name="adj2" fmla="val 0"/>
            </a:avLst>
          </a:prstGeom>
          <a:gradFill>
            <a:gsLst>
              <a:gs pos="0">
                <a:srgbClr val="008DEB"/>
              </a:gs>
              <a:gs pos="94000">
                <a:srgbClr val="008DEB">
                  <a:alpha val="61000"/>
                </a:srgb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a:latin typeface="微软雅黑"/>
                <a:ea typeface="微软雅黑"/>
                <a:sym typeface="微软雅黑"/>
              </a:rPr>
              <a:t>让你的照片更有故事感</a:t>
            </a:r>
          </a:p>
        </p:txBody>
      </p:sp>
      <p:sp>
        <p:nvSpPr>
          <p:cNvPr id="19" name="文本框 18">
            <a:extLst>
              <a:ext uri="{FF2B5EF4-FFF2-40B4-BE49-F238E27FC236}">
                <a16:creationId xmlns:a16="http://schemas.microsoft.com/office/drawing/2014/main" id="{415DA39D-80CB-42A7-B4A1-42475C2E141A}"/>
              </a:ext>
            </a:extLst>
          </p:cNvPr>
          <p:cNvSpPr txBox="1"/>
          <p:nvPr/>
        </p:nvSpPr>
        <p:spPr>
          <a:xfrm>
            <a:off x="6762751" y="4367397"/>
            <a:ext cx="4864100" cy="572464"/>
          </a:xfrm>
          <a:prstGeom prst="rect">
            <a:avLst/>
          </a:prstGeom>
          <a:noFill/>
        </p:spPr>
        <p:txBody>
          <a:bodyPr wrap="square">
            <a:spAutoFit/>
          </a:bodyPr>
          <a:lstStyle/>
          <a:p>
            <a:pPr algn="r">
              <a:lnSpc>
                <a:spcPct val="130000"/>
              </a:lnSpc>
            </a:pPr>
            <a:r>
              <a:rPr lang="zh-CN" altLang="en-US" sz="1200">
                <a:solidFill>
                  <a:schemeClr val="tx1">
                    <a:lumMod val="65000"/>
                    <a:lumOff val="35000"/>
                  </a:schemeClr>
                </a:solidFill>
                <a:effectLst/>
                <a:latin typeface="微软雅黑"/>
                <a:ea typeface="微软雅黑"/>
                <a:cs typeface="+mn-ea"/>
                <a:sym typeface="微软雅黑"/>
              </a:rPr>
              <a:t>包括实践场景全貌以及实践地局部场景，可以拍摄自然环境或者社会环境。</a:t>
            </a:r>
            <a:r>
              <a:rPr lang="zh-CN" altLang="en-US" sz="1200" b="1">
                <a:solidFill>
                  <a:schemeClr val="tx1">
                    <a:lumMod val="65000"/>
                    <a:lumOff val="35000"/>
                  </a:schemeClr>
                </a:solidFill>
                <a:effectLst/>
                <a:latin typeface="微软雅黑"/>
                <a:ea typeface="微软雅黑"/>
                <a:cs typeface="+mn-ea"/>
                <a:sym typeface="微软雅黑"/>
              </a:rPr>
              <a:t>空镜的拍摄</a:t>
            </a:r>
            <a:r>
              <a:rPr lang="zh-CN" altLang="en-US" sz="1200">
                <a:solidFill>
                  <a:schemeClr val="tx1">
                    <a:lumMod val="65000"/>
                    <a:lumOff val="35000"/>
                  </a:schemeClr>
                </a:solidFill>
                <a:effectLst/>
                <a:latin typeface="微软雅黑"/>
                <a:ea typeface="微软雅黑"/>
                <a:cs typeface="+mn-ea"/>
                <a:sym typeface="微软雅黑"/>
              </a:rPr>
              <a:t>在剪辑过程中可以很好的调整视频的节奏</a:t>
            </a:r>
            <a:endParaRPr lang="en-US" altLang="zh-CN" sz="1200">
              <a:solidFill>
                <a:schemeClr val="tx1">
                  <a:lumMod val="65000"/>
                  <a:lumOff val="35000"/>
                </a:schemeClr>
              </a:solidFill>
              <a:effectLst/>
              <a:latin typeface="微软雅黑"/>
              <a:ea typeface="微软雅黑"/>
              <a:cs typeface="+mn-ea"/>
              <a:sym typeface="微软雅黑"/>
            </a:endParaRPr>
          </a:p>
        </p:txBody>
      </p:sp>
      <p:sp>
        <p:nvSpPr>
          <p:cNvPr id="20" name="矩形: 圆角 19">
            <a:extLst>
              <a:ext uri="{FF2B5EF4-FFF2-40B4-BE49-F238E27FC236}">
                <a16:creationId xmlns:a16="http://schemas.microsoft.com/office/drawing/2014/main" id="{6596176B-99F7-44FF-BBE9-63BDFCF5930B}"/>
              </a:ext>
            </a:extLst>
          </p:cNvPr>
          <p:cNvSpPr/>
          <p:nvPr/>
        </p:nvSpPr>
        <p:spPr>
          <a:xfrm>
            <a:off x="8523763" y="5511137"/>
            <a:ext cx="1364516" cy="331335"/>
          </a:xfrm>
          <a:prstGeom prst="roundRect">
            <a:avLst>
              <a:gd name="adj" fmla="val 50000"/>
            </a:avLst>
          </a:prstGeom>
          <a:gradFill>
            <a:gsLst>
              <a:gs pos="0">
                <a:srgbClr val="008DEB"/>
              </a:gs>
              <a:gs pos="94000">
                <a:srgbClr val="008DEB">
                  <a:alpha val="61000"/>
                </a:srgb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FFFFFF"/>
                </a:solidFill>
                <a:latin typeface="微软雅黑"/>
                <a:ea typeface="微软雅黑"/>
                <a:cs typeface="OPPOSans R" panose="00020600040101010101" pitchFamily="18" charset="-122"/>
                <a:sym typeface="微软雅黑"/>
              </a:rPr>
              <a:t>讲师：XX</a:t>
            </a:r>
            <a:r>
              <a:rPr lang="en-US" altLang="zh-CN" sz="1200">
                <a:solidFill>
                  <a:srgbClr val="FFFFFF"/>
                </a:solidFill>
                <a:latin typeface="微软雅黑"/>
                <a:ea typeface="微软雅黑"/>
                <a:cs typeface="OPPOSans R" panose="00020600040101010101" pitchFamily="18" charset="-122"/>
                <a:sym typeface="微软雅黑"/>
              </a:rPr>
              <a:t>PPT</a:t>
            </a:r>
            <a:endParaRPr lang="zh-CN" altLang="en-US" sz="1200">
              <a:solidFill>
                <a:srgbClr val="FFFFFF"/>
              </a:solidFill>
              <a:latin typeface="微软雅黑"/>
              <a:ea typeface="微软雅黑"/>
              <a:cs typeface="OPPOSans R" panose="00020600040101010101" pitchFamily="18" charset="-122"/>
              <a:sym typeface="微软雅黑"/>
            </a:endParaRPr>
          </a:p>
        </p:txBody>
      </p:sp>
      <p:sp>
        <p:nvSpPr>
          <p:cNvPr id="21" name="矩形: 圆角 20">
            <a:extLst>
              <a:ext uri="{FF2B5EF4-FFF2-40B4-BE49-F238E27FC236}">
                <a16:creationId xmlns:a16="http://schemas.microsoft.com/office/drawing/2014/main" id="{C3BE633F-7BD0-4513-876C-63410A286F6E}"/>
              </a:ext>
            </a:extLst>
          </p:cNvPr>
          <p:cNvSpPr/>
          <p:nvPr/>
        </p:nvSpPr>
        <p:spPr>
          <a:xfrm>
            <a:off x="10245385" y="5511137"/>
            <a:ext cx="1274199" cy="331335"/>
          </a:xfrm>
          <a:prstGeom prst="roundRect">
            <a:avLst>
              <a:gd name="adj" fmla="val 50000"/>
            </a:avLst>
          </a:prstGeom>
          <a:gradFill>
            <a:gsLst>
              <a:gs pos="0">
                <a:srgbClr val="008DEB"/>
              </a:gs>
              <a:gs pos="94000">
                <a:srgbClr val="008DEB">
                  <a:alpha val="61000"/>
                </a:srgb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FFFFFF"/>
                </a:solidFill>
                <a:latin typeface="微软雅黑"/>
                <a:ea typeface="微软雅黑"/>
                <a:cs typeface="OPPOSans R" panose="00020600040101010101" pitchFamily="18" charset="-122"/>
                <a:sym typeface="微软雅黑"/>
              </a:rPr>
              <a:t>日期：</a:t>
            </a:r>
            <a:r>
              <a:rPr lang="en-US" altLang="zh-CN" sz="1200">
                <a:solidFill>
                  <a:srgbClr val="FFFFFF"/>
                </a:solidFill>
                <a:latin typeface="微软雅黑"/>
                <a:ea typeface="微软雅黑"/>
                <a:cs typeface="OPPOSans R" panose="00020600040101010101" pitchFamily="18" charset="-122"/>
                <a:sym typeface="微软雅黑"/>
              </a:rPr>
              <a:t>202X.X</a:t>
            </a:r>
            <a:endParaRPr lang="zh-CN" altLang="en-US" sz="1200">
              <a:solidFill>
                <a:srgbClr val="FFFFFF"/>
              </a:solidFill>
              <a:latin typeface="微软雅黑"/>
              <a:ea typeface="微软雅黑"/>
              <a:cs typeface="OPPOSans R" panose="00020600040101010101" pitchFamily="18" charset="-122"/>
              <a:sym typeface="微软雅黑"/>
            </a:endParaRPr>
          </a:p>
        </p:txBody>
      </p:sp>
    </p:spTree>
    <p:extLst>
      <p:ext uri="{BB962C8B-B14F-4D97-AF65-F5344CB8AC3E}">
        <p14:creationId xmlns:p14="http://schemas.microsoft.com/office/powerpoint/2010/main" val="25007464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par>
                                <p:cTn id="15" presetID="53"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500" fill="hold"/>
                                        <p:tgtEl>
                                          <p:spTgt spid="14"/>
                                        </p:tgtEl>
                                        <p:attrNameLst>
                                          <p:attrName>ppt_w</p:attrName>
                                        </p:attrNameLst>
                                      </p:cBhvr>
                                      <p:tavLst>
                                        <p:tav tm="0">
                                          <p:val>
                                            <p:fltVal val="0"/>
                                          </p:val>
                                        </p:tav>
                                        <p:tav tm="100000">
                                          <p:val>
                                            <p:strVal val="#ppt_w"/>
                                          </p:val>
                                        </p:tav>
                                      </p:tavLst>
                                    </p:anim>
                                    <p:anim calcmode="lin" valueType="num">
                                      <p:cBhvr>
                                        <p:cTn id="23" dur="500" fill="hold"/>
                                        <p:tgtEl>
                                          <p:spTgt spid="14"/>
                                        </p:tgtEl>
                                        <p:attrNameLst>
                                          <p:attrName>ppt_h</p:attrName>
                                        </p:attrNameLst>
                                      </p:cBhvr>
                                      <p:tavLst>
                                        <p:tav tm="0">
                                          <p:val>
                                            <p:fltVal val="0"/>
                                          </p:val>
                                        </p:tav>
                                        <p:tav tm="100000">
                                          <p:val>
                                            <p:strVal val="#ppt_h"/>
                                          </p:val>
                                        </p:tav>
                                      </p:tavLst>
                                    </p:anim>
                                    <p:animEffect transition="in" filter="fade">
                                      <p:cBhvr>
                                        <p:cTn id="24" dur="500"/>
                                        <p:tgtEl>
                                          <p:spTgt spid="14"/>
                                        </p:tgtEl>
                                      </p:cBhvr>
                                    </p:animEffect>
                                  </p:childTnLst>
                                </p:cTn>
                              </p:par>
                              <p:par>
                                <p:cTn id="25" presetID="53"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p:cTn id="27" dur="500" fill="hold"/>
                                        <p:tgtEl>
                                          <p:spTgt spid="15"/>
                                        </p:tgtEl>
                                        <p:attrNameLst>
                                          <p:attrName>ppt_w</p:attrName>
                                        </p:attrNameLst>
                                      </p:cBhvr>
                                      <p:tavLst>
                                        <p:tav tm="0">
                                          <p:val>
                                            <p:fltVal val="0"/>
                                          </p:val>
                                        </p:tav>
                                        <p:tav tm="100000">
                                          <p:val>
                                            <p:strVal val="#ppt_w"/>
                                          </p:val>
                                        </p:tav>
                                      </p:tavLst>
                                    </p:anim>
                                    <p:anim calcmode="lin" valueType="num">
                                      <p:cBhvr>
                                        <p:cTn id="28" dur="500" fill="hold"/>
                                        <p:tgtEl>
                                          <p:spTgt spid="15"/>
                                        </p:tgtEl>
                                        <p:attrNameLst>
                                          <p:attrName>ppt_h</p:attrName>
                                        </p:attrNameLst>
                                      </p:cBhvr>
                                      <p:tavLst>
                                        <p:tav tm="0">
                                          <p:val>
                                            <p:fltVal val="0"/>
                                          </p:val>
                                        </p:tav>
                                        <p:tav tm="100000">
                                          <p:val>
                                            <p:strVal val="#ppt_h"/>
                                          </p:val>
                                        </p:tav>
                                      </p:tavLst>
                                    </p:anim>
                                    <p:animEffect transition="in" filter="fade">
                                      <p:cBhvr>
                                        <p:cTn id="29" dur="500"/>
                                        <p:tgtEl>
                                          <p:spTgt spid="15"/>
                                        </p:tgtEl>
                                      </p:cBhvr>
                                    </p:animEffect>
                                  </p:childTnLst>
                                </p:cTn>
                              </p:par>
                              <p:par>
                                <p:cTn id="30" presetID="53"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p:cTn id="32" dur="500" fill="hold"/>
                                        <p:tgtEl>
                                          <p:spTgt spid="16"/>
                                        </p:tgtEl>
                                        <p:attrNameLst>
                                          <p:attrName>ppt_w</p:attrName>
                                        </p:attrNameLst>
                                      </p:cBhvr>
                                      <p:tavLst>
                                        <p:tav tm="0">
                                          <p:val>
                                            <p:fltVal val="0"/>
                                          </p:val>
                                        </p:tav>
                                        <p:tav tm="100000">
                                          <p:val>
                                            <p:strVal val="#ppt_w"/>
                                          </p:val>
                                        </p:tav>
                                      </p:tavLst>
                                    </p:anim>
                                    <p:anim calcmode="lin" valueType="num">
                                      <p:cBhvr>
                                        <p:cTn id="33" dur="500" fill="hold"/>
                                        <p:tgtEl>
                                          <p:spTgt spid="16"/>
                                        </p:tgtEl>
                                        <p:attrNameLst>
                                          <p:attrName>ppt_h</p:attrName>
                                        </p:attrNameLst>
                                      </p:cBhvr>
                                      <p:tavLst>
                                        <p:tav tm="0">
                                          <p:val>
                                            <p:fltVal val="0"/>
                                          </p:val>
                                        </p:tav>
                                        <p:tav tm="100000">
                                          <p:val>
                                            <p:strVal val="#ppt_h"/>
                                          </p:val>
                                        </p:tav>
                                      </p:tavLst>
                                    </p:anim>
                                    <p:animEffect transition="in" filter="fade">
                                      <p:cBhvr>
                                        <p:cTn id="34" dur="500"/>
                                        <p:tgtEl>
                                          <p:spTgt spid="16"/>
                                        </p:tgtEl>
                                      </p:cBhvr>
                                    </p:animEffect>
                                  </p:childTnLst>
                                </p:cTn>
                              </p:par>
                              <p:par>
                                <p:cTn id="35" presetID="53"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p:cTn id="37" dur="500" fill="hold"/>
                                        <p:tgtEl>
                                          <p:spTgt spid="17"/>
                                        </p:tgtEl>
                                        <p:attrNameLst>
                                          <p:attrName>ppt_w</p:attrName>
                                        </p:attrNameLst>
                                      </p:cBhvr>
                                      <p:tavLst>
                                        <p:tav tm="0">
                                          <p:val>
                                            <p:fltVal val="0"/>
                                          </p:val>
                                        </p:tav>
                                        <p:tav tm="100000">
                                          <p:val>
                                            <p:strVal val="#ppt_w"/>
                                          </p:val>
                                        </p:tav>
                                      </p:tavLst>
                                    </p:anim>
                                    <p:anim calcmode="lin" valueType="num">
                                      <p:cBhvr>
                                        <p:cTn id="38" dur="500" fill="hold"/>
                                        <p:tgtEl>
                                          <p:spTgt spid="17"/>
                                        </p:tgtEl>
                                        <p:attrNameLst>
                                          <p:attrName>ppt_h</p:attrName>
                                        </p:attrNameLst>
                                      </p:cBhvr>
                                      <p:tavLst>
                                        <p:tav tm="0">
                                          <p:val>
                                            <p:fltVal val="0"/>
                                          </p:val>
                                        </p:tav>
                                        <p:tav tm="100000">
                                          <p:val>
                                            <p:strVal val="#ppt_h"/>
                                          </p:val>
                                        </p:tav>
                                      </p:tavLst>
                                    </p:anim>
                                    <p:animEffect transition="in" filter="fade">
                                      <p:cBhvr>
                                        <p:cTn id="39" dur="500"/>
                                        <p:tgtEl>
                                          <p:spTgt spid="17"/>
                                        </p:tgtEl>
                                      </p:cBhvr>
                                    </p:animEffect>
                                  </p:childTnLst>
                                </p:cTn>
                              </p:par>
                              <p:par>
                                <p:cTn id="40" presetID="53"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 calcmode="lin" valueType="num">
                                      <p:cBhvr>
                                        <p:cTn id="42" dur="500" fill="hold"/>
                                        <p:tgtEl>
                                          <p:spTgt spid="19"/>
                                        </p:tgtEl>
                                        <p:attrNameLst>
                                          <p:attrName>ppt_w</p:attrName>
                                        </p:attrNameLst>
                                      </p:cBhvr>
                                      <p:tavLst>
                                        <p:tav tm="0">
                                          <p:val>
                                            <p:fltVal val="0"/>
                                          </p:val>
                                        </p:tav>
                                        <p:tav tm="100000">
                                          <p:val>
                                            <p:strVal val="#ppt_w"/>
                                          </p:val>
                                        </p:tav>
                                      </p:tavLst>
                                    </p:anim>
                                    <p:anim calcmode="lin" valueType="num">
                                      <p:cBhvr>
                                        <p:cTn id="43" dur="500" fill="hold"/>
                                        <p:tgtEl>
                                          <p:spTgt spid="19"/>
                                        </p:tgtEl>
                                        <p:attrNameLst>
                                          <p:attrName>ppt_h</p:attrName>
                                        </p:attrNameLst>
                                      </p:cBhvr>
                                      <p:tavLst>
                                        <p:tav tm="0">
                                          <p:val>
                                            <p:fltVal val="0"/>
                                          </p:val>
                                        </p:tav>
                                        <p:tav tm="100000">
                                          <p:val>
                                            <p:strVal val="#ppt_h"/>
                                          </p:val>
                                        </p:tav>
                                      </p:tavLst>
                                    </p:anim>
                                    <p:animEffect transition="in" filter="fade">
                                      <p:cBhvr>
                                        <p:cTn id="44" dur="500"/>
                                        <p:tgtEl>
                                          <p:spTgt spid="19"/>
                                        </p:tgtEl>
                                      </p:cBhvr>
                                    </p:animEffect>
                                  </p:childTnLst>
                                </p:cTn>
                              </p:par>
                              <p:par>
                                <p:cTn id="45" presetID="53"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 calcmode="lin" valueType="num">
                                      <p:cBhvr>
                                        <p:cTn id="47" dur="500" fill="hold"/>
                                        <p:tgtEl>
                                          <p:spTgt spid="20"/>
                                        </p:tgtEl>
                                        <p:attrNameLst>
                                          <p:attrName>ppt_w</p:attrName>
                                        </p:attrNameLst>
                                      </p:cBhvr>
                                      <p:tavLst>
                                        <p:tav tm="0">
                                          <p:val>
                                            <p:fltVal val="0"/>
                                          </p:val>
                                        </p:tav>
                                        <p:tav tm="100000">
                                          <p:val>
                                            <p:strVal val="#ppt_w"/>
                                          </p:val>
                                        </p:tav>
                                      </p:tavLst>
                                    </p:anim>
                                    <p:anim calcmode="lin" valueType="num">
                                      <p:cBhvr>
                                        <p:cTn id="48" dur="500" fill="hold"/>
                                        <p:tgtEl>
                                          <p:spTgt spid="20"/>
                                        </p:tgtEl>
                                        <p:attrNameLst>
                                          <p:attrName>ppt_h</p:attrName>
                                        </p:attrNameLst>
                                      </p:cBhvr>
                                      <p:tavLst>
                                        <p:tav tm="0">
                                          <p:val>
                                            <p:fltVal val="0"/>
                                          </p:val>
                                        </p:tav>
                                        <p:tav tm="100000">
                                          <p:val>
                                            <p:strVal val="#ppt_h"/>
                                          </p:val>
                                        </p:tav>
                                      </p:tavLst>
                                    </p:anim>
                                    <p:animEffect transition="in" filter="fade">
                                      <p:cBhvr>
                                        <p:cTn id="49" dur="500"/>
                                        <p:tgtEl>
                                          <p:spTgt spid="20"/>
                                        </p:tgtEl>
                                      </p:cBhvr>
                                    </p:animEffect>
                                  </p:childTnLst>
                                </p:cTn>
                              </p:par>
                              <p:par>
                                <p:cTn id="50" presetID="53"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 calcmode="lin" valueType="num">
                                      <p:cBhvr>
                                        <p:cTn id="52" dur="500" fill="hold"/>
                                        <p:tgtEl>
                                          <p:spTgt spid="21"/>
                                        </p:tgtEl>
                                        <p:attrNameLst>
                                          <p:attrName>ppt_w</p:attrName>
                                        </p:attrNameLst>
                                      </p:cBhvr>
                                      <p:tavLst>
                                        <p:tav tm="0">
                                          <p:val>
                                            <p:fltVal val="0"/>
                                          </p:val>
                                        </p:tav>
                                        <p:tav tm="100000">
                                          <p:val>
                                            <p:strVal val="#ppt_w"/>
                                          </p:val>
                                        </p:tav>
                                      </p:tavLst>
                                    </p:anim>
                                    <p:anim calcmode="lin" valueType="num">
                                      <p:cBhvr>
                                        <p:cTn id="53" dur="500" fill="hold"/>
                                        <p:tgtEl>
                                          <p:spTgt spid="21"/>
                                        </p:tgtEl>
                                        <p:attrNameLst>
                                          <p:attrName>ppt_h</p:attrName>
                                        </p:attrNameLst>
                                      </p:cBhvr>
                                      <p:tavLst>
                                        <p:tav tm="0">
                                          <p:val>
                                            <p:fltVal val="0"/>
                                          </p:val>
                                        </p:tav>
                                        <p:tav tm="100000">
                                          <p:val>
                                            <p:strVal val="#ppt_h"/>
                                          </p:val>
                                        </p:tav>
                                      </p:tavLst>
                                    </p:anim>
                                    <p:animEffect transition="in" filter="fade">
                                      <p:cBhvr>
                                        <p:cTn id="5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5" grpId="0" animBg="1"/>
      <p:bldP spid="16" grpId="0" animBg="1"/>
      <p:bldP spid="17" grpId="0"/>
      <p:bldP spid="18" grpId="0" animBg="1"/>
      <p:bldP spid="19" grpId="0"/>
      <p:bldP spid="20" grpId="0" animBg="1"/>
      <p:bldP spid="2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a:extLst>
              <a:ext uri="{FF2B5EF4-FFF2-40B4-BE49-F238E27FC236}">
                <a16:creationId xmlns:a16="http://schemas.microsoft.com/office/drawing/2014/main" id="{5235A944-689D-4FC8-BE93-2C095AEC4DBD}"/>
              </a:ext>
            </a:extLst>
          </p:cNvPr>
          <p:cNvSpPr/>
          <p:nvPr/>
        </p:nvSpPr>
        <p:spPr>
          <a:xfrm>
            <a:off x="7372331" y="1619075"/>
            <a:ext cx="556181" cy="55618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b="1">
                <a:solidFill>
                  <a:schemeClr val="bg1"/>
                </a:solidFill>
                <a:latin typeface="微软雅黑"/>
                <a:ea typeface="微软雅黑"/>
                <a:cs typeface="+mn-ea"/>
                <a:sym typeface="微软雅黑"/>
              </a:rPr>
              <a:t>01</a:t>
            </a:r>
            <a:endParaRPr lang="zh-CN" altLang="en-US" b="1">
              <a:solidFill>
                <a:schemeClr val="bg1"/>
              </a:solidFill>
              <a:latin typeface="微软雅黑"/>
              <a:ea typeface="微软雅黑"/>
              <a:cs typeface="+mn-ea"/>
              <a:sym typeface="微软雅黑"/>
            </a:endParaRPr>
          </a:p>
        </p:txBody>
      </p:sp>
      <p:sp>
        <p:nvSpPr>
          <p:cNvPr id="10" name="椭圆 9">
            <a:extLst>
              <a:ext uri="{FF2B5EF4-FFF2-40B4-BE49-F238E27FC236}">
                <a16:creationId xmlns:a16="http://schemas.microsoft.com/office/drawing/2014/main" id="{0B7AD3A8-C792-419E-ADBE-0011287C1141}"/>
              </a:ext>
            </a:extLst>
          </p:cNvPr>
          <p:cNvSpPr/>
          <p:nvPr/>
        </p:nvSpPr>
        <p:spPr>
          <a:xfrm>
            <a:off x="7372331" y="2747672"/>
            <a:ext cx="556181" cy="55618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b="1">
                <a:solidFill>
                  <a:srgbClr val="FFFFFF"/>
                </a:solidFill>
                <a:latin typeface="微软雅黑"/>
                <a:ea typeface="微软雅黑"/>
                <a:cs typeface="+mn-ea"/>
                <a:sym typeface="微软雅黑"/>
              </a:rPr>
              <a:t>02</a:t>
            </a:r>
            <a:endParaRPr lang="zh-CN" altLang="en-US" b="1">
              <a:solidFill>
                <a:srgbClr val="FFFFFF"/>
              </a:solidFill>
              <a:latin typeface="微软雅黑"/>
              <a:ea typeface="微软雅黑"/>
              <a:cs typeface="+mn-ea"/>
              <a:sym typeface="微软雅黑"/>
            </a:endParaRPr>
          </a:p>
        </p:txBody>
      </p:sp>
      <p:sp>
        <p:nvSpPr>
          <p:cNvPr id="11" name="椭圆 10">
            <a:extLst>
              <a:ext uri="{FF2B5EF4-FFF2-40B4-BE49-F238E27FC236}">
                <a16:creationId xmlns:a16="http://schemas.microsoft.com/office/drawing/2014/main" id="{F1661C9F-3193-4F76-BD41-73717176AAC6}"/>
              </a:ext>
            </a:extLst>
          </p:cNvPr>
          <p:cNvSpPr/>
          <p:nvPr/>
        </p:nvSpPr>
        <p:spPr>
          <a:xfrm>
            <a:off x="7372331" y="3876265"/>
            <a:ext cx="556181" cy="55618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b="1">
                <a:solidFill>
                  <a:schemeClr val="bg1"/>
                </a:solidFill>
                <a:latin typeface="微软雅黑"/>
                <a:ea typeface="微软雅黑"/>
                <a:cs typeface="+mn-ea"/>
                <a:sym typeface="微软雅黑"/>
              </a:rPr>
              <a:t>03</a:t>
            </a:r>
            <a:endParaRPr lang="zh-CN" altLang="en-US" b="1">
              <a:solidFill>
                <a:schemeClr val="bg1"/>
              </a:solidFill>
              <a:latin typeface="微软雅黑"/>
              <a:ea typeface="微软雅黑"/>
              <a:cs typeface="+mn-ea"/>
              <a:sym typeface="微软雅黑"/>
            </a:endParaRPr>
          </a:p>
        </p:txBody>
      </p:sp>
      <p:sp>
        <p:nvSpPr>
          <p:cNvPr id="12" name="椭圆 11">
            <a:extLst>
              <a:ext uri="{FF2B5EF4-FFF2-40B4-BE49-F238E27FC236}">
                <a16:creationId xmlns:a16="http://schemas.microsoft.com/office/drawing/2014/main" id="{D12FDB23-A102-459A-B93C-5E1C85953454}"/>
              </a:ext>
            </a:extLst>
          </p:cNvPr>
          <p:cNvSpPr/>
          <p:nvPr/>
        </p:nvSpPr>
        <p:spPr>
          <a:xfrm>
            <a:off x="7372331" y="5004863"/>
            <a:ext cx="556181" cy="55618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b="1">
                <a:solidFill>
                  <a:schemeClr val="bg1"/>
                </a:solidFill>
                <a:latin typeface="微软雅黑"/>
                <a:ea typeface="微软雅黑"/>
                <a:cs typeface="+mn-ea"/>
                <a:sym typeface="微软雅黑"/>
              </a:rPr>
              <a:t>04</a:t>
            </a:r>
            <a:endParaRPr lang="zh-CN" altLang="en-US" b="1">
              <a:solidFill>
                <a:schemeClr val="bg1"/>
              </a:solidFill>
              <a:latin typeface="微软雅黑"/>
              <a:ea typeface="微软雅黑"/>
              <a:cs typeface="+mn-ea"/>
              <a:sym typeface="微软雅黑"/>
            </a:endParaRPr>
          </a:p>
        </p:txBody>
      </p:sp>
      <p:sp>
        <p:nvSpPr>
          <p:cNvPr id="14" name="椭圆 13">
            <a:extLst>
              <a:ext uri="{FF2B5EF4-FFF2-40B4-BE49-F238E27FC236}">
                <a16:creationId xmlns:a16="http://schemas.microsoft.com/office/drawing/2014/main" id="{99FB7479-4B74-4FD0-A659-68077DC7D652}"/>
              </a:ext>
            </a:extLst>
          </p:cNvPr>
          <p:cNvSpPr/>
          <p:nvPr/>
        </p:nvSpPr>
        <p:spPr>
          <a:xfrm flipH="1">
            <a:off x="2233745" y="2222711"/>
            <a:ext cx="3619113" cy="3619113"/>
          </a:xfrm>
          <a:prstGeom prst="ellipse">
            <a:avLst/>
          </a:prstGeom>
          <a:blipFill>
            <a:blip r:embed="Ra825e710fb79437d">
              <a:extLst>
                <a:ext uri="{28A0092B-C50C-407E-A947-70E740481C1C}">
                  <a14:useLocalDpi xmlns:a14="http://schemas.microsoft.com/office/drawing/2010/main" val="0"/>
                </a:ext>
              </a:extLst>
            </a:blip>
            <a:stretch>
              <a:fillRect l="-21294" r="-26148"/>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endParaRPr lang="zh-CN" altLang="en-US">
              <a:latin typeface="微软雅黑"/>
              <a:ea typeface="微软雅黑"/>
              <a:cs typeface="+mn-ea"/>
              <a:sym typeface="微软雅黑"/>
            </a:endParaRPr>
          </a:p>
        </p:txBody>
      </p:sp>
      <p:sp>
        <p:nvSpPr>
          <p:cNvPr id="15" name="文本框 14">
            <a:extLst>
              <a:ext uri="{FF2B5EF4-FFF2-40B4-BE49-F238E27FC236}">
                <a16:creationId xmlns:a16="http://schemas.microsoft.com/office/drawing/2014/main" id="{3E2B829C-932B-4789-A346-25639C133437}"/>
              </a:ext>
            </a:extLst>
          </p:cNvPr>
          <p:cNvSpPr txBox="1"/>
          <p:nvPr/>
        </p:nvSpPr>
        <p:spPr>
          <a:xfrm>
            <a:off x="8035876" y="1439341"/>
            <a:ext cx="3483024" cy="652486"/>
          </a:xfrm>
          <a:prstGeom prst="rect">
            <a:avLst/>
          </a:prstGeom>
          <a:noFill/>
        </p:spPr>
        <p:txBody>
          <a:bodyPr wrap="square" rtlCol="0">
            <a:spAutoFit/>
          </a:bodyPr>
          <a:lstStyle/>
          <a:p>
            <a:pPr fontAlgn="auto">
              <a:lnSpc>
                <a:spcPct val="130000"/>
              </a:lnSpc>
              <a:defRPr/>
            </a:pPr>
            <a:r>
              <a:rPr lang="zh-CN" altLang="en-US" sz="2800" b="1">
                <a:solidFill>
                  <a:schemeClr val="dk1">
                    <a:lumMod val="100000"/>
                  </a:schemeClr>
                </a:solidFill>
                <a:latin typeface="微软雅黑"/>
                <a:ea typeface="微软雅黑"/>
                <a:cs typeface="OPPOSans H" panose="00020600040101010101" pitchFamily="18" charset="-122"/>
                <a:sym typeface="微软雅黑"/>
              </a:rPr>
              <a:t>视频拍摄要求</a:t>
            </a:r>
          </a:p>
        </p:txBody>
      </p:sp>
      <p:sp>
        <p:nvSpPr>
          <p:cNvPr id="16" name="文本框 15">
            <a:extLst>
              <a:ext uri="{FF2B5EF4-FFF2-40B4-BE49-F238E27FC236}">
                <a16:creationId xmlns:a16="http://schemas.microsoft.com/office/drawing/2014/main" id="{55D3D6CE-6624-4646-8B95-7A348A84E7A6}"/>
              </a:ext>
            </a:extLst>
          </p:cNvPr>
          <p:cNvSpPr txBox="1"/>
          <p:nvPr/>
        </p:nvSpPr>
        <p:spPr>
          <a:xfrm>
            <a:off x="8021450" y="1931741"/>
            <a:ext cx="2492990" cy="276999"/>
          </a:xfrm>
          <a:prstGeom prst="rect">
            <a:avLst/>
          </a:prstGeom>
          <a:noFill/>
        </p:spPr>
        <p:txBody>
          <a:bodyPr wrap="none" rtlCol="0">
            <a:spAutoFit/>
          </a:bodyPr>
          <a:lstStyle/>
          <a:p>
            <a:pPr algn="dist">
              <a:lnSpc>
                <a:spcPct val="120000"/>
              </a:lnSpc>
            </a:pPr>
            <a:r>
              <a:rPr lang="zh-CN" altLang="en-US" sz="1000">
                <a:solidFill>
                  <a:schemeClr val="bg1">
                    <a:lumMod val="50000"/>
                  </a:schemeClr>
                </a:solidFill>
                <a:latin typeface="微软雅黑"/>
                <a:ea typeface="微软雅黑"/>
                <a:cs typeface="+mn-ea"/>
                <a:sym typeface="微软雅黑"/>
              </a:rPr>
              <a:t>输入节标题英文翻译输入节标题英文翻译</a:t>
            </a:r>
            <a:endParaRPr lang="en-US" altLang="zh-CN" sz="1000">
              <a:solidFill>
                <a:schemeClr val="bg1">
                  <a:lumMod val="50000"/>
                </a:schemeClr>
              </a:solidFill>
              <a:latin typeface="微软雅黑"/>
              <a:ea typeface="微软雅黑"/>
              <a:cs typeface="+mn-ea"/>
              <a:sym typeface="微软雅黑"/>
            </a:endParaRPr>
          </a:p>
        </p:txBody>
      </p:sp>
      <p:sp>
        <p:nvSpPr>
          <p:cNvPr id="17" name="文本框 16">
            <a:extLst>
              <a:ext uri="{FF2B5EF4-FFF2-40B4-BE49-F238E27FC236}">
                <a16:creationId xmlns:a16="http://schemas.microsoft.com/office/drawing/2014/main" id="{52EE6894-1125-4376-BD73-AA05C4646B84}"/>
              </a:ext>
            </a:extLst>
          </p:cNvPr>
          <p:cNvSpPr txBox="1"/>
          <p:nvPr/>
        </p:nvSpPr>
        <p:spPr>
          <a:xfrm>
            <a:off x="8035876" y="2574130"/>
            <a:ext cx="3483024" cy="652486"/>
          </a:xfrm>
          <a:prstGeom prst="rect">
            <a:avLst/>
          </a:prstGeom>
          <a:noFill/>
        </p:spPr>
        <p:txBody>
          <a:bodyPr wrap="square" rtlCol="0">
            <a:spAutoFit/>
          </a:bodyPr>
          <a:lstStyle>
            <a:defPPr>
              <a:defRPr lang="zh-CN"/>
            </a:defPPr>
            <a:lvl1pPr fontAlgn="auto">
              <a:lnSpc>
                <a:spcPct val="130000"/>
              </a:lnSpc>
              <a:defRPr sz="2800" b="1">
                <a:solidFill>
                  <a:schemeClr val="dk1">
                    <a:lumMod val="100000"/>
                  </a:schemeClr>
                </a:solidFill>
                <a:latin typeface="微软雅黑"/>
                <a:ea typeface="微软雅黑"/>
                <a:cs typeface="OPPOSans H" panose="00020600040101010101" pitchFamily="18" charset="-122"/>
              </a:defRPr>
            </a:lvl1pPr>
          </a:lstStyle>
          <a:p>
            <a:r>
              <a:rPr lang="zh-CN" altLang="en-US">
                <a:sym typeface="微软雅黑"/>
              </a:rPr>
              <a:t>综合视频内容</a:t>
            </a:r>
          </a:p>
        </p:txBody>
      </p:sp>
      <p:sp>
        <p:nvSpPr>
          <p:cNvPr id="18" name="文本框 17">
            <a:extLst>
              <a:ext uri="{FF2B5EF4-FFF2-40B4-BE49-F238E27FC236}">
                <a16:creationId xmlns:a16="http://schemas.microsoft.com/office/drawing/2014/main" id="{66A1C4DA-97C6-4E24-82EF-4788219BB908}"/>
              </a:ext>
            </a:extLst>
          </p:cNvPr>
          <p:cNvSpPr txBox="1"/>
          <p:nvPr/>
        </p:nvSpPr>
        <p:spPr>
          <a:xfrm>
            <a:off x="8021450" y="3067187"/>
            <a:ext cx="2492990" cy="276999"/>
          </a:xfrm>
          <a:prstGeom prst="rect">
            <a:avLst/>
          </a:prstGeom>
          <a:noFill/>
        </p:spPr>
        <p:txBody>
          <a:bodyPr wrap="none" rtlCol="0">
            <a:spAutoFit/>
          </a:bodyPr>
          <a:lstStyle/>
          <a:p>
            <a:pPr algn="dist">
              <a:lnSpc>
                <a:spcPct val="120000"/>
              </a:lnSpc>
            </a:pPr>
            <a:r>
              <a:rPr lang="zh-CN" altLang="en-US" sz="1000">
                <a:solidFill>
                  <a:schemeClr val="bg1">
                    <a:lumMod val="50000"/>
                  </a:schemeClr>
                </a:solidFill>
                <a:latin typeface="微软雅黑"/>
                <a:ea typeface="微软雅黑"/>
                <a:cs typeface="+mn-ea"/>
                <a:sym typeface="微软雅黑"/>
              </a:rPr>
              <a:t>输入节标题英文翻译输入节标题英文翻译</a:t>
            </a:r>
            <a:endParaRPr lang="en-US" altLang="zh-CN" sz="1000">
              <a:solidFill>
                <a:schemeClr val="bg1">
                  <a:lumMod val="50000"/>
                </a:schemeClr>
              </a:solidFill>
              <a:latin typeface="微软雅黑"/>
              <a:ea typeface="微软雅黑"/>
              <a:cs typeface="+mn-ea"/>
              <a:sym typeface="微软雅黑"/>
            </a:endParaRPr>
          </a:p>
        </p:txBody>
      </p:sp>
      <p:sp>
        <p:nvSpPr>
          <p:cNvPr id="19" name="文本框 18">
            <a:extLst>
              <a:ext uri="{FF2B5EF4-FFF2-40B4-BE49-F238E27FC236}">
                <a16:creationId xmlns:a16="http://schemas.microsoft.com/office/drawing/2014/main" id="{F3108757-2124-4A25-99F0-401C69483E1C}"/>
              </a:ext>
            </a:extLst>
          </p:cNvPr>
          <p:cNvSpPr txBox="1"/>
          <p:nvPr/>
        </p:nvSpPr>
        <p:spPr>
          <a:xfrm>
            <a:off x="8035876" y="3708919"/>
            <a:ext cx="3483024" cy="652486"/>
          </a:xfrm>
          <a:prstGeom prst="rect">
            <a:avLst/>
          </a:prstGeom>
          <a:noFill/>
        </p:spPr>
        <p:txBody>
          <a:bodyPr wrap="square" rtlCol="0">
            <a:spAutoFit/>
          </a:bodyPr>
          <a:lstStyle>
            <a:defPPr>
              <a:defRPr lang="zh-CN"/>
            </a:defPPr>
            <a:lvl1pPr fontAlgn="auto">
              <a:lnSpc>
                <a:spcPct val="130000"/>
              </a:lnSpc>
              <a:defRPr sz="2800" b="1">
                <a:solidFill>
                  <a:schemeClr val="dk1">
                    <a:lumMod val="100000"/>
                  </a:schemeClr>
                </a:solidFill>
                <a:latin typeface="微软雅黑"/>
                <a:ea typeface="微软雅黑"/>
                <a:cs typeface="OPPOSans H" panose="00020600040101010101" pitchFamily="18" charset="-122"/>
              </a:defRPr>
            </a:lvl1pPr>
          </a:lstStyle>
          <a:p>
            <a:r>
              <a:rPr lang="zh-CN" altLang="en-US">
                <a:sym typeface="微软雅黑"/>
              </a:rPr>
              <a:t>视频拍摄运镜技巧</a:t>
            </a:r>
          </a:p>
        </p:txBody>
      </p:sp>
      <p:sp>
        <p:nvSpPr>
          <p:cNvPr id="20" name="文本框 19">
            <a:extLst>
              <a:ext uri="{FF2B5EF4-FFF2-40B4-BE49-F238E27FC236}">
                <a16:creationId xmlns:a16="http://schemas.microsoft.com/office/drawing/2014/main" id="{905EFC60-925C-469A-A42A-F5DB3830879C}"/>
              </a:ext>
            </a:extLst>
          </p:cNvPr>
          <p:cNvSpPr txBox="1"/>
          <p:nvPr/>
        </p:nvSpPr>
        <p:spPr>
          <a:xfrm>
            <a:off x="8021450" y="4202632"/>
            <a:ext cx="2492990" cy="276999"/>
          </a:xfrm>
          <a:prstGeom prst="rect">
            <a:avLst/>
          </a:prstGeom>
          <a:noFill/>
        </p:spPr>
        <p:txBody>
          <a:bodyPr wrap="none" rtlCol="0">
            <a:spAutoFit/>
          </a:bodyPr>
          <a:lstStyle/>
          <a:p>
            <a:pPr algn="dist">
              <a:lnSpc>
                <a:spcPct val="120000"/>
              </a:lnSpc>
            </a:pPr>
            <a:r>
              <a:rPr lang="zh-CN" altLang="en-US" sz="1000">
                <a:solidFill>
                  <a:schemeClr val="bg1">
                    <a:lumMod val="50000"/>
                  </a:schemeClr>
                </a:solidFill>
                <a:latin typeface="微软雅黑"/>
                <a:ea typeface="微软雅黑"/>
                <a:cs typeface="+mn-ea"/>
                <a:sym typeface="微软雅黑"/>
              </a:rPr>
              <a:t>输入节标题英文翻译输入节标题英文翻译</a:t>
            </a:r>
            <a:endParaRPr lang="en-US" altLang="zh-CN" sz="1000">
              <a:solidFill>
                <a:schemeClr val="bg1">
                  <a:lumMod val="50000"/>
                </a:schemeClr>
              </a:solidFill>
              <a:latin typeface="微软雅黑"/>
              <a:ea typeface="微软雅黑"/>
              <a:cs typeface="+mn-ea"/>
              <a:sym typeface="微软雅黑"/>
            </a:endParaRPr>
          </a:p>
        </p:txBody>
      </p:sp>
      <p:sp>
        <p:nvSpPr>
          <p:cNvPr id="21" name="文本框 20">
            <a:extLst>
              <a:ext uri="{FF2B5EF4-FFF2-40B4-BE49-F238E27FC236}">
                <a16:creationId xmlns:a16="http://schemas.microsoft.com/office/drawing/2014/main" id="{A2F6F558-713C-46F5-9DC7-C130CE2AC93F}"/>
              </a:ext>
            </a:extLst>
          </p:cNvPr>
          <p:cNvSpPr txBox="1"/>
          <p:nvPr/>
        </p:nvSpPr>
        <p:spPr>
          <a:xfrm>
            <a:off x="8035876" y="4843709"/>
            <a:ext cx="3483024" cy="652486"/>
          </a:xfrm>
          <a:prstGeom prst="rect">
            <a:avLst/>
          </a:prstGeom>
          <a:noFill/>
        </p:spPr>
        <p:txBody>
          <a:bodyPr wrap="square" rtlCol="0">
            <a:spAutoFit/>
          </a:bodyPr>
          <a:lstStyle>
            <a:defPPr>
              <a:defRPr lang="zh-CN"/>
            </a:defPPr>
            <a:lvl1pPr fontAlgn="auto">
              <a:lnSpc>
                <a:spcPct val="130000"/>
              </a:lnSpc>
              <a:defRPr sz="2800" b="1">
                <a:solidFill>
                  <a:schemeClr val="dk1">
                    <a:lumMod val="100000"/>
                  </a:schemeClr>
                </a:solidFill>
                <a:latin typeface="微软雅黑"/>
                <a:ea typeface="微软雅黑"/>
                <a:cs typeface="OPPOSans H" panose="00020600040101010101" pitchFamily="18" charset="-122"/>
              </a:defRPr>
            </a:lvl1pPr>
          </a:lstStyle>
          <a:p>
            <a:r>
              <a:rPr lang="zh-CN" altLang="en-US">
                <a:sym typeface="微软雅黑"/>
              </a:rPr>
              <a:t>短视频运镜注意事项</a:t>
            </a:r>
          </a:p>
        </p:txBody>
      </p:sp>
      <p:sp>
        <p:nvSpPr>
          <p:cNvPr id="22" name="文本框 21">
            <a:extLst>
              <a:ext uri="{FF2B5EF4-FFF2-40B4-BE49-F238E27FC236}">
                <a16:creationId xmlns:a16="http://schemas.microsoft.com/office/drawing/2014/main" id="{D53B015A-81F1-4DFC-B7FC-F5BCF53776CB}"/>
              </a:ext>
            </a:extLst>
          </p:cNvPr>
          <p:cNvSpPr txBox="1"/>
          <p:nvPr/>
        </p:nvSpPr>
        <p:spPr>
          <a:xfrm>
            <a:off x="8021450" y="5338076"/>
            <a:ext cx="2492990" cy="276999"/>
          </a:xfrm>
          <a:prstGeom prst="rect">
            <a:avLst/>
          </a:prstGeom>
          <a:noFill/>
        </p:spPr>
        <p:txBody>
          <a:bodyPr wrap="none" rtlCol="0">
            <a:spAutoFit/>
          </a:bodyPr>
          <a:lstStyle/>
          <a:p>
            <a:pPr algn="dist">
              <a:lnSpc>
                <a:spcPct val="120000"/>
              </a:lnSpc>
            </a:pPr>
            <a:r>
              <a:rPr lang="zh-CN" altLang="en-US" sz="1000">
                <a:solidFill>
                  <a:schemeClr val="bg1">
                    <a:lumMod val="50000"/>
                  </a:schemeClr>
                </a:solidFill>
                <a:latin typeface="微软雅黑"/>
                <a:ea typeface="微软雅黑"/>
                <a:cs typeface="+mn-ea"/>
                <a:sym typeface="微软雅黑"/>
              </a:rPr>
              <a:t>输入节标题英文翻译输入节标题英文翻译</a:t>
            </a:r>
            <a:endParaRPr lang="en-US" altLang="zh-CN" sz="1000">
              <a:solidFill>
                <a:schemeClr val="bg1">
                  <a:lumMod val="50000"/>
                </a:schemeClr>
              </a:solidFill>
              <a:latin typeface="微软雅黑"/>
              <a:ea typeface="微软雅黑"/>
              <a:cs typeface="+mn-ea"/>
              <a:sym typeface="微软雅黑"/>
            </a:endParaRPr>
          </a:p>
        </p:txBody>
      </p:sp>
      <p:sp>
        <p:nvSpPr>
          <p:cNvPr id="23" name="文本框 22">
            <a:extLst>
              <a:ext uri="{FF2B5EF4-FFF2-40B4-BE49-F238E27FC236}">
                <a16:creationId xmlns:a16="http://schemas.microsoft.com/office/drawing/2014/main" id="{6139F586-B85D-45E2-8C40-7A62DFF91048}"/>
              </a:ext>
            </a:extLst>
          </p:cNvPr>
          <p:cNvSpPr txBox="1"/>
          <p:nvPr/>
        </p:nvSpPr>
        <p:spPr>
          <a:xfrm>
            <a:off x="2682463" y="1172919"/>
            <a:ext cx="2745944" cy="707886"/>
          </a:xfrm>
          <a:prstGeom prst="rect">
            <a:avLst/>
          </a:prstGeom>
          <a:noFill/>
        </p:spPr>
        <p:txBody>
          <a:bodyPr wrap="none" rtlCol="0">
            <a:spAutoFit/>
          </a:bodyPr>
          <a:lstStyle/>
          <a:p>
            <a:pPr algn="ctr"/>
            <a:r>
              <a:rPr lang="en-US" altLang="zh-CN" sz="4000" b="1">
                <a:solidFill>
                  <a:srgbClr val="6B74E6"/>
                </a:solidFill>
                <a:latin typeface="微软雅黑"/>
                <a:ea typeface="微软雅黑"/>
                <a:cs typeface="阿里巴巴普惠体"/>
                <a:sym typeface="微软雅黑"/>
              </a:rPr>
              <a:t>CONTENT</a:t>
            </a:r>
            <a:endParaRPr lang="zh-CN" altLang="en-US" sz="4000" b="1">
              <a:solidFill>
                <a:schemeClr val="accent1"/>
              </a:solidFill>
              <a:latin typeface="微软雅黑"/>
              <a:ea typeface="微软雅黑"/>
              <a:cs typeface="+mn-ea"/>
              <a:sym typeface="微软雅黑"/>
            </a:endParaRPr>
          </a:p>
        </p:txBody>
      </p:sp>
      <p:sp>
        <p:nvSpPr>
          <p:cNvPr id="26" name="椭圆 25">
            <a:extLst>
              <a:ext uri="{FF2B5EF4-FFF2-40B4-BE49-F238E27FC236}">
                <a16:creationId xmlns:a16="http://schemas.microsoft.com/office/drawing/2014/main" id="{497F4EA0-FB11-4B4E-A8FB-EB38DEE5CF5E}"/>
              </a:ext>
            </a:extLst>
          </p:cNvPr>
          <p:cNvSpPr/>
          <p:nvPr/>
        </p:nvSpPr>
        <p:spPr>
          <a:xfrm flipH="1">
            <a:off x="1034515" y="1874240"/>
            <a:ext cx="1006672" cy="1006672"/>
          </a:xfrm>
          <a:prstGeom prst="ellipse">
            <a:avLst/>
          </a:prstGeom>
          <a:blipFill>
            <a:blip r:embed="Rce697c4d9f3f4def">
              <a:extLst>
                <a:ext uri="{28A0092B-C50C-407E-A947-70E740481C1C}">
                  <a14:useLocalDpi xmlns:a14="http://schemas.microsoft.com/office/drawing/2010/main" val="0"/>
                </a:ext>
              </a:extLst>
            </a:blip>
            <a:stretch>
              <a:fillRect l="-21294" r="-26148"/>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endParaRPr lang="zh-CN" altLang="en-US">
              <a:latin typeface="微软雅黑"/>
              <a:ea typeface="微软雅黑"/>
              <a:cs typeface="+mn-ea"/>
              <a:sym typeface="微软雅黑"/>
            </a:endParaRPr>
          </a:p>
        </p:txBody>
      </p:sp>
      <p:sp>
        <p:nvSpPr>
          <p:cNvPr id="27" name="椭圆 26">
            <a:extLst>
              <a:ext uri="{FF2B5EF4-FFF2-40B4-BE49-F238E27FC236}">
                <a16:creationId xmlns:a16="http://schemas.microsoft.com/office/drawing/2014/main" id="{513890A2-7AC3-4B97-A012-FD85CF0FAC7D}"/>
              </a:ext>
            </a:extLst>
          </p:cNvPr>
          <p:cNvSpPr/>
          <p:nvPr/>
        </p:nvSpPr>
        <p:spPr>
          <a:xfrm>
            <a:off x="5981651" y="5152030"/>
            <a:ext cx="761300" cy="761300"/>
          </a:xfrm>
          <a:prstGeom prst="ellipse">
            <a:avLst/>
          </a:prstGeom>
          <a:blipFill>
            <a:blip r:embed="Rc5ec6ddd63ec444b">
              <a:extLst>
                <a:ext uri="{28A0092B-C50C-407E-A947-70E740481C1C}">
                  <a14:useLocalDpi xmlns:a14="http://schemas.microsoft.com/office/drawing/2010/main" val="0"/>
                </a:ext>
              </a:extLst>
            </a:blip>
            <a:stretch>
              <a:fillRect l="-21294" r="-26148"/>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endParaRPr lang="zh-CN" altLang="en-US">
              <a:latin typeface="微软雅黑"/>
              <a:ea typeface="微软雅黑"/>
              <a:cs typeface="+mn-ea"/>
              <a:sym typeface="微软雅黑"/>
            </a:endParaRPr>
          </a:p>
        </p:txBody>
      </p:sp>
      <p:sp>
        <p:nvSpPr>
          <p:cNvPr id="24" name="TextBox 4">
            <a:extLst>
              <a:ext uri="{FF2B5EF4-FFF2-40B4-BE49-F238E27FC236}">
                <a16:creationId xmlns:a16="http://schemas.microsoft.com/office/drawing/2014/main" id="{EB684C7E-20A7-9694-F2D4-694B922B40F4}"/>
              </a:ext>
            </a:extLst>
          </p:cNvPr>
          <p:cNvSpPr txBox="1"/>
          <p:nvPr/>
        </p:nvSpPr>
        <p:spPr>
          <a:xfrm>
            <a:off x="0" y="10090"/>
            <a:ext cx="453651" cy="123111"/>
          </a:xfrm>
          <a:prstGeom prst="rect">
            <a:avLst/>
          </a:prstGeom>
          <a:noFill/>
        </p:spPr>
        <p:txBody>
          <a:bodyPr wrap="square" rtlCol="0">
            <a:spAutoFit/>
          </a:bodyPr>
          <a:lstStyle/>
          <a:p>
            <a:pPr>
              <a:lnSpc>
                <a:spcPct val="200000"/>
              </a:lnSpc>
            </a:pPr>
            <a:r>
              <a:rPr lang="zh-CN" altLang="en-US" sz="100">
                <a:noFill/>
                <a:latin typeface="微软雅黑" pitchFamily="34" charset="-122"/>
                <a:ea typeface="微软雅黑" pitchFamily="34" charset="-122"/>
              </a:rPr>
              <a:t>行业</a:t>
            </a:r>
            <a:r>
              <a:rPr lang="en-US" altLang="zh-CN" sz="100">
                <a:noFill/>
                <a:latin typeface="微软雅黑" pitchFamily="34" charset="-122"/>
                <a:ea typeface="微软雅黑" pitchFamily="34" charset="-122"/>
              </a:rPr>
              <a:t>PPT</a:t>
            </a:r>
            <a:r>
              <a:rPr lang="zh-CN" altLang="en-US" sz="100">
                <a:noFill/>
                <a:latin typeface="微软雅黑" pitchFamily="34" charset="-122"/>
                <a:ea typeface="微软雅黑" pitchFamily="34" charset="-122"/>
              </a:rPr>
              <a:t>模板</a:t>
            </a:r>
            <a:r>
              <a:rPr lang="en-US" altLang="zh-CN" sz="100">
                <a:noFill/>
                <a:latin typeface="微软雅黑" pitchFamily="34" charset="-122"/>
                <a:ea typeface="微软雅黑" pitchFamily="34" charset="-122"/>
              </a:rPr>
              <a:t>http://www.1ppt.com/hangye/</a:t>
            </a:r>
          </a:p>
        </p:txBody>
      </p:sp>
    </p:spTree>
    <p:extLst>
      <p:ext uri="{BB962C8B-B14F-4D97-AF65-F5344CB8AC3E}">
        <p14:creationId xmlns:p14="http://schemas.microsoft.com/office/powerpoint/2010/main" val="23920211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cond evt="onBegin" delay="0">
                          <p:tn val="8"/>
                        </p:cond>
                      </p:stCondLst>
                      <p:childTnLst>
                        <p:par>
                          <p:cTn id="10" fill="hold" nodeType="after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cond evt="onBegin" delay="0">
                          <p:tn val="14"/>
                        </p:cond>
                      </p:stCondLst>
                      <p:childTnLst>
                        <p:par>
                          <p:cTn id="16" fill="hold" nodeType="afterGroup">
                            <p:stCondLst>
                              <p:cond delay="0"/>
                            </p:stCondLst>
                            <p:childTnLst>
                              <p:par>
                                <p:cTn id="17" presetID="41" presetClass="entr" presetSubtype="0" fill="hold" grpId="0" nodeType="clickEffect">
                                  <p:stCondLst>
                                    <p:cond delay="0"/>
                                  </p:stCondLst>
                                  <p:iterate type="lt">
                                    <p:tmPct val="10000"/>
                                  </p:iterate>
                                  <p:childTnLst>
                                    <p:set>
                                      <p:cBhvr>
                                        <p:cTn id="18" dur="1" fill="hold">
                                          <p:stCondLst>
                                            <p:cond delay="0"/>
                                          </p:stCondLst>
                                        </p:cTn>
                                        <p:tgtEl>
                                          <p:spTgt spid="15"/>
                                        </p:tgtEl>
                                        <p:attrNameLst>
                                          <p:attrName>style.visibility</p:attrName>
                                        </p:attrNameLst>
                                      </p:cBhvr>
                                      <p:to>
                                        <p:strVal val="visible"/>
                                      </p:to>
                                    </p:set>
                                    <p:anim calcmode="lin" valueType="num">
                                      <p:cBhvr>
                                        <p:cTn id="19" dur="500" fill="hold"/>
                                        <p:tgtEl>
                                          <p:spTgt spid="15"/>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15"/>
                                        </p:tgtEl>
                                        <p:attrNameLst>
                                          <p:attrName>ppt_y</p:attrName>
                                        </p:attrNameLst>
                                      </p:cBhvr>
                                      <p:tavLst>
                                        <p:tav tm="0">
                                          <p:val>
                                            <p:strVal val="#ppt_y"/>
                                          </p:val>
                                        </p:tav>
                                        <p:tav tm="100000">
                                          <p:val>
                                            <p:strVal val="#ppt_y"/>
                                          </p:val>
                                        </p:tav>
                                      </p:tavLst>
                                    </p:anim>
                                    <p:anim calcmode="lin" valueType="num">
                                      <p:cBhvr>
                                        <p:cTn id="21" dur="500" fill="hold"/>
                                        <p:tgtEl>
                                          <p:spTgt spid="15"/>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15"/>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15"/>
                                        </p:tgtEl>
                                      </p:cBhvr>
                                    </p:animEffect>
                                  </p:childTnLst>
                                </p:cTn>
                              </p:par>
                              <p:par>
                                <p:cTn id="24" presetID="12" presetClass="entr" presetSubtype="8" fill="hold" grpId="0" nodeType="withEffect">
                                  <p:stCondLst>
                                    <p:cond delay="0"/>
                                  </p:stCondLst>
                                  <p:iterate type="lt">
                                    <p:tmPct val="10000"/>
                                  </p:iterate>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p:tgtEl>
                                          <p:spTgt spid="16"/>
                                        </p:tgtEl>
                                        <p:attrNameLst>
                                          <p:attrName>ppt_x</p:attrName>
                                        </p:attrNameLst>
                                      </p:cBhvr>
                                      <p:tavLst>
                                        <p:tav tm="0">
                                          <p:val>
                                            <p:strVal val="#ppt_x-#ppt_w*1.125000"/>
                                          </p:val>
                                        </p:tav>
                                        <p:tav tm="100000">
                                          <p:val>
                                            <p:strVal val="#ppt_x"/>
                                          </p:val>
                                        </p:tav>
                                      </p:tavLst>
                                    </p:anim>
                                    <p:animEffect transition="in" filter="wipe(right)">
                                      <p:cBhvr>
                                        <p:cTn id="27" dur="500"/>
                                        <p:tgtEl>
                                          <p:spTgt spid="16"/>
                                        </p:tgtEl>
                                      </p:cBhvr>
                                    </p:animEffect>
                                  </p:childTnLst>
                                </p:cTn>
                              </p:par>
                              <p:par>
                                <p:cTn id="28" presetID="2" presetClass="entr" presetSubtype="4"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ppt_x"/>
                                          </p:val>
                                        </p:tav>
                                        <p:tav tm="100000">
                                          <p:val>
                                            <p:strVal val="#ppt_x"/>
                                          </p:val>
                                        </p:tav>
                                      </p:tavLst>
                                    </p:anim>
                                    <p:anim calcmode="lin" valueType="num">
                                      <p:cBhvr additive="base">
                                        <p:cTn id="3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cond evt="onBegin" delay="0">
                          <p:tn val="31"/>
                        </p:cond>
                      </p:stCondLst>
                      <p:childTnLst>
                        <p:par>
                          <p:cTn id="33" fill="hold" nodeType="afterGroup">
                            <p:stCondLst>
                              <p:cond delay="0"/>
                            </p:stCondLst>
                            <p:childTnLst>
                              <p:par>
                                <p:cTn id="34" presetID="41" presetClass="entr" presetSubtype="0" fill="hold" grpId="0" nodeType="clickEffect">
                                  <p:stCondLst>
                                    <p:cond delay="0"/>
                                  </p:stCondLst>
                                  <p:iterate type="lt">
                                    <p:tmPct val="10000"/>
                                  </p:iterate>
                                  <p:childTnLst>
                                    <p:set>
                                      <p:cBhvr>
                                        <p:cTn id="35" dur="1" fill="hold">
                                          <p:stCondLst>
                                            <p:cond delay="0"/>
                                          </p:stCondLst>
                                        </p:cTn>
                                        <p:tgtEl>
                                          <p:spTgt spid="17"/>
                                        </p:tgtEl>
                                        <p:attrNameLst>
                                          <p:attrName>style.visibility</p:attrName>
                                        </p:attrNameLst>
                                      </p:cBhvr>
                                      <p:to>
                                        <p:strVal val="visible"/>
                                      </p:to>
                                    </p:set>
                                    <p:anim calcmode="lin" valueType="num">
                                      <p:cBhvr>
                                        <p:cTn id="36" dur="5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17"/>
                                        </p:tgtEl>
                                        <p:attrNameLst>
                                          <p:attrName>ppt_y</p:attrName>
                                        </p:attrNameLst>
                                      </p:cBhvr>
                                      <p:tavLst>
                                        <p:tav tm="0">
                                          <p:val>
                                            <p:strVal val="#ppt_y"/>
                                          </p:val>
                                        </p:tav>
                                        <p:tav tm="100000">
                                          <p:val>
                                            <p:strVal val="#ppt_y"/>
                                          </p:val>
                                        </p:tav>
                                      </p:tavLst>
                                    </p:anim>
                                    <p:anim calcmode="lin" valueType="num">
                                      <p:cBhvr>
                                        <p:cTn id="38" dur="5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17"/>
                                        </p:tgtEl>
                                      </p:cBhvr>
                                    </p:animEffect>
                                  </p:childTnLst>
                                </p:cTn>
                              </p:par>
                              <p:par>
                                <p:cTn id="41" presetID="12" presetClass="entr" presetSubtype="8" fill="hold" grpId="0" nodeType="withEffect">
                                  <p:stCondLst>
                                    <p:cond delay="0"/>
                                  </p:stCondLst>
                                  <p:iterate type="lt">
                                    <p:tmPct val="10000"/>
                                  </p:iterate>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p:tgtEl>
                                          <p:spTgt spid="18"/>
                                        </p:tgtEl>
                                        <p:attrNameLst>
                                          <p:attrName>ppt_x</p:attrName>
                                        </p:attrNameLst>
                                      </p:cBhvr>
                                      <p:tavLst>
                                        <p:tav tm="0">
                                          <p:val>
                                            <p:strVal val="#ppt_x-#ppt_w*1.125000"/>
                                          </p:val>
                                        </p:tav>
                                        <p:tav tm="100000">
                                          <p:val>
                                            <p:strVal val="#ppt_x"/>
                                          </p:val>
                                        </p:tav>
                                      </p:tavLst>
                                    </p:anim>
                                    <p:animEffect transition="in" filter="wipe(right)">
                                      <p:cBhvr>
                                        <p:cTn id="44" dur="500"/>
                                        <p:tgtEl>
                                          <p:spTgt spid="18"/>
                                        </p:tgtEl>
                                      </p:cBhvr>
                                    </p:animEffect>
                                  </p:childTnLst>
                                </p:cTn>
                              </p:par>
                            </p:childTnLst>
                          </p:cTn>
                        </p:par>
                      </p:childTnLst>
                    </p:cTn>
                  </p:par>
                  <p:par>
                    <p:cTn id="45" fill="hold" nodeType="clickPar">
                      <p:stCondLst>
                        <p:cond delay="indefinite"/>
                        <p:cond evt="onBegin" delay="0">
                          <p:tn val="44"/>
                        </p:cond>
                      </p:stCondLst>
                      <p:childTnLst>
                        <p:par>
                          <p:cTn id="46" fill="hold" nodeType="after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additive="base">
                                        <p:cTn id="49" dur="500" fill="hold"/>
                                        <p:tgtEl>
                                          <p:spTgt spid="11"/>
                                        </p:tgtEl>
                                        <p:attrNameLst>
                                          <p:attrName>ppt_x</p:attrName>
                                        </p:attrNameLst>
                                      </p:cBhvr>
                                      <p:tavLst>
                                        <p:tav tm="0">
                                          <p:val>
                                            <p:strVal val="#ppt_x"/>
                                          </p:val>
                                        </p:tav>
                                        <p:tav tm="100000">
                                          <p:val>
                                            <p:strVal val="#ppt_x"/>
                                          </p:val>
                                        </p:tav>
                                      </p:tavLst>
                                    </p:anim>
                                    <p:anim calcmode="lin" valueType="num">
                                      <p:cBhvr additive="base">
                                        <p:cTn id="5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cond evt="onBegin" delay="0">
                          <p:tn val="50"/>
                        </p:cond>
                      </p:stCondLst>
                      <p:childTnLst>
                        <p:par>
                          <p:cTn id="52" fill="hold" nodeType="afterGroup">
                            <p:stCondLst>
                              <p:cond delay="0"/>
                            </p:stCondLst>
                            <p:childTnLst>
                              <p:par>
                                <p:cTn id="53" presetID="41" presetClass="entr" presetSubtype="0" fill="hold" grpId="0" nodeType="clickEffect">
                                  <p:stCondLst>
                                    <p:cond delay="0"/>
                                  </p:stCondLst>
                                  <p:iterate type="lt">
                                    <p:tmPct val="10000"/>
                                  </p:iterate>
                                  <p:childTnLst>
                                    <p:set>
                                      <p:cBhvr>
                                        <p:cTn id="54" dur="1" fill="hold">
                                          <p:stCondLst>
                                            <p:cond delay="0"/>
                                          </p:stCondLst>
                                        </p:cTn>
                                        <p:tgtEl>
                                          <p:spTgt spid="19"/>
                                        </p:tgtEl>
                                        <p:attrNameLst>
                                          <p:attrName>style.visibility</p:attrName>
                                        </p:attrNameLst>
                                      </p:cBhvr>
                                      <p:to>
                                        <p:strVal val="visible"/>
                                      </p:to>
                                    </p:set>
                                    <p:anim calcmode="lin" valueType="num">
                                      <p:cBhvr>
                                        <p:cTn id="55"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56" dur="500" fill="hold"/>
                                        <p:tgtEl>
                                          <p:spTgt spid="19"/>
                                        </p:tgtEl>
                                        <p:attrNameLst>
                                          <p:attrName>ppt_y</p:attrName>
                                        </p:attrNameLst>
                                      </p:cBhvr>
                                      <p:tavLst>
                                        <p:tav tm="0">
                                          <p:val>
                                            <p:strVal val="#ppt_y"/>
                                          </p:val>
                                        </p:tav>
                                        <p:tav tm="100000">
                                          <p:val>
                                            <p:strVal val="#ppt_y"/>
                                          </p:val>
                                        </p:tav>
                                      </p:tavLst>
                                    </p:anim>
                                    <p:anim calcmode="lin" valueType="num">
                                      <p:cBhvr>
                                        <p:cTn id="57"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58"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59" dur="500" tmFilter="0,0; .5, 1; 1, 1"/>
                                        <p:tgtEl>
                                          <p:spTgt spid="19"/>
                                        </p:tgtEl>
                                      </p:cBhvr>
                                    </p:animEffect>
                                  </p:childTnLst>
                                </p:cTn>
                              </p:par>
                              <p:par>
                                <p:cTn id="60" presetID="12" presetClass="entr" presetSubtype="8" fill="hold" grpId="0" nodeType="withEffect">
                                  <p:stCondLst>
                                    <p:cond delay="0"/>
                                  </p:stCondLst>
                                  <p:iterate type="lt">
                                    <p:tmPct val="10000"/>
                                  </p:iterate>
                                  <p:childTnLst>
                                    <p:set>
                                      <p:cBhvr>
                                        <p:cTn id="61" dur="1" fill="hold">
                                          <p:stCondLst>
                                            <p:cond delay="0"/>
                                          </p:stCondLst>
                                        </p:cTn>
                                        <p:tgtEl>
                                          <p:spTgt spid="20"/>
                                        </p:tgtEl>
                                        <p:attrNameLst>
                                          <p:attrName>style.visibility</p:attrName>
                                        </p:attrNameLst>
                                      </p:cBhvr>
                                      <p:to>
                                        <p:strVal val="visible"/>
                                      </p:to>
                                    </p:set>
                                    <p:anim calcmode="lin" valueType="num">
                                      <p:cBhvr additive="base">
                                        <p:cTn id="62" dur="500"/>
                                        <p:tgtEl>
                                          <p:spTgt spid="20"/>
                                        </p:tgtEl>
                                        <p:attrNameLst>
                                          <p:attrName>ppt_x</p:attrName>
                                        </p:attrNameLst>
                                      </p:cBhvr>
                                      <p:tavLst>
                                        <p:tav tm="0">
                                          <p:val>
                                            <p:strVal val="#ppt_x-#ppt_w*1.125000"/>
                                          </p:val>
                                        </p:tav>
                                        <p:tav tm="100000">
                                          <p:val>
                                            <p:strVal val="#ppt_x"/>
                                          </p:val>
                                        </p:tav>
                                      </p:tavLst>
                                    </p:anim>
                                    <p:animEffect transition="in" filter="wipe(right)">
                                      <p:cBhvr>
                                        <p:cTn id="63" dur="500"/>
                                        <p:tgtEl>
                                          <p:spTgt spid="20"/>
                                        </p:tgtEl>
                                      </p:cBhvr>
                                    </p:animEffect>
                                  </p:childTnLst>
                                </p:cTn>
                              </p:par>
                            </p:childTnLst>
                          </p:cTn>
                        </p:par>
                      </p:childTnLst>
                    </p:cTn>
                  </p:par>
                  <p:par>
                    <p:cTn id="64" fill="hold" nodeType="clickPar">
                      <p:stCondLst>
                        <p:cond delay="indefinite"/>
                        <p:cond evt="onBegin" delay="0">
                          <p:tn val="63"/>
                        </p:cond>
                      </p:stCondLst>
                      <p:childTnLst>
                        <p:par>
                          <p:cTn id="65" fill="hold" nodeType="afterGroup">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12"/>
                                        </p:tgtEl>
                                        <p:attrNameLst>
                                          <p:attrName>style.visibility</p:attrName>
                                        </p:attrNameLst>
                                      </p:cBhvr>
                                      <p:to>
                                        <p:strVal val="visible"/>
                                      </p:to>
                                    </p:set>
                                    <p:anim calcmode="lin" valueType="num">
                                      <p:cBhvr additive="base">
                                        <p:cTn id="68" dur="500" fill="hold"/>
                                        <p:tgtEl>
                                          <p:spTgt spid="12"/>
                                        </p:tgtEl>
                                        <p:attrNameLst>
                                          <p:attrName>ppt_x</p:attrName>
                                        </p:attrNameLst>
                                      </p:cBhvr>
                                      <p:tavLst>
                                        <p:tav tm="0">
                                          <p:val>
                                            <p:strVal val="#ppt_x"/>
                                          </p:val>
                                        </p:tav>
                                        <p:tav tm="100000">
                                          <p:val>
                                            <p:strVal val="#ppt_x"/>
                                          </p:val>
                                        </p:tav>
                                      </p:tavLst>
                                    </p:anim>
                                    <p:anim calcmode="lin" valueType="num">
                                      <p:cBhvr additive="base">
                                        <p:cTn id="6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70" fill="hold" nodeType="clickPar">
                      <p:stCondLst>
                        <p:cond delay="indefinite"/>
                        <p:cond evt="onBegin" delay="0">
                          <p:tn val="69"/>
                        </p:cond>
                      </p:stCondLst>
                      <p:childTnLst>
                        <p:par>
                          <p:cTn id="71" fill="hold" nodeType="afterGroup">
                            <p:stCondLst>
                              <p:cond delay="0"/>
                            </p:stCondLst>
                            <p:childTnLst>
                              <p:par>
                                <p:cTn id="72" presetID="41" presetClass="entr" presetSubtype="0" fill="hold" grpId="0" nodeType="clickEffect">
                                  <p:stCondLst>
                                    <p:cond delay="0"/>
                                  </p:stCondLst>
                                  <p:iterate type="lt">
                                    <p:tmPct val="10000"/>
                                  </p:iterate>
                                  <p:childTnLst>
                                    <p:set>
                                      <p:cBhvr>
                                        <p:cTn id="73" dur="1" fill="hold">
                                          <p:stCondLst>
                                            <p:cond delay="0"/>
                                          </p:stCondLst>
                                        </p:cTn>
                                        <p:tgtEl>
                                          <p:spTgt spid="21"/>
                                        </p:tgtEl>
                                        <p:attrNameLst>
                                          <p:attrName>style.visibility</p:attrName>
                                        </p:attrNameLst>
                                      </p:cBhvr>
                                      <p:to>
                                        <p:strVal val="visible"/>
                                      </p:to>
                                    </p:set>
                                    <p:anim calcmode="lin" valueType="num">
                                      <p:cBhvr>
                                        <p:cTn id="74" dur="500" fill="hold"/>
                                        <p:tgtEl>
                                          <p:spTgt spid="21"/>
                                        </p:tgtEl>
                                        <p:attrNameLst>
                                          <p:attrName>ppt_x</p:attrName>
                                        </p:attrNameLst>
                                      </p:cBhvr>
                                      <p:tavLst>
                                        <p:tav tm="0">
                                          <p:val>
                                            <p:strVal val="#ppt_x"/>
                                          </p:val>
                                        </p:tav>
                                        <p:tav tm="50000">
                                          <p:val>
                                            <p:strVal val="#ppt_x+.1"/>
                                          </p:val>
                                        </p:tav>
                                        <p:tav tm="100000">
                                          <p:val>
                                            <p:strVal val="#ppt_x"/>
                                          </p:val>
                                        </p:tav>
                                      </p:tavLst>
                                    </p:anim>
                                    <p:anim calcmode="lin" valueType="num">
                                      <p:cBhvr>
                                        <p:cTn id="75" dur="500" fill="hold"/>
                                        <p:tgtEl>
                                          <p:spTgt spid="21"/>
                                        </p:tgtEl>
                                        <p:attrNameLst>
                                          <p:attrName>ppt_y</p:attrName>
                                        </p:attrNameLst>
                                      </p:cBhvr>
                                      <p:tavLst>
                                        <p:tav tm="0">
                                          <p:val>
                                            <p:strVal val="#ppt_y"/>
                                          </p:val>
                                        </p:tav>
                                        <p:tav tm="100000">
                                          <p:val>
                                            <p:strVal val="#ppt_y"/>
                                          </p:val>
                                        </p:tav>
                                      </p:tavLst>
                                    </p:anim>
                                    <p:anim calcmode="lin" valueType="num">
                                      <p:cBhvr>
                                        <p:cTn id="76" dur="500" fill="hold"/>
                                        <p:tgtEl>
                                          <p:spTgt spid="21"/>
                                        </p:tgtEl>
                                        <p:attrNameLst>
                                          <p:attrName>ppt_h</p:attrName>
                                        </p:attrNameLst>
                                      </p:cBhvr>
                                      <p:tavLst>
                                        <p:tav tm="0">
                                          <p:val>
                                            <p:strVal val="#ppt_h/10"/>
                                          </p:val>
                                        </p:tav>
                                        <p:tav tm="50000">
                                          <p:val>
                                            <p:strVal val="#ppt_h+.01"/>
                                          </p:val>
                                        </p:tav>
                                        <p:tav tm="100000">
                                          <p:val>
                                            <p:strVal val="#ppt_h"/>
                                          </p:val>
                                        </p:tav>
                                      </p:tavLst>
                                    </p:anim>
                                    <p:anim calcmode="lin" valueType="num">
                                      <p:cBhvr>
                                        <p:cTn id="77" dur="500" fill="hold"/>
                                        <p:tgtEl>
                                          <p:spTgt spid="21"/>
                                        </p:tgtEl>
                                        <p:attrNameLst>
                                          <p:attrName>ppt_w</p:attrName>
                                        </p:attrNameLst>
                                      </p:cBhvr>
                                      <p:tavLst>
                                        <p:tav tm="0">
                                          <p:val>
                                            <p:strVal val="#ppt_w/10"/>
                                          </p:val>
                                        </p:tav>
                                        <p:tav tm="50000">
                                          <p:val>
                                            <p:strVal val="#ppt_w+.01"/>
                                          </p:val>
                                        </p:tav>
                                        <p:tav tm="100000">
                                          <p:val>
                                            <p:strVal val="#ppt_w"/>
                                          </p:val>
                                        </p:tav>
                                      </p:tavLst>
                                    </p:anim>
                                    <p:animEffect transition="in" filter="fade">
                                      <p:cBhvr>
                                        <p:cTn id="78" dur="500" tmFilter="0,0; .5, 1; 1, 1"/>
                                        <p:tgtEl>
                                          <p:spTgt spid="21"/>
                                        </p:tgtEl>
                                      </p:cBhvr>
                                    </p:animEffect>
                                  </p:childTnLst>
                                </p:cTn>
                              </p:par>
                              <p:par>
                                <p:cTn id="79" presetID="12" presetClass="entr" presetSubtype="8" fill="hold" grpId="0" nodeType="withEffect">
                                  <p:stCondLst>
                                    <p:cond delay="0"/>
                                  </p:stCondLst>
                                  <p:iterate type="lt">
                                    <p:tmPct val="10000"/>
                                  </p:iterate>
                                  <p:childTnLst>
                                    <p:set>
                                      <p:cBhvr>
                                        <p:cTn id="80" dur="1" fill="hold">
                                          <p:stCondLst>
                                            <p:cond delay="0"/>
                                          </p:stCondLst>
                                        </p:cTn>
                                        <p:tgtEl>
                                          <p:spTgt spid="22"/>
                                        </p:tgtEl>
                                        <p:attrNameLst>
                                          <p:attrName>style.visibility</p:attrName>
                                        </p:attrNameLst>
                                      </p:cBhvr>
                                      <p:to>
                                        <p:strVal val="visible"/>
                                      </p:to>
                                    </p:set>
                                    <p:anim calcmode="lin" valueType="num">
                                      <p:cBhvr additive="base">
                                        <p:cTn id="81" dur="500"/>
                                        <p:tgtEl>
                                          <p:spTgt spid="22"/>
                                        </p:tgtEl>
                                        <p:attrNameLst>
                                          <p:attrName>ppt_x</p:attrName>
                                        </p:attrNameLst>
                                      </p:cBhvr>
                                      <p:tavLst>
                                        <p:tav tm="0">
                                          <p:val>
                                            <p:strVal val="#ppt_x-#ppt_w*1.125000"/>
                                          </p:val>
                                        </p:tav>
                                        <p:tav tm="100000">
                                          <p:val>
                                            <p:strVal val="#ppt_x"/>
                                          </p:val>
                                        </p:tav>
                                      </p:tavLst>
                                    </p:anim>
                                    <p:animEffect transition="in" filter="wipe(right)">
                                      <p:cBhvr>
                                        <p:cTn id="82" dur="500"/>
                                        <p:tgtEl>
                                          <p:spTgt spid="22"/>
                                        </p:tgtEl>
                                      </p:cBhvr>
                                    </p:animEffect>
                                  </p:childTnLst>
                                </p:cTn>
                              </p:par>
                              <p:par>
                                <p:cTn id="83" presetID="23" presetClass="entr" presetSubtype="16" fill="hold" grpId="0" nodeType="withEffect">
                                  <p:stCondLst>
                                    <p:cond delay="0"/>
                                  </p:stCondLst>
                                  <p:childTnLst>
                                    <p:set>
                                      <p:cBhvr>
                                        <p:cTn id="84" dur="1" fill="hold">
                                          <p:stCondLst>
                                            <p:cond delay="0"/>
                                          </p:stCondLst>
                                        </p:cTn>
                                        <p:tgtEl>
                                          <p:spTgt spid="26"/>
                                        </p:tgtEl>
                                        <p:attrNameLst>
                                          <p:attrName>style.visibility</p:attrName>
                                        </p:attrNameLst>
                                      </p:cBhvr>
                                      <p:to>
                                        <p:strVal val="visible"/>
                                      </p:to>
                                    </p:set>
                                    <p:anim calcmode="lin" valueType="num">
                                      <p:cBhvr>
                                        <p:cTn id="85" dur="500" fill="hold"/>
                                        <p:tgtEl>
                                          <p:spTgt spid="26"/>
                                        </p:tgtEl>
                                        <p:attrNameLst>
                                          <p:attrName>ppt_w</p:attrName>
                                        </p:attrNameLst>
                                      </p:cBhvr>
                                      <p:tavLst>
                                        <p:tav tm="0">
                                          <p:val>
                                            <p:fltVal val="0"/>
                                          </p:val>
                                        </p:tav>
                                        <p:tav tm="100000">
                                          <p:val>
                                            <p:strVal val="#ppt_w"/>
                                          </p:val>
                                        </p:tav>
                                      </p:tavLst>
                                    </p:anim>
                                    <p:anim calcmode="lin" valueType="num">
                                      <p:cBhvr>
                                        <p:cTn id="86" dur="500" fill="hold"/>
                                        <p:tgtEl>
                                          <p:spTgt spid="26"/>
                                        </p:tgtEl>
                                        <p:attrNameLst>
                                          <p:attrName>ppt_h</p:attrName>
                                        </p:attrNameLst>
                                      </p:cBhvr>
                                      <p:tavLst>
                                        <p:tav tm="0">
                                          <p:val>
                                            <p:fltVal val="0"/>
                                          </p:val>
                                        </p:tav>
                                        <p:tav tm="100000">
                                          <p:val>
                                            <p:strVal val="#ppt_h"/>
                                          </p:val>
                                        </p:tav>
                                      </p:tavLst>
                                    </p:anim>
                                  </p:childTnLst>
                                </p:cTn>
                              </p:par>
                              <p:par>
                                <p:cTn id="87" presetID="23" presetClass="entr" presetSubtype="16" fill="hold" grpId="0" nodeType="withEffect">
                                  <p:stCondLst>
                                    <p:cond delay="0"/>
                                  </p:stCondLst>
                                  <p:childTnLst>
                                    <p:set>
                                      <p:cBhvr>
                                        <p:cTn id="88" dur="1" fill="hold">
                                          <p:stCondLst>
                                            <p:cond delay="0"/>
                                          </p:stCondLst>
                                        </p:cTn>
                                        <p:tgtEl>
                                          <p:spTgt spid="27"/>
                                        </p:tgtEl>
                                        <p:attrNameLst>
                                          <p:attrName>style.visibility</p:attrName>
                                        </p:attrNameLst>
                                      </p:cBhvr>
                                      <p:to>
                                        <p:strVal val="visible"/>
                                      </p:to>
                                    </p:set>
                                    <p:anim calcmode="lin" valueType="num">
                                      <p:cBhvr>
                                        <p:cTn id="89" dur="500" fill="hold"/>
                                        <p:tgtEl>
                                          <p:spTgt spid="27"/>
                                        </p:tgtEl>
                                        <p:attrNameLst>
                                          <p:attrName>ppt_w</p:attrName>
                                        </p:attrNameLst>
                                      </p:cBhvr>
                                      <p:tavLst>
                                        <p:tav tm="0">
                                          <p:val>
                                            <p:fltVal val="0"/>
                                          </p:val>
                                        </p:tav>
                                        <p:tav tm="100000">
                                          <p:val>
                                            <p:strVal val="#ppt_w"/>
                                          </p:val>
                                        </p:tav>
                                      </p:tavLst>
                                    </p:anim>
                                    <p:anim calcmode="lin" valueType="num">
                                      <p:cBhvr>
                                        <p:cTn id="90" dur="500" fill="hold"/>
                                        <p:tgtEl>
                                          <p:spTgt spid="2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4" grpId="0" animBg="1"/>
      <p:bldP spid="15" grpId="0"/>
      <p:bldP spid="16" grpId="0"/>
      <p:bldP spid="17" grpId="0"/>
      <p:bldP spid="18" grpId="0"/>
      <p:bldP spid="19" grpId="0"/>
      <p:bldP spid="20" grpId="0"/>
      <p:bldP spid="21" grpId="0"/>
      <p:bldP spid="22" grpId="0"/>
      <p:bldP spid="26"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62B3517E-F39F-42B7-8847-4BF19962CD5D}"/>
              </a:ext>
            </a:extLst>
          </p:cNvPr>
          <p:cNvSpPr/>
          <p:nvPr/>
        </p:nvSpPr>
        <p:spPr>
          <a:xfrm>
            <a:off x="1" y="0"/>
            <a:ext cx="12192000" cy="6858000"/>
          </a:xfrm>
          <a:prstGeom prst="rect">
            <a:avLst/>
          </a:prstGeom>
          <a:blipFill>
            <a:blip r:embed="R9efa6ef234cf4991">
              <a:alphaModFix amt="12000"/>
              <a:extLst>
                <a:ext uri="{28A0092B-C50C-407E-A947-70E740481C1C}">
                  <a14:useLocalDpi xmlns:a14="http://schemas.microsoft.com/office/drawing/2010/main" val="0"/>
                </a:ext>
              </a:extLst>
            </a:blip>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lvl="0" algn="ctr"/>
            <a:endParaRPr lang="zh-CN" altLang="en-US">
              <a:latin typeface="微软雅黑"/>
              <a:ea typeface="微软雅黑"/>
              <a:sym typeface="微软雅黑"/>
            </a:endParaRPr>
          </a:p>
        </p:txBody>
      </p:sp>
      <p:grpSp>
        <p:nvGrpSpPr>
          <p:cNvPr id="11" name="组合 10">
            <a:extLst>
              <a:ext uri="{FF2B5EF4-FFF2-40B4-BE49-F238E27FC236}">
                <a16:creationId xmlns:a16="http://schemas.microsoft.com/office/drawing/2014/main" id="{2430B386-B4B4-47C3-AE6A-1F764F5B9A45}"/>
              </a:ext>
            </a:extLst>
          </p:cNvPr>
          <p:cNvGrpSpPr/>
          <p:nvPr/>
        </p:nvGrpSpPr>
        <p:grpSpPr>
          <a:xfrm>
            <a:off x="596940" y="739339"/>
            <a:ext cx="5487515" cy="5380430"/>
            <a:chOff x="403678" y="588570"/>
            <a:chExt cx="5793922" cy="5680859"/>
          </a:xfrm>
        </p:grpSpPr>
        <p:sp>
          <p:nvSpPr>
            <p:cNvPr id="12" name="椭圆 11">
              <a:extLst>
                <a:ext uri="{FF2B5EF4-FFF2-40B4-BE49-F238E27FC236}">
                  <a16:creationId xmlns:a16="http://schemas.microsoft.com/office/drawing/2014/main" id="{6A664CAD-5E26-448D-8ED8-B247A1B822CD}"/>
                </a:ext>
              </a:extLst>
            </p:cNvPr>
            <p:cNvSpPr/>
            <p:nvPr/>
          </p:nvSpPr>
          <p:spPr>
            <a:xfrm>
              <a:off x="771263" y="843093"/>
              <a:ext cx="5426337" cy="5426336"/>
            </a:xfrm>
            <a:prstGeom prst="ellipse">
              <a:avLst/>
            </a:prstGeom>
            <a:blipFill>
              <a:blip r:embed="Rcc30f46c46f644aa">
                <a:extLst>
                  <a:ext uri="{28A0092B-C50C-407E-A947-70E740481C1C}">
                    <a14:useLocalDpi xmlns:a14="http://schemas.microsoft.com/office/drawing/2010/main" val="0"/>
                  </a:ext>
                </a:extLst>
              </a:blip>
              <a:stretch>
                <a:fillRect l="-19192" r="-35808"/>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lvl="0" algn="ctr"/>
              <a:endParaRPr lang="zh-CN" altLang="en-US">
                <a:latin typeface="微软雅黑"/>
                <a:ea typeface="微软雅黑"/>
                <a:sym typeface="微软雅黑"/>
              </a:endParaRPr>
            </a:p>
          </p:txBody>
        </p:sp>
        <p:sp>
          <p:nvSpPr>
            <p:cNvPr id="13" name="椭圆 12">
              <a:extLst>
                <a:ext uri="{FF2B5EF4-FFF2-40B4-BE49-F238E27FC236}">
                  <a16:creationId xmlns:a16="http://schemas.microsoft.com/office/drawing/2014/main" id="{23FEA241-1587-4644-8CDE-84E17CA94220}"/>
                </a:ext>
              </a:extLst>
            </p:cNvPr>
            <p:cNvSpPr/>
            <p:nvPr/>
          </p:nvSpPr>
          <p:spPr>
            <a:xfrm>
              <a:off x="403678" y="588570"/>
              <a:ext cx="5426337" cy="5426336"/>
            </a:xfrm>
            <a:prstGeom prst="ellipse">
              <a:avLst/>
            </a:prstGeom>
            <a:noFill/>
            <a:ln w="254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latin typeface="微软雅黑"/>
                <a:ea typeface="微软雅黑"/>
                <a:sym typeface="微软雅黑"/>
              </a:endParaRPr>
            </a:p>
          </p:txBody>
        </p:sp>
      </p:grpSp>
      <p:sp>
        <p:nvSpPr>
          <p:cNvPr id="14" name="椭圆 13">
            <a:extLst>
              <a:ext uri="{FF2B5EF4-FFF2-40B4-BE49-F238E27FC236}">
                <a16:creationId xmlns:a16="http://schemas.microsoft.com/office/drawing/2014/main" id="{52B5AB88-03AF-4025-8ECE-E95DEA4F6176}"/>
              </a:ext>
            </a:extLst>
          </p:cNvPr>
          <p:cNvSpPr/>
          <p:nvPr/>
        </p:nvSpPr>
        <p:spPr>
          <a:xfrm>
            <a:off x="11206845" y="789669"/>
            <a:ext cx="625475" cy="625474"/>
          </a:xfrm>
          <a:prstGeom prst="ellipse">
            <a:avLst/>
          </a:prstGeom>
          <a:gradFill flip="none" rotWithShape="1">
            <a:gsLst>
              <a:gs pos="0">
                <a:schemeClr val="accent2"/>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5" name="椭圆 14">
            <a:extLst>
              <a:ext uri="{FF2B5EF4-FFF2-40B4-BE49-F238E27FC236}">
                <a16:creationId xmlns:a16="http://schemas.microsoft.com/office/drawing/2014/main" id="{B7830DB4-FA18-4AD4-8F14-CEC2AAED6BA5}"/>
              </a:ext>
            </a:extLst>
          </p:cNvPr>
          <p:cNvSpPr/>
          <p:nvPr/>
        </p:nvSpPr>
        <p:spPr>
          <a:xfrm>
            <a:off x="5217895" y="5206158"/>
            <a:ext cx="461659" cy="461658"/>
          </a:xfrm>
          <a:prstGeom prst="ellipse">
            <a:avLst/>
          </a:prstGeom>
          <a:gradFill flip="none" rotWithShape="1">
            <a:gsLst>
              <a:gs pos="0">
                <a:schemeClr val="accent2"/>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6" name="椭圆 15">
            <a:extLst>
              <a:ext uri="{FF2B5EF4-FFF2-40B4-BE49-F238E27FC236}">
                <a16:creationId xmlns:a16="http://schemas.microsoft.com/office/drawing/2014/main" id="{E11803C3-6389-4C89-ACD3-0E5DB4FEABE6}"/>
              </a:ext>
            </a:extLst>
          </p:cNvPr>
          <p:cNvSpPr/>
          <p:nvPr/>
        </p:nvSpPr>
        <p:spPr>
          <a:xfrm>
            <a:off x="319330" y="1959262"/>
            <a:ext cx="682141" cy="682141"/>
          </a:xfrm>
          <a:prstGeom prst="ellipse">
            <a:avLst/>
          </a:prstGeom>
          <a:gradFill flip="none" rotWithShape="1">
            <a:gsLst>
              <a:gs pos="0">
                <a:schemeClr val="accent2"/>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7" name="文本框 16">
            <a:extLst>
              <a:ext uri="{FF2B5EF4-FFF2-40B4-BE49-F238E27FC236}">
                <a16:creationId xmlns:a16="http://schemas.microsoft.com/office/drawing/2014/main" id="{182B64C0-0CE8-46D4-937E-293B7AFF8522}"/>
              </a:ext>
            </a:extLst>
          </p:cNvPr>
          <p:cNvSpPr txBox="1"/>
          <p:nvPr/>
        </p:nvSpPr>
        <p:spPr>
          <a:xfrm>
            <a:off x="5922847" y="2492450"/>
            <a:ext cx="5747192" cy="2554545"/>
          </a:xfrm>
          <a:prstGeom prst="rect">
            <a:avLst/>
          </a:prstGeom>
          <a:noFill/>
        </p:spPr>
        <p:txBody>
          <a:bodyPr wrap="square">
            <a:spAutoFit/>
          </a:bodyPr>
          <a:lstStyle>
            <a:defPPr>
              <a:defRPr lang="zh-CN"/>
            </a:defPPr>
            <a:lvl1pPr algn="r">
              <a:defRPr sz="8000" b="1">
                <a:latin typeface="微软雅黑" pitchFamily="34" charset="-122"/>
                <a:ea typeface="微软雅黑" pitchFamily="34" charset="-122"/>
                <a:cs typeface="阿里巴巴普惠体 Heavy" pitchFamily="18" charset="-122"/>
              </a:defRPr>
            </a:lvl1pPr>
          </a:lstStyle>
          <a:p>
            <a:r>
              <a:rPr lang="zh-CN" altLang="en-US">
                <a:sym typeface="微软雅黑"/>
              </a:rPr>
              <a:t>视频拍摄</a:t>
            </a:r>
            <a:endParaRPr lang="en-US" altLang="zh-CN">
              <a:sym typeface="微软雅黑"/>
            </a:endParaRPr>
          </a:p>
          <a:p>
            <a:r>
              <a:rPr lang="zh-CN" altLang="en-US">
                <a:sym typeface="微软雅黑"/>
              </a:rPr>
              <a:t>要求</a:t>
            </a:r>
          </a:p>
        </p:txBody>
      </p:sp>
      <p:sp>
        <p:nvSpPr>
          <p:cNvPr id="19" name="文本框 18">
            <a:extLst>
              <a:ext uri="{FF2B5EF4-FFF2-40B4-BE49-F238E27FC236}">
                <a16:creationId xmlns:a16="http://schemas.microsoft.com/office/drawing/2014/main" id="{415DA39D-80CB-42A7-B4A1-42475C2E141A}"/>
              </a:ext>
            </a:extLst>
          </p:cNvPr>
          <p:cNvSpPr txBox="1"/>
          <p:nvPr/>
        </p:nvSpPr>
        <p:spPr>
          <a:xfrm>
            <a:off x="6762751" y="5046996"/>
            <a:ext cx="4864100" cy="572464"/>
          </a:xfrm>
          <a:prstGeom prst="rect">
            <a:avLst/>
          </a:prstGeom>
          <a:noFill/>
        </p:spPr>
        <p:txBody>
          <a:bodyPr wrap="square">
            <a:spAutoFit/>
          </a:bodyPr>
          <a:lstStyle/>
          <a:p>
            <a:pPr algn="r">
              <a:lnSpc>
                <a:spcPct val="130000"/>
              </a:lnSpc>
            </a:pPr>
            <a:r>
              <a:rPr lang="zh-CN" altLang="en-US" sz="1200">
                <a:solidFill>
                  <a:schemeClr val="tx1">
                    <a:lumMod val="65000"/>
                    <a:lumOff val="35000"/>
                  </a:schemeClr>
                </a:solidFill>
                <a:effectLst/>
                <a:latin typeface="微软雅黑"/>
                <a:ea typeface="微软雅黑"/>
                <a:cs typeface="+mn-ea"/>
                <a:sym typeface="微软雅黑"/>
              </a:rPr>
              <a:t>包括实践场景全貌以及实践地局部场景，可以拍摄自然环境或者社会环境。</a:t>
            </a:r>
            <a:r>
              <a:rPr lang="zh-CN" altLang="en-US" sz="1200" b="1">
                <a:solidFill>
                  <a:schemeClr val="tx1">
                    <a:lumMod val="65000"/>
                    <a:lumOff val="35000"/>
                  </a:schemeClr>
                </a:solidFill>
                <a:effectLst/>
                <a:latin typeface="微软雅黑"/>
                <a:ea typeface="微软雅黑"/>
                <a:cs typeface="+mn-ea"/>
                <a:sym typeface="微软雅黑"/>
              </a:rPr>
              <a:t>空镜的拍摄</a:t>
            </a:r>
            <a:r>
              <a:rPr lang="zh-CN" altLang="en-US" sz="1200">
                <a:solidFill>
                  <a:schemeClr val="tx1">
                    <a:lumMod val="65000"/>
                    <a:lumOff val="35000"/>
                  </a:schemeClr>
                </a:solidFill>
                <a:effectLst/>
                <a:latin typeface="微软雅黑"/>
                <a:ea typeface="微软雅黑"/>
                <a:cs typeface="+mn-ea"/>
                <a:sym typeface="微软雅黑"/>
              </a:rPr>
              <a:t>在剪辑过程中可以很好的调整视频的节奏</a:t>
            </a:r>
            <a:endParaRPr lang="en-US" altLang="zh-CN" sz="1200">
              <a:solidFill>
                <a:schemeClr val="tx1">
                  <a:lumMod val="65000"/>
                  <a:lumOff val="35000"/>
                </a:schemeClr>
              </a:solidFill>
              <a:effectLst/>
              <a:latin typeface="微软雅黑"/>
              <a:ea typeface="微软雅黑"/>
              <a:cs typeface="+mn-ea"/>
              <a:sym typeface="微软雅黑"/>
            </a:endParaRPr>
          </a:p>
        </p:txBody>
      </p:sp>
      <p:sp>
        <p:nvSpPr>
          <p:cNvPr id="22" name="文本框 21">
            <a:extLst>
              <a:ext uri="{FF2B5EF4-FFF2-40B4-BE49-F238E27FC236}">
                <a16:creationId xmlns:a16="http://schemas.microsoft.com/office/drawing/2014/main" id="{1A8E2647-AEFB-443A-9D0D-852DC6308438}"/>
              </a:ext>
            </a:extLst>
          </p:cNvPr>
          <p:cNvSpPr txBox="1"/>
          <p:nvPr/>
        </p:nvSpPr>
        <p:spPr>
          <a:xfrm>
            <a:off x="9370307" y="1612761"/>
            <a:ext cx="2299732" cy="769441"/>
          </a:xfrm>
          <a:prstGeom prst="rect">
            <a:avLst/>
          </a:prstGeom>
          <a:noFill/>
        </p:spPr>
        <p:txBody>
          <a:bodyPr wrap="none">
            <a:spAutoFit/>
          </a:bodyPr>
          <a:lstStyle/>
          <a:p>
            <a:pPr algn="r"/>
            <a:r>
              <a:rPr lang="en-US" altLang="zh-CN" sz="4400">
                <a:solidFill>
                  <a:srgbClr val="008DEB"/>
                </a:solidFill>
                <a:latin typeface="微软雅黑"/>
                <a:ea typeface="微软雅黑"/>
                <a:cs typeface="OPPOSans H" panose="00020600040101010101" pitchFamily="18" charset="-122"/>
                <a:sym typeface="微软雅黑"/>
              </a:rPr>
              <a:t>PART.01</a:t>
            </a:r>
            <a:endParaRPr lang="zh-CN" altLang="en-US" sz="4400">
              <a:solidFill>
                <a:srgbClr val="008DEB"/>
              </a:solidFill>
              <a:latin typeface="微软雅黑"/>
              <a:ea typeface="微软雅黑"/>
              <a:cs typeface="OPPOSans H" panose="00020600040101010101" pitchFamily="18" charset="-122"/>
              <a:sym typeface="微软雅黑"/>
            </a:endParaRPr>
          </a:p>
        </p:txBody>
      </p:sp>
    </p:spTree>
    <p:extLst>
      <p:ext uri="{BB962C8B-B14F-4D97-AF65-F5344CB8AC3E}">
        <p14:creationId xmlns:p14="http://schemas.microsoft.com/office/powerpoint/2010/main" val="24717581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par>
                                <p:cTn id="8" presetID="14" presetClass="entr" presetSubtype="1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randombar(horizontal)">
                                      <p:cBhvr>
                                        <p:cTn id="10" dur="500"/>
                                        <p:tgtEl>
                                          <p:spTgt spid="1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randombar(horizontal)">
                                      <p:cBhvr>
                                        <p:cTn id="13" dur="500"/>
                                        <p:tgtEl>
                                          <p:spTgt spid="14"/>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randombar(horizontal)">
                                      <p:cBhvr>
                                        <p:cTn id="16" dur="500"/>
                                        <p:tgtEl>
                                          <p:spTgt spid="15"/>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randombar(horizontal)">
                                      <p:cBhvr>
                                        <p:cTn id="19" dur="500"/>
                                        <p:tgtEl>
                                          <p:spTgt spid="16"/>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randombar(horizontal)">
                                      <p:cBhvr>
                                        <p:cTn id="22" dur="500"/>
                                        <p:tgtEl>
                                          <p:spTgt spid="17"/>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randombar(horizontal)">
                                      <p:cBhvr>
                                        <p:cTn id="25" dur="500"/>
                                        <p:tgtEl>
                                          <p:spTgt spid="19"/>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randombar(horizontal)">
                                      <p:cBhvr>
                                        <p:cTn id="2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5" grpId="0" animBg="1"/>
      <p:bldP spid="16" grpId="0" animBg="1"/>
      <p:bldP spid="17" grpId="0"/>
      <p:bldP spid="19"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7ABF5E8-AF67-23CD-5414-B08852C4E063}"/>
              </a:ext>
            </a:extLst>
          </p:cNvPr>
          <p:cNvSpPr txBox="1"/>
          <p:nvPr/>
        </p:nvSpPr>
        <p:spPr>
          <a:xfrm>
            <a:off x="1331623" y="557799"/>
            <a:ext cx="2646878"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视频拍摄要求</a:t>
            </a:r>
            <a:endParaRPr lang="en-US" altLang="zh-CN">
              <a:sym typeface="微软雅黑"/>
            </a:endParaRPr>
          </a:p>
        </p:txBody>
      </p:sp>
      <p:sp>
        <p:nvSpPr>
          <p:cNvPr id="7" name="矩形 6">
            <a:extLst>
              <a:ext uri="{FF2B5EF4-FFF2-40B4-BE49-F238E27FC236}">
                <a16:creationId xmlns:a16="http://schemas.microsoft.com/office/drawing/2014/main" id="{3C4F941C-CC4A-4683-B55E-52D5B544C078}"/>
              </a:ext>
            </a:extLst>
          </p:cNvPr>
          <p:cNvSpPr/>
          <p:nvPr/>
        </p:nvSpPr>
        <p:spPr>
          <a:xfrm>
            <a:off x="5873568" y="4616201"/>
            <a:ext cx="5488976" cy="11655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a:ea typeface="微软雅黑"/>
              <a:sym typeface="微软雅黑"/>
            </a:endParaRPr>
          </a:p>
        </p:txBody>
      </p:sp>
      <p:sp>
        <p:nvSpPr>
          <p:cNvPr id="11" name="五边形 9">
            <a:extLst>
              <a:ext uri="{FF2B5EF4-FFF2-40B4-BE49-F238E27FC236}">
                <a16:creationId xmlns:a16="http://schemas.microsoft.com/office/drawing/2014/main" id="{AA747C4A-93D7-4F64-AD22-92AC0134C94F}"/>
              </a:ext>
            </a:extLst>
          </p:cNvPr>
          <p:cNvSpPr/>
          <p:nvPr/>
        </p:nvSpPr>
        <p:spPr>
          <a:xfrm>
            <a:off x="1271588" y="1784057"/>
            <a:ext cx="5773789" cy="436849"/>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a:ea typeface="微软雅黑"/>
              <a:sym typeface="微软雅黑"/>
            </a:endParaRPr>
          </a:p>
        </p:txBody>
      </p:sp>
      <p:sp>
        <p:nvSpPr>
          <p:cNvPr id="12" name="TextBox 13">
            <a:extLst>
              <a:ext uri="{FF2B5EF4-FFF2-40B4-BE49-F238E27FC236}">
                <a16:creationId xmlns:a16="http://schemas.microsoft.com/office/drawing/2014/main" id="{14378290-CE93-47F6-9E5A-E0F31A748513}"/>
              </a:ext>
            </a:extLst>
          </p:cNvPr>
          <p:cNvSpPr>
            <a:spLocks noChangeArrowheads="1"/>
          </p:cNvSpPr>
          <p:nvPr/>
        </p:nvSpPr>
        <p:spPr bwMode="auto">
          <a:xfrm>
            <a:off x="1333709" y="1784057"/>
            <a:ext cx="54049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400">
                <a:solidFill>
                  <a:schemeClr val="bg1"/>
                </a:solidFill>
                <a:latin typeface="微软雅黑"/>
                <a:ea typeface="微软雅黑"/>
                <a:cs typeface="+mn-ea"/>
                <a:sym typeface="微软雅黑"/>
              </a:rPr>
              <a:t>视频拍摄要求</a:t>
            </a:r>
          </a:p>
        </p:txBody>
      </p:sp>
      <p:sp>
        <p:nvSpPr>
          <p:cNvPr id="13" name="矩形 12">
            <a:extLst>
              <a:ext uri="{FF2B5EF4-FFF2-40B4-BE49-F238E27FC236}">
                <a16:creationId xmlns:a16="http://schemas.microsoft.com/office/drawing/2014/main" id="{6FFD2DB1-6558-4EFE-BDD5-09D8948BD2CC}"/>
              </a:ext>
            </a:extLst>
          </p:cNvPr>
          <p:cNvSpPr>
            <a:spLocks noChangeArrowheads="1"/>
          </p:cNvSpPr>
          <p:nvPr/>
        </p:nvSpPr>
        <p:spPr bwMode="auto">
          <a:xfrm>
            <a:off x="5765319" y="2516944"/>
            <a:ext cx="5705475"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a:solidFill>
                  <a:schemeClr val="tx1">
                    <a:lumMod val="50000"/>
                    <a:lumOff val="50000"/>
                  </a:schemeClr>
                </a:solidFill>
                <a:latin typeface="微软雅黑"/>
                <a:ea typeface="微软雅黑"/>
                <a:cs typeface="+mn-ea"/>
                <a:sym typeface="微软雅黑"/>
              </a:rPr>
              <a:t>XX视频</a:t>
            </a:r>
          </a:p>
          <a:p>
            <a:pPr>
              <a:lnSpc>
                <a:spcPct val="150000"/>
              </a:lnSpc>
            </a:pPr>
            <a:r>
              <a:rPr lang="zh-CN" altLang="en-US">
                <a:solidFill>
                  <a:schemeClr val="tx1">
                    <a:lumMod val="50000"/>
                    <a:lumOff val="50000"/>
                  </a:schemeClr>
                </a:solidFill>
                <a:latin typeface="微软雅黑"/>
                <a:ea typeface="微软雅黑"/>
                <a:cs typeface="+mn-ea"/>
                <a:sym typeface="微软雅黑"/>
              </a:rPr>
              <a:t>内容完整和谐，画面清晰美观，运镜平稳不抖，转场流畅自然，声音清楚悦耳，灯光明亮舒适。</a:t>
            </a:r>
          </a:p>
        </p:txBody>
      </p:sp>
      <p:sp>
        <p:nvSpPr>
          <p:cNvPr id="14" name="矩形 4">
            <a:extLst>
              <a:ext uri="{FF2B5EF4-FFF2-40B4-BE49-F238E27FC236}">
                <a16:creationId xmlns:a16="http://schemas.microsoft.com/office/drawing/2014/main" id="{DC4859BA-E542-4E62-AA5C-6A7791F6E64F}"/>
              </a:ext>
            </a:extLst>
          </p:cNvPr>
          <p:cNvSpPr>
            <a:spLocks noChangeArrowheads="1"/>
          </p:cNvSpPr>
          <p:nvPr/>
        </p:nvSpPr>
        <p:spPr bwMode="auto">
          <a:xfrm>
            <a:off x="5952327" y="4663538"/>
            <a:ext cx="533146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lang="zh-CN" altLang="en-US">
                <a:solidFill>
                  <a:schemeClr val="bg1"/>
                </a:solidFill>
                <a:latin typeface="微软雅黑"/>
                <a:ea typeface="微软雅黑"/>
                <a:cs typeface="+mn-ea"/>
                <a:sym typeface="微软雅黑"/>
              </a:rPr>
              <a:t>综合视频</a:t>
            </a:r>
          </a:p>
          <a:p>
            <a:pPr>
              <a:lnSpc>
                <a:spcPct val="150000"/>
              </a:lnSpc>
            </a:pPr>
            <a:r>
              <a:rPr lang="zh-CN" altLang="en-US">
                <a:solidFill>
                  <a:schemeClr val="bg1"/>
                </a:solidFill>
                <a:latin typeface="微软雅黑"/>
                <a:ea typeface="微软雅黑"/>
                <a:cs typeface="+mn-ea"/>
                <a:sym typeface="微软雅黑"/>
              </a:rPr>
              <a:t>以上要求</a:t>
            </a:r>
            <a:r>
              <a:rPr lang="en-US" altLang="zh-CN">
                <a:solidFill>
                  <a:schemeClr val="bg1"/>
                </a:solidFill>
                <a:latin typeface="微软雅黑"/>
                <a:ea typeface="微软雅黑"/>
                <a:cs typeface="+mn-ea"/>
                <a:sym typeface="微软雅黑"/>
              </a:rPr>
              <a:t>+</a:t>
            </a:r>
            <a:r>
              <a:rPr lang="zh-CN" altLang="en-US">
                <a:solidFill>
                  <a:schemeClr val="bg1"/>
                </a:solidFill>
                <a:latin typeface="微软雅黑"/>
                <a:ea typeface="微软雅黑"/>
                <a:cs typeface="+mn-ea"/>
                <a:sym typeface="微软雅黑"/>
              </a:rPr>
              <a:t>画面切换自然</a:t>
            </a:r>
            <a:r>
              <a:rPr lang="en-US" altLang="zh-CN">
                <a:solidFill>
                  <a:schemeClr val="bg1"/>
                </a:solidFill>
                <a:latin typeface="微软雅黑"/>
                <a:ea typeface="微软雅黑"/>
                <a:cs typeface="+mn-ea"/>
                <a:sym typeface="微软雅黑"/>
              </a:rPr>
              <a:t>+</a:t>
            </a:r>
            <a:r>
              <a:rPr lang="zh-CN" altLang="en-US">
                <a:solidFill>
                  <a:schemeClr val="bg1"/>
                </a:solidFill>
                <a:latin typeface="微软雅黑"/>
                <a:ea typeface="微软雅黑"/>
                <a:cs typeface="+mn-ea"/>
                <a:sym typeface="微软雅黑"/>
              </a:rPr>
              <a:t>剪辑流畅。</a:t>
            </a:r>
          </a:p>
        </p:txBody>
      </p:sp>
      <p:pic>
        <p:nvPicPr>
          <p:cNvPr id="15" name="图片 14">
            <a:extLst>
              <a:ext uri="{FF2B5EF4-FFF2-40B4-BE49-F238E27FC236}">
                <a16:creationId xmlns:a16="http://schemas.microsoft.com/office/drawing/2014/main" id="{CF7F8C41-FBCC-4507-A804-84076F6EE493}"/>
              </a:ext>
            </a:extLst>
          </p:cNvPr>
          <p:cNvPicPr>
            <a:picLocks noChangeAspect="1"/>
          </p:cNvPicPr>
          <p:nvPr/>
        </p:nvPicPr>
        <p:blipFill>
          <a:blip r:embed="R18ecb0eecc0647ec">
            <a:extLst>
              <a:ext uri="{28A0092B-C50C-407E-A947-70E740481C1C}">
                <a14:useLocalDpi xmlns:a14="http://schemas.microsoft.com/office/drawing/2010/main" val="0"/>
              </a:ext>
            </a:extLst>
          </a:blip>
          <a:stretch>
            <a:fillRect/>
          </a:stretch>
        </p:blipFill>
        <p:spPr>
          <a:xfrm>
            <a:off x="1271588" y="2805458"/>
            <a:ext cx="4259783" cy="2842942"/>
          </a:xfrm>
          <a:prstGeom prst="rect">
            <a:avLst/>
          </a:prstGeom>
        </p:spPr>
      </p:pic>
    </p:spTree>
    <p:extLst>
      <p:ext uri="{BB962C8B-B14F-4D97-AF65-F5344CB8AC3E}">
        <p14:creationId xmlns:p14="http://schemas.microsoft.com/office/powerpoint/2010/main" val="112963516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iterate type="lt">
                                    <p:tmPct val="10000"/>
                                  </p:iterate>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par>
                          <p:cTn id="12" fill="hold" nodeType="afterGroup">
                            <p:stCondLst>
                              <p:cond delay="1000"/>
                            </p:stCondLst>
                            <p:childTnLst>
                              <p:par>
                                <p:cTn id="13" presetID="5" presetClass="entr" presetSubtype="1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checkerboard(across)">
                                      <p:cBhvr>
                                        <p:cTn id="15" dur="500"/>
                                        <p:tgtEl>
                                          <p:spTgt spid="15"/>
                                        </p:tgtEl>
                                      </p:cBhvr>
                                    </p:animEffect>
                                  </p:childTnLst>
                                </p:cTn>
                              </p:par>
                            </p:childTnLst>
                          </p:cTn>
                        </p:par>
                        <p:par>
                          <p:cTn id="16" fill="hold" nodeType="afterGroup">
                            <p:stCondLst>
                              <p:cond delay="1500"/>
                            </p:stCondLst>
                            <p:childTnLst>
                              <p:par>
                                <p:cTn id="17" presetID="42"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childTnLst>
                          </p:cTn>
                        </p:par>
                        <p:par>
                          <p:cTn id="22" fill="hold" nodeType="afterGroup">
                            <p:stCondLst>
                              <p:cond delay="2500"/>
                            </p:stCondLst>
                            <p:childTnLst>
                              <p:par>
                                <p:cTn id="23" presetID="22" presetClass="entr" presetSubtype="4"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00"/>
                                        <p:tgtEl>
                                          <p:spTgt spid="7"/>
                                        </p:tgtEl>
                                      </p:cBhvr>
                                    </p:animEffect>
                                  </p:childTnLst>
                                </p:cTn>
                              </p:par>
                              <p:par>
                                <p:cTn id="26" presetID="22" presetClass="entr" presetSubtype="1" fill="hold" grpId="0" nodeType="withEffect">
                                  <p:stCondLst>
                                    <p:cond delay="450"/>
                                  </p:stCondLst>
                                  <p:childTnLst>
                                    <p:set>
                                      <p:cBhvr>
                                        <p:cTn id="27" dur="1" fill="hold">
                                          <p:stCondLst>
                                            <p:cond delay="0"/>
                                          </p:stCondLst>
                                        </p:cTn>
                                        <p:tgtEl>
                                          <p:spTgt spid="14"/>
                                        </p:tgtEl>
                                        <p:attrNameLst>
                                          <p:attrName>style.visibility</p:attrName>
                                        </p:attrNameLst>
                                      </p:cBhvr>
                                      <p:to>
                                        <p:strVal val="visible"/>
                                      </p:to>
                                    </p:set>
                                    <p:animEffect transition="in" filter="wipe(up)">
                                      <p:cBhvr>
                                        <p:cTn id="2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2" grpId="0"/>
      <p:bldP spid="13"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62B3517E-F39F-42B7-8847-4BF19962CD5D}"/>
              </a:ext>
            </a:extLst>
          </p:cNvPr>
          <p:cNvSpPr/>
          <p:nvPr/>
        </p:nvSpPr>
        <p:spPr>
          <a:xfrm>
            <a:off x="1" y="0"/>
            <a:ext cx="12192000" cy="6858000"/>
          </a:xfrm>
          <a:prstGeom prst="rect">
            <a:avLst/>
          </a:prstGeom>
          <a:blipFill>
            <a:blip r:embed="R873604de1f8b40c2">
              <a:alphaModFix amt="12000"/>
              <a:extLst>
                <a:ext uri="{28A0092B-C50C-407E-A947-70E740481C1C}">
                  <a14:useLocalDpi xmlns:a14="http://schemas.microsoft.com/office/drawing/2010/main" val="0"/>
                </a:ext>
              </a:extLst>
            </a:blip>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lvl="0" algn="ctr"/>
            <a:endParaRPr lang="zh-CN" altLang="en-US">
              <a:latin typeface="微软雅黑"/>
              <a:ea typeface="微软雅黑"/>
              <a:sym typeface="微软雅黑"/>
            </a:endParaRPr>
          </a:p>
        </p:txBody>
      </p:sp>
      <p:grpSp>
        <p:nvGrpSpPr>
          <p:cNvPr id="11" name="组合 10">
            <a:extLst>
              <a:ext uri="{FF2B5EF4-FFF2-40B4-BE49-F238E27FC236}">
                <a16:creationId xmlns:a16="http://schemas.microsoft.com/office/drawing/2014/main" id="{2430B386-B4B4-47C3-AE6A-1F764F5B9A45}"/>
              </a:ext>
            </a:extLst>
          </p:cNvPr>
          <p:cNvGrpSpPr/>
          <p:nvPr/>
        </p:nvGrpSpPr>
        <p:grpSpPr>
          <a:xfrm>
            <a:off x="596940" y="739339"/>
            <a:ext cx="5487515" cy="5380430"/>
            <a:chOff x="403678" y="588570"/>
            <a:chExt cx="5793922" cy="5680859"/>
          </a:xfrm>
        </p:grpSpPr>
        <p:sp>
          <p:nvSpPr>
            <p:cNvPr id="12" name="椭圆 11">
              <a:extLst>
                <a:ext uri="{FF2B5EF4-FFF2-40B4-BE49-F238E27FC236}">
                  <a16:creationId xmlns:a16="http://schemas.microsoft.com/office/drawing/2014/main" id="{6A664CAD-5E26-448D-8ED8-B247A1B822CD}"/>
                </a:ext>
              </a:extLst>
            </p:cNvPr>
            <p:cNvSpPr/>
            <p:nvPr/>
          </p:nvSpPr>
          <p:spPr>
            <a:xfrm>
              <a:off x="771263" y="843093"/>
              <a:ext cx="5426337" cy="5426336"/>
            </a:xfrm>
            <a:prstGeom prst="ellipse">
              <a:avLst/>
            </a:prstGeom>
            <a:blipFill>
              <a:blip r:embed="R7a65b5c7a5dd4a6d">
                <a:extLst>
                  <a:ext uri="{28A0092B-C50C-407E-A947-70E740481C1C}">
                    <a14:useLocalDpi xmlns:a14="http://schemas.microsoft.com/office/drawing/2010/main" val="0"/>
                  </a:ext>
                </a:extLst>
              </a:blip>
              <a:stretch>
                <a:fillRect l="-19192" r="-35808"/>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lvl="0" algn="ctr"/>
              <a:endParaRPr lang="zh-CN" altLang="en-US">
                <a:latin typeface="微软雅黑"/>
                <a:ea typeface="微软雅黑"/>
                <a:sym typeface="微软雅黑"/>
              </a:endParaRPr>
            </a:p>
          </p:txBody>
        </p:sp>
        <p:sp>
          <p:nvSpPr>
            <p:cNvPr id="13" name="椭圆 12">
              <a:extLst>
                <a:ext uri="{FF2B5EF4-FFF2-40B4-BE49-F238E27FC236}">
                  <a16:creationId xmlns:a16="http://schemas.microsoft.com/office/drawing/2014/main" id="{23FEA241-1587-4644-8CDE-84E17CA94220}"/>
                </a:ext>
              </a:extLst>
            </p:cNvPr>
            <p:cNvSpPr/>
            <p:nvPr/>
          </p:nvSpPr>
          <p:spPr>
            <a:xfrm>
              <a:off x="403678" y="588570"/>
              <a:ext cx="5426337" cy="5426336"/>
            </a:xfrm>
            <a:prstGeom prst="ellipse">
              <a:avLst/>
            </a:prstGeom>
            <a:noFill/>
            <a:ln w="254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latin typeface="微软雅黑"/>
                <a:ea typeface="微软雅黑"/>
                <a:sym typeface="微软雅黑"/>
              </a:endParaRPr>
            </a:p>
          </p:txBody>
        </p:sp>
      </p:grpSp>
      <p:sp>
        <p:nvSpPr>
          <p:cNvPr id="14" name="椭圆 13">
            <a:extLst>
              <a:ext uri="{FF2B5EF4-FFF2-40B4-BE49-F238E27FC236}">
                <a16:creationId xmlns:a16="http://schemas.microsoft.com/office/drawing/2014/main" id="{52B5AB88-03AF-4025-8ECE-E95DEA4F6176}"/>
              </a:ext>
            </a:extLst>
          </p:cNvPr>
          <p:cNvSpPr/>
          <p:nvPr/>
        </p:nvSpPr>
        <p:spPr>
          <a:xfrm>
            <a:off x="11206845" y="789669"/>
            <a:ext cx="625475" cy="625474"/>
          </a:xfrm>
          <a:prstGeom prst="ellipse">
            <a:avLst/>
          </a:prstGeom>
          <a:gradFill flip="none" rotWithShape="1">
            <a:gsLst>
              <a:gs pos="0">
                <a:schemeClr val="accent2"/>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5" name="椭圆 14">
            <a:extLst>
              <a:ext uri="{FF2B5EF4-FFF2-40B4-BE49-F238E27FC236}">
                <a16:creationId xmlns:a16="http://schemas.microsoft.com/office/drawing/2014/main" id="{B7830DB4-FA18-4AD4-8F14-CEC2AAED6BA5}"/>
              </a:ext>
            </a:extLst>
          </p:cNvPr>
          <p:cNvSpPr/>
          <p:nvPr/>
        </p:nvSpPr>
        <p:spPr>
          <a:xfrm>
            <a:off x="5217895" y="5206158"/>
            <a:ext cx="461659" cy="461658"/>
          </a:xfrm>
          <a:prstGeom prst="ellipse">
            <a:avLst/>
          </a:prstGeom>
          <a:gradFill flip="none" rotWithShape="1">
            <a:gsLst>
              <a:gs pos="0">
                <a:schemeClr val="accent2"/>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6" name="椭圆 15">
            <a:extLst>
              <a:ext uri="{FF2B5EF4-FFF2-40B4-BE49-F238E27FC236}">
                <a16:creationId xmlns:a16="http://schemas.microsoft.com/office/drawing/2014/main" id="{E11803C3-6389-4C89-ACD3-0E5DB4FEABE6}"/>
              </a:ext>
            </a:extLst>
          </p:cNvPr>
          <p:cNvSpPr/>
          <p:nvPr/>
        </p:nvSpPr>
        <p:spPr>
          <a:xfrm>
            <a:off x="319330" y="1959262"/>
            <a:ext cx="682141" cy="682141"/>
          </a:xfrm>
          <a:prstGeom prst="ellipse">
            <a:avLst/>
          </a:prstGeom>
          <a:gradFill flip="none" rotWithShape="1">
            <a:gsLst>
              <a:gs pos="0">
                <a:schemeClr val="accent2"/>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7" name="文本框 16">
            <a:extLst>
              <a:ext uri="{FF2B5EF4-FFF2-40B4-BE49-F238E27FC236}">
                <a16:creationId xmlns:a16="http://schemas.microsoft.com/office/drawing/2014/main" id="{182B64C0-0CE8-46D4-937E-293B7AFF8522}"/>
              </a:ext>
            </a:extLst>
          </p:cNvPr>
          <p:cNvSpPr txBox="1"/>
          <p:nvPr/>
        </p:nvSpPr>
        <p:spPr>
          <a:xfrm>
            <a:off x="6530669" y="2492450"/>
            <a:ext cx="5139371" cy="2554545"/>
          </a:xfrm>
          <a:prstGeom prst="rect">
            <a:avLst/>
          </a:prstGeom>
          <a:noFill/>
        </p:spPr>
        <p:txBody>
          <a:bodyPr wrap="square">
            <a:spAutoFit/>
          </a:bodyPr>
          <a:lstStyle>
            <a:defPPr>
              <a:defRPr lang="zh-CN"/>
            </a:defPPr>
            <a:lvl1pPr algn="r">
              <a:defRPr sz="8000" b="1">
                <a:latin typeface="微软雅黑" pitchFamily="34" charset="-122"/>
                <a:ea typeface="微软雅黑" pitchFamily="34" charset="-122"/>
                <a:cs typeface="阿里巴巴普惠体 Heavy" pitchFamily="18" charset="-122"/>
              </a:defRPr>
            </a:lvl1pPr>
          </a:lstStyle>
          <a:p>
            <a:r>
              <a:rPr lang="zh-CN" altLang="en-US">
                <a:sym typeface="微软雅黑"/>
              </a:rPr>
              <a:t>综合视频内容</a:t>
            </a:r>
          </a:p>
        </p:txBody>
      </p:sp>
      <p:sp>
        <p:nvSpPr>
          <p:cNvPr id="19" name="文本框 18">
            <a:extLst>
              <a:ext uri="{FF2B5EF4-FFF2-40B4-BE49-F238E27FC236}">
                <a16:creationId xmlns:a16="http://schemas.microsoft.com/office/drawing/2014/main" id="{415DA39D-80CB-42A7-B4A1-42475C2E141A}"/>
              </a:ext>
            </a:extLst>
          </p:cNvPr>
          <p:cNvSpPr txBox="1"/>
          <p:nvPr/>
        </p:nvSpPr>
        <p:spPr>
          <a:xfrm>
            <a:off x="6762751" y="5046996"/>
            <a:ext cx="4864100" cy="572464"/>
          </a:xfrm>
          <a:prstGeom prst="rect">
            <a:avLst/>
          </a:prstGeom>
          <a:noFill/>
        </p:spPr>
        <p:txBody>
          <a:bodyPr wrap="square">
            <a:spAutoFit/>
          </a:bodyPr>
          <a:lstStyle/>
          <a:p>
            <a:pPr algn="r">
              <a:lnSpc>
                <a:spcPct val="130000"/>
              </a:lnSpc>
            </a:pPr>
            <a:r>
              <a:rPr lang="zh-CN" altLang="en-US" sz="1200">
                <a:solidFill>
                  <a:schemeClr val="tx1">
                    <a:lumMod val="65000"/>
                    <a:lumOff val="35000"/>
                  </a:schemeClr>
                </a:solidFill>
                <a:effectLst/>
                <a:latin typeface="微软雅黑"/>
                <a:ea typeface="微软雅黑"/>
                <a:cs typeface="+mn-ea"/>
                <a:sym typeface="微软雅黑"/>
              </a:rPr>
              <a:t>包括实践场景全貌以及实践地局部场景，可以拍摄自然环境或者社会环境。</a:t>
            </a:r>
            <a:r>
              <a:rPr lang="zh-CN" altLang="en-US" sz="1200" b="1">
                <a:solidFill>
                  <a:schemeClr val="tx1">
                    <a:lumMod val="65000"/>
                    <a:lumOff val="35000"/>
                  </a:schemeClr>
                </a:solidFill>
                <a:effectLst/>
                <a:latin typeface="微软雅黑"/>
                <a:ea typeface="微软雅黑"/>
                <a:cs typeface="+mn-ea"/>
                <a:sym typeface="微软雅黑"/>
              </a:rPr>
              <a:t>空镜的拍摄</a:t>
            </a:r>
            <a:r>
              <a:rPr lang="zh-CN" altLang="en-US" sz="1200">
                <a:solidFill>
                  <a:schemeClr val="tx1">
                    <a:lumMod val="65000"/>
                    <a:lumOff val="35000"/>
                  </a:schemeClr>
                </a:solidFill>
                <a:effectLst/>
                <a:latin typeface="微软雅黑"/>
                <a:ea typeface="微软雅黑"/>
                <a:cs typeface="+mn-ea"/>
                <a:sym typeface="微软雅黑"/>
              </a:rPr>
              <a:t>在剪辑过程中可以很好的调整视频的节奏</a:t>
            </a:r>
            <a:endParaRPr lang="en-US" altLang="zh-CN" sz="1200">
              <a:solidFill>
                <a:schemeClr val="tx1">
                  <a:lumMod val="65000"/>
                  <a:lumOff val="35000"/>
                </a:schemeClr>
              </a:solidFill>
              <a:effectLst/>
              <a:latin typeface="微软雅黑"/>
              <a:ea typeface="微软雅黑"/>
              <a:cs typeface="+mn-ea"/>
              <a:sym typeface="微软雅黑"/>
            </a:endParaRPr>
          </a:p>
        </p:txBody>
      </p:sp>
      <p:sp>
        <p:nvSpPr>
          <p:cNvPr id="22" name="文本框 21">
            <a:extLst>
              <a:ext uri="{FF2B5EF4-FFF2-40B4-BE49-F238E27FC236}">
                <a16:creationId xmlns:a16="http://schemas.microsoft.com/office/drawing/2014/main" id="{1A8E2647-AEFB-443A-9D0D-852DC6308438}"/>
              </a:ext>
            </a:extLst>
          </p:cNvPr>
          <p:cNvSpPr txBox="1"/>
          <p:nvPr/>
        </p:nvSpPr>
        <p:spPr>
          <a:xfrm>
            <a:off x="9370307" y="1612761"/>
            <a:ext cx="2299732" cy="769441"/>
          </a:xfrm>
          <a:prstGeom prst="rect">
            <a:avLst/>
          </a:prstGeom>
          <a:noFill/>
        </p:spPr>
        <p:txBody>
          <a:bodyPr wrap="none">
            <a:spAutoFit/>
          </a:bodyPr>
          <a:lstStyle/>
          <a:p>
            <a:pPr algn="r"/>
            <a:r>
              <a:rPr lang="en-US" altLang="zh-CN" sz="4400">
                <a:solidFill>
                  <a:srgbClr val="008DEB"/>
                </a:solidFill>
                <a:latin typeface="微软雅黑"/>
                <a:ea typeface="微软雅黑"/>
                <a:cs typeface="OPPOSans H" panose="00020600040101010101" pitchFamily="18" charset="-122"/>
                <a:sym typeface="微软雅黑"/>
              </a:rPr>
              <a:t>PART.02</a:t>
            </a:r>
            <a:endParaRPr lang="zh-CN" altLang="en-US" sz="4400">
              <a:solidFill>
                <a:srgbClr val="008DEB"/>
              </a:solidFill>
              <a:latin typeface="微软雅黑"/>
              <a:ea typeface="微软雅黑"/>
              <a:cs typeface="OPPOSans H" panose="00020600040101010101" pitchFamily="18" charset="-122"/>
              <a:sym typeface="微软雅黑"/>
            </a:endParaRPr>
          </a:p>
        </p:txBody>
      </p:sp>
    </p:spTree>
    <p:extLst>
      <p:ext uri="{BB962C8B-B14F-4D97-AF65-F5344CB8AC3E}">
        <p14:creationId xmlns:p14="http://schemas.microsoft.com/office/powerpoint/2010/main" val="11232598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8BB1A8AD-4B91-4F16-8205-BA5A8C8BE9A1}"/>
              </a:ext>
            </a:extLst>
          </p:cNvPr>
          <p:cNvSpPr txBox="1"/>
          <p:nvPr/>
        </p:nvSpPr>
        <p:spPr>
          <a:xfrm>
            <a:off x="1331623" y="557799"/>
            <a:ext cx="2646878"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综合视频内容</a:t>
            </a:r>
          </a:p>
        </p:txBody>
      </p:sp>
      <p:sp>
        <p:nvSpPr>
          <p:cNvPr id="17" name="MH_Other_1">
            <a:extLst>
              <a:ext uri="{FF2B5EF4-FFF2-40B4-BE49-F238E27FC236}">
                <a16:creationId xmlns:a16="http://schemas.microsoft.com/office/drawing/2014/main" id="{A6A986CE-A5C5-400B-8393-87863B77C758}"/>
              </a:ext>
            </a:extLst>
          </p:cNvPr>
          <p:cNvSpPr/>
          <p:nvPr>
            <p:custDataLst>
              <p:tags r:id="R3e1a211e0b714afa"/>
            </p:custDataLst>
          </p:nvPr>
        </p:nvSpPr>
        <p:spPr>
          <a:xfrm>
            <a:off x="846817" y="1632032"/>
            <a:ext cx="5167519" cy="4197237"/>
          </a:xfrm>
          <a:prstGeom prst="rect">
            <a:avLst/>
          </a:prstGeom>
          <a:solidFill>
            <a:schemeClr val="bg1"/>
          </a:solidFill>
          <a:ln w="9525">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2400">
              <a:latin typeface="微软雅黑"/>
              <a:ea typeface="微软雅黑"/>
              <a:sym typeface="微软雅黑"/>
            </a:endParaRPr>
          </a:p>
        </p:txBody>
      </p:sp>
      <p:sp>
        <p:nvSpPr>
          <p:cNvPr id="18" name="圆角矩形 6">
            <a:extLst>
              <a:ext uri="{FF2B5EF4-FFF2-40B4-BE49-F238E27FC236}">
                <a16:creationId xmlns:a16="http://schemas.microsoft.com/office/drawing/2014/main" id="{9794E03A-AF96-4487-98C0-D4F0642D1B4A}"/>
              </a:ext>
            </a:extLst>
          </p:cNvPr>
          <p:cNvSpPr/>
          <p:nvPr/>
        </p:nvSpPr>
        <p:spPr>
          <a:xfrm>
            <a:off x="6768075" y="2130063"/>
            <a:ext cx="4608512" cy="1349560"/>
          </a:xfrm>
          <a:prstGeom prst="roundRect">
            <a:avLst>
              <a:gd name="adj" fmla="val 3888"/>
            </a:avLst>
          </a:prstGeom>
          <a:solidFill>
            <a:schemeClr val="bg1"/>
          </a:solidFill>
          <a:ln w="12700">
            <a:solidFill>
              <a:schemeClr val="bg1">
                <a:lumMod val="75000"/>
              </a:schemeClr>
            </a:solidFill>
          </a:ln>
          <a:effectLst>
            <a:outerShdw blurRad="25400" dist="25400" dir="8100000" algn="tr" rotWithShape="0">
              <a:schemeClr val="bg1">
                <a:alpha val="6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a:ea typeface="微软雅黑"/>
              <a:sym typeface="微软雅黑"/>
            </a:endParaRPr>
          </a:p>
        </p:txBody>
      </p:sp>
      <p:sp>
        <p:nvSpPr>
          <p:cNvPr id="19" name="圆角矩形 4">
            <a:extLst>
              <a:ext uri="{FF2B5EF4-FFF2-40B4-BE49-F238E27FC236}">
                <a16:creationId xmlns:a16="http://schemas.microsoft.com/office/drawing/2014/main" id="{17F5342F-490A-4ECD-81F0-07F33B1AEDC0}"/>
              </a:ext>
            </a:extLst>
          </p:cNvPr>
          <p:cNvSpPr/>
          <p:nvPr/>
        </p:nvSpPr>
        <p:spPr>
          <a:xfrm>
            <a:off x="7440149" y="1890036"/>
            <a:ext cx="3264363" cy="480053"/>
          </a:xfrm>
          <a:prstGeom prst="roundRect">
            <a:avLst/>
          </a:prstGeom>
          <a:solidFill>
            <a:schemeClr val="accent1"/>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r>
              <a:rPr lang="zh-CN" altLang="en-US" sz="2000" b="1">
                <a:latin typeface="微软雅黑"/>
                <a:ea typeface="微软雅黑"/>
                <a:sym typeface="微软雅黑"/>
              </a:rPr>
              <a:t>实践环境</a:t>
            </a:r>
          </a:p>
        </p:txBody>
      </p:sp>
      <p:sp>
        <p:nvSpPr>
          <p:cNvPr id="20" name="圆角矩形 7">
            <a:extLst>
              <a:ext uri="{FF2B5EF4-FFF2-40B4-BE49-F238E27FC236}">
                <a16:creationId xmlns:a16="http://schemas.microsoft.com/office/drawing/2014/main" id="{7245FAB8-8323-47F4-8D9C-329B09590A30}"/>
              </a:ext>
            </a:extLst>
          </p:cNvPr>
          <p:cNvSpPr/>
          <p:nvPr/>
        </p:nvSpPr>
        <p:spPr>
          <a:xfrm>
            <a:off x="6768075" y="4341104"/>
            <a:ext cx="4608512" cy="1488165"/>
          </a:xfrm>
          <a:prstGeom prst="roundRect">
            <a:avLst>
              <a:gd name="adj" fmla="val 6016"/>
            </a:avLst>
          </a:prstGeom>
          <a:solidFill>
            <a:schemeClr val="bg1"/>
          </a:solidFill>
          <a:ln w="12700">
            <a:solidFill>
              <a:schemeClr val="bg1">
                <a:lumMod val="75000"/>
              </a:schemeClr>
            </a:solidFill>
          </a:ln>
          <a:effectLst>
            <a:outerShdw blurRad="25400" dist="25400" dir="8100000" algn="tr" rotWithShape="0">
              <a:schemeClr val="bg1">
                <a:alpha val="6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a:ea typeface="微软雅黑"/>
              <a:sym typeface="微软雅黑"/>
            </a:endParaRPr>
          </a:p>
        </p:txBody>
      </p:sp>
      <p:sp>
        <p:nvSpPr>
          <p:cNvPr id="21" name="圆角矩形 5">
            <a:extLst>
              <a:ext uri="{FF2B5EF4-FFF2-40B4-BE49-F238E27FC236}">
                <a16:creationId xmlns:a16="http://schemas.microsoft.com/office/drawing/2014/main" id="{25A44EFA-14F7-4870-86D7-EAD611EE2B4C}"/>
              </a:ext>
            </a:extLst>
          </p:cNvPr>
          <p:cNvSpPr/>
          <p:nvPr/>
        </p:nvSpPr>
        <p:spPr>
          <a:xfrm>
            <a:off x="7440149" y="4098280"/>
            <a:ext cx="3264363" cy="480053"/>
          </a:xfrm>
          <a:prstGeom prst="roundRect">
            <a:avLst/>
          </a:prstGeom>
          <a:solidFill>
            <a:schemeClr val="accent2"/>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r>
              <a:rPr lang="zh-CN" altLang="en-US" sz="2000" b="1">
                <a:latin typeface="微软雅黑"/>
                <a:ea typeface="微软雅黑"/>
                <a:sym typeface="微软雅黑"/>
              </a:rPr>
              <a:t>实践人物</a:t>
            </a:r>
          </a:p>
        </p:txBody>
      </p:sp>
      <p:pic>
        <p:nvPicPr>
          <p:cNvPr id="22" name="Picture 2">
            <a:extLst>
              <a:ext uri="{FF2B5EF4-FFF2-40B4-BE49-F238E27FC236}">
                <a16:creationId xmlns:a16="http://schemas.microsoft.com/office/drawing/2014/main" id="{E211D886-F361-4806-ADC8-29848B3854A1}"/>
              </a:ext>
            </a:extLst>
          </p:cNvPr>
          <p:cNvPicPr>
            <a:picLocks noChangeAspect="1" noChangeArrowheads="1"/>
          </p:cNvPicPr>
          <p:nvPr/>
        </p:nvPicPr>
        <p:blipFill>
          <a:blip r:embed="R315b0e00134240c4">
            <a:extLst>
              <a:ext uri="{28A0092B-C50C-407E-A947-70E740481C1C}">
                <a14:useLocalDpi xmlns:a14="http://schemas.microsoft.com/office/drawing/2010/main" val="0"/>
              </a:ext>
            </a:extLst>
          </a:blip>
          <a:stretch>
            <a:fillRect/>
          </a:stretch>
        </p:blipFill>
        <p:spPr bwMode="auto">
          <a:xfrm flipH="1">
            <a:off x="1322906" y="2069426"/>
            <a:ext cx="4215335" cy="2799737"/>
          </a:xfrm>
          <a:prstGeom prst="rect">
            <a:avLst/>
          </a:prstGeom>
          <a:noFill/>
          <a:ln w="12700">
            <a:noFill/>
            <a:miter lim="800000"/>
          </a:ln>
          <a:effectLst/>
          <a:extLst>
            <a:ext uri="{909E8E84-426E-40DD-AFC4-6F175D3DCCD1}">
              <a14:hiddenFill xmlns:a14="http://schemas.microsoft.com/office/drawing/2010/main">
                <a:solidFill>
                  <a:schemeClr val="accent1"/>
                </a:solidFill>
              </a14:hiddenFill>
            </a:ext>
          </a:extLst>
        </p:spPr>
      </p:pic>
      <p:sp>
        <p:nvSpPr>
          <p:cNvPr id="23" name="Rectangle 12">
            <a:extLst>
              <a:ext uri="{FF2B5EF4-FFF2-40B4-BE49-F238E27FC236}">
                <a16:creationId xmlns:a16="http://schemas.microsoft.com/office/drawing/2014/main" id="{BCE0B55F-DB2E-4CA5-8184-983FD5E448B8}"/>
              </a:ext>
            </a:extLst>
          </p:cNvPr>
          <p:cNvSpPr/>
          <p:nvPr/>
        </p:nvSpPr>
        <p:spPr>
          <a:xfrm>
            <a:off x="6944883" y="2610116"/>
            <a:ext cx="4431704" cy="923330"/>
          </a:xfrm>
          <a:prstGeom prst="rect">
            <a:avLst/>
          </a:prstGeom>
        </p:spPr>
        <p:txBody>
          <a:bodyPr wrap="square">
            <a:spAutoFit/>
          </a:bodyPr>
          <a:lstStyle/>
          <a:p>
            <a:pPr>
              <a:lnSpc>
                <a:spcPct val="150000"/>
              </a:lnSpc>
            </a:pPr>
            <a:r>
              <a:rPr lang="zh-CN" altLang="en-US" sz="1200">
                <a:solidFill>
                  <a:schemeClr val="tx1">
                    <a:lumMod val="50000"/>
                    <a:lumOff val="50000"/>
                  </a:schemeClr>
                </a:solidFill>
                <a:latin typeface="微软雅黑"/>
                <a:ea typeface="微软雅黑"/>
                <a:cs typeface="+mn-ea"/>
                <a:sym typeface="微软雅黑"/>
              </a:rPr>
              <a:t>包括实践场景全貌以及实践地局部场景，可以拍摄自然环境或者社会环境。空镜的拍摄在剪辑过程中可以很好的调整视频的节奏。</a:t>
            </a:r>
          </a:p>
        </p:txBody>
      </p:sp>
      <p:sp>
        <p:nvSpPr>
          <p:cNvPr id="24" name="Rectangle 12">
            <a:extLst>
              <a:ext uri="{FF2B5EF4-FFF2-40B4-BE49-F238E27FC236}">
                <a16:creationId xmlns:a16="http://schemas.microsoft.com/office/drawing/2014/main" id="{8E483EB2-646C-4831-9880-60FB42E2569D}"/>
              </a:ext>
            </a:extLst>
          </p:cNvPr>
          <p:cNvSpPr/>
          <p:nvPr/>
        </p:nvSpPr>
        <p:spPr>
          <a:xfrm>
            <a:off x="6856479" y="4821156"/>
            <a:ext cx="4431704" cy="923330"/>
          </a:xfrm>
          <a:prstGeom prst="rect">
            <a:avLst/>
          </a:prstGeom>
        </p:spPr>
        <p:txBody>
          <a:bodyPr wrap="square">
            <a:spAutoFit/>
          </a:bodyPr>
          <a:lstStyle/>
          <a:p>
            <a:pPr>
              <a:lnSpc>
                <a:spcPct val="150000"/>
              </a:lnSpc>
            </a:pPr>
            <a:r>
              <a:rPr lang="zh-CN" altLang="en-US" sz="1200">
                <a:solidFill>
                  <a:schemeClr val="tx1">
                    <a:lumMod val="50000"/>
                    <a:lumOff val="50000"/>
                  </a:schemeClr>
                </a:solidFill>
                <a:latin typeface="微软雅黑"/>
                <a:ea typeface="微软雅黑"/>
                <a:cs typeface="+mn-ea"/>
                <a:sym typeface="微软雅黑"/>
              </a:rPr>
              <a:t>包括实践团队成员以及在场其他成员</a:t>
            </a:r>
          </a:p>
          <a:p>
            <a:pPr>
              <a:lnSpc>
                <a:spcPct val="150000"/>
              </a:lnSpc>
            </a:pPr>
            <a:r>
              <a:rPr lang="zh-CN" altLang="en-US" sz="1200">
                <a:solidFill>
                  <a:schemeClr val="tx1">
                    <a:lumMod val="50000"/>
                    <a:lumOff val="50000"/>
                  </a:schemeClr>
                </a:solidFill>
                <a:latin typeface="微软雅黑"/>
                <a:ea typeface="微软雅黑"/>
                <a:cs typeface="+mn-ea"/>
                <a:sym typeface="微软雅黑"/>
              </a:rPr>
              <a:t>实践合影拍摄时可以设计特定的姿势、口号</a:t>
            </a:r>
          </a:p>
          <a:p>
            <a:pPr>
              <a:lnSpc>
                <a:spcPct val="150000"/>
              </a:lnSpc>
            </a:pPr>
            <a:r>
              <a:rPr lang="zh-CN" altLang="en-US" sz="1200">
                <a:solidFill>
                  <a:schemeClr val="tx1">
                    <a:lumMod val="50000"/>
                    <a:lumOff val="50000"/>
                  </a:schemeClr>
                </a:solidFill>
                <a:latin typeface="微软雅黑"/>
                <a:ea typeface="微软雅黑"/>
                <a:cs typeface="+mn-ea"/>
                <a:sym typeface="微软雅黑"/>
              </a:rPr>
              <a:t>实践过程中的人物神态与表情变化</a:t>
            </a:r>
            <a:r>
              <a:rPr lang="en-US" altLang="zh-CN" sz="1200">
                <a:solidFill>
                  <a:schemeClr val="tx1">
                    <a:lumMod val="50000"/>
                    <a:lumOff val="50000"/>
                  </a:schemeClr>
                </a:solidFill>
                <a:latin typeface="微软雅黑"/>
                <a:ea typeface="微软雅黑"/>
                <a:cs typeface="+mn-ea"/>
                <a:sym typeface="微软雅黑"/>
              </a:rPr>
              <a:t>· </a:t>
            </a:r>
            <a:r>
              <a:rPr lang="zh-CN" altLang="en-US" sz="1200">
                <a:solidFill>
                  <a:schemeClr val="tx1">
                    <a:lumMod val="50000"/>
                    <a:lumOff val="50000"/>
                  </a:schemeClr>
                </a:solidFill>
                <a:latin typeface="微软雅黑"/>
                <a:ea typeface="微软雅黑"/>
                <a:cs typeface="+mn-ea"/>
                <a:sym typeface="微软雅黑"/>
              </a:rPr>
              <a:t>实践过程中人物的重要动作</a:t>
            </a:r>
          </a:p>
        </p:txBody>
      </p:sp>
      <p:sp>
        <p:nvSpPr>
          <p:cNvPr id="25" name="TextBox 15">
            <a:extLst>
              <a:ext uri="{FF2B5EF4-FFF2-40B4-BE49-F238E27FC236}">
                <a16:creationId xmlns:a16="http://schemas.microsoft.com/office/drawing/2014/main" id="{A3C13FC5-5909-45CC-9092-2B6FFE29DB5E}"/>
              </a:ext>
            </a:extLst>
          </p:cNvPr>
          <p:cNvSpPr txBox="1"/>
          <p:nvPr/>
        </p:nvSpPr>
        <p:spPr>
          <a:xfrm>
            <a:off x="2285771" y="5051235"/>
            <a:ext cx="2266975" cy="400110"/>
          </a:xfrm>
          <a:prstGeom prst="rect">
            <a:avLst/>
          </a:prstGeom>
          <a:noFill/>
        </p:spPr>
        <p:txBody>
          <a:bodyPr wrap="square" rtlCol="0">
            <a:spAutoFit/>
          </a:bodyPr>
          <a:lstStyle/>
          <a:p>
            <a:pPr algn="ctr"/>
            <a:r>
              <a:rPr lang="zh-CN" altLang="en-US" sz="2000" b="1">
                <a:solidFill>
                  <a:schemeClr val="accent1"/>
                </a:solidFill>
                <a:latin typeface="微软雅黑"/>
                <a:ea typeface="微软雅黑"/>
                <a:cs typeface="Lato Heavy" panose="020F0902020204030203" pitchFamily="34" charset="0"/>
                <a:sym typeface="微软雅黑"/>
              </a:rPr>
              <a:t>请输入您的标题</a:t>
            </a:r>
          </a:p>
        </p:txBody>
      </p:sp>
      <p:sp>
        <p:nvSpPr>
          <p:cNvPr id="26" name="Rectangle 17">
            <a:extLst>
              <a:ext uri="{FF2B5EF4-FFF2-40B4-BE49-F238E27FC236}">
                <a16:creationId xmlns:a16="http://schemas.microsoft.com/office/drawing/2014/main" id="{923CA4B2-6B0B-4EED-9F82-BBB04A8B9ADD}"/>
              </a:ext>
            </a:extLst>
          </p:cNvPr>
          <p:cNvSpPr/>
          <p:nvPr/>
        </p:nvSpPr>
        <p:spPr>
          <a:xfrm>
            <a:off x="977735" y="5398732"/>
            <a:ext cx="4883045" cy="350865"/>
          </a:xfrm>
          <a:prstGeom prst="rect">
            <a:avLst/>
          </a:prstGeom>
        </p:spPr>
        <p:txBody>
          <a:bodyPr wrap="square">
            <a:spAutoFit/>
          </a:bodyPr>
          <a:lstStyle/>
          <a:p>
            <a:pPr algn="ctr">
              <a:lnSpc>
                <a:spcPct val="120000"/>
              </a:lnSpc>
            </a:pPr>
            <a:r>
              <a:rPr lang="zh-CN" altLang="en-US" sz="1400">
                <a:solidFill>
                  <a:schemeClr val="bg1">
                    <a:lumMod val="65000"/>
                  </a:schemeClr>
                </a:solidFill>
                <a:latin typeface="微软雅黑"/>
                <a:ea typeface="微软雅黑"/>
                <a:cs typeface="Calibri"/>
                <a:sym typeface="微软雅黑"/>
              </a:rPr>
              <a:t>点击输入简要文字内容文字内容需概括精炼不用多余的文字</a:t>
            </a:r>
          </a:p>
        </p:txBody>
      </p:sp>
    </p:spTree>
    <p:extLst>
      <p:ext uri="{BB962C8B-B14F-4D97-AF65-F5344CB8AC3E}">
        <p14:creationId xmlns:p14="http://schemas.microsoft.com/office/powerpoint/2010/main" val="129167958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1" presetClass="entr" presetSubtype="0"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1000" fill="hold"/>
                                        <p:tgtEl>
                                          <p:spTgt spid="22"/>
                                        </p:tgtEl>
                                        <p:attrNameLst>
                                          <p:attrName>ppt_w</p:attrName>
                                        </p:attrNameLst>
                                      </p:cBhvr>
                                      <p:tavLst>
                                        <p:tav tm="0">
                                          <p:val>
                                            <p:fltVal val="0"/>
                                          </p:val>
                                        </p:tav>
                                        <p:tav tm="100000">
                                          <p:val>
                                            <p:strVal val="#ppt_w"/>
                                          </p:val>
                                        </p:tav>
                                      </p:tavLst>
                                    </p:anim>
                                    <p:anim calcmode="lin" valueType="num">
                                      <p:cBhvr>
                                        <p:cTn id="8" dur="1000" fill="hold"/>
                                        <p:tgtEl>
                                          <p:spTgt spid="22"/>
                                        </p:tgtEl>
                                        <p:attrNameLst>
                                          <p:attrName>ppt_h</p:attrName>
                                        </p:attrNameLst>
                                      </p:cBhvr>
                                      <p:tavLst>
                                        <p:tav tm="0">
                                          <p:val>
                                            <p:fltVal val="0"/>
                                          </p:val>
                                        </p:tav>
                                        <p:tav tm="100000">
                                          <p:val>
                                            <p:strVal val="#ppt_h"/>
                                          </p:val>
                                        </p:tav>
                                      </p:tavLst>
                                    </p:anim>
                                    <p:anim calcmode="lin" valueType="num">
                                      <p:cBhvr>
                                        <p:cTn id="9" dur="1000" fill="hold"/>
                                        <p:tgtEl>
                                          <p:spTgt spid="22"/>
                                        </p:tgtEl>
                                        <p:attrNameLst>
                                          <p:attrName>style.rotation</p:attrName>
                                        </p:attrNameLst>
                                      </p:cBhvr>
                                      <p:tavLst>
                                        <p:tav tm="0">
                                          <p:val>
                                            <p:fltVal val="90"/>
                                          </p:val>
                                        </p:tav>
                                        <p:tav tm="100000">
                                          <p:val>
                                            <p:fltVal val="0"/>
                                          </p:val>
                                        </p:tav>
                                      </p:tavLst>
                                    </p:anim>
                                    <p:animEffect transition="in" filter="fade">
                                      <p:cBhvr>
                                        <p:cTn id="10" dur="1000"/>
                                        <p:tgtEl>
                                          <p:spTgt spid="22"/>
                                        </p:tgtEl>
                                      </p:cBhvr>
                                    </p:animEffect>
                                  </p:childTnLst>
                                </p:cTn>
                              </p:par>
                            </p:childTnLst>
                          </p:cTn>
                        </p:par>
                        <p:par>
                          <p:cTn id="11" fill="hold" nodeType="afterGroup">
                            <p:stCondLst>
                              <p:cond delay="1000"/>
                            </p:stCondLst>
                            <p:childTnLst>
                              <p:par>
                                <p:cTn id="12" presetID="25" presetClass="entr" presetSubtype="0" fill="hold" grpId="0" nodeType="afterEffect">
                                  <p:stCondLst>
                                    <p:cond delay="0"/>
                                  </p:stCondLst>
                                  <p:childTnLst>
                                    <p:set>
                                      <p:cBhvr>
                                        <p:cTn id="13" dur="1" fill="hold">
                                          <p:stCondLst>
                                            <p:cond delay="0"/>
                                          </p:stCondLst>
                                        </p:cTn>
                                        <p:tgtEl>
                                          <p:spTgt spid="19"/>
                                        </p:tgtEl>
                                        <p:attrNameLst>
                                          <p:attrName>style.visibility</p:attrName>
                                        </p:attrNameLst>
                                      </p:cBhvr>
                                      <p:to>
                                        <p:strVal val="visible"/>
                                      </p:to>
                                    </p:set>
                                    <p:anim calcmode="lin" valueType="num">
                                      <p:cBhvr>
                                        <p:cTn id="14" dur="500" decel="50000" fill="hold">
                                          <p:stCondLst>
                                            <p:cond delay="0"/>
                                          </p:stCondLst>
                                        </p:cTn>
                                        <p:tgtEl>
                                          <p:spTgt spid="19"/>
                                        </p:tgtEl>
                                        <p:attrNameLst>
                                          <p:attrName>style.rotation</p:attrName>
                                        </p:attrNameLst>
                                      </p:cBhvr>
                                      <p:tavLst>
                                        <p:tav tm="0">
                                          <p:val>
                                            <p:fltVal val="-90"/>
                                          </p:val>
                                        </p:tav>
                                        <p:tav tm="100000">
                                          <p:val>
                                            <p:fltVal val="0"/>
                                          </p:val>
                                        </p:tav>
                                      </p:tavLst>
                                    </p:anim>
                                    <p:anim calcmode="lin" valueType="num">
                                      <p:cBhvr>
                                        <p:cTn id="15" dur="500" decel="50000" fill="hold">
                                          <p:stCondLst>
                                            <p:cond delay="0"/>
                                          </p:stCondLst>
                                        </p:cTn>
                                        <p:tgtEl>
                                          <p:spTgt spid="19"/>
                                        </p:tgtEl>
                                        <p:attrNameLst>
                                          <p:attrName>ppt_w</p:attrName>
                                        </p:attrNameLst>
                                      </p:cBhvr>
                                      <p:tavLst>
                                        <p:tav tm="0">
                                          <p:val>
                                            <p:strVal val="#ppt_w"/>
                                          </p:val>
                                        </p:tav>
                                        <p:tav tm="100000">
                                          <p:val>
                                            <p:strVal val="#ppt_w*.05"/>
                                          </p:val>
                                        </p:tav>
                                      </p:tavLst>
                                    </p:anim>
                                    <p:anim calcmode="lin" valueType="num">
                                      <p:cBhvr>
                                        <p:cTn id="16" dur="500" accel="50000" fill="hold">
                                          <p:stCondLst>
                                            <p:cond delay="500"/>
                                          </p:stCondLst>
                                        </p:cTn>
                                        <p:tgtEl>
                                          <p:spTgt spid="19"/>
                                        </p:tgtEl>
                                        <p:attrNameLst>
                                          <p:attrName>ppt_w</p:attrName>
                                        </p:attrNameLst>
                                      </p:cBhvr>
                                      <p:tavLst>
                                        <p:tav tm="0">
                                          <p:val>
                                            <p:strVal val="#ppt_w*.05"/>
                                          </p:val>
                                        </p:tav>
                                        <p:tav tm="100000">
                                          <p:val>
                                            <p:strVal val="#ppt_w"/>
                                          </p:val>
                                        </p:tav>
                                      </p:tavLst>
                                    </p:anim>
                                    <p:anim calcmode="lin" valueType="num">
                                      <p:cBhvr>
                                        <p:cTn id="17" dur="1000" fill="hold"/>
                                        <p:tgtEl>
                                          <p:spTgt spid="19"/>
                                        </p:tgtEl>
                                        <p:attrNameLst>
                                          <p:attrName>ppt_h</p:attrName>
                                        </p:attrNameLst>
                                      </p:cBhvr>
                                      <p:tavLst>
                                        <p:tav tm="0">
                                          <p:val>
                                            <p:strVal val="#ppt_h"/>
                                          </p:val>
                                        </p:tav>
                                        <p:tav tm="100000">
                                          <p:val>
                                            <p:strVal val="#ppt_h"/>
                                          </p:val>
                                        </p:tav>
                                      </p:tavLst>
                                    </p:anim>
                                    <p:anim calcmode="lin" valueType="num">
                                      <p:cBhvr>
                                        <p:cTn id="18" dur="500" decel="50000" fill="hold">
                                          <p:stCondLst>
                                            <p:cond delay="0"/>
                                          </p:stCondLst>
                                        </p:cTn>
                                        <p:tgtEl>
                                          <p:spTgt spid="19"/>
                                        </p:tgtEl>
                                        <p:attrNameLst>
                                          <p:attrName>ppt_x</p:attrName>
                                        </p:attrNameLst>
                                      </p:cBhvr>
                                      <p:tavLst>
                                        <p:tav tm="0">
                                          <p:val>
                                            <p:strVal val="#ppt_x+.4"/>
                                          </p:val>
                                        </p:tav>
                                        <p:tav tm="100000">
                                          <p:val>
                                            <p:strVal val="#ppt_x"/>
                                          </p:val>
                                        </p:tav>
                                      </p:tavLst>
                                    </p:anim>
                                    <p:anim calcmode="lin" valueType="num">
                                      <p:cBhvr>
                                        <p:cTn id="19" dur="500" decel="50000" fill="hold">
                                          <p:stCondLst>
                                            <p:cond delay="0"/>
                                          </p:stCondLst>
                                        </p:cTn>
                                        <p:tgtEl>
                                          <p:spTgt spid="19"/>
                                        </p:tgtEl>
                                        <p:attrNameLst>
                                          <p:attrName>ppt_y</p:attrName>
                                        </p:attrNameLst>
                                      </p:cBhvr>
                                      <p:tavLst>
                                        <p:tav tm="0">
                                          <p:val>
                                            <p:strVal val="#ppt_y-.2"/>
                                          </p:val>
                                        </p:tav>
                                        <p:tav tm="100000">
                                          <p:val>
                                            <p:strVal val="#ppt_y+.1"/>
                                          </p:val>
                                        </p:tav>
                                      </p:tavLst>
                                    </p:anim>
                                    <p:anim calcmode="lin" valueType="num">
                                      <p:cBhvr>
                                        <p:cTn id="20" dur="500" accel="50000" fill="hold">
                                          <p:stCondLst>
                                            <p:cond delay="500"/>
                                          </p:stCondLst>
                                        </p:cTn>
                                        <p:tgtEl>
                                          <p:spTgt spid="19"/>
                                        </p:tgtEl>
                                        <p:attrNameLst>
                                          <p:attrName>ppt_y</p:attrName>
                                        </p:attrNameLst>
                                      </p:cBhvr>
                                      <p:tavLst>
                                        <p:tav tm="0">
                                          <p:val>
                                            <p:strVal val="#ppt_y+.1"/>
                                          </p:val>
                                        </p:tav>
                                        <p:tav tm="100000">
                                          <p:val>
                                            <p:strVal val="#ppt_y"/>
                                          </p:val>
                                        </p:tav>
                                      </p:tavLst>
                                    </p:anim>
                                    <p:animEffect transition="in" filter="fade">
                                      <p:cBhvr>
                                        <p:cTn id="21" dur="1000" decel="50000">
                                          <p:stCondLst>
                                            <p:cond delay="0"/>
                                          </p:stCondLst>
                                        </p:cTn>
                                        <p:tgtEl>
                                          <p:spTgt spid="19"/>
                                        </p:tgtEl>
                                      </p:cBhvr>
                                    </p:animEffect>
                                  </p:childTnLst>
                                </p:cTn>
                              </p:par>
                            </p:childTnLst>
                          </p:cTn>
                        </p:par>
                        <p:par>
                          <p:cTn id="22" fill="hold" nodeType="afterGroup">
                            <p:stCondLst>
                              <p:cond delay="2000"/>
                            </p:stCondLst>
                            <p:childTnLst>
                              <p:par>
                                <p:cTn id="23" presetID="21" presetClass="entr" presetSubtype="1"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heel(1)">
                                      <p:cBhvr>
                                        <p:cTn id="25" dur="500"/>
                                        <p:tgtEl>
                                          <p:spTgt spid="18"/>
                                        </p:tgtEl>
                                      </p:cBhvr>
                                    </p:animEffect>
                                  </p:childTnLst>
                                </p:cTn>
                              </p:par>
                            </p:childTnLst>
                          </p:cTn>
                        </p:par>
                        <p:par>
                          <p:cTn id="26" fill="hold" nodeType="afterGroup">
                            <p:stCondLst>
                              <p:cond delay="2500"/>
                            </p:stCondLst>
                            <p:childTnLst>
                              <p:par>
                                <p:cTn id="27" presetID="53" presetClass="entr" presetSubtype="0"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p:cTn id="29" dur="500" fill="hold"/>
                                        <p:tgtEl>
                                          <p:spTgt spid="23"/>
                                        </p:tgtEl>
                                        <p:attrNameLst>
                                          <p:attrName>ppt_w</p:attrName>
                                        </p:attrNameLst>
                                      </p:cBhvr>
                                      <p:tavLst>
                                        <p:tav tm="0">
                                          <p:val>
                                            <p:fltVal val="0"/>
                                          </p:val>
                                        </p:tav>
                                        <p:tav tm="100000">
                                          <p:val>
                                            <p:strVal val="#ppt_w"/>
                                          </p:val>
                                        </p:tav>
                                      </p:tavLst>
                                    </p:anim>
                                    <p:anim calcmode="lin" valueType="num">
                                      <p:cBhvr>
                                        <p:cTn id="30" dur="500" fill="hold"/>
                                        <p:tgtEl>
                                          <p:spTgt spid="23"/>
                                        </p:tgtEl>
                                        <p:attrNameLst>
                                          <p:attrName>ppt_h</p:attrName>
                                        </p:attrNameLst>
                                      </p:cBhvr>
                                      <p:tavLst>
                                        <p:tav tm="0">
                                          <p:val>
                                            <p:fltVal val="0"/>
                                          </p:val>
                                        </p:tav>
                                        <p:tav tm="100000">
                                          <p:val>
                                            <p:strVal val="#ppt_h"/>
                                          </p:val>
                                        </p:tav>
                                      </p:tavLst>
                                    </p:anim>
                                    <p:animEffect transition="in" filter="fade">
                                      <p:cBhvr>
                                        <p:cTn id="31" dur="500"/>
                                        <p:tgtEl>
                                          <p:spTgt spid="23"/>
                                        </p:tgtEl>
                                      </p:cBhvr>
                                    </p:animEffect>
                                  </p:childTnLst>
                                </p:cTn>
                              </p:par>
                            </p:childTnLst>
                          </p:cTn>
                        </p:par>
                        <p:par>
                          <p:cTn id="32" fill="hold" nodeType="afterGroup">
                            <p:stCondLst>
                              <p:cond delay="3000"/>
                            </p:stCondLst>
                            <p:childTnLst>
                              <p:par>
                                <p:cTn id="33" presetID="25" presetClass="entr" presetSubtype="0" fill="hold" grpId="0" nodeType="after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p:cTn id="35" dur="500" decel="50000" fill="hold">
                                          <p:stCondLst>
                                            <p:cond delay="0"/>
                                          </p:stCondLst>
                                        </p:cTn>
                                        <p:tgtEl>
                                          <p:spTgt spid="21"/>
                                        </p:tgtEl>
                                        <p:attrNameLst>
                                          <p:attrName>style.rotation</p:attrName>
                                        </p:attrNameLst>
                                      </p:cBhvr>
                                      <p:tavLst>
                                        <p:tav tm="0">
                                          <p:val>
                                            <p:fltVal val="-90"/>
                                          </p:val>
                                        </p:tav>
                                        <p:tav tm="100000">
                                          <p:val>
                                            <p:fltVal val="0"/>
                                          </p:val>
                                        </p:tav>
                                      </p:tavLst>
                                    </p:anim>
                                    <p:anim calcmode="lin" valueType="num">
                                      <p:cBhvr>
                                        <p:cTn id="36" dur="500" decel="50000" fill="hold">
                                          <p:stCondLst>
                                            <p:cond delay="0"/>
                                          </p:stCondLst>
                                        </p:cTn>
                                        <p:tgtEl>
                                          <p:spTgt spid="21"/>
                                        </p:tgtEl>
                                        <p:attrNameLst>
                                          <p:attrName>ppt_w</p:attrName>
                                        </p:attrNameLst>
                                      </p:cBhvr>
                                      <p:tavLst>
                                        <p:tav tm="0">
                                          <p:val>
                                            <p:strVal val="#ppt_w"/>
                                          </p:val>
                                        </p:tav>
                                        <p:tav tm="100000">
                                          <p:val>
                                            <p:strVal val="#ppt_w*.05"/>
                                          </p:val>
                                        </p:tav>
                                      </p:tavLst>
                                    </p:anim>
                                    <p:anim calcmode="lin" valueType="num">
                                      <p:cBhvr>
                                        <p:cTn id="37" dur="500" accel="50000" fill="hold">
                                          <p:stCondLst>
                                            <p:cond delay="500"/>
                                          </p:stCondLst>
                                        </p:cTn>
                                        <p:tgtEl>
                                          <p:spTgt spid="21"/>
                                        </p:tgtEl>
                                        <p:attrNameLst>
                                          <p:attrName>ppt_w</p:attrName>
                                        </p:attrNameLst>
                                      </p:cBhvr>
                                      <p:tavLst>
                                        <p:tav tm="0">
                                          <p:val>
                                            <p:strVal val="#ppt_w*.05"/>
                                          </p:val>
                                        </p:tav>
                                        <p:tav tm="100000">
                                          <p:val>
                                            <p:strVal val="#ppt_w"/>
                                          </p:val>
                                        </p:tav>
                                      </p:tavLst>
                                    </p:anim>
                                    <p:anim calcmode="lin" valueType="num">
                                      <p:cBhvr>
                                        <p:cTn id="38" dur="1000" fill="hold"/>
                                        <p:tgtEl>
                                          <p:spTgt spid="21"/>
                                        </p:tgtEl>
                                        <p:attrNameLst>
                                          <p:attrName>ppt_h</p:attrName>
                                        </p:attrNameLst>
                                      </p:cBhvr>
                                      <p:tavLst>
                                        <p:tav tm="0">
                                          <p:val>
                                            <p:strVal val="#ppt_h"/>
                                          </p:val>
                                        </p:tav>
                                        <p:tav tm="100000">
                                          <p:val>
                                            <p:strVal val="#ppt_h"/>
                                          </p:val>
                                        </p:tav>
                                      </p:tavLst>
                                    </p:anim>
                                    <p:anim calcmode="lin" valueType="num">
                                      <p:cBhvr>
                                        <p:cTn id="39" dur="500" decel="50000" fill="hold">
                                          <p:stCondLst>
                                            <p:cond delay="0"/>
                                          </p:stCondLst>
                                        </p:cTn>
                                        <p:tgtEl>
                                          <p:spTgt spid="21"/>
                                        </p:tgtEl>
                                        <p:attrNameLst>
                                          <p:attrName>ppt_x</p:attrName>
                                        </p:attrNameLst>
                                      </p:cBhvr>
                                      <p:tavLst>
                                        <p:tav tm="0">
                                          <p:val>
                                            <p:strVal val="#ppt_x+.4"/>
                                          </p:val>
                                        </p:tav>
                                        <p:tav tm="100000">
                                          <p:val>
                                            <p:strVal val="#ppt_x"/>
                                          </p:val>
                                        </p:tav>
                                      </p:tavLst>
                                    </p:anim>
                                    <p:anim calcmode="lin" valueType="num">
                                      <p:cBhvr>
                                        <p:cTn id="40" dur="500" decel="50000" fill="hold">
                                          <p:stCondLst>
                                            <p:cond delay="0"/>
                                          </p:stCondLst>
                                        </p:cTn>
                                        <p:tgtEl>
                                          <p:spTgt spid="21"/>
                                        </p:tgtEl>
                                        <p:attrNameLst>
                                          <p:attrName>ppt_y</p:attrName>
                                        </p:attrNameLst>
                                      </p:cBhvr>
                                      <p:tavLst>
                                        <p:tav tm="0">
                                          <p:val>
                                            <p:strVal val="#ppt_y-.2"/>
                                          </p:val>
                                        </p:tav>
                                        <p:tav tm="100000">
                                          <p:val>
                                            <p:strVal val="#ppt_y+.1"/>
                                          </p:val>
                                        </p:tav>
                                      </p:tavLst>
                                    </p:anim>
                                    <p:anim calcmode="lin" valueType="num">
                                      <p:cBhvr>
                                        <p:cTn id="41" dur="500" accel="50000" fill="hold">
                                          <p:stCondLst>
                                            <p:cond delay="500"/>
                                          </p:stCondLst>
                                        </p:cTn>
                                        <p:tgtEl>
                                          <p:spTgt spid="21"/>
                                        </p:tgtEl>
                                        <p:attrNameLst>
                                          <p:attrName>ppt_y</p:attrName>
                                        </p:attrNameLst>
                                      </p:cBhvr>
                                      <p:tavLst>
                                        <p:tav tm="0">
                                          <p:val>
                                            <p:strVal val="#ppt_y+.1"/>
                                          </p:val>
                                        </p:tav>
                                        <p:tav tm="100000">
                                          <p:val>
                                            <p:strVal val="#ppt_y"/>
                                          </p:val>
                                        </p:tav>
                                      </p:tavLst>
                                    </p:anim>
                                    <p:animEffect transition="in" filter="fade">
                                      <p:cBhvr>
                                        <p:cTn id="42" dur="1000" decel="50000">
                                          <p:stCondLst>
                                            <p:cond delay="0"/>
                                          </p:stCondLst>
                                        </p:cTn>
                                        <p:tgtEl>
                                          <p:spTgt spid="21"/>
                                        </p:tgtEl>
                                      </p:cBhvr>
                                    </p:animEffect>
                                  </p:childTnLst>
                                </p:cTn>
                              </p:par>
                            </p:childTnLst>
                          </p:cTn>
                        </p:par>
                        <p:par>
                          <p:cTn id="43" fill="hold" nodeType="afterGroup">
                            <p:stCondLst>
                              <p:cond delay="4000"/>
                            </p:stCondLst>
                            <p:childTnLst>
                              <p:par>
                                <p:cTn id="44" presetID="21" presetClass="entr" presetSubtype="1" fill="hold" grpId="0" nodeType="after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wheel(1)">
                                      <p:cBhvr>
                                        <p:cTn id="46" dur="500"/>
                                        <p:tgtEl>
                                          <p:spTgt spid="20"/>
                                        </p:tgtEl>
                                      </p:cBhvr>
                                    </p:animEffect>
                                  </p:childTnLst>
                                </p:cTn>
                              </p:par>
                            </p:childTnLst>
                          </p:cTn>
                        </p:par>
                        <p:par>
                          <p:cTn id="47" fill="hold" nodeType="afterGroup">
                            <p:stCondLst>
                              <p:cond delay="4500"/>
                            </p:stCondLst>
                            <p:childTnLst>
                              <p:par>
                                <p:cTn id="48" presetID="53" presetClass="entr" presetSubtype="0" fill="hold" grpId="0" nodeType="afterEffect">
                                  <p:stCondLst>
                                    <p:cond delay="0"/>
                                  </p:stCondLst>
                                  <p:childTnLst>
                                    <p:set>
                                      <p:cBhvr>
                                        <p:cTn id="49" dur="1" fill="hold">
                                          <p:stCondLst>
                                            <p:cond delay="0"/>
                                          </p:stCondLst>
                                        </p:cTn>
                                        <p:tgtEl>
                                          <p:spTgt spid="24"/>
                                        </p:tgtEl>
                                        <p:attrNameLst>
                                          <p:attrName>style.visibility</p:attrName>
                                        </p:attrNameLst>
                                      </p:cBhvr>
                                      <p:to>
                                        <p:strVal val="visible"/>
                                      </p:to>
                                    </p:set>
                                    <p:anim calcmode="lin" valueType="num">
                                      <p:cBhvr>
                                        <p:cTn id="50" dur="500" fill="hold"/>
                                        <p:tgtEl>
                                          <p:spTgt spid="24"/>
                                        </p:tgtEl>
                                        <p:attrNameLst>
                                          <p:attrName>ppt_w</p:attrName>
                                        </p:attrNameLst>
                                      </p:cBhvr>
                                      <p:tavLst>
                                        <p:tav tm="0">
                                          <p:val>
                                            <p:fltVal val="0"/>
                                          </p:val>
                                        </p:tav>
                                        <p:tav tm="100000">
                                          <p:val>
                                            <p:strVal val="#ppt_w"/>
                                          </p:val>
                                        </p:tav>
                                      </p:tavLst>
                                    </p:anim>
                                    <p:anim calcmode="lin" valueType="num">
                                      <p:cBhvr>
                                        <p:cTn id="51" dur="500" fill="hold"/>
                                        <p:tgtEl>
                                          <p:spTgt spid="24"/>
                                        </p:tgtEl>
                                        <p:attrNameLst>
                                          <p:attrName>ppt_h</p:attrName>
                                        </p:attrNameLst>
                                      </p:cBhvr>
                                      <p:tavLst>
                                        <p:tav tm="0">
                                          <p:val>
                                            <p:fltVal val="0"/>
                                          </p:val>
                                        </p:tav>
                                        <p:tav tm="100000">
                                          <p:val>
                                            <p:strVal val="#ppt_h"/>
                                          </p:val>
                                        </p:tav>
                                      </p:tavLst>
                                    </p:anim>
                                    <p:animEffect transition="in" filter="fade">
                                      <p:cBhvr>
                                        <p:cTn id="52" dur="500"/>
                                        <p:tgtEl>
                                          <p:spTgt spid="24"/>
                                        </p:tgtEl>
                                      </p:cBhvr>
                                    </p:animEffect>
                                  </p:childTnLst>
                                </p:cTn>
                              </p:par>
                            </p:childTnLst>
                          </p:cTn>
                        </p:par>
                        <p:par>
                          <p:cTn id="53" fill="hold" nodeType="afterGroup">
                            <p:stCondLst>
                              <p:cond delay="5000"/>
                            </p:stCondLst>
                            <p:childTnLst>
                              <p:par>
                                <p:cTn id="54" presetID="2" presetClass="entr" presetSubtype="2" fill="hold" grpId="0" nodeType="afterEffect">
                                  <p:stCondLst>
                                    <p:cond delay="0"/>
                                  </p:stCondLst>
                                  <p:childTnLst>
                                    <p:set>
                                      <p:cBhvr>
                                        <p:cTn id="55" dur="1" fill="hold">
                                          <p:stCondLst>
                                            <p:cond delay="0"/>
                                          </p:stCondLst>
                                        </p:cTn>
                                        <p:tgtEl>
                                          <p:spTgt spid="17"/>
                                        </p:tgtEl>
                                        <p:attrNameLst>
                                          <p:attrName>style.visibility</p:attrName>
                                        </p:attrNameLst>
                                      </p:cBhvr>
                                      <p:to>
                                        <p:strVal val="visible"/>
                                      </p:to>
                                    </p:set>
                                    <p:anim calcmode="lin" valueType="num">
                                      <p:cBhvr additive="base">
                                        <p:cTn id="56" dur="500" fill="hold"/>
                                        <p:tgtEl>
                                          <p:spTgt spid="17"/>
                                        </p:tgtEl>
                                        <p:attrNameLst>
                                          <p:attrName>ppt_x</p:attrName>
                                        </p:attrNameLst>
                                      </p:cBhvr>
                                      <p:tavLst>
                                        <p:tav tm="0">
                                          <p:val>
                                            <p:strVal val="1+#ppt_w/2"/>
                                          </p:val>
                                        </p:tav>
                                        <p:tav tm="100000">
                                          <p:val>
                                            <p:strVal val="#ppt_x"/>
                                          </p:val>
                                        </p:tav>
                                      </p:tavLst>
                                    </p:anim>
                                    <p:anim calcmode="lin" valueType="num">
                                      <p:cBhvr additive="base">
                                        <p:cTn id="57" dur="500" fill="hold"/>
                                        <p:tgtEl>
                                          <p:spTgt spid="17"/>
                                        </p:tgtEl>
                                        <p:attrNameLst>
                                          <p:attrName>ppt_y</p:attrName>
                                        </p:attrNameLst>
                                      </p:cBhvr>
                                      <p:tavLst>
                                        <p:tav tm="0">
                                          <p:val>
                                            <p:strVal val="#ppt_y"/>
                                          </p:val>
                                        </p:tav>
                                        <p:tav tm="100000">
                                          <p:val>
                                            <p:strVal val="#ppt_y"/>
                                          </p:val>
                                        </p:tav>
                                      </p:tavLst>
                                    </p:anim>
                                  </p:childTnLst>
                                </p:cTn>
                              </p:par>
                            </p:childTnLst>
                          </p:cTn>
                        </p:par>
                        <p:par>
                          <p:cTn id="58" fill="hold" nodeType="afterGroup">
                            <p:stCondLst>
                              <p:cond delay="5500"/>
                            </p:stCondLst>
                            <p:childTnLst>
                              <p:par>
                                <p:cTn id="59" presetID="2" presetClass="entr" presetSubtype="1" decel="100000" fill="hold" grpId="0" nodeType="afterEffect">
                                  <p:stCondLst>
                                    <p:cond delay="0"/>
                                  </p:stCondLst>
                                  <p:childTnLst>
                                    <p:set>
                                      <p:cBhvr>
                                        <p:cTn id="60" dur="1" fill="hold">
                                          <p:stCondLst>
                                            <p:cond delay="0"/>
                                          </p:stCondLst>
                                        </p:cTn>
                                        <p:tgtEl>
                                          <p:spTgt spid="25"/>
                                        </p:tgtEl>
                                        <p:attrNameLst>
                                          <p:attrName>style.visibility</p:attrName>
                                        </p:attrNameLst>
                                      </p:cBhvr>
                                      <p:to>
                                        <p:strVal val="visible"/>
                                      </p:to>
                                    </p:set>
                                    <p:anim calcmode="lin" valueType="num">
                                      <p:cBhvr additive="base">
                                        <p:cTn id="61" dur="750" fill="hold"/>
                                        <p:tgtEl>
                                          <p:spTgt spid="25"/>
                                        </p:tgtEl>
                                        <p:attrNameLst>
                                          <p:attrName>ppt_x</p:attrName>
                                        </p:attrNameLst>
                                      </p:cBhvr>
                                      <p:tavLst>
                                        <p:tav tm="0">
                                          <p:val>
                                            <p:strVal val="#ppt_x"/>
                                          </p:val>
                                        </p:tav>
                                        <p:tav tm="100000">
                                          <p:val>
                                            <p:strVal val="#ppt_x"/>
                                          </p:val>
                                        </p:tav>
                                      </p:tavLst>
                                    </p:anim>
                                    <p:anim calcmode="lin" valueType="num">
                                      <p:cBhvr additive="base">
                                        <p:cTn id="62" dur="750" fill="hold"/>
                                        <p:tgtEl>
                                          <p:spTgt spid="25"/>
                                        </p:tgtEl>
                                        <p:attrNameLst>
                                          <p:attrName>ppt_y</p:attrName>
                                        </p:attrNameLst>
                                      </p:cBhvr>
                                      <p:tavLst>
                                        <p:tav tm="0">
                                          <p:val>
                                            <p:strVal val="0-#ppt_h/2"/>
                                          </p:val>
                                        </p:tav>
                                        <p:tav tm="100000">
                                          <p:val>
                                            <p:strVal val="#ppt_y"/>
                                          </p:val>
                                        </p:tav>
                                      </p:tavLst>
                                    </p:anim>
                                  </p:childTnLst>
                                </p:cTn>
                              </p:par>
                              <p:par>
                                <p:cTn id="63" presetID="2" presetClass="entr" presetSubtype="4" decel="10000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 calcmode="lin" valueType="num">
                                      <p:cBhvr additive="base">
                                        <p:cTn id="65" dur="750" fill="hold"/>
                                        <p:tgtEl>
                                          <p:spTgt spid="26"/>
                                        </p:tgtEl>
                                        <p:attrNameLst>
                                          <p:attrName>ppt_x</p:attrName>
                                        </p:attrNameLst>
                                      </p:cBhvr>
                                      <p:tavLst>
                                        <p:tav tm="0">
                                          <p:val>
                                            <p:strVal val="#ppt_x"/>
                                          </p:val>
                                        </p:tav>
                                        <p:tav tm="100000">
                                          <p:val>
                                            <p:strVal val="#ppt_x"/>
                                          </p:val>
                                        </p:tav>
                                      </p:tavLst>
                                    </p:anim>
                                    <p:anim calcmode="lin" valueType="num">
                                      <p:cBhvr additive="base">
                                        <p:cTn id="66" dur="75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3" grpId="0"/>
      <p:bldP spid="24" grpId="0"/>
      <p:bldP spid="25" grpId="0"/>
      <p:bldP spid="2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9647DFE-23CF-4B17-913C-A4E42044D163}"/>
              </a:ext>
            </a:extLst>
          </p:cNvPr>
          <p:cNvSpPr txBox="1"/>
          <p:nvPr/>
        </p:nvSpPr>
        <p:spPr>
          <a:xfrm>
            <a:off x="1331623" y="557799"/>
            <a:ext cx="2646878"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综合视频内容</a:t>
            </a:r>
          </a:p>
        </p:txBody>
      </p:sp>
      <p:sp>
        <p:nvSpPr>
          <p:cNvPr id="6" name="ïṩľïďé">
            <a:extLst>
              <a:ext uri="{FF2B5EF4-FFF2-40B4-BE49-F238E27FC236}">
                <a16:creationId xmlns:a16="http://schemas.microsoft.com/office/drawing/2014/main" id="{06468536-8E50-486B-AFAB-04F449862218}"/>
              </a:ext>
            </a:extLst>
          </p:cNvPr>
          <p:cNvSpPr/>
          <p:nvPr/>
        </p:nvSpPr>
        <p:spPr bwMode="auto">
          <a:xfrm>
            <a:off x="5778861" y="3069767"/>
            <a:ext cx="4925695" cy="1182370"/>
          </a:xfrm>
          <a:prstGeom prst="rightArrow">
            <a:avLst>
              <a:gd name="adj1" fmla="val 100000"/>
              <a:gd name="adj2" fmla="val 71429"/>
            </a:avLst>
          </a:prstGeom>
          <a:solidFill>
            <a:schemeClr val="accent1"/>
          </a:solidFill>
          <a:ln>
            <a:solidFill>
              <a:schemeClr val="accent1"/>
            </a:solidFill>
          </a:ln>
          <a:effectLst>
            <a:outerShdw blurRad="177800" dist="152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latin typeface="微软雅黑"/>
              <a:ea typeface="微软雅黑"/>
              <a:sym typeface="微软雅黑"/>
            </a:endParaRPr>
          </a:p>
        </p:txBody>
      </p:sp>
      <p:sp>
        <p:nvSpPr>
          <p:cNvPr id="8" name="îṥḷîḍé">
            <a:extLst>
              <a:ext uri="{FF2B5EF4-FFF2-40B4-BE49-F238E27FC236}">
                <a16:creationId xmlns:a16="http://schemas.microsoft.com/office/drawing/2014/main" id="{C4033EE4-FA8D-4DAA-A170-CEBBDD983723}"/>
              </a:ext>
            </a:extLst>
          </p:cNvPr>
          <p:cNvSpPr/>
          <p:nvPr/>
        </p:nvSpPr>
        <p:spPr bwMode="auto">
          <a:xfrm flipH="1" flipV="1">
            <a:off x="1111610" y="3069767"/>
            <a:ext cx="4925695" cy="1182370"/>
          </a:xfrm>
          <a:prstGeom prst="rightArrow">
            <a:avLst>
              <a:gd name="adj1" fmla="val 100000"/>
              <a:gd name="adj2" fmla="val 71429"/>
            </a:avLst>
          </a:prstGeom>
          <a:solidFill>
            <a:schemeClr val="accent1"/>
          </a:solidFill>
          <a:ln>
            <a:solidFill>
              <a:schemeClr val="accent1"/>
            </a:solidFill>
          </a:ln>
          <a:effectLst>
            <a:outerShdw blurRad="177800" dist="152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lt1"/>
              </a:solidFill>
              <a:latin typeface="微软雅黑"/>
              <a:ea typeface="微软雅黑"/>
              <a:sym typeface="微软雅黑"/>
            </a:endParaRPr>
          </a:p>
        </p:txBody>
      </p:sp>
      <p:sp>
        <p:nvSpPr>
          <p:cNvPr id="9" name="îṥ1ïḑe">
            <a:extLst>
              <a:ext uri="{FF2B5EF4-FFF2-40B4-BE49-F238E27FC236}">
                <a16:creationId xmlns:a16="http://schemas.microsoft.com/office/drawing/2014/main" id="{F507D3EB-4BDE-4B05-B8B3-C14AE0D59783}"/>
              </a:ext>
            </a:extLst>
          </p:cNvPr>
          <p:cNvSpPr/>
          <p:nvPr/>
        </p:nvSpPr>
        <p:spPr>
          <a:xfrm>
            <a:off x="4641575" y="2365552"/>
            <a:ext cx="2590800" cy="2590800"/>
          </a:xfrm>
          <a:prstGeom prst="diamond">
            <a:avLst/>
          </a:prstGeom>
          <a:blipFill>
            <a:blip r:embed="Re085511304c848a8">
              <a:extLst>
                <a:ext uri="{28A0092B-C50C-407E-A947-70E740481C1C}">
                  <a14:useLocalDpi xmlns:a14="http://schemas.microsoft.com/office/drawing/2010/main" val="0"/>
                </a:ext>
              </a:extLst>
            </a:blip>
            <a:stretch>
              <a:fillRect/>
            </a:stretch>
          </a:blipFill>
          <a:ln>
            <a:solidFill>
              <a:srgbClr val="DBB771"/>
            </a:solidFill>
          </a:ln>
          <a:effectLst>
            <a:outerShdw blurRad="177800" dist="152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a:solidFill>
                  <a:schemeClr val="lt1"/>
                </a:solidFill>
                <a:latin typeface="微软雅黑"/>
                <a:ea typeface="微软雅黑"/>
                <a:sym typeface="微软雅黑"/>
              </a:rPr>
              <a:t> </a:t>
            </a:r>
          </a:p>
        </p:txBody>
      </p:sp>
      <p:sp>
        <p:nvSpPr>
          <p:cNvPr id="10" name="矩形: 圆角 9">
            <a:extLst>
              <a:ext uri="{FF2B5EF4-FFF2-40B4-BE49-F238E27FC236}">
                <a16:creationId xmlns:a16="http://schemas.microsoft.com/office/drawing/2014/main" id="{3583ACFA-8FB5-473A-B898-FD02CDCE103C}"/>
              </a:ext>
            </a:extLst>
          </p:cNvPr>
          <p:cNvSpPr/>
          <p:nvPr/>
        </p:nvSpPr>
        <p:spPr>
          <a:xfrm>
            <a:off x="2082486" y="2170141"/>
            <a:ext cx="2559089" cy="519252"/>
          </a:xfrm>
          <a:prstGeom prst="roundRect">
            <a:avLst>
              <a:gd name="adj" fmla="val 50000"/>
            </a:avLst>
          </a:prstGeom>
          <a:solidFill>
            <a:schemeClr val="accent1"/>
          </a:solidFill>
          <a:ln>
            <a:solidFill>
              <a:schemeClr val="accent1"/>
            </a:solidFill>
          </a:ln>
          <a:effectLst>
            <a:outerShdw blurRad="177800" dist="152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a:ea typeface="微软雅黑"/>
              <a:sym typeface="微软雅黑"/>
            </a:endParaRPr>
          </a:p>
        </p:txBody>
      </p:sp>
      <p:sp>
        <p:nvSpPr>
          <p:cNvPr id="11" name="文本框 10">
            <a:extLst>
              <a:ext uri="{FF2B5EF4-FFF2-40B4-BE49-F238E27FC236}">
                <a16:creationId xmlns:a16="http://schemas.microsoft.com/office/drawing/2014/main" id="{A1739274-1D6F-409F-8B37-BDF1AAD79073}"/>
              </a:ext>
            </a:extLst>
          </p:cNvPr>
          <p:cNvSpPr txBox="1"/>
          <p:nvPr/>
        </p:nvSpPr>
        <p:spPr>
          <a:xfrm>
            <a:off x="2343942" y="2199582"/>
            <a:ext cx="2036175" cy="461665"/>
          </a:xfrm>
          <a:prstGeom prst="rect">
            <a:avLst/>
          </a:prstGeom>
          <a:noFill/>
        </p:spPr>
        <p:txBody>
          <a:bodyPr wrap="square" rtlCol="0">
            <a:spAutoFit/>
          </a:bodyPr>
          <a:lstStyle/>
          <a:p>
            <a:pPr algn="ctr"/>
            <a:r>
              <a:rPr lang="zh-CN" altLang="en-US" sz="2400">
                <a:solidFill>
                  <a:schemeClr val="bg1"/>
                </a:solidFill>
                <a:latin typeface="微软雅黑"/>
                <a:ea typeface="微软雅黑"/>
                <a:sym typeface="微软雅黑"/>
              </a:rPr>
              <a:t>请添加标题</a:t>
            </a:r>
          </a:p>
        </p:txBody>
      </p:sp>
      <p:sp>
        <p:nvSpPr>
          <p:cNvPr id="12" name="矩形: 圆角 11">
            <a:extLst>
              <a:ext uri="{FF2B5EF4-FFF2-40B4-BE49-F238E27FC236}">
                <a16:creationId xmlns:a16="http://schemas.microsoft.com/office/drawing/2014/main" id="{E5C4134C-26D6-4D51-BB7B-288BA1DC8178}"/>
              </a:ext>
            </a:extLst>
          </p:cNvPr>
          <p:cNvSpPr/>
          <p:nvPr/>
        </p:nvSpPr>
        <p:spPr>
          <a:xfrm>
            <a:off x="7232377" y="2169614"/>
            <a:ext cx="2559089" cy="519252"/>
          </a:xfrm>
          <a:prstGeom prst="roundRect">
            <a:avLst>
              <a:gd name="adj" fmla="val 50000"/>
            </a:avLst>
          </a:prstGeom>
          <a:solidFill>
            <a:schemeClr val="accent1"/>
          </a:solidFill>
          <a:ln>
            <a:solidFill>
              <a:schemeClr val="accent1"/>
            </a:solidFill>
          </a:ln>
          <a:effectLst>
            <a:outerShdw blurRad="177800" dist="152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a:ea typeface="微软雅黑"/>
              <a:sym typeface="微软雅黑"/>
            </a:endParaRPr>
          </a:p>
        </p:txBody>
      </p:sp>
      <p:sp>
        <p:nvSpPr>
          <p:cNvPr id="13" name="文本框 12">
            <a:extLst>
              <a:ext uri="{FF2B5EF4-FFF2-40B4-BE49-F238E27FC236}">
                <a16:creationId xmlns:a16="http://schemas.microsoft.com/office/drawing/2014/main" id="{18B1EEA0-C86F-4CC5-A0F6-99966D7134BC}"/>
              </a:ext>
            </a:extLst>
          </p:cNvPr>
          <p:cNvSpPr txBox="1"/>
          <p:nvPr/>
        </p:nvSpPr>
        <p:spPr>
          <a:xfrm>
            <a:off x="7493833" y="2226676"/>
            <a:ext cx="2036175" cy="461665"/>
          </a:xfrm>
          <a:prstGeom prst="rect">
            <a:avLst/>
          </a:prstGeom>
          <a:noFill/>
        </p:spPr>
        <p:txBody>
          <a:bodyPr wrap="square" rtlCol="0">
            <a:spAutoFit/>
          </a:bodyPr>
          <a:lstStyle/>
          <a:p>
            <a:pPr algn="ctr"/>
            <a:r>
              <a:rPr lang="zh-CN" altLang="en-US" sz="2400">
                <a:solidFill>
                  <a:schemeClr val="bg1"/>
                </a:solidFill>
                <a:latin typeface="微软雅黑"/>
                <a:ea typeface="微软雅黑"/>
                <a:sym typeface="微软雅黑"/>
              </a:rPr>
              <a:t>请添加标题</a:t>
            </a:r>
          </a:p>
        </p:txBody>
      </p:sp>
      <p:sp>
        <p:nvSpPr>
          <p:cNvPr id="14" name="文本框 13">
            <a:extLst>
              <a:ext uri="{FF2B5EF4-FFF2-40B4-BE49-F238E27FC236}">
                <a16:creationId xmlns:a16="http://schemas.microsoft.com/office/drawing/2014/main" id="{77CC816B-42FC-4FEE-BEB4-DB6859FC7172}"/>
              </a:ext>
            </a:extLst>
          </p:cNvPr>
          <p:cNvSpPr txBox="1"/>
          <p:nvPr/>
        </p:nvSpPr>
        <p:spPr>
          <a:xfrm>
            <a:off x="1565598" y="4753547"/>
            <a:ext cx="3221399" cy="830997"/>
          </a:xfrm>
          <a:prstGeom prst="rect">
            <a:avLst/>
          </a:prstGeom>
          <a:noFill/>
        </p:spPr>
        <p:txBody>
          <a:bodyPr wrap="square" rtlCol="0">
            <a:spAutoFit/>
          </a:bodyPr>
          <a:lstStyle/>
          <a:p>
            <a:pPr algn="r">
              <a:lnSpc>
                <a:spcPct val="150000"/>
              </a:lnSpc>
            </a:pPr>
            <a:r>
              <a:rPr lang="zh-CN" altLang="en-US" sz="1600">
                <a:solidFill>
                  <a:schemeClr val="bg1">
                    <a:lumMod val="50000"/>
                  </a:schemeClr>
                </a:solidFill>
                <a:latin typeface="微软雅黑"/>
                <a:ea typeface="微软雅黑"/>
                <a:sym typeface="微软雅黑"/>
              </a:rPr>
              <a:t>实践的开始、过程和结束各部分的内容。</a:t>
            </a:r>
          </a:p>
        </p:txBody>
      </p:sp>
      <p:sp>
        <p:nvSpPr>
          <p:cNvPr id="15" name="文本框 14">
            <a:extLst>
              <a:ext uri="{FF2B5EF4-FFF2-40B4-BE49-F238E27FC236}">
                <a16:creationId xmlns:a16="http://schemas.microsoft.com/office/drawing/2014/main" id="{6C6B5825-E01B-434B-A874-56D8657ED345}"/>
              </a:ext>
            </a:extLst>
          </p:cNvPr>
          <p:cNvSpPr txBox="1"/>
          <p:nvPr/>
        </p:nvSpPr>
        <p:spPr>
          <a:xfrm>
            <a:off x="7232375" y="4753547"/>
            <a:ext cx="3221399" cy="830997"/>
          </a:xfrm>
          <a:prstGeom prst="rect">
            <a:avLst/>
          </a:prstGeom>
          <a:noFill/>
        </p:spPr>
        <p:txBody>
          <a:bodyPr wrap="square" rtlCol="0">
            <a:spAutoFit/>
          </a:bodyPr>
          <a:lstStyle/>
          <a:p>
            <a:pPr>
              <a:lnSpc>
                <a:spcPct val="150000"/>
              </a:lnSpc>
            </a:pPr>
            <a:r>
              <a:rPr lang="zh-CN" altLang="en-US" sz="1600">
                <a:solidFill>
                  <a:schemeClr val="bg1">
                    <a:lumMod val="50000"/>
                  </a:schemeClr>
                </a:solidFill>
                <a:latin typeface="微软雅黑"/>
                <a:ea typeface="微软雅黑"/>
                <a:sym typeface="微软雅黑"/>
              </a:rPr>
              <a:t>实践内容的细节展示，用于剪辑视频时进行画面切换。</a:t>
            </a:r>
          </a:p>
        </p:txBody>
      </p:sp>
      <p:sp>
        <p:nvSpPr>
          <p:cNvPr id="16" name="文本框 15">
            <a:extLst>
              <a:ext uri="{FF2B5EF4-FFF2-40B4-BE49-F238E27FC236}">
                <a16:creationId xmlns:a16="http://schemas.microsoft.com/office/drawing/2014/main" id="{F6EB0443-8BF7-4832-9F12-11A1B10F2569}"/>
              </a:ext>
            </a:extLst>
          </p:cNvPr>
          <p:cNvSpPr txBox="1"/>
          <p:nvPr/>
        </p:nvSpPr>
        <p:spPr>
          <a:xfrm>
            <a:off x="7473664" y="3364171"/>
            <a:ext cx="2738819" cy="507831"/>
          </a:xfrm>
          <a:prstGeom prst="rect">
            <a:avLst/>
          </a:prstGeom>
          <a:noFill/>
        </p:spPr>
        <p:txBody>
          <a:bodyPr wrap="square" rtlCol="0">
            <a:spAutoFit/>
          </a:bodyPr>
          <a:lstStyle/>
          <a:p>
            <a:pPr algn="ctr">
              <a:lnSpc>
                <a:spcPct val="150000"/>
              </a:lnSpc>
            </a:pPr>
            <a:r>
              <a:rPr lang="zh-CN" altLang="en-US">
                <a:solidFill>
                  <a:schemeClr val="bg1"/>
                </a:solidFill>
                <a:latin typeface="微软雅黑"/>
                <a:ea typeface="微软雅黑"/>
                <a:sym typeface="微软雅黑"/>
              </a:rPr>
              <a:t>实践细节</a:t>
            </a:r>
          </a:p>
        </p:txBody>
      </p:sp>
      <p:sp>
        <p:nvSpPr>
          <p:cNvPr id="17" name="文本框 16">
            <a:extLst>
              <a:ext uri="{FF2B5EF4-FFF2-40B4-BE49-F238E27FC236}">
                <a16:creationId xmlns:a16="http://schemas.microsoft.com/office/drawing/2014/main" id="{BF1907EE-C9FA-46A5-8AE6-39CAAB8D4457}"/>
              </a:ext>
            </a:extLst>
          </p:cNvPr>
          <p:cNvSpPr txBox="1"/>
          <p:nvPr/>
        </p:nvSpPr>
        <p:spPr>
          <a:xfrm>
            <a:off x="1861105" y="3364171"/>
            <a:ext cx="2738819" cy="507831"/>
          </a:xfrm>
          <a:prstGeom prst="rect">
            <a:avLst/>
          </a:prstGeom>
          <a:noFill/>
        </p:spPr>
        <p:txBody>
          <a:bodyPr wrap="square" rtlCol="0">
            <a:spAutoFit/>
          </a:bodyPr>
          <a:lstStyle/>
          <a:p>
            <a:pPr algn="ctr">
              <a:lnSpc>
                <a:spcPct val="150000"/>
              </a:lnSpc>
            </a:pPr>
            <a:r>
              <a:rPr lang="zh-CN" altLang="en-US">
                <a:solidFill>
                  <a:schemeClr val="bg1"/>
                </a:solidFill>
                <a:latin typeface="微软雅黑"/>
                <a:ea typeface="微软雅黑"/>
                <a:sym typeface="微软雅黑"/>
              </a:rPr>
              <a:t>实践过程</a:t>
            </a:r>
          </a:p>
        </p:txBody>
      </p:sp>
    </p:spTree>
    <p:extLst>
      <p:ext uri="{BB962C8B-B14F-4D97-AF65-F5344CB8AC3E}">
        <p14:creationId xmlns:p14="http://schemas.microsoft.com/office/powerpoint/2010/main" val="24623401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62B3517E-F39F-42B7-8847-4BF19962CD5D}"/>
              </a:ext>
            </a:extLst>
          </p:cNvPr>
          <p:cNvSpPr/>
          <p:nvPr/>
        </p:nvSpPr>
        <p:spPr>
          <a:xfrm>
            <a:off x="1" y="0"/>
            <a:ext cx="12192000" cy="6858000"/>
          </a:xfrm>
          <a:prstGeom prst="rect">
            <a:avLst/>
          </a:prstGeom>
          <a:blipFill>
            <a:blip r:embed="Rf68d6c628a0e4bd6">
              <a:alphaModFix amt="12000"/>
              <a:extLst>
                <a:ext uri="{28A0092B-C50C-407E-A947-70E740481C1C}">
                  <a14:useLocalDpi xmlns:a14="http://schemas.microsoft.com/office/drawing/2010/main" val="0"/>
                </a:ext>
              </a:extLst>
            </a:blip>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lvl="0" algn="ctr"/>
            <a:endParaRPr lang="zh-CN" altLang="en-US">
              <a:latin typeface="微软雅黑"/>
              <a:ea typeface="微软雅黑"/>
              <a:sym typeface="微软雅黑"/>
            </a:endParaRPr>
          </a:p>
        </p:txBody>
      </p:sp>
      <p:grpSp>
        <p:nvGrpSpPr>
          <p:cNvPr id="11" name="组合 10">
            <a:extLst>
              <a:ext uri="{FF2B5EF4-FFF2-40B4-BE49-F238E27FC236}">
                <a16:creationId xmlns:a16="http://schemas.microsoft.com/office/drawing/2014/main" id="{2430B386-B4B4-47C3-AE6A-1F764F5B9A45}"/>
              </a:ext>
            </a:extLst>
          </p:cNvPr>
          <p:cNvGrpSpPr/>
          <p:nvPr/>
        </p:nvGrpSpPr>
        <p:grpSpPr>
          <a:xfrm>
            <a:off x="596940" y="739339"/>
            <a:ext cx="5487515" cy="5380430"/>
            <a:chOff x="403678" y="588570"/>
            <a:chExt cx="5793922" cy="5680859"/>
          </a:xfrm>
        </p:grpSpPr>
        <p:sp>
          <p:nvSpPr>
            <p:cNvPr id="12" name="椭圆 11">
              <a:extLst>
                <a:ext uri="{FF2B5EF4-FFF2-40B4-BE49-F238E27FC236}">
                  <a16:creationId xmlns:a16="http://schemas.microsoft.com/office/drawing/2014/main" id="{6A664CAD-5E26-448D-8ED8-B247A1B822CD}"/>
                </a:ext>
              </a:extLst>
            </p:cNvPr>
            <p:cNvSpPr/>
            <p:nvPr/>
          </p:nvSpPr>
          <p:spPr>
            <a:xfrm>
              <a:off x="771263" y="843093"/>
              <a:ext cx="5426337" cy="5426336"/>
            </a:xfrm>
            <a:prstGeom prst="ellipse">
              <a:avLst/>
            </a:prstGeom>
            <a:blipFill>
              <a:blip r:embed="R0f3c5666c4d64364">
                <a:extLst>
                  <a:ext uri="{28A0092B-C50C-407E-A947-70E740481C1C}">
                    <a14:useLocalDpi xmlns:a14="http://schemas.microsoft.com/office/drawing/2010/main" val="0"/>
                  </a:ext>
                </a:extLst>
              </a:blip>
              <a:stretch>
                <a:fillRect l="-19192" r="-35808"/>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lvl="0" algn="ctr"/>
              <a:endParaRPr lang="zh-CN" altLang="en-US">
                <a:latin typeface="微软雅黑"/>
                <a:ea typeface="微软雅黑"/>
                <a:sym typeface="微软雅黑"/>
              </a:endParaRPr>
            </a:p>
          </p:txBody>
        </p:sp>
        <p:sp>
          <p:nvSpPr>
            <p:cNvPr id="13" name="椭圆 12">
              <a:extLst>
                <a:ext uri="{FF2B5EF4-FFF2-40B4-BE49-F238E27FC236}">
                  <a16:creationId xmlns:a16="http://schemas.microsoft.com/office/drawing/2014/main" id="{23FEA241-1587-4644-8CDE-84E17CA94220}"/>
                </a:ext>
              </a:extLst>
            </p:cNvPr>
            <p:cNvSpPr/>
            <p:nvPr/>
          </p:nvSpPr>
          <p:spPr>
            <a:xfrm>
              <a:off x="403678" y="588570"/>
              <a:ext cx="5426337" cy="5426336"/>
            </a:xfrm>
            <a:prstGeom prst="ellipse">
              <a:avLst/>
            </a:prstGeom>
            <a:noFill/>
            <a:ln w="254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latin typeface="微软雅黑"/>
                <a:ea typeface="微软雅黑"/>
                <a:sym typeface="微软雅黑"/>
              </a:endParaRPr>
            </a:p>
          </p:txBody>
        </p:sp>
      </p:grpSp>
      <p:sp>
        <p:nvSpPr>
          <p:cNvPr id="14" name="椭圆 13">
            <a:extLst>
              <a:ext uri="{FF2B5EF4-FFF2-40B4-BE49-F238E27FC236}">
                <a16:creationId xmlns:a16="http://schemas.microsoft.com/office/drawing/2014/main" id="{52B5AB88-03AF-4025-8ECE-E95DEA4F6176}"/>
              </a:ext>
            </a:extLst>
          </p:cNvPr>
          <p:cNvSpPr/>
          <p:nvPr/>
        </p:nvSpPr>
        <p:spPr>
          <a:xfrm>
            <a:off x="11206845" y="789669"/>
            <a:ext cx="625475" cy="625474"/>
          </a:xfrm>
          <a:prstGeom prst="ellipse">
            <a:avLst/>
          </a:prstGeom>
          <a:gradFill flip="none" rotWithShape="1">
            <a:gsLst>
              <a:gs pos="0">
                <a:schemeClr val="accent2"/>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5" name="椭圆 14">
            <a:extLst>
              <a:ext uri="{FF2B5EF4-FFF2-40B4-BE49-F238E27FC236}">
                <a16:creationId xmlns:a16="http://schemas.microsoft.com/office/drawing/2014/main" id="{B7830DB4-FA18-4AD4-8F14-CEC2AAED6BA5}"/>
              </a:ext>
            </a:extLst>
          </p:cNvPr>
          <p:cNvSpPr/>
          <p:nvPr/>
        </p:nvSpPr>
        <p:spPr>
          <a:xfrm>
            <a:off x="5217895" y="5206158"/>
            <a:ext cx="461659" cy="461658"/>
          </a:xfrm>
          <a:prstGeom prst="ellipse">
            <a:avLst/>
          </a:prstGeom>
          <a:gradFill flip="none" rotWithShape="1">
            <a:gsLst>
              <a:gs pos="0">
                <a:schemeClr val="accent2"/>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6" name="椭圆 15">
            <a:extLst>
              <a:ext uri="{FF2B5EF4-FFF2-40B4-BE49-F238E27FC236}">
                <a16:creationId xmlns:a16="http://schemas.microsoft.com/office/drawing/2014/main" id="{E11803C3-6389-4C89-ACD3-0E5DB4FEABE6}"/>
              </a:ext>
            </a:extLst>
          </p:cNvPr>
          <p:cNvSpPr/>
          <p:nvPr/>
        </p:nvSpPr>
        <p:spPr>
          <a:xfrm>
            <a:off x="319330" y="1959262"/>
            <a:ext cx="682141" cy="682141"/>
          </a:xfrm>
          <a:prstGeom prst="ellipse">
            <a:avLst/>
          </a:prstGeom>
          <a:gradFill flip="none" rotWithShape="1">
            <a:gsLst>
              <a:gs pos="0">
                <a:schemeClr val="accent2"/>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7" name="文本框 16">
            <a:extLst>
              <a:ext uri="{FF2B5EF4-FFF2-40B4-BE49-F238E27FC236}">
                <a16:creationId xmlns:a16="http://schemas.microsoft.com/office/drawing/2014/main" id="{182B64C0-0CE8-46D4-937E-293B7AFF8522}"/>
              </a:ext>
            </a:extLst>
          </p:cNvPr>
          <p:cNvSpPr txBox="1"/>
          <p:nvPr/>
        </p:nvSpPr>
        <p:spPr>
          <a:xfrm>
            <a:off x="5922847" y="2492450"/>
            <a:ext cx="5747192" cy="2554545"/>
          </a:xfrm>
          <a:prstGeom prst="rect">
            <a:avLst/>
          </a:prstGeom>
          <a:noFill/>
        </p:spPr>
        <p:txBody>
          <a:bodyPr wrap="square">
            <a:spAutoFit/>
          </a:bodyPr>
          <a:lstStyle>
            <a:defPPr>
              <a:defRPr lang="zh-CN"/>
            </a:defPPr>
            <a:lvl1pPr algn="r">
              <a:defRPr sz="8000" b="1">
                <a:latin typeface="微软雅黑" pitchFamily="34" charset="-122"/>
                <a:ea typeface="微软雅黑" pitchFamily="34" charset="-122"/>
                <a:cs typeface="阿里巴巴普惠体 Heavy" pitchFamily="18" charset="-122"/>
              </a:defRPr>
            </a:lvl1pPr>
          </a:lstStyle>
          <a:p>
            <a:r>
              <a:rPr lang="zh-CN" altLang="en-US">
                <a:sym typeface="微软雅黑"/>
              </a:rPr>
              <a:t>视频拍摄运镜技巧</a:t>
            </a:r>
          </a:p>
        </p:txBody>
      </p:sp>
      <p:sp>
        <p:nvSpPr>
          <p:cNvPr id="19" name="文本框 18">
            <a:extLst>
              <a:ext uri="{FF2B5EF4-FFF2-40B4-BE49-F238E27FC236}">
                <a16:creationId xmlns:a16="http://schemas.microsoft.com/office/drawing/2014/main" id="{415DA39D-80CB-42A7-B4A1-42475C2E141A}"/>
              </a:ext>
            </a:extLst>
          </p:cNvPr>
          <p:cNvSpPr txBox="1"/>
          <p:nvPr/>
        </p:nvSpPr>
        <p:spPr>
          <a:xfrm>
            <a:off x="6762751" y="5046996"/>
            <a:ext cx="4864100" cy="572464"/>
          </a:xfrm>
          <a:prstGeom prst="rect">
            <a:avLst/>
          </a:prstGeom>
          <a:noFill/>
        </p:spPr>
        <p:txBody>
          <a:bodyPr wrap="square">
            <a:spAutoFit/>
          </a:bodyPr>
          <a:lstStyle/>
          <a:p>
            <a:pPr algn="r">
              <a:lnSpc>
                <a:spcPct val="130000"/>
              </a:lnSpc>
            </a:pPr>
            <a:r>
              <a:rPr lang="zh-CN" altLang="en-US" sz="1200">
                <a:solidFill>
                  <a:schemeClr val="tx1">
                    <a:lumMod val="65000"/>
                    <a:lumOff val="35000"/>
                  </a:schemeClr>
                </a:solidFill>
                <a:effectLst/>
                <a:latin typeface="微软雅黑"/>
                <a:ea typeface="微软雅黑"/>
                <a:cs typeface="+mn-ea"/>
                <a:sym typeface="微软雅黑"/>
              </a:rPr>
              <a:t>包括实践场景全貌以及实践地局部场景，可以拍摄自然环境或者社会环境。</a:t>
            </a:r>
            <a:r>
              <a:rPr lang="zh-CN" altLang="en-US" sz="1200" b="1">
                <a:solidFill>
                  <a:schemeClr val="tx1">
                    <a:lumMod val="65000"/>
                    <a:lumOff val="35000"/>
                  </a:schemeClr>
                </a:solidFill>
                <a:effectLst/>
                <a:latin typeface="微软雅黑"/>
                <a:ea typeface="微软雅黑"/>
                <a:cs typeface="+mn-ea"/>
                <a:sym typeface="微软雅黑"/>
              </a:rPr>
              <a:t>空镜的拍摄</a:t>
            </a:r>
            <a:r>
              <a:rPr lang="zh-CN" altLang="en-US" sz="1200">
                <a:solidFill>
                  <a:schemeClr val="tx1">
                    <a:lumMod val="65000"/>
                    <a:lumOff val="35000"/>
                  </a:schemeClr>
                </a:solidFill>
                <a:effectLst/>
                <a:latin typeface="微软雅黑"/>
                <a:ea typeface="微软雅黑"/>
                <a:cs typeface="+mn-ea"/>
                <a:sym typeface="微软雅黑"/>
              </a:rPr>
              <a:t>在剪辑过程中可以很好的调整视频的节奏</a:t>
            </a:r>
            <a:endParaRPr lang="en-US" altLang="zh-CN" sz="1200">
              <a:solidFill>
                <a:schemeClr val="tx1">
                  <a:lumMod val="65000"/>
                  <a:lumOff val="35000"/>
                </a:schemeClr>
              </a:solidFill>
              <a:effectLst/>
              <a:latin typeface="微软雅黑"/>
              <a:ea typeface="微软雅黑"/>
              <a:cs typeface="+mn-ea"/>
              <a:sym typeface="微软雅黑"/>
            </a:endParaRPr>
          </a:p>
        </p:txBody>
      </p:sp>
      <p:sp>
        <p:nvSpPr>
          <p:cNvPr id="22" name="文本框 21">
            <a:extLst>
              <a:ext uri="{FF2B5EF4-FFF2-40B4-BE49-F238E27FC236}">
                <a16:creationId xmlns:a16="http://schemas.microsoft.com/office/drawing/2014/main" id="{1A8E2647-AEFB-443A-9D0D-852DC6308438}"/>
              </a:ext>
            </a:extLst>
          </p:cNvPr>
          <p:cNvSpPr txBox="1"/>
          <p:nvPr/>
        </p:nvSpPr>
        <p:spPr>
          <a:xfrm>
            <a:off x="9370307" y="1612761"/>
            <a:ext cx="2299732" cy="769441"/>
          </a:xfrm>
          <a:prstGeom prst="rect">
            <a:avLst/>
          </a:prstGeom>
          <a:noFill/>
        </p:spPr>
        <p:txBody>
          <a:bodyPr wrap="none">
            <a:spAutoFit/>
          </a:bodyPr>
          <a:lstStyle/>
          <a:p>
            <a:pPr algn="r"/>
            <a:r>
              <a:rPr lang="en-US" altLang="zh-CN" sz="4400">
                <a:solidFill>
                  <a:srgbClr val="008DEB"/>
                </a:solidFill>
                <a:latin typeface="微软雅黑"/>
                <a:ea typeface="微软雅黑"/>
                <a:cs typeface="OPPOSans H" panose="00020600040101010101" pitchFamily="18" charset="-122"/>
                <a:sym typeface="微软雅黑"/>
              </a:rPr>
              <a:t>PART.03</a:t>
            </a:r>
            <a:endParaRPr lang="zh-CN" altLang="en-US" sz="4400">
              <a:solidFill>
                <a:srgbClr val="008DEB"/>
              </a:solidFill>
              <a:latin typeface="微软雅黑"/>
              <a:ea typeface="微软雅黑"/>
              <a:cs typeface="OPPOSans H" panose="00020600040101010101" pitchFamily="18" charset="-122"/>
              <a:sym typeface="微软雅黑"/>
            </a:endParaRPr>
          </a:p>
        </p:txBody>
      </p:sp>
    </p:spTree>
    <p:extLst>
      <p:ext uri="{BB962C8B-B14F-4D97-AF65-F5344CB8AC3E}">
        <p14:creationId xmlns:p14="http://schemas.microsoft.com/office/powerpoint/2010/main" val="128751751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par>
                                <p:cTn id="8" presetID="21" presetClass="entr" presetSubtype="1"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heel(1)">
                                      <p:cBhvr>
                                        <p:cTn id="10" dur="2000"/>
                                        <p:tgtEl>
                                          <p:spTgt spid="11"/>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heel(1)">
                                      <p:cBhvr>
                                        <p:cTn id="13" dur="2000"/>
                                        <p:tgtEl>
                                          <p:spTgt spid="14"/>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heel(1)">
                                      <p:cBhvr>
                                        <p:cTn id="16" dur="2000"/>
                                        <p:tgtEl>
                                          <p:spTgt spid="15"/>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heel(1)">
                                      <p:cBhvr>
                                        <p:cTn id="19" dur="2000"/>
                                        <p:tgtEl>
                                          <p:spTgt spid="16"/>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heel(1)">
                                      <p:cBhvr>
                                        <p:cTn id="22" dur="2000"/>
                                        <p:tgtEl>
                                          <p:spTgt spid="17"/>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heel(1)">
                                      <p:cBhvr>
                                        <p:cTn id="25" dur="2000"/>
                                        <p:tgtEl>
                                          <p:spTgt spid="19"/>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heel(1)">
                                      <p:cBhvr>
                                        <p:cTn id="28"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5" grpId="0" animBg="1"/>
      <p:bldP spid="16" grpId="0" animBg="1"/>
      <p:bldP spid="17" grpId="0"/>
      <p:bldP spid="19" grpId="0"/>
      <p:bldP spid="2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DB1512C-E827-42C5-8FCE-62A77A98D7D9}"/>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sp>
        <p:nvSpPr>
          <p:cNvPr id="7" name="ïṥļíďé">
            <a:extLst>
              <a:ext uri="{FF2B5EF4-FFF2-40B4-BE49-F238E27FC236}">
                <a16:creationId xmlns:a16="http://schemas.microsoft.com/office/drawing/2014/main" id="{7D4DD609-512F-4417-A40E-AADA498E101F}"/>
              </a:ext>
            </a:extLst>
          </p:cNvPr>
          <p:cNvSpPr/>
          <p:nvPr/>
        </p:nvSpPr>
        <p:spPr>
          <a:xfrm>
            <a:off x="676265" y="1808957"/>
            <a:ext cx="2858235" cy="4060536"/>
          </a:xfrm>
          <a:prstGeom prst="rect">
            <a:avLst/>
          </a:prstGeom>
          <a:blipFill>
            <a:blip r:embed="R8beabfef24734b23">
              <a:extLst>
                <a:ext uri="{28A0092B-C50C-407E-A947-70E740481C1C}">
                  <a14:useLocalDpi xmlns:a14="http://schemas.microsoft.com/office/drawing/2010/main" val="0"/>
                </a:ext>
              </a:extLst>
            </a:blip>
            <a:stretch>
              <a:fillRect r="-126200"/>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endParaRPr lang="zh-CN" altLang="en-US">
              <a:latin typeface="微软雅黑"/>
              <a:ea typeface="微软雅黑"/>
              <a:sym typeface="微软雅黑"/>
            </a:endParaRPr>
          </a:p>
        </p:txBody>
      </p:sp>
      <p:sp>
        <p:nvSpPr>
          <p:cNvPr id="10" name="ïS1íḋé">
            <a:extLst>
              <a:ext uri="{FF2B5EF4-FFF2-40B4-BE49-F238E27FC236}">
                <a16:creationId xmlns:a16="http://schemas.microsoft.com/office/drawing/2014/main" id="{F37AF46A-AE9A-4BBC-A40A-5E9D8124AC8B}"/>
              </a:ext>
            </a:extLst>
          </p:cNvPr>
          <p:cNvSpPr/>
          <p:nvPr/>
        </p:nvSpPr>
        <p:spPr>
          <a:xfrm>
            <a:off x="3715232" y="1808957"/>
            <a:ext cx="5846165" cy="4060536"/>
          </a:xfrm>
          <a:prstGeom prst="rect">
            <a:avLst/>
          </a:prstGeom>
          <a:solidFill>
            <a:schemeClr val="bg1"/>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endParaRPr lang="zh-CN" altLang="en-US" sz="2000" b="1">
              <a:solidFill>
                <a:schemeClr val="bg1"/>
              </a:solidFill>
              <a:latin typeface="微软雅黑"/>
              <a:ea typeface="微软雅黑"/>
              <a:sym typeface="微软雅黑"/>
            </a:endParaRPr>
          </a:p>
        </p:txBody>
      </p:sp>
      <p:sp>
        <p:nvSpPr>
          <p:cNvPr id="11" name="ïsľiḓé">
            <a:extLst>
              <a:ext uri="{FF2B5EF4-FFF2-40B4-BE49-F238E27FC236}">
                <a16:creationId xmlns:a16="http://schemas.microsoft.com/office/drawing/2014/main" id="{EDA7D499-2016-485D-A7C2-239F52D3CB0F}"/>
              </a:ext>
            </a:extLst>
          </p:cNvPr>
          <p:cNvSpPr/>
          <p:nvPr/>
        </p:nvSpPr>
        <p:spPr>
          <a:xfrm>
            <a:off x="9742127" y="1808958"/>
            <a:ext cx="1773608" cy="4060535"/>
          </a:xfrm>
          <a:prstGeom prst="rect">
            <a:avLst/>
          </a:prstGeom>
          <a:blipFill dpi="0" rotWithShape="1">
            <a:blip/>
            <a:stretch>
              <a:fillRect l="-216454" t="-25123" b="-24877"/>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latin typeface="微软雅黑"/>
              <a:ea typeface="微软雅黑"/>
              <a:sym typeface="微软雅黑"/>
            </a:endParaRPr>
          </a:p>
        </p:txBody>
      </p:sp>
      <p:sp>
        <p:nvSpPr>
          <p:cNvPr id="12" name="îšļîde">
            <a:extLst>
              <a:ext uri="{FF2B5EF4-FFF2-40B4-BE49-F238E27FC236}">
                <a16:creationId xmlns:a16="http://schemas.microsoft.com/office/drawing/2014/main" id="{38888723-B0D4-435D-B5B1-F06480882884}"/>
              </a:ext>
            </a:extLst>
          </p:cNvPr>
          <p:cNvSpPr/>
          <p:nvPr/>
        </p:nvSpPr>
        <p:spPr>
          <a:xfrm>
            <a:off x="688203" y="5552700"/>
            <a:ext cx="2846944" cy="338554"/>
          </a:xfrm>
          <a:prstGeom prst="rect">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914354"/>
            <a:r>
              <a:rPr lang="zh-CN" altLang="en-US" sz="1600" b="1">
                <a:solidFill>
                  <a:srgbClr val="FFFFFF"/>
                </a:solidFill>
                <a:effectLst/>
                <a:latin typeface="微软雅黑"/>
                <a:ea typeface="微软雅黑"/>
                <a:sym typeface="微软雅黑"/>
              </a:rPr>
              <a:t>总结性文案</a:t>
            </a:r>
            <a:endParaRPr lang="en-US" altLang="zh-CN" sz="1600" b="1">
              <a:solidFill>
                <a:srgbClr val="FFFFFF"/>
              </a:solidFill>
              <a:effectLst/>
              <a:latin typeface="微软雅黑"/>
              <a:ea typeface="微软雅黑"/>
              <a:sym typeface="微软雅黑"/>
            </a:endParaRPr>
          </a:p>
        </p:txBody>
      </p:sp>
      <p:sp>
        <p:nvSpPr>
          <p:cNvPr id="13" name="iṧḷîḍê">
            <a:extLst>
              <a:ext uri="{FF2B5EF4-FFF2-40B4-BE49-F238E27FC236}">
                <a16:creationId xmlns:a16="http://schemas.microsoft.com/office/drawing/2014/main" id="{C54B66F2-9D8D-4767-85F8-CA410668C445}"/>
              </a:ext>
            </a:extLst>
          </p:cNvPr>
          <p:cNvSpPr/>
          <p:nvPr/>
        </p:nvSpPr>
        <p:spPr>
          <a:xfrm>
            <a:off x="9754066" y="5552700"/>
            <a:ext cx="1761671" cy="338554"/>
          </a:xfrm>
          <a:prstGeom prst="rect">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914354"/>
            <a:r>
              <a:rPr lang="zh-CN" altLang="en-US" sz="1600" b="1">
                <a:solidFill>
                  <a:srgbClr val="FFFFFF"/>
                </a:solidFill>
                <a:latin typeface="微软雅黑"/>
                <a:ea typeface="微软雅黑"/>
                <a:sym typeface="微软雅黑"/>
              </a:rPr>
              <a:t>总结性文案</a:t>
            </a:r>
            <a:endParaRPr lang="en-US" altLang="zh-CN" sz="1600" b="1">
              <a:solidFill>
                <a:srgbClr val="FFFFFF"/>
              </a:solidFill>
              <a:latin typeface="微软雅黑"/>
              <a:ea typeface="微软雅黑"/>
              <a:sym typeface="微软雅黑"/>
            </a:endParaRPr>
          </a:p>
        </p:txBody>
      </p:sp>
      <p:sp>
        <p:nvSpPr>
          <p:cNvPr id="14" name="íṧļïdè">
            <a:extLst>
              <a:ext uri="{FF2B5EF4-FFF2-40B4-BE49-F238E27FC236}">
                <a16:creationId xmlns:a16="http://schemas.microsoft.com/office/drawing/2014/main" id="{036993A7-CAC7-42EF-AC80-DE4BE383714B}"/>
              </a:ext>
            </a:extLst>
          </p:cNvPr>
          <p:cNvSpPr/>
          <p:nvPr/>
        </p:nvSpPr>
        <p:spPr>
          <a:xfrm flipH="1">
            <a:off x="3998601" y="3160623"/>
            <a:ext cx="5264939" cy="2677656"/>
          </a:xfrm>
          <a:prstGeom prst="rect">
            <a:avLst/>
          </a:prstGeom>
          <a:ln>
            <a:noFill/>
          </a:ln>
        </p:spPr>
        <p:txBody>
          <a:bodyPr wrap="square" lIns="91440" tIns="45720" rIns="91440" bIns="45720" anchor="t">
            <a:spAutoFit/>
          </a:bodyPr>
          <a:lstStyle/>
          <a:p>
            <a:pPr>
              <a:lnSpc>
                <a:spcPct val="150000"/>
              </a:lnSpc>
            </a:pPr>
            <a:r>
              <a:rPr lang="zh-CN" altLang="en-US" sz="1400">
                <a:solidFill>
                  <a:schemeClr val="tx1">
                    <a:lumMod val="50000"/>
                    <a:lumOff val="50000"/>
                  </a:schemeClr>
                </a:solidFill>
                <a:latin typeface="微软雅黑"/>
                <a:ea typeface="微软雅黑"/>
                <a:cs typeface="+mn-ea"/>
                <a:sym typeface="微软雅黑"/>
              </a:rPr>
              <a:t>运镜，顾名思义，就是要通过运动摄像的方法来拍摄动态的景象。使用稳定器来灵活的运镜，不但可以达到平滑流畅的效果，更能够为影片注入气氛和情绪，让镜头充满活力。简单的说，就是通过移动机位，或者改变镜头远近、焦距变化来进行的短视频拍摄。</a:t>
            </a:r>
          </a:p>
          <a:p>
            <a:pPr>
              <a:lnSpc>
                <a:spcPct val="150000"/>
              </a:lnSpc>
            </a:pPr>
            <a:r>
              <a:rPr lang="zh-CN" altLang="en-US" sz="1400">
                <a:solidFill>
                  <a:schemeClr val="tx1">
                    <a:lumMod val="50000"/>
                    <a:lumOff val="50000"/>
                  </a:schemeClr>
                </a:solidFill>
                <a:latin typeface="微软雅黑"/>
                <a:ea typeface="微软雅黑"/>
                <a:cs typeface="+mn-ea"/>
                <a:sym typeface="微软雅黑"/>
              </a:rPr>
              <a:t>在景别上也由远景变为全、中、近景甚至特写，此种镜头的主要作用是突出主体，使观众的视觉注意力相对集中，视觉感受得到加强，造成一种审视的状态。符合人们在实际生活中由远而近、从整体到局部、由全貌到细节观察事物的视觉心理。</a:t>
            </a:r>
          </a:p>
        </p:txBody>
      </p:sp>
      <p:sp>
        <p:nvSpPr>
          <p:cNvPr id="15" name="íṧḷïḓe">
            <a:extLst>
              <a:ext uri="{FF2B5EF4-FFF2-40B4-BE49-F238E27FC236}">
                <a16:creationId xmlns:a16="http://schemas.microsoft.com/office/drawing/2014/main" id="{5F8D9981-A66D-44D6-A594-232F558B3466}"/>
              </a:ext>
            </a:extLst>
          </p:cNvPr>
          <p:cNvSpPr txBox="1"/>
          <p:nvPr/>
        </p:nvSpPr>
        <p:spPr>
          <a:xfrm>
            <a:off x="3973657" y="2192433"/>
            <a:ext cx="2353441" cy="461665"/>
          </a:xfrm>
          <a:prstGeom prst="rect">
            <a:avLst/>
          </a:prstGeom>
          <a:noFill/>
          <a:ln>
            <a:noFill/>
          </a:ln>
        </p:spPr>
        <p:txBody>
          <a:bodyPr wrap="square" lIns="91440" tIns="45720" rIns="91440" bIns="45720" anchor="ctr" anchorCtr="0">
            <a:spAutoFit/>
          </a:bodyPr>
          <a:lstStyle/>
          <a:p>
            <a:r>
              <a:rPr lang="zh-CN" altLang="en-US" sz="2400" b="1">
                <a:solidFill>
                  <a:schemeClr val="dk1">
                    <a:lumMod val="100000"/>
                  </a:schemeClr>
                </a:solidFill>
                <a:latin typeface="微软雅黑"/>
                <a:ea typeface="微软雅黑"/>
                <a:cs typeface="Lato Light" panose="020F0502020204030203" pitchFamily="34" charset="0"/>
                <a:sym typeface="微软雅黑"/>
              </a:rPr>
              <a:t>什么是运镜</a:t>
            </a:r>
            <a:endParaRPr lang="en-US" altLang="zh-CN" sz="2400" b="1">
              <a:solidFill>
                <a:schemeClr val="dk1">
                  <a:lumMod val="100000"/>
                </a:schemeClr>
              </a:solidFill>
              <a:latin typeface="微软雅黑"/>
              <a:ea typeface="微软雅黑"/>
              <a:cs typeface="Lato Light" panose="020F0502020204030203" pitchFamily="34" charset="0"/>
              <a:sym typeface="微软雅黑"/>
            </a:endParaRPr>
          </a:p>
        </p:txBody>
      </p:sp>
      <p:cxnSp>
        <p:nvCxnSpPr>
          <p:cNvPr id="16" name="直接连接符 15">
            <a:extLst>
              <a:ext uri="{FF2B5EF4-FFF2-40B4-BE49-F238E27FC236}">
                <a16:creationId xmlns:a16="http://schemas.microsoft.com/office/drawing/2014/main" id="{C339BD17-5074-41DD-8ED4-5E0338EE3BCB}"/>
              </a:ext>
            </a:extLst>
          </p:cNvPr>
          <p:cNvCxnSpPr/>
          <p:nvPr/>
        </p:nvCxnSpPr>
        <p:spPr>
          <a:xfrm>
            <a:off x="4124076" y="2772687"/>
            <a:ext cx="756000" cy="0"/>
          </a:xfrm>
          <a:prstGeom prst="line">
            <a:avLst/>
          </a:prstGeom>
          <a:ln w="28575" cap="rnd">
            <a:solidFill>
              <a:srgbClr val="C2B1A1"/>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790249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upRight)">
                                      <p:cBhvr>
                                        <p:cTn id="7" dur="500"/>
                                        <p:tgtEl>
                                          <p:spTgt spid="7"/>
                                        </p:tgtEl>
                                      </p:cBhvr>
                                    </p:animEffect>
                                  </p:childTnLst>
                                </p:cTn>
                              </p:par>
                              <p:par>
                                <p:cTn id="8" presetID="23" presetClass="entr" presetSubtype="272" fill="hold" grpId="0" nodeType="withEffect">
                                  <p:stCondLst>
                                    <p:cond delay="0"/>
                                  </p:stCondLst>
                                  <p:iterate type="lt">
                                    <p:tmPct val="10000"/>
                                  </p:iterate>
                                  <p:childTnLst>
                                    <p:set>
                                      <p:cBhvr>
                                        <p:cTn id="9" dur="1" fill="hold">
                                          <p:stCondLst>
                                            <p:cond delay="0"/>
                                          </p:stCondLst>
                                        </p:cTn>
                                        <p:tgtEl>
                                          <p:spTgt spid="12"/>
                                        </p:tgtEl>
                                        <p:attrNameLst>
                                          <p:attrName>style.visibility</p:attrName>
                                        </p:attrNameLst>
                                      </p:cBhvr>
                                      <p:to>
                                        <p:strVal val="visible"/>
                                      </p:to>
                                    </p:set>
                                    <p:anim calcmode="lin" valueType="num">
                                      <p:cBhvr>
                                        <p:cTn id="10" dur="500" fill="hold"/>
                                        <p:tgtEl>
                                          <p:spTgt spid="12"/>
                                        </p:tgtEl>
                                        <p:attrNameLst>
                                          <p:attrName>ppt_w</p:attrName>
                                        </p:attrNameLst>
                                      </p:cBhvr>
                                      <p:tavLst>
                                        <p:tav tm="0">
                                          <p:val>
                                            <p:strVal val="2/3*#ppt_w"/>
                                          </p:val>
                                        </p:tav>
                                        <p:tav tm="100000">
                                          <p:val>
                                            <p:strVal val="#ppt_w"/>
                                          </p:val>
                                        </p:tav>
                                      </p:tavLst>
                                    </p:anim>
                                    <p:anim calcmode="lin" valueType="num">
                                      <p:cBhvr>
                                        <p:cTn id="11" dur="500" fill="hold"/>
                                        <p:tgtEl>
                                          <p:spTgt spid="12"/>
                                        </p:tgtEl>
                                        <p:attrNameLst>
                                          <p:attrName>ppt_h</p:attrName>
                                        </p:attrNameLst>
                                      </p:cBhvr>
                                      <p:tavLst>
                                        <p:tav tm="0">
                                          <p:val>
                                            <p:strVal val="2/3*#ppt_h"/>
                                          </p:val>
                                        </p:tav>
                                        <p:tav tm="100000">
                                          <p:val>
                                            <p:strVal val="#ppt_h"/>
                                          </p:val>
                                        </p:tav>
                                      </p:tavLst>
                                    </p:anim>
                                  </p:childTnLst>
                                </p:cTn>
                              </p:par>
                            </p:childTnLst>
                          </p:cTn>
                        </p:par>
                      </p:childTnLst>
                    </p:cTn>
                  </p:par>
                  <p:par>
                    <p:cTn id="12" fill="hold" nodeType="clickPar">
                      <p:stCondLst>
                        <p:cond delay="indefinite"/>
                      </p:stCondLst>
                      <p:childTnLst>
                        <p:par>
                          <p:cTn id="13" fill="hold" nodeType="afterGroup">
                            <p:stCondLst>
                              <p:cond delay="0"/>
                            </p:stCondLst>
                            <p:childTnLst>
                              <p:par>
                                <p:cTn id="14" presetID="2" presetClass="entr" presetSubtype="2"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1+#ppt_w/2"/>
                                          </p:val>
                                        </p:tav>
                                        <p:tav tm="100000">
                                          <p:val>
                                            <p:strVal val="#ppt_x"/>
                                          </p:val>
                                        </p:tav>
                                      </p:tavLst>
                                    </p:anim>
                                    <p:anim calcmode="lin" valueType="num">
                                      <p:cBhvr additive="base">
                                        <p:cTn id="17" dur="500" fill="hold"/>
                                        <p:tgtEl>
                                          <p:spTgt spid="11"/>
                                        </p:tgtEl>
                                        <p:attrNameLst>
                                          <p:attrName>ppt_y</p:attrName>
                                        </p:attrNameLst>
                                      </p:cBhvr>
                                      <p:tavLst>
                                        <p:tav tm="0">
                                          <p:val>
                                            <p:strVal val="#ppt_y"/>
                                          </p:val>
                                        </p:tav>
                                        <p:tav tm="100000">
                                          <p:val>
                                            <p:strVal val="#ppt_y"/>
                                          </p:val>
                                        </p:tav>
                                      </p:tavLst>
                                    </p:anim>
                                  </p:childTnLst>
                                </p:cTn>
                              </p:par>
                              <p:par>
                                <p:cTn id="18" presetID="23" presetClass="entr" presetSubtype="272" fill="hold" grpId="0" nodeType="withEffect">
                                  <p:stCondLst>
                                    <p:cond delay="0"/>
                                  </p:stCondLst>
                                  <p:iterate type="lt">
                                    <p:tmPct val="10000"/>
                                  </p:iterate>
                                  <p:childTnLst>
                                    <p:set>
                                      <p:cBhvr>
                                        <p:cTn id="19" dur="1" fill="hold">
                                          <p:stCondLst>
                                            <p:cond delay="0"/>
                                          </p:stCondLst>
                                        </p:cTn>
                                        <p:tgtEl>
                                          <p:spTgt spid="13"/>
                                        </p:tgtEl>
                                        <p:attrNameLst>
                                          <p:attrName>style.visibility</p:attrName>
                                        </p:attrNameLst>
                                      </p:cBhvr>
                                      <p:to>
                                        <p:strVal val="visible"/>
                                      </p:to>
                                    </p:set>
                                    <p:anim calcmode="lin" valueType="num">
                                      <p:cBhvr>
                                        <p:cTn id="20" dur="500" fill="hold"/>
                                        <p:tgtEl>
                                          <p:spTgt spid="13"/>
                                        </p:tgtEl>
                                        <p:attrNameLst>
                                          <p:attrName>ppt_w</p:attrName>
                                        </p:attrNameLst>
                                      </p:cBhvr>
                                      <p:tavLst>
                                        <p:tav tm="0">
                                          <p:val>
                                            <p:strVal val="2/3*#ppt_w"/>
                                          </p:val>
                                        </p:tav>
                                        <p:tav tm="100000">
                                          <p:val>
                                            <p:strVal val="#ppt_w"/>
                                          </p:val>
                                        </p:tav>
                                      </p:tavLst>
                                    </p:anim>
                                    <p:anim calcmode="lin" valueType="num">
                                      <p:cBhvr>
                                        <p:cTn id="21" dur="500" fill="hold"/>
                                        <p:tgtEl>
                                          <p:spTgt spid="13"/>
                                        </p:tgtEl>
                                        <p:attrNameLst>
                                          <p:attrName>ppt_h</p:attrName>
                                        </p:attrNameLst>
                                      </p:cBhvr>
                                      <p:tavLst>
                                        <p:tav tm="0">
                                          <p:val>
                                            <p:strVal val="2/3*#ppt_h"/>
                                          </p:val>
                                        </p:tav>
                                        <p:tav tm="100000">
                                          <p:val>
                                            <p:strVal val="#ppt_h"/>
                                          </p:val>
                                        </p:tav>
                                      </p:tavLst>
                                    </p:anim>
                                  </p:childTnLst>
                                </p:cTn>
                              </p:par>
                            </p:childTnLst>
                          </p:cTn>
                        </p:par>
                      </p:childTnLst>
                    </p:cTn>
                  </p:par>
                  <p:par>
                    <p:cTn id="22" fill="hold" nodeType="clickPar">
                      <p:stCondLst>
                        <p:cond delay="indefinite"/>
                      </p:stCondLst>
                      <p:childTnLst>
                        <p:par>
                          <p:cTn id="23" fill="hold" nodeType="afterGroup">
                            <p:stCondLst>
                              <p:cond delay="0"/>
                            </p:stCondLst>
                            <p:childTnLst>
                              <p:par>
                                <p:cTn id="24" presetID="37"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900" decel="100000" fill="hold"/>
                                        <p:tgtEl>
                                          <p:spTgt spid="10"/>
                                        </p:tgtEl>
                                        <p:attrNameLst>
                                          <p:attrName>ppt_y</p:attrName>
                                        </p:attrNameLst>
                                      </p:cBhvr>
                                      <p:tavLst>
                                        <p:tav tm="0">
                                          <p:val>
                                            <p:strVal val="#ppt_y+1"/>
                                          </p:val>
                                        </p:tav>
                                        <p:tav tm="100000">
                                          <p:val>
                                            <p:strVal val="#ppt_y-.03"/>
                                          </p:val>
                                        </p:tav>
                                      </p:tavLst>
                                    </p:anim>
                                    <p:anim calcmode="lin" valueType="num">
                                      <p:cBhvr>
                                        <p:cTn id="29"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childTnLst>
                          </p:cTn>
                        </p:par>
                      </p:childTnLst>
                    </p:cTn>
                  </p:par>
                  <p:par>
                    <p:cTn id="30" fill="hold" nodeType="clickPar">
                      <p:stCondLst>
                        <p:cond delay="indefinite"/>
                      </p:stCondLst>
                      <p:childTnLst>
                        <p:par>
                          <p:cTn id="31" fill="hold" nodeType="afterGroup">
                            <p:stCondLst>
                              <p:cond delay="0"/>
                            </p:stCondLst>
                            <p:childTnLst>
                              <p:par>
                                <p:cTn id="32" presetID="23" presetClass="entr" presetSubtype="272"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 calcmode="lin" valueType="num">
                                      <p:cBhvr>
                                        <p:cTn id="34" dur="500" fill="hold"/>
                                        <p:tgtEl>
                                          <p:spTgt spid="15"/>
                                        </p:tgtEl>
                                        <p:attrNameLst>
                                          <p:attrName>ppt_w</p:attrName>
                                        </p:attrNameLst>
                                      </p:cBhvr>
                                      <p:tavLst>
                                        <p:tav tm="0">
                                          <p:val>
                                            <p:strVal val="2/3*#ppt_w"/>
                                          </p:val>
                                        </p:tav>
                                        <p:tav tm="100000">
                                          <p:val>
                                            <p:strVal val="#ppt_w"/>
                                          </p:val>
                                        </p:tav>
                                      </p:tavLst>
                                    </p:anim>
                                    <p:anim calcmode="lin" valueType="num">
                                      <p:cBhvr>
                                        <p:cTn id="35" dur="500" fill="hold"/>
                                        <p:tgtEl>
                                          <p:spTgt spid="15"/>
                                        </p:tgtEl>
                                        <p:attrNameLst>
                                          <p:attrName>ppt_h</p:attrName>
                                        </p:attrNameLst>
                                      </p:cBhvr>
                                      <p:tavLst>
                                        <p:tav tm="0">
                                          <p:val>
                                            <p:strVal val="2/3*#ppt_h"/>
                                          </p:val>
                                        </p:tav>
                                        <p:tav tm="100000">
                                          <p:val>
                                            <p:strVal val="#ppt_h"/>
                                          </p:val>
                                        </p:tav>
                                      </p:tavLst>
                                    </p:anim>
                                  </p:childTnLst>
                                </p:cTn>
                              </p:par>
                              <p:par>
                                <p:cTn id="36" presetID="23" presetClass="entr" presetSubtype="272"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anim calcmode="lin" valueType="num">
                                      <p:cBhvr>
                                        <p:cTn id="38" dur="500" fill="hold"/>
                                        <p:tgtEl>
                                          <p:spTgt spid="16"/>
                                        </p:tgtEl>
                                        <p:attrNameLst>
                                          <p:attrName>ppt_w</p:attrName>
                                        </p:attrNameLst>
                                      </p:cBhvr>
                                      <p:tavLst>
                                        <p:tav tm="0">
                                          <p:val>
                                            <p:strVal val="2/3*#ppt_w"/>
                                          </p:val>
                                        </p:tav>
                                        <p:tav tm="100000">
                                          <p:val>
                                            <p:strVal val="#ppt_w"/>
                                          </p:val>
                                        </p:tav>
                                      </p:tavLst>
                                    </p:anim>
                                    <p:anim calcmode="lin" valueType="num">
                                      <p:cBhvr>
                                        <p:cTn id="39" dur="500" fill="hold"/>
                                        <p:tgtEl>
                                          <p:spTgt spid="16"/>
                                        </p:tgtEl>
                                        <p:attrNameLst>
                                          <p:attrName>ppt_h</p:attrName>
                                        </p:attrNameLst>
                                      </p:cBhvr>
                                      <p:tavLst>
                                        <p:tav tm="0">
                                          <p:val>
                                            <p:strVal val="2/3*#ppt_h"/>
                                          </p:val>
                                        </p:tav>
                                        <p:tav tm="100000">
                                          <p:val>
                                            <p:strVal val="#ppt_h"/>
                                          </p:val>
                                        </p:tav>
                                      </p:tavLst>
                                    </p:anim>
                                  </p:childTnLst>
                                </p:cTn>
                              </p:par>
                            </p:childTnLst>
                          </p:cTn>
                        </p:par>
                      </p:childTnLst>
                    </p:cTn>
                  </p:par>
                  <p:par>
                    <p:cTn id="40" fill="hold" nodeType="clickPar">
                      <p:stCondLst>
                        <p:cond delay="indefinite"/>
                      </p:stCondLst>
                      <p:childTnLst>
                        <p:par>
                          <p:cTn id="41" fill="hold" nodeType="afterGroup">
                            <p:stCondLst>
                              <p:cond delay="0"/>
                            </p:stCondLst>
                            <p:childTnLst>
                              <p:par>
                                <p:cTn id="42" presetID="23" presetClass="entr" presetSubtype="272" fill="hold" grpId="0" nodeType="clickEffect">
                                  <p:stCondLst>
                                    <p:cond delay="0"/>
                                  </p:stCondLst>
                                  <p:iterate type="lt">
                                    <p:tmPct val="10000"/>
                                  </p:iterate>
                                  <p:childTnLst>
                                    <p:set>
                                      <p:cBhvr>
                                        <p:cTn id="43" dur="1" fill="hold">
                                          <p:stCondLst>
                                            <p:cond delay="0"/>
                                          </p:stCondLst>
                                        </p:cTn>
                                        <p:tgtEl>
                                          <p:spTgt spid="14"/>
                                        </p:tgtEl>
                                        <p:attrNameLst>
                                          <p:attrName>style.visibility</p:attrName>
                                        </p:attrNameLst>
                                      </p:cBhvr>
                                      <p:to>
                                        <p:strVal val="visible"/>
                                      </p:to>
                                    </p:set>
                                    <p:anim calcmode="lin" valueType="num">
                                      <p:cBhvr>
                                        <p:cTn id="44" dur="500" fill="hold"/>
                                        <p:tgtEl>
                                          <p:spTgt spid="14"/>
                                        </p:tgtEl>
                                        <p:attrNameLst>
                                          <p:attrName>ppt_w</p:attrName>
                                        </p:attrNameLst>
                                      </p:cBhvr>
                                      <p:tavLst>
                                        <p:tav tm="0">
                                          <p:val>
                                            <p:strVal val="2/3*#ppt_w"/>
                                          </p:val>
                                        </p:tav>
                                        <p:tav tm="100000">
                                          <p:val>
                                            <p:strVal val="#ppt_w"/>
                                          </p:val>
                                        </p:tav>
                                      </p:tavLst>
                                    </p:anim>
                                    <p:anim calcmode="lin" valueType="num">
                                      <p:cBhvr>
                                        <p:cTn id="45" dur="500" fill="hold"/>
                                        <p:tgtEl>
                                          <p:spTgt spid="14"/>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2" grpId="0" animBg="1"/>
      <p:bldP spid="13" grpId="0" animBg="1"/>
      <p:bldP spid="14"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388465A-193F-4A5D-AE31-3F410F0FA9E6}"/>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sp>
        <p:nvSpPr>
          <p:cNvPr id="15" name="矩形 14">
            <a:extLst>
              <a:ext uri="{FF2B5EF4-FFF2-40B4-BE49-F238E27FC236}">
                <a16:creationId xmlns:a16="http://schemas.microsoft.com/office/drawing/2014/main" id="{1D2E11B3-C5B0-4887-ABAE-592ED661BD86}"/>
              </a:ext>
            </a:extLst>
          </p:cNvPr>
          <p:cNvSpPr/>
          <p:nvPr/>
        </p:nvSpPr>
        <p:spPr>
          <a:xfrm>
            <a:off x="1136667" y="1478515"/>
            <a:ext cx="1943100" cy="42497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pic>
        <p:nvPicPr>
          <p:cNvPr id="16" name="图片 15">
            <a:extLst>
              <a:ext uri="{FF2B5EF4-FFF2-40B4-BE49-F238E27FC236}">
                <a16:creationId xmlns:a16="http://schemas.microsoft.com/office/drawing/2014/main" id="{3F076868-A08A-45FB-9667-190D40EE3463}"/>
              </a:ext>
            </a:extLst>
          </p:cNvPr>
          <p:cNvPicPr>
            <a:picLocks noChangeAspect="1"/>
          </p:cNvPicPr>
          <p:nvPr/>
        </p:nvPicPr>
        <p:blipFill>
          <a:blip r:embed="Rcb621a4a004b411b">
            <a:extLst>
              <a:ext uri="{28A0092B-C50C-407E-A947-70E740481C1C}">
                <a14:useLocalDpi xmlns:a14="http://schemas.microsoft.com/office/drawing/2010/main" val="0"/>
              </a:ext>
            </a:extLst>
          </a:blip>
          <a:srcRect l="15087" r="15087"/>
          <a:stretch>
            <a:fillRect/>
          </a:stretch>
        </p:blipFill>
        <p:spPr>
          <a:xfrm>
            <a:off x="1314891" y="1662663"/>
            <a:ext cx="4913087" cy="4699000"/>
          </a:xfrm>
          <a:prstGeom prst="roundRect">
            <a:avLst>
              <a:gd name="adj" fmla="val 0"/>
            </a:avLst>
          </a:prstGeom>
          <a:ln>
            <a:solidFill>
              <a:schemeClr val="bg1">
                <a:lumMod val="75000"/>
              </a:schemeClr>
            </a:solidFill>
          </a:ln>
        </p:spPr>
      </p:pic>
      <p:sp>
        <p:nvSpPr>
          <p:cNvPr id="17" name="PA_文本框 21">
            <a:extLst>
              <a:ext uri="{FF2B5EF4-FFF2-40B4-BE49-F238E27FC236}">
                <a16:creationId xmlns:a16="http://schemas.microsoft.com/office/drawing/2014/main" id="{B3A64FB6-DCA7-4915-A3AD-F6B618467008}"/>
              </a:ext>
            </a:extLst>
          </p:cNvPr>
          <p:cNvSpPr txBox="1"/>
          <p:nvPr>
            <p:custDataLst>
              <p:tags r:id="R0076fc41b3c54ff9"/>
            </p:custDataLst>
          </p:nvPr>
        </p:nvSpPr>
        <p:spPr>
          <a:xfrm>
            <a:off x="7044845" y="1774221"/>
            <a:ext cx="574715" cy="452038"/>
          </a:xfrm>
          <a:custGeom>
            <a:avLst/>
            <a:gdLst/>
            <a:ahLst/>
            <a:cxnLst/>
            <a:rect l="l" t="t" r="r" b="b"/>
            <a:pathLst>
              <a:path w="115044" h="90487">
                <a:moveTo>
                  <a:pt x="106858" y="0"/>
                </a:moveTo>
                <a:lnTo>
                  <a:pt x="115044" y="17264"/>
                </a:lnTo>
                <a:cubicBezTo>
                  <a:pt x="106709" y="20042"/>
                  <a:pt x="100731" y="23912"/>
                  <a:pt x="97110" y="28873"/>
                </a:cubicBezTo>
                <a:cubicBezTo>
                  <a:pt x="93488" y="33834"/>
                  <a:pt x="91578" y="40432"/>
                  <a:pt x="91380" y="48667"/>
                </a:cubicBezTo>
                <a:lnTo>
                  <a:pt x="111621" y="48667"/>
                </a:lnTo>
                <a:lnTo>
                  <a:pt x="111621" y="90487"/>
                </a:lnTo>
                <a:lnTo>
                  <a:pt x="69800" y="90487"/>
                </a:lnTo>
                <a:lnTo>
                  <a:pt x="69800" y="60573"/>
                </a:lnTo>
                <a:cubicBezTo>
                  <a:pt x="69800" y="48369"/>
                  <a:pt x="70867" y="38794"/>
                  <a:pt x="73000" y="31849"/>
                </a:cubicBezTo>
                <a:cubicBezTo>
                  <a:pt x="75133" y="24904"/>
                  <a:pt x="79102" y="18653"/>
                  <a:pt x="84906" y="13097"/>
                </a:cubicBezTo>
                <a:cubicBezTo>
                  <a:pt x="90710" y="7541"/>
                  <a:pt x="98028" y="3175"/>
                  <a:pt x="106858" y="0"/>
                </a:cubicBezTo>
                <a:close/>
                <a:moveTo>
                  <a:pt x="37058" y="0"/>
                </a:moveTo>
                <a:lnTo>
                  <a:pt x="45243" y="17264"/>
                </a:lnTo>
                <a:cubicBezTo>
                  <a:pt x="36909" y="20042"/>
                  <a:pt x="30931" y="23912"/>
                  <a:pt x="27310" y="28873"/>
                </a:cubicBezTo>
                <a:cubicBezTo>
                  <a:pt x="23688" y="33834"/>
                  <a:pt x="21778" y="40432"/>
                  <a:pt x="21580" y="48667"/>
                </a:cubicBezTo>
                <a:lnTo>
                  <a:pt x="41820" y="48667"/>
                </a:lnTo>
                <a:lnTo>
                  <a:pt x="41820" y="90487"/>
                </a:lnTo>
                <a:lnTo>
                  <a:pt x="0" y="90487"/>
                </a:lnTo>
                <a:lnTo>
                  <a:pt x="0" y="60573"/>
                </a:lnTo>
                <a:cubicBezTo>
                  <a:pt x="0" y="48468"/>
                  <a:pt x="1066" y="38919"/>
                  <a:pt x="3199" y="31924"/>
                </a:cubicBezTo>
                <a:cubicBezTo>
                  <a:pt x="5333" y="24929"/>
                  <a:pt x="9277" y="18653"/>
                  <a:pt x="15031" y="13097"/>
                </a:cubicBezTo>
                <a:cubicBezTo>
                  <a:pt x="20786" y="7541"/>
                  <a:pt x="28128" y="3175"/>
                  <a:pt x="3705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a:solidFill>
                <a:schemeClr val="bg1">
                  <a:lumMod val="85000"/>
                </a:schemeClr>
              </a:solidFill>
              <a:latin typeface="微软雅黑"/>
              <a:ea typeface="微软雅黑"/>
              <a:sym typeface="微软雅黑"/>
            </a:endParaRPr>
          </a:p>
        </p:txBody>
      </p:sp>
      <p:sp>
        <p:nvSpPr>
          <p:cNvPr id="18" name="文本框 17">
            <a:extLst>
              <a:ext uri="{FF2B5EF4-FFF2-40B4-BE49-F238E27FC236}">
                <a16:creationId xmlns:a16="http://schemas.microsoft.com/office/drawing/2014/main" id="{905F6B11-483E-4DCB-8331-752F5DBACD45}"/>
              </a:ext>
            </a:extLst>
          </p:cNvPr>
          <p:cNvSpPr txBox="1"/>
          <p:nvPr/>
        </p:nvSpPr>
        <p:spPr>
          <a:xfrm>
            <a:off x="6946676" y="2849352"/>
            <a:ext cx="4768635" cy="523220"/>
          </a:xfrm>
          <a:prstGeom prst="rect">
            <a:avLst/>
          </a:prstGeom>
          <a:noFill/>
        </p:spPr>
        <p:txBody>
          <a:bodyPr wrap="square" rtlCol="0" anchor="ctr">
            <a:spAutoFit/>
          </a:bodyPr>
          <a:lstStyle/>
          <a:p>
            <a:r>
              <a:rPr lang="zh-CN" altLang="en-US" sz="2800" b="1">
                <a:latin typeface="微软雅黑"/>
                <a:ea typeface="微软雅黑"/>
                <a:cs typeface="阿里巴巴普惠体" panose="00020600040101010101" pitchFamily="18" charset="-122"/>
                <a:sym typeface="微软雅黑"/>
              </a:rPr>
              <a:t>推镜头</a:t>
            </a:r>
          </a:p>
        </p:txBody>
      </p:sp>
      <p:sp>
        <p:nvSpPr>
          <p:cNvPr id="19" name="文本框 18">
            <a:extLst>
              <a:ext uri="{FF2B5EF4-FFF2-40B4-BE49-F238E27FC236}">
                <a16:creationId xmlns:a16="http://schemas.microsoft.com/office/drawing/2014/main" id="{F6EE386A-C247-43BF-8212-C2182BA4D96C}"/>
              </a:ext>
            </a:extLst>
          </p:cNvPr>
          <p:cNvSpPr txBox="1"/>
          <p:nvPr/>
        </p:nvSpPr>
        <p:spPr>
          <a:xfrm>
            <a:off x="6946677" y="2311379"/>
            <a:ext cx="3968535" cy="584775"/>
          </a:xfrm>
          <a:prstGeom prst="rect">
            <a:avLst/>
          </a:prstGeom>
          <a:noFill/>
        </p:spPr>
        <p:txBody>
          <a:bodyPr wrap="square">
            <a:spAutoFit/>
          </a:bodyPr>
          <a:lstStyle/>
          <a:p>
            <a:r>
              <a:rPr lang="en-US" altLang="zh-CN" sz="3200">
                <a:solidFill>
                  <a:schemeClr val="bg1">
                    <a:lumMod val="85000"/>
                  </a:schemeClr>
                </a:solidFill>
                <a:latin typeface="微软雅黑"/>
                <a:ea typeface="微软雅黑"/>
                <a:cs typeface="阿里巴巴普惠体" panose="00020600040101010101" pitchFamily="18" charset="-122"/>
                <a:sym typeface="微软雅黑"/>
              </a:rPr>
              <a:t>BACKGROUND</a:t>
            </a:r>
            <a:endParaRPr lang="zh-CN" altLang="en-US" sz="3200">
              <a:solidFill>
                <a:schemeClr val="bg1">
                  <a:lumMod val="85000"/>
                </a:schemeClr>
              </a:solidFill>
              <a:latin typeface="微软雅黑"/>
              <a:ea typeface="微软雅黑"/>
              <a:cs typeface="阿里巴巴普惠体" panose="00020600040101010101" pitchFamily="18" charset="-122"/>
              <a:sym typeface="微软雅黑"/>
            </a:endParaRPr>
          </a:p>
        </p:txBody>
      </p:sp>
      <p:sp>
        <p:nvSpPr>
          <p:cNvPr id="20" name="文本框 19">
            <a:extLst>
              <a:ext uri="{FF2B5EF4-FFF2-40B4-BE49-F238E27FC236}">
                <a16:creationId xmlns:a16="http://schemas.microsoft.com/office/drawing/2014/main" id="{E73FAB95-703D-4EF4-94AE-51A0CB2EA076}"/>
              </a:ext>
            </a:extLst>
          </p:cNvPr>
          <p:cNvSpPr txBox="1"/>
          <p:nvPr/>
        </p:nvSpPr>
        <p:spPr>
          <a:xfrm>
            <a:off x="6946676" y="3410072"/>
            <a:ext cx="2273085" cy="307777"/>
          </a:xfrm>
          <a:prstGeom prst="rect">
            <a:avLst/>
          </a:prstGeom>
          <a:noFill/>
        </p:spPr>
        <p:txBody>
          <a:bodyPr wrap="square" rtlCol="0" anchor="ctr">
            <a:spAutoFit/>
          </a:bodyPr>
          <a:lstStyle/>
          <a:p>
            <a:r>
              <a:rPr lang="zh-CN" altLang="en-US" sz="1400" b="1">
                <a:solidFill>
                  <a:schemeClr val="bg1">
                    <a:lumMod val="50000"/>
                  </a:schemeClr>
                </a:solidFill>
                <a:latin typeface="微软雅黑"/>
                <a:ea typeface="微软雅黑"/>
                <a:cs typeface="阿里巴巴普惠体" panose="00020600040101010101" pitchFamily="18" charset="-122"/>
                <a:sym typeface="微软雅黑"/>
              </a:rPr>
              <a:t>添加您的副标题文字</a:t>
            </a:r>
          </a:p>
        </p:txBody>
      </p:sp>
      <p:sp>
        <p:nvSpPr>
          <p:cNvPr id="21" name="文本框 20">
            <a:extLst>
              <a:ext uri="{FF2B5EF4-FFF2-40B4-BE49-F238E27FC236}">
                <a16:creationId xmlns:a16="http://schemas.microsoft.com/office/drawing/2014/main" id="{0DDB8F25-A962-4719-9FC5-333FFDD76B48}"/>
              </a:ext>
            </a:extLst>
          </p:cNvPr>
          <p:cNvSpPr txBox="1"/>
          <p:nvPr/>
        </p:nvSpPr>
        <p:spPr>
          <a:xfrm>
            <a:off x="6946675" y="4166474"/>
            <a:ext cx="4343400" cy="1384995"/>
          </a:xfrm>
          <a:prstGeom prst="rect">
            <a:avLst/>
          </a:prstGeom>
          <a:noFill/>
        </p:spPr>
        <p:txBody>
          <a:bodyPr wrap="square" rtlCol="0">
            <a:spAutoFit/>
          </a:bodyPr>
          <a:lstStyle/>
          <a:p>
            <a:pPr>
              <a:lnSpc>
                <a:spcPct val="120000"/>
              </a:lnSpc>
            </a:pPr>
            <a:r>
              <a:rPr lang="zh-CN" altLang="en-US" sz="1400">
                <a:solidFill>
                  <a:schemeClr val="bg1">
                    <a:lumMod val="50000"/>
                  </a:schemeClr>
                </a:solidFill>
                <a:latin typeface="微软雅黑"/>
                <a:ea typeface="微软雅黑"/>
                <a:cs typeface="阿里巴巴普惠体" panose="00020600040101010101" pitchFamily="18" charset="-122"/>
                <a:sym typeface="微软雅黑"/>
              </a:rPr>
              <a:t>推镜头是一个从远到近的构图变化，在被拍对象位置不变的情况下，用相机向前缓缓移动或急速推进的镜头。用推镜头，使银幕的取景范围由大到X，画面里的次要部分逐渐被推移画面之外，主体部分或局部细节逐渐放大，占满银幕。</a:t>
            </a:r>
          </a:p>
        </p:txBody>
      </p:sp>
      <p:cxnSp>
        <p:nvCxnSpPr>
          <p:cNvPr id="22" name="直接连接符 21">
            <a:extLst>
              <a:ext uri="{FF2B5EF4-FFF2-40B4-BE49-F238E27FC236}">
                <a16:creationId xmlns:a16="http://schemas.microsoft.com/office/drawing/2014/main" id="{95D119C7-6D26-43EB-8BC4-64E532064535}"/>
              </a:ext>
            </a:extLst>
          </p:cNvPr>
          <p:cNvCxnSpPr/>
          <p:nvPr/>
        </p:nvCxnSpPr>
        <p:spPr>
          <a:xfrm>
            <a:off x="7062503" y="4024687"/>
            <a:ext cx="3998973"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矩形: 圆角 22">
            <a:extLst>
              <a:ext uri="{FF2B5EF4-FFF2-40B4-BE49-F238E27FC236}">
                <a16:creationId xmlns:a16="http://schemas.microsoft.com/office/drawing/2014/main" id="{65468B8C-01B5-4E38-BF98-FFD16634E33C}"/>
              </a:ext>
            </a:extLst>
          </p:cNvPr>
          <p:cNvSpPr/>
          <p:nvPr/>
        </p:nvSpPr>
        <p:spPr>
          <a:xfrm>
            <a:off x="7027638" y="5617218"/>
            <a:ext cx="833679" cy="263896"/>
          </a:xfrm>
          <a:prstGeom prst="roundRect">
            <a:avLst>
              <a:gd name="adj" fmla="val 50000"/>
            </a:avLst>
          </a:prstGeom>
          <a:solidFill>
            <a:schemeClr val="accent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200">
                <a:solidFill>
                  <a:schemeClr val="accent1"/>
                </a:solidFill>
                <a:latin typeface="微软雅黑"/>
                <a:ea typeface="微软雅黑"/>
                <a:cs typeface="阿里巴巴普惠体" panose="00020600040101010101" pitchFamily="18" charset="-122"/>
                <a:sym typeface="微软雅黑"/>
              </a:rPr>
              <a:t>专业能力</a:t>
            </a:r>
          </a:p>
        </p:txBody>
      </p:sp>
      <p:sp>
        <p:nvSpPr>
          <p:cNvPr id="24" name="矩形: 圆角 23">
            <a:extLst>
              <a:ext uri="{FF2B5EF4-FFF2-40B4-BE49-F238E27FC236}">
                <a16:creationId xmlns:a16="http://schemas.microsoft.com/office/drawing/2014/main" id="{5862B51C-321B-4C97-88AF-9F21BC61052A}"/>
              </a:ext>
            </a:extLst>
          </p:cNvPr>
          <p:cNvSpPr/>
          <p:nvPr/>
        </p:nvSpPr>
        <p:spPr>
          <a:xfrm>
            <a:off x="8094438" y="5617218"/>
            <a:ext cx="833679" cy="263896"/>
          </a:xfrm>
          <a:prstGeom prst="roundRect">
            <a:avLst>
              <a:gd name="adj" fmla="val 50000"/>
            </a:avLst>
          </a:prstGeom>
          <a:solidFill>
            <a:schemeClr val="accent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200">
                <a:solidFill>
                  <a:schemeClr val="accent1"/>
                </a:solidFill>
                <a:latin typeface="微软雅黑"/>
                <a:ea typeface="微软雅黑"/>
                <a:cs typeface="阿里巴巴普惠体" panose="00020600040101010101" pitchFamily="18" charset="-122"/>
                <a:sym typeface="微软雅黑"/>
              </a:rPr>
              <a:t>相应速度</a:t>
            </a:r>
          </a:p>
        </p:txBody>
      </p:sp>
      <p:sp>
        <p:nvSpPr>
          <p:cNvPr id="25" name="矩形: 圆角 24">
            <a:extLst>
              <a:ext uri="{FF2B5EF4-FFF2-40B4-BE49-F238E27FC236}">
                <a16:creationId xmlns:a16="http://schemas.microsoft.com/office/drawing/2014/main" id="{90634DDF-38CD-40A7-A43F-45A61F5BB610}"/>
              </a:ext>
            </a:extLst>
          </p:cNvPr>
          <p:cNvSpPr/>
          <p:nvPr/>
        </p:nvSpPr>
        <p:spPr>
          <a:xfrm>
            <a:off x="9161238" y="5617218"/>
            <a:ext cx="833679" cy="263896"/>
          </a:xfrm>
          <a:prstGeom prst="roundRect">
            <a:avLst>
              <a:gd name="adj" fmla="val 50000"/>
            </a:avLst>
          </a:prstGeom>
          <a:solidFill>
            <a:schemeClr val="accent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200">
                <a:solidFill>
                  <a:schemeClr val="accent1"/>
                </a:solidFill>
                <a:latin typeface="微软雅黑"/>
                <a:ea typeface="微软雅黑"/>
                <a:cs typeface="阿里巴巴普惠体" panose="00020600040101010101" pitchFamily="18" charset="-122"/>
                <a:sym typeface="微软雅黑"/>
              </a:rPr>
              <a:t>服务范围</a:t>
            </a:r>
          </a:p>
        </p:txBody>
      </p:sp>
    </p:spTree>
    <p:extLst>
      <p:ext uri="{BB962C8B-B14F-4D97-AF65-F5344CB8AC3E}">
        <p14:creationId xmlns:p14="http://schemas.microsoft.com/office/powerpoint/2010/main" val="5217932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circle(in)">
                                      <p:cBhvr>
                                        <p:cTn id="10" dur="2000"/>
                                        <p:tgtEl>
                                          <p:spTgt spid="15"/>
                                        </p:tgtEl>
                                      </p:cBhvr>
                                    </p:animEffect>
                                  </p:childTnLst>
                                </p:cTn>
                              </p:par>
                              <p:par>
                                <p:cTn id="11" presetID="6" presetClass="entr" presetSubtype="16"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circle(in)">
                                      <p:cBhvr>
                                        <p:cTn id="13" dur="2000"/>
                                        <p:tgtEl>
                                          <p:spTgt spid="16"/>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circle(in)">
                                      <p:cBhvr>
                                        <p:cTn id="16" dur="2000"/>
                                        <p:tgtEl>
                                          <p:spTgt spid="17"/>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circle(in)">
                                      <p:cBhvr>
                                        <p:cTn id="19" dur="2000"/>
                                        <p:tgtEl>
                                          <p:spTgt spid="18"/>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circle(in)">
                                      <p:cBhvr>
                                        <p:cTn id="22" dur="2000"/>
                                        <p:tgtEl>
                                          <p:spTgt spid="19"/>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circle(in)">
                                      <p:cBhvr>
                                        <p:cTn id="25" dur="2000"/>
                                        <p:tgtEl>
                                          <p:spTgt spid="20"/>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circle(in)">
                                      <p:cBhvr>
                                        <p:cTn id="28" dur="2000"/>
                                        <p:tgtEl>
                                          <p:spTgt spid="21"/>
                                        </p:tgtEl>
                                      </p:cBhvr>
                                    </p:animEffect>
                                  </p:childTnLst>
                                </p:cTn>
                              </p:par>
                              <p:par>
                                <p:cTn id="29" presetID="6" presetClass="entr" presetSubtype="16"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circle(in)">
                                      <p:cBhvr>
                                        <p:cTn id="31" dur="2000"/>
                                        <p:tgtEl>
                                          <p:spTgt spid="22"/>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circle(in)">
                                      <p:cBhvr>
                                        <p:cTn id="34" dur="2000"/>
                                        <p:tgtEl>
                                          <p:spTgt spid="23"/>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circle(in)">
                                      <p:cBhvr>
                                        <p:cTn id="37" dur="2000"/>
                                        <p:tgtEl>
                                          <p:spTgt spid="24"/>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circle(in)">
                                      <p:cBhvr>
                                        <p:cTn id="40" dur="2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animBg="1"/>
      <p:bldP spid="17" grpId="0" animBg="1"/>
      <p:bldP spid="18" grpId="0"/>
      <p:bldP spid="19" grpId="0"/>
      <p:bldP spid="20" grpId="0"/>
      <p:bldP spid="21" grpId="0"/>
      <p:bldP spid="23" grpId="0" animBg="1"/>
      <p:bldP spid="24" grpId="0" animBg="1"/>
      <p:bldP spid="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388465A-193F-4A5D-AE31-3F410F0FA9E6}"/>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pic>
        <p:nvPicPr>
          <p:cNvPr id="19" name="图片 18">
            <a:extLst>
              <a:ext uri="{FF2B5EF4-FFF2-40B4-BE49-F238E27FC236}">
                <a16:creationId xmlns:a16="http://schemas.microsoft.com/office/drawing/2014/main" id="{64522BAB-18B2-47AB-B5B8-D58BF5FFDB1B}"/>
              </a:ext>
            </a:extLst>
          </p:cNvPr>
          <p:cNvPicPr>
            <a:picLocks noChangeAspect="1"/>
          </p:cNvPicPr>
          <p:nvPr/>
        </p:nvPicPr>
        <p:blipFill>
          <a:blip r:embed="R982e2b1a4fe84194">
            <a:extLst>
              <a:ext uri="{28A0092B-C50C-407E-A947-70E740481C1C}">
                <a14:useLocalDpi xmlns:a14="http://schemas.microsoft.com/office/drawing/2010/main" val="0"/>
              </a:ext>
            </a:extLst>
          </a:blip>
          <a:stretch>
            <a:fillRect/>
          </a:stretch>
        </p:blipFill>
        <p:spPr>
          <a:xfrm>
            <a:off x="6624609" y="2015296"/>
            <a:ext cx="1827144" cy="1223129"/>
          </a:xfrm>
          <a:custGeom>
            <a:avLst/>
            <a:gdLst>
              <a:gd name="connsiteX0" fmla="*/ 115414 w 2006848"/>
              <a:gd name="connsiteY0" fmla="*/ 0 h 2492510"/>
              <a:gd name="connsiteX1" fmla="*/ 1891434 w 2006848"/>
              <a:gd name="connsiteY1" fmla="*/ 0 h 2492510"/>
              <a:gd name="connsiteX2" fmla="*/ 2006848 w 2006848"/>
              <a:gd name="connsiteY2" fmla="*/ 115414 h 2492510"/>
              <a:gd name="connsiteX3" fmla="*/ 2006848 w 2006848"/>
              <a:gd name="connsiteY3" fmla="*/ 2377096 h 2492510"/>
              <a:gd name="connsiteX4" fmla="*/ 1891434 w 2006848"/>
              <a:gd name="connsiteY4" fmla="*/ 2492510 h 2492510"/>
              <a:gd name="connsiteX5" fmla="*/ 115414 w 2006848"/>
              <a:gd name="connsiteY5" fmla="*/ 2492510 h 2492510"/>
              <a:gd name="connsiteX6" fmla="*/ 0 w 2006848"/>
              <a:gd name="connsiteY6" fmla="*/ 2377096 h 2492510"/>
              <a:gd name="connsiteX7" fmla="*/ 0 w 2006848"/>
              <a:gd name="connsiteY7" fmla="*/ 115414 h 2492510"/>
              <a:gd name="connsiteX8" fmla="*/ 115414 w 2006848"/>
              <a:gd name="connsiteY8" fmla="*/ 0 h 24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6848" h="2492510">
                <a:moveTo>
                  <a:pt x="115414" y="0"/>
                </a:moveTo>
                <a:lnTo>
                  <a:pt x="1891434" y="0"/>
                </a:lnTo>
                <a:cubicBezTo>
                  <a:pt x="1955175" y="0"/>
                  <a:pt x="2006848" y="51673"/>
                  <a:pt x="2006848" y="115414"/>
                </a:cubicBezTo>
                <a:lnTo>
                  <a:pt x="2006848" y="2377096"/>
                </a:lnTo>
                <a:cubicBezTo>
                  <a:pt x="2006848" y="2440837"/>
                  <a:pt x="1955175" y="2492510"/>
                  <a:pt x="1891434" y="2492510"/>
                </a:cubicBezTo>
                <a:lnTo>
                  <a:pt x="115414" y="2492510"/>
                </a:lnTo>
                <a:cubicBezTo>
                  <a:pt x="51673" y="2492510"/>
                  <a:pt x="0" y="2440837"/>
                  <a:pt x="0" y="2377096"/>
                </a:cubicBezTo>
                <a:lnTo>
                  <a:pt x="0" y="115414"/>
                </a:lnTo>
                <a:cubicBezTo>
                  <a:pt x="0" y="51673"/>
                  <a:pt x="51673" y="0"/>
                  <a:pt x="115414" y="0"/>
                </a:cubicBezTo>
                <a:close/>
              </a:path>
            </a:pathLst>
          </a:custGeom>
          <a:ln w="38100">
            <a:noFill/>
          </a:ln>
        </p:spPr>
      </p:pic>
      <p:pic>
        <p:nvPicPr>
          <p:cNvPr id="20" name="图片 19">
            <a:extLst>
              <a:ext uri="{FF2B5EF4-FFF2-40B4-BE49-F238E27FC236}">
                <a16:creationId xmlns:a16="http://schemas.microsoft.com/office/drawing/2014/main" id="{CD21546D-0600-4408-AB8E-75D6113E4888}"/>
              </a:ext>
            </a:extLst>
          </p:cNvPr>
          <p:cNvPicPr>
            <a:picLocks noChangeAspect="1"/>
          </p:cNvPicPr>
          <p:nvPr/>
        </p:nvPicPr>
        <p:blipFill>
          <a:blip r:embed="Rb26a28018d444168">
            <a:extLst>
              <a:ext uri="{28A0092B-C50C-407E-A947-70E740481C1C}">
                <a14:useLocalDpi xmlns:a14="http://schemas.microsoft.com/office/drawing/2010/main" val="0"/>
              </a:ext>
            </a:extLst>
          </a:blip>
          <a:stretch>
            <a:fillRect/>
          </a:stretch>
        </p:blipFill>
        <p:spPr>
          <a:xfrm>
            <a:off x="3885667" y="2016612"/>
            <a:ext cx="1827144" cy="1220492"/>
          </a:xfrm>
          <a:custGeom>
            <a:avLst/>
            <a:gdLst>
              <a:gd name="connsiteX0" fmla="*/ 115414 w 2006848"/>
              <a:gd name="connsiteY0" fmla="*/ 0 h 2492510"/>
              <a:gd name="connsiteX1" fmla="*/ 1891434 w 2006848"/>
              <a:gd name="connsiteY1" fmla="*/ 0 h 2492510"/>
              <a:gd name="connsiteX2" fmla="*/ 2006848 w 2006848"/>
              <a:gd name="connsiteY2" fmla="*/ 115414 h 2492510"/>
              <a:gd name="connsiteX3" fmla="*/ 2006848 w 2006848"/>
              <a:gd name="connsiteY3" fmla="*/ 2377096 h 2492510"/>
              <a:gd name="connsiteX4" fmla="*/ 1891434 w 2006848"/>
              <a:gd name="connsiteY4" fmla="*/ 2492510 h 2492510"/>
              <a:gd name="connsiteX5" fmla="*/ 115414 w 2006848"/>
              <a:gd name="connsiteY5" fmla="*/ 2492510 h 2492510"/>
              <a:gd name="connsiteX6" fmla="*/ 0 w 2006848"/>
              <a:gd name="connsiteY6" fmla="*/ 2377096 h 2492510"/>
              <a:gd name="connsiteX7" fmla="*/ 0 w 2006848"/>
              <a:gd name="connsiteY7" fmla="*/ 115414 h 2492510"/>
              <a:gd name="connsiteX8" fmla="*/ 115414 w 2006848"/>
              <a:gd name="connsiteY8" fmla="*/ 0 h 24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6848" h="2492510">
                <a:moveTo>
                  <a:pt x="115414" y="0"/>
                </a:moveTo>
                <a:lnTo>
                  <a:pt x="1891434" y="0"/>
                </a:lnTo>
                <a:cubicBezTo>
                  <a:pt x="1955175" y="0"/>
                  <a:pt x="2006848" y="51673"/>
                  <a:pt x="2006848" y="115414"/>
                </a:cubicBezTo>
                <a:lnTo>
                  <a:pt x="2006848" y="2377096"/>
                </a:lnTo>
                <a:cubicBezTo>
                  <a:pt x="2006848" y="2440837"/>
                  <a:pt x="1955175" y="2492510"/>
                  <a:pt x="1891434" y="2492510"/>
                </a:cubicBezTo>
                <a:lnTo>
                  <a:pt x="115414" y="2492510"/>
                </a:lnTo>
                <a:cubicBezTo>
                  <a:pt x="51673" y="2492510"/>
                  <a:pt x="0" y="2440837"/>
                  <a:pt x="0" y="2377096"/>
                </a:cubicBezTo>
                <a:lnTo>
                  <a:pt x="0" y="115414"/>
                </a:lnTo>
                <a:cubicBezTo>
                  <a:pt x="0" y="51673"/>
                  <a:pt x="51673" y="0"/>
                  <a:pt x="115414" y="0"/>
                </a:cubicBezTo>
                <a:close/>
              </a:path>
            </a:pathLst>
          </a:custGeom>
          <a:ln w="38100">
            <a:noFill/>
          </a:ln>
        </p:spPr>
      </p:pic>
      <p:pic>
        <p:nvPicPr>
          <p:cNvPr id="21" name="图片 20">
            <a:extLst>
              <a:ext uri="{FF2B5EF4-FFF2-40B4-BE49-F238E27FC236}">
                <a16:creationId xmlns:a16="http://schemas.microsoft.com/office/drawing/2014/main" id="{8277D051-1320-4911-8FD4-36C34454A544}"/>
              </a:ext>
            </a:extLst>
          </p:cNvPr>
          <p:cNvPicPr>
            <a:picLocks noChangeAspect="1"/>
          </p:cNvPicPr>
          <p:nvPr/>
        </p:nvPicPr>
        <p:blipFill>
          <a:blip r:embed="R359f8f1784ac46bd">
            <a:extLst>
              <a:ext uri="{28A0092B-C50C-407E-A947-70E740481C1C}">
                <a14:useLocalDpi xmlns:a14="http://schemas.microsoft.com/office/drawing/2010/main" val="0"/>
              </a:ext>
            </a:extLst>
          </a:blip>
          <a:stretch>
            <a:fillRect/>
          </a:stretch>
        </p:blipFill>
        <p:spPr>
          <a:xfrm>
            <a:off x="1146091" y="2017810"/>
            <a:ext cx="1827144" cy="1218096"/>
          </a:xfrm>
          <a:custGeom>
            <a:avLst/>
            <a:gdLst>
              <a:gd name="connsiteX0" fmla="*/ 115414 w 2006848"/>
              <a:gd name="connsiteY0" fmla="*/ 0 h 2492510"/>
              <a:gd name="connsiteX1" fmla="*/ 1891434 w 2006848"/>
              <a:gd name="connsiteY1" fmla="*/ 0 h 2492510"/>
              <a:gd name="connsiteX2" fmla="*/ 2006848 w 2006848"/>
              <a:gd name="connsiteY2" fmla="*/ 115414 h 2492510"/>
              <a:gd name="connsiteX3" fmla="*/ 2006848 w 2006848"/>
              <a:gd name="connsiteY3" fmla="*/ 2377096 h 2492510"/>
              <a:gd name="connsiteX4" fmla="*/ 1891434 w 2006848"/>
              <a:gd name="connsiteY4" fmla="*/ 2492510 h 2492510"/>
              <a:gd name="connsiteX5" fmla="*/ 115414 w 2006848"/>
              <a:gd name="connsiteY5" fmla="*/ 2492510 h 2492510"/>
              <a:gd name="connsiteX6" fmla="*/ 0 w 2006848"/>
              <a:gd name="connsiteY6" fmla="*/ 2377096 h 2492510"/>
              <a:gd name="connsiteX7" fmla="*/ 0 w 2006848"/>
              <a:gd name="connsiteY7" fmla="*/ 115414 h 2492510"/>
              <a:gd name="connsiteX8" fmla="*/ 115414 w 2006848"/>
              <a:gd name="connsiteY8" fmla="*/ 0 h 24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6848" h="2492510">
                <a:moveTo>
                  <a:pt x="115414" y="0"/>
                </a:moveTo>
                <a:lnTo>
                  <a:pt x="1891434" y="0"/>
                </a:lnTo>
                <a:cubicBezTo>
                  <a:pt x="1955175" y="0"/>
                  <a:pt x="2006848" y="51673"/>
                  <a:pt x="2006848" y="115414"/>
                </a:cubicBezTo>
                <a:lnTo>
                  <a:pt x="2006848" y="2377096"/>
                </a:lnTo>
                <a:cubicBezTo>
                  <a:pt x="2006848" y="2440837"/>
                  <a:pt x="1955175" y="2492510"/>
                  <a:pt x="1891434" y="2492510"/>
                </a:cubicBezTo>
                <a:lnTo>
                  <a:pt x="115414" y="2492510"/>
                </a:lnTo>
                <a:cubicBezTo>
                  <a:pt x="51673" y="2492510"/>
                  <a:pt x="0" y="2440837"/>
                  <a:pt x="0" y="2377096"/>
                </a:cubicBezTo>
                <a:lnTo>
                  <a:pt x="0" y="115414"/>
                </a:lnTo>
                <a:cubicBezTo>
                  <a:pt x="0" y="51673"/>
                  <a:pt x="51673" y="0"/>
                  <a:pt x="115414" y="0"/>
                </a:cubicBezTo>
                <a:close/>
              </a:path>
            </a:pathLst>
          </a:custGeom>
          <a:ln w="38100">
            <a:noFill/>
          </a:ln>
        </p:spPr>
      </p:pic>
      <p:pic>
        <p:nvPicPr>
          <p:cNvPr id="22" name="图片 21">
            <a:extLst>
              <a:ext uri="{FF2B5EF4-FFF2-40B4-BE49-F238E27FC236}">
                <a16:creationId xmlns:a16="http://schemas.microsoft.com/office/drawing/2014/main" id="{1AC38B02-4674-4881-BBEB-68F47441EDC0}"/>
              </a:ext>
            </a:extLst>
          </p:cNvPr>
          <p:cNvPicPr>
            <a:picLocks noChangeAspect="1"/>
          </p:cNvPicPr>
          <p:nvPr/>
        </p:nvPicPr>
        <p:blipFill>
          <a:blip r:embed="R757251fdce384b11">
            <a:extLst>
              <a:ext uri="{28A0092B-C50C-407E-A947-70E740481C1C}">
                <a14:useLocalDpi xmlns:a14="http://schemas.microsoft.com/office/drawing/2010/main" val="0"/>
              </a:ext>
            </a:extLst>
          </a:blip>
          <a:stretch>
            <a:fillRect/>
          </a:stretch>
        </p:blipFill>
        <p:spPr>
          <a:xfrm>
            <a:off x="9373711" y="2017810"/>
            <a:ext cx="1827144" cy="1218096"/>
          </a:xfrm>
          <a:custGeom>
            <a:avLst/>
            <a:gdLst>
              <a:gd name="connsiteX0" fmla="*/ 115414 w 2006848"/>
              <a:gd name="connsiteY0" fmla="*/ 0 h 2492510"/>
              <a:gd name="connsiteX1" fmla="*/ 1891434 w 2006848"/>
              <a:gd name="connsiteY1" fmla="*/ 0 h 2492510"/>
              <a:gd name="connsiteX2" fmla="*/ 2006848 w 2006848"/>
              <a:gd name="connsiteY2" fmla="*/ 115414 h 2492510"/>
              <a:gd name="connsiteX3" fmla="*/ 2006848 w 2006848"/>
              <a:gd name="connsiteY3" fmla="*/ 2377096 h 2492510"/>
              <a:gd name="connsiteX4" fmla="*/ 1891434 w 2006848"/>
              <a:gd name="connsiteY4" fmla="*/ 2492510 h 2492510"/>
              <a:gd name="connsiteX5" fmla="*/ 115414 w 2006848"/>
              <a:gd name="connsiteY5" fmla="*/ 2492510 h 2492510"/>
              <a:gd name="connsiteX6" fmla="*/ 0 w 2006848"/>
              <a:gd name="connsiteY6" fmla="*/ 2377096 h 2492510"/>
              <a:gd name="connsiteX7" fmla="*/ 0 w 2006848"/>
              <a:gd name="connsiteY7" fmla="*/ 115414 h 2492510"/>
              <a:gd name="connsiteX8" fmla="*/ 115414 w 2006848"/>
              <a:gd name="connsiteY8" fmla="*/ 0 h 2492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6848" h="2492510">
                <a:moveTo>
                  <a:pt x="115414" y="0"/>
                </a:moveTo>
                <a:lnTo>
                  <a:pt x="1891434" y="0"/>
                </a:lnTo>
                <a:cubicBezTo>
                  <a:pt x="1955175" y="0"/>
                  <a:pt x="2006848" y="51673"/>
                  <a:pt x="2006848" y="115414"/>
                </a:cubicBezTo>
                <a:lnTo>
                  <a:pt x="2006848" y="2377096"/>
                </a:lnTo>
                <a:cubicBezTo>
                  <a:pt x="2006848" y="2440837"/>
                  <a:pt x="1955175" y="2492510"/>
                  <a:pt x="1891434" y="2492510"/>
                </a:cubicBezTo>
                <a:lnTo>
                  <a:pt x="115414" y="2492510"/>
                </a:lnTo>
                <a:cubicBezTo>
                  <a:pt x="51673" y="2492510"/>
                  <a:pt x="0" y="2440837"/>
                  <a:pt x="0" y="2377096"/>
                </a:cubicBezTo>
                <a:lnTo>
                  <a:pt x="0" y="115414"/>
                </a:lnTo>
                <a:cubicBezTo>
                  <a:pt x="0" y="51673"/>
                  <a:pt x="51673" y="0"/>
                  <a:pt x="115414" y="0"/>
                </a:cubicBezTo>
                <a:close/>
              </a:path>
            </a:pathLst>
          </a:custGeom>
          <a:ln w="38100">
            <a:noFill/>
          </a:ln>
        </p:spPr>
      </p:pic>
      <p:sp>
        <p:nvSpPr>
          <p:cNvPr id="23" name="文本框 22">
            <a:extLst>
              <a:ext uri="{FF2B5EF4-FFF2-40B4-BE49-F238E27FC236}">
                <a16:creationId xmlns:a16="http://schemas.microsoft.com/office/drawing/2014/main" id="{048D6C22-9A6E-435D-933A-9BF402A56437}"/>
              </a:ext>
            </a:extLst>
          </p:cNvPr>
          <p:cNvSpPr txBox="1"/>
          <p:nvPr/>
        </p:nvSpPr>
        <p:spPr>
          <a:xfrm>
            <a:off x="966387" y="4516671"/>
            <a:ext cx="2006848" cy="1632755"/>
          </a:xfrm>
          <a:prstGeom prst="rect">
            <a:avLst/>
          </a:prstGeom>
          <a:noFill/>
        </p:spPr>
        <p:txBody>
          <a:bodyPr wrap="square">
            <a:spAutoFit/>
          </a:bodyPr>
          <a:lstStyle/>
          <a:p>
            <a:pPr>
              <a:lnSpc>
                <a:spcPct val="130000"/>
              </a:lnSpc>
            </a:pPr>
            <a:r>
              <a:rPr lang="zh-CN" altLang="en-US" sz="1100">
                <a:solidFill>
                  <a:schemeClr val="bg1">
                    <a:lumMod val="50000"/>
                  </a:schemeClr>
                </a:solidFill>
                <a:latin typeface="微软雅黑"/>
                <a:ea typeface="微软雅黑"/>
                <a:sym typeface="微软雅黑"/>
              </a:rPr>
              <a:t>推镜头在将画面推向被摄主体的同时，取景范围由大到X，随着次要部分不断移出画外，所要表现的主体部分逐渐“放大”并充满画面，因而具有突出主体人物、突出重点形象的作用。</a:t>
            </a:r>
          </a:p>
        </p:txBody>
      </p:sp>
      <p:sp>
        <p:nvSpPr>
          <p:cNvPr id="24" name="文本框 23">
            <a:extLst>
              <a:ext uri="{FF2B5EF4-FFF2-40B4-BE49-F238E27FC236}">
                <a16:creationId xmlns:a16="http://schemas.microsoft.com/office/drawing/2014/main" id="{D259B7AE-1094-4484-97B6-554FA9E8CE14}"/>
              </a:ext>
            </a:extLst>
          </p:cNvPr>
          <p:cNvSpPr txBox="1"/>
          <p:nvPr/>
        </p:nvSpPr>
        <p:spPr>
          <a:xfrm>
            <a:off x="966387" y="3751300"/>
            <a:ext cx="2006848" cy="757130"/>
          </a:xfrm>
          <a:prstGeom prst="rect">
            <a:avLst/>
          </a:prstGeom>
          <a:noFill/>
        </p:spPr>
        <p:txBody>
          <a:bodyPr wrap="square">
            <a:spAutoFit/>
          </a:bodyPr>
          <a:lstStyle/>
          <a:p>
            <a:pPr>
              <a:lnSpc>
                <a:spcPct val="120000"/>
              </a:lnSpc>
            </a:pPr>
            <a:r>
              <a:rPr lang="en-US" altLang="zh-CN" b="1">
                <a:solidFill>
                  <a:schemeClr val="dk1">
                    <a:lumMod val="100000"/>
                  </a:schemeClr>
                </a:solidFill>
                <a:latin typeface="微软雅黑"/>
                <a:ea typeface="微软雅黑"/>
                <a:sym typeface="微软雅黑"/>
              </a:rPr>
              <a:t>1.1</a:t>
            </a:r>
            <a:r>
              <a:rPr lang="zh-CN" altLang="en-US" b="1">
                <a:solidFill>
                  <a:schemeClr val="dk1">
                    <a:lumMod val="100000"/>
                  </a:schemeClr>
                </a:solidFill>
                <a:latin typeface="微软雅黑"/>
                <a:ea typeface="微软雅黑"/>
                <a:sym typeface="微软雅黑"/>
              </a:rPr>
              <a:t>突出主体人物，突出重点形象</a:t>
            </a:r>
          </a:p>
        </p:txBody>
      </p:sp>
      <p:sp>
        <p:nvSpPr>
          <p:cNvPr id="31" name="文本框 30">
            <a:extLst>
              <a:ext uri="{FF2B5EF4-FFF2-40B4-BE49-F238E27FC236}">
                <a16:creationId xmlns:a16="http://schemas.microsoft.com/office/drawing/2014/main" id="{C007AE8B-E615-4AC5-8167-A9D4A6E33DC2}"/>
              </a:ext>
            </a:extLst>
          </p:cNvPr>
          <p:cNvSpPr txBox="1"/>
          <p:nvPr/>
        </p:nvSpPr>
        <p:spPr>
          <a:xfrm>
            <a:off x="3795815" y="4516671"/>
            <a:ext cx="2006848" cy="1632755"/>
          </a:xfrm>
          <a:prstGeom prst="rect">
            <a:avLst/>
          </a:prstGeom>
          <a:noFill/>
        </p:spPr>
        <p:txBody>
          <a:bodyPr wrap="square">
            <a:spAutoFit/>
          </a:bodyPr>
          <a:lstStyle/>
          <a:p>
            <a:pPr>
              <a:lnSpc>
                <a:spcPct val="130000"/>
              </a:lnSpc>
            </a:pPr>
            <a:r>
              <a:rPr lang="zh-CN" altLang="en-US" sz="1100">
                <a:solidFill>
                  <a:schemeClr val="bg1">
                    <a:lumMod val="50000"/>
                  </a:schemeClr>
                </a:solidFill>
                <a:latin typeface="微软雅黑"/>
                <a:ea typeface="微软雅黑"/>
                <a:sym typeface="微软雅黑"/>
              </a:rPr>
              <a:t>推镜头能够从一个较大的画面范围和视域空间起动，逐渐向前接近这一画面和空间中的某个细节形象，这一细节形象的视觉信号由弱到强，并通过这种运动所带来的变化引导了观众对这一细节的注意。</a:t>
            </a:r>
          </a:p>
        </p:txBody>
      </p:sp>
      <p:sp>
        <p:nvSpPr>
          <p:cNvPr id="32" name="文本框 31">
            <a:extLst>
              <a:ext uri="{FF2B5EF4-FFF2-40B4-BE49-F238E27FC236}">
                <a16:creationId xmlns:a16="http://schemas.microsoft.com/office/drawing/2014/main" id="{87A7A41D-7EBA-4FAE-A6A2-440D12C644DC}"/>
              </a:ext>
            </a:extLst>
          </p:cNvPr>
          <p:cNvSpPr txBox="1"/>
          <p:nvPr/>
        </p:nvSpPr>
        <p:spPr>
          <a:xfrm>
            <a:off x="3795815" y="3751301"/>
            <a:ext cx="2006848" cy="1089529"/>
          </a:xfrm>
          <a:prstGeom prst="rect">
            <a:avLst/>
          </a:prstGeom>
          <a:noFill/>
        </p:spPr>
        <p:txBody>
          <a:bodyPr wrap="square">
            <a:spAutoFit/>
          </a:bodyPr>
          <a:lstStyle/>
          <a:p>
            <a:pPr>
              <a:lnSpc>
                <a:spcPct val="120000"/>
              </a:lnSpc>
            </a:pPr>
            <a:r>
              <a:rPr lang="en-US" altLang="zh-CN" b="1">
                <a:solidFill>
                  <a:schemeClr val="dk1">
                    <a:lumMod val="100000"/>
                  </a:schemeClr>
                </a:solidFill>
                <a:latin typeface="微软雅黑"/>
                <a:ea typeface="微软雅黑"/>
                <a:sym typeface="微软雅黑"/>
              </a:rPr>
              <a:t>1.2</a:t>
            </a:r>
            <a:r>
              <a:rPr lang="zh-CN" altLang="en-US" b="1">
                <a:solidFill>
                  <a:schemeClr val="dk1">
                    <a:lumMod val="100000"/>
                  </a:schemeClr>
                </a:solidFill>
                <a:latin typeface="微软雅黑"/>
                <a:ea typeface="微软雅黑"/>
                <a:sym typeface="微软雅黑"/>
              </a:rPr>
              <a:t>突出细节，突出重要的情节因素</a:t>
            </a:r>
          </a:p>
        </p:txBody>
      </p:sp>
      <p:sp>
        <p:nvSpPr>
          <p:cNvPr id="39" name="文本框 38">
            <a:extLst>
              <a:ext uri="{FF2B5EF4-FFF2-40B4-BE49-F238E27FC236}">
                <a16:creationId xmlns:a16="http://schemas.microsoft.com/office/drawing/2014/main" id="{999A3F13-1D5F-4E9D-90F8-1C786D62C5DC}"/>
              </a:ext>
            </a:extLst>
          </p:cNvPr>
          <p:cNvSpPr txBox="1"/>
          <p:nvPr/>
        </p:nvSpPr>
        <p:spPr>
          <a:xfrm>
            <a:off x="6534757" y="4516671"/>
            <a:ext cx="2006848" cy="532453"/>
          </a:xfrm>
          <a:prstGeom prst="rect">
            <a:avLst/>
          </a:prstGeom>
          <a:noFill/>
        </p:spPr>
        <p:txBody>
          <a:bodyPr wrap="square">
            <a:spAutoFit/>
          </a:bodyPr>
          <a:lstStyle/>
          <a:p>
            <a:pPr>
              <a:lnSpc>
                <a:spcPct val="130000"/>
              </a:lnSpc>
            </a:pPr>
            <a:r>
              <a:rPr lang="zh-CN" altLang="en-US" sz="1100">
                <a:solidFill>
                  <a:schemeClr val="bg1">
                    <a:lumMod val="50000"/>
                  </a:schemeClr>
                </a:solidFill>
                <a:latin typeface="微软雅黑"/>
                <a:ea typeface="微软雅黑"/>
                <a:sym typeface="微软雅黑"/>
              </a:rPr>
              <a:t>在一个镜头中介绍整体与局部、客观环境与主体人物的关系。</a:t>
            </a:r>
          </a:p>
        </p:txBody>
      </p:sp>
      <p:sp>
        <p:nvSpPr>
          <p:cNvPr id="40" name="文本框 39">
            <a:extLst>
              <a:ext uri="{FF2B5EF4-FFF2-40B4-BE49-F238E27FC236}">
                <a16:creationId xmlns:a16="http://schemas.microsoft.com/office/drawing/2014/main" id="{24D59928-A498-4E09-992C-67B4E575FA66}"/>
              </a:ext>
            </a:extLst>
          </p:cNvPr>
          <p:cNvSpPr txBox="1"/>
          <p:nvPr/>
        </p:nvSpPr>
        <p:spPr>
          <a:xfrm>
            <a:off x="6534757" y="3751300"/>
            <a:ext cx="2006848" cy="424732"/>
          </a:xfrm>
          <a:prstGeom prst="rect">
            <a:avLst/>
          </a:prstGeom>
          <a:noFill/>
        </p:spPr>
        <p:txBody>
          <a:bodyPr wrap="square">
            <a:spAutoFit/>
          </a:bodyPr>
          <a:lstStyle/>
          <a:p>
            <a:pPr>
              <a:lnSpc>
                <a:spcPct val="120000"/>
              </a:lnSpc>
            </a:pPr>
            <a:r>
              <a:rPr lang="en-US" altLang="zh-CN" b="1">
                <a:solidFill>
                  <a:schemeClr val="dk1">
                    <a:lumMod val="100000"/>
                  </a:schemeClr>
                </a:solidFill>
                <a:latin typeface="微软雅黑"/>
                <a:ea typeface="微软雅黑"/>
                <a:sym typeface="微软雅黑"/>
              </a:rPr>
              <a:t>1.3 </a:t>
            </a:r>
            <a:r>
              <a:rPr lang="zh-CN" altLang="en-US" b="1">
                <a:solidFill>
                  <a:schemeClr val="dk1">
                    <a:lumMod val="100000"/>
                  </a:schemeClr>
                </a:solidFill>
                <a:latin typeface="微软雅黑"/>
                <a:ea typeface="微软雅黑"/>
                <a:sym typeface="微软雅黑"/>
              </a:rPr>
              <a:t>介绍人物关系</a:t>
            </a:r>
          </a:p>
        </p:txBody>
      </p:sp>
      <p:sp>
        <p:nvSpPr>
          <p:cNvPr id="47" name="文本框 46">
            <a:extLst>
              <a:ext uri="{FF2B5EF4-FFF2-40B4-BE49-F238E27FC236}">
                <a16:creationId xmlns:a16="http://schemas.microsoft.com/office/drawing/2014/main" id="{0C0F9D84-882B-45D0-B1B4-8F34DDE22C44}"/>
              </a:ext>
            </a:extLst>
          </p:cNvPr>
          <p:cNvSpPr txBox="1"/>
          <p:nvPr/>
        </p:nvSpPr>
        <p:spPr>
          <a:xfrm>
            <a:off x="9283859" y="4516671"/>
            <a:ext cx="2006848" cy="1412694"/>
          </a:xfrm>
          <a:prstGeom prst="rect">
            <a:avLst/>
          </a:prstGeom>
          <a:noFill/>
        </p:spPr>
        <p:txBody>
          <a:bodyPr wrap="square">
            <a:spAutoFit/>
          </a:bodyPr>
          <a:lstStyle/>
          <a:p>
            <a:pPr>
              <a:lnSpc>
                <a:spcPct val="130000"/>
              </a:lnSpc>
            </a:pPr>
            <a:r>
              <a:rPr lang="zh-CN" altLang="en-US" sz="1100">
                <a:solidFill>
                  <a:schemeClr val="bg1">
                    <a:lumMod val="50000"/>
                  </a:schemeClr>
                </a:solidFill>
                <a:latin typeface="微软雅黑"/>
                <a:ea typeface="微软雅黑"/>
                <a:sym typeface="微软雅黑"/>
              </a:rPr>
              <a:t>前进式蒙太奇组接是一种大景别逐步向X景别跳跃递进的组接方式，使用步步深入的效果推镜头在一个镜头中景别不断发生变化，它对事物的表现有步步深入的效果和作用。</a:t>
            </a:r>
          </a:p>
        </p:txBody>
      </p:sp>
      <p:sp>
        <p:nvSpPr>
          <p:cNvPr id="48" name="文本框 47">
            <a:extLst>
              <a:ext uri="{FF2B5EF4-FFF2-40B4-BE49-F238E27FC236}">
                <a16:creationId xmlns:a16="http://schemas.microsoft.com/office/drawing/2014/main" id="{FCC676CB-41BC-4155-B91F-59A0A42C80AB}"/>
              </a:ext>
            </a:extLst>
          </p:cNvPr>
          <p:cNvSpPr txBox="1"/>
          <p:nvPr/>
        </p:nvSpPr>
        <p:spPr>
          <a:xfrm>
            <a:off x="9283859" y="3751300"/>
            <a:ext cx="2006848" cy="757130"/>
          </a:xfrm>
          <a:prstGeom prst="rect">
            <a:avLst/>
          </a:prstGeom>
          <a:noFill/>
        </p:spPr>
        <p:txBody>
          <a:bodyPr wrap="square">
            <a:spAutoFit/>
          </a:bodyPr>
          <a:lstStyle/>
          <a:p>
            <a:pPr>
              <a:lnSpc>
                <a:spcPct val="120000"/>
              </a:lnSpc>
            </a:pPr>
            <a:r>
              <a:rPr lang="en-US" altLang="zh-CN" b="1">
                <a:solidFill>
                  <a:schemeClr val="dk1">
                    <a:lumMod val="100000"/>
                  </a:schemeClr>
                </a:solidFill>
                <a:latin typeface="微软雅黑"/>
                <a:ea typeface="微软雅黑"/>
                <a:sym typeface="微软雅黑"/>
              </a:rPr>
              <a:t>1.4 </a:t>
            </a:r>
            <a:r>
              <a:rPr lang="zh-CN" altLang="en-US" b="1">
                <a:solidFill>
                  <a:schemeClr val="dk1">
                    <a:lumMod val="100000"/>
                  </a:schemeClr>
                </a:solidFill>
                <a:latin typeface="微软雅黑"/>
                <a:ea typeface="微软雅黑"/>
                <a:sym typeface="微软雅黑"/>
              </a:rPr>
              <a:t>连续前进式蒙太奇句子的作用</a:t>
            </a:r>
          </a:p>
        </p:txBody>
      </p:sp>
    </p:spTree>
    <p:extLst>
      <p:ext uri="{BB962C8B-B14F-4D97-AF65-F5344CB8AC3E}">
        <p14:creationId xmlns:p14="http://schemas.microsoft.com/office/powerpoint/2010/main" val="5086103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down)">
                                      <p:cBhvr>
                                        <p:cTn id="10" dur="500"/>
                                        <p:tgtEl>
                                          <p:spTgt spid="19"/>
                                        </p:tgtEl>
                                      </p:cBhvr>
                                    </p:animEffect>
                                  </p:childTnLst>
                                </p:cTn>
                              </p:par>
                              <p:par>
                                <p:cTn id="11" presetID="22" presetClass="entr" presetSubtype="4"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ipe(down)">
                                      <p:cBhvr>
                                        <p:cTn id="13" dur="500"/>
                                        <p:tgtEl>
                                          <p:spTgt spid="20"/>
                                        </p:tgtEl>
                                      </p:cBhvr>
                                    </p:animEffect>
                                  </p:childTnLst>
                                </p:cTn>
                              </p:par>
                              <p:par>
                                <p:cTn id="14" presetID="22" presetClass="entr" presetSubtype="4"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wipe(down)">
                                      <p:cBhvr>
                                        <p:cTn id="16" dur="500"/>
                                        <p:tgtEl>
                                          <p:spTgt spid="21"/>
                                        </p:tgtEl>
                                      </p:cBhvr>
                                    </p:animEffect>
                                  </p:childTnLst>
                                </p:cTn>
                              </p:par>
                              <p:par>
                                <p:cTn id="17" presetID="22" presetClass="entr" presetSubtype="4"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down)">
                                      <p:cBhvr>
                                        <p:cTn id="19" dur="500"/>
                                        <p:tgtEl>
                                          <p:spTgt spid="2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down)">
                                      <p:cBhvr>
                                        <p:cTn id="22" dur="500"/>
                                        <p:tgtEl>
                                          <p:spTgt spid="23"/>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wipe(down)">
                                      <p:cBhvr>
                                        <p:cTn id="25" dur="500"/>
                                        <p:tgtEl>
                                          <p:spTgt spid="24"/>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wipe(down)">
                                      <p:cBhvr>
                                        <p:cTn id="28" dur="500"/>
                                        <p:tgtEl>
                                          <p:spTgt spid="31"/>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wipe(down)">
                                      <p:cBhvr>
                                        <p:cTn id="31" dur="500"/>
                                        <p:tgtEl>
                                          <p:spTgt spid="32"/>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wipe(down)">
                                      <p:cBhvr>
                                        <p:cTn id="34" dur="500"/>
                                        <p:tgtEl>
                                          <p:spTgt spid="39"/>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wipe(down)">
                                      <p:cBhvr>
                                        <p:cTn id="37" dur="500"/>
                                        <p:tgtEl>
                                          <p:spTgt spid="40"/>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wipe(down)">
                                      <p:cBhvr>
                                        <p:cTn id="40" dur="500"/>
                                        <p:tgtEl>
                                          <p:spTgt spid="47"/>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animEffect transition="in" filter="wipe(down)">
                                      <p:cBhvr>
                                        <p:cTn id="4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3" grpId="0"/>
      <p:bldP spid="24" grpId="0"/>
      <p:bldP spid="31" grpId="0"/>
      <p:bldP spid="32" grpId="0"/>
      <p:bldP spid="39" grpId="0"/>
      <p:bldP spid="40" grpId="0"/>
      <p:bldP spid="47" grpId="0"/>
      <p:bldP spid="4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015395B-5F05-4CCD-80F0-5A502F915BDC}"/>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pic>
        <p:nvPicPr>
          <p:cNvPr id="12" name="图片 11">
            <a:extLst>
              <a:ext uri="{FF2B5EF4-FFF2-40B4-BE49-F238E27FC236}">
                <a16:creationId xmlns:a16="http://schemas.microsoft.com/office/drawing/2014/main" id="{67B4DF4C-33DD-4ED6-9088-CCBBCAFD5B70}"/>
              </a:ext>
            </a:extLst>
          </p:cNvPr>
          <p:cNvPicPr>
            <a:picLocks noChangeAspect="1"/>
          </p:cNvPicPr>
          <p:nvPr/>
        </p:nvPicPr>
        <p:blipFill>
          <a:blip r:embed="R1061b13b5b3942b1">
            <a:extLst>
              <a:ext uri="{28A0092B-C50C-407E-A947-70E740481C1C}">
                <a14:useLocalDpi xmlns:a14="http://schemas.microsoft.com/office/drawing/2010/main" val="0"/>
              </a:ext>
            </a:extLst>
          </a:blip>
          <a:srcRect l="4100" r="4100"/>
          <a:stretch>
            <a:fillRect/>
          </a:stretch>
        </p:blipFill>
        <p:spPr>
          <a:xfrm>
            <a:off x="1561858" y="2050120"/>
            <a:ext cx="4406983" cy="3200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13" name="组合 12">
            <a:extLst>
              <a:ext uri="{FF2B5EF4-FFF2-40B4-BE49-F238E27FC236}">
                <a16:creationId xmlns:a16="http://schemas.microsoft.com/office/drawing/2014/main" id="{931EF4B5-2245-4A91-BA35-856D9E857F02}"/>
              </a:ext>
            </a:extLst>
          </p:cNvPr>
          <p:cNvGrpSpPr/>
          <p:nvPr/>
        </p:nvGrpSpPr>
        <p:grpSpPr>
          <a:xfrm>
            <a:off x="5550467" y="2365148"/>
            <a:ext cx="5369916" cy="3158308"/>
            <a:chOff x="5550466" y="2301081"/>
            <a:chExt cx="5369916" cy="3158308"/>
          </a:xfrm>
        </p:grpSpPr>
        <p:grpSp>
          <p:nvGrpSpPr>
            <p:cNvPr id="14" name="组合 13">
              <a:extLst>
                <a:ext uri="{FF2B5EF4-FFF2-40B4-BE49-F238E27FC236}">
                  <a16:creationId xmlns:a16="http://schemas.microsoft.com/office/drawing/2014/main" id="{77231E8D-DEFB-4987-BBF0-92A388AFF2DF}"/>
                </a:ext>
              </a:extLst>
            </p:cNvPr>
            <p:cNvGrpSpPr/>
            <p:nvPr/>
          </p:nvGrpSpPr>
          <p:grpSpPr>
            <a:xfrm>
              <a:off x="6478086" y="2301081"/>
              <a:ext cx="1661134" cy="923330"/>
              <a:chOff x="2246396" y="4642079"/>
              <a:chExt cx="1661134" cy="923330"/>
            </a:xfrm>
          </p:grpSpPr>
          <p:sp>
            <p:nvSpPr>
              <p:cNvPr id="17" name="文本框 16">
                <a:extLst>
                  <a:ext uri="{FF2B5EF4-FFF2-40B4-BE49-F238E27FC236}">
                    <a16:creationId xmlns:a16="http://schemas.microsoft.com/office/drawing/2014/main" id="{1CEBB3CA-D596-4069-B16B-21E2BF7166A8}"/>
                  </a:ext>
                </a:extLst>
              </p:cNvPr>
              <p:cNvSpPr txBox="1"/>
              <p:nvPr/>
            </p:nvSpPr>
            <p:spPr>
              <a:xfrm>
                <a:off x="2696942" y="4903689"/>
                <a:ext cx="1210588" cy="400110"/>
              </a:xfrm>
              <a:prstGeom prst="rect">
                <a:avLst/>
              </a:prstGeom>
              <a:noFill/>
            </p:spPr>
            <p:txBody>
              <a:bodyPr wrap="none" rtlCol="0">
                <a:spAutoFit/>
              </a:bodyPr>
              <a:lstStyle/>
              <a:p>
                <a:pPr algn="ctr"/>
                <a:r>
                  <a:rPr lang="zh-CN" altLang="en-US" sz="2000" b="1">
                    <a:latin typeface="微软雅黑"/>
                    <a:ea typeface="微软雅黑"/>
                    <a:cs typeface="阿里巴巴普惠体" panose="00020600040101010101" pitchFamily="18" charset="-122"/>
                    <a:sym typeface="微软雅黑"/>
                  </a:rPr>
                  <a:t>应用场景</a:t>
                </a:r>
              </a:p>
            </p:txBody>
          </p:sp>
          <p:sp>
            <p:nvSpPr>
              <p:cNvPr id="18" name="文本框 17">
                <a:extLst>
                  <a:ext uri="{FF2B5EF4-FFF2-40B4-BE49-F238E27FC236}">
                    <a16:creationId xmlns:a16="http://schemas.microsoft.com/office/drawing/2014/main" id="{152313DD-BCB3-489A-99A8-FF2ED3A4F5EC}"/>
                  </a:ext>
                </a:extLst>
              </p:cNvPr>
              <p:cNvSpPr txBox="1"/>
              <p:nvPr/>
            </p:nvSpPr>
            <p:spPr>
              <a:xfrm>
                <a:off x="2246396" y="4642079"/>
                <a:ext cx="877163" cy="923330"/>
              </a:xfrm>
              <a:prstGeom prst="rect">
                <a:avLst/>
              </a:prstGeom>
              <a:noFill/>
            </p:spPr>
            <p:txBody>
              <a:bodyPr wrap="none" rtlCol="0">
                <a:spAutoFit/>
              </a:bodyPr>
              <a:lstStyle/>
              <a:p>
                <a:pPr algn="ctr"/>
                <a:r>
                  <a:rPr lang="zh-CN" altLang="en-US" sz="5400">
                    <a:solidFill>
                      <a:schemeClr val="accent1"/>
                    </a:solidFill>
                    <a:latin typeface="微软雅黑"/>
                    <a:ea typeface="微软雅黑"/>
                    <a:cs typeface="阿里巴巴普惠体 Medium" panose="00020600040101010101" pitchFamily="18" charset="-122"/>
                    <a:sym typeface="微软雅黑"/>
                  </a:rPr>
                  <a:t>？</a:t>
                </a:r>
              </a:p>
            </p:txBody>
          </p:sp>
        </p:grpSp>
        <p:sp>
          <p:nvSpPr>
            <p:cNvPr id="15" name="矩形: 圆角 14">
              <a:extLst>
                <a:ext uri="{FF2B5EF4-FFF2-40B4-BE49-F238E27FC236}">
                  <a16:creationId xmlns:a16="http://schemas.microsoft.com/office/drawing/2014/main" id="{E50C0BD2-8F9D-41A1-841D-77CDBAE4501F}"/>
                </a:ext>
              </a:extLst>
            </p:cNvPr>
            <p:cNvSpPr/>
            <p:nvPr/>
          </p:nvSpPr>
          <p:spPr>
            <a:xfrm>
              <a:off x="5550466" y="3295884"/>
              <a:ext cx="5369916" cy="266232"/>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6" name="文本框 15">
              <a:extLst>
                <a:ext uri="{FF2B5EF4-FFF2-40B4-BE49-F238E27FC236}">
                  <a16:creationId xmlns:a16="http://schemas.microsoft.com/office/drawing/2014/main" id="{71622CCF-DD9D-4525-B792-AA361CE1F62F}"/>
                </a:ext>
              </a:extLst>
            </p:cNvPr>
            <p:cNvSpPr txBox="1"/>
            <p:nvPr/>
          </p:nvSpPr>
          <p:spPr>
            <a:xfrm>
              <a:off x="6559511" y="3705063"/>
              <a:ext cx="3970651" cy="1754326"/>
            </a:xfrm>
            <a:prstGeom prst="rect">
              <a:avLst/>
            </a:prstGeom>
            <a:noFill/>
          </p:spPr>
          <p:txBody>
            <a:bodyPr wrap="square">
              <a:spAutoFit/>
            </a:bodyPr>
            <a:lstStyle/>
            <a:p>
              <a:pPr>
                <a:lnSpc>
                  <a:spcPct val="150000"/>
                </a:lnSpc>
              </a:pPr>
              <a:r>
                <a:rPr lang="zh-CN" altLang="en-US">
                  <a:solidFill>
                    <a:schemeClr val="bg1">
                      <a:lumMod val="50000"/>
                    </a:schemeClr>
                  </a:solidFill>
                  <a:latin typeface="微软雅黑"/>
                  <a:ea typeface="微软雅黑"/>
                  <a:cs typeface="阿里巴巴普惠体" panose="00020600040101010101" pitchFamily="18" charset="-122"/>
                  <a:sym typeface="微软雅黑"/>
                </a:rPr>
                <a:t>人物出镜时，突出主体时</a:t>
              </a:r>
            </a:p>
            <a:p>
              <a:pPr>
                <a:lnSpc>
                  <a:spcPct val="150000"/>
                </a:lnSpc>
              </a:pPr>
              <a:r>
                <a:rPr lang="zh-CN" altLang="en-US">
                  <a:solidFill>
                    <a:schemeClr val="bg1">
                      <a:lumMod val="50000"/>
                    </a:schemeClr>
                  </a:solidFill>
                  <a:latin typeface="微软雅黑"/>
                  <a:ea typeface="微软雅黑"/>
                  <a:cs typeface="阿里巴巴普惠体" panose="00020600040101010101" pitchFamily="18" charset="-122"/>
                  <a:sym typeface="微软雅黑"/>
                </a:rPr>
                <a:t>短视频运用举例：比如实践过程中由全景推镜头到人物或者事物细节，强调细节表现力。</a:t>
              </a:r>
            </a:p>
          </p:txBody>
        </p:sp>
      </p:grpSp>
    </p:spTree>
    <p:extLst>
      <p:ext uri="{BB962C8B-B14F-4D97-AF65-F5344CB8AC3E}">
        <p14:creationId xmlns:p14="http://schemas.microsoft.com/office/powerpoint/2010/main" val="108849089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99147C4-E5C2-4D14-A9F5-3CB75F3AB7E2}"/>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sp>
        <p:nvSpPr>
          <p:cNvPr id="13" name="矩形 12">
            <a:extLst>
              <a:ext uri="{FF2B5EF4-FFF2-40B4-BE49-F238E27FC236}">
                <a16:creationId xmlns:a16="http://schemas.microsoft.com/office/drawing/2014/main" id="{F7C1779A-3537-4A0B-9017-175220E70F70}"/>
              </a:ext>
            </a:extLst>
          </p:cNvPr>
          <p:cNvSpPr/>
          <p:nvPr/>
        </p:nvSpPr>
        <p:spPr>
          <a:xfrm>
            <a:off x="1136667" y="1478515"/>
            <a:ext cx="1943100" cy="42497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pic>
        <p:nvPicPr>
          <p:cNvPr id="14" name="图片 13">
            <a:extLst>
              <a:ext uri="{FF2B5EF4-FFF2-40B4-BE49-F238E27FC236}">
                <a16:creationId xmlns:a16="http://schemas.microsoft.com/office/drawing/2014/main" id="{582C7261-3552-4178-B8B2-6344C77714DF}"/>
              </a:ext>
            </a:extLst>
          </p:cNvPr>
          <p:cNvPicPr>
            <a:picLocks noChangeAspect="1"/>
          </p:cNvPicPr>
          <p:nvPr/>
        </p:nvPicPr>
        <p:blipFill>
          <a:blip r:embed="R7c10ed2e697447ed">
            <a:extLst>
              <a:ext uri="{28A0092B-C50C-407E-A947-70E740481C1C}">
                <a14:useLocalDpi xmlns:a14="http://schemas.microsoft.com/office/drawing/2010/main" val="0"/>
              </a:ext>
            </a:extLst>
          </a:blip>
          <a:srcRect l="15143" r="15143"/>
          <a:stretch>
            <a:fillRect/>
          </a:stretch>
        </p:blipFill>
        <p:spPr>
          <a:xfrm>
            <a:off x="1314891" y="1662663"/>
            <a:ext cx="4913087" cy="4699000"/>
          </a:xfrm>
          <a:prstGeom prst="roundRect">
            <a:avLst>
              <a:gd name="adj" fmla="val 0"/>
            </a:avLst>
          </a:prstGeom>
          <a:ln>
            <a:solidFill>
              <a:schemeClr val="bg1">
                <a:lumMod val="75000"/>
              </a:schemeClr>
            </a:solidFill>
          </a:ln>
        </p:spPr>
      </p:pic>
      <p:sp>
        <p:nvSpPr>
          <p:cNvPr id="15" name="PA_文本框 21">
            <a:extLst>
              <a:ext uri="{FF2B5EF4-FFF2-40B4-BE49-F238E27FC236}">
                <a16:creationId xmlns:a16="http://schemas.microsoft.com/office/drawing/2014/main" id="{E264CC4E-EFCA-4A74-84EA-9737A87CA614}"/>
              </a:ext>
            </a:extLst>
          </p:cNvPr>
          <p:cNvSpPr txBox="1"/>
          <p:nvPr>
            <p:custDataLst>
              <p:tags r:id="R993efd14153d4f61"/>
            </p:custDataLst>
          </p:nvPr>
        </p:nvSpPr>
        <p:spPr>
          <a:xfrm>
            <a:off x="7044845" y="1774221"/>
            <a:ext cx="574715" cy="452038"/>
          </a:xfrm>
          <a:custGeom>
            <a:avLst/>
            <a:gdLst/>
            <a:ahLst/>
            <a:cxnLst/>
            <a:rect l="l" t="t" r="r" b="b"/>
            <a:pathLst>
              <a:path w="115044" h="90487">
                <a:moveTo>
                  <a:pt x="106858" y="0"/>
                </a:moveTo>
                <a:lnTo>
                  <a:pt x="115044" y="17264"/>
                </a:lnTo>
                <a:cubicBezTo>
                  <a:pt x="106709" y="20042"/>
                  <a:pt x="100731" y="23912"/>
                  <a:pt x="97110" y="28873"/>
                </a:cubicBezTo>
                <a:cubicBezTo>
                  <a:pt x="93488" y="33834"/>
                  <a:pt x="91578" y="40432"/>
                  <a:pt x="91380" y="48667"/>
                </a:cubicBezTo>
                <a:lnTo>
                  <a:pt x="111621" y="48667"/>
                </a:lnTo>
                <a:lnTo>
                  <a:pt x="111621" y="90487"/>
                </a:lnTo>
                <a:lnTo>
                  <a:pt x="69800" y="90487"/>
                </a:lnTo>
                <a:lnTo>
                  <a:pt x="69800" y="60573"/>
                </a:lnTo>
                <a:cubicBezTo>
                  <a:pt x="69800" y="48369"/>
                  <a:pt x="70867" y="38794"/>
                  <a:pt x="73000" y="31849"/>
                </a:cubicBezTo>
                <a:cubicBezTo>
                  <a:pt x="75133" y="24904"/>
                  <a:pt x="79102" y="18653"/>
                  <a:pt x="84906" y="13097"/>
                </a:cubicBezTo>
                <a:cubicBezTo>
                  <a:pt x="90710" y="7541"/>
                  <a:pt x="98028" y="3175"/>
                  <a:pt x="106858" y="0"/>
                </a:cubicBezTo>
                <a:close/>
                <a:moveTo>
                  <a:pt x="37058" y="0"/>
                </a:moveTo>
                <a:lnTo>
                  <a:pt x="45243" y="17264"/>
                </a:lnTo>
                <a:cubicBezTo>
                  <a:pt x="36909" y="20042"/>
                  <a:pt x="30931" y="23912"/>
                  <a:pt x="27310" y="28873"/>
                </a:cubicBezTo>
                <a:cubicBezTo>
                  <a:pt x="23688" y="33834"/>
                  <a:pt x="21778" y="40432"/>
                  <a:pt x="21580" y="48667"/>
                </a:cubicBezTo>
                <a:lnTo>
                  <a:pt x="41820" y="48667"/>
                </a:lnTo>
                <a:lnTo>
                  <a:pt x="41820" y="90487"/>
                </a:lnTo>
                <a:lnTo>
                  <a:pt x="0" y="90487"/>
                </a:lnTo>
                <a:lnTo>
                  <a:pt x="0" y="60573"/>
                </a:lnTo>
                <a:cubicBezTo>
                  <a:pt x="0" y="48468"/>
                  <a:pt x="1066" y="38919"/>
                  <a:pt x="3199" y="31924"/>
                </a:cubicBezTo>
                <a:cubicBezTo>
                  <a:pt x="5333" y="24929"/>
                  <a:pt x="9277" y="18653"/>
                  <a:pt x="15031" y="13097"/>
                </a:cubicBezTo>
                <a:cubicBezTo>
                  <a:pt x="20786" y="7541"/>
                  <a:pt x="28128" y="3175"/>
                  <a:pt x="3705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a:solidFill>
                <a:schemeClr val="bg1">
                  <a:lumMod val="85000"/>
                </a:schemeClr>
              </a:solidFill>
              <a:latin typeface="微软雅黑"/>
              <a:ea typeface="微软雅黑"/>
              <a:sym typeface="微软雅黑"/>
            </a:endParaRPr>
          </a:p>
        </p:txBody>
      </p:sp>
      <p:sp>
        <p:nvSpPr>
          <p:cNvPr id="16" name="文本框 15">
            <a:extLst>
              <a:ext uri="{FF2B5EF4-FFF2-40B4-BE49-F238E27FC236}">
                <a16:creationId xmlns:a16="http://schemas.microsoft.com/office/drawing/2014/main" id="{99D54DE1-A786-4703-BA89-32BDB939301F}"/>
              </a:ext>
            </a:extLst>
          </p:cNvPr>
          <p:cNvSpPr txBox="1"/>
          <p:nvPr/>
        </p:nvSpPr>
        <p:spPr>
          <a:xfrm>
            <a:off x="6946676" y="2849352"/>
            <a:ext cx="4768635" cy="523220"/>
          </a:xfrm>
          <a:prstGeom prst="rect">
            <a:avLst/>
          </a:prstGeom>
          <a:noFill/>
        </p:spPr>
        <p:txBody>
          <a:bodyPr wrap="square" rtlCol="0" anchor="ctr">
            <a:spAutoFit/>
          </a:bodyPr>
          <a:lstStyle/>
          <a:p>
            <a:r>
              <a:rPr lang="zh-CN" altLang="en-US" sz="2800" b="1">
                <a:latin typeface="微软雅黑"/>
                <a:ea typeface="微软雅黑"/>
                <a:cs typeface="阿里巴巴普惠体" panose="00020600040101010101" pitchFamily="18" charset="-122"/>
                <a:sym typeface="微软雅黑"/>
              </a:rPr>
              <a:t>拉尽头</a:t>
            </a:r>
          </a:p>
        </p:txBody>
      </p:sp>
      <p:sp>
        <p:nvSpPr>
          <p:cNvPr id="17" name="文本框 16">
            <a:extLst>
              <a:ext uri="{FF2B5EF4-FFF2-40B4-BE49-F238E27FC236}">
                <a16:creationId xmlns:a16="http://schemas.microsoft.com/office/drawing/2014/main" id="{97E7BC16-37CD-47BF-82E3-C1DEE8704F3C}"/>
              </a:ext>
            </a:extLst>
          </p:cNvPr>
          <p:cNvSpPr txBox="1"/>
          <p:nvPr/>
        </p:nvSpPr>
        <p:spPr>
          <a:xfrm>
            <a:off x="6946677" y="2311379"/>
            <a:ext cx="3968535" cy="584775"/>
          </a:xfrm>
          <a:prstGeom prst="rect">
            <a:avLst/>
          </a:prstGeom>
          <a:noFill/>
        </p:spPr>
        <p:txBody>
          <a:bodyPr wrap="square">
            <a:spAutoFit/>
          </a:bodyPr>
          <a:lstStyle/>
          <a:p>
            <a:r>
              <a:rPr lang="en-US" altLang="zh-CN" sz="3200">
                <a:solidFill>
                  <a:schemeClr val="bg1">
                    <a:lumMod val="85000"/>
                  </a:schemeClr>
                </a:solidFill>
                <a:latin typeface="微软雅黑"/>
                <a:ea typeface="微软雅黑"/>
                <a:cs typeface="阿里巴巴普惠体" panose="00020600040101010101" pitchFamily="18" charset="-122"/>
                <a:sym typeface="微软雅黑"/>
              </a:rPr>
              <a:t>BACKGROUND</a:t>
            </a:r>
            <a:endParaRPr lang="zh-CN" altLang="en-US" sz="3200">
              <a:solidFill>
                <a:schemeClr val="bg1">
                  <a:lumMod val="85000"/>
                </a:schemeClr>
              </a:solidFill>
              <a:latin typeface="微软雅黑"/>
              <a:ea typeface="微软雅黑"/>
              <a:cs typeface="阿里巴巴普惠体" panose="00020600040101010101" pitchFamily="18" charset="-122"/>
              <a:sym typeface="微软雅黑"/>
            </a:endParaRPr>
          </a:p>
        </p:txBody>
      </p:sp>
      <p:sp>
        <p:nvSpPr>
          <p:cNvPr id="18" name="文本框 17">
            <a:extLst>
              <a:ext uri="{FF2B5EF4-FFF2-40B4-BE49-F238E27FC236}">
                <a16:creationId xmlns:a16="http://schemas.microsoft.com/office/drawing/2014/main" id="{48853D4E-4D5D-4A76-A8D1-12D7AAA19FD7}"/>
              </a:ext>
            </a:extLst>
          </p:cNvPr>
          <p:cNvSpPr txBox="1"/>
          <p:nvPr/>
        </p:nvSpPr>
        <p:spPr>
          <a:xfrm>
            <a:off x="6946676" y="3410072"/>
            <a:ext cx="2273085" cy="307777"/>
          </a:xfrm>
          <a:prstGeom prst="rect">
            <a:avLst/>
          </a:prstGeom>
          <a:noFill/>
        </p:spPr>
        <p:txBody>
          <a:bodyPr wrap="square" rtlCol="0" anchor="ctr">
            <a:spAutoFit/>
          </a:bodyPr>
          <a:lstStyle/>
          <a:p>
            <a:r>
              <a:rPr lang="zh-CN" altLang="en-US" sz="1400" b="1">
                <a:solidFill>
                  <a:schemeClr val="bg1">
                    <a:lumMod val="50000"/>
                  </a:schemeClr>
                </a:solidFill>
                <a:latin typeface="微软雅黑"/>
                <a:ea typeface="微软雅黑"/>
                <a:cs typeface="阿里巴巴普惠体" panose="00020600040101010101" pitchFamily="18" charset="-122"/>
                <a:sym typeface="微软雅黑"/>
              </a:rPr>
              <a:t>添加您的副标题文字</a:t>
            </a:r>
          </a:p>
        </p:txBody>
      </p:sp>
      <p:sp>
        <p:nvSpPr>
          <p:cNvPr id="19" name="文本框 18">
            <a:extLst>
              <a:ext uri="{FF2B5EF4-FFF2-40B4-BE49-F238E27FC236}">
                <a16:creationId xmlns:a16="http://schemas.microsoft.com/office/drawing/2014/main" id="{D8181849-1D62-46A0-8540-B92811CC30BE}"/>
              </a:ext>
            </a:extLst>
          </p:cNvPr>
          <p:cNvSpPr txBox="1"/>
          <p:nvPr/>
        </p:nvSpPr>
        <p:spPr>
          <a:xfrm>
            <a:off x="6946675" y="4166474"/>
            <a:ext cx="4343400" cy="1384995"/>
          </a:xfrm>
          <a:prstGeom prst="rect">
            <a:avLst/>
          </a:prstGeom>
          <a:noFill/>
        </p:spPr>
        <p:txBody>
          <a:bodyPr wrap="square" rtlCol="0">
            <a:spAutoFit/>
          </a:bodyPr>
          <a:lstStyle/>
          <a:p>
            <a:pPr>
              <a:lnSpc>
                <a:spcPct val="120000"/>
              </a:lnSpc>
            </a:pPr>
            <a:r>
              <a:rPr lang="zh-CN" altLang="en-US" sz="1400">
                <a:solidFill>
                  <a:schemeClr val="bg1">
                    <a:lumMod val="50000"/>
                  </a:schemeClr>
                </a:solidFill>
                <a:latin typeface="微软雅黑"/>
                <a:ea typeface="微软雅黑"/>
                <a:cs typeface="阿里巴巴普惠体" panose="00020600040101010101" pitchFamily="18" charset="-122"/>
                <a:sym typeface="微软雅黑"/>
              </a:rPr>
              <a:t>与推镜头的运动方向相反，摄影由近而远向后移动离开被摄对象，取景范围由X变大，被拍对象由大变X，与观众距离也逐步加大。画面的形象由少变多，由局部变化为整体。在景别上，由特写或近、中景拉成全景、远景。拉镜头的主要作用是交代人物所处的环境。</a:t>
            </a:r>
          </a:p>
        </p:txBody>
      </p:sp>
      <p:cxnSp>
        <p:nvCxnSpPr>
          <p:cNvPr id="20" name="直接连接符 19">
            <a:extLst>
              <a:ext uri="{FF2B5EF4-FFF2-40B4-BE49-F238E27FC236}">
                <a16:creationId xmlns:a16="http://schemas.microsoft.com/office/drawing/2014/main" id="{9781877A-B2E8-469C-A309-794F66D137AE}"/>
              </a:ext>
            </a:extLst>
          </p:cNvPr>
          <p:cNvCxnSpPr/>
          <p:nvPr/>
        </p:nvCxnSpPr>
        <p:spPr>
          <a:xfrm>
            <a:off x="7062503" y="4024687"/>
            <a:ext cx="3998973"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 name="矩形: 圆角 20">
            <a:extLst>
              <a:ext uri="{FF2B5EF4-FFF2-40B4-BE49-F238E27FC236}">
                <a16:creationId xmlns:a16="http://schemas.microsoft.com/office/drawing/2014/main" id="{49EB38A1-90B6-4BDE-9D61-77E9B08E13D9}"/>
              </a:ext>
            </a:extLst>
          </p:cNvPr>
          <p:cNvSpPr/>
          <p:nvPr/>
        </p:nvSpPr>
        <p:spPr>
          <a:xfrm>
            <a:off x="7027638" y="5617218"/>
            <a:ext cx="833679" cy="263896"/>
          </a:xfrm>
          <a:prstGeom prst="roundRect">
            <a:avLst>
              <a:gd name="adj" fmla="val 50000"/>
            </a:avLst>
          </a:prstGeom>
          <a:solidFill>
            <a:schemeClr val="accent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200">
                <a:solidFill>
                  <a:schemeClr val="accent1"/>
                </a:solidFill>
                <a:latin typeface="微软雅黑"/>
                <a:ea typeface="微软雅黑"/>
                <a:cs typeface="阿里巴巴普惠体" panose="00020600040101010101" pitchFamily="18" charset="-122"/>
                <a:sym typeface="微软雅黑"/>
              </a:rPr>
              <a:t>专业能力</a:t>
            </a:r>
          </a:p>
        </p:txBody>
      </p:sp>
      <p:sp>
        <p:nvSpPr>
          <p:cNvPr id="22" name="矩形: 圆角 21">
            <a:extLst>
              <a:ext uri="{FF2B5EF4-FFF2-40B4-BE49-F238E27FC236}">
                <a16:creationId xmlns:a16="http://schemas.microsoft.com/office/drawing/2014/main" id="{AD98F188-B058-4ED0-A73F-D64EA3E37A70}"/>
              </a:ext>
            </a:extLst>
          </p:cNvPr>
          <p:cNvSpPr/>
          <p:nvPr/>
        </p:nvSpPr>
        <p:spPr>
          <a:xfrm>
            <a:off x="8094438" y="5617218"/>
            <a:ext cx="833679" cy="263896"/>
          </a:xfrm>
          <a:prstGeom prst="roundRect">
            <a:avLst>
              <a:gd name="adj" fmla="val 50000"/>
            </a:avLst>
          </a:prstGeom>
          <a:solidFill>
            <a:schemeClr val="accent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200">
                <a:solidFill>
                  <a:schemeClr val="accent1"/>
                </a:solidFill>
                <a:latin typeface="微软雅黑"/>
                <a:ea typeface="微软雅黑"/>
                <a:cs typeface="阿里巴巴普惠体" panose="00020600040101010101" pitchFamily="18" charset="-122"/>
                <a:sym typeface="微软雅黑"/>
              </a:rPr>
              <a:t>相应速度</a:t>
            </a:r>
          </a:p>
        </p:txBody>
      </p:sp>
      <p:sp>
        <p:nvSpPr>
          <p:cNvPr id="23" name="矩形: 圆角 22">
            <a:extLst>
              <a:ext uri="{FF2B5EF4-FFF2-40B4-BE49-F238E27FC236}">
                <a16:creationId xmlns:a16="http://schemas.microsoft.com/office/drawing/2014/main" id="{EB5C3A03-FB00-49B1-AEB7-3658AD1DC746}"/>
              </a:ext>
            </a:extLst>
          </p:cNvPr>
          <p:cNvSpPr/>
          <p:nvPr/>
        </p:nvSpPr>
        <p:spPr>
          <a:xfrm>
            <a:off x="9161238" y="5617218"/>
            <a:ext cx="833679" cy="263896"/>
          </a:xfrm>
          <a:prstGeom prst="roundRect">
            <a:avLst>
              <a:gd name="adj" fmla="val 50000"/>
            </a:avLst>
          </a:prstGeom>
          <a:solidFill>
            <a:schemeClr val="accent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200">
                <a:solidFill>
                  <a:schemeClr val="accent1"/>
                </a:solidFill>
                <a:latin typeface="微软雅黑"/>
                <a:ea typeface="微软雅黑"/>
                <a:cs typeface="阿里巴巴普惠体" panose="00020600040101010101" pitchFamily="18" charset="-122"/>
                <a:sym typeface="微软雅黑"/>
              </a:rPr>
              <a:t>服务范围</a:t>
            </a:r>
          </a:p>
        </p:txBody>
      </p:sp>
    </p:spTree>
    <p:extLst>
      <p:ext uri="{BB962C8B-B14F-4D97-AF65-F5344CB8AC3E}">
        <p14:creationId xmlns:p14="http://schemas.microsoft.com/office/powerpoint/2010/main" val="33171976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1000"/>
                                        <p:tgtEl>
                                          <p:spTgt spid="15"/>
                                        </p:tgtEl>
                                      </p:cBhvr>
                                    </p:animEffect>
                                    <p:anim calcmode="lin" valueType="num">
                                      <p:cBhvr>
                                        <p:cTn id="23" dur="1000" fill="hold"/>
                                        <p:tgtEl>
                                          <p:spTgt spid="15"/>
                                        </p:tgtEl>
                                        <p:attrNameLst>
                                          <p:attrName>ppt_x</p:attrName>
                                        </p:attrNameLst>
                                      </p:cBhvr>
                                      <p:tavLst>
                                        <p:tav tm="0">
                                          <p:val>
                                            <p:strVal val="#ppt_x"/>
                                          </p:val>
                                        </p:tav>
                                        <p:tav tm="100000">
                                          <p:val>
                                            <p:strVal val="#ppt_x"/>
                                          </p:val>
                                        </p:tav>
                                      </p:tavLst>
                                    </p:anim>
                                    <p:anim calcmode="lin" valueType="num">
                                      <p:cBhvr>
                                        <p:cTn id="24" dur="1000" fill="hold"/>
                                        <p:tgtEl>
                                          <p:spTgt spid="1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1000"/>
                                        <p:tgtEl>
                                          <p:spTgt spid="16"/>
                                        </p:tgtEl>
                                      </p:cBhvr>
                                    </p:animEffect>
                                    <p:anim calcmode="lin" valueType="num">
                                      <p:cBhvr>
                                        <p:cTn id="28" dur="1000" fill="hold"/>
                                        <p:tgtEl>
                                          <p:spTgt spid="16"/>
                                        </p:tgtEl>
                                        <p:attrNameLst>
                                          <p:attrName>ppt_x</p:attrName>
                                        </p:attrNameLst>
                                      </p:cBhvr>
                                      <p:tavLst>
                                        <p:tav tm="0">
                                          <p:val>
                                            <p:strVal val="#ppt_x"/>
                                          </p:val>
                                        </p:tav>
                                        <p:tav tm="100000">
                                          <p:val>
                                            <p:strVal val="#ppt_x"/>
                                          </p:val>
                                        </p:tav>
                                      </p:tavLst>
                                    </p:anim>
                                    <p:anim calcmode="lin" valueType="num">
                                      <p:cBhvr>
                                        <p:cTn id="29" dur="1000" fill="hold"/>
                                        <p:tgtEl>
                                          <p:spTgt spid="1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1000"/>
                                        <p:tgtEl>
                                          <p:spTgt spid="17"/>
                                        </p:tgtEl>
                                      </p:cBhvr>
                                    </p:animEffect>
                                    <p:anim calcmode="lin" valueType="num">
                                      <p:cBhvr>
                                        <p:cTn id="33" dur="1000" fill="hold"/>
                                        <p:tgtEl>
                                          <p:spTgt spid="17"/>
                                        </p:tgtEl>
                                        <p:attrNameLst>
                                          <p:attrName>ppt_x</p:attrName>
                                        </p:attrNameLst>
                                      </p:cBhvr>
                                      <p:tavLst>
                                        <p:tav tm="0">
                                          <p:val>
                                            <p:strVal val="#ppt_x"/>
                                          </p:val>
                                        </p:tav>
                                        <p:tav tm="100000">
                                          <p:val>
                                            <p:strVal val="#ppt_x"/>
                                          </p:val>
                                        </p:tav>
                                      </p:tavLst>
                                    </p:anim>
                                    <p:anim calcmode="lin" valueType="num">
                                      <p:cBhvr>
                                        <p:cTn id="34" dur="1000" fill="hold"/>
                                        <p:tgtEl>
                                          <p:spTgt spid="1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1000"/>
                                        <p:tgtEl>
                                          <p:spTgt spid="18"/>
                                        </p:tgtEl>
                                      </p:cBhvr>
                                    </p:animEffect>
                                    <p:anim calcmode="lin" valueType="num">
                                      <p:cBhvr>
                                        <p:cTn id="38" dur="1000" fill="hold"/>
                                        <p:tgtEl>
                                          <p:spTgt spid="18"/>
                                        </p:tgtEl>
                                        <p:attrNameLst>
                                          <p:attrName>ppt_x</p:attrName>
                                        </p:attrNameLst>
                                      </p:cBhvr>
                                      <p:tavLst>
                                        <p:tav tm="0">
                                          <p:val>
                                            <p:strVal val="#ppt_x"/>
                                          </p:val>
                                        </p:tav>
                                        <p:tav tm="100000">
                                          <p:val>
                                            <p:strVal val="#ppt_x"/>
                                          </p:val>
                                        </p:tav>
                                      </p:tavLst>
                                    </p:anim>
                                    <p:anim calcmode="lin" valueType="num">
                                      <p:cBhvr>
                                        <p:cTn id="39" dur="1000" fill="hold"/>
                                        <p:tgtEl>
                                          <p:spTgt spid="1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1000"/>
                                        <p:tgtEl>
                                          <p:spTgt spid="19"/>
                                        </p:tgtEl>
                                      </p:cBhvr>
                                    </p:animEffect>
                                    <p:anim calcmode="lin" valueType="num">
                                      <p:cBhvr>
                                        <p:cTn id="43" dur="1000" fill="hold"/>
                                        <p:tgtEl>
                                          <p:spTgt spid="19"/>
                                        </p:tgtEl>
                                        <p:attrNameLst>
                                          <p:attrName>ppt_x</p:attrName>
                                        </p:attrNameLst>
                                      </p:cBhvr>
                                      <p:tavLst>
                                        <p:tav tm="0">
                                          <p:val>
                                            <p:strVal val="#ppt_x"/>
                                          </p:val>
                                        </p:tav>
                                        <p:tav tm="100000">
                                          <p:val>
                                            <p:strVal val="#ppt_x"/>
                                          </p:val>
                                        </p:tav>
                                      </p:tavLst>
                                    </p:anim>
                                    <p:anim calcmode="lin" valueType="num">
                                      <p:cBhvr>
                                        <p:cTn id="44" dur="1000" fill="hold"/>
                                        <p:tgtEl>
                                          <p:spTgt spid="1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1000"/>
                                        <p:tgtEl>
                                          <p:spTgt spid="20"/>
                                        </p:tgtEl>
                                      </p:cBhvr>
                                    </p:animEffect>
                                    <p:anim calcmode="lin" valueType="num">
                                      <p:cBhvr>
                                        <p:cTn id="48" dur="1000" fill="hold"/>
                                        <p:tgtEl>
                                          <p:spTgt spid="20"/>
                                        </p:tgtEl>
                                        <p:attrNameLst>
                                          <p:attrName>ppt_x</p:attrName>
                                        </p:attrNameLst>
                                      </p:cBhvr>
                                      <p:tavLst>
                                        <p:tav tm="0">
                                          <p:val>
                                            <p:strVal val="#ppt_x"/>
                                          </p:val>
                                        </p:tav>
                                        <p:tav tm="100000">
                                          <p:val>
                                            <p:strVal val="#ppt_x"/>
                                          </p:val>
                                        </p:tav>
                                      </p:tavLst>
                                    </p:anim>
                                    <p:anim calcmode="lin" valueType="num">
                                      <p:cBhvr>
                                        <p:cTn id="49" dur="1000" fill="hold"/>
                                        <p:tgtEl>
                                          <p:spTgt spid="2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1000"/>
                                        <p:tgtEl>
                                          <p:spTgt spid="21"/>
                                        </p:tgtEl>
                                      </p:cBhvr>
                                    </p:animEffect>
                                    <p:anim calcmode="lin" valueType="num">
                                      <p:cBhvr>
                                        <p:cTn id="53" dur="1000" fill="hold"/>
                                        <p:tgtEl>
                                          <p:spTgt spid="21"/>
                                        </p:tgtEl>
                                        <p:attrNameLst>
                                          <p:attrName>ppt_x</p:attrName>
                                        </p:attrNameLst>
                                      </p:cBhvr>
                                      <p:tavLst>
                                        <p:tav tm="0">
                                          <p:val>
                                            <p:strVal val="#ppt_x"/>
                                          </p:val>
                                        </p:tav>
                                        <p:tav tm="100000">
                                          <p:val>
                                            <p:strVal val="#ppt_x"/>
                                          </p:val>
                                        </p:tav>
                                      </p:tavLst>
                                    </p:anim>
                                    <p:anim calcmode="lin" valueType="num">
                                      <p:cBhvr>
                                        <p:cTn id="54" dur="1000" fill="hold"/>
                                        <p:tgtEl>
                                          <p:spTgt spid="21"/>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1000"/>
                                        <p:tgtEl>
                                          <p:spTgt spid="22"/>
                                        </p:tgtEl>
                                      </p:cBhvr>
                                    </p:animEffect>
                                    <p:anim calcmode="lin" valueType="num">
                                      <p:cBhvr>
                                        <p:cTn id="58" dur="1000" fill="hold"/>
                                        <p:tgtEl>
                                          <p:spTgt spid="22"/>
                                        </p:tgtEl>
                                        <p:attrNameLst>
                                          <p:attrName>ppt_x</p:attrName>
                                        </p:attrNameLst>
                                      </p:cBhvr>
                                      <p:tavLst>
                                        <p:tav tm="0">
                                          <p:val>
                                            <p:strVal val="#ppt_x"/>
                                          </p:val>
                                        </p:tav>
                                        <p:tav tm="100000">
                                          <p:val>
                                            <p:strVal val="#ppt_x"/>
                                          </p:val>
                                        </p:tav>
                                      </p:tavLst>
                                    </p:anim>
                                    <p:anim calcmode="lin" valueType="num">
                                      <p:cBhvr>
                                        <p:cTn id="59" dur="1000" fill="hold"/>
                                        <p:tgtEl>
                                          <p:spTgt spid="22"/>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1000"/>
                                        <p:tgtEl>
                                          <p:spTgt spid="23"/>
                                        </p:tgtEl>
                                      </p:cBhvr>
                                    </p:animEffect>
                                    <p:anim calcmode="lin" valueType="num">
                                      <p:cBhvr>
                                        <p:cTn id="63" dur="1000" fill="hold"/>
                                        <p:tgtEl>
                                          <p:spTgt spid="23"/>
                                        </p:tgtEl>
                                        <p:attrNameLst>
                                          <p:attrName>ppt_x</p:attrName>
                                        </p:attrNameLst>
                                      </p:cBhvr>
                                      <p:tavLst>
                                        <p:tav tm="0">
                                          <p:val>
                                            <p:strVal val="#ppt_x"/>
                                          </p:val>
                                        </p:tav>
                                        <p:tav tm="100000">
                                          <p:val>
                                            <p:strVal val="#ppt_x"/>
                                          </p:val>
                                        </p:tav>
                                      </p:tavLst>
                                    </p:anim>
                                    <p:anim calcmode="lin" valueType="num">
                                      <p:cBhvr>
                                        <p:cTn id="6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animBg="1"/>
      <p:bldP spid="15" grpId="0" animBg="1"/>
      <p:bldP spid="16" grpId="0"/>
      <p:bldP spid="17" grpId="0"/>
      <p:bldP spid="18" grpId="0"/>
      <p:bldP spid="19" grpId="0"/>
      <p:bldP spid="21" grpId="0" animBg="1"/>
      <p:bldP spid="22" grpId="0" animBg="1"/>
      <p:bldP spid="2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99147C4-E5C2-4D14-A9F5-3CB75F3AB7E2}"/>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grpSp>
        <p:nvGrpSpPr>
          <p:cNvPr id="13" name="组合 12">
            <a:extLst>
              <a:ext uri="{FF2B5EF4-FFF2-40B4-BE49-F238E27FC236}">
                <a16:creationId xmlns:a16="http://schemas.microsoft.com/office/drawing/2014/main" id="{6FAA881A-CA50-4891-9471-54657192BEAD}"/>
              </a:ext>
            </a:extLst>
          </p:cNvPr>
          <p:cNvGrpSpPr/>
          <p:nvPr/>
        </p:nvGrpSpPr>
        <p:grpSpPr>
          <a:xfrm>
            <a:off x="4279345" y="2278182"/>
            <a:ext cx="3633307" cy="3489263"/>
            <a:chOff x="4279345" y="1987898"/>
            <a:chExt cx="3633306" cy="3489263"/>
          </a:xfrm>
        </p:grpSpPr>
        <p:sp>
          <p:nvSpPr>
            <p:cNvPr id="14" name="Freeform 6">
              <a:extLst>
                <a:ext uri="{FF2B5EF4-FFF2-40B4-BE49-F238E27FC236}">
                  <a16:creationId xmlns:a16="http://schemas.microsoft.com/office/drawing/2014/main" id="{486B2619-F835-4D4E-9372-6D6B5BDFF3C8}"/>
                </a:ext>
              </a:extLst>
            </p:cNvPr>
            <p:cNvSpPr/>
            <p:nvPr/>
          </p:nvSpPr>
          <p:spPr bwMode="auto">
            <a:xfrm>
              <a:off x="6730633" y="3053229"/>
              <a:ext cx="1182018" cy="1364059"/>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accent2"/>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zh-CN" altLang="en-US" sz="1600" kern="0">
                <a:solidFill>
                  <a:schemeClr val="tx1">
                    <a:lumMod val="50000"/>
                    <a:lumOff val="50000"/>
                  </a:schemeClr>
                </a:solidFill>
                <a:latin typeface="微软雅黑"/>
                <a:ea typeface="微软雅黑"/>
                <a:sym typeface="微软雅黑"/>
              </a:endParaRPr>
            </a:p>
          </p:txBody>
        </p:sp>
        <p:sp>
          <p:nvSpPr>
            <p:cNvPr id="15" name="Freeform 7">
              <a:extLst>
                <a:ext uri="{FF2B5EF4-FFF2-40B4-BE49-F238E27FC236}">
                  <a16:creationId xmlns:a16="http://schemas.microsoft.com/office/drawing/2014/main" id="{2862116B-3307-42B6-9C85-60D5913129F3}"/>
                </a:ext>
              </a:extLst>
            </p:cNvPr>
            <p:cNvSpPr/>
            <p:nvPr/>
          </p:nvSpPr>
          <p:spPr bwMode="auto">
            <a:xfrm>
              <a:off x="4279345" y="3053229"/>
              <a:ext cx="1180655" cy="1364059"/>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accent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zh-CN" altLang="en-US" sz="1600" kern="0">
                <a:solidFill>
                  <a:schemeClr val="tx1">
                    <a:lumMod val="50000"/>
                    <a:lumOff val="50000"/>
                  </a:schemeClr>
                </a:solidFill>
                <a:latin typeface="微软雅黑"/>
                <a:ea typeface="微软雅黑"/>
                <a:sym typeface="微软雅黑"/>
              </a:endParaRPr>
            </a:p>
          </p:txBody>
        </p:sp>
        <p:sp>
          <p:nvSpPr>
            <p:cNvPr id="16" name="Freeform 8">
              <a:extLst>
                <a:ext uri="{FF2B5EF4-FFF2-40B4-BE49-F238E27FC236}">
                  <a16:creationId xmlns:a16="http://schemas.microsoft.com/office/drawing/2014/main" id="{8817EDA0-8366-446D-92E8-450B7EB6D032}"/>
                </a:ext>
              </a:extLst>
            </p:cNvPr>
            <p:cNvSpPr/>
            <p:nvPr/>
          </p:nvSpPr>
          <p:spPr bwMode="auto">
            <a:xfrm>
              <a:off x="4891486" y="1987898"/>
              <a:ext cx="1180655" cy="1365423"/>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accent2"/>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zh-CN" altLang="en-US" sz="1600" kern="0">
                <a:solidFill>
                  <a:schemeClr val="tx1">
                    <a:lumMod val="50000"/>
                    <a:lumOff val="50000"/>
                  </a:schemeClr>
                </a:solidFill>
                <a:latin typeface="微软雅黑"/>
                <a:ea typeface="微软雅黑"/>
                <a:sym typeface="微软雅黑"/>
              </a:endParaRPr>
            </a:p>
          </p:txBody>
        </p:sp>
        <p:sp>
          <p:nvSpPr>
            <p:cNvPr id="17" name="Freeform 9">
              <a:extLst>
                <a:ext uri="{FF2B5EF4-FFF2-40B4-BE49-F238E27FC236}">
                  <a16:creationId xmlns:a16="http://schemas.microsoft.com/office/drawing/2014/main" id="{5B21E147-FD90-4BA2-B46A-4E6084C7F9F6}"/>
                </a:ext>
              </a:extLst>
            </p:cNvPr>
            <p:cNvSpPr/>
            <p:nvPr/>
          </p:nvSpPr>
          <p:spPr bwMode="auto">
            <a:xfrm>
              <a:off x="6119857" y="1987898"/>
              <a:ext cx="1180655" cy="1365423"/>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accent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zh-CN" altLang="en-US" sz="1600" kern="0">
                <a:solidFill>
                  <a:schemeClr val="tx1">
                    <a:lumMod val="50000"/>
                    <a:lumOff val="50000"/>
                  </a:schemeClr>
                </a:solidFill>
                <a:latin typeface="微软雅黑"/>
                <a:ea typeface="微软雅黑"/>
                <a:sym typeface="微软雅黑"/>
              </a:endParaRPr>
            </a:p>
          </p:txBody>
        </p:sp>
        <p:sp>
          <p:nvSpPr>
            <p:cNvPr id="18" name="Freeform 10">
              <a:extLst>
                <a:ext uri="{FF2B5EF4-FFF2-40B4-BE49-F238E27FC236}">
                  <a16:creationId xmlns:a16="http://schemas.microsoft.com/office/drawing/2014/main" id="{B92B9EEF-3A44-4430-B2A7-5BD8777302D5}"/>
                </a:ext>
              </a:extLst>
            </p:cNvPr>
            <p:cNvSpPr/>
            <p:nvPr/>
          </p:nvSpPr>
          <p:spPr bwMode="auto">
            <a:xfrm>
              <a:off x="4891486" y="4111738"/>
              <a:ext cx="1180655" cy="1365423"/>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solidFill>
              <a:schemeClr val="accent2"/>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zh-CN" altLang="en-US" sz="1600" kern="0">
                <a:solidFill>
                  <a:schemeClr val="tx1">
                    <a:lumMod val="50000"/>
                    <a:lumOff val="50000"/>
                  </a:schemeClr>
                </a:solidFill>
                <a:latin typeface="微软雅黑"/>
                <a:ea typeface="微软雅黑"/>
                <a:sym typeface="微软雅黑"/>
              </a:endParaRPr>
            </a:p>
          </p:txBody>
        </p:sp>
        <p:sp>
          <p:nvSpPr>
            <p:cNvPr id="19" name="Freeform 11">
              <a:extLst>
                <a:ext uri="{FF2B5EF4-FFF2-40B4-BE49-F238E27FC236}">
                  <a16:creationId xmlns:a16="http://schemas.microsoft.com/office/drawing/2014/main" id="{A0F31C91-3796-440A-9B7A-340D06A16352}"/>
                </a:ext>
              </a:extLst>
            </p:cNvPr>
            <p:cNvSpPr/>
            <p:nvPr/>
          </p:nvSpPr>
          <p:spPr bwMode="auto">
            <a:xfrm>
              <a:off x="6119857" y="4111738"/>
              <a:ext cx="1180655" cy="1365423"/>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solidFill>
              <a:schemeClr val="accent1"/>
            </a:solidFill>
            <a:ln w="25400" cap="flat" cmpd="sng" algn="ctr">
              <a:noFill/>
              <a:prstDash val="solid"/>
            </a:ln>
            <a:effectLst>
              <a:outerShdw blurRad="190500" dist="38100" dir="2700000" algn="tl" rotWithShape="0">
                <a:prstClr val="black">
                  <a:alpha val="20000"/>
                </a:prstClr>
              </a:outerShdw>
            </a:effectLst>
          </p:spPr>
          <p:txBody>
            <a:bodyPr rtlCol="0" anchor="ctr"/>
            <a:lstStyle/>
            <a:p>
              <a:pPr algn="ctr"/>
              <a:endParaRPr lang="zh-CN" altLang="en-US" sz="1600" kern="0">
                <a:solidFill>
                  <a:schemeClr val="tx1">
                    <a:lumMod val="50000"/>
                    <a:lumOff val="50000"/>
                  </a:schemeClr>
                </a:solidFill>
                <a:latin typeface="微软雅黑"/>
                <a:ea typeface="微软雅黑"/>
                <a:sym typeface="微软雅黑"/>
              </a:endParaRPr>
            </a:p>
          </p:txBody>
        </p:sp>
        <p:sp>
          <p:nvSpPr>
            <p:cNvPr id="20" name="Freeform 13">
              <a:extLst>
                <a:ext uri="{FF2B5EF4-FFF2-40B4-BE49-F238E27FC236}">
                  <a16:creationId xmlns:a16="http://schemas.microsoft.com/office/drawing/2014/main" id="{2834F151-C311-4311-943E-55E8ECDE6F35}"/>
                </a:ext>
              </a:extLst>
            </p:cNvPr>
            <p:cNvSpPr>
              <a:spLocks noEditPoints="1"/>
            </p:cNvSpPr>
            <p:nvPr/>
          </p:nvSpPr>
          <p:spPr bwMode="auto">
            <a:xfrm>
              <a:off x="4628361" y="3477450"/>
              <a:ext cx="526251" cy="519707"/>
            </a:xfrm>
            <a:custGeom>
              <a:avLst/>
              <a:gdLst>
                <a:gd name="T0" fmla="*/ 909 w 1006"/>
                <a:gd name="T1" fmla="*/ 858 h 995"/>
                <a:gd name="T2" fmla="*/ 805 w 1006"/>
                <a:gd name="T3" fmla="*/ 858 h 995"/>
                <a:gd name="T4" fmla="*/ 969 w 1006"/>
                <a:gd name="T5" fmla="*/ 97 h 995"/>
                <a:gd name="T6" fmla="*/ 834 w 1006"/>
                <a:gd name="T7" fmla="*/ 0 h 995"/>
                <a:gd name="T8" fmla="*/ 472 w 1006"/>
                <a:gd name="T9" fmla="*/ 323 h 995"/>
                <a:gd name="T10" fmla="*/ 421 w 1006"/>
                <a:gd name="T11" fmla="*/ 397 h 995"/>
                <a:gd name="T12" fmla="*/ 376 w 1006"/>
                <a:gd name="T13" fmla="*/ 419 h 995"/>
                <a:gd name="T14" fmla="*/ 381 w 1006"/>
                <a:gd name="T15" fmla="*/ 556 h 995"/>
                <a:gd name="T16" fmla="*/ 89 w 1006"/>
                <a:gd name="T17" fmla="*/ 810 h 995"/>
                <a:gd name="T18" fmla="*/ 57 w 1006"/>
                <a:gd name="T19" fmla="*/ 995 h 995"/>
                <a:gd name="T20" fmla="*/ 208 w 1006"/>
                <a:gd name="T21" fmla="*/ 844 h 995"/>
                <a:gd name="T22" fmla="*/ 445 w 1006"/>
                <a:gd name="T23" fmla="*/ 621 h 995"/>
                <a:gd name="T24" fmla="*/ 578 w 1006"/>
                <a:gd name="T25" fmla="*/ 621 h 995"/>
                <a:gd name="T26" fmla="*/ 616 w 1006"/>
                <a:gd name="T27" fmla="*/ 537 h 995"/>
                <a:gd name="T28" fmla="*/ 674 w 1006"/>
                <a:gd name="T29" fmla="*/ 525 h 995"/>
                <a:gd name="T30" fmla="*/ 969 w 1006"/>
                <a:gd name="T31" fmla="*/ 97 h 995"/>
                <a:gd name="T32" fmla="*/ 392 w 1006"/>
                <a:gd name="T33" fmla="*/ 325 h 995"/>
                <a:gd name="T34" fmla="*/ 404 w 1006"/>
                <a:gd name="T35" fmla="*/ 312 h 995"/>
                <a:gd name="T36" fmla="*/ 436 w 1006"/>
                <a:gd name="T37" fmla="*/ 281 h 995"/>
                <a:gd name="T38" fmla="*/ 215 w 1006"/>
                <a:gd name="T39" fmla="*/ 1 h 995"/>
                <a:gd name="T40" fmla="*/ 280 w 1006"/>
                <a:gd name="T41" fmla="*/ 160 h 995"/>
                <a:gd name="T42" fmla="*/ 21 w 1006"/>
                <a:gd name="T43" fmla="*/ 195 h 995"/>
                <a:gd name="T44" fmla="*/ 232 w 1006"/>
                <a:gd name="T45" fmla="*/ 447 h 995"/>
                <a:gd name="T46" fmla="*/ 303 w 1006"/>
                <a:gd name="T47" fmla="*/ 433 h 995"/>
                <a:gd name="T48" fmla="*/ 363 w 1006"/>
                <a:gd name="T49" fmla="*/ 354 h 995"/>
                <a:gd name="T50" fmla="*/ 672 w 1006"/>
                <a:gd name="T51" fmla="*/ 606 h 995"/>
                <a:gd name="T52" fmla="*/ 617 w 1006"/>
                <a:gd name="T53" fmla="*/ 660 h 995"/>
                <a:gd name="T54" fmla="*/ 741 w 1006"/>
                <a:gd name="T55" fmla="*/ 871 h 995"/>
                <a:gd name="T56" fmla="*/ 869 w 1006"/>
                <a:gd name="T57" fmla="*/ 995 h 995"/>
                <a:gd name="T58" fmla="*/ 980 w 1006"/>
                <a:gd name="T59" fmla="*/ 825 h 995"/>
                <a:gd name="T60" fmla="*/ 702 w 1006"/>
                <a:gd name="T61" fmla="*/ 576 h 995"/>
                <a:gd name="T62" fmla="*/ 658 w 1006"/>
                <a:gd name="T63" fmla="*/ 579 h 9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05" h="995">
                  <a:moveTo>
                    <a:pt x="857" y="806"/>
                  </a:moveTo>
                  <a:cubicBezTo>
                    <a:pt x="886" y="806"/>
                    <a:pt x="909" y="829"/>
                    <a:pt x="909" y="858"/>
                  </a:cubicBezTo>
                  <a:cubicBezTo>
                    <a:pt x="909" y="887"/>
                    <a:pt x="886" y="910"/>
                    <a:pt x="857" y="910"/>
                  </a:cubicBezTo>
                  <a:cubicBezTo>
                    <a:pt x="828" y="910"/>
                    <a:pt x="805" y="887"/>
                    <a:pt x="805" y="858"/>
                  </a:cubicBezTo>
                  <a:cubicBezTo>
                    <a:pt x="805" y="829"/>
                    <a:pt x="828" y="806"/>
                    <a:pt x="857" y="806"/>
                  </a:cubicBezTo>
                  <a:close/>
                  <a:moveTo>
                    <a:pt x="969" y="97"/>
                  </a:moveTo>
                  <a:lnTo>
                    <a:pt x="900" y="28"/>
                  </a:lnTo>
                  <a:cubicBezTo>
                    <a:pt x="882" y="9"/>
                    <a:pt x="858" y="0"/>
                    <a:pt x="834" y="0"/>
                  </a:cubicBezTo>
                  <a:cubicBezTo>
                    <a:pt x="810" y="0"/>
                    <a:pt x="786" y="9"/>
                    <a:pt x="767" y="28"/>
                  </a:cubicBezTo>
                  <a:lnTo>
                    <a:pt x="472" y="323"/>
                  </a:lnTo>
                  <a:cubicBezTo>
                    <a:pt x="481" y="340"/>
                    <a:pt x="475" y="367"/>
                    <a:pt x="460" y="381"/>
                  </a:cubicBezTo>
                  <a:cubicBezTo>
                    <a:pt x="451" y="391"/>
                    <a:pt x="435" y="397"/>
                    <a:pt x="421" y="397"/>
                  </a:cubicBezTo>
                  <a:cubicBezTo>
                    <a:pt x="414" y="397"/>
                    <a:pt x="408" y="396"/>
                    <a:pt x="402" y="393"/>
                  </a:cubicBezTo>
                  <a:lnTo>
                    <a:pt x="376" y="419"/>
                  </a:lnTo>
                  <a:cubicBezTo>
                    <a:pt x="340" y="455"/>
                    <a:pt x="340" y="515"/>
                    <a:pt x="376" y="552"/>
                  </a:cubicBezTo>
                  <a:lnTo>
                    <a:pt x="381" y="556"/>
                  </a:lnTo>
                  <a:lnTo>
                    <a:pt x="151" y="787"/>
                  </a:lnTo>
                  <a:lnTo>
                    <a:pt x="89" y="810"/>
                  </a:lnTo>
                  <a:lnTo>
                    <a:pt x="0" y="938"/>
                  </a:lnTo>
                  <a:lnTo>
                    <a:pt x="57" y="995"/>
                  </a:lnTo>
                  <a:lnTo>
                    <a:pt x="185" y="906"/>
                  </a:lnTo>
                  <a:lnTo>
                    <a:pt x="208" y="844"/>
                  </a:lnTo>
                  <a:lnTo>
                    <a:pt x="439" y="614"/>
                  </a:lnTo>
                  <a:lnTo>
                    <a:pt x="445" y="621"/>
                  </a:lnTo>
                  <a:cubicBezTo>
                    <a:pt x="464" y="639"/>
                    <a:pt x="488" y="648"/>
                    <a:pt x="512" y="648"/>
                  </a:cubicBezTo>
                  <a:cubicBezTo>
                    <a:pt x="536" y="648"/>
                    <a:pt x="560" y="639"/>
                    <a:pt x="578" y="621"/>
                  </a:cubicBezTo>
                  <a:lnTo>
                    <a:pt x="604" y="595"/>
                  </a:lnTo>
                  <a:cubicBezTo>
                    <a:pt x="596" y="577"/>
                    <a:pt x="602" y="551"/>
                    <a:pt x="616" y="537"/>
                  </a:cubicBezTo>
                  <a:cubicBezTo>
                    <a:pt x="626" y="527"/>
                    <a:pt x="642" y="521"/>
                    <a:pt x="656" y="521"/>
                  </a:cubicBezTo>
                  <a:cubicBezTo>
                    <a:pt x="662" y="521"/>
                    <a:pt x="669" y="522"/>
                    <a:pt x="674" y="525"/>
                  </a:cubicBezTo>
                  <a:lnTo>
                    <a:pt x="969" y="230"/>
                  </a:lnTo>
                  <a:cubicBezTo>
                    <a:pt x="1006" y="193"/>
                    <a:pt x="1006" y="133"/>
                    <a:pt x="969" y="97"/>
                  </a:cubicBezTo>
                  <a:close/>
                  <a:moveTo>
                    <a:pt x="363" y="354"/>
                  </a:moveTo>
                  <a:lnTo>
                    <a:pt x="392" y="325"/>
                  </a:lnTo>
                  <a:lnTo>
                    <a:pt x="418" y="338"/>
                  </a:lnTo>
                  <a:lnTo>
                    <a:pt x="404" y="312"/>
                  </a:lnTo>
                  <a:lnTo>
                    <a:pt x="433" y="284"/>
                  </a:lnTo>
                  <a:lnTo>
                    <a:pt x="436" y="281"/>
                  </a:lnTo>
                  <a:cubicBezTo>
                    <a:pt x="442" y="264"/>
                    <a:pt x="446" y="248"/>
                    <a:pt x="446" y="233"/>
                  </a:cubicBezTo>
                  <a:cubicBezTo>
                    <a:pt x="446" y="115"/>
                    <a:pt x="333" y="0"/>
                    <a:pt x="215" y="1"/>
                  </a:cubicBezTo>
                  <a:cubicBezTo>
                    <a:pt x="214" y="1"/>
                    <a:pt x="201" y="15"/>
                    <a:pt x="193" y="22"/>
                  </a:cubicBezTo>
                  <a:cubicBezTo>
                    <a:pt x="288" y="117"/>
                    <a:pt x="280" y="102"/>
                    <a:pt x="280" y="160"/>
                  </a:cubicBezTo>
                  <a:cubicBezTo>
                    <a:pt x="280" y="207"/>
                    <a:pt x="205" y="282"/>
                    <a:pt x="159" y="282"/>
                  </a:cubicBezTo>
                  <a:cubicBezTo>
                    <a:pt x="99" y="282"/>
                    <a:pt x="118" y="291"/>
                    <a:pt x="21" y="195"/>
                  </a:cubicBezTo>
                  <a:cubicBezTo>
                    <a:pt x="14" y="202"/>
                    <a:pt x="0" y="215"/>
                    <a:pt x="0" y="216"/>
                  </a:cubicBezTo>
                  <a:cubicBezTo>
                    <a:pt x="2" y="334"/>
                    <a:pt x="113" y="447"/>
                    <a:pt x="232" y="447"/>
                  </a:cubicBezTo>
                  <a:cubicBezTo>
                    <a:pt x="253" y="447"/>
                    <a:pt x="276" y="440"/>
                    <a:pt x="299" y="429"/>
                  </a:cubicBezTo>
                  <a:lnTo>
                    <a:pt x="303" y="433"/>
                  </a:lnTo>
                  <a:cubicBezTo>
                    <a:pt x="310" y="414"/>
                    <a:pt x="322" y="395"/>
                    <a:pt x="337" y="380"/>
                  </a:cubicBezTo>
                  <a:lnTo>
                    <a:pt x="363" y="354"/>
                  </a:lnTo>
                  <a:close/>
                  <a:moveTo>
                    <a:pt x="658" y="579"/>
                  </a:moveTo>
                  <a:lnTo>
                    <a:pt x="672" y="606"/>
                  </a:lnTo>
                  <a:lnTo>
                    <a:pt x="644" y="634"/>
                  </a:lnTo>
                  <a:lnTo>
                    <a:pt x="617" y="660"/>
                  </a:lnTo>
                  <a:cubicBezTo>
                    <a:pt x="602" y="675"/>
                    <a:pt x="584" y="687"/>
                    <a:pt x="564" y="694"/>
                  </a:cubicBezTo>
                  <a:lnTo>
                    <a:pt x="741" y="871"/>
                  </a:lnTo>
                  <a:lnTo>
                    <a:pt x="824" y="983"/>
                  </a:lnTo>
                  <a:lnTo>
                    <a:pt x="869" y="995"/>
                  </a:lnTo>
                  <a:lnTo>
                    <a:pt x="992" y="871"/>
                  </a:lnTo>
                  <a:lnTo>
                    <a:pt x="980" y="825"/>
                  </a:lnTo>
                  <a:lnTo>
                    <a:pt x="869" y="743"/>
                  </a:lnTo>
                  <a:lnTo>
                    <a:pt x="702" y="576"/>
                  </a:lnTo>
                  <a:lnTo>
                    <a:pt x="685" y="592"/>
                  </a:lnTo>
                  <a:lnTo>
                    <a:pt x="658" y="579"/>
                  </a:lnTo>
                  <a:close/>
                </a:path>
              </a:pathLst>
            </a:custGeom>
            <a:solidFill>
              <a:schemeClr val="bg1">
                <a:lumMod val="95000"/>
              </a:schemeClr>
            </a:solidFill>
            <a:ln>
              <a:noFill/>
            </a:ln>
          </p:spPr>
          <p:txBody>
            <a:bodyPr vert="horz" wrap="square" lIns="68571" tIns="34285" rIns="68571" bIns="34285" numCol="1" anchor="t" anchorCtr="0" compatLnSpc="1"/>
            <a:lstStyle/>
            <a:p>
              <a:pPr>
                <a:defRPr/>
              </a:pPr>
              <a:endParaRPr lang="zh-CN" altLang="en-US" kern="0">
                <a:solidFill>
                  <a:schemeClr val="tx1">
                    <a:lumMod val="50000"/>
                    <a:lumOff val="50000"/>
                  </a:schemeClr>
                </a:solidFill>
                <a:latin typeface="微软雅黑"/>
                <a:ea typeface="微软雅黑"/>
                <a:sym typeface="微软雅黑"/>
              </a:endParaRPr>
            </a:p>
          </p:txBody>
        </p:sp>
        <p:sp>
          <p:nvSpPr>
            <p:cNvPr id="21" name="Freeform 14">
              <a:extLst>
                <a:ext uri="{FF2B5EF4-FFF2-40B4-BE49-F238E27FC236}">
                  <a16:creationId xmlns:a16="http://schemas.microsoft.com/office/drawing/2014/main" id="{3F041180-716E-4791-9A3D-D6B90B0E200A}"/>
                </a:ext>
              </a:extLst>
            </p:cNvPr>
            <p:cNvSpPr>
              <a:spLocks noEditPoints="1"/>
            </p:cNvSpPr>
            <p:nvPr/>
          </p:nvSpPr>
          <p:spPr bwMode="auto">
            <a:xfrm>
              <a:off x="5311395" y="2357559"/>
              <a:ext cx="377646" cy="515614"/>
            </a:xfrm>
            <a:custGeom>
              <a:avLst/>
              <a:gdLst>
                <a:gd name="T0" fmla="*/ 95 w 723"/>
                <a:gd name="T1" fmla="*/ 160 h 986"/>
                <a:gd name="T2" fmla="*/ 80 w 723"/>
                <a:gd name="T3" fmla="*/ 986 h 986"/>
                <a:gd name="T4" fmla="*/ 723 w 723"/>
                <a:gd name="T5" fmla="*/ 242 h 986"/>
                <a:gd name="T6" fmla="*/ 668 w 723"/>
                <a:gd name="T7" fmla="*/ 260 h 986"/>
                <a:gd name="T8" fmla="*/ 83 w 723"/>
                <a:gd name="T9" fmla="*/ 929 h 986"/>
                <a:gd name="T10" fmla="*/ 313 w 723"/>
                <a:gd name="T11" fmla="*/ 105 h 986"/>
                <a:gd name="T12" fmla="*/ 410 w 723"/>
                <a:gd name="T13" fmla="*/ 105 h 986"/>
                <a:gd name="T14" fmla="*/ 360 w 723"/>
                <a:gd name="T15" fmla="*/ 157 h 986"/>
                <a:gd name="T16" fmla="*/ 253 w 723"/>
                <a:gd name="T17" fmla="*/ 107 h 986"/>
                <a:gd name="T18" fmla="*/ 133 w 723"/>
                <a:gd name="T19" fmla="*/ 250 h 986"/>
                <a:gd name="T20" fmla="*/ 590 w 723"/>
                <a:gd name="T21" fmla="*/ 250 h 986"/>
                <a:gd name="T22" fmla="*/ 470 w 723"/>
                <a:gd name="T23" fmla="*/ 107 h 986"/>
                <a:gd name="T24" fmla="*/ 253 w 723"/>
                <a:gd name="T25" fmla="*/ 107 h 986"/>
                <a:gd name="T26" fmla="*/ 255 w 723"/>
                <a:gd name="T27" fmla="*/ 749 h 986"/>
                <a:gd name="T28" fmla="*/ 175 w 723"/>
                <a:gd name="T29" fmla="*/ 771 h 986"/>
                <a:gd name="T30" fmla="*/ 158 w 723"/>
                <a:gd name="T31" fmla="*/ 789 h 986"/>
                <a:gd name="T32" fmla="*/ 255 w 723"/>
                <a:gd name="T33" fmla="*/ 796 h 986"/>
                <a:gd name="T34" fmla="*/ 153 w 723"/>
                <a:gd name="T35" fmla="*/ 846 h 986"/>
                <a:gd name="T36" fmla="*/ 280 w 723"/>
                <a:gd name="T37" fmla="*/ 784 h 986"/>
                <a:gd name="T38" fmla="*/ 280 w 723"/>
                <a:gd name="T39" fmla="*/ 744 h 986"/>
                <a:gd name="T40" fmla="*/ 128 w 723"/>
                <a:gd name="T41" fmla="*/ 751 h 986"/>
                <a:gd name="T42" fmla="*/ 248 w 723"/>
                <a:gd name="T43" fmla="*/ 879 h 986"/>
                <a:gd name="T44" fmla="*/ 248 w 723"/>
                <a:gd name="T45" fmla="*/ 387 h 986"/>
                <a:gd name="T46" fmla="*/ 175 w 723"/>
                <a:gd name="T47" fmla="*/ 409 h 986"/>
                <a:gd name="T48" fmla="*/ 200 w 723"/>
                <a:gd name="T49" fmla="*/ 474 h 986"/>
                <a:gd name="T50" fmla="*/ 153 w 723"/>
                <a:gd name="T51" fmla="*/ 492 h 986"/>
                <a:gd name="T52" fmla="*/ 248 w 723"/>
                <a:gd name="T53" fmla="*/ 362 h 986"/>
                <a:gd name="T54" fmla="*/ 128 w 723"/>
                <a:gd name="T55" fmla="*/ 489 h 986"/>
                <a:gd name="T56" fmla="*/ 279 w 723"/>
                <a:gd name="T57" fmla="*/ 416 h 986"/>
                <a:gd name="T58" fmla="*/ 278 w 723"/>
                <a:gd name="T59" fmla="*/ 382 h 986"/>
                <a:gd name="T60" fmla="*/ 255 w 723"/>
                <a:gd name="T61" fmla="*/ 582 h 986"/>
                <a:gd name="T62" fmla="*/ 158 w 723"/>
                <a:gd name="T63" fmla="*/ 607 h 986"/>
                <a:gd name="T64" fmla="*/ 255 w 723"/>
                <a:gd name="T65" fmla="*/ 672 h 986"/>
                <a:gd name="T66" fmla="*/ 280 w 723"/>
                <a:gd name="T67" fmla="*/ 563 h 986"/>
                <a:gd name="T68" fmla="*/ 128 w 723"/>
                <a:gd name="T69" fmla="*/ 569 h 986"/>
                <a:gd name="T70" fmla="*/ 255 w 723"/>
                <a:gd name="T71" fmla="*/ 696 h 986"/>
                <a:gd name="T72" fmla="*/ 334 w 723"/>
                <a:gd name="T73" fmla="*/ 538 h 986"/>
                <a:gd name="T74" fmla="*/ 378 w 723"/>
                <a:gd name="T75" fmla="*/ 836 h 986"/>
                <a:gd name="T76" fmla="*/ 580 w 723"/>
                <a:gd name="T77" fmla="*/ 774 h 986"/>
                <a:gd name="T78" fmla="*/ 370 w 723"/>
                <a:gd name="T79" fmla="*/ 829 h 986"/>
                <a:gd name="T80" fmla="*/ 580 w 723"/>
                <a:gd name="T81" fmla="*/ 587 h 986"/>
                <a:gd name="T82" fmla="*/ 370 w 723"/>
                <a:gd name="T83" fmla="*/ 474 h 986"/>
                <a:gd name="T84" fmla="*/ 370 w 723"/>
                <a:gd name="T85" fmla="*/ 407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23" h="985">
                  <a:moveTo>
                    <a:pt x="55" y="260"/>
                  </a:moveTo>
                  <a:cubicBezTo>
                    <a:pt x="55" y="232"/>
                    <a:pt x="68" y="218"/>
                    <a:pt x="95" y="217"/>
                  </a:cubicBezTo>
                  <a:lnTo>
                    <a:pt x="95" y="160"/>
                  </a:lnTo>
                  <a:cubicBezTo>
                    <a:pt x="45" y="161"/>
                    <a:pt x="0" y="193"/>
                    <a:pt x="0" y="242"/>
                  </a:cubicBezTo>
                  <a:lnTo>
                    <a:pt x="0" y="906"/>
                  </a:lnTo>
                  <a:cubicBezTo>
                    <a:pt x="0" y="947"/>
                    <a:pt x="40" y="986"/>
                    <a:pt x="80" y="986"/>
                  </a:cubicBezTo>
                  <a:lnTo>
                    <a:pt x="643" y="986"/>
                  </a:lnTo>
                  <a:cubicBezTo>
                    <a:pt x="683" y="986"/>
                    <a:pt x="723" y="947"/>
                    <a:pt x="723" y="906"/>
                  </a:cubicBezTo>
                  <a:lnTo>
                    <a:pt x="723" y="242"/>
                  </a:lnTo>
                  <a:cubicBezTo>
                    <a:pt x="723" y="193"/>
                    <a:pt x="678" y="161"/>
                    <a:pt x="628" y="160"/>
                  </a:cubicBezTo>
                  <a:lnTo>
                    <a:pt x="628" y="217"/>
                  </a:lnTo>
                  <a:cubicBezTo>
                    <a:pt x="655" y="218"/>
                    <a:pt x="668" y="232"/>
                    <a:pt x="668" y="260"/>
                  </a:cubicBezTo>
                  <a:lnTo>
                    <a:pt x="668" y="889"/>
                  </a:lnTo>
                  <a:cubicBezTo>
                    <a:pt x="668" y="908"/>
                    <a:pt x="659" y="929"/>
                    <a:pt x="640" y="929"/>
                  </a:cubicBezTo>
                  <a:lnTo>
                    <a:pt x="83" y="929"/>
                  </a:lnTo>
                  <a:cubicBezTo>
                    <a:pt x="61" y="929"/>
                    <a:pt x="55" y="906"/>
                    <a:pt x="55" y="884"/>
                  </a:cubicBezTo>
                  <a:lnTo>
                    <a:pt x="55" y="260"/>
                  </a:lnTo>
                  <a:close/>
                  <a:moveTo>
                    <a:pt x="313" y="105"/>
                  </a:moveTo>
                  <a:cubicBezTo>
                    <a:pt x="313" y="82"/>
                    <a:pt x="335" y="60"/>
                    <a:pt x="358" y="60"/>
                  </a:cubicBezTo>
                  <a:lnTo>
                    <a:pt x="365" y="60"/>
                  </a:lnTo>
                  <a:cubicBezTo>
                    <a:pt x="388" y="60"/>
                    <a:pt x="410" y="82"/>
                    <a:pt x="410" y="105"/>
                  </a:cubicBezTo>
                  <a:lnTo>
                    <a:pt x="410" y="110"/>
                  </a:lnTo>
                  <a:cubicBezTo>
                    <a:pt x="410" y="135"/>
                    <a:pt x="388" y="157"/>
                    <a:pt x="363" y="157"/>
                  </a:cubicBezTo>
                  <a:lnTo>
                    <a:pt x="360" y="157"/>
                  </a:lnTo>
                  <a:cubicBezTo>
                    <a:pt x="335" y="157"/>
                    <a:pt x="313" y="135"/>
                    <a:pt x="313" y="110"/>
                  </a:cubicBezTo>
                  <a:lnTo>
                    <a:pt x="313" y="105"/>
                  </a:lnTo>
                  <a:close/>
                  <a:moveTo>
                    <a:pt x="253" y="107"/>
                  </a:moveTo>
                  <a:lnTo>
                    <a:pt x="173" y="107"/>
                  </a:lnTo>
                  <a:cubicBezTo>
                    <a:pt x="145" y="107"/>
                    <a:pt x="133" y="120"/>
                    <a:pt x="133" y="147"/>
                  </a:cubicBezTo>
                  <a:lnTo>
                    <a:pt x="133" y="250"/>
                  </a:lnTo>
                  <a:cubicBezTo>
                    <a:pt x="133" y="267"/>
                    <a:pt x="144" y="285"/>
                    <a:pt x="160" y="285"/>
                  </a:cubicBezTo>
                  <a:lnTo>
                    <a:pt x="563" y="285"/>
                  </a:lnTo>
                  <a:cubicBezTo>
                    <a:pt x="579" y="285"/>
                    <a:pt x="590" y="267"/>
                    <a:pt x="590" y="250"/>
                  </a:cubicBezTo>
                  <a:lnTo>
                    <a:pt x="590" y="147"/>
                  </a:lnTo>
                  <a:cubicBezTo>
                    <a:pt x="590" y="120"/>
                    <a:pt x="578" y="107"/>
                    <a:pt x="550" y="107"/>
                  </a:cubicBezTo>
                  <a:lnTo>
                    <a:pt x="470" y="107"/>
                  </a:lnTo>
                  <a:cubicBezTo>
                    <a:pt x="470" y="52"/>
                    <a:pt x="423" y="0"/>
                    <a:pt x="370" y="0"/>
                  </a:cubicBezTo>
                  <a:lnTo>
                    <a:pt x="353" y="0"/>
                  </a:lnTo>
                  <a:cubicBezTo>
                    <a:pt x="300" y="0"/>
                    <a:pt x="253" y="52"/>
                    <a:pt x="253" y="107"/>
                  </a:cubicBezTo>
                  <a:close/>
                  <a:moveTo>
                    <a:pt x="153" y="756"/>
                  </a:moveTo>
                  <a:cubicBezTo>
                    <a:pt x="153" y="751"/>
                    <a:pt x="154" y="749"/>
                    <a:pt x="160" y="749"/>
                  </a:cubicBezTo>
                  <a:lnTo>
                    <a:pt x="255" y="749"/>
                  </a:lnTo>
                  <a:lnTo>
                    <a:pt x="255" y="756"/>
                  </a:lnTo>
                  <a:cubicBezTo>
                    <a:pt x="255" y="764"/>
                    <a:pt x="216" y="787"/>
                    <a:pt x="208" y="791"/>
                  </a:cubicBezTo>
                  <a:cubicBezTo>
                    <a:pt x="201" y="786"/>
                    <a:pt x="186" y="771"/>
                    <a:pt x="175" y="771"/>
                  </a:cubicBezTo>
                  <a:lnTo>
                    <a:pt x="173" y="771"/>
                  </a:lnTo>
                  <a:cubicBezTo>
                    <a:pt x="167" y="771"/>
                    <a:pt x="158" y="780"/>
                    <a:pt x="158" y="786"/>
                  </a:cubicBezTo>
                  <a:lnTo>
                    <a:pt x="158" y="789"/>
                  </a:lnTo>
                  <a:cubicBezTo>
                    <a:pt x="158" y="795"/>
                    <a:pt x="193" y="834"/>
                    <a:pt x="200" y="834"/>
                  </a:cubicBezTo>
                  <a:lnTo>
                    <a:pt x="203" y="834"/>
                  </a:lnTo>
                  <a:cubicBezTo>
                    <a:pt x="208" y="834"/>
                    <a:pt x="247" y="802"/>
                    <a:pt x="255" y="796"/>
                  </a:cubicBezTo>
                  <a:cubicBezTo>
                    <a:pt x="255" y="810"/>
                    <a:pt x="261" y="854"/>
                    <a:pt x="248" y="854"/>
                  </a:cubicBezTo>
                  <a:lnTo>
                    <a:pt x="160" y="854"/>
                  </a:lnTo>
                  <a:cubicBezTo>
                    <a:pt x="154" y="854"/>
                    <a:pt x="153" y="852"/>
                    <a:pt x="153" y="846"/>
                  </a:cubicBezTo>
                  <a:lnTo>
                    <a:pt x="153" y="756"/>
                  </a:lnTo>
                  <a:close/>
                  <a:moveTo>
                    <a:pt x="248" y="879"/>
                  </a:moveTo>
                  <a:cubicBezTo>
                    <a:pt x="295" y="879"/>
                    <a:pt x="277" y="827"/>
                    <a:pt x="280" y="784"/>
                  </a:cubicBezTo>
                  <a:cubicBezTo>
                    <a:pt x="282" y="762"/>
                    <a:pt x="337" y="742"/>
                    <a:pt x="343" y="721"/>
                  </a:cubicBezTo>
                  <a:lnTo>
                    <a:pt x="335" y="721"/>
                  </a:lnTo>
                  <a:cubicBezTo>
                    <a:pt x="318" y="721"/>
                    <a:pt x="293" y="737"/>
                    <a:pt x="280" y="744"/>
                  </a:cubicBezTo>
                  <a:cubicBezTo>
                    <a:pt x="274" y="735"/>
                    <a:pt x="268" y="724"/>
                    <a:pt x="253" y="724"/>
                  </a:cubicBezTo>
                  <a:lnTo>
                    <a:pt x="155" y="724"/>
                  </a:lnTo>
                  <a:cubicBezTo>
                    <a:pt x="141" y="724"/>
                    <a:pt x="128" y="737"/>
                    <a:pt x="128" y="751"/>
                  </a:cubicBezTo>
                  <a:lnTo>
                    <a:pt x="128" y="851"/>
                  </a:lnTo>
                  <a:cubicBezTo>
                    <a:pt x="128" y="868"/>
                    <a:pt x="143" y="879"/>
                    <a:pt x="160" y="879"/>
                  </a:cubicBezTo>
                  <a:lnTo>
                    <a:pt x="248" y="879"/>
                  </a:lnTo>
                  <a:close/>
                  <a:moveTo>
                    <a:pt x="153" y="394"/>
                  </a:moveTo>
                  <a:cubicBezTo>
                    <a:pt x="153" y="389"/>
                    <a:pt x="154" y="387"/>
                    <a:pt x="160" y="387"/>
                  </a:cubicBezTo>
                  <a:lnTo>
                    <a:pt x="248" y="387"/>
                  </a:lnTo>
                  <a:cubicBezTo>
                    <a:pt x="253" y="387"/>
                    <a:pt x="255" y="389"/>
                    <a:pt x="255" y="394"/>
                  </a:cubicBezTo>
                  <a:cubicBezTo>
                    <a:pt x="255" y="401"/>
                    <a:pt x="213" y="429"/>
                    <a:pt x="208" y="429"/>
                  </a:cubicBezTo>
                  <a:cubicBezTo>
                    <a:pt x="203" y="429"/>
                    <a:pt x="190" y="409"/>
                    <a:pt x="175" y="409"/>
                  </a:cubicBezTo>
                  <a:cubicBezTo>
                    <a:pt x="168" y="409"/>
                    <a:pt x="158" y="417"/>
                    <a:pt x="158" y="424"/>
                  </a:cubicBezTo>
                  <a:lnTo>
                    <a:pt x="158" y="427"/>
                  </a:lnTo>
                  <a:cubicBezTo>
                    <a:pt x="158" y="437"/>
                    <a:pt x="192" y="470"/>
                    <a:pt x="200" y="474"/>
                  </a:cubicBezTo>
                  <a:lnTo>
                    <a:pt x="255" y="434"/>
                  </a:lnTo>
                  <a:lnTo>
                    <a:pt x="255" y="492"/>
                  </a:lnTo>
                  <a:lnTo>
                    <a:pt x="153" y="492"/>
                  </a:lnTo>
                  <a:lnTo>
                    <a:pt x="153" y="394"/>
                  </a:lnTo>
                  <a:close/>
                  <a:moveTo>
                    <a:pt x="278" y="382"/>
                  </a:moveTo>
                  <a:cubicBezTo>
                    <a:pt x="275" y="369"/>
                    <a:pt x="264" y="362"/>
                    <a:pt x="248" y="362"/>
                  </a:cubicBezTo>
                  <a:lnTo>
                    <a:pt x="160" y="362"/>
                  </a:lnTo>
                  <a:cubicBezTo>
                    <a:pt x="143" y="362"/>
                    <a:pt x="128" y="373"/>
                    <a:pt x="128" y="390"/>
                  </a:cubicBezTo>
                  <a:lnTo>
                    <a:pt x="128" y="489"/>
                  </a:lnTo>
                  <a:cubicBezTo>
                    <a:pt x="128" y="504"/>
                    <a:pt x="141" y="517"/>
                    <a:pt x="155" y="517"/>
                  </a:cubicBezTo>
                  <a:lnTo>
                    <a:pt x="253" y="517"/>
                  </a:lnTo>
                  <a:cubicBezTo>
                    <a:pt x="292" y="517"/>
                    <a:pt x="280" y="455"/>
                    <a:pt x="279" y="416"/>
                  </a:cubicBezTo>
                  <a:lnTo>
                    <a:pt x="343" y="362"/>
                  </a:lnTo>
                  <a:cubicBezTo>
                    <a:pt x="343" y="362"/>
                    <a:pt x="338" y="360"/>
                    <a:pt x="338" y="360"/>
                  </a:cubicBezTo>
                  <a:cubicBezTo>
                    <a:pt x="313" y="360"/>
                    <a:pt x="293" y="381"/>
                    <a:pt x="278" y="382"/>
                  </a:cubicBezTo>
                  <a:close/>
                  <a:moveTo>
                    <a:pt x="153" y="569"/>
                  </a:moveTo>
                  <a:lnTo>
                    <a:pt x="255" y="569"/>
                  </a:lnTo>
                  <a:lnTo>
                    <a:pt x="255" y="582"/>
                  </a:lnTo>
                  <a:lnTo>
                    <a:pt x="208" y="612"/>
                  </a:lnTo>
                  <a:lnTo>
                    <a:pt x="176" y="588"/>
                  </a:lnTo>
                  <a:cubicBezTo>
                    <a:pt x="168" y="593"/>
                    <a:pt x="158" y="595"/>
                    <a:pt x="158" y="607"/>
                  </a:cubicBezTo>
                  <a:cubicBezTo>
                    <a:pt x="158" y="614"/>
                    <a:pt x="193" y="654"/>
                    <a:pt x="200" y="654"/>
                  </a:cubicBezTo>
                  <a:cubicBezTo>
                    <a:pt x="212" y="654"/>
                    <a:pt x="242" y="620"/>
                    <a:pt x="255" y="617"/>
                  </a:cubicBezTo>
                  <a:lnTo>
                    <a:pt x="255" y="672"/>
                  </a:lnTo>
                  <a:lnTo>
                    <a:pt x="153" y="672"/>
                  </a:lnTo>
                  <a:lnTo>
                    <a:pt x="153" y="569"/>
                  </a:lnTo>
                  <a:close/>
                  <a:moveTo>
                    <a:pt x="280" y="563"/>
                  </a:moveTo>
                  <a:cubicBezTo>
                    <a:pt x="275" y="555"/>
                    <a:pt x="269" y="544"/>
                    <a:pt x="255" y="544"/>
                  </a:cubicBezTo>
                  <a:lnTo>
                    <a:pt x="153" y="544"/>
                  </a:lnTo>
                  <a:cubicBezTo>
                    <a:pt x="140" y="544"/>
                    <a:pt x="128" y="557"/>
                    <a:pt x="128" y="569"/>
                  </a:cubicBezTo>
                  <a:lnTo>
                    <a:pt x="128" y="672"/>
                  </a:lnTo>
                  <a:cubicBezTo>
                    <a:pt x="128" y="684"/>
                    <a:pt x="140" y="696"/>
                    <a:pt x="153" y="696"/>
                  </a:cubicBezTo>
                  <a:lnTo>
                    <a:pt x="255" y="696"/>
                  </a:lnTo>
                  <a:cubicBezTo>
                    <a:pt x="291" y="696"/>
                    <a:pt x="280" y="632"/>
                    <a:pt x="279" y="596"/>
                  </a:cubicBezTo>
                  <a:lnTo>
                    <a:pt x="343" y="542"/>
                  </a:lnTo>
                  <a:lnTo>
                    <a:pt x="334" y="538"/>
                  </a:lnTo>
                  <a:lnTo>
                    <a:pt x="280" y="563"/>
                  </a:lnTo>
                  <a:close/>
                  <a:moveTo>
                    <a:pt x="370" y="829"/>
                  </a:moveTo>
                  <a:cubicBezTo>
                    <a:pt x="370" y="834"/>
                    <a:pt x="372" y="836"/>
                    <a:pt x="378" y="836"/>
                  </a:cubicBezTo>
                  <a:lnTo>
                    <a:pt x="573" y="836"/>
                  </a:lnTo>
                  <a:cubicBezTo>
                    <a:pt x="579" y="836"/>
                    <a:pt x="580" y="834"/>
                    <a:pt x="580" y="829"/>
                  </a:cubicBezTo>
                  <a:lnTo>
                    <a:pt x="580" y="774"/>
                  </a:lnTo>
                  <a:cubicBezTo>
                    <a:pt x="580" y="768"/>
                    <a:pt x="579" y="766"/>
                    <a:pt x="573" y="766"/>
                  </a:cubicBezTo>
                  <a:lnTo>
                    <a:pt x="370" y="766"/>
                  </a:lnTo>
                  <a:lnTo>
                    <a:pt x="370" y="829"/>
                  </a:lnTo>
                  <a:close/>
                  <a:moveTo>
                    <a:pt x="370" y="654"/>
                  </a:moveTo>
                  <a:lnTo>
                    <a:pt x="580" y="654"/>
                  </a:lnTo>
                  <a:lnTo>
                    <a:pt x="580" y="587"/>
                  </a:lnTo>
                  <a:lnTo>
                    <a:pt x="370" y="587"/>
                  </a:lnTo>
                  <a:lnTo>
                    <a:pt x="370" y="654"/>
                  </a:lnTo>
                  <a:close/>
                  <a:moveTo>
                    <a:pt x="370" y="474"/>
                  </a:moveTo>
                  <a:lnTo>
                    <a:pt x="523" y="474"/>
                  </a:lnTo>
                  <a:lnTo>
                    <a:pt x="523" y="407"/>
                  </a:lnTo>
                  <a:lnTo>
                    <a:pt x="370" y="407"/>
                  </a:lnTo>
                  <a:lnTo>
                    <a:pt x="370" y="474"/>
                  </a:lnTo>
                  <a:close/>
                </a:path>
              </a:pathLst>
            </a:custGeom>
            <a:solidFill>
              <a:schemeClr val="bg1"/>
            </a:solidFill>
            <a:ln>
              <a:noFill/>
            </a:ln>
          </p:spPr>
          <p:txBody>
            <a:bodyPr vert="horz" wrap="square" lIns="68571" tIns="34285" rIns="68571" bIns="34285" numCol="1" anchor="t" anchorCtr="0" compatLnSpc="1"/>
            <a:lstStyle/>
            <a:p>
              <a:pPr>
                <a:defRPr/>
              </a:pPr>
              <a:endParaRPr lang="zh-CN" altLang="en-US" kern="0">
                <a:solidFill>
                  <a:schemeClr val="tx1">
                    <a:lumMod val="50000"/>
                    <a:lumOff val="50000"/>
                  </a:schemeClr>
                </a:solidFill>
                <a:latin typeface="微软雅黑"/>
                <a:ea typeface="微软雅黑"/>
                <a:sym typeface="微软雅黑"/>
              </a:endParaRPr>
            </a:p>
          </p:txBody>
        </p:sp>
        <p:sp>
          <p:nvSpPr>
            <p:cNvPr id="22" name="Freeform 15">
              <a:extLst>
                <a:ext uri="{FF2B5EF4-FFF2-40B4-BE49-F238E27FC236}">
                  <a16:creationId xmlns:a16="http://schemas.microsoft.com/office/drawing/2014/main" id="{275CCD0F-D7C4-43B6-9F43-468AB1CC9E83}"/>
                </a:ext>
              </a:extLst>
            </p:cNvPr>
            <p:cNvSpPr>
              <a:spLocks noEditPoints="1"/>
            </p:cNvSpPr>
            <p:nvPr/>
          </p:nvSpPr>
          <p:spPr bwMode="auto">
            <a:xfrm>
              <a:off x="6411612" y="2414849"/>
              <a:ext cx="599870" cy="514251"/>
            </a:xfrm>
            <a:custGeom>
              <a:avLst/>
              <a:gdLst>
                <a:gd name="T0" fmla="*/ 737 w 1149"/>
                <a:gd name="T1" fmla="*/ 427 h 983"/>
                <a:gd name="T2" fmla="*/ 640 w 1149"/>
                <a:gd name="T3" fmla="*/ 427 h 983"/>
                <a:gd name="T4" fmla="*/ 616 w 1149"/>
                <a:gd name="T5" fmla="*/ 502 h 983"/>
                <a:gd name="T6" fmla="*/ 640 w 1149"/>
                <a:gd name="T7" fmla="*/ 810 h 983"/>
                <a:gd name="T8" fmla="*/ 575 w 1149"/>
                <a:gd name="T9" fmla="*/ 921 h 983"/>
                <a:gd name="T10" fmla="*/ 514 w 1149"/>
                <a:gd name="T11" fmla="*/ 810 h 983"/>
                <a:gd name="T12" fmla="*/ 549 w 1149"/>
                <a:gd name="T13" fmla="*/ 503 h 983"/>
                <a:gd name="T14" fmla="*/ 524 w 1149"/>
                <a:gd name="T15" fmla="*/ 427 h 983"/>
                <a:gd name="T16" fmla="*/ 417 w 1149"/>
                <a:gd name="T17" fmla="*/ 427 h 983"/>
                <a:gd name="T18" fmla="*/ 417 w 1149"/>
                <a:gd name="T19" fmla="*/ 427 h 983"/>
                <a:gd name="T20" fmla="*/ 241 w 1149"/>
                <a:gd name="T21" fmla="*/ 612 h 983"/>
                <a:gd name="T22" fmla="*/ 266 w 1149"/>
                <a:gd name="T23" fmla="*/ 801 h 983"/>
                <a:gd name="T24" fmla="*/ 443 w 1149"/>
                <a:gd name="T25" fmla="*/ 983 h 983"/>
                <a:gd name="T26" fmla="*/ 711 w 1149"/>
                <a:gd name="T27" fmla="*/ 983 h 983"/>
                <a:gd name="T28" fmla="*/ 888 w 1149"/>
                <a:gd name="T29" fmla="*/ 799 h 983"/>
                <a:gd name="T30" fmla="*/ 913 w 1149"/>
                <a:gd name="T31" fmla="*/ 609 h 983"/>
                <a:gd name="T32" fmla="*/ 737 w 1149"/>
                <a:gd name="T33" fmla="*/ 427 h 983"/>
                <a:gd name="T34" fmla="*/ 218 w 1149"/>
                <a:gd name="T35" fmla="*/ 308 h 983"/>
                <a:gd name="T36" fmla="*/ 330 w 1149"/>
                <a:gd name="T37" fmla="*/ 196 h 983"/>
                <a:gd name="T38" fmla="*/ 218 w 1149"/>
                <a:gd name="T39" fmla="*/ 83 h 983"/>
                <a:gd name="T40" fmla="*/ 105 w 1149"/>
                <a:gd name="T41" fmla="*/ 196 h 983"/>
                <a:gd name="T42" fmla="*/ 218 w 1149"/>
                <a:gd name="T43" fmla="*/ 308 h 983"/>
                <a:gd name="T44" fmla="*/ 318 w 1149"/>
                <a:gd name="T45" fmla="*/ 344 h 983"/>
                <a:gd name="T46" fmla="*/ 118 w 1149"/>
                <a:gd name="T47" fmla="*/ 344 h 983"/>
                <a:gd name="T48" fmla="*/ 118 w 1149"/>
                <a:gd name="T49" fmla="*/ 343 h 983"/>
                <a:gd name="T50" fmla="*/ 7 w 1149"/>
                <a:gd name="T51" fmla="*/ 458 h 983"/>
                <a:gd name="T52" fmla="*/ 23 w 1149"/>
                <a:gd name="T53" fmla="*/ 577 h 983"/>
                <a:gd name="T54" fmla="*/ 134 w 1149"/>
                <a:gd name="T55" fmla="*/ 689 h 983"/>
                <a:gd name="T56" fmla="*/ 191 w 1149"/>
                <a:gd name="T57" fmla="*/ 689 h 983"/>
                <a:gd name="T58" fmla="*/ 180 w 1149"/>
                <a:gd name="T59" fmla="*/ 606 h 983"/>
                <a:gd name="T60" fmla="*/ 180 w 1149"/>
                <a:gd name="T61" fmla="*/ 606 h 983"/>
                <a:gd name="T62" fmla="*/ 180 w 1149"/>
                <a:gd name="T63" fmla="*/ 606 h 983"/>
                <a:gd name="T64" fmla="*/ 231 w 1149"/>
                <a:gd name="T65" fmla="*/ 449 h 983"/>
                <a:gd name="T66" fmla="*/ 308 w 1149"/>
                <a:gd name="T67" fmla="*/ 393 h 983"/>
                <a:gd name="T68" fmla="*/ 387 w 1149"/>
                <a:gd name="T69" fmla="*/ 367 h 983"/>
                <a:gd name="T70" fmla="*/ 318 w 1149"/>
                <a:gd name="T71" fmla="*/ 344 h 983"/>
                <a:gd name="T72" fmla="*/ 931 w 1149"/>
                <a:gd name="T73" fmla="*/ 308 h 983"/>
                <a:gd name="T74" fmla="*/ 1043 w 1149"/>
                <a:gd name="T75" fmla="*/ 196 h 983"/>
                <a:gd name="T76" fmla="*/ 931 w 1149"/>
                <a:gd name="T77" fmla="*/ 83 h 983"/>
                <a:gd name="T78" fmla="*/ 819 w 1149"/>
                <a:gd name="T79" fmla="*/ 196 h 983"/>
                <a:gd name="T80" fmla="*/ 931 w 1149"/>
                <a:gd name="T81" fmla="*/ 308 h 983"/>
                <a:gd name="T82" fmla="*/ 1031 w 1149"/>
                <a:gd name="T83" fmla="*/ 344 h 983"/>
                <a:gd name="T84" fmla="*/ 831 w 1149"/>
                <a:gd name="T85" fmla="*/ 344 h 983"/>
                <a:gd name="T86" fmla="*/ 831 w 1149"/>
                <a:gd name="T87" fmla="*/ 343 h 983"/>
                <a:gd name="T88" fmla="*/ 763 w 1149"/>
                <a:gd name="T89" fmla="*/ 366 h 983"/>
                <a:gd name="T90" fmla="*/ 847 w 1149"/>
                <a:gd name="T91" fmla="*/ 393 h 983"/>
                <a:gd name="T92" fmla="*/ 925 w 1149"/>
                <a:gd name="T93" fmla="*/ 450 h 983"/>
                <a:gd name="T94" fmla="*/ 974 w 1149"/>
                <a:gd name="T95" fmla="*/ 603 h 983"/>
                <a:gd name="T96" fmla="*/ 974 w 1149"/>
                <a:gd name="T97" fmla="*/ 603 h 983"/>
                <a:gd name="T98" fmla="*/ 974 w 1149"/>
                <a:gd name="T99" fmla="*/ 603 h 983"/>
                <a:gd name="T100" fmla="*/ 962 w 1149"/>
                <a:gd name="T101" fmla="*/ 689 h 983"/>
                <a:gd name="T102" fmla="*/ 1015 w 1149"/>
                <a:gd name="T103" fmla="*/ 689 h 983"/>
                <a:gd name="T104" fmla="*/ 1126 w 1149"/>
                <a:gd name="T105" fmla="*/ 575 h 983"/>
                <a:gd name="T106" fmla="*/ 1142 w 1149"/>
                <a:gd name="T107" fmla="*/ 456 h 983"/>
                <a:gd name="T108" fmla="*/ 1031 w 1149"/>
                <a:gd name="T109" fmla="*/ 344 h 983"/>
                <a:gd name="T110" fmla="*/ 756 w 1149"/>
                <a:gd name="T111" fmla="*/ 184 h 983"/>
                <a:gd name="T112" fmla="*/ 577 w 1149"/>
                <a:gd name="T113" fmla="*/ 369 h 983"/>
                <a:gd name="T114" fmla="*/ 398 w 1149"/>
                <a:gd name="T115" fmla="*/ 184 h 983"/>
                <a:gd name="T116" fmla="*/ 577 w 1149"/>
                <a:gd name="T117" fmla="*/ 0 h 983"/>
                <a:gd name="T118" fmla="*/ 756 w 1149"/>
                <a:gd name="T119" fmla="*/ 184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49" h="983">
                  <a:moveTo>
                    <a:pt x="737" y="427"/>
                  </a:moveTo>
                  <a:lnTo>
                    <a:pt x="640" y="427"/>
                  </a:lnTo>
                  <a:cubicBezTo>
                    <a:pt x="641" y="437"/>
                    <a:pt x="642" y="483"/>
                    <a:pt x="616" y="502"/>
                  </a:cubicBezTo>
                  <a:cubicBezTo>
                    <a:pt x="616" y="502"/>
                    <a:pt x="658" y="735"/>
                    <a:pt x="640" y="810"/>
                  </a:cubicBezTo>
                  <a:cubicBezTo>
                    <a:pt x="633" y="842"/>
                    <a:pt x="606" y="921"/>
                    <a:pt x="575" y="921"/>
                  </a:cubicBezTo>
                  <a:cubicBezTo>
                    <a:pt x="544" y="920"/>
                    <a:pt x="520" y="841"/>
                    <a:pt x="514" y="810"/>
                  </a:cubicBezTo>
                  <a:cubicBezTo>
                    <a:pt x="499" y="735"/>
                    <a:pt x="549" y="503"/>
                    <a:pt x="549" y="503"/>
                  </a:cubicBezTo>
                  <a:cubicBezTo>
                    <a:pt x="541" y="500"/>
                    <a:pt x="527" y="486"/>
                    <a:pt x="524" y="427"/>
                  </a:cubicBezTo>
                  <a:lnTo>
                    <a:pt x="417" y="427"/>
                  </a:lnTo>
                  <a:lnTo>
                    <a:pt x="417" y="427"/>
                  </a:lnTo>
                  <a:cubicBezTo>
                    <a:pt x="320" y="427"/>
                    <a:pt x="229" y="510"/>
                    <a:pt x="241" y="612"/>
                  </a:cubicBezTo>
                  <a:lnTo>
                    <a:pt x="266" y="801"/>
                  </a:lnTo>
                  <a:cubicBezTo>
                    <a:pt x="286" y="902"/>
                    <a:pt x="345" y="983"/>
                    <a:pt x="443" y="983"/>
                  </a:cubicBezTo>
                  <a:lnTo>
                    <a:pt x="711" y="983"/>
                  </a:lnTo>
                  <a:cubicBezTo>
                    <a:pt x="809" y="983"/>
                    <a:pt x="868" y="899"/>
                    <a:pt x="888" y="799"/>
                  </a:cubicBezTo>
                  <a:lnTo>
                    <a:pt x="913" y="609"/>
                  </a:lnTo>
                  <a:cubicBezTo>
                    <a:pt x="925" y="510"/>
                    <a:pt x="834" y="427"/>
                    <a:pt x="737" y="427"/>
                  </a:cubicBezTo>
                  <a:close/>
                  <a:moveTo>
                    <a:pt x="218" y="308"/>
                  </a:moveTo>
                  <a:cubicBezTo>
                    <a:pt x="280" y="308"/>
                    <a:pt x="330" y="258"/>
                    <a:pt x="330" y="196"/>
                  </a:cubicBezTo>
                  <a:cubicBezTo>
                    <a:pt x="330" y="134"/>
                    <a:pt x="280" y="83"/>
                    <a:pt x="218" y="83"/>
                  </a:cubicBezTo>
                  <a:cubicBezTo>
                    <a:pt x="156" y="83"/>
                    <a:pt x="105" y="134"/>
                    <a:pt x="105" y="196"/>
                  </a:cubicBezTo>
                  <a:cubicBezTo>
                    <a:pt x="105" y="258"/>
                    <a:pt x="156" y="308"/>
                    <a:pt x="218" y="308"/>
                  </a:cubicBezTo>
                  <a:close/>
                  <a:moveTo>
                    <a:pt x="318" y="344"/>
                  </a:moveTo>
                  <a:lnTo>
                    <a:pt x="118" y="344"/>
                  </a:lnTo>
                  <a:lnTo>
                    <a:pt x="118" y="343"/>
                  </a:lnTo>
                  <a:cubicBezTo>
                    <a:pt x="57" y="343"/>
                    <a:pt x="0" y="395"/>
                    <a:pt x="7" y="458"/>
                  </a:cubicBezTo>
                  <a:lnTo>
                    <a:pt x="23" y="577"/>
                  </a:lnTo>
                  <a:cubicBezTo>
                    <a:pt x="35" y="639"/>
                    <a:pt x="73" y="689"/>
                    <a:pt x="134" y="689"/>
                  </a:cubicBezTo>
                  <a:lnTo>
                    <a:pt x="191" y="689"/>
                  </a:lnTo>
                  <a:lnTo>
                    <a:pt x="180" y="606"/>
                  </a:lnTo>
                  <a:lnTo>
                    <a:pt x="180" y="606"/>
                  </a:lnTo>
                  <a:lnTo>
                    <a:pt x="180" y="606"/>
                  </a:lnTo>
                  <a:cubicBezTo>
                    <a:pt x="173" y="549"/>
                    <a:pt x="191" y="493"/>
                    <a:pt x="231" y="449"/>
                  </a:cubicBezTo>
                  <a:cubicBezTo>
                    <a:pt x="252" y="425"/>
                    <a:pt x="279" y="406"/>
                    <a:pt x="308" y="393"/>
                  </a:cubicBezTo>
                  <a:cubicBezTo>
                    <a:pt x="333" y="379"/>
                    <a:pt x="359" y="371"/>
                    <a:pt x="387" y="367"/>
                  </a:cubicBezTo>
                  <a:cubicBezTo>
                    <a:pt x="367" y="352"/>
                    <a:pt x="343" y="344"/>
                    <a:pt x="318" y="344"/>
                  </a:cubicBezTo>
                  <a:close/>
                  <a:moveTo>
                    <a:pt x="931" y="308"/>
                  </a:moveTo>
                  <a:cubicBezTo>
                    <a:pt x="993" y="308"/>
                    <a:pt x="1043" y="258"/>
                    <a:pt x="1043" y="196"/>
                  </a:cubicBezTo>
                  <a:cubicBezTo>
                    <a:pt x="1043" y="134"/>
                    <a:pt x="993" y="83"/>
                    <a:pt x="931" y="83"/>
                  </a:cubicBezTo>
                  <a:cubicBezTo>
                    <a:pt x="869" y="83"/>
                    <a:pt x="819" y="134"/>
                    <a:pt x="819" y="196"/>
                  </a:cubicBezTo>
                  <a:cubicBezTo>
                    <a:pt x="819" y="258"/>
                    <a:pt x="869" y="308"/>
                    <a:pt x="931" y="308"/>
                  </a:cubicBezTo>
                  <a:close/>
                  <a:moveTo>
                    <a:pt x="1031" y="344"/>
                  </a:moveTo>
                  <a:lnTo>
                    <a:pt x="831" y="344"/>
                  </a:lnTo>
                  <a:lnTo>
                    <a:pt x="831" y="343"/>
                  </a:lnTo>
                  <a:cubicBezTo>
                    <a:pt x="806" y="343"/>
                    <a:pt x="782" y="352"/>
                    <a:pt x="763" y="366"/>
                  </a:cubicBezTo>
                  <a:cubicBezTo>
                    <a:pt x="792" y="370"/>
                    <a:pt x="821" y="379"/>
                    <a:pt x="847" y="393"/>
                  </a:cubicBezTo>
                  <a:cubicBezTo>
                    <a:pt x="877" y="406"/>
                    <a:pt x="903" y="426"/>
                    <a:pt x="925" y="450"/>
                  </a:cubicBezTo>
                  <a:cubicBezTo>
                    <a:pt x="963" y="494"/>
                    <a:pt x="981" y="548"/>
                    <a:pt x="974" y="603"/>
                  </a:cubicBezTo>
                  <a:lnTo>
                    <a:pt x="974" y="603"/>
                  </a:lnTo>
                  <a:lnTo>
                    <a:pt x="974" y="603"/>
                  </a:lnTo>
                  <a:lnTo>
                    <a:pt x="962" y="689"/>
                  </a:lnTo>
                  <a:lnTo>
                    <a:pt x="1015" y="689"/>
                  </a:lnTo>
                  <a:cubicBezTo>
                    <a:pt x="1076" y="689"/>
                    <a:pt x="1114" y="637"/>
                    <a:pt x="1126" y="575"/>
                  </a:cubicBezTo>
                  <a:lnTo>
                    <a:pt x="1142" y="456"/>
                  </a:lnTo>
                  <a:cubicBezTo>
                    <a:pt x="1149" y="395"/>
                    <a:pt x="1092" y="344"/>
                    <a:pt x="1031" y="344"/>
                  </a:cubicBezTo>
                  <a:close/>
                  <a:moveTo>
                    <a:pt x="756" y="184"/>
                  </a:moveTo>
                  <a:cubicBezTo>
                    <a:pt x="756" y="286"/>
                    <a:pt x="676" y="369"/>
                    <a:pt x="577" y="369"/>
                  </a:cubicBezTo>
                  <a:cubicBezTo>
                    <a:pt x="478" y="369"/>
                    <a:pt x="398" y="286"/>
                    <a:pt x="398" y="184"/>
                  </a:cubicBezTo>
                  <a:cubicBezTo>
                    <a:pt x="398" y="82"/>
                    <a:pt x="478" y="0"/>
                    <a:pt x="577" y="0"/>
                  </a:cubicBezTo>
                  <a:cubicBezTo>
                    <a:pt x="676" y="0"/>
                    <a:pt x="756" y="82"/>
                    <a:pt x="756" y="184"/>
                  </a:cubicBezTo>
                  <a:close/>
                </a:path>
              </a:pathLst>
            </a:custGeom>
            <a:solidFill>
              <a:schemeClr val="bg1">
                <a:lumMod val="95000"/>
              </a:schemeClr>
            </a:solidFill>
            <a:ln>
              <a:noFill/>
            </a:ln>
          </p:spPr>
          <p:txBody>
            <a:bodyPr vert="horz" wrap="square" lIns="68571" tIns="34285" rIns="68571" bIns="34285" numCol="1" anchor="t" anchorCtr="0" compatLnSpc="1"/>
            <a:lstStyle/>
            <a:p>
              <a:pPr>
                <a:defRPr/>
              </a:pPr>
              <a:endParaRPr lang="zh-CN" altLang="en-US" kern="0">
                <a:solidFill>
                  <a:schemeClr val="tx1">
                    <a:lumMod val="50000"/>
                    <a:lumOff val="50000"/>
                  </a:schemeClr>
                </a:solidFill>
                <a:latin typeface="微软雅黑"/>
                <a:ea typeface="微软雅黑"/>
                <a:sym typeface="微软雅黑"/>
              </a:endParaRPr>
            </a:p>
          </p:txBody>
        </p:sp>
        <p:sp>
          <p:nvSpPr>
            <p:cNvPr id="23" name="Freeform 17">
              <a:extLst>
                <a:ext uri="{FF2B5EF4-FFF2-40B4-BE49-F238E27FC236}">
                  <a16:creationId xmlns:a16="http://schemas.microsoft.com/office/drawing/2014/main" id="{1BCB4476-4B74-4A1D-A540-BC166A1145BB}"/>
                </a:ext>
              </a:extLst>
            </p:cNvPr>
            <p:cNvSpPr>
              <a:spLocks noEditPoints="1"/>
            </p:cNvSpPr>
            <p:nvPr/>
          </p:nvSpPr>
          <p:spPr bwMode="auto">
            <a:xfrm>
              <a:off x="7043691" y="3474722"/>
              <a:ext cx="526251" cy="527891"/>
            </a:xfrm>
            <a:custGeom>
              <a:avLst/>
              <a:gdLst>
                <a:gd name="T0" fmla="*/ 504 w 1008"/>
                <a:gd name="T1" fmla="*/ 1009 h 1009"/>
                <a:gd name="T2" fmla="*/ 0 w 1008"/>
                <a:gd name="T3" fmla="*/ 504 h 1009"/>
                <a:gd name="T4" fmla="*/ 504 w 1008"/>
                <a:gd name="T5" fmla="*/ 0 h 1009"/>
                <a:gd name="T6" fmla="*/ 1008 w 1008"/>
                <a:gd name="T7" fmla="*/ 504 h 1009"/>
                <a:gd name="T8" fmla="*/ 504 w 1008"/>
                <a:gd name="T9" fmla="*/ 1009 h 1009"/>
                <a:gd name="T10" fmla="*/ 725 w 1008"/>
                <a:gd name="T11" fmla="*/ 769 h 1009"/>
                <a:gd name="T12" fmla="*/ 725 w 1008"/>
                <a:gd name="T13" fmla="*/ 769 h 1009"/>
                <a:gd name="T14" fmla="*/ 538 w 1008"/>
                <a:gd name="T15" fmla="*/ 586 h 1009"/>
                <a:gd name="T16" fmla="*/ 504 w 1008"/>
                <a:gd name="T17" fmla="*/ 592 h 1009"/>
                <a:gd name="T18" fmla="*/ 416 w 1008"/>
                <a:gd name="T19" fmla="*/ 504 h 1009"/>
                <a:gd name="T20" fmla="*/ 456 w 1008"/>
                <a:gd name="T21" fmla="*/ 431 h 1009"/>
                <a:gd name="T22" fmla="*/ 456 w 1008"/>
                <a:gd name="T23" fmla="*/ 179 h 1009"/>
                <a:gd name="T24" fmla="*/ 553 w 1008"/>
                <a:gd name="T25" fmla="*/ 179 h 1009"/>
                <a:gd name="T26" fmla="*/ 553 w 1008"/>
                <a:gd name="T27" fmla="*/ 431 h 1009"/>
                <a:gd name="T28" fmla="*/ 592 w 1008"/>
                <a:gd name="T29" fmla="*/ 504 h 1009"/>
                <a:gd name="T30" fmla="*/ 586 w 1008"/>
                <a:gd name="T31" fmla="*/ 536 h 1009"/>
                <a:gd name="T32" fmla="*/ 774 w 1008"/>
                <a:gd name="T33" fmla="*/ 719 h 1009"/>
                <a:gd name="T34" fmla="*/ 725 w 1008"/>
                <a:gd name="T35" fmla="*/ 769 h 1009"/>
                <a:gd name="T36" fmla="*/ 168 w 1008"/>
                <a:gd name="T37" fmla="*/ 471 h 1009"/>
                <a:gd name="T38" fmla="*/ 168 w 1008"/>
                <a:gd name="T39" fmla="*/ 471 h 1009"/>
                <a:gd name="T40" fmla="*/ 234 w 1008"/>
                <a:gd name="T41" fmla="*/ 471 h 1009"/>
                <a:gd name="T42" fmla="*/ 234 w 1008"/>
                <a:gd name="T43" fmla="*/ 538 h 1009"/>
                <a:gd name="T44" fmla="*/ 168 w 1008"/>
                <a:gd name="T45" fmla="*/ 538 h 1009"/>
                <a:gd name="T46" fmla="*/ 168 w 1008"/>
                <a:gd name="T47" fmla="*/ 471 h 1009"/>
                <a:gd name="T48" fmla="*/ 774 w 1008"/>
                <a:gd name="T49" fmla="*/ 471 h 1009"/>
                <a:gd name="T50" fmla="*/ 774 w 1008"/>
                <a:gd name="T51" fmla="*/ 471 h 1009"/>
                <a:gd name="T52" fmla="*/ 840 w 1008"/>
                <a:gd name="T53" fmla="*/ 471 h 1009"/>
                <a:gd name="T54" fmla="*/ 840 w 1008"/>
                <a:gd name="T55" fmla="*/ 538 h 1009"/>
                <a:gd name="T56" fmla="*/ 774 w 1008"/>
                <a:gd name="T57" fmla="*/ 538 h 1009"/>
                <a:gd name="T58" fmla="*/ 774 w 1008"/>
                <a:gd name="T59" fmla="*/ 471 h 1009"/>
                <a:gd name="T60" fmla="*/ 470 w 1008"/>
                <a:gd name="T61" fmla="*/ 840 h 1009"/>
                <a:gd name="T62" fmla="*/ 470 w 1008"/>
                <a:gd name="T63" fmla="*/ 840 h 1009"/>
                <a:gd name="T64" fmla="*/ 470 w 1008"/>
                <a:gd name="T65" fmla="*/ 775 h 1009"/>
                <a:gd name="T66" fmla="*/ 538 w 1008"/>
                <a:gd name="T67" fmla="*/ 775 h 1009"/>
                <a:gd name="T68" fmla="*/ 538 w 1008"/>
                <a:gd name="T69" fmla="*/ 840 h 1009"/>
                <a:gd name="T70" fmla="*/ 470 w 1008"/>
                <a:gd name="T71" fmla="*/ 840 h 1009"/>
                <a:gd name="T72" fmla="*/ 504 w 1008"/>
                <a:gd name="T73" fmla="*/ 912 h 1009"/>
                <a:gd name="T74" fmla="*/ 504 w 1008"/>
                <a:gd name="T75" fmla="*/ 912 h 1009"/>
                <a:gd name="T76" fmla="*/ 912 w 1008"/>
                <a:gd name="T77" fmla="*/ 504 h 1009"/>
                <a:gd name="T78" fmla="*/ 504 w 1008"/>
                <a:gd name="T79" fmla="*/ 97 h 1009"/>
                <a:gd name="T80" fmla="*/ 96 w 1008"/>
                <a:gd name="T81" fmla="*/ 504 h 1009"/>
                <a:gd name="T82" fmla="*/ 504 w 1008"/>
                <a:gd name="T83" fmla="*/ 912 h 10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07" h="1009">
                  <a:moveTo>
                    <a:pt x="504" y="1009"/>
                  </a:moveTo>
                  <a:cubicBezTo>
                    <a:pt x="226" y="1009"/>
                    <a:pt x="0" y="783"/>
                    <a:pt x="0" y="504"/>
                  </a:cubicBezTo>
                  <a:cubicBezTo>
                    <a:pt x="0" y="226"/>
                    <a:pt x="226" y="0"/>
                    <a:pt x="504" y="0"/>
                  </a:cubicBezTo>
                  <a:cubicBezTo>
                    <a:pt x="782" y="0"/>
                    <a:pt x="1008" y="226"/>
                    <a:pt x="1008" y="504"/>
                  </a:cubicBezTo>
                  <a:cubicBezTo>
                    <a:pt x="1008" y="783"/>
                    <a:pt x="782" y="1009"/>
                    <a:pt x="504" y="1009"/>
                  </a:cubicBezTo>
                  <a:close/>
                  <a:moveTo>
                    <a:pt x="725" y="769"/>
                  </a:moveTo>
                  <a:lnTo>
                    <a:pt x="725" y="769"/>
                  </a:lnTo>
                  <a:lnTo>
                    <a:pt x="538" y="586"/>
                  </a:lnTo>
                  <a:cubicBezTo>
                    <a:pt x="528" y="590"/>
                    <a:pt x="516" y="592"/>
                    <a:pt x="504" y="592"/>
                  </a:cubicBezTo>
                  <a:cubicBezTo>
                    <a:pt x="455" y="592"/>
                    <a:pt x="416" y="553"/>
                    <a:pt x="416" y="504"/>
                  </a:cubicBezTo>
                  <a:cubicBezTo>
                    <a:pt x="416" y="474"/>
                    <a:pt x="432" y="447"/>
                    <a:pt x="456" y="431"/>
                  </a:cubicBezTo>
                  <a:lnTo>
                    <a:pt x="456" y="179"/>
                  </a:lnTo>
                  <a:cubicBezTo>
                    <a:pt x="456" y="115"/>
                    <a:pt x="553" y="115"/>
                    <a:pt x="553" y="179"/>
                  </a:cubicBezTo>
                  <a:lnTo>
                    <a:pt x="553" y="431"/>
                  </a:lnTo>
                  <a:cubicBezTo>
                    <a:pt x="576" y="447"/>
                    <a:pt x="592" y="474"/>
                    <a:pt x="592" y="504"/>
                  </a:cubicBezTo>
                  <a:cubicBezTo>
                    <a:pt x="592" y="516"/>
                    <a:pt x="590" y="526"/>
                    <a:pt x="586" y="536"/>
                  </a:cubicBezTo>
                  <a:lnTo>
                    <a:pt x="774" y="719"/>
                  </a:lnTo>
                  <a:cubicBezTo>
                    <a:pt x="806" y="751"/>
                    <a:pt x="758" y="801"/>
                    <a:pt x="725" y="769"/>
                  </a:cubicBezTo>
                  <a:close/>
                  <a:moveTo>
                    <a:pt x="168" y="471"/>
                  </a:moveTo>
                  <a:lnTo>
                    <a:pt x="168" y="471"/>
                  </a:lnTo>
                  <a:lnTo>
                    <a:pt x="234" y="471"/>
                  </a:lnTo>
                  <a:cubicBezTo>
                    <a:pt x="278" y="471"/>
                    <a:pt x="278" y="538"/>
                    <a:pt x="234" y="538"/>
                  </a:cubicBezTo>
                  <a:lnTo>
                    <a:pt x="168" y="538"/>
                  </a:lnTo>
                  <a:cubicBezTo>
                    <a:pt x="123" y="538"/>
                    <a:pt x="123" y="471"/>
                    <a:pt x="168" y="471"/>
                  </a:cubicBezTo>
                  <a:close/>
                  <a:moveTo>
                    <a:pt x="774" y="471"/>
                  </a:moveTo>
                  <a:lnTo>
                    <a:pt x="774" y="471"/>
                  </a:lnTo>
                  <a:lnTo>
                    <a:pt x="840" y="471"/>
                  </a:lnTo>
                  <a:cubicBezTo>
                    <a:pt x="885" y="471"/>
                    <a:pt x="885" y="538"/>
                    <a:pt x="840" y="538"/>
                  </a:cubicBezTo>
                  <a:lnTo>
                    <a:pt x="774" y="538"/>
                  </a:lnTo>
                  <a:cubicBezTo>
                    <a:pt x="730" y="538"/>
                    <a:pt x="730" y="471"/>
                    <a:pt x="774" y="471"/>
                  </a:cubicBezTo>
                  <a:close/>
                  <a:moveTo>
                    <a:pt x="470" y="840"/>
                  </a:moveTo>
                  <a:lnTo>
                    <a:pt x="470" y="840"/>
                  </a:lnTo>
                  <a:lnTo>
                    <a:pt x="470" y="775"/>
                  </a:lnTo>
                  <a:cubicBezTo>
                    <a:pt x="470" y="730"/>
                    <a:pt x="538" y="730"/>
                    <a:pt x="538" y="775"/>
                  </a:cubicBezTo>
                  <a:lnTo>
                    <a:pt x="538" y="840"/>
                  </a:lnTo>
                  <a:cubicBezTo>
                    <a:pt x="538" y="885"/>
                    <a:pt x="470" y="885"/>
                    <a:pt x="470" y="840"/>
                  </a:cubicBezTo>
                  <a:close/>
                  <a:moveTo>
                    <a:pt x="504" y="912"/>
                  </a:moveTo>
                  <a:lnTo>
                    <a:pt x="504" y="912"/>
                  </a:lnTo>
                  <a:cubicBezTo>
                    <a:pt x="729" y="912"/>
                    <a:pt x="912" y="730"/>
                    <a:pt x="912" y="504"/>
                  </a:cubicBezTo>
                  <a:cubicBezTo>
                    <a:pt x="912" y="279"/>
                    <a:pt x="729" y="97"/>
                    <a:pt x="504" y="97"/>
                  </a:cubicBezTo>
                  <a:cubicBezTo>
                    <a:pt x="279" y="97"/>
                    <a:pt x="96" y="279"/>
                    <a:pt x="96" y="504"/>
                  </a:cubicBezTo>
                  <a:cubicBezTo>
                    <a:pt x="96" y="730"/>
                    <a:pt x="279" y="912"/>
                    <a:pt x="504" y="912"/>
                  </a:cubicBezTo>
                  <a:close/>
                </a:path>
              </a:pathLst>
            </a:custGeom>
            <a:solidFill>
              <a:schemeClr val="bg1"/>
            </a:solidFill>
            <a:ln>
              <a:noFill/>
            </a:ln>
          </p:spPr>
          <p:txBody>
            <a:bodyPr vert="horz" wrap="square" lIns="68571" tIns="34285" rIns="68571" bIns="34285" numCol="1" anchor="t" anchorCtr="0" compatLnSpc="1"/>
            <a:lstStyle/>
            <a:p>
              <a:pPr>
                <a:defRPr/>
              </a:pPr>
              <a:endParaRPr lang="zh-CN" altLang="en-US" kern="0">
                <a:solidFill>
                  <a:schemeClr val="tx1">
                    <a:lumMod val="50000"/>
                    <a:lumOff val="50000"/>
                  </a:schemeClr>
                </a:solidFill>
                <a:latin typeface="微软雅黑"/>
                <a:ea typeface="微软雅黑"/>
                <a:sym typeface="微软雅黑"/>
              </a:endParaRPr>
            </a:p>
          </p:txBody>
        </p:sp>
        <p:grpSp>
          <p:nvGrpSpPr>
            <p:cNvPr id="24" name="组合 23">
              <a:extLst>
                <a:ext uri="{FF2B5EF4-FFF2-40B4-BE49-F238E27FC236}">
                  <a16:creationId xmlns:a16="http://schemas.microsoft.com/office/drawing/2014/main" id="{7E3291E3-A125-4CCA-8BA2-A7EF9C4565AE}"/>
                </a:ext>
              </a:extLst>
            </p:cNvPr>
            <p:cNvGrpSpPr/>
            <p:nvPr/>
          </p:nvGrpSpPr>
          <p:grpSpPr>
            <a:xfrm>
              <a:off x="6421528" y="4525290"/>
              <a:ext cx="580037" cy="538318"/>
              <a:chOff x="5928340" y="670992"/>
              <a:chExt cx="506444" cy="470018"/>
            </a:xfrm>
            <a:solidFill>
              <a:schemeClr val="bg1">
                <a:lumMod val="95000"/>
              </a:schemeClr>
            </a:solidFill>
          </p:grpSpPr>
          <p:sp>
            <p:nvSpPr>
              <p:cNvPr id="31" name="Freeform 36">
                <a:extLst>
                  <a:ext uri="{FF2B5EF4-FFF2-40B4-BE49-F238E27FC236}">
                    <a16:creationId xmlns:a16="http://schemas.microsoft.com/office/drawing/2014/main" id="{FDF7618B-7A8D-4166-998A-38C8F917D2DD}"/>
                  </a:ext>
                </a:extLst>
              </p:cNvPr>
              <p:cNvSpPr>
                <a:spLocks noEditPoints="1"/>
              </p:cNvSpPr>
              <p:nvPr/>
            </p:nvSpPr>
            <p:spPr bwMode="auto">
              <a:xfrm>
                <a:off x="5993909" y="670992"/>
                <a:ext cx="241151" cy="160240"/>
              </a:xfrm>
              <a:custGeom>
                <a:avLst/>
                <a:gdLst>
                  <a:gd name="T0" fmla="*/ 133 w 372"/>
                  <a:gd name="T1" fmla="*/ 185 h 247"/>
                  <a:gd name="T2" fmla="*/ 118 w 372"/>
                  <a:gd name="T3" fmla="*/ 152 h 247"/>
                  <a:gd name="T4" fmla="*/ 136 w 372"/>
                  <a:gd name="T5" fmla="*/ 115 h 247"/>
                  <a:gd name="T6" fmla="*/ 180 w 372"/>
                  <a:gd name="T7" fmla="*/ 100 h 247"/>
                  <a:gd name="T8" fmla="*/ 180 w 372"/>
                  <a:gd name="T9" fmla="*/ 84 h 247"/>
                  <a:gd name="T10" fmla="*/ 205 w 372"/>
                  <a:gd name="T11" fmla="*/ 84 h 247"/>
                  <a:gd name="T12" fmla="*/ 205 w 372"/>
                  <a:gd name="T13" fmla="*/ 99 h 247"/>
                  <a:gd name="T14" fmla="*/ 246 w 372"/>
                  <a:gd name="T15" fmla="*/ 114 h 247"/>
                  <a:gd name="T16" fmla="*/ 263 w 372"/>
                  <a:gd name="T17" fmla="*/ 152 h 247"/>
                  <a:gd name="T18" fmla="*/ 221 w 372"/>
                  <a:gd name="T19" fmla="*/ 152 h 247"/>
                  <a:gd name="T20" fmla="*/ 215 w 372"/>
                  <a:gd name="T21" fmla="*/ 136 h 247"/>
                  <a:gd name="T22" fmla="*/ 167 w 372"/>
                  <a:gd name="T23" fmla="*/ 134 h 247"/>
                  <a:gd name="T24" fmla="*/ 167 w 372"/>
                  <a:gd name="T25" fmla="*/ 156 h 247"/>
                  <a:gd name="T26" fmla="*/ 217 w 372"/>
                  <a:gd name="T27" fmla="*/ 171 h 247"/>
                  <a:gd name="T28" fmla="*/ 251 w 372"/>
                  <a:gd name="T29" fmla="*/ 188 h 247"/>
                  <a:gd name="T30" fmla="*/ 266 w 372"/>
                  <a:gd name="T31" fmla="*/ 223 h 247"/>
                  <a:gd name="T32" fmla="*/ 265 w 372"/>
                  <a:gd name="T33" fmla="*/ 234 h 247"/>
                  <a:gd name="T34" fmla="*/ 259 w 372"/>
                  <a:gd name="T35" fmla="*/ 246 h 247"/>
                  <a:gd name="T36" fmla="*/ 222 w 372"/>
                  <a:gd name="T37" fmla="*/ 230 h 247"/>
                  <a:gd name="T38" fmla="*/ 217 w 372"/>
                  <a:gd name="T39" fmla="*/ 217 h 247"/>
                  <a:gd name="T40" fmla="*/ 133 w 372"/>
                  <a:gd name="T41" fmla="*/ 185 h 247"/>
                  <a:gd name="T42" fmla="*/ 191 w 372"/>
                  <a:gd name="T43" fmla="*/ 39 h 247"/>
                  <a:gd name="T44" fmla="*/ 83 w 372"/>
                  <a:gd name="T45" fmla="*/ 83 h 247"/>
                  <a:gd name="T46" fmla="*/ 39 w 372"/>
                  <a:gd name="T47" fmla="*/ 191 h 247"/>
                  <a:gd name="T48" fmla="*/ 44 w 372"/>
                  <a:gd name="T49" fmla="*/ 231 h 247"/>
                  <a:gd name="T50" fmla="*/ 9 w 372"/>
                  <a:gd name="T51" fmla="*/ 247 h 247"/>
                  <a:gd name="T52" fmla="*/ 0 w 372"/>
                  <a:gd name="T53" fmla="*/ 191 h 247"/>
                  <a:gd name="T54" fmla="*/ 56 w 372"/>
                  <a:gd name="T55" fmla="*/ 56 h 247"/>
                  <a:gd name="T56" fmla="*/ 191 w 372"/>
                  <a:gd name="T57" fmla="*/ 0 h 247"/>
                  <a:gd name="T58" fmla="*/ 326 w 372"/>
                  <a:gd name="T59" fmla="*/ 56 h 247"/>
                  <a:gd name="T60" fmla="*/ 372 w 372"/>
                  <a:gd name="T61" fmla="*/ 132 h 247"/>
                  <a:gd name="T62" fmla="*/ 339 w 372"/>
                  <a:gd name="T63" fmla="*/ 152 h 247"/>
                  <a:gd name="T64" fmla="*/ 299 w 372"/>
                  <a:gd name="T65" fmla="*/ 83 h 247"/>
                  <a:gd name="T66" fmla="*/ 191 w 372"/>
                  <a:gd name="T67" fmla="*/ 39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2" h="246">
                    <a:moveTo>
                      <a:pt x="133" y="185"/>
                    </a:moveTo>
                    <a:cubicBezTo>
                      <a:pt x="123" y="177"/>
                      <a:pt x="118" y="166"/>
                      <a:pt x="118" y="152"/>
                    </a:cubicBezTo>
                    <a:cubicBezTo>
                      <a:pt x="118" y="136"/>
                      <a:pt x="124" y="124"/>
                      <a:pt x="136" y="115"/>
                    </a:cubicBezTo>
                    <a:cubicBezTo>
                      <a:pt x="147" y="105"/>
                      <a:pt x="160" y="100"/>
                      <a:pt x="180" y="100"/>
                    </a:cubicBezTo>
                    <a:cubicBezTo>
                      <a:pt x="180" y="84"/>
                      <a:pt x="180" y="84"/>
                      <a:pt x="180" y="84"/>
                    </a:cubicBezTo>
                    <a:cubicBezTo>
                      <a:pt x="205" y="84"/>
                      <a:pt x="205" y="84"/>
                      <a:pt x="205" y="84"/>
                    </a:cubicBezTo>
                    <a:cubicBezTo>
                      <a:pt x="205" y="99"/>
                      <a:pt x="205" y="99"/>
                      <a:pt x="205" y="99"/>
                    </a:cubicBezTo>
                    <a:cubicBezTo>
                      <a:pt x="224" y="100"/>
                      <a:pt x="235" y="104"/>
                      <a:pt x="246" y="114"/>
                    </a:cubicBezTo>
                    <a:cubicBezTo>
                      <a:pt x="257" y="123"/>
                      <a:pt x="262" y="136"/>
                      <a:pt x="263" y="152"/>
                    </a:cubicBezTo>
                    <a:cubicBezTo>
                      <a:pt x="221" y="152"/>
                      <a:pt x="221" y="152"/>
                      <a:pt x="221" y="152"/>
                    </a:cubicBezTo>
                    <a:cubicBezTo>
                      <a:pt x="220" y="145"/>
                      <a:pt x="218" y="140"/>
                      <a:pt x="215" y="136"/>
                    </a:cubicBezTo>
                    <a:cubicBezTo>
                      <a:pt x="208" y="128"/>
                      <a:pt x="176" y="128"/>
                      <a:pt x="167" y="134"/>
                    </a:cubicBezTo>
                    <a:cubicBezTo>
                      <a:pt x="161" y="139"/>
                      <a:pt x="160" y="151"/>
                      <a:pt x="167" y="156"/>
                    </a:cubicBezTo>
                    <a:cubicBezTo>
                      <a:pt x="175" y="162"/>
                      <a:pt x="205" y="167"/>
                      <a:pt x="217" y="171"/>
                    </a:cubicBezTo>
                    <a:cubicBezTo>
                      <a:pt x="232" y="176"/>
                      <a:pt x="244" y="181"/>
                      <a:pt x="251" y="188"/>
                    </a:cubicBezTo>
                    <a:cubicBezTo>
                      <a:pt x="261" y="197"/>
                      <a:pt x="266" y="208"/>
                      <a:pt x="266" y="223"/>
                    </a:cubicBezTo>
                    <a:cubicBezTo>
                      <a:pt x="266" y="227"/>
                      <a:pt x="266" y="231"/>
                      <a:pt x="265" y="234"/>
                    </a:cubicBezTo>
                    <a:cubicBezTo>
                      <a:pt x="263" y="238"/>
                      <a:pt x="261" y="242"/>
                      <a:pt x="259" y="246"/>
                    </a:cubicBezTo>
                    <a:cubicBezTo>
                      <a:pt x="247" y="240"/>
                      <a:pt x="235" y="235"/>
                      <a:pt x="222" y="230"/>
                    </a:cubicBezTo>
                    <a:cubicBezTo>
                      <a:pt x="223" y="225"/>
                      <a:pt x="221" y="220"/>
                      <a:pt x="217" y="217"/>
                    </a:cubicBezTo>
                    <a:cubicBezTo>
                      <a:pt x="200" y="204"/>
                      <a:pt x="158" y="207"/>
                      <a:pt x="133" y="185"/>
                    </a:cubicBezTo>
                    <a:close/>
                    <a:moveTo>
                      <a:pt x="191" y="39"/>
                    </a:moveTo>
                    <a:cubicBezTo>
                      <a:pt x="149" y="39"/>
                      <a:pt x="111" y="56"/>
                      <a:pt x="83" y="83"/>
                    </a:cubicBezTo>
                    <a:cubicBezTo>
                      <a:pt x="56" y="111"/>
                      <a:pt x="39" y="149"/>
                      <a:pt x="39" y="191"/>
                    </a:cubicBezTo>
                    <a:cubicBezTo>
                      <a:pt x="39" y="205"/>
                      <a:pt x="40" y="219"/>
                      <a:pt x="44" y="231"/>
                    </a:cubicBezTo>
                    <a:cubicBezTo>
                      <a:pt x="32" y="236"/>
                      <a:pt x="20" y="241"/>
                      <a:pt x="9" y="247"/>
                    </a:cubicBezTo>
                    <a:cubicBezTo>
                      <a:pt x="3" y="229"/>
                      <a:pt x="0" y="210"/>
                      <a:pt x="0" y="191"/>
                    </a:cubicBezTo>
                    <a:cubicBezTo>
                      <a:pt x="0" y="138"/>
                      <a:pt x="22" y="91"/>
                      <a:pt x="56" y="56"/>
                    </a:cubicBezTo>
                    <a:cubicBezTo>
                      <a:pt x="91" y="22"/>
                      <a:pt x="138" y="0"/>
                      <a:pt x="191" y="0"/>
                    </a:cubicBezTo>
                    <a:cubicBezTo>
                      <a:pt x="244" y="0"/>
                      <a:pt x="291" y="22"/>
                      <a:pt x="326" y="56"/>
                    </a:cubicBezTo>
                    <a:cubicBezTo>
                      <a:pt x="347" y="77"/>
                      <a:pt x="363" y="103"/>
                      <a:pt x="372" y="132"/>
                    </a:cubicBezTo>
                    <a:cubicBezTo>
                      <a:pt x="361" y="138"/>
                      <a:pt x="349" y="145"/>
                      <a:pt x="339" y="152"/>
                    </a:cubicBezTo>
                    <a:cubicBezTo>
                      <a:pt x="332" y="126"/>
                      <a:pt x="318" y="102"/>
                      <a:pt x="299" y="83"/>
                    </a:cubicBezTo>
                    <a:cubicBezTo>
                      <a:pt x="271" y="56"/>
                      <a:pt x="233" y="39"/>
                      <a:pt x="191"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p>
                <a:endParaRPr lang="zh-CN" altLang="en-US">
                  <a:solidFill>
                    <a:schemeClr val="tx1">
                      <a:lumMod val="50000"/>
                      <a:lumOff val="50000"/>
                    </a:schemeClr>
                  </a:solidFill>
                  <a:latin typeface="微软雅黑"/>
                  <a:ea typeface="微软雅黑"/>
                  <a:sym typeface="微软雅黑"/>
                </a:endParaRPr>
              </a:p>
            </p:txBody>
          </p:sp>
          <p:sp>
            <p:nvSpPr>
              <p:cNvPr id="32" name="Freeform 37">
                <a:extLst>
                  <a:ext uri="{FF2B5EF4-FFF2-40B4-BE49-F238E27FC236}">
                    <a16:creationId xmlns:a16="http://schemas.microsoft.com/office/drawing/2014/main" id="{2FA00D16-8822-446B-84CA-D5BB34B2C3C1}"/>
                  </a:ext>
                </a:extLst>
              </p:cNvPr>
              <p:cNvSpPr>
                <a:spLocks noEditPoints="1"/>
              </p:cNvSpPr>
              <p:nvPr/>
            </p:nvSpPr>
            <p:spPr bwMode="auto">
              <a:xfrm>
                <a:off x="6183208" y="766203"/>
                <a:ext cx="251576" cy="263409"/>
              </a:xfrm>
              <a:custGeom>
                <a:avLst/>
                <a:gdLst>
                  <a:gd name="T0" fmla="*/ 41 w 388"/>
                  <a:gd name="T1" fmla="*/ 59 h 406"/>
                  <a:gd name="T2" fmla="*/ 185 w 388"/>
                  <a:gd name="T3" fmla="*/ 0 h 406"/>
                  <a:gd name="T4" fmla="*/ 329 w 388"/>
                  <a:gd name="T5" fmla="*/ 59 h 406"/>
                  <a:gd name="T6" fmla="*/ 388 w 388"/>
                  <a:gd name="T7" fmla="*/ 203 h 406"/>
                  <a:gd name="T8" fmla="*/ 329 w 388"/>
                  <a:gd name="T9" fmla="*/ 347 h 406"/>
                  <a:gd name="T10" fmla="*/ 185 w 388"/>
                  <a:gd name="T11" fmla="*/ 406 h 406"/>
                  <a:gd name="T12" fmla="*/ 111 w 388"/>
                  <a:gd name="T13" fmla="*/ 393 h 406"/>
                  <a:gd name="T14" fmla="*/ 116 w 388"/>
                  <a:gd name="T15" fmla="*/ 342 h 406"/>
                  <a:gd name="T16" fmla="*/ 36 w 388"/>
                  <a:gd name="T17" fmla="*/ 149 h 406"/>
                  <a:gd name="T18" fmla="*/ 0 w 388"/>
                  <a:gd name="T19" fmla="*/ 119 h 406"/>
                  <a:gd name="T20" fmla="*/ 41 w 388"/>
                  <a:gd name="T21" fmla="*/ 59 h 406"/>
                  <a:gd name="T22" fmla="*/ 123 w 388"/>
                  <a:gd name="T23" fmla="*/ 197 h 406"/>
                  <a:gd name="T24" fmla="*/ 107 w 388"/>
                  <a:gd name="T25" fmla="*/ 161 h 406"/>
                  <a:gd name="T26" fmla="*/ 126 w 388"/>
                  <a:gd name="T27" fmla="*/ 121 h 406"/>
                  <a:gd name="T28" fmla="*/ 173 w 388"/>
                  <a:gd name="T29" fmla="*/ 105 h 406"/>
                  <a:gd name="T30" fmla="*/ 173 w 388"/>
                  <a:gd name="T31" fmla="*/ 88 h 406"/>
                  <a:gd name="T32" fmla="*/ 200 w 388"/>
                  <a:gd name="T33" fmla="*/ 88 h 406"/>
                  <a:gd name="T34" fmla="*/ 200 w 388"/>
                  <a:gd name="T35" fmla="*/ 104 h 406"/>
                  <a:gd name="T36" fmla="*/ 244 w 388"/>
                  <a:gd name="T37" fmla="*/ 120 h 406"/>
                  <a:gd name="T38" fmla="*/ 262 w 388"/>
                  <a:gd name="T39" fmla="*/ 161 h 406"/>
                  <a:gd name="T40" fmla="*/ 217 w 388"/>
                  <a:gd name="T41" fmla="*/ 161 h 406"/>
                  <a:gd name="T42" fmla="*/ 211 w 388"/>
                  <a:gd name="T43" fmla="*/ 144 h 406"/>
                  <a:gd name="T44" fmla="*/ 160 w 388"/>
                  <a:gd name="T45" fmla="*/ 142 h 406"/>
                  <a:gd name="T46" fmla="*/ 159 w 388"/>
                  <a:gd name="T47" fmla="*/ 165 h 406"/>
                  <a:gd name="T48" fmla="*/ 213 w 388"/>
                  <a:gd name="T49" fmla="*/ 181 h 406"/>
                  <a:gd name="T50" fmla="*/ 250 w 388"/>
                  <a:gd name="T51" fmla="*/ 200 h 406"/>
                  <a:gd name="T52" fmla="*/ 265 w 388"/>
                  <a:gd name="T53" fmla="*/ 237 h 406"/>
                  <a:gd name="T54" fmla="*/ 248 w 388"/>
                  <a:gd name="T55" fmla="*/ 279 h 406"/>
                  <a:gd name="T56" fmla="*/ 198 w 388"/>
                  <a:gd name="T57" fmla="*/ 296 h 406"/>
                  <a:gd name="T58" fmla="*/ 198 w 388"/>
                  <a:gd name="T59" fmla="*/ 318 h 406"/>
                  <a:gd name="T60" fmla="*/ 172 w 388"/>
                  <a:gd name="T61" fmla="*/ 318 h 406"/>
                  <a:gd name="T62" fmla="*/ 172 w 388"/>
                  <a:gd name="T63" fmla="*/ 296 h 406"/>
                  <a:gd name="T64" fmla="*/ 123 w 388"/>
                  <a:gd name="T65" fmla="*/ 279 h 406"/>
                  <a:gd name="T66" fmla="*/ 105 w 388"/>
                  <a:gd name="T67" fmla="*/ 233 h 406"/>
                  <a:gd name="T68" fmla="*/ 152 w 388"/>
                  <a:gd name="T69" fmla="*/ 233 h 406"/>
                  <a:gd name="T70" fmla="*/ 158 w 388"/>
                  <a:gd name="T71" fmla="*/ 254 h 406"/>
                  <a:gd name="T72" fmla="*/ 212 w 388"/>
                  <a:gd name="T73" fmla="*/ 256 h 406"/>
                  <a:gd name="T74" fmla="*/ 213 w 388"/>
                  <a:gd name="T75" fmla="*/ 231 h 406"/>
                  <a:gd name="T76" fmla="*/ 123 w 388"/>
                  <a:gd name="T77" fmla="*/ 197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88" h="406">
                    <a:moveTo>
                      <a:pt x="41" y="59"/>
                    </a:moveTo>
                    <a:cubicBezTo>
                      <a:pt x="78" y="22"/>
                      <a:pt x="129" y="0"/>
                      <a:pt x="185" y="0"/>
                    </a:cubicBezTo>
                    <a:cubicBezTo>
                      <a:pt x="241" y="0"/>
                      <a:pt x="292" y="22"/>
                      <a:pt x="329" y="59"/>
                    </a:cubicBezTo>
                    <a:cubicBezTo>
                      <a:pt x="366" y="96"/>
                      <a:pt x="388" y="147"/>
                      <a:pt x="388" y="203"/>
                    </a:cubicBezTo>
                    <a:cubicBezTo>
                      <a:pt x="388" y="259"/>
                      <a:pt x="366" y="310"/>
                      <a:pt x="329" y="347"/>
                    </a:cubicBezTo>
                    <a:cubicBezTo>
                      <a:pt x="292" y="384"/>
                      <a:pt x="241" y="406"/>
                      <a:pt x="185" y="406"/>
                    </a:cubicBezTo>
                    <a:cubicBezTo>
                      <a:pt x="159" y="406"/>
                      <a:pt x="134" y="401"/>
                      <a:pt x="111" y="393"/>
                    </a:cubicBezTo>
                    <a:cubicBezTo>
                      <a:pt x="114" y="376"/>
                      <a:pt x="116" y="359"/>
                      <a:pt x="116" y="342"/>
                    </a:cubicBezTo>
                    <a:cubicBezTo>
                      <a:pt x="116" y="270"/>
                      <a:pt x="87" y="200"/>
                      <a:pt x="36" y="149"/>
                    </a:cubicBezTo>
                    <a:cubicBezTo>
                      <a:pt x="25" y="138"/>
                      <a:pt x="13" y="128"/>
                      <a:pt x="0" y="119"/>
                    </a:cubicBezTo>
                    <a:cubicBezTo>
                      <a:pt x="10" y="96"/>
                      <a:pt x="24" y="76"/>
                      <a:pt x="41" y="59"/>
                    </a:cubicBezTo>
                    <a:close/>
                    <a:moveTo>
                      <a:pt x="123" y="197"/>
                    </a:moveTo>
                    <a:cubicBezTo>
                      <a:pt x="112" y="188"/>
                      <a:pt x="107" y="176"/>
                      <a:pt x="107" y="161"/>
                    </a:cubicBezTo>
                    <a:cubicBezTo>
                      <a:pt x="107" y="144"/>
                      <a:pt x="113" y="131"/>
                      <a:pt x="126" y="121"/>
                    </a:cubicBezTo>
                    <a:cubicBezTo>
                      <a:pt x="138" y="111"/>
                      <a:pt x="152" y="105"/>
                      <a:pt x="173" y="105"/>
                    </a:cubicBezTo>
                    <a:cubicBezTo>
                      <a:pt x="173" y="88"/>
                      <a:pt x="173" y="88"/>
                      <a:pt x="173" y="88"/>
                    </a:cubicBezTo>
                    <a:cubicBezTo>
                      <a:pt x="200" y="88"/>
                      <a:pt x="200" y="88"/>
                      <a:pt x="200" y="88"/>
                    </a:cubicBezTo>
                    <a:cubicBezTo>
                      <a:pt x="200" y="104"/>
                      <a:pt x="200" y="104"/>
                      <a:pt x="200" y="104"/>
                    </a:cubicBezTo>
                    <a:cubicBezTo>
                      <a:pt x="220" y="105"/>
                      <a:pt x="233" y="110"/>
                      <a:pt x="244" y="120"/>
                    </a:cubicBezTo>
                    <a:cubicBezTo>
                      <a:pt x="255" y="130"/>
                      <a:pt x="261" y="143"/>
                      <a:pt x="262" y="161"/>
                    </a:cubicBezTo>
                    <a:cubicBezTo>
                      <a:pt x="217" y="161"/>
                      <a:pt x="217" y="161"/>
                      <a:pt x="217" y="161"/>
                    </a:cubicBezTo>
                    <a:cubicBezTo>
                      <a:pt x="216" y="154"/>
                      <a:pt x="214" y="148"/>
                      <a:pt x="211" y="144"/>
                    </a:cubicBezTo>
                    <a:cubicBezTo>
                      <a:pt x="203" y="135"/>
                      <a:pt x="168" y="135"/>
                      <a:pt x="160" y="142"/>
                    </a:cubicBezTo>
                    <a:cubicBezTo>
                      <a:pt x="152" y="147"/>
                      <a:pt x="152" y="160"/>
                      <a:pt x="159" y="165"/>
                    </a:cubicBezTo>
                    <a:cubicBezTo>
                      <a:pt x="168" y="172"/>
                      <a:pt x="200" y="177"/>
                      <a:pt x="213" y="181"/>
                    </a:cubicBezTo>
                    <a:cubicBezTo>
                      <a:pt x="229" y="186"/>
                      <a:pt x="242" y="193"/>
                      <a:pt x="250" y="200"/>
                    </a:cubicBezTo>
                    <a:cubicBezTo>
                      <a:pt x="260" y="209"/>
                      <a:pt x="265" y="221"/>
                      <a:pt x="265" y="237"/>
                    </a:cubicBezTo>
                    <a:cubicBezTo>
                      <a:pt x="265" y="256"/>
                      <a:pt x="260" y="270"/>
                      <a:pt x="248" y="279"/>
                    </a:cubicBezTo>
                    <a:cubicBezTo>
                      <a:pt x="236" y="289"/>
                      <a:pt x="222" y="295"/>
                      <a:pt x="198" y="296"/>
                    </a:cubicBezTo>
                    <a:cubicBezTo>
                      <a:pt x="198" y="318"/>
                      <a:pt x="198" y="318"/>
                      <a:pt x="198" y="318"/>
                    </a:cubicBezTo>
                    <a:cubicBezTo>
                      <a:pt x="172" y="318"/>
                      <a:pt x="172" y="318"/>
                      <a:pt x="172" y="318"/>
                    </a:cubicBezTo>
                    <a:cubicBezTo>
                      <a:pt x="172" y="296"/>
                      <a:pt x="172" y="296"/>
                      <a:pt x="172" y="296"/>
                    </a:cubicBezTo>
                    <a:cubicBezTo>
                      <a:pt x="150" y="295"/>
                      <a:pt x="136" y="290"/>
                      <a:pt x="123" y="279"/>
                    </a:cubicBezTo>
                    <a:cubicBezTo>
                      <a:pt x="111" y="268"/>
                      <a:pt x="105" y="252"/>
                      <a:pt x="105" y="233"/>
                    </a:cubicBezTo>
                    <a:cubicBezTo>
                      <a:pt x="152" y="233"/>
                      <a:pt x="152" y="233"/>
                      <a:pt x="152" y="233"/>
                    </a:cubicBezTo>
                    <a:cubicBezTo>
                      <a:pt x="153" y="243"/>
                      <a:pt x="155" y="250"/>
                      <a:pt x="158" y="254"/>
                    </a:cubicBezTo>
                    <a:cubicBezTo>
                      <a:pt x="167" y="265"/>
                      <a:pt x="203" y="263"/>
                      <a:pt x="212" y="256"/>
                    </a:cubicBezTo>
                    <a:cubicBezTo>
                      <a:pt x="220" y="251"/>
                      <a:pt x="221" y="237"/>
                      <a:pt x="213" y="231"/>
                    </a:cubicBezTo>
                    <a:cubicBezTo>
                      <a:pt x="195" y="216"/>
                      <a:pt x="150" y="220"/>
                      <a:pt x="123" y="19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p>
                <a:endParaRPr lang="zh-CN" altLang="en-US">
                  <a:solidFill>
                    <a:schemeClr val="tx1">
                      <a:lumMod val="50000"/>
                      <a:lumOff val="50000"/>
                    </a:schemeClr>
                  </a:solidFill>
                  <a:latin typeface="微软雅黑"/>
                  <a:ea typeface="微软雅黑"/>
                  <a:sym typeface="微软雅黑"/>
                </a:endParaRPr>
              </a:p>
            </p:txBody>
          </p:sp>
          <p:sp>
            <p:nvSpPr>
              <p:cNvPr id="33" name="Freeform 38">
                <a:extLst>
                  <a:ext uri="{FF2B5EF4-FFF2-40B4-BE49-F238E27FC236}">
                    <a16:creationId xmlns:a16="http://schemas.microsoft.com/office/drawing/2014/main" id="{D5CA6ECE-3F21-43EE-929A-4198053D7B93}"/>
                  </a:ext>
                </a:extLst>
              </p:cNvPr>
              <p:cNvSpPr>
                <a:spLocks noEditPoints="1"/>
              </p:cNvSpPr>
              <p:nvPr/>
            </p:nvSpPr>
            <p:spPr bwMode="auto">
              <a:xfrm>
                <a:off x="5928340" y="836444"/>
                <a:ext cx="304799" cy="304566"/>
              </a:xfrm>
              <a:custGeom>
                <a:avLst/>
                <a:gdLst>
                  <a:gd name="T0" fmla="*/ 235 w 470"/>
                  <a:gd name="T1" fmla="*/ 57 h 470"/>
                  <a:gd name="T2" fmla="*/ 109 w 470"/>
                  <a:gd name="T3" fmla="*/ 109 h 470"/>
                  <a:gd name="T4" fmla="*/ 57 w 470"/>
                  <a:gd name="T5" fmla="*/ 235 h 470"/>
                  <a:gd name="T6" fmla="*/ 109 w 470"/>
                  <a:gd name="T7" fmla="*/ 361 h 470"/>
                  <a:gd name="T8" fmla="*/ 235 w 470"/>
                  <a:gd name="T9" fmla="*/ 413 h 470"/>
                  <a:gd name="T10" fmla="*/ 361 w 470"/>
                  <a:gd name="T11" fmla="*/ 361 h 470"/>
                  <a:gd name="T12" fmla="*/ 413 w 470"/>
                  <a:gd name="T13" fmla="*/ 235 h 470"/>
                  <a:gd name="T14" fmla="*/ 361 w 470"/>
                  <a:gd name="T15" fmla="*/ 109 h 470"/>
                  <a:gd name="T16" fmla="*/ 235 w 470"/>
                  <a:gd name="T17" fmla="*/ 57 h 470"/>
                  <a:gd name="T18" fmla="*/ 170 w 470"/>
                  <a:gd name="T19" fmla="*/ 228 h 470"/>
                  <a:gd name="T20" fmla="*/ 154 w 470"/>
                  <a:gd name="T21" fmla="*/ 191 h 470"/>
                  <a:gd name="T22" fmla="*/ 173 w 470"/>
                  <a:gd name="T23" fmla="*/ 149 h 470"/>
                  <a:gd name="T24" fmla="*/ 222 w 470"/>
                  <a:gd name="T25" fmla="*/ 132 h 470"/>
                  <a:gd name="T26" fmla="*/ 222 w 470"/>
                  <a:gd name="T27" fmla="*/ 114 h 470"/>
                  <a:gd name="T28" fmla="*/ 251 w 470"/>
                  <a:gd name="T29" fmla="*/ 114 h 470"/>
                  <a:gd name="T30" fmla="*/ 251 w 470"/>
                  <a:gd name="T31" fmla="*/ 132 h 470"/>
                  <a:gd name="T32" fmla="*/ 296 w 470"/>
                  <a:gd name="T33" fmla="*/ 148 h 470"/>
                  <a:gd name="T34" fmla="*/ 314 w 470"/>
                  <a:gd name="T35" fmla="*/ 190 h 470"/>
                  <a:gd name="T36" fmla="*/ 267 w 470"/>
                  <a:gd name="T37" fmla="*/ 190 h 470"/>
                  <a:gd name="T38" fmla="*/ 262 w 470"/>
                  <a:gd name="T39" fmla="*/ 173 h 470"/>
                  <a:gd name="T40" fmla="*/ 208 w 470"/>
                  <a:gd name="T41" fmla="*/ 171 h 470"/>
                  <a:gd name="T42" fmla="*/ 208 w 470"/>
                  <a:gd name="T43" fmla="*/ 196 h 470"/>
                  <a:gd name="T44" fmla="*/ 264 w 470"/>
                  <a:gd name="T45" fmla="*/ 212 h 470"/>
                  <a:gd name="T46" fmla="*/ 302 w 470"/>
                  <a:gd name="T47" fmla="*/ 231 h 470"/>
                  <a:gd name="T48" fmla="*/ 318 w 470"/>
                  <a:gd name="T49" fmla="*/ 271 h 470"/>
                  <a:gd name="T50" fmla="*/ 300 w 470"/>
                  <a:gd name="T51" fmla="*/ 314 h 470"/>
                  <a:gd name="T52" fmla="*/ 248 w 470"/>
                  <a:gd name="T53" fmla="*/ 333 h 470"/>
                  <a:gd name="T54" fmla="*/ 248 w 470"/>
                  <a:gd name="T55" fmla="*/ 355 h 470"/>
                  <a:gd name="T56" fmla="*/ 219 w 470"/>
                  <a:gd name="T57" fmla="*/ 355 h 470"/>
                  <a:gd name="T58" fmla="*/ 219 w 470"/>
                  <a:gd name="T59" fmla="*/ 333 h 470"/>
                  <a:gd name="T60" fmla="*/ 171 w 470"/>
                  <a:gd name="T61" fmla="*/ 313 h 470"/>
                  <a:gd name="T62" fmla="*/ 151 w 470"/>
                  <a:gd name="T63" fmla="*/ 266 h 470"/>
                  <a:gd name="T64" fmla="*/ 201 w 470"/>
                  <a:gd name="T65" fmla="*/ 266 h 470"/>
                  <a:gd name="T66" fmla="*/ 207 w 470"/>
                  <a:gd name="T67" fmla="*/ 288 h 470"/>
                  <a:gd name="T68" fmla="*/ 263 w 470"/>
                  <a:gd name="T69" fmla="*/ 290 h 470"/>
                  <a:gd name="T70" fmla="*/ 264 w 470"/>
                  <a:gd name="T71" fmla="*/ 264 h 470"/>
                  <a:gd name="T72" fmla="*/ 170 w 470"/>
                  <a:gd name="T73" fmla="*/ 228 h 470"/>
                  <a:gd name="T74" fmla="*/ 69 w 470"/>
                  <a:gd name="T75" fmla="*/ 69 h 470"/>
                  <a:gd name="T76" fmla="*/ 235 w 470"/>
                  <a:gd name="T77" fmla="*/ 0 h 470"/>
                  <a:gd name="T78" fmla="*/ 401 w 470"/>
                  <a:gd name="T79" fmla="*/ 69 h 470"/>
                  <a:gd name="T80" fmla="*/ 470 w 470"/>
                  <a:gd name="T81" fmla="*/ 235 h 470"/>
                  <a:gd name="T82" fmla="*/ 401 w 470"/>
                  <a:gd name="T83" fmla="*/ 401 h 470"/>
                  <a:gd name="T84" fmla="*/ 235 w 470"/>
                  <a:gd name="T85" fmla="*/ 470 h 470"/>
                  <a:gd name="T86" fmla="*/ 69 w 470"/>
                  <a:gd name="T87" fmla="*/ 401 h 470"/>
                  <a:gd name="T88" fmla="*/ 0 w 470"/>
                  <a:gd name="T89" fmla="*/ 235 h 470"/>
                  <a:gd name="T90" fmla="*/ 69 w 470"/>
                  <a:gd name="T91" fmla="*/ 69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70" h="470">
                    <a:moveTo>
                      <a:pt x="235" y="57"/>
                    </a:moveTo>
                    <a:cubicBezTo>
                      <a:pt x="186" y="57"/>
                      <a:pt x="141" y="77"/>
                      <a:pt x="109" y="109"/>
                    </a:cubicBezTo>
                    <a:cubicBezTo>
                      <a:pt x="77" y="141"/>
                      <a:pt x="57" y="186"/>
                      <a:pt x="57" y="235"/>
                    </a:cubicBezTo>
                    <a:cubicBezTo>
                      <a:pt x="57" y="284"/>
                      <a:pt x="77" y="328"/>
                      <a:pt x="109" y="361"/>
                    </a:cubicBezTo>
                    <a:cubicBezTo>
                      <a:pt x="141" y="393"/>
                      <a:pt x="186" y="413"/>
                      <a:pt x="235" y="413"/>
                    </a:cubicBezTo>
                    <a:cubicBezTo>
                      <a:pt x="284" y="413"/>
                      <a:pt x="328" y="393"/>
                      <a:pt x="361" y="361"/>
                    </a:cubicBezTo>
                    <a:cubicBezTo>
                      <a:pt x="393" y="328"/>
                      <a:pt x="413" y="284"/>
                      <a:pt x="413" y="235"/>
                    </a:cubicBezTo>
                    <a:cubicBezTo>
                      <a:pt x="413" y="186"/>
                      <a:pt x="393" y="141"/>
                      <a:pt x="361" y="109"/>
                    </a:cubicBezTo>
                    <a:cubicBezTo>
                      <a:pt x="328" y="77"/>
                      <a:pt x="284" y="57"/>
                      <a:pt x="235" y="57"/>
                    </a:cubicBezTo>
                    <a:close/>
                    <a:moveTo>
                      <a:pt x="170" y="228"/>
                    </a:moveTo>
                    <a:cubicBezTo>
                      <a:pt x="159" y="219"/>
                      <a:pt x="154" y="207"/>
                      <a:pt x="154" y="191"/>
                    </a:cubicBezTo>
                    <a:cubicBezTo>
                      <a:pt x="154" y="174"/>
                      <a:pt x="160" y="160"/>
                      <a:pt x="173" y="149"/>
                    </a:cubicBezTo>
                    <a:cubicBezTo>
                      <a:pt x="186" y="139"/>
                      <a:pt x="200" y="133"/>
                      <a:pt x="222" y="132"/>
                    </a:cubicBezTo>
                    <a:cubicBezTo>
                      <a:pt x="222" y="114"/>
                      <a:pt x="222" y="114"/>
                      <a:pt x="222" y="114"/>
                    </a:cubicBezTo>
                    <a:cubicBezTo>
                      <a:pt x="251" y="114"/>
                      <a:pt x="251" y="114"/>
                      <a:pt x="251" y="114"/>
                    </a:cubicBezTo>
                    <a:cubicBezTo>
                      <a:pt x="251" y="132"/>
                      <a:pt x="251" y="132"/>
                      <a:pt x="251" y="132"/>
                    </a:cubicBezTo>
                    <a:cubicBezTo>
                      <a:pt x="272" y="133"/>
                      <a:pt x="284" y="138"/>
                      <a:pt x="296" y="148"/>
                    </a:cubicBezTo>
                    <a:cubicBezTo>
                      <a:pt x="308" y="158"/>
                      <a:pt x="313" y="172"/>
                      <a:pt x="314" y="190"/>
                    </a:cubicBezTo>
                    <a:cubicBezTo>
                      <a:pt x="267" y="190"/>
                      <a:pt x="267" y="190"/>
                      <a:pt x="267" y="190"/>
                    </a:cubicBezTo>
                    <a:cubicBezTo>
                      <a:pt x="266" y="182"/>
                      <a:pt x="265" y="177"/>
                      <a:pt x="262" y="173"/>
                    </a:cubicBezTo>
                    <a:cubicBezTo>
                      <a:pt x="254" y="164"/>
                      <a:pt x="218" y="164"/>
                      <a:pt x="208" y="171"/>
                    </a:cubicBezTo>
                    <a:cubicBezTo>
                      <a:pt x="201" y="177"/>
                      <a:pt x="200" y="190"/>
                      <a:pt x="208" y="196"/>
                    </a:cubicBezTo>
                    <a:cubicBezTo>
                      <a:pt x="217" y="203"/>
                      <a:pt x="250" y="208"/>
                      <a:pt x="264" y="212"/>
                    </a:cubicBezTo>
                    <a:cubicBezTo>
                      <a:pt x="281" y="218"/>
                      <a:pt x="294" y="224"/>
                      <a:pt x="302" y="231"/>
                    </a:cubicBezTo>
                    <a:cubicBezTo>
                      <a:pt x="313" y="241"/>
                      <a:pt x="318" y="254"/>
                      <a:pt x="318" y="271"/>
                    </a:cubicBezTo>
                    <a:cubicBezTo>
                      <a:pt x="319" y="290"/>
                      <a:pt x="312" y="304"/>
                      <a:pt x="300" y="314"/>
                    </a:cubicBezTo>
                    <a:cubicBezTo>
                      <a:pt x="288" y="325"/>
                      <a:pt x="272" y="332"/>
                      <a:pt x="248" y="333"/>
                    </a:cubicBezTo>
                    <a:cubicBezTo>
                      <a:pt x="248" y="355"/>
                      <a:pt x="248" y="355"/>
                      <a:pt x="248" y="355"/>
                    </a:cubicBezTo>
                    <a:cubicBezTo>
                      <a:pt x="219" y="355"/>
                      <a:pt x="219" y="355"/>
                      <a:pt x="219" y="355"/>
                    </a:cubicBezTo>
                    <a:cubicBezTo>
                      <a:pt x="219" y="333"/>
                      <a:pt x="219" y="333"/>
                      <a:pt x="219" y="333"/>
                    </a:cubicBezTo>
                    <a:cubicBezTo>
                      <a:pt x="196" y="333"/>
                      <a:pt x="183" y="325"/>
                      <a:pt x="171" y="313"/>
                    </a:cubicBezTo>
                    <a:cubicBezTo>
                      <a:pt x="158" y="302"/>
                      <a:pt x="151" y="286"/>
                      <a:pt x="151" y="266"/>
                    </a:cubicBezTo>
                    <a:cubicBezTo>
                      <a:pt x="201" y="266"/>
                      <a:pt x="201" y="266"/>
                      <a:pt x="201" y="266"/>
                    </a:cubicBezTo>
                    <a:cubicBezTo>
                      <a:pt x="202" y="276"/>
                      <a:pt x="204" y="283"/>
                      <a:pt x="207" y="288"/>
                    </a:cubicBezTo>
                    <a:cubicBezTo>
                      <a:pt x="216" y="299"/>
                      <a:pt x="254" y="297"/>
                      <a:pt x="263" y="290"/>
                    </a:cubicBezTo>
                    <a:cubicBezTo>
                      <a:pt x="272" y="284"/>
                      <a:pt x="272" y="271"/>
                      <a:pt x="264" y="264"/>
                    </a:cubicBezTo>
                    <a:cubicBezTo>
                      <a:pt x="245" y="249"/>
                      <a:pt x="198" y="252"/>
                      <a:pt x="170" y="228"/>
                    </a:cubicBezTo>
                    <a:close/>
                    <a:moveTo>
                      <a:pt x="69" y="69"/>
                    </a:moveTo>
                    <a:cubicBezTo>
                      <a:pt x="111" y="26"/>
                      <a:pt x="170" y="0"/>
                      <a:pt x="235" y="0"/>
                    </a:cubicBezTo>
                    <a:cubicBezTo>
                      <a:pt x="300" y="0"/>
                      <a:pt x="359" y="26"/>
                      <a:pt x="401" y="69"/>
                    </a:cubicBezTo>
                    <a:cubicBezTo>
                      <a:pt x="444" y="111"/>
                      <a:pt x="470" y="170"/>
                      <a:pt x="470" y="235"/>
                    </a:cubicBezTo>
                    <a:cubicBezTo>
                      <a:pt x="470" y="300"/>
                      <a:pt x="444" y="359"/>
                      <a:pt x="401" y="401"/>
                    </a:cubicBezTo>
                    <a:cubicBezTo>
                      <a:pt x="359" y="444"/>
                      <a:pt x="300" y="470"/>
                      <a:pt x="235" y="470"/>
                    </a:cubicBezTo>
                    <a:cubicBezTo>
                      <a:pt x="170" y="470"/>
                      <a:pt x="111" y="444"/>
                      <a:pt x="69" y="401"/>
                    </a:cubicBezTo>
                    <a:cubicBezTo>
                      <a:pt x="26" y="359"/>
                      <a:pt x="0" y="300"/>
                      <a:pt x="0" y="235"/>
                    </a:cubicBezTo>
                    <a:cubicBezTo>
                      <a:pt x="0" y="170"/>
                      <a:pt x="26" y="111"/>
                      <a:pt x="69"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9" tIns="34295" rIns="68589" bIns="34295" numCol="1" anchor="t" anchorCtr="0" compatLnSpc="1"/>
              <a:lstStyle/>
              <a:p>
                <a:endParaRPr lang="zh-CN" altLang="en-US">
                  <a:solidFill>
                    <a:schemeClr val="tx1">
                      <a:lumMod val="50000"/>
                      <a:lumOff val="50000"/>
                    </a:schemeClr>
                  </a:solidFill>
                  <a:latin typeface="微软雅黑"/>
                  <a:ea typeface="微软雅黑"/>
                  <a:sym typeface="微软雅黑"/>
                </a:endParaRPr>
              </a:p>
            </p:txBody>
          </p:sp>
        </p:grpSp>
        <p:grpSp>
          <p:nvGrpSpPr>
            <p:cNvPr id="25" name="组合 24">
              <a:extLst>
                <a:ext uri="{FF2B5EF4-FFF2-40B4-BE49-F238E27FC236}">
                  <a16:creationId xmlns:a16="http://schemas.microsoft.com/office/drawing/2014/main" id="{F3CA9E42-1B5F-4144-AA2C-CDC684C67651}"/>
                </a:ext>
              </a:extLst>
            </p:cNvPr>
            <p:cNvGrpSpPr/>
            <p:nvPr/>
          </p:nvGrpSpPr>
          <p:grpSpPr>
            <a:xfrm>
              <a:off x="5199891" y="4517161"/>
              <a:ext cx="490612" cy="536441"/>
              <a:chOff x="697828" y="4453123"/>
              <a:chExt cx="229831" cy="251300"/>
            </a:xfrm>
            <a:solidFill>
              <a:schemeClr val="bg1">
                <a:lumMod val="95000"/>
              </a:schemeClr>
            </a:solidFill>
          </p:grpSpPr>
          <p:sp>
            <p:nvSpPr>
              <p:cNvPr id="26" name="Freeform 665">
                <a:extLst>
                  <a:ext uri="{FF2B5EF4-FFF2-40B4-BE49-F238E27FC236}">
                    <a16:creationId xmlns:a16="http://schemas.microsoft.com/office/drawing/2014/main" id="{D28C3742-A53E-4897-9995-D0CD03444459}"/>
                  </a:ext>
                </a:extLst>
              </p:cNvPr>
              <p:cNvSpPr/>
              <p:nvPr/>
            </p:nvSpPr>
            <p:spPr bwMode="auto">
              <a:xfrm>
                <a:off x="697828" y="4453123"/>
                <a:ext cx="229831" cy="177458"/>
              </a:xfrm>
              <a:custGeom>
                <a:avLst/>
                <a:gdLst>
                  <a:gd name="T0" fmla="*/ 179 w 193"/>
                  <a:gd name="T1" fmla="*/ 54 h 149"/>
                  <a:gd name="T2" fmla="*/ 193 w 193"/>
                  <a:gd name="T3" fmla="*/ 0 h 149"/>
                  <a:gd name="T4" fmla="*/ 138 w 193"/>
                  <a:gd name="T5" fmla="*/ 13 h 149"/>
                  <a:gd name="T6" fmla="*/ 152 w 193"/>
                  <a:gd name="T7" fmla="*/ 27 h 149"/>
                  <a:gd name="T8" fmla="*/ 99 w 193"/>
                  <a:gd name="T9" fmla="*/ 79 h 149"/>
                  <a:gd name="T10" fmla="*/ 77 w 193"/>
                  <a:gd name="T11" fmla="*/ 57 h 149"/>
                  <a:gd name="T12" fmla="*/ 0 w 193"/>
                  <a:gd name="T13" fmla="*/ 134 h 149"/>
                  <a:gd name="T14" fmla="*/ 15 w 193"/>
                  <a:gd name="T15" fmla="*/ 149 h 149"/>
                  <a:gd name="T16" fmla="*/ 15 w 193"/>
                  <a:gd name="T17" fmla="*/ 149 h 149"/>
                  <a:gd name="T18" fmla="*/ 77 w 193"/>
                  <a:gd name="T19" fmla="*/ 87 h 149"/>
                  <a:gd name="T20" fmla="*/ 99 w 193"/>
                  <a:gd name="T21" fmla="*/ 108 h 149"/>
                  <a:gd name="T22" fmla="*/ 167 w 193"/>
                  <a:gd name="T23" fmla="*/ 41 h 149"/>
                  <a:gd name="T24" fmla="*/ 179 w 193"/>
                  <a:gd name="T25" fmla="*/ 5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3" h="149">
                    <a:moveTo>
                      <a:pt x="179" y="54"/>
                    </a:moveTo>
                    <a:lnTo>
                      <a:pt x="193" y="0"/>
                    </a:lnTo>
                    <a:lnTo>
                      <a:pt x="138" y="13"/>
                    </a:lnTo>
                    <a:lnTo>
                      <a:pt x="152" y="27"/>
                    </a:lnTo>
                    <a:lnTo>
                      <a:pt x="99" y="79"/>
                    </a:lnTo>
                    <a:lnTo>
                      <a:pt x="77" y="57"/>
                    </a:lnTo>
                    <a:lnTo>
                      <a:pt x="0" y="134"/>
                    </a:lnTo>
                    <a:lnTo>
                      <a:pt x="15" y="149"/>
                    </a:lnTo>
                    <a:lnTo>
                      <a:pt x="15" y="149"/>
                    </a:lnTo>
                    <a:lnTo>
                      <a:pt x="77" y="87"/>
                    </a:lnTo>
                    <a:lnTo>
                      <a:pt x="99" y="108"/>
                    </a:lnTo>
                    <a:lnTo>
                      <a:pt x="167" y="41"/>
                    </a:lnTo>
                    <a:lnTo>
                      <a:pt x="179" y="54"/>
                    </a:lnTo>
                    <a:close/>
                  </a:path>
                </a:pathLst>
              </a:custGeom>
              <a:solidFill>
                <a:schemeClr val="bg1"/>
              </a:solidFill>
              <a:ln>
                <a:noFill/>
              </a:ln>
            </p:spPr>
            <p:txBody>
              <a:bodyPr vert="horz" wrap="square" lIns="68589" tIns="34295" rIns="68589" bIns="34295" numCol="1" anchor="t" anchorCtr="0" compatLnSpc="1"/>
              <a:lstStyle/>
              <a:p>
                <a:endParaRPr lang="zh-CN" altLang="en-US">
                  <a:solidFill>
                    <a:schemeClr val="tx1">
                      <a:lumMod val="50000"/>
                      <a:lumOff val="50000"/>
                    </a:schemeClr>
                  </a:solidFill>
                  <a:latin typeface="微软雅黑"/>
                  <a:ea typeface="微软雅黑"/>
                  <a:sym typeface="微软雅黑"/>
                </a:endParaRPr>
              </a:p>
            </p:txBody>
          </p:sp>
          <p:sp>
            <p:nvSpPr>
              <p:cNvPr id="27" name="Rectangle 666">
                <a:extLst>
                  <a:ext uri="{FF2B5EF4-FFF2-40B4-BE49-F238E27FC236}">
                    <a16:creationId xmlns:a16="http://schemas.microsoft.com/office/drawing/2014/main" id="{D11D1633-3765-4A3F-AC8C-922210DE2C96}"/>
                  </a:ext>
                </a:extLst>
              </p:cNvPr>
              <p:cNvSpPr>
                <a:spLocks noChangeArrowheads="1"/>
              </p:cNvSpPr>
              <p:nvPr/>
            </p:nvSpPr>
            <p:spPr bwMode="auto">
              <a:xfrm>
                <a:off x="718073" y="4643682"/>
                <a:ext cx="33343" cy="60741"/>
              </a:xfrm>
              <a:prstGeom prst="rect">
                <a:avLst/>
              </a:prstGeom>
              <a:solidFill>
                <a:schemeClr val="bg1"/>
              </a:solidFill>
              <a:ln>
                <a:noFill/>
              </a:ln>
            </p:spPr>
            <p:txBody>
              <a:bodyPr vert="horz" wrap="square" lIns="68589" tIns="34295" rIns="68589" bIns="34295" numCol="1" anchor="t" anchorCtr="0" compatLnSpc="1"/>
              <a:lstStyle/>
              <a:p>
                <a:endParaRPr lang="zh-CN" altLang="en-US">
                  <a:solidFill>
                    <a:schemeClr val="tx1">
                      <a:lumMod val="50000"/>
                      <a:lumOff val="50000"/>
                    </a:schemeClr>
                  </a:solidFill>
                  <a:latin typeface="微软雅黑"/>
                  <a:ea typeface="微软雅黑"/>
                  <a:sym typeface="微软雅黑"/>
                </a:endParaRPr>
              </a:p>
            </p:txBody>
          </p:sp>
          <p:sp>
            <p:nvSpPr>
              <p:cNvPr id="28" name="Rectangle 667">
                <a:extLst>
                  <a:ext uri="{FF2B5EF4-FFF2-40B4-BE49-F238E27FC236}">
                    <a16:creationId xmlns:a16="http://schemas.microsoft.com/office/drawing/2014/main" id="{DAA4F025-6F1D-4387-A4D4-48043B325537}"/>
                  </a:ext>
                </a:extLst>
              </p:cNvPr>
              <p:cNvSpPr>
                <a:spLocks noChangeArrowheads="1"/>
              </p:cNvSpPr>
              <p:nvPr/>
            </p:nvSpPr>
            <p:spPr bwMode="auto">
              <a:xfrm>
                <a:off x="772851" y="4613906"/>
                <a:ext cx="33343" cy="90515"/>
              </a:xfrm>
              <a:prstGeom prst="rect">
                <a:avLst/>
              </a:prstGeom>
              <a:solidFill>
                <a:schemeClr val="bg1"/>
              </a:solidFill>
              <a:ln>
                <a:noFill/>
              </a:ln>
            </p:spPr>
            <p:txBody>
              <a:bodyPr vert="horz" wrap="square" lIns="68589" tIns="34295" rIns="68589" bIns="34295" numCol="1" anchor="t" anchorCtr="0" compatLnSpc="1"/>
              <a:lstStyle/>
              <a:p>
                <a:endParaRPr lang="zh-CN" altLang="en-US">
                  <a:solidFill>
                    <a:schemeClr val="tx1">
                      <a:lumMod val="50000"/>
                      <a:lumOff val="50000"/>
                    </a:schemeClr>
                  </a:solidFill>
                  <a:latin typeface="微软雅黑"/>
                  <a:ea typeface="微软雅黑"/>
                  <a:sym typeface="微软雅黑"/>
                </a:endParaRPr>
              </a:p>
            </p:txBody>
          </p:sp>
          <p:sp>
            <p:nvSpPr>
              <p:cNvPr id="29" name="Rectangle 668">
                <a:extLst>
                  <a:ext uri="{FF2B5EF4-FFF2-40B4-BE49-F238E27FC236}">
                    <a16:creationId xmlns:a16="http://schemas.microsoft.com/office/drawing/2014/main" id="{77D97CB9-FA5E-4DCA-9D20-3EE3EE12D322}"/>
                  </a:ext>
                </a:extLst>
              </p:cNvPr>
              <p:cNvSpPr>
                <a:spLocks noChangeArrowheads="1"/>
              </p:cNvSpPr>
              <p:nvPr/>
            </p:nvSpPr>
            <p:spPr bwMode="auto">
              <a:xfrm>
                <a:off x="828820" y="4584131"/>
                <a:ext cx="33343" cy="120291"/>
              </a:xfrm>
              <a:prstGeom prst="rect">
                <a:avLst/>
              </a:prstGeom>
              <a:solidFill>
                <a:schemeClr val="bg1"/>
              </a:solidFill>
              <a:ln>
                <a:noFill/>
              </a:ln>
            </p:spPr>
            <p:txBody>
              <a:bodyPr vert="horz" wrap="square" lIns="68589" tIns="34295" rIns="68589" bIns="34295" numCol="1" anchor="t" anchorCtr="0" compatLnSpc="1"/>
              <a:lstStyle/>
              <a:p>
                <a:endParaRPr lang="zh-CN" altLang="en-US">
                  <a:solidFill>
                    <a:schemeClr val="tx1">
                      <a:lumMod val="50000"/>
                      <a:lumOff val="50000"/>
                    </a:schemeClr>
                  </a:solidFill>
                  <a:latin typeface="微软雅黑"/>
                  <a:ea typeface="微软雅黑"/>
                  <a:sym typeface="微软雅黑"/>
                </a:endParaRPr>
              </a:p>
            </p:txBody>
          </p:sp>
          <p:sp>
            <p:nvSpPr>
              <p:cNvPr id="30" name="Rectangle 669">
                <a:extLst>
                  <a:ext uri="{FF2B5EF4-FFF2-40B4-BE49-F238E27FC236}">
                    <a16:creationId xmlns:a16="http://schemas.microsoft.com/office/drawing/2014/main" id="{83E37CB5-7B39-45F3-B138-6E6A8D473F48}"/>
                  </a:ext>
                </a:extLst>
              </p:cNvPr>
              <p:cNvSpPr>
                <a:spLocks noChangeArrowheads="1"/>
              </p:cNvSpPr>
              <p:nvPr/>
            </p:nvSpPr>
            <p:spPr bwMode="auto">
              <a:xfrm>
                <a:off x="883598" y="4554357"/>
                <a:ext cx="33343" cy="150065"/>
              </a:xfrm>
              <a:prstGeom prst="rect">
                <a:avLst/>
              </a:prstGeom>
              <a:solidFill>
                <a:schemeClr val="bg1"/>
              </a:solidFill>
              <a:ln>
                <a:noFill/>
              </a:ln>
            </p:spPr>
            <p:txBody>
              <a:bodyPr vert="horz" wrap="square" lIns="68589" tIns="34295" rIns="68589" bIns="34295" numCol="1" anchor="t" anchorCtr="0" compatLnSpc="1"/>
              <a:lstStyle/>
              <a:p>
                <a:endParaRPr lang="zh-CN" altLang="en-US">
                  <a:solidFill>
                    <a:schemeClr val="tx1">
                      <a:lumMod val="50000"/>
                      <a:lumOff val="50000"/>
                    </a:schemeClr>
                  </a:solidFill>
                  <a:latin typeface="微软雅黑"/>
                  <a:ea typeface="微软雅黑"/>
                  <a:sym typeface="微软雅黑"/>
                </a:endParaRPr>
              </a:p>
            </p:txBody>
          </p:sp>
        </p:grpSp>
      </p:grpSp>
      <p:grpSp>
        <p:nvGrpSpPr>
          <p:cNvPr id="34" name="组合 33">
            <a:extLst>
              <a:ext uri="{FF2B5EF4-FFF2-40B4-BE49-F238E27FC236}">
                <a16:creationId xmlns:a16="http://schemas.microsoft.com/office/drawing/2014/main" id="{99D3EF97-B2B8-4854-9D93-6AAA6AA8C401}"/>
              </a:ext>
            </a:extLst>
          </p:cNvPr>
          <p:cNvGrpSpPr/>
          <p:nvPr/>
        </p:nvGrpSpPr>
        <p:grpSpPr>
          <a:xfrm>
            <a:off x="7729326" y="2029997"/>
            <a:ext cx="3127727" cy="1181862"/>
            <a:chOff x="7729325" y="1739713"/>
            <a:chExt cx="3127727" cy="1181862"/>
          </a:xfrm>
        </p:grpSpPr>
        <p:sp>
          <p:nvSpPr>
            <p:cNvPr id="35" name="TextBox 76">
              <a:extLst>
                <a:ext uri="{FF2B5EF4-FFF2-40B4-BE49-F238E27FC236}">
                  <a16:creationId xmlns:a16="http://schemas.microsoft.com/office/drawing/2014/main" id="{C1F0A002-5F55-4B6C-9AB3-CD9BCE63DBAB}"/>
                </a:ext>
              </a:extLst>
            </p:cNvPr>
            <p:cNvSpPr txBox="1"/>
            <p:nvPr/>
          </p:nvSpPr>
          <p:spPr>
            <a:xfrm>
              <a:off x="7729326" y="1739713"/>
              <a:ext cx="1588845" cy="400110"/>
            </a:xfrm>
            <a:prstGeom prst="rect">
              <a:avLst/>
            </a:prstGeom>
            <a:noFill/>
          </p:spPr>
          <p:txBody>
            <a:bodyPr wrap="square" rtlCol="0">
              <a:spAutoFit/>
            </a:bodyPr>
            <a:lstStyle>
              <a:defPPr>
                <a:defRPr lang="zh-CN"/>
              </a:defPPr>
              <a:lvl1pPr algn="r">
                <a:defRPr sz="2000" b="1">
                  <a:latin typeface="阿里巴巴普惠体" panose="00020600040101010101" pitchFamily="18" charset="-122"/>
                  <a:ea typeface="阿里巴巴普惠体" panose="00020600040101010101" pitchFamily="18" charset="-122"/>
                </a:defRPr>
              </a:lvl1pPr>
            </a:lstStyle>
            <a:p>
              <a:pPr algn="l"/>
              <a:r>
                <a:rPr lang="en-US" altLang="zh-CN">
                  <a:solidFill>
                    <a:schemeClr val="tx1">
                      <a:lumMod val="50000"/>
                      <a:lumOff val="50000"/>
                    </a:schemeClr>
                  </a:solidFill>
                  <a:latin typeface="微软雅黑"/>
                  <a:ea typeface="微软雅黑"/>
                  <a:sym typeface="微软雅黑"/>
                </a:rPr>
                <a:t>2.2</a:t>
              </a:r>
              <a:endParaRPr lang="zh-CN" altLang="en-US">
                <a:solidFill>
                  <a:schemeClr val="tx1">
                    <a:lumMod val="50000"/>
                    <a:lumOff val="50000"/>
                  </a:schemeClr>
                </a:solidFill>
                <a:latin typeface="微软雅黑"/>
                <a:ea typeface="微软雅黑"/>
                <a:sym typeface="微软雅黑"/>
              </a:endParaRPr>
            </a:p>
          </p:txBody>
        </p:sp>
        <p:sp>
          <p:nvSpPr>
            <p:cNvPr id="36" name="文本框 35">
              <a:extLst>
                <a:ext uri="{FF2B5EF4-FFF2-40B4-BE49-F238E27FC236}">
                  <a16:creationId xmlns:a16="http://schemas.microsoft.com/office/drawing/2014/main" id="{F9F4CDF0-7019-424E-9CA9-7FBE7C6C3673}"/>
                </a:ext>
              </a:extLst>
            </p:cNvPr>
            <p:cNvSpPr txBox="1"/>
            <p:nvPr/>
          </p:nvSpPr>
          <p:spPr>
            <a:xfrm>
              <a:off x="7729325" y="2109045"/>
              <a:ext cx="3127727" cy="812530"/>
            </a:xfrm>
            <a:prstGeom prst="rect">
              <a:avLst/>
            </a:prstGeom>
            <a:noFill/>
          </p:spPr>
          <p:txBody>
            <a:bodyPr wrap="square" rtlCol="0">
              <a:spAutoFit/>
            </a:bodyPr>
            <a:lstStyle>
              <a:defPPr>
                <a:defRPr lang="zh-CN"/>
              </a:defPPr>
              <a:lvl1pPr algn="r">
                <a:lnSpc>
                  <a:spcPct val="130000"/>
                </a:lnSpc>
                <a:defRPr sz="1200">
                  <a:solidFill>
                    <a:schemeClr val="tx2"/>
                  </a:solidFill>
                  <a:latin typeface="阿里巴巴普惠体" panose="00020600040101010101" pitchFamily="18" charset="-122"/>
                  <a:ea typeface="阿里巴巴普惠体" panose="00020600040101010101" pitchFamily="18" charset="-122"/>
                </a:defRPr>
              </a:lvl1pPr>
            </a:lstStyle>
            <a:p>
              <a:pPr algn="l"/>
              <a:r>
                <a:rPr lang="zh-CN" altLang="en-US">
                  <a:solidFill>
                    <a:schemeClr val="tx1">
                      <a:lumMod val="50000"/>
                      <a:lumOff val="50000"/>
                    </a:schemeClr>
                  </a:solidFill>
                  <a:latin typeface="微软雅黑"/>
                  <a:ea typeface="微软雅黑"/>
                  <a:sym typeface="微软雅黑"/>
                </a:rPr>
                <a:t>有利于表现主体和主体与所处环境的关系，通过运镜交代人物、环境，以及人与人，人与环境之间的关系。</a:t>
              </a:r>
            </a:p>
          </p:txBody>
        </p:sp>
      </p:grpSp>
      <p:grpSp>
        <p:nvGrpSpPr>
          <p:cNvPr id="37" name="组合 36">
            <a:extLst>
              <a:ext uri="{FF2B5EF4-FFF2-40B4-BE49-F238E27FC236}">
                <a16:creationId xmlns:a16="http://schemas.microsoft.com/office/drawing/2014/main" id="{6EBEEBBE-89D8-4F52-8124-BA8D7E7555D0}"/>
              </a:ext>
            </a:extLst>
          </p:cNvPr>
          <p:cNvGrpSpPr/>
          <p:nvPr/>
        </p:nvGrpSpPr>
        <p:grpSpPr>
          <a:xfrm>
            <a:off x="7729326" y="5085528"/>
            <a:ext cx="2967703" cy="1181862"/>
            <a:chOff x="7729325" y="4795244"/>
            <a:chExt cx="2967703" cy="1181862"/>
          </a:xfrm>
        </p:grpSpPr>
        <p:sp>
          <p:nvSpPr>
            <p:cNvPr id="38" name="TextBox 76">
              <a:extLst>
                <a:ext uri="{FF2B5EF4-FFF2-40B4-BE49-F238E27FC236}">
                  <a16:creationId xmlns:a16="http://schemas.microsoft.com/office/drawing/2014/main" id="{983DCE50-81BF-4DA1-8F46-A6AC1307788B}"/>
                </a:ext>
              </a:extLst>
            </p:cNvPr>
            <p:cNvSpPr txBox="1"/>
            <p:nvPr/>
          </p:nvSpPr>
          <p:spPr>
            <a:xfrm>
              <a:off x="7729326" y="4795244"/>
              <a:ext cx="1458217" cy="400110"/>
            </a:xfrm>
            <a:prstGeom prst="rect">
              <a:avLst/>
            </a:prstGeom>
            <a:noFill/>
          </p:spPr>
          <p:txBody>
            <a:bodyPr wrap="square" rtlCol="0">
              <a:spAutoFit/>
            </a:bodyPr>
            <a:lstStyle>
              <a:defPPr>
                <a:defRPr lang="zh-CN"/>
              </a:defPPr>
              <a:lvl1pPr>
                <a:defRPr sz="2000" b="1">
                  <a:latin typeface="阿里巴巴普惠体" panose="00020600040101010101" pitchFamily="18" charset="-122"/>
                  <a:ea typeface="阿里巴巴普惠体" panose="00020600040101010101" pitchFamily="18" charset="-122"/>
                </a:defRPr>
              </a:lvl1pPr>
            </a:lstStyle>
            <a:p>
              <a:r>
                <a:rPr lang="en-US" altLang="zh-CN">
                  <a:solidFill>
                    <a:schemeClr val="tx1">
                      <a:lumMod val="50000"/>
                      <a:lumOff val="50000"/>
                    </a:schemeClr>
                  </a:solidFill>
                  <a:latin typeface="微软雅黑"/>
                  <a:ea typeface="微软雅黑"/>
                  <a:sym typeface="微软雅黑"/>
                </a:rPr>
                <a:t>2.6</a:t>
              </a:r>
              <a:endParaRPr lang="zh-CN" altLang="en-US">
                <a:solidFill>
                  <a:schemeClr val="tx1">
                    <a:lumMod val="50000"/>
                    <a:lumOff val="50000"/>
                  </a:schemeClr>
                </a:solidFill>
                <a:latin typeface="微软雅黑"/>
                <a:ea typeface="微软雅黑"/>
                <a:sym typeface="微软雅黑"/>
              </a:endParaRPr>
            </a:p>
          </p:txBody>
        </p:sp>
        <p:sp>
          <p:nvSpPr>
            <p:cNvPr id="39" name="文本框 38">
              <a:extLst>
                <a:ext uri="{FF2B5EF4-FFF2-40B4-BE49-F238E27FC236}">
                  <a16:creationId xmlns:a16="http://schemas.microsoft.com/office/drawing/2014/main" id="{6085DEAD-7318-4AEB-AD7F-5037705160A3}"/>
                </a:ext>
              </a:extLst>
            </p:cNvPr>
            <p:cNvSpPr txBox="1"/>
            <p:nvPr/>
          </p:nvSpPr>
          <p:spPr>
            <a:xfrm>
              <a:off x="7729325" y="5164576"/>
              <a:ext cx="2967703" cy="812530"/>
            </a:xfrm>
            <a:prstGeom prst="rect">
              <a:avLst/>
            </a:prstGeom>
            <a:noFill/>
          </p:spPr>
          <p:txBody>
            <a:bodyPr wrap="square" rtlCol="0">
              <a:spAutoFit/>
            </a:bodyPr>
            <a:lstStyle>
              <a:defPPr>
                <a:defRPr lang="zh-CN"/>
              </a:defPPr>
              <a:lvl1pPr>
                <a:lnSpc>
                  <a:spcPct val="130000"/>
                </a:lnSpc>
                <a:defRPr sz="1200">
                  <a:latin typeface="阿里巴巴普惠体" panose="00020600040101010101" pitchFamily="18" charset="-122"/>
                  <a:ea typeface="阿里巴巴普惠体" panose="00020600040101010101" pitchFamily="18" charset="-122"/>
                </a:defRPr>
              </a:lvl1pPr>
            </a:lstStyle>
            <a:p>
              <a:r>
                <a:rPr lang="zh-CN" altLang="en-US">
                  <a:solidFill>
                    <a:schemeClr val="tx1">
                      <a:lumMod val="50000"/>
                      <a:lumOff val="50000"/>
                    </a:schemeClr>
                  </a:solidFill>
                  <a:latin typeface="微软雅黑"/>
                  <a:ea typeface="微软雅黑"/>
                  <a:sym typeface="微软雅黑"/>
                </a:rPr>
                <a:t>一些拉镜头以不易推测出整体形象的局部为起幅，有利于调动观众对整体形象逐渐出现直至呈现完整形象的想象和猜测。</a:t>
              </a:r>
            </a:p>
          </p:txBody>
        </p:sp>
      </p:grpSp>
      <p:grpSp>
        <p:nvGrpSpPr>
          <p:cNvPr id="40" name="组合 39">
            <a:extLst>
              <a:ext uri="{FF2B5EF4-FFF2-40B4-BE49-F238E27FC236}">
                <a16:creationId xmlns:a16="http://schemas.microsoft.com/office/drawing/2014/main" id="{713D07CA-5DDC-47E3-9767-48223B723235}"/>
              </a:ext>
            </a:extLst>
          </p:cNvPr>
          <p:cNvGrpSpPr/>
          <p:nvPr/>
        </p:nvGrpSpPr>
        <p:grpSpPr>
          <a:xfrm>
            <a:off x="8458531" y="3517015"/>
            <a:ext cx="2964212" cy="1181862"/>
            <a:chOff x="8458531" y="3226731"/>
            <a:chExt cx="2964212" cy="1181862"/>
          </a:xfrm>
        </p:grpSpPr>
        <p:sp>
          <p:nvSpPr>
            <p:cNvPr id="41" name="TextBox 76">
              <a:extLst>
                <a:ext uri="{FF2B5EF4-FFF2-40B4-BE49-F238E27FC236}">
                  <a16:creationId xmlns:a16="http://schemas.microsoft.com/office/drawing/2014/main" id="{E4CFA5DE-836C-494D-B0E8-AA2CCFDD58E1}"/>
                </a:ext>
              </a:extLst>
            </p:cNvPr>
            <p:cNvSpPr txBox="1"/>
            <p:nvPr/>
          </p:nvSpPr>
          <p:spPr>
            <a:xfrm>
              <a:off x="8458531" y="3226731"/>
              <a:ext cx="1628898" cy="400110"/>
            </a:xfrm>
            <a:prstGeom prst="rect">
              <a:avLst/>
            </a:prstGeom>
            <a:noFill/>
          </p:spPr>
          <p:txBody>
            <a:bodyPr wrap="square" rtlCol="0">
              <a:spAutoFit/>
            </a:bodyPr>
            <a:lstStyle>
              <a:defPPr>
                <a:defRPr lang="zh-CN"/>
              </a:defPPr>
              <a:lvl1pPr>
                <a:defRPr sz="2000" b="1">
                  <a:latin typeface="阿里巴巴普惠体" panose="00020600040101010101" pitchFamily="18" charset="-122"/>
                  <a:ea typeface="阿里巴巴普惠体" panose="00020600040101010101" pitchFamily="18" charset="-122"/>
                </a:defRPr>
              </a:lvl1pPr>
            </a:lstStyle>
            <a:p>
              <a:r>
                <a:rPr lang="en-US" altLang="zh-CN">
                  <a:solidFill>
                    <a:schemeClr val="tx1">
                      <a:lumMod val="50000"/>
                      <a:lumOff val="50000"/>
                    </a:schemeClr>
                  </a:solidFill>
                  <a:latin typeface="微软雅黑"/>
                  <a:ea typeface="微软雅黑"/>
                  <a:sym typeface="微软雅黑"/>
                </a:rPr>
                <a:t>2.4</a:t>
              </a:r>
              <a:endParaRPr lang="zh-CN" altLang="en-US">
                <a:solidFill>
                  <a:schemeClr val="tx1">
                    <a:lumMod val="50000"/>
                    <a:lumOff val="50000"/>
                  </a:schemeClr>
                </a:solidFill>
                <a:latin typeface="微软雅黑"/>
                <a:ea typeface="微软雅黑"/>
                <a:sym typeface="微软雅黑"/>
              </a:endParaRPr>
            </a:p>
          </p:txBody>
        </p:sp>
        <p:sp>
          <p:nvSpPr>
            <p:cNvPr id="42" name="文本框 41">
              <a:extLst>
                <a:ext uri="{FF2B5EF4-FFF2-40B4-BE49-F238E27FC236}">
                  <a16:creationId xmlns:a16="http://schemas.microsoft.com/office/drawing/2014/main" id="{3B7DC48E-134A-4BBE-818E-26C502B7D03A}"/>
                </a:ext>
              </a:extLst>
            </p:cNvPr>
            <p:cNvSpPr txBox="1"/>
            <p:nvPr/>
          </p:nvSpPr>
          <p:spPr>
            <a:xfrm>
              <a:off x="8458531" y="3596063"/>
              <a:ext cx="2964212" cy="812530"/>
            </a:xfrm>
            <a:prstGeom prst="rect">
              <a:avLst/>
            </a:prstGeom>
            <a:noFill/>
          </p:spPr>
          <p:txBody>
            <a:bodyPr wrap="square" rtlCol="0">
              <a:spAutoFit/>
            </a:bodyPr>
            <a:lstStyle>
              <a:defPPr>
                <a:defRPr lang="zh-CN"/>
              </a:defPPr>
              <a:lvl1pPr>
                <a:lnSpc>
                  <a:spcPct val="130000"/>
                </a:lnSpc>
                <a:defRPr sz="1200">
                  <a:latin typeface="阿里巴巴普惠体" panose="00020600040101010101" pitchFamily="18" charset="-122"/>
                  <a:ea typeface="阿里巴巴普惠体" panose="00020600040101010101" pitchFamily="18" charset="-122"/>
                </a:defRPr>
              </a:lvl1pPr>
            </a:lstStyle>
            <a:p>
              <a:r>
                <a:rPr lang="zh-CN" altLang="en-US">
                  <a:solidFill>
                    <a:schemeClr val="tx1">
                      <a:lumMod val="50000"/>
                      <a:lumOff val="50000"/>
                    </a:schemeClr>
                  </a:solidFill>
                  <a:latin typeface="微软雅黑"/>
                  <a:ea typeface="微软雅黑"/>
                  <a:sym typeface="微软雅黑"/>
                </a:rPr>
                <a:t>拉镜头是一种纵向空间变化的画面形式，它可以通过纵向空间和纵向方位上的画面形象形成对比、反衬或比喻等效果。</a:t>
              </a:r>
            </a:p>
          </p:txBody>
        </p:sp>
      </p:grpSp>
      <p:grpSp>
        <p:nvGrpSpPr>
          <p:cNvPr id="43" name="组合 42">
            <a:extLst>
              <a:ext uri="{FF2B5EF4-FFF2-40B4-BE49-F238E27FC236}">
                <a16:creationId xmlns:a16="http://schemas.microsoft.com/office/drawing/2014/main" id="{3F8309AC-D4CF-48DB-9B93-1A9E2515309A}"/>
              </a:ext>
            </a:extLst>
          </p:cNvPr>
          <p:cNvGrpSpPr/>
          <p:nvPr/>
        </p:nvGrpSpPr>
        <p:grpSpPr>
          <a:xfrm>
            <a:off x="1432972" y="2029998"/>
            <a:ext cx="3007109" cy="941796"/>
            <a:chOff x="1402713" y="1739713"/>
            <a:chExt cx="3007109" cy="941796"/>
          </a:xfrm>
        </p:grpSpPr>
        <p:sp>
          <p:nvSpPr>
            <p:cNvPr id="44" name="TextBox 76">
              <a:extLst>
                <a:ext uri="{FF2B5EF4-FFF2-40B4-BE49-F238E27FC236}">
                  <a16:creationId xmlns:a16="http://schemas.microsoft.com/office/drawing/2014/main" id="{0A1C25A6-E615-4452-A2A2-5E64A6E258A2}"/>
                </a:ext>
              </a:extLst>
            </p:cNvPr>
            <p:cNvSpPr txBox="1"/>
            <p:nvPr/>
          </p:nvSpPr>
          <p:spPr>
            <a:xfrm>
              <a:off x="2832043" y="1739713"/>
              <a:ext cx="1577779" cy="40011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r"/>
              <a:r>
                <a:rPr lang="en-US" altLang="zh-CN" sz="2000" b="1">
                  <a:solidFill>
                    <a:schemeClr val="tx1">
                      <a:lumMod val="50000"/>
                      <a:lumOff val="50000"/>
                    </a:schemeClr>
                  </a:solidFill>
                  <a:latin typeface="微软雅黑"/>
                  <a:ea typeface="微软雅黑"/>
                  <a:sym typeface="微软雅黑"/>
                </a:rPr>
                <a:t>2.1</a:t>
              </a:r>
              <a:endParaRPr lang="zh-CN" altLang="en-US" sz="2000" b="1">
                <a:solidFill>
                  <a:schemeClr val="tx1">
                    <a:lumMod val="50000"/>
                    <a:lumOff val="50000"/>
                  </a:schemeClr>
                </a:solidFill>
                <a:latin typeface="微软雅黑"/>
                <a:ea typeface="微软雅黑"/>
                <a:sym typeface="微软雅黑"/>
              </a:endParaRPr>
            </a:p>
          </p:txBody>
        </p:sp>
        <p:sp>
          <p:nvSpPr>
            <p:cNvPr id="45" name="文本框 44">
              <a:extLst>
                <a:ext uri="{FF2B5EF4-FFF2-40B4-BE49-F238E27FC236}">
                  <a16:creationId xmlns:a16="http://schemas.microsoft.com/office/drawing/2014/main" id="{347D08BD-715C-42D5-B53B-E0183E7C77A6}"/>
                </a:ext>
              </a:extLst>
            </p:cNvPr>
            <p:cNvSpPr txBox="1"/>
            <p:nvPr/>
          </p:nvSpPr>
          <p:spPr>
            <a:xfrm>
              <a:off x="1402713" y="2109045"/>
              <a:ext cx="3007109" cy="572464"/>
            </a:xfrm>
            <a:prstGeom prst="rect">
              <a:avLst/>
            </a:prstGeom>
            <a:noFill/>
          </p:spPr>
          <p:txBody>
            <a:bodyPr wrap="square" rtlCol="0">
              <a:spAutoFit/>
            </a:bodyPr>
            <a:lstStyle/>
            <a:p>
              <a:pPr algn="r">
                <a:lnSpc>
                  <a:spcPct val="130000"/>
                </a:lnSpc>
              </a:pPr>
              <a:r>
                <a:rPr lang="zh-CN" altLang="en-US" sz="1200">
                  <a:solidFill>
                    <a:schemeClr val="tx1">
                      <a:lumMod val="50000"/>
                      <a:lumOff val="50000"/>
                    </a:schemeClr>
                  </a:solidFill>
                  <a:latin typeface="微软雅黑"/>
                  <a:ea typeface="微软雅黑"/>
                  <a:sym typeface="微软雅黑"/>
                </a:rPr>
                <a:t>同样是景别的变化，从特、近、中、全、远。</a:t>
              </a:r>
            </a:p>
          </p:txBody>
        </p:sp>
      </p:grpSp>
      <p:grpSp>
        <p:nvGrpSpPr>
          <p:cNvPr id="46" name="组合 45">
            <a:extLst>
              <a:ext uri="{FF2B5EF4-FFF2-40B4-BE49-F238E27FC236}">
                <a16:creationId xmlns:a16="http://schemas.microsoft.com/office/drawing/2014/main" id="{8CDFD523-848C-40AA-8F2E-92C51CD4E660}"/>
              </a:ext>
            </a:extLst>
          </p:cNvPr>
          <p:cNvGrpSpPr/>
          <p:nvPr/>
        </p:nvGrpSpPr>
        <p:grpSpPr>
          <a:xfrm>
            <a:off x="1432972" y="5085529"/>
            <a:ext cx="2976851" cy="941796"/>
            <a:chOff x="1432971" y="4795244"/>
            <a:chExt cx="2976851" cy="941796"/>
          </a:xfrm>
        </p:grpSpPr>
        <p:sp>
          <p:nvSpPr>
            <p:cNvPr id="47" name="TextBox 76">
              <a:extLst>
                <a:ext uri="{FF2B5EF4-FFF2-40B4-BE49-F238E27FC236}">
                  <a16:creationId xmlns:a16="http://schemas.microsoft.com/office/drawing/2014/main" id="{B7553EA8-5B3C-4DC2-B7A6-19D3BC5A765B}"/>
                </a:ext>
              </a:extLst>
            </p:cNvPr>
            <p:cNvSpPr txBox="1"/>
            <p:nvPr/>
          </p:nvSpPr>
          <p:spPr>
            <a:xfrm>
              <a:off x="3022325" y="4795244"/>
              <a:ext cx="1387497" cy="400110"/>
            </a:xfrm>
            <a:prstGeom prst="rect">
              <a:avLst/>
            </a:prstGeom>
            <a:noFill/>
          </p:spPr>
          <p:txBody>
            <a:bodyPr wrap="square" rtlCol="0">
              <a:spAutoFit/>
            </a:bodyPr>
            <a:lstStyle>
              <a:defPPr>
                <a:defRPr lang="zh-CN"/>
              </a:defPPr>
              <a:lvl1pPr algn="r">
                <a:defRPr sz="2000" b="1">
                  <a:latin typeface="阿里巴巴普惠体" panose="00020600040101010101" pitchFamily="18" charset="-122"/>
                  <a:ea typeface="阿里巴巴普惠体" panose="00020600040101010101" pitchFamily="18" charset="-122"/>
                </a:defRPr>
              </a:lvl1pPr>
            </a:lstStyle>
            <a:p>
              <a:r>
                <a:rPr lang="en-US" altLang="zh-CN">
                  <a:solidFill>
                    <a:schemeClr val="tx1">
                      <a:lumMod val="50000"/>
                      <a:lumOff val="50000"/>
                    </a:schemeClr>
                  </a:solidFill>
                  <a:latin typeface="微软雅黑"/>
                  <a:ea typeface="微软雅黑"/>
                  <a:sym typeface="微软雅黑"/>
                </a:rPr>
                <a:t>2.5</a:t>
              </a:r>
              <a:endParaRPr lang="zh-CN" altLang="en-US">
                <a:solidFill>
                  <a:schemeClr val="tx1">
                    <a:lumMod val="50000"/>
                    <a:lumOff val="50000"/>
                  </a:schemeClr>
                </a:solidFill>
                <a:latin typeface="微软雅黑"/>
                <a:ea typeface="微软雅黑"/>
                <a:sym typeface="微软雅黑"/>
              </a:endParaRPr>
            </a:p>
          </p:txBody>
        </p:sp>
        <p:sp>
          <p:nvSpPr>
            <p:cNvPr id="48" name="文本框 47">
              <a:extLst>
                <a:ext uri="{FF2B5EF4-FFF2-40B4-BE49-F238E27FC236}">
                  <a16:creationId xmlns:a16="http://schemas.microsoft.com/office/drawing/2014/main" id="{09B815F4-59C8-42EF-B838-F683F5F919C4}"/>
                </a:ext>
              </a:extLst>
            </p:cNvPr>
            <p:cNvSpPr txBox="1"/>
            <p:nvPr/>
          </p:nvSpPr>
          <p:spPr>
            <a:xfrm>
              <a:off x="1432971" y="5164576"/>
              <a:ext cx="2976851" cy="572464"/>
            </a:xfrm>
            <a:prstGeom prst="rect">
              <a:avLst/>
            </a:prstGeom>
            <a:noFill/>
          </p:spPr>
          <p:txBody>
            <a:bodyPr wrap="square" rtlCol="0">
              <a:spAutoFit/>
            </a:bodyPr>
            <a:lstStyle>
              <a:defPPr>
                <a:defRPr lang="zh-CN"/>
              </a:defPPr>
              <a:lvl1pPr algn="r">
                <a:lnSpc>
                  <a:spcPct val="130000"/>
                </a:lnSpc>
                <a:defRPr sz="1200">
                  <a:latin typeface="阿里巴巴普惠体" panose="00020600040101010101" pitchFamily="18" charset="-122"/>
                  <a:ea typeface="阿里巴巴普惠体" panose="00020600040101010101" pitchFamily="18" charset="-122"/>
                </a:defRPr>
              </a:lvl1pPr>
            </a:lstStyle>
            <a:p>
              <a:r>
                <a:rPr lang="zh-CN" altLang="en-US">
                  <a:solidFill>
                    <a:schemeClr val="tx1">
                      <a:lumMod val="50000"/>
                      <a:lumOff val="50000"/>
                    </a:schemeClr>
                  </a:solidFill>
                  <a:latin typeface="微软雅黑"/>
                  <a:ea typeface="微软雅黑"/>
                  <a:sym typeface="微软雅黑"/>
                </a:rPr>
                <a:t>拉镜头在一个镜头中景别连续变化，保持了画面表现空间的完整和连贯。</a:t>
              </a:r>
            </a:p>
          </p:txBody>
        </p:sp>
      </p:grpSp>
      <p:grpSp>
        <p:nvGrpSpPr>
          <p:cNvPr id="49" name="组合 48">
            <a:extLst>
              <a:ext uri="{FF2B5EF4-FFF2-40B4-BE49-F238E27FC236}">
                <a16:creationId xmlns:a16="http://schemas.microsoft.com/office/drawing/2014/main" id="{E1ADCA7D-DE24-444F-95A3-90E4398E9FAE}"/>
              </a:ext>
            </a:extLst>
          </p:cNvPr>
          <p:cNvGrpSpPr/>
          <p:nvPr/>
        </p:nvGrpSpPr>
        <p:grpSpPr>
          <a:xfrm>
            <a:off x="657966" y="3517015"/>
            <a:ext cx="3017567" cy="1181862"/>
            <a:chOff x="657965" y="3226731"/>
            <a:chExt cx="3017566" cy="1181862"/>
          </a:xfrm>
        </p:grpSpPr>
        <p:sp>
          <p:nvSpPr>
            <p:cNvPr id="50" name="TextBox 76">
              <a:extLst>
                <a:ext uri="{FF2B5EF4-FFF2-40B4-BE49-F238E27FC236}">
                  <a16:creationId xmlns:a16="http://schemas.microsoft.com/office/drawing/2014/main" id="{F6F5214A-6BED-4EC4-8AF6-9E6164448218}"/>
                </a:ext>
              </a:extLst>
            </p:cNvPr>
            <p:cNvSpPr txBox="1"/>
            <p:nvPr/>
          </p:nvSpPr>
          <p:spPr>
            <a:xfrm>
              <a:off x="2235200" y="3226731"/>
              <a:ext cx="1440331" cy="400110"/>
            </a:xfrm>
            <a:prstGeom prst="rect">
              <a:avLst/>
            </a:prstGeom>
            <a:noFill/>
          </p:spPr>
          <p:txBody>
            <a:bodyPr wrap="square" rtlCol="0">
              <a:spAutoFit/>
            </a:bodyPr>
            <a:lstStyle>
              <a:defPPr>
                <a:defRPr lang="zh-CN"/>
              </a:defPPr>
              <a:lvl1pPr algn="r">
                <a:defRPr sz="2000" b="1">
                  <a:latin typeface="阿里巴巴普惠体" panose="00020600040101010101" pitchFamily="18" charset="-122"/>
                  <a:ea typeface="阿里巴巴普惠体" panose="00020600040101010101" pitchFamily="18" charset="-122"/>
                </a:defRPr>
              </a:lvl1pPr>
            </a:lstStyle>
            <a:p>
              <a:r>
                <a:rPr lang="en-US" altLang="zh-CN">
                  <a:solidFill>
                    <a:schemeClr val="tx1">
                      <a:lumMod val="50000"/>
                      <a:lumOff val="50000"/>
                    </a:schemeClr>
                  </a:solidFill>
                  <a:latin typeface="微软雅黑"/>
                  <a:ea typeface="微软雅黑"/>
                  <a:sym typeface="微软雅黑"/>
                </a:rPr>
                <a:t>2.3</a:t>
              </a:r>
              <a:endParaRPr lang="zh-CN" altLang="en-US">
                <a:solidFill>
                  <a:schemeClr val="tx1">
                    <a:lumMod val="50000"/>
                    <a:lumOff val="50000"/>
                  </a:schemeClr>
                </a:solidFill>
                <a:latin typeface="微软雅黑"/>
                <a:ea typeface="微软雅黑"/>
                <a:sym typeface="微软雅黑"/>
              </a:endParaRPr>
            </a:p>
          </p:txBody>
        </p:sp>
        <p:sp>
          <p:nvSpPr>
            <p:cNvPr id="51" name="文本框 50">
              <a:extLst>
                <a:ext uri="{FF2B5EF4-FFF2-40B4-BE49-F238E27FC236}">
                  <a16:creationId xmlns:a16="http://schemas.microsoft.com/office/drawing/2014/main" id="{3AC008DA-5760-4DBF-8DBA-4A312B484F5F}"/>
                </a:ext>
              </a:extLst>
            </p:cNvPr>
            <p:cNvSpPr txBox="1"/>
            <p:nvPr/>
          </p:nvSpPr>
          <p:spPr>
            <a:xfrm>
              <a:off x="657965" y="3596063"/>
              <a:ext cx="3017566" cy="812530"/>
            </a:xfrm>
            <a:prstGeom prst="rect">
              <a:avLst/>
            </a:prstGeom>
            <a:noFill/>
          </p:spPr>
          <p:txBody>
            <a:bodyPr wrap="square" rtlCol="0">
              <a:spAutoFit/>
            </a:bodyPr>
            <a:lstStyle>
              <a:defPPr>
                <a:defRPr lang="zh-CN"/>
              </a:defPPr>
              <a:lvl1pPr algn="r">
                <a:lnSpc>
                  <a:spcPct val="130000"/>
                </a:lnSpc>
                <a:defRPr sz="1200">
                  <a:latin typeface="阿里巴巴普惠体" panose="00020600040101010101" pitchFamily="18" charset="-122"/>
                  <a:ea typeface="阿里巴巴普惠体" panose="00020600040101010101" pitchFamily="18" charset="-122"/>
                </a:defRPr>
              </a:lvl1pPr>
            </a:lstStyle>
            <a:p>
              <a:r>
                <a:rPr lang="zh-CN" altLang="en-US">
                  <a:solidFill>
                    <a:schemeClr val="tx1">
                      <a:lumMod val="50000"/>
                      <a:lumOff val="50000"/>
                    </a:schemeClr>
                  </a:solidFill>
                  <a:latin typeface="微软雅黑"/>
                  <a:ea typeface="微软雅黑"/>
                  <a:sym typeface="微软雅黑"/>
                </a:rPr>
                <a:t>拉镜头内部节奏由紧到松、与推镜头相比，较能发挥感情上的余韵，产生许多微妙的感情色彩。</a:t>
              </a:r>
            </a:p>
          </p:txBody>
        </p:sp>
      </p:grpSp>
    </p:spTree>
    <p:extLst>
      <p:ext uri="{BB962C8B-B14F-4D97-AF65-F5344CB8AC3E}">
        <p14:creationId xmlns:p14="http://schemas.microsoft.com/office/powerpoint/2010/main" val="11062062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par>
                          <p:cTn id="10" fill="hold" nodeType="afterGroup">
                            <p:stCondLst>
                              <p:cond delay="500"/>
                            </p:stCondLst>
                            <p:childTnLst>
                              <p:par>
                                <p:cTn id="11" presetID="2" presetClass="entr" presetSubtype="8" fill="hold" nodeType="afterEffect">
                                  <p:stCondLst>
                                    <p:cond delay="0"/>
                                  </p:stCondLst>
                                  <p:childTnLst>
                                    <p:set>
                                      <p:cBhvr>
                                        <p:cTn id="12" dur="1" fill="hold">
                                          <p:stCondLst>
                                            <p:cond delay="0"/>
                                          </p:stCondLst>
                                        </p:cTn>
                                        <p:tgtEl>
                                          <p:spTgt spid="43"/>
                                        </p:tgtEl>
                                        <p:attrNameLst>
                                          <p:attrName>style.visibility</p:attrName>
                                        </p:attrNameLst>
                                      </p:cBhvr>
                                      <p:to>
                                        <p:strVal val="visible"/>
                                      </p:to>
                                    </p:set>
                                    <p:anim calcmode="lin" valueType="num">
                                      <p:cBhvr additive="base">
                                        <p:cTn id="13" dur="500" fill="hold"/>
                                        <p:tgtEl>
                                          <p:spTgt spid="43"/>
                                        </p:tgtEl>
                                        <p:attrNameLst>
                                          <p:attrName>ppt_x</p:attrName>
                                        </p:attrNameLst>
                                      </p:cBhvr>
                                      <p:tavLst>
                                        <p:tav tm="0">
                                          <p:val>
                                            <p:strVal val="0-#ppt_w/2"/>
                                          </p:val>
                                        </p:tav>
                                        <p:tav tm="100000">
                                          <p:val>
                                            <p:strVal val="#ppt_x"/>
                                          </p:val>
                                        </p:tav>
                                      </p:tavLst>
                                    </p:anim>
                                    <p:anim calcmode="lin" valueType="num">
                                      <p:cBhvr additive="base">
                                        <p:cTn id="14" dur="500" fill="hold"/>
                                        <p:tgtEl>
                                          <p:spTgt spid="43"/>
                                        </p:tgtEl>
                                        <p:attrNameLst>
                                          <p:attrName>ppt_y</p:attrName>
                                        </p:attrNameLst>
                                      </p:cBhvr>
                                      <p:tavLst>
                                        <p:tav tm="0">
                                          <p:val>
                                            <p:strVal val="#ppt_y"/>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additive="base">
                                        <p:cTn id="17" dur="500" fill="hold"/>
                                        <p:tgtEl>
                                          <p:spTgt spid="34"/>
                                        </p:tgtEl>
                                        <p:attrNameLst>
                                          <p:attrName>ppt_x</p:attrName>
                                        </p:attrNameLst>
                                      </p:cBhvr>
                                      <p:tavLst>
                                        <p:tav tm="0">
                                          <p:val>
                                            <p:strVal val="1+#ppt_w/2"/>
                                          </p:val>
                                        </p:tav>
                                        <p:tav tm="100000">
                                          <p:val>
                                            <p:strVal val="#ppt_x"/>
                                          </p:val>
                                        </p:tav>
                                      </p:tavLst>
                                    </p:anim>
                                    <p:anim calcmode="lin" valueType="num">
                                      <p:cBhvr additive="base">
                                        <p:cTn id="18" dur="500" fill="hold"/>
                                        <p:tgtEl>
                                          <p:spTgt spid="34"/>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000"/>
                            </p:stCondLst>
                            <p:childTnLst>
                              <p:par>
                                <p:cTn id="20" presetID="2" presetClass="entr" presetSubtype="8" fill="hold" nodeType="afterEffect">
                                  <p:stCondLst>
                                    <p:cond delay="0"/>
                                  </p:stCondLst>
                                  <p:childTnLst>
                                    <p:set>
                                      <p:cBhvr>
                                        <p:cTn id="21" dur="1" fill="hold">
                                          <p:stCondLst>
                                            <p:cond delay="0"/>
                                          </p:stCondLst>
                                        </p:cTn>
                                        <p:tgtEl>
                                          <p:spTgt spid="49"/>
                                        </p:tgtEl>
                                        <p:attrNameLst>
                                          <p:attrName>style.visibility</p:attrName>
                                        </p:attrNameLst>
                                      </p:cBhvr>
                                      <p:to>
                                        <p:strVal val="visible"/>
                                      </p:to>
                                    </p:set>
                                    <p:anim calcmode="lin" valueType="num">
                                      <p:cBhvr additive="base">
                                        <p:cTn id="22" dur="500" fill="hold"/>
                                        <p:tgtEl>
                                          <p:spTgt spid="49"/>
                                        </p:tgtEl>
                                        <p:attrNameLst>
                                          <p:attrName>ppt_x</p:attrName>
                                        </p:attrNameLst>
                                      </p:cBhvr>
                                      <p:tavLst>
                                        <p:tav tm="0">
                                          <p:val>
                                            <p:strVal val="0-#ppt_w/2"/>
                                          </p:val>
                                        </p:tav>
                                        <p:tav tm="100000">
                                          <p:val>
                                            <p:strVal val="#ppt_x"/>
                                          </p:val>
                                        </p:tav>
                                      </p:tavLst>
                                    </p:anim>
                                    <p:anim calcmode="lin" valueType="num">
                                      <p:cBhvr additive="base">
                                        <p:cTn id="23" dur="500" fill="hold"/>
                                        <p:tgtEl>
                                          <p:spTgt spid="49"/>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0"/>
                                  </p:stCondLst>
                                  <p:childTnLst>
                                    <p:set>
                                      <p:cBhvr>
                                        <p:cTn id="25" dur="1" fill="hold">
                                          <p:stCondLst>
                                            <p:cond delay="0"/>
                                          </p:stCondLst>
                                        </p:cTn>
                                        <p:tgtEl>
                                          <p:spTgt spid="40"/>
                                        </p:tgtEl>
                                        <p:attrNameLst>
                                          <p:attrName>style.visibility</p:attrName>
                                        </p:attrNameLst>
                                      </p:cBhvr>
                                      <p:to>
                                        <p:strVal val="visible"/>
                                      </p:to>
                                    </p:set>
                                    <p:anim calcmode="lin" valueType="num">
                                      <p:cBhvr additive="base">
                                        <p:cTn id="26" dur="500" fill="hold"/>
                                        <p:tgtEl>
                                          <p:spTgt spid="40"/>
                                        </p:tgtEl>
                                        <p:attrNameLst>
                                          <p:attrName>ppt_x</p:attrName>
                                        </p:attrNameLst>
                                      </p:cBhvr>
                                      <p:tavLst>
                                        <p:tav tm="0">
                                          <p:val>
                                            <p:strVal val="1+#ppt_w/2"/>
                                          </p:val>
                                        </p:tav>
                                        <p:tav tm="100000">
                                          <p:val>
                                            <p:strVal val="#ppt_x"/>
                                          </p:val>
                                        </p:tav>
                                      </p:tavLst>
                                    </p:anim>
                                    <p:anim calcmode="lin" valueType="num">
                                      <p:cBhvr additive="base">
                                        <p:cTn id="27" dur="500" fill="hold"/>
                                        <p:tgtEl>
                                          <p:spTgt spid="40"/>
                                        </p:tgtEl>
                                        <p:attrNameLst>
                                          <p:attrName>ppt_y</p:attrName>
                                        </p:attrNameLst>
                                      </p:cBhvr>
                                      <p:tavLst>
                                        <p:tav tm="0">
                                          <p:val>
                                            <p:strVal val="#ppt_y"/>
                                          </p:val>
                                        </p:tav>
                                        <p:tav tm="100000">
                                          <p:val>
                                            <p:strVal val="#ppt_y"/>
                                          </p:val>
                                        </p:tav>
                                      </p:tavLst>
                                    </p:anim>
                                  </p:childTnLst>
                                </p:cTn>
                              </p:par>
                            </p:childTnLst>
                          </p:cTn>
                        </p:par>
                        <p:par>
                          <p:cTn id="28" fill="hold" nodeType="afterGroup">
                            <p:stCondLst>
                              <p:cond delay="1500"/>
                            </p:stCondLst>
                            <p:childTnLst>
                              <p:par>
                                <p:cTn id="29" presetID="2" presetClass="entr" presetSubtype="8" fill="hold" nodeType="afterEffect">
                                  <p:stCondLst>
                                    <p:cond delay="0"/>
                                  </p:stCondLst>
                                  <p:childTnLst>
                                    <p:set>
                                      <p:cBhvr>
                                        <p:cTn id="30" dur="1" fill="hold">
                                          <p:stCondLst>
                                            <p:cond delay="0"/>
                                          </p:stCondLst>
                                        </p:cTn>
                                        <p:tgtEl>
                                          <p:spTgt spid="46"/>
                                        </p:tgtEl>
                                        <p:attrNameLst>
                                          <p:attrName>style.visibility</p:attrName>
                                        </p:attrNameLst>
                                      </p:cBhvr>
                                      <p:to>
                                        <p:strVal val="visible"/>
                                      </p:to>
                                    </p:set>
                                    <p:anim calcmode="lin" valueType="num">
                                      <p:cBhvr additive="base">
                                        <p:cTn id="31" dur="500" fill="hold"/>
                                        <p:tgtEl>
                                          <p:spTgt spid="46"/>
                                        </p:tgtEl>
                                        <p:attrNameLst>
                                          <p:attrName>ppt_x</p:attrName>
                                        </p:attrNameLst>
                                      </p:cBhvr>
                                      <p:tavLst>
                                        <p:tav tm="0">
                                          <p:val>
                                            <p:strVal val="0-#ppt_w/2"/>
                                          </p:val>
                                        </p:tav>
                                        <p:tav tm="100000">
                                          <p:val>
                                            <p:strVal val="#ppt_x"/>
                                          </p:val>
                                        </p:tav>
                                      </p:tavLst>
                                    </p:anim>
                                    <p:anim calcmode="lin" valueType="num">
                                      <p:cBhvr additive="base">
                                        <p:cTn id="32" dur="500" fill="hold"/>
                                        <p:tgtEl>
                                          <p:spTgt spid="46"/>
                                        </p:tgtEl>
                                        <p:attrNameLst>
                                          <p:attrName>ppt_y</p:attrName>
                                        </p:attrNameLst>
                                      </p:cBhvr>
                                      <p:tavLst>
                                        <p:tav tm="0">
                                          <p:val>
                                            <p:strVal val="#ppt_y"/>
                                          </p:val>
                                        </p:tav>
                                        <p:tav tm="100000">
                                          <p:val>
                                            <p:strVal val="#ppt_y"/>
                                          </p:val>
                                        </p:tav>
                                      </p:tavLst>
                                    </p:anim>
                                  </p:childTnLst>
                                </p:cTn>
                              </p:par>
                              <p:par>
                                <p:cTn id="33" presetID="2" presetClass="entr" presetSubtype="2" fill="hold" nodeType="withEffect">
                                  <p:stCondLst>
                                    <p:cond delay="0"/>
                                  </p:stCondLst>
                                  <p:childTnLst>
                                    <p:set>
                                      <p:cBhvr>
                                        <p:cTn id="34" dur="1" fill="hold">
                                          <p:stCondLst>
                                            <p:cond delay="0"/>
                                          </p:stCondLst>
                                        </p:cTn>
                                        <p:tgtEl>
                                          <p:spTgt spid="37"/>
                                        </p:tgtEl>
                                        <p:attrNameLst>
                                          <p:attrName>style.visibility</p:attrName>
                                        </p:attrNameLst>
                                      </p:cBhvr>
                                      <p:to>
                                        <p:strVal val="visible"/>
                                      </p:to>
                                    </p:set>
                                    <p:anim calcmode="lin" valueType="num">
                                      <p:cBhvr additive="base">
                                        <p:cTn id="35" dur="500" fill="hold"/>
                                        <p:tgtEl>
                                          <p:spTgt spid="37"/>
                                        </p:tgtEl>
                                        <p:attrNameLst>
                                          <p:attrName>ppt_x</p:attrName>
                                        </p:attrNameLst>
                                      </p:cBhvr>
                                      <p:tavLst>
                                        <p:tav tm="0">
                                          <p:val>
                                            <p:strVal val="1+#ppt_w/2"/>
                                          </p:val>
                                        </p:tav>
                                        <p:tav tm="100000">
                                          <p:val>
                                            <p:strVal val="#ppt_x"/>
                                          </p:val>
                                        </p:tav>
                                      </p:tavLst>
                                    </p:anim>
                                    <p:anim calcmode="lin" valueType="num">
                                      <p:cBhvr additive="base">
                                        <p:cTn id="36" dur="500" fill="hold"/>
                                        <p:tgtEl>
                                          <p:spTgt spid="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015395B-5F05-4CCD-80F0-5A502F915BDC}"/>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pic>
        <p:nvPicPr>
          <p:cNvPr id="12" name="图片 11">
            <a:extLst>
              <a:ext uri="{FF2B5EF4-FFF2-40B4-BE49-F238E27FC236}">
                <a16:creationId xmlns:a16="http://schemas.microsoft.com/office/drawing/2014/main" id="{67B4DF4C-33DD-4ED6-9088-CCBBCAFD5B70}"/>
              </a:ext>
            </a:extLst>
          </p:cNvPr>
          <p:cNvPicPr>
            <a:picLocks noChangeAspect="1"/>
          </p:cNvPicPr>
          <p:nvPr/>
        </p:nvPicPr>
        <p:blipFill>
          <a:blip r:embed="Rfad6906781084b6b">
            <a:extLst>
              <a:ext uri="{28A0092B-C50C-407E-A947-70E740481C1C}">
                <a14:useLocalDpi xmlns:a14="http://schemas.microsoft.com/office/drawing/2010/main" val="0"/>
              </a:ext>
            </a:extLst>
          </a:blip>
          <a:srcRect l="4112" r="4112"/>
          <a:stretch>
            <a:fillRect/>
          </a:stretch>
        </p:blipFill>
        <p:spPr>
          <a:xfrm>
            <a:off x="1561858" y="2050120"/>
            <a:ext cx="4406983" cy="3200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13" name="组合 12">
            <a:extLst>
              <a:ext uri="{FF2B5EF4-FFF2-40B4-BE49-F238E27FC236}">
                <a16:creationId xmlns:a16="http://schemas.microsoft.com/office/drawing/2014/main" id="{931EF4B5-2245-4A91-BA35-856D9E857F02}"/>
              </a:ext>
            </a:extLst>
          </p:cNvPr>
          <p:cNvGrpSpPr/>
          <p:nvPr/>
        </p:nvGrpSpPr>
        <p:grpSpPr>
          <a:xfrm>
            <a:off x="5550467" y="1958749"/>
            <a:ext cx="5369916" cy="3466033"/>
            <a:chOff x="5550466" y="1894681"/>
            <a:chExt cx="5369916" cy="3466033"/>
          </a:xfrm>
        </p:grpSpPr>
        <p:grpSp>
          <p:nvGrpSpPr>
            <p:cNvPr id="14" name="组合 13">
              <a:extLst>
                <a:ext uri="{FF2B5EF4-FFF2-40B4-BE49-F238E27FC236}">
                  <a16:creationId xmlns:a16="http://schemas.microsoft.com/office/drawing/2014/main" id="{77231E8D-DEFB-4987-BBF0-92A388AFF2DF}"/>
                </a:ext>
              </a:extLst>
            </p:cNvPr>
            <p:cNvGrpSpPr/>
            <p:nvPr/>
          </p:nvGrpSpPr>
          <p:grpSpPr>
            <a:xfrm>
              <a:off x="6478086" y="1894681"/>
              <a:ext cx="1661134" cy="923330"/>
              <a:chOff x="2246396" y="4235679"/>
              <a:chExt cx="1661134" cy="923330"/>
            </a:xfrm>
          </p:grpSpPr>
          <p:sp>
            <p:nvSpPr>
              <p:cNvPr id="17" name="文本框 16">
                <a:extLst>
                  <a:ext uri="{FF2B5EF4-FFF2-40B4-BE49-F238E27FC236}">
                    <a16:creationId xmlns:a16="http://schemas.microsoft.com/office/drawing/2014/main" id="{1CEBB3CA-D596-4069-B16B-21E2BF7166A8}"/>
                  </a:ext>
                </a:extLst>
              </p:cNvPr>
              <p:cNvSpPr txBox="1"/>
              <p:nvPr/>
            </p:nvSpPr>
            <p:spPr>
              <a:xfrm>
                <a:off x="2696942" y="4497289"/>
                <a:ext cx="1210588" cy="400110"/>
              </a:xfrm>
              <a:prstGeom prst="rect">
                <a:avLst/>
              </a:prstGeom>
              <a:noFill/>
            </p:spPr>
            <p:txBody>
              <a:bodyPr wrap="none" rtlCol="0">
                <a:spAutoFit/>
              </a:bodyPr>
              <a:lstStyle/>
              <a:p>
                <a:pPr algn="ctr"/>
                <a:r>
                  <a:rPr lang="zh-CN" altLang="en-US" sz="2000" b="1">
                    <a:latin typeface="微软雅黑"/>
                    <a:ea typeface="微软雅黑"/>
                    <a:cs typeface="阿里巴巴普惠体" panose="00020600040101010101" pitchFamily="18" charset="-122"/>
                    <a:sym typeface="微软雅黑"/>
                  </a:rPr>
                  <a:t>应用场景</a:t>
                </a:r>
              </a:p>
            </p:txBody>
          </p:sp>
          <p:sp>
            <p:nvSpPr>
              <p:cNvPr id="18" name="文本框 17">
                <a:extLst>
                  <a:ext uri="{FF2B5EF4-FFF2-40B4-BE49-F238E27FC236}">
                    <a16:creationId xmlns:a16="http://schemas.microsoft.com/office/drawing/2014/main" id="{152313DD-BCB3-489A-99A8-FF2ED3A4F5EC}"/>
                  </a:ext>
                </a:extLst>
              </p:cNvPr>
              <p:cNvSpPr txBox="1"/>
              <p:nvPr/>
            </p:nvSpPr>
            <p:spPr>
              <a:xfrm>
                <a:off x="2246396" y="4235679"/>
                <a:ext cx="877163" cy="923330"/>
              </a:xfrm>
              <a:prstGeom prst="rect">
                <a:avLst/>
              </a:prstGeom>
              <a:noFill/>
            </p:spPr>
            <p:txBody>
              <a:bodyPr wrap="none" rtlCol="0">
                <a:spAutoFit/>
              </a:bodyPr>
              <a:lstStyle/>
              <a:p>
                <a:pPr algn="ctr"/>
                <a:r>
                  <a:rPr lang="zh-CN" altLang="en-US" sz="5400">
                    <a:solidFill>
                      <a:schemeClr val="accent1"/>
                    </a:solidFill>
                    <a:latin typeface="微软雅黑"/>
                    <a:ea typeface="微软雅黑"/>
                    <a:cs typeface="阿里巴巴普惠体 Medium" panose="00020600040101010101" pitchFamily="18" charset="-122"/>
                    <a:sym typeface="微软雅黑"/>
                  </a:rPr>
                  <a:t>？</a:t>
                </a:r>
              </a:p>
            </p:txBody>
          </p:sp>
        </p:grpSp>
        <p:sp>
          <p:nvSpPr>
            <p:cNvPr id="15" name="矩形: 圆角 14">
              <a:extLst>
                <a:ext uri="{FF2B5EF4-FFF2-40B4-BE49-F238E27FC236}">
                  <a16:creationId xmlns:a16="http://schemas.microsoft.com/office/drawing/2014/main" id="{E50C0BD2-8F9D-41A1-841D-77CDBAE4501F}"/>
                </a:ext>
              </a:extLst>
            </p:cNvPr>
            <p:cNvSpPr/>
            <p:nvPr/>
          </p:nvSpPr>
          <p:spPr>
            <a:xfrm>
              <a:off x="5550466" y="2889484"/>
              <a:ext cx="5369916" cy="266232"/>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6" name="文本框 15">
              <a:extLst>
                <a:ext uri="{FF2B5EF4-FFF2-40B4-BE49-F238E27FC236}">
                  <a16:creationId xmlns:a16="http://schemas.microsoft.com/office/drawing/2014/main" id="{71622CCF-DD9D-4525-B792-AA361CE1F62F}"/>
                </a:ext>
              </a:extLst>
            </p:cNvPr>
            <p:cNvSpPr txBox="1"/>
            <p:nvPr/>
          </p:nvSpPr>
          <p:spPr>
            <a:xfrm>
              <a:off x="6559510" y="3421722"/>
              <a:ext cx="4360871" cy="1938992"/>
            </a:xfrm>
            <a:prstGeom prst="rect">
              <a:avLst/>
            </a:prstGeom>
            <a:noFill/>
          </p:spPr>
          <p:txBody>
            <a:bodyPr wrap="square">
              <a:spAutoFit/>
            </a:bodyPr>
            <a:lstStyle/>
            <a:p>
              <a:pPr>
                <a:lnSpc>
                  <a:spcPct val="150000"/>
                </a:lnSpc>
              </a:pPr>
              <a:r>
                <a:rPr lang="zh-CN" altLang="en-US" sz="1600">
                  <a:solidFill>
                    <a:schemeClr val="bg1">
                      <a:lumMod val="50000"/>
                    </a:schemeClr>
                  </a:solidFill>
                  <a:latin typeface="微软雅黑"/>
                  <a:ea typeface="微软雅黑"/>
                  <a:cs typeface="阿里巴巴普惠体" panose="00020600040101010101" pitchFamily="18" charset="-122"/>
                  <a:sym typeface="微软雅黑"/>
                </a:rPr>
                <a:t>开场，将观众带入到短视频中；结束性和结论性的镜头；转场镜头等。</a:t>
              </a:r>
            </a:p>
            <a:p>
              <a:pPr>
                <a:lnSpc>
                  <a:spcPct val="150000"/>
                </a:lnSpc>
              </a:pPr>
              <a:r>
                <a:rPr lang="zh-CN" altLang="en-US" sz="1600">
                  <a:solidFill>
                    <a:schemeClr val="bg1">
                      <a:lumMod val="50000"/>
                    </a:schemeClr>
                  </a:solidFill>
                  <a:latin typeface="微软雅黑"/>
                  <a:ea typeface="微软雅黑"/>
                  <a:cs typeface="阿里巴巴普惠体" panose="00020600040101010101" pitchFamily="18" charset="-122"/>
                  <a:sym typeface="微软雅黑"/>
                </a:rPr>
                <a:t>短视频运用举例：比如实践过程中由人物拉镜头过渡到全景，强调前后主体发生变化的场景，表现实践过程的全貌。</a:t>
              </a:r>
            </a:p>
          </p:txBody>
        </p:sp>
      </p:grpSp>
    </p:spTree>
    <p:extLst>
      <p:ext uri="{BB962C8B-B14F-4D97-AF65-F5344CB8AC3E}">
        <p14:creationId xmlns:p14="http://schemas.microsoft.com/office/powerpoint/2010/main" val="78939973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6"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5"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decel="50000" fill="hold">
                                          <p:stCondLst>
                                            <p:cond delay="0"/>
                                          </p:stCondLst>
                                        </p:cTn>
                                        <p:tgtEl>
                                          <p:spTgt spid="13"/>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13"/>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13"/>
                                        </p:tgtEl>
                                        <p:attrNameLst>
                                          <p:attrName>ppt_w</p:attrName>
                                        </p:attrNameLst>
                                      </p:cBhvr>
                                      <p:tavLst>
                                        <p:tav tm="0">
                                          <p:val>
                                            <p:strVal val="#ppt_w*.05"/>
                                          </p:val>
                                        </p:tav>
                                        <p:tav tm="100000">
                                          <p:val>
                                            <p:strVal val="#ppt_w"/>
                                          </p:val>
                                        </p:tav>
                                      </p:tavLst>
                                    </p:anim>
                                    <p:anim calcmode="lin" valueType="num">
                                      <p:cBhvr>
                                        <p:cTn id="15" dur="1000" fill="hold"/>
                                        <p:tgtEl>
                                          <p:spTgt spid="13"/>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13"/>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13"/>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13"/>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4E0868F-6901-4A17-8663-4DBC0CEAFFE7}"/>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sp>
        <p:nvSpPr>
          <p:cNvPr id="12" name="矩形 11">
            <a:extLst>
              <a:ext uri="{FF2B5EF4-FFF2-40B4-BE49-F238E27FC236}">
                <a16:creationId xmlns:a16="http://schemas.microsoft.com/office/drawing/2014/main" id="{31D9ECC3-EB82-4534-B39A-853D3968B92E}"/>
              </a:ext>
            </a:extLst>
          </p:cNvPr>
          <p:cNvSpPr/>
          <p:nvPr/>
        </p:nvSpPr>
        <p:spPr>
          <a:xfrm>
            <a:off x="4300979" y="1534560"/>
            <a:ext cx="562927" cy="562927"/>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a:ea typeface="微软雅黑"/>
              <a:sym typeface="微软雅黑"/>
            </a:endParaRPr>
          </a:p>
        </p:txBody>
      </p:sp>
      <p:sp>
        <p:nvSpPr>
          <p:cNvPr id="13" name="矩形 12">
            <a:extLst>
              <a:ext uri="{FF2B5EF4-FFF2-40B4-BE49-F238E27FC236}">
                <a16:creationId xmlns:a16="http://schemas.microsoft.com/office/drawing/2014/main" id="{2AFD149B-A417-4061-8FBE-6ADB187B9050}"/>
              </a:ext>
            </a:extLst>
          </p:cNvPr>
          <p:cNvSpPr/>
          <p:nvPr/>
        </p:nvSpPr>
        <p:spPr>
          <a:xfrm>
            <a:off x="0" y="2248257"/>
            <a:ext cx="12192000" cy="33068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微软雅黑"/>
              <a:ea typeface="微软雅黑"/>
              <a:sym typeface="微软雅黑"/>
            </a:endParaRPr>
          </a:p>
        </p:txBody>
      </p:sp>
      <p:sp>
        <p:nvSpPr>
          <p:cNvPr id="14" name="矩形 13">
            <a:extLst>
              <a:ext uri="{FF2B5EF4-FFF2-40B4-BE49-F238E27FC236}">
                <a16:creationId xmlns:a16="http://schemas.microsoft.com/office/drawing/2014/main" id="{AF79F353-9C54-4B7D-8DB0-94A14EEAE178}"/>
              </a:ext>
            </a:extLst>
          </p:cNvPr>
          <p:cNvSpPr/>
          <p:nvPr/>
        </p:nvSpPr>
        <p:spPr>
          <a:xfrm>
            <a:off x="1256081" y="1811180"/>
            <a:ext cx="3399761" cy="4017921"/>
          </a:xfrm>
          <a:prstGeom prst="rect">
            <a:avLst/>
          </a:prstGeom>
          <a:blipFill>
            <a:blip r:embed="R19505001386e41c6">
              <a:extLst>
                <a:ext uri="{28A0092B-C50C-407E-A947-70E740481C1C}">
                  <a14:useLocalDpi xmlns:a14="http://schemas.microsoft.com/office/drawing/2010/main" val="0"/>
                </a:ext>
              </a:extLst>
            </a:blip>
            <a:stretch>
              <a:fillRect l="-1" r="-8639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微软雅黑"/>
              <a:ea typeface="微软雅黑"/>
              <a:sym typeface="微软雅黑"/>
            </a:endParaRPr>
          </a:p>
        </p:txBody>
      </p:sp>
      <p:sp>
        <p:nvSpPr>
          <p:cNvPr id="15" name="TextBox 21">
            <a:extLst>
              <a:ext uri="{FF2B5EF4-FFF2-40B4-BE49-F238E27FC236}">
                <a16:creationId xmlns:a16="http://schemas.microsoft.com/office/drawing/2014/main" id="{A5782D11-F16C-4C0C-8AAD-9CA9A8B37FA0}"/>
              </a:ext>
            </a:extLst>
          </p:cNvPr>
          <p:cNvSpPr txBox="1"/>
          <p:nvPr/>
        </p:nvSpPr>
        <p:spPr>
          <a:xfrm>
            <a:off x="5519936" y="3329228"/>
            <a:ext cx="5094504" cy="1938992"/>
          </a:xfrm>
          <a:prstGeom prst="rect">
            <a:avLst/>
          </a:prstGeom>
          <a:noFill/>
        </p:spPr>
        <p:txBody>
          <a:bodyPr wrap="square" lIns="0" tIns="0" rIns="0" bIns="0" rtlCol="0">
            <a:spAutoFit/>
          </a:bodyPr>
          <a:lstStyle/>
          <a:p>
            <a:pPr algn="just">
              <a:lnSpc>
                <a:spcPct val="150000"/>
              </a:lnSpc>
            </a:pPr>
            <a:r>
              <a:rPr lang="zh-CN" altLang="en-US" sz="1400">
                <a:solidFill>
                  <a:schemeClr val="bg1"/>
                </a:solidFill>
                <a:latin typeface="微软雅黑"/>
                <a:ea typeface="微软雅黑"/>
                <a:sym typeface="微软雅黑"/>
              </a:rPr>
              <a:t>相机不作移动，借助于活动底盘使摄影镜头上下、左右、甚至周围的旋转拍摄，犹如人的目光顺着一定的方向对被拍对象巡视。摇镜头能代表人物的眼睛，看待周围的一切。它在描述空间、介绍环境方面有独到的作用。左右摇常用来介绍大场面，上下直摇又常用来展示高大物体的雄伟、险峻。摇镜头在逐一展示、逐渐扩展景物时，还使观众产生身临其境的感觉。</a:t>
            </a:r>
          </a:p>
        </p:txBody>
      </p:sp>
      <p:sp>
        <p:nvSpPr>
          <p:cNvPr id="16" name="圆角矩形 7">
            <a:extLst>
              <a:ext uri="{FF2B5EF4-FFF2-40B4-BE49-F238E27FC236}">
                <a16:creationId xmlns:a16="http://schemas.microsoft.com/office/drawing/2014/main" id="{73C42BB0-DCF7-4DC0-A8A4-329F932FCF21}"/>
              </a:ext>
            </a:extLst>
          </p:cNvPr>
          <p:cNvSpPr/>
          <p:nvPr/>
        </p:nvSpPr>
        <p:spPr>
          <a:xfrm>
            <a:off x="5519937" y="2589215"/>
            <a:ext cx="1734131" cy="521475"/>
          </a:xfrm>
          <a:prstGeom prst="roundRect">
            <a:avLst>
              <a:gd name="adj" fmla="val 50000"/>
            </a:avLst>
          </a:prstGeom>
          <a:solidFill>
            <a:schemeClr val="bg1"/>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2400" b="1">
                <a:solidFill>
                  <a:schemeClr val="dk1">
                    <a:lumMod val="100000"/>
                  </a:schemeClr>
                </a:solidFill>
                <a:latin typeface="微软雅黑"/>
                <a:ea typeface="微软雅黑"/>
                <a:sym typeface="微软雅黑"/>
              </a:rPr>
              <a:t>摇镜头</a:t>
            </a:r>
          </a:p>
        </p:txBody>
      </p:sp>
      <p:sp>
        <p:nvSpPr>
          <p:cNvPr id="17" name="矩形 16">
            <a:extLst>
              <a:ext uri="{FF2B5EF4-FFF2-40B4-BE49-F238E27FC236}">
                <a16:creationId xmlns:a16="http://schemas.microsoft.com/office/drawing/2014/main" id="{EDC77B85-8BDC-48BB-89B7-63C6306DE5B4}"/>
              </a:ext>
            </a:extLst>
          </p:cNvPr>
          <p:cNvSpPr/>
          <p:nvPr/>
        </p:nvSpPr>
        <p:spPr>
          <a:xfrm rot="2700000">
            <a:off x="1336475" y="6114068"/>
            <a:ext cx="249520" cy="249520"/>
          </a:xfrm>
          <a:prstGeom prst="rect">
            <a:avLst/>
          </a:prstGeom>
          <a:solidFill>
            <a:schemeClr val="accent1">
              <a:alpha val="70000"/>
            </a:schemeClr>
          </a:solidFill>
          <a:ln>
            <a:noFill/>
          </a:ln>
          <a:effectLst>
            <a:outerShdw blurRad="1270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a:ea typeface="微软雅黑"/>
              <a:sym typeface="微软雅黑"/>
            </a:endParaRPr>
          </a:p>
        </p:txBody>
      </p:sp>
      <p:sp>
        <p:nvSpPr>
          <p:cNvPr id="18" name="矩形 17">
            <a:extLst>
              <a:ext uri="{FF2B5EF4-FFF2-40B4-BE49-F238E27FC236}">
                <a16:creationId xmlns:a16="http://schemas.microsoft.com/office/drawing/2014/main" id="{C7F9516B-9460-4491-BAB5-0B100D183DB4}"/>
              </a:ext>
            </a:extLst>
          </p:cNvPr>
          <p:cNvSpPr/>
          <p:nvPr/>
        </p:nvSpPr>
        <p:spPr>
          <a:xfrm rot="2700000">
            <a:off x="751768" y="6001972"/>
            <a:ext cx="156271" cy="156271"/>
          </a:xfrm>
          <a:prstGeom prst="rect">
            <a:avLst/>
          </a:prstGeom>
          <a:solidFill>
            <a:schemeClr val="accent2">
              <a:alpha val="40000"/>
            </a:schemeClr>
          </a:solidFill>
          <a:ln>
            <a:noFill/>
          </a:ln>
          <a:effectLst>
            <a:outerShdw blurRad="1270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a:ea typeface="微软雅黑"/>
              <a:sym typeface="微软雅黑"/>
            </a:endParaRPr>
          </a:p>
        </p:txBody>
      </p:sp>
    </p:spTree>
    <p:extLst>
      <p:ext uri="{BB962C8B-B14F-4D97-AF65-F5344CB8AC3E}">
        <p14:creationId xmlns:p14="http://schemas.microsoft.com/office/powerpoint/2010/main" val="41680196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par>
                                <p:cTn id="8" presetID="53" presetClass="entr" presetSubtype="0" fill="hold" grpId="0" nodeType="withEffect">
                                  <p:stCondLst>
                                    <p:cond delay="250"/>
                                  </p:stCondLst>
                                  <p:childTnLst>
                                    <p:set>
                                      <p:cBhvr>
                                        <p:cTn id="9" dur="1" fill="hold">
                                          <p:stCondLst>
                                            <p:cond delay="0"/>
                                          </p:stCondLst>
                                        </p:cTn>
                                        <p:tgtEl>
                                          <p:spTgt spid="14"/>
                                        </p:tgtEl>
                                        <p:attrNameLst>
                                          <p:attrName>style.visibility</p:attrName>
                                        </p:attrNameLst>
                                      </p:cBhvr>
                                      <p:to>
                                        <p:strVal val="visible"/>
                                      </p:to>
                                    </p:set>
                                    <p:anim calcmode="lin" valueType="num">
                                      <p:cBhvr>
                                        <p:cTn id="10" dur="500" fill="hold"/>
                                        <p:tgtEl>
                                          <p:spTgt spid="14"/>
                                        </p:tgtEl>
                                        <p:attrNameLst>
                                          <p:attrName>ppt_w</p:attrName>
                                        </p:attrNameLst>
                                      </p:cBhvr>
                                      <p:tavLst>
                                        <p:tav tm="0">
                                          <p:val>
                                            <p:fltVal val="0"/>
                                          </p:val>
                                        </p:tav>
                                        <p:tav tm="100000">
                                          <p:val>
                                            <p:strVal val="#ppt_w"/>
                                          </p:val>
                                        </p:tav>
                                      </p:tavLst>
                                    </p:anim>
                                    <p:anim calcmode="lin" valueType="num">
                                      <p:cBhvr>
                                        <p:cTn id="11" dur="500" fill="hold"/>
                                        <p:tgtEl>
                                          <p:spTgt spid="14"/>
                                        </p:tgtEl>
                                        <p:attrNameLst>
                                          <p:attrName>ppt_h</p:attrName>
                                        </p:attrNameLst>
                                      </p:cBhvr>
                                      <p:tavLst>
                                        <p:tav tm="0">
                                          <p:val>
                                            <p:fltVal val="0"/>
                                          </p:val>
                                        </p:tav>
                                        <p:tav tm="100000">
                                          <p:val>
                                            <p:strVal val="#ppt_h"/>
                                          </p:val>
                                        </p:tav>
                                      </p:tavLst>
                                    </p:anim>
                                    <p:animEffect transition="in" filter="fade">
                                      <p:cBhvr>
                                        <p:cTn id="12" dur="500"/>
                                        <p:tgtEl>
                                          <p:spTgt spid="14"/>
                                        </p:tgtEl>
                                      </p:cBhvr>
                                    </p:animEffect>
                                  </p:childTnLst>
                                </p:cTn>
                              </p:par>
                              <p:par>
                                <p:cTn id="13" presetID="53" presetClass="entr" presetSubtype="0" fill="hold" grpId="0" nodeType="withEffect">
                                  <p:stCondLst>
                                    <p:cond delay="250"/>
                                  </p:stCondLst>
                                  <p:childTnLst>
                                    <p:set>
                                      <p:cBhvr>
                                        <p:cTn id="14" dur="1" fill="hold">
                                          <p:stCondLst>
                                            <p:cond delay="0"/>
                                          </p:stCondLst>
                                        </p:cTn>
                                        <p:tgtEl>
                                          <p:spTgt spid="12"/>
                                        </p:tgtEl>
                                        <p:attrNameLst>
                                          <p:attrName>style.visibility</p:attrName>
                                        </p:attrNameLst>
                                      </p:cBhvr>
                                      <p:to>
                                        <p:strVal val="visible"/>
                                      </p:to>
                                    </p:set>
                                    <p:anim calcmode="lin" valueType="num">
                                      <p:cBhvr>
                                        <p:cTn id="15" dur="500" fill="hold"/>
                                        <p:tgtEl>
                                          <p:spTgt spid="12"/>
                                        </p:tgtEl>
                                        <p:attrNameLst>
                                          <p:attrName>ppt_w</p:attrName>
                                        </p:attrNameLst>
                                      </p:cBhvr>
                                      <p:tavLst>
                                        <p:tav tm="0">
                                          <p:val>
                                            <p:fltVal val="0"/>
                                          </p:val>
                                        </p:tav>
                                        <p:tav tm="100000">
                                          <p:val>
                                            <p:strVal val="#ppt_w"/>
                                          </p:val>
                                        </p:tav>
                                      </p:tavLst>
                                    </p:anim>
                                    <p:anim calcmode="lin" valueType="num">
                                      <p:cBhvr>
                                        <p:cTn id="16" dur="500" fill="hold"/>
                                        <p:tgtEl>
                                          <p:spTgt spid="12"/>
                                        </p:tgtEl>
                                        <p:attrNameLst>
                                          <p:attrName>ppt_h</p:attrName>
                                        </p:attrNameLst>
                                      </p:cBhvr>
                                      <p:tavLst>
                                        <p:tav tm="0">
                                          <p:val>
                                            <p:fltVal val="0"/>
                                          </p:val>
                                        </p:tav>
                                        <p:tav tm="100000">
                                          <p:val>
                                            <p:strVal val="#ppt_h"/>
                                          </p:val>
                                        </p:tav>
                                      </p:tavLst>
                                    </p:anim>
                                    <p:animEffect transition="in" filter="fade">
                                      <p:cBhvr>
                                        <p:cTn id="17" dur="500"/>
                                        <p:tgtEl>
                                          <p:spTgt spid="12"/>
                                        </p:tgtEl>
                                      </p:cBhvr>
                                    </p:animEffect>
                                  </p:childTnLst>
                                </p:cTn>
                              </p:par>
                              <p:par>
                                <p:cTn id="18" presetID="53" presetClass="entr" presetSubtype="0" fill="hold" grpId="0" nodeType="withEffect">
                                  <p:stCondLst>
                                    <p:cond delay="250"/>
                                  </p:stCondLst>
                                  <p:childTnLst>
                                    <p:set>
                                      <p:cBhvr>
                                        <p:cTn id="19" dur="1" fill="hold">
                                          <p:stCondLst>
                                            <p:cond delay="0"/>
                                          </p:stCondLst>
                                        </p:cTn>
                                        <p:tgtEl>
                                          <p:spTgt spid="17"/>
                                        </p:tgtEl>
                                        <p:attrNameLst>
                                          <p:attrName>style.visibility</p:attrName>
                                        </p:attrNameLst>
                                      </p:cBhvr>
                                      <p:to>
                                        <p:strVal val="visible"/>
                                      </p:to>
                                    </p:set>
                                    <p:anim calcmode="lin" valueType="num">
                                      <p:cBhvr>
                                        <p:cTn id="20" dur="500" fill="hold"/>
                                        <p:tgtEl>
                                          <p:spTgt spid="17"/>
                                        </p:tgtEl>
                                        <p:attrNameLst>
                                          <p:attrName>ppt_w</p:attrName>
                                        </p:attrNameLst>
                                      </p:cBhvr>
                                      <p:tavLst>
                                        <p:tav tm="0">
                                          <p:val>
                                            <p:fltVal val="0"/>
                                          </p:val>
                                        </p:tav>
                                        <p:tav tm="100000">
                                          <p:val>
                                            <p:strVal val="#ppt_w"/>
                                          </p:val>
                                        </p:tav>
                                      </p:tavLst>
                                    </p:anim>
                                    <p:anim calcmode="lin" valueType="num">
                                      <p:cBhvr>
                                        <p:cTn id="21" dur="500" fill="hold"/>
                                        <p:tgtEl>
                                          <p:spTgt spid="17"/>
                                        </p:tgtEl>
                                        <p:attrNameLst>
                                          <p:attrName>ppt_h</p:attrName>
                                        </p:attrNameLst>
                                      </p:cBhvr>
                                      <p:tavLst>
                                        <p:tav tm="0">
                                          <p:val>
                                            <p:fltVal val="0"/>
                                          </p:val>
                                        </p:tav>
                                        <p:tav tm="100000">
                                          <p:val>
                                            <p:strVal val="#ppt_h"/>
                                          </p:val>
                                        </p:tav>
                                      </p:tavLst>
                                    </p:anim>
                                    <p:animEffect transition="in" filter="fade">
                                      <p:cBhvr>
                                        <p:cTn id="22" dur="500"/>
                                        <p:tgtEl>
                                          <p:spTgt spid="17"/>
                                        </p:tgtEl>
                                      </p:cBhvr>
                                    </p:animEffect>
                                  </p:childTnLst>
                                </p:cTn>
                              </p:par>
                              <p:par>
                                <p:cTn id="23" presetID="53" presetClass="entr" presetSubtype="0" fill="hold" grpId="0" nodeType="withEffect">
                                  <p:stCondLst>
                                    <p:cond delay="250"/>
                                  </p:stCondLst>
                                  <p:childTnLst>
                                    <p:set>
                                      <p:cBhvr>
                                        <p:cTn id="24" dur="1" fill="hold">
                                          <p:stCondLst>
                                            <p:cond delay="0"/>
                                          </p:stCondLst>
                                        </p:cTn>
                                        <p:tgtEl>
                                          <p:spTgt spid="18"/>
                                        </p:tgtEl>
                                        <p:attrNameLst>
                                          <p:attrName>style.visibility</p:attrName>
                                        </p:attrNameLst>
                                      </p:cBhvr>
                                      <p:to>
                                        <p:strVal val="visible"/>
                                      </p:to>
                                    </p:set>
                                    <p:anim calcmode="lin" valueType="num">
                                      <p:cBhvr>
                                        <p:cTn id="25" dur="500" fill="hold"/>
                                        <p:tgtEl>
                                          <p:spTgt spid="18"/>
                                        </p:tgtEl>
                                        <p:attrNameLst>
                                          <p:attrName>ppt_w</p:attrName>
                                        </p:attrNameLst>
                                      </p:cBhvr>
                                      <p:tavLst>
                                        <p:tav tm="0">
                                          <p:val>
                                            <p:fltVal val="0"/>
                                          </p:val>
                                        </p:tav>
                                        <p:tav tm="100000">
                                          <p:val>
                                            <p:strVal val="#ppt_w"/>
                                          </p:val>
                                        </p:tav>
                                      </p:tavLst>
                                    </p:anim>
                                    <p:anim calcmode="lin" valueType="num">
                                      <p:cBhvr>
                                        <p:cTn id="26" dur="500" fill="hold"/>
                                        <p:tgtEl>
                                          <p:spTgt spid="18"/>
                                        </p:tgtEl>
                                        <p:attrNameLst>
                                          <p:attrName>ppt_h</p:attrName>
                                        </p:attrNameLst>
                                      </p:cBhvr>
                                      <p:tavLst>
                                        <p:tav tm="0">
                                          <p:val>
                                            <p:fltVal val="0"/>
                                          </p:val>
                                        </p:tav>
                                        <p:tav tm="100000">
                                          <p:val>
                                            <p:strVal val="#ppt_h"/>
                                          </p:val>
                                        </p:tav>
                                      </p:tavLst>
                                    </p:anim>
                                    <p:animEffect transition="in" filter="fade">
                                      <p:cBhvr>
                                        <p:cTn id="27" dur="500"/>
                                        <p:tgtEl>
                                          <p:spTgt spid="18"/>
                                        </p:tgtEl>
                                      </p:cBhvr>
                                    </p:animEffect>
                                  </p:childTnLst>
                                </p:cTn>
                              </p:par>
                            </p:childTnLst>
                          </p:cTn>
                        </p:par>
                        <p:par>
                          <p:cTn id="28" fill="hold" nodeType="afterGroup">
                            <p:stCondLst>
                              <p:cond delay="3500"/>
                            </p:stCondLst>
                            <p:childTnLst>
                              <p:par>
                                <p:cTn id="29" presetID="42" presetClass="entr" presetSubtype="0" fill="hold" grpId="0"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1000"/>
                                        <p:tgtEl>
                                          <p:spTgt spid="16"/>
                                        </p:tgtEl>
                                      </p:cBhvr>
                                    </p:animEffect>
                                    <p:anim calcmode="lin" valueType="num">
                                      <p:cBhvr>
                                        <p:cTn id="32" dur="1000" fill="hold"/>
                                        <p:tgtEl>
                                          <p:spTgt spid="16"/>
                                        </p:tgtEl>
                                        <p:attrNameLst>
                                          <p:attrName>ppt_x</p:attrName>
                                        </p:attrNameLst>
                                      </p:cBhvr>
                                      <p:tavLst>
                                        <p:tav tm="0">
                                          <p:val>
                                            <p:strVal val="#ppt_x"/>
                                          </p:val>
                                        </p:tav>
                                        <p:tav tm="100000">
                                          <p:val>
                                            <p:strVal val="#ppt_x"/>
                                          </p:val>
                                        </p:tav>
                                      </p:tavLst>
                                    </p:anim>
                                    <p:anim calcmode="lin" valueType="num">
                                      <p:cBhvr>
                                        <p:cTn id="33" dur="1000" fill="hold"/>
                                        <p:tgtEl>
                                          <p:spTgt spid="16"/>
                                        </p:tgtEl>
                                        <p:attrNameLst>
                                          <p:attrName>ppt_y</p:attrName>
                                        </p:attrNameLst>
                                      </p:cBhvr>
                                      <p:tavLst>
                                        <p:tav tm="0">
                                          <p:val>
                                            <p:strVal val="#ppt_y+.1"/>
                                          </p:val>
                                        </p:tav>
                                        <p:tav tm="100000">
                                          <p:val>
                                            <p:strVal val="#ppt_y"/>
                                          </p:val>
                                        </p:tav>
                                      </p:tavLst>
                                    </p:anim>
                                  </p:childTnLst>
                                </p:cTn>
                              </p:par>
                            </p:childTnLst>
                          </p:cTn>
                        </p:par>
                        <p:par>
                          <p:cTn id="34" fill="hold" nodeType="afterGroup">
                            <p:stCondLst>
                              <p:cond delay="4500"/>
                            </p:stCondLst>
                            <p:childTnLst>
                              <p:par>
                                <p:cTn id="35" presetID="22" presetClass="entr" presetSubtype="1"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up)">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p:bldP spid="16" grpId="0" animBg="1"/>
      <p:bldP spid="17"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1E9187A-D272-4B5E-9FDD-1760C405B52A}"/>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sp>
        <p:nvSpPr>
          <p:cNvPr id="6" name="矩形 4">
            <a:extLst>
              <a:ext uri="{FF2B5EF4-FFF2-40B4-BE49-F238E27FC236}">
                <a16:creationId xmlns:a16="http://schemas.microsoft.com/office/drawing/2014/main" id="{B353FA6C-95AA-4197-82F1-4B601B967EB2}"/>
              </a:ext>
            </a:extLst>
          </p:cNvPr>
          <p:cNvSpPr>
            <a:spLocks noChangeArrowheads="1"/>
          </p:cNvSpPr>
          <p:nvPr/>
        </p:nvSpPr>
        <p:spPr bwMode="auto">
          <a:xfrm>
            <a:off x="6656704" y="2401026"/>
            <a:ext cx="4459605" cy="3731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ts val="200"/>
              </a:spcBef>
              <a:spcAft>
                <a:spcPts val="65"/>
              </a:spcAft>
              <a:buFont typeface="Wingdings" panose="05000000000000000000" pitchFamily="2" charset="2"/>
              <a:buChar char="n"/>
            </a:pPr>
            <a:r>
              <a:rPr lang="zh-CN" altLang="en-US" sz="1300">
                <a:solidFill>
                  <a:schemeClr val="tx1">
                    <a:lumMod val="50000"/>
                    <a:lumOff val="50000"/>
                  </a:schemeClr>
                </a:solidFill>
                <a:latin typeface="微软雅黑"/>
                <a:ea typeface="微软雅黑"/>
                <a:cs typeface="+mn-ea"/>
                <a:sym typeface="微软雅黑"/>
              </a:rPr>
              <a:t>摇镜头分为好几类，可以左右摇，也可以上下摇</a:t>
            </a:r>
            <a:r>
              <a:rPr lang="en-US" altLang="zh-CN" sz="1300">
                <a:solidFill>
                  <a:schemeClr val="tx1">
                    <a:lumMod val="50000"/>
                    <a:lumOff val="50000"/>
                  </a:schemeClr>
                </a:solidFill>
                <a:latin typeface="微软雅黑"/>
                <a:ea typeface="微软雅黑"/>
                <a:cs typeface="+mn-ea"/>
                <a:sym typeface="微软雅黑"/>
              </a:rPr>
              <a:t>,</a:t>
            </a:r>
            <a:r>
              <a:rPr lang="zh-CN" altLang="en-US" sz="1300">
                <a:solidFill>
                  <a:schemeClr val="tx1">
                    <a:lumMod val="50000"/>
                    <a:lumOff val="50000"/>
                  </a:schemeClr>
                </a:solidFill>
                <a:latin typeface="微软雅黑"/>
                <a:ea typeface="微软雅黑"/>
                <a:cs typeface="+mn-ea"/>
                <a:sym typeface="微软雅黑"/>
              </a:rPr>
              <a:t>还可以斜摇或者与移镜头混合在一起。 摇镜头的作用使得观众对所要表现的场景进行逐一的展示，缓慢的摇镜头技巧</a:t>
            </a:r>
            <a:r>
              <a:rPr lang="en-US" altLang="zh-CN" sz="1300">
                <a:solidFill>
                  <a:schemeClr val="tx1">
                    <a:lumMod val="50000"/>
                    <a:lumOff val="50000"/>
                  </a:schemeClr>
                </a:solidFill>
                <a:latin typeface="微软雅黑"/>
                <a:ea typeface="微软雅黑"/>
                <a:cs typeface="+mn-ea"/>
                <a:sym typeface="微软雅黑"/>
              </a:rPr>
              <a:t>,</a:t>
            </a:r>
            <a:r>
              <a:rPr lang="zh-CN" altLang="en-US" sz="1300">
                <a:solidFill>
                  <a:schemeClr val="tx1">
                    <a:lumMod val="50000"/>
                    <a:lumOff val="50000"/>
                  </a:schemeClr>
                </a:solidFill>
                <a:latin typeface="微软雅黑"/>
                <a:ea typeface="微软雅黑"/>
                <a:cs typeface="+mn-ea"/>
                <a:sym typeface="微软雅黑"/>
              </a:rPr>
              <a:t>也能造成拉长时间和空间的效果，给人表示一种印象的感觉。摇镜头把内容表现得有头有尾，一气呵成，因而要求开头和结尾的镜头画面目的很明确，从一定被拍摄目标摇起，结束到一定的被拍摄目标上，并且两个镜头之间的一系列过程也应该是被表现的内容</a:t>
            </a:r>
            <a:r>
              <a:rPr lang="en-US" altLang="zh-CN" sz="1300">
                <a:solidFill>
                  <a:schemeClr val="tx1">
                    <a:lumMod val="50000"/>
                    <a:lumOff val="50000"/>
                  </a:schemeClr>
                </a:solidFill>
                <a:latin typeface="微软雅黑"/>
                <a:ea typeface="微软雅黑"/>
                <a:cs typeface="+mn-ea"/>
                <a:sym typeface="微软雅黑"/>
              </a:rPr>
              <a:t>,</a:t>
            </a:r>
            <a:r>
              <a:rPr lang="zh-CN" altLang="en-US" sz="1300">
                <a:solidFill>
                  <a:schemeClr val="tx1">
                    <a:lumMod val="50000"/>
                    <a:lumOff val="50000"/>
                  </a:schemeClr>
                </a:solidFill>
                <a:latin typeface="微软雅黑"/>
                <a:ea typeface="微软雅黑"/>
                <a:cs typeface="+mn-ea"/>
                <a:sym typeface="微软雅黑"/>
              </a:rPr>
              <a:t>用胀焦距镜头远离对拍摄进行遥拍，也可以造成横移或者升降的效果。</a:t>
            </a:r>
          </a:p>
          <a:p>
            <a:pPr>
              <a:lnSpc>
                <a:spcPct val="150000"/>
              </a:lnSpc>
              <a:spcBef>
                <a:spcPts val="200"/>
              </a:spcBef>
              <a:spcAft>
                <a:spcPts val="65"/>
              </a:spcAft>
              <a:buFont typeface="Wingdings" panose="05000000000000000000" pitchFamily="2" charset="2"/>
              <a:buChar char="n"/>
            </a:pPr>
            <a:r>
              <a:rPr lang="zh-CN" altLang="en-US" sz="1300">
                <a:solidFill>
                  <a:schemeClr val="tx1">
                    <a:lumMod val="50000"/>
                    <a:lumOff val="50000"/>
                  </a:schemeClr>
                </a:solidFill>
                <a:latin typeface="微软雅黑"/>
                <a:ea typeface="微软雅黑"/>
                <a:cs typeface="+mn-ea"/>
                <a:sym typeface="微软雅黑"/>
              </a:rPr>
              <a:t>摇镜头的运动速度一定要均匀， 起幅先停滞片刻，然后逐渐加速，匀速</a:t>
            </a:r>
            <a:r>
              <a:rPr lang="en-US" altLang="zh-CN" sz="1300">
                <a:solidFill>
                  <a:schemeClr val="tx1">
                    <a:lumMod val="50000"/>
                    <a:lumOff val="50000"/>
                  </a:schemeClr>
                </a:solidFill>
                <a:latin typeface="微软雅黑"/>
                <a:ea typeface="微软雅黑"/>
                <a:cs typeface="+mn-ea"/>
                <a:sym typeface="微软雅黑"/>
              </a:rPr>
              <a:t>,</a:t>
            </a:r>
            <a:r>
              <a:rPr lang="zh-CN" altLang="en-US" sz="1300">
                <a:solidFill>
                  <a:schemeClr val="tx1">
                    <a:lumMod val="50000"/>
                    <a:lumOff val="50000"/>
                  </a:schemeClr>
                </a:solidFill>
                <a:latin typeface="微软雅黑"/>
                <a:ea typeface="微软雅黑"/>
                <a:cs typeface="+mn-ea"/>
                <a:sym typeface="微软雅黑"/>
              </a:rPr>
              <a:t>减速</a:t>
            </a:r>
            <a:r>
              <a:rPr lang="en-US" altLang="zh-CN" sz="1300">
                <a:solidFill>
                  <a:schemeClr val="tx1">
                    <a:lumMod val="50000"/>
                    <a:lumOff val="50000"/>
                  </a:schemeClr>
                </a:solidFill>
                <a:latin typeface="微软雅黑"/>
                <a:ea typeface="微软雅黑"/>
                <a:cs typeface="+mn-ea"/>
                <a:sym typeface="微软雅黑"/>
              </a:rPr>
              <a:t>,</a:t>
            </a:r>
            <a:r>
              <a:rPr lang="zh-CN" altLang="en-US" sz="1300">
                <a:solidFill>
                  <a:schemeClr val="tx1">
                    <a:lumMod val="50000"/>
                    <a:lumOff val="50000"/>
                  </a:schemeClr>
                </a:solidFill>
                <a:latin typeface="微软雅黑"/>
                <a:ea typeface="微软雅黑"/>
                <a:cs typeface="+mn-ea"/>
                <a:sym typeface="微软雅黑"/>
              </a:rPr>
              <a:t>再停滞</a:t>
            </a:r>
            <a:r>
              <a:rPr lang="en-US" altLang="zh-CN" sz="1300">
                <a:solidFill>
                  <a:schemeClr val="tx1">
                    <a:lumMod val="50000"/>
                    <a:lumOff val="50000"/>
                  </a:schemeClr>
                </a:solidFill>
                <a:latin typeface="微软雅黑"/>
                <a:ea typeface="微软雅黑"/>
                <a:cs typeface="+mn-ea"/>
                <a:sym typeface="微软雅黑"/>
              </a:rPr>
              <a:t>,</a:t>
            </a:r>
            <a:r>
              <a:rPr lang="zh-CN" altLang="en-US" sz="1300">
                <a:solidFill>
                  <a:schemeClr val="tx1">
                    <a:lumMod val="50000"/>
                    <a:lumOff val="50000"/>
                  </a:schemeClr>
                </a:solidFill>
                <a:latin typeface="微软雅黑"/>
                <a:ea typeface="微软雅黑"/>
                <a:cs typeface="+mn-ea"/>
                <a:sym typeface="微软雅黑"/>
              </a:rPr>
              <a:t>落幅要缓慢。</a:t>
            </a:r>
          </a:p>
        </p:txBody>
      </p:sp>
      <p:pic>
        <p:nvPicPr>
          <p:cNvPr id="8" name="图片 7">
            <a:extLst>
              <a:ext uri="{FF2B5EF4-FFF2-40B4-BE49-F238E27FC236}">
                <a16:creationId xmlns:a16="http://schemas.microsoft.com/office/drawing/2014/main" id="{8C4556B1-AE73-401B-A062-F5269A0EE76E}"/>
              </a:ext>
            </a:extLst>
          </p:cNvPr>
          <p:cNvPicPr>
            <a:picLocks noChangeAspect="1"/>
          </p:cNvPicPr>
          <p:nvPr/>
        </p:nvPicPr>
        <p:blipFill>
          <a:blip r:embed="R749e8f3244f64b08">
            <a:extLst>
              <a:ext uri="{28A0092B-C50C-407E-A947-70E740481C1C}">
                <a14:useLocalDpi xmlns:a14="http://schemas.microsoft.com/office/drawing/2010/main" val="0"/>
              </a:ext>
            </a:extLst>
          </a:blip>
          <a:stretch>
            <a:fillRect/>
          </a:stretch>
        </p:blipFill>
        <p:spPr>
          <a:xfrm>
            <a:off x="1379539" y="2653750"/>
            <a:ext cx="4699000" cy="3137365"/>
          </a:xfrm>
          <a:prstGeom prst="rect">
            <a:avLst/>
          </a:prstGeom>
        </p:spPr>
      </p:pic>
      <p:grpSp>
        <p:nvGrpSpPr>
          <p:cNvPr id="9" name="组 66">
            <a:extLst>
              <a:ext uri="{FF2B5EF4-FFF2-40B4-BE49-F238E27FC236}">
                <a16:creationId xmlns:a16="http://schemas.microsoft.com/office/drawing/2014/main" id="{AFF0D0D1-240B-4C73-894E-CEDE376F1658}"/>
              </a:ext>
            </a:extLst>
          </p:cNvPr>
          <p:cNvGrpSpPr/>
          <p:nvPr/>
        </p:nvGrpSpPr>
        <p:grpSpPr>
          <a:xfrm>
            <a:off x="1362736" y="1830613"/>
            <a:ext cx="4733264" cy="124636"/>
            <a:chOff x="1362736" y="1799771"/>
            <a:chExt cx="4733264" cy="124636"/>
          </a:xfrm>
        </p:grpSpPr>
        <p:sp>
          <p:nvSpPr>
            <p:cNvPr id="10" name="矩形 9">
              <a:extLst>
                <a:ext uri="{FF2B5EF4-FFF2-40B4-BE49-F238E27FC236}">
                  <a16:creationId xmlns:a16="http://schemas.microsoft.com/office/drawing/2014/main" id="{01C8B06B-909D-4574-91AA-85527A66CEDC}"/>
                </a:ext>
              </a:extLst>
            </p:cNvPr>
            <p:cNvSpPr/>
            <p:nvPr/>
          </p:nvSpPr>
          <p:spPr>
            <a:xfrm>
              <a:off x="1379538" y="1799771"/>
              <a:ext cx="826633" cy="12463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a:ea typeface="微软雅黑"/>
                <a:sym typeface="微软雅黑"/>
              </a:endParaRPr>
            </a:p>
          </p:txBody>
        </p:sp>
        <p:cxnSp>
          <p:nvCxnSpPr>
            <p:cNvPr id="11" name="直线连接符 63">
              <a:extLst>
                <a:ext uri="{FF2B5EF4-FFF2-40B4-BE49-F238E27FC236}">
                  <a16:creationId xmlns:a16="http://schemas.microsoft.com/office/drawing/2014/main" id="{06C281A9-B68D-41DA-A085-3F65EBEB8C5A}"/>
                </a:ext>
              </a:extLst>
            </p:cNvPr>
            <p:cNvCxnSpPr/>
            <p:nvPr/>
          </p:nvCxnSpPr>
          <p:spPr>
            <a:xfrm>
              <a:off x="1362736" y="1909893"/>
              <a:ext cx="473326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899580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nodeType="afterGroup">
                            <p:stCondLst>
                              <p:cond delay="500"/>
                            </p:stCondLst>
                            <p:childTnLst>
                              <p:par>
                                <p:cTn id="9" presetID="2" presetClass="entr" presetSubtype="12" decel="5000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1000" fill="hold"/>
                                        <p:tgtEl>
                                          <p:spTgt spid="8"/>
                                        </p:tgtEl>
                                        <p:attrNameLst>
                                          <p:attrName>ppt_x</p:attrName>
                                        </p:attrNameLst>
                                      </p:cBhvr>
                                      <p:tavLst>
                                        <p:tav tm="0">
                                          <p:val>
                                            <p:strVal val="0-#ppt_w/2"/>
                                          </p:val>
                                        </p:tav>
                                        <p:tav tm="100000">
                                          <p:val>
                                            <p:strVal val="#ppt_x"/>
                                          </p:val>
                                        </p:tav>
                                      </p:tavLst>
                                    </p:anim>
                                    <p:anim calcmode="lin" valueType="num">
                                      <p:cBhvr additive="base">
                                        <p:cTn id="12" dur="1000" fill="hold"/>
                                        <p:tgtEl>
                                          <p:spTgt spid="8"/>
                                        </p:tgtEl>
                                        <p:attrNameLst>
                                          <p:attrName>ppt_y</p:attrName>
                                        </p:attrNameLst>
                                      </p:cBhvr>
                                      <p:tavLst>
                                        <p:tav tm="0">
                                          <p:val>
                                            <p:strVal val="1+#ppt_h/2"/>
                                          </p:val>
                                        </p:tav>
                                        <p:tav tm="100000">
                                          <p:val>
                                            <p:strVal val="#ppt_y"/>
                                          </p:val>
                                        </p:tav>
                                      </p:tavLst>
                                    </p:anim>
                                  </p:childTnLst>
                                </p:cTn>
                              </p:par>
                            </p:childTnLst>
                          </p:cTn>
                        </p:par>
                        <p:par>
                          <p:cTn id="13" fill="hold" nodeType="afterGroup">
                            <p:stCondLst>
                              <p:cond delay="1500"/>
                            </p:stCondLst>
                            <p:childTnLst>
                              <p:par>
                                <p:cTn id="14" presetID="42"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anim calcmode="lin" valueType="num">
                                      <p:cBhvr>
                                        <p:cTn id="17" dur="1000" fill="hold"/>
                                        <p:tgtEl>
                                          <p:spTgt spid="6"/>
                                        </p:tgtEl>
                                        <p:attrNameLst>
                                          <p:attrName>ppt_x</p:attrName>
                                        </p:attrNameLst>
                                      </p:cBhvr>
                                      <p:tavLst>
                                        <p:tav tm="0">
                                          <p:val>
                                            <p:strVal val="#ppt_x"/>
                                          </p:val>
                                        </p:tav>
                                        <p:tav tm="100000">
                                          <p:val>
                                            <p:strVal val="#ppt_x"/>
                                          </p:val>
                                        </p:tav>
                                      </p:tavLst>
                                    </p:anim>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684DC74-5E4B-4021-823F-B81113F5DD07}"/>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sp>
        <p:nvSpPr>
          <p:cNvPr id="8" name="椭圆 7">
            <a:extLst>
              <a:ext uri="{FF2B5EF4-FFF2-40B4-BE49-F238E27FC236}">
                <a16:creationId xmlns:a16="http://schemas.microsoft.com/office/drawing/2014/main" id="{64ACBE28-5D2D-42C7-9657-0A494964F2BD}"/>
              </a:ext>
            </a:extLst>
          </p:cNvPr>
          <p:cNvSpPr/>
          <p:nvPr/>
        </p:nvSpPr>
        <p:spPr>
          <a:xfrm>
            <a:off x="1879941" y="1597896"/>
            <a:ext cx="777240" cy="777240"/>
          </a:xfrm>
          <a:prstGeom prst="ellipse">
            <a:avLst/>
          </a:prstGeom>
          <a:ln>
            <a:noFill/>
          </a:ln>
          <a:effectLst>
            <a:outerShdw blurRad="127000" dist="38100" dir="2700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9" name="iconfont-11899-5651349">
            <a:extLst>
              <a:ext uri="{FF2B5EF4-FFF2-40B4-BE49-F238E27FC236}">
                <a16:creationId xmlns:a16="http://schemas.microsoft.com/office/drawing/2014/main" id="{85BE409C-274D-4A97-8D25-C097FBAE8293}"/>
              </a:ext>
            </a:extLst>
          </p:cNvPr>
          <p:cNvSpPr/>
          <p:nvPr/>
        </p:nvSpPr>
        <p:spPr>
          <a:xfrm>
            <a:off x="2082847" y="1826526"/>
            <a:ext cx="371428" cy="319982"/>
          </a:xfrm>
          <a:custGeom>
            <a:avLst/>
            <a:gdLst>
              <a:gd name="T0" fmla="*/ 5753 w 10935"/>
              <a:gd name="T1" fmla="*/ 1128 h 9419"/>
              <a:gd name="T2" fmla="*/ 5467 w 10935"/>
              <a:gd name="T3" fmla="*/ 1415 h 9419"/>
              <a:gd name="T4" fmla="*/ 5180 w 10935"/>
              <a:gd name="T5" fmla="*/ 1127 h 9419"/>
              <a:gd name="T6" fmla="*/ 1132 w 10935"/>
              <a:gd name="T7" fmla="*/ 1117 h 9419"/>
              <a:gd name="T8" fmla="*/ 1122 w 10935"/>
              <a:gd name="T9" fmla="*/ 1127 h 9419"/>
              <a:gd name="T10" fmla="*/ 1122 w 10935"/>
              <a:gd name="T11" fmla="*/ 5202 h 9419"/>
              <a:gd name="T12" fmla="*/ 5004 w 10935"/>
              <a:gd name="T13" fmla="*/ 9160 h 9419"/>
              <a:gd name="T14" fmla="*/ 5922 w 10935"/>
              <a:gd name="T15" fmla="*/ 9169 h 9419"/>
              <a:gd name="T16" fmla="*/ 5930 w 10935"/>
              <a:gd name="T17" fmla="*/ 9160 h 9419"/>
              <a:gd name="T18" fmla="*/ 9814 w 10935"/>
              <a:gd name="T19" fmla="*/ 5201 h 9419"/>
              <a:gd name="T20" fmla="*/ 9814 w 10935"/>
              <a:gd name="T21" fmla="*/ 1126 h 9419"/>
              <a:gd name="T22" fmla="*/ 5765 w 10935"/>
              <a:gd name="T23" fmla="*/ 1115 h 9419"/>
              <a:gd name="T24" fmla="*/ 5753 w 10935"/>
              <a:gd name="T25" fmla="*/ 1128 h 9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35" h="9419">
                <a:moveTo>
                  <a:pt x="5753" y="1128"/>
                </a:moveTo>
                <a:lnTo>
                  <a:pt x="5467" y="1415"/>
                </a:lnTo>
                <a:lnTo>
                  <a:pt x="5180" y="1127"/>
                </a:lnTo>
                <a:cubicBezTo>
                  <a:pt x="4065" y="5"/>
                  <a:pt x="2252" y="0"/>
                  <a:pt x="1132" y="1117"/>
                </a:cubicBezTo>
                <a:lnTo>
                  <a:pt x="1122" y="1127"/>
                </a:lnTo>
                <a:cubicBezTo>
                  <a:pt x="0" y="2253"/>
                  <a:pt x="0" y="4074"/>
                  <a:pt x="1122" y="5202"/>
                </a:cubicBezTo>
                <a:lnTo>
                  <a:pt x="5004" y="9160"/>
                </a:lnTo>
                <a:cubicBezTo>
                  <a:pt x="5255" y="9415"/>
                  <a:pt x="5665" y="9419"/>
                  <a:pt x="5922" y="9169"/>
                </a:cubicBezTo>
                <a:lnTo>
                  <a:pt x="5930" y="9160"/>
                </a:lnTo>
                <a:lnTo>
                  <a:pt x="9814" y="5201"/>
                </a:lnTo>
                <a:cubicBezTo>
                  <a:pt x="10935" y="4075"/>
                  <a:pt x="10935" y="2254"/>
                  <a:pt x="9814" y="1126"/>
                </a:cubicBezTo>
                <a:cubicBezTo>
                  <a:pt x="8699" y="5"/>
                  <a:pt x="6885" y="0"/>
                  <a:pt x="5765" y="1115"/>
                </a:cubicBezTo>
                <a:lnTo>
                  <a:pt x="5753" y="112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a:ea typeface="微软雅黑"/>
              <a:sym typeface="微软雅黑"/>
            </a:endParaRPr>
          </a:p>
        </p:txBody>
      </p:sp>
      <p:sp>
        <p:nvSpPr>
          <p:cNvPr id="10" name="文本框 9">
            <a:extLst>
              <a:ext uri="{FF2B5EF4-FFF2-40B4-BE49-F238E27FC236}">
                <a16:creationId xmlns:a16="http://schemas.microsoft.com/office/drawing/2014/main" id="{0404BBDA-6B2D-42C6-B1DA-338CF144807D}"/>
              </a:ext>
            </a:extLst>
          </p:cNvPr>
          <p:cNvSpPr txBox="1"/>
          <p:nvPr/>
        </p:nvSpPr>
        <p:spPr>
          <a:xfrm>
            <a:off x="1605186" y="2563727"/>
            <a:ext cx="1326751" cy="369332"/>
          </a:xfrm>
          <a:prstGeom prst="rect">
            <a:avLst/>
          </a:prstGeom>
          <a:noFill/>
        </p:spPr>
        <p:txBody>
          <a:bodyPr wrap="square" rtlCol="0">
            <a:spAutoFit/>
          </a:bodyPr>
          <a:lstStyle/>
          <a:p>
            <a:pPr algn="ctr"/>
            <a:r>
              <a:rPr lang="en-US" altLang="zh-CN">
                <a:solidFill>
                  <a:schemeClr val="dk1">
                    <a:lumMod val="100000"/>
                  </a:schemeClr>
                </a:solidFill>
                <a:latin typeface="微软雅黑"/>
                <a:ea typeface="微软雅黑"/>
                <a:cs typeface="OPPOSans H" panose="00020600040101010101" pitchFamily="18" charset="-122"/>
                <a:sym typeface="微软雅黑"/>
              </a:rPr>
              <a:t>1</a:t>
            </a:r>
            <a:endParaRPr lang="zh-CN" altLang="en-US">
              <a:solidFill>
                <a:schemeClr val="dk1">
                  <a:lumMod val="100000"/>
                </a:schemeClr>
              </a:solidFill>
              <a:latin typeface="微软雅黑"/>
              <a:ea typeface="微软雅黑"/>
              <a:cs typeface="OPPOSans H" panose="00020600040101010101" pitchFamily="18" charset="-122"/>
              <a:sym typeface="微软雅黑"/>
            </a:endParaRPr>
          </a:p>
        </p:txBody>
      </p:sp>
      <p:sp>
        <p:nvSpPr>
          <p:cNvPr id="11" name="文本框 10">
            <a:extLst>
              <a:ext uri="{FF2B5EF4-FFF2-40B4-BE49-F238E27FC236}">
                <a16:creationId xmlns:a16="http://schemas.microsoft.com/office/drawing/2014/main" id="{9304CA11-B1BD-4FF4-8E32-C5BA9001DBBB}"/>
              </a:ext>
            </a:extLst>
          </p:cNvPr>
          <p:cNvSpPr txBox="1"/>
          <p:nvPr/>
        </p:nvSpPr>
        <p:spPr>
          <a:xfrm>
            <a:off x="1154502" y="2928599"/>
            <a:ext cx="2228119" cy="757130"/>
          </a:xfrm>
          <a:prstGeom prst="rect">
            <a:avLst/>
          </a:prstGeom>
          <a:noFill/>
        </p:spPr>
        <p:txBody>
          <a:bodyPr wrap="square" rtlCol="0">
            <a:spAutoFit/>
          </a:bodyPr>
          <a:lstStyle/>
          <a:p>
            <a:pPr algn="ctr">
              <a:lnSpc>
                <a:spcPct val="120000"/>
              </a:lnSpc>
            </a:pPr>
            <a:r>
              <a:rPr lang="zh-CN" altLang="en-US" sz="1200">
                <a:solidFill>
                  <a:schemeClr val="bg1">
                    <a:lumMod val="50000"/>
                  </a:schemeClr>
                </a:solidFill>
                <a:latin typeface="微软雅黑"/>
                <a:ea typeface="微软雅黑"/>
                <a:sym typeface="微软雅黑"/>
              </a:rPr>
              <a:t>通过左右上下周边的摇动，来描述空间、介绍环境、展现全貌。</a:t>
            </a:r>
          </a:p>
        </p:txBody>
      </p:sp>
      <p:sp>
        <p:nvSpPr>
          <p:cNvPr id="13" name="椭圆 12">
            <a:extLst>
              <a:ext uri="{FF2B5EF4-FFF2-40B4-BE49-F238E27FC236}">
                <a16:creationId xmlns:a16="http://schemas.microsoft.com/office/drawing/2014/main" id="{59F75029-F7D9-4353-8042-6488EA3243CA}"/>
              </a:ext>
            </a:extLst>
          </p:cNvPr>
          <p:cNvSpPr/>
          <p:nvPr/>
        </p:nvSpPr>
        <p:spPr>
          <a:xfrm>
            <a:off x="4464505" y="1597896"/>
            <a:ext cx="777240" cy="777240"/>
          </a:xfrm>
          <a:prstGeom prst="ellipse">
            <a:avLst/>
          </a:prstGeom>
          <a:solidFill>
            <a:schemeClr val="accent2"/>
          </a:solidFill>
          <a:ln>
            <a:noFill/>
          </a:ln>
          <a:effectLst>
            <a:outerShdw blurRad="127000" dist="38100" dir="2700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4" name="文本框 13">
            <a:extLst>
              <a:ext uri="{FF2B5EF4-FFF2-40B4-BE49-F238E27FC236}">
                <a16:creationId xmlns:a16="http://schemas.microsoft.com/office/drawing/2014/main" id="{550E1812-27F2-4C41-A2C7-B42C1BC663D4}"/>
              </a:ext>
            </a:extLst>
          </p:cNvPr>
          <p:cNvSpPr txBox="1"/>
          <p:nvPr/>
        </p:nvSpPr>
        <p:spPr>
          <a:xfrm>
            <a:off x="4189750" y="2563727"/>
            <a:ext cx="1326751" cy="369332"/>
          </a:xfrm>
          <a:prstGeom prst="rect">
            <a:avLst/>
          </a:prstGeom>
          <a:noFill/>
        </p:spPr>
        <p:txBody>
          <a:bodyPr wrap="square" rtlCol="0">
            <a:spAutoFit/>
          </a:bodyPr>
          <a:lstStyle/>
          <a:p>
            <a:pPr algn="ctr"/>
            <a:r>
              <a:rPr lang="en-US" altLang="zh-CN">
                <a:solidFill>
                  <a:schemeClr val="dk1">
                    <a:lumMod val="100000"/>
                  </a:schemeClr>
                </a:solidFill>
                <a:latin typeface="微软雅黑"/>
                <a:ea typeface="微软雅黑"/>
                <a:cs typeface="OPPOSans H" panose="00020600040101010101" pitchFamily="18" charset="-122"/>
                <a:sym typeface="微软雅黑"/>
              </a:rPr>
              <a:t>2</a:t>
            </a:r>
            <a:endParaRPr lang="zh-CN" altLang="en-US">
              <a:solidFill>
                <a:schemeClr val="dk1">
                  <a:lumMod val="100000"/>
                </a:schemeClr>
              </a:solidFill>
              <a:latin typeface="微软雅黑"/>
              <a:ea typeface="微软雅黑"/>
              <a:cs typeface="OPPOSans H" panose="00020600040101010101" pitchFamily="18" charset="-122"/>
              <a:sym typeface="微软雅黑"/>
            </a:endParaRPr>
          </a:p>
        </p:txBody>
      </p:sp>
      <p:sp>
        <p:nvSpPr>
          <p:cNvPr id="15" name="文本框 14">
            <a:extLst>
              <a:ext uri="{FF2B5EF4-FFF2-40B4-BE49-F238E27FC236}">
                <a16:creationId xmlns:a16="http://schemas.microsoft.com/office/drawing/2014/main" id="{267F4F2B-2DFD-47FA-8249-E35248138046}"/>
              </a:ext>
            </a:extLst>
          </p:cNvPr>
          <p:cNvSpPr txBox="1"/>
          <p:nvPr/>
        </p:nvSpPr>
        <p:spPr>
          <a:xfrm>
            <a:off x="3739066" y="2928600"/>
            <a:ext cx="2228119" cy="535531"/>
          </a:xfrm>
          <a:prstGeom prst="rect">
            <a:avLst/>
          </a:prstGeom>
          <a:noFill/>
        </p:spPr>
        <p:txBody>
          <a:bodyPr wrap="square" rtlCol="0">
            <a:spAutoFit/>
          </a:bodyPr>
          <a:lstStyle>
            <a:defPPr>
              <a:defRPr lang="zh-CN"/>
            </a:defPPr>
            <a:lvl1pPr algn="ctr">
              <a:lnSpc>
                <a:spcPct val="120000"/>
              </a:lnSpc>
              <a:defRPr sz="1400">
                <a:solidFill>
                  <a:schemeClr val="bg1">
                    <a:lumMod val="50000"/>
                  </a:schemeClr>
                </a:solidFill>
              </a:defRPr>
            </a:lvl1pPr>
          </a:lstStyle>
          <a:p>
            <a:r>
              <a:rPr lang="zh-CN" altLang="en-US" sz="1200">
                <a:latin typeface="微软雅黑"/>
                <a:ea typeface="微软雅黑"/>
                <a:sym typeface="微软雅黑"/>
              </a:rPr>
              <a:t>有利于通过X景别画面包容更多的视觉信息。</a:t>
            </a:r>
          </a:p>
        </p:txBody>
      </p:sp>
      <p:sp>
        <p:nvSpPr>
          <p:cNvPr id="16" name="dollar-currency-symbol_74742">
            <a:extLst>
              <a:ext uri="{FF2B5EF4-FFF2-40B4-BE49-F238E27FC236}">
                <a16:creationId xmlns:a16="http://schemas.microsoft.com/office/drawing/2014/main" id="{501218E0-EA2D-41E0-8180-5E36B0737F44}"/>
              </a:ext>
            </a:extLst>
          </p:cNvPr>
          <p:cNvSpPr/>
          <p:nvPr/>
        </p:nvSpPr>
        <p:spPr>
          <a:xfrm>
            <a:off x="4743539" y="1786488"/>
            <a:ext cx="219172" cy="400056"/>
          </a:xfrm>
          <a:custGeom>
            <a:avLst/>
            <a:gdLst>
              <a:gd name="T0" fmla="*/ 2470 w 2473"/>
              <a:gd name="T1" fmla="*/ 3098 h 4520"/>
              <a:gd name="T2" fmla="*/ 2049 w 2473"/>
              <a:gd name="T3" fmla="*/ 2258 h 4520"/>
              <a:gd name="T4" fmla="*/ 1312 w 2473"/>
              <a:gd name="T5" fmla="*/ 1947 h 4520"/>
              <a:gd name="T6" fmla="*/ 625 w 2473"/>
              <a:gd name="T7" fmla="*/ 1446 h 4520"/>
              <a:gd name="T8" fmla="*/ 1309 w 2473"/>
              <a:gd name="T9" fmla="*/ 1061 h 4520"/>
              <a:gd name="T10" fmla="*/ 1967 w 2473"/>
              <a:gd name="T11" fmla="*/ 1238 h 4520"/>
              <a:gd name="T12" fmla="*/ 2293 w 2473"/>
              <a:gd name="T13" fmla="*/ 734 h 4520"/>
              <a:gd name="T14" fmla="*/ 1494 w 2473"/>
              <a:gd name="T15" fmla="*/ 471 h 4520"/>
              <a:gd name="T16" fmla="*/ 1494 w 2473"/>
              <a:gd name="T17" fmla="*/ 0 h 4520"/>
              <a:gd name="T18" fmla="*/ 894 w 2473"/>
              <a:gd name="T19" fmla="*/ 0 h 4520"/>
              <a:gd name="T20" fmla="*/ 894 w 2473"/>
              <a:gd name="T21" fmla="*/ 504 h 4520"/>
              <a:gd name="T22" fmla="*/ 24 w 2473"/>
              <a:gd name="T23" fmla="*/ 1446 h 4520"/>
              <a:gd name="T24" fmla="*/ 434 w 2473"/>
              <a:gd name="T25" fmla="*/ 2229 h 4520"/>
              <a:gd name="T26" fmla="*/ 1138 w 2473"/>
              <a:gd name="T27" fmla="*/ 2522 h 4520"/>
              <a:gd name="T28" fmla="*/ 1870 w 2473"/>
              <a:gd name="T29" fmla="*/ 3094 h 4520"/>
              <a:gd name="T30" fmla="*/ 1870 w 2473"/>
              <a:gd name="T31" fmla="*/ 3097 h 4520"/>
              <a:gd name="T32" fmla="*/ 1212 w 2473"/>
              <a:gd name="T33" fmla="*/ 3459 h 4520"/>
              <a:gd name="T34" fmla="*/ 436 w 2473"/>
              <a:gd name="T35" fmla="*/ 3146 h 4520"/>
              <a:gd name="T36" fmla="*/ 0 w 2473"/>
              <a:gd name="T37" fmla="*/ 3559 h 4520"/>
              <a:gd name="T38" fmla="*/ 894 w 2473"/>
              <a:gd name="T39" fmla="*/ 4029 h 4520"/>
              <a:gd name="T40" fmla="*/ 894 w 2473"/>
              <a:gd name="T41" fmla="*/ 4520 h 4520"/>
              <a:gd name="T42" fmla="*/ 1494 w 2473"/>
              <a:gd name="T43" fmla="*/ 4520 h 4520"/>
              <a:gd name="T44" fmla="*/ 1494 w 2473"/>
              <a:gd name="T45" fmla="*/ 4039 h 4520"/>
              <a:gd name="T46" fmla="*/ 2470 w 2473"/>
              <a:gd name="T47" fmla="*/ 3098 h 4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73" h="4520">
                <a:moveTo>
                  <a:pt x="2470" y="3098"/>
                </a:moveTo>
                <a:cubicBezTo>
                  <a:pt x="2473" y="2740"/>
                  <a:pt x="2331" y="2458"/>
                  <a:pt x="2049" y="2258"/>
                </a:cubicBezTo>
                <a:cubicBezTo>
                  <a:pt x="1831" y="2104"/>
                  <a:pt x="1567" y="2024"/>
                  <a:pt x="1312" y="1947"/>
                </a:cubicBezTo>
                <a:cubicBezTo>
                  <a:pt x="779" y="1785"/>
                  <a:pt x="625" y="1700"/>
                  <a:pt x="625" y="1446"/>
                </a:cubicBezTo>
                <a:cubicBezTo>
                  <a:pt x="625" y="1162"/>
                  <a:pt x="993" y="1061"/>
                  <a:pt x="1309" y="1061"/>
                </a:cubicBezTo>
                <a:cubicBezTo>
                  <a:pt x="1539" y="1061"/>
                  <a:pt x="1803" y="1133"/>
                  <a:pt x="1967" y="1238"/>
                </a:cubicBezTo>
                <a:lnTo>
                  <a:pt x="2293" y="734"/>
                </a:lnTo>
                <a:cubicBezTo>
                  <a:pt x="2078" y="595"/>
                  <a:pt x="1784" y="500"/>
                  <a:pt x="1494" y="471"/>
                </a:cubicBezTo>
                <a:lnTo>
                  <a:pt x="1494" y="0"/>
                </a:lnTo>
                <a:lnTo>
                  <a:pt x="894" y="0"/>
                </a:lnTo>
                <a:lnTo>
                  <a:pt x="894" y="504"/>
                </a:lnTo>
                <a:cubicBezTo>
                  <a:pt x="360" y="621"/>
                  <a:pt x="24" y="970"/>
                  <a:pt x="24" y="1446"/>
                </a:cubicBezTo>
                <a:cubicBezTo>
                  <a:pt x="24" y="1779"/>
                  <a:pt x="162" y="2043"/>
                  <a:pt x="434" y="2229"/>
                </a:cubicBezTo>
                <a:cubicBezTo>
                  <a:pt x="641" y="2371"/>
                  <a:pt x="894" y="2448"/>
                  <a:pt x="1138" y="2522"/>
                </a:cubicBezTo>
                <a:cubicBezTo>
                  <a:pt x="1660" y="2679"/>
                  <a:pt x="1872" y="2776"/>
                  <a:pt x="1870" y="3094"/>
                </a:cubicBezTo>
                <a:lnTo>
                  <a:pt x="1870" y="3097"/>
                </a:lnTo>
                <a:cubicBezTo>
                  <a:pt x="1870" y="3364"/>
                  <a:pt x="1515" y="3459"/>
                  <a:pt x="1212" y="3459"/>
                </a:cubicBezTo>
                <a:cubicBezTo>
                  <a:pt x="925" y="3459"/>
                  <a:pt x="613" y="3333"/>
                  <a:pt x="436" y="3146"/>
                </a:cubicBezTo>
                <a:lnTo>
                  <a:pt x="0" y="3559"/>
                </a:lnTo>
                <a:cubicBezTo>
                  <a:pt x="224" y="3796"/>
                  <a:pt x="549" y="3963"/>
                  <a:pt x="894" y="4029"/>
                </a:cubicBezTo>
                <a:lnTo>
                  <a:pt x="894" y="4520"/>
                </a:lnTo>
                <a:lnTo>
                  <a:pt x="1494" y="4520"/>
                </a:lnTo>
                <a:lnTo>
                  <a:pt x="1494" y="4039"/>
                </a:lnTo>
                <a:cubicBezTo>
                  <a:pt x="2088" y="3955"/>
                  <a:pt x="2469" y="3597"/>
                  <a:pt x="2470" y="309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a:ea typeface="微软雅黑"/>
              <a:sym typeface="微软雅黑"/>
            </a:endParaRPr>
          </a:p>
        </p:txBody>
      </p:sp>
      <p:sp>
        <p:nvSpPr>
          <p:cNvPr id="18" name="椭圆 17">
            <a:extLst>
              <a:ext uri="{FF2B5EF4-FFF2-40B4-BE49-F238E27FC236}">
                <a16:creationId xmlns:a16="http://schemas.microsoft.com/office/drawing/2014/main" id="{69374990-ADEF-414F-9C02-36E3A171A02C}"/>
              </a:ext>
            </a:extLst>
          </p:cNvPr>
          <p:cNvSpPr/>
          <p:nvPr/>
        </p:nvSpPr>
        <p:spPr>
          <a:xfrm>
            <a:off x="7049069" y="1597896"/>
            <a:ext cx="777240" cy="777240"/>
          </a:xfrm>
          <a:prstGeom prst="ellipse">
            <a:avLst/>
          </a:prstGeom>
          <a:ln>
            <a:noFill/>
          </a:ln>
          <a:effectLst>
            <a:outerShdw blurRad="127000" dist="38100" dir="2700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9" name="文本框 18">
            <a:extLst>
              <a:ext uri="{FF2B5EF4-FFF2-40B4-BE49-F238E27FC236}">
                <a16:creationId xmlns:a16="http://schemas.microsoft.com/office/drawing/2014/main" id="{8BE290C1-95E6-42CC-987D-39EDB4B23E86}"/>
              </a:ext>
            </a:extLst>
          </p:cNvPr>
          <p:cNvSpPr txBox="1"/>
          <p:nvPr/>
        </p:nvSpPr>
        <p:spPr>
          <a:xfrm>
            <a:off x="6774314" y="2563727"/>
            <a:ext cx="1326751" cy="369332"/>
          </a:xfrm>
          <a:prstGeom prst="rect">
            <a:avLst/>
          </a:prstGeom>
          <a:noFill/>
        </p:spPr>
        <p:txBody>
          <a:bodyPr wrap="square" rtlCol="0">
            <a:spAutoFit/>
          </a:bodyPr>
          <a:lstStyle/>
          <a:p>
            <a:pPr algn="ctr"/>
            <a:r>
              <a:rPr lang="en-US" altLang="zh-CN">
                <a:solidFill>
                  <a:schemeClr val="dk1">
                    <a:lumMod val="100000"/>
                  </a:schemeClr>
                </a:solidFill>
                <a:latin typeface="微软雅黑"/>
                <a:ea typeface="微软雅黑"/>
                <a:cs typeface="OPPOSans H" panose="00020600040101010101" pitchFamily="18" charset="-122"/>
                <a:sym typeface="微软雅黑"/>
              </a:rPr>
              <a:t>3</a:t>
            </a:r>
            <a:endParaRPr lang="zh-CN" altLang="en-US">
              <a:solidFill>
                <a:schemeClr val="dk1">
                  <a:lumMod val="100000"/>
                </a:schemeClr>
              </a:solidFill>
              <a:latin typeface="微软雅黑"/>
              <a:ea typeface="微软雅黑"/>
              <a:cs typeface="OPPOSans H" panose="00020600040101010101" pitchFamily="18" charset="-122"/>
              <a:sym typeface="微软雅黑"/>
            </a:endParaRPr>
          </a:p>
        </p:txBody>
      </p:sp>
      <p:sp>
        <p:nvSpPr>
          <p:cNvPr id="20" name="文本框 19">
            <a:extLst>
              <a:ext uri="{FF2B5EF4-FFF2-40B4-BE49-F238E27FC236}">
                <a16:creationId xmlns:a16="http://schemas.microsoft.com/office/drawing/2014/main" id="{9B4A5DB0-91BC-41B7-B2A9-E231A942CF64}"/>
              </a:ext>
            </a:extLst>
          </p:cNvPr>
          <p:cNvSpPr txBox="1"/>
          <p:nvPr/>
        </p:nvSpPr>
        <p:spPr>
          <a:xfrm>
            <a:off x="6323630" y="2928600"/>
            <a:ext cx="2228119" cy="535531"/>
          </a:xfrm>
          <a:prstGeom prst="rect">
            <a:avLst/>
          </a:prstGeom>
          <a:noFill/>
        </p:spPr>
        <p:txBody>
          <a:bodyPr wrap="square" rtlCol="0">
            <a:spAutoFit/>
          </a:bodyPr>
          <a:lstStyle>
            <a:defPPr>
              <a:defRPr lang="zh-CN"/>
            </a:defPPr>
            <a:lvl1pPr algn="ctr">
              <a:lnSpc>
                <a:spcPct val="120000"/>
              </a:lnSpc>
              <a:defRPr sz="1400">
                <a:solidFill>
                  <a:schemeClr val="bg1">
                    <a:lumMod val="50000"/>
                  </a:schemeClr>
                </a:solidFill>
              </a:defRPr>
            </a:lvl1pPr>
          </a:lstStyle>
          <a:p>
            <a:r>
              <a:rPr lang="zh-CN" altLang="en-US" sz="1200">
                <a:latin typeface="微软雅黑"/>
                <a:ea typeface="微软雅黑"/>
                <a:sym typeface="微软雅黑"/>
              </a:rPr>
              <a:t>能够介绍、交待同一场景中两个主体的内在联系。</a:t>
            </a:r>
          </a:p>
        </p:txBody>
      </p:sp>
      <p:sp>
        <p:nvSpPr>
          <p:cNvPr id="21" name="dollar-currency-symbol_74742">
            <a:extLst>
              <a:ext uri="{FF2B5EF4-FFF2-40B4-BE49-F238E27FC236}">
                <a16:creationId xmlns:a16="http://schemas.microsoft.com/office/drawing/2014/main" id="{2A456F80-6CEE-4E1D-9923-4D12B5955095}"/>
              </a:ext>
            </a:extLst>
          </p:cNvPr>
          <p:cNvSpPr/>
          <p:nvPr/>
        </p:nvSpPr>
        <p:spPr>
          <a:xfrm>
            <a:off x="7254358" y="1837825"/>
            <a:ext cx="376451" cy="299342"/>
          </a:xfrm>
          <a:custGeom>
            <a:avLst/>
            <a:gdLst>
              <a:gd name="T0" fmla="*/ 9960 w 10008"/>
              <a:gd name="T1" fmla="*/ 4156 h 7958"/>
              <a:gd name="T2" fmla="*/ 9575 w 10008"/>
              <a:gd name="T3" fmla="*/ 4614 h 7958"/>
              <a:gd name="T4" fmla="*/ 9445 w 10008"/>
              <a:gd name="T5" fmla="*/ 4682 h 7958"/>
              <a:gd name="T6" fmla="*/ 9427 w 10008"/>
              <a:gd name="T7" fmla="*/ 4682 h 7958"/>
              <a:gd name="T8" fmla="*/ 9297 w 10008"/>
              <a:gd name="T9" fmla="*/ 4639 h 7958"/>
              <a:gd name="T10" fmla="*/ 5004 w 10008"/>
              <a:gd name="T11" fmla="*/ 1059 h 7958"/>
              <a:gd name="T12" fmla="*/ 712 w 10008"/>
              <a:gd name="T13" fmla="*/ 4639 h 7958"/>
              <a:gd name="T14" fmla="*/ 563 w 10008"/>
              <a:gd name="T15" fmla="*/ 4682 h 7958"/>
              <a:gd name="T16" fmla="*/ 433 w 10008"/>
              <a:gd name="T17" fmla="*/ 4614 h 7958"/>
              <a:gd name="T18" fmla="*/ 48 w 10008"/>
              <a:gd name="T19" fmla="*/ 4155 h 7958"/>
              <a:gd name="T20" fmla="*/ 5 w 10008"/>
              <a:gd name="T21" fmla="*/ 4009 h 7958"/>
              <a:gd name="T22" fmla="*/ 73 w 10008"/>
              <a:gd name="T23" fmla="*/ 3877 h 7958"/>
              <a:gd name="T24" fmla="*/ 4533 w 10008"/>
              <a:gd name="T25" fmla="*/ 162 h 7958"/>
              <a:gd name="T26" fmla="*/ 5004 w 10008"/>
              <a:gd name="T27" fmla="*/ 0 h 7958"/>
              <a:gd name="T28" fmla="*/ 5475 w 10008"/>
              <a:gd name="T29" fmla="*/ 162 h 7958"/>
              <a:gd name="T30" fmla="*/ 6989 w 10008"/>
              <a:gd name="T31" fmla="*/ 1427 h 7958"/>
              <a:gd name="T32" fmla="*/ 6989 w 10008"/>
              <a:gd name="T33" fmla="*/ 217 h 7958"/>
              <a:gd name="T34" fmla="*/ 7045 w 10008"/>
              <a:gd name="T35" fmla="*/ 74 h 7958"/>
              <a:gd name="T36" fmla="*/ 7188 w 10008"/>
              <a:gd name="T37" fmla="*/ 18 h 7958"/>
              <a:gd name="T38" fmla="*/ 8379 w 10008"/>
              <a:gd name="T39" fmla="*/ 18 h 7958"/>
              <a:gd name="T40" fmla="*/ 8522 w 10008"/>
              <a:gd name="T41" fmla="*/ 74 h 7958"/>
              <a:gd name="T42" fmla="*/ 8578 w 10008"/>
              <a:gd name="T43" fmla="*/ 217 h 7958"/>
              <a:gd name="T44" fmla="*/ 8578 w 10008"/>
              <a:gd name="T45" fmla="*/ 2748 h 7958"/>
              <a:gd name="T46" fmla="*/ 9938 w 10008"/>
              <a:gd name="T47" fmla="*/ 3877 h 7958"/>
              <a:gd name="T48" fmla="*/ 10005 w 10008"/>
              <a:gd name="T49" fmla="*/ 4009 h 7958"/>
              <a:gd name="T50" fmla="*/ 9960 w 10008"/>
              <a:gd name="T51" fmla="*/ 4156 h 7958"/>
              <a:gd name="T52" fmla="*/ 8578 w 10008"/>
              <a:gd name="T53" fmla="*/ 4583 h 7958"/>
              <a:gd name="T54" fmla="*/ 8578 w 10008"/>
              <a:gd name="T55" fmla="*/ 7561 h 7958"/>
              <a:gd name="T56" fmla="*/ 8460 w 10008"/>
              <a:gd name="T57" fmla="*/ 7839 h 7958"/>
              <a:gd name="T58" fmla="*/ 8182 w 10008"/>
              <a:gd name="T59" fmla="*/ 7957 h 7958"/>
              <a:gd name="T60" fmla="*/ 5799 w 10008"/>
              <a:gd name="T61" fmla="*/ 7957 h 7958"/>
              <a:gd name="T62" fmla="*/ 5799 w 10008"/>
              <a:gd name="T63" fmla="*/ 5577 h 7958"/>
              <a:gd name="T64" fmla="*/ 4209 w 10008"/>
              <a:gd name="T65" fmla="*/ 5577 h 7958"/>
              <a:gd name="T66" fmla="*/ 4209 w 10008"/>
              <a:gd name="T67" fmla="*/ 7958 h 7958"/>
              <a:gd name="T68" fmla="*/ 1829 w 10008"/>
              <a:gd name="T69" fmla="*/ 7958 h 7958"/>
              <a:gd name="T70" fmla="*/ 1550 w 10008"/>
              <a:gd name="T71" fmla="*/ 7841 h 7958"/>
              <a:gd name="T72" fmla="*/ 1433 w 10008"/>
              <a:gd name="T73" fmla="*/ 7562 h 7958"/>
              <a:gd name="T74" fmla="*/ 1433 w 10008"/>
              <a:gd name="T75" fmla="*/ 4583 h 7958"/>
              <a:gd name="T76" fmla="*/ 1435 w 10008"/>
              <a:gd name="T77" fmla="*/ 4564 h 7958"/>
              <a:gd name="T78" fmla="*/ 1438 w 10008"/>
              <a:gd name="T79" fmla="*/ 4546 h 7958"/>
              <a:gd name="T80" fmla="*/ 5004 w 10008"/>
              <a:gd name="T81" fmla="*/ 1607 h 7958"/>
              <a:gd name="T82" fmla="*/ 8572 w 10008"/>
              <a:gd name="T83" fmla="*/ 4548 h 7958"/>
              <a:gd name="T84" fmla="*/ 8578 w 10008"/>
              <a:gd name="T85" fmla="*/ 4583 h 79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08" h="7958">
                <a:moveTo>
                  <a:pt x="9960" y="4156"/>
                </a:moveTo>
                <a:lnTo>
                  <a:pt x="9575" y="4614"/>
                </a:lnTo>
                <a:cubicBezTo>
                  <a:pt x="9543" y="4652"/>
                  <a:pt x="9498" y="4674"/>
                  <a:pt x="9445" y="4682"/>
                </a:cubicBezTo>
                <a:lnTo>
                  <a:pt x="9427" y="4682"/>
                </a:lnTo>
                <a:cubicBezTo>
                  <a:pt x="9373" y="4682"/>
                  <a:pt x="9329" y="4668"/>
                  <a:pt x="9297" y="4639"/>
                </a:cubicBezTo>
                <a:lnTo>
                  <a:pt x="5004" y="1059"/>
                </a:lnTo>
                <a:lnTo>
                  <a:pt x="712" y="4639"/>
                </a:lnTo>
                <a:cubicBezTo>
                  <a:pt x="662" y="4672"/>
                  <a:pt x="613" y="4687"/>
                  <a:pt x="563" y="4682"/>
                </a:cubicBezTo>
                <a:cubicBezTo>
                  <a:pt x="509" y="4674"/>
                  <a:pt x="465" y="4650"/>
                  <a:pt x="433" y="4614"/>
                </a:cubicBezTo>
                <a:lnTo>
                  <a:pt x="48" y="4155"/>
                </a:lnTo>
                <a:cubicBezTo>
                  <a:pt x="15" y="4114"/>
                  <a:pt x="0" y="4065"/>
                  <a:pt x="5" y="4009"/>
                </a:cubicBezTo>
                <a:cubicBezTo>
                  <a:pt x="9" y="3953"/>
                  <a:pt x="33" y="3909"/>
                  <a:pt x="73" y="3877"/>
                </a:cubicBezTo>
                <a:lnTo>
                  <a:pt x="4533" y="162"/>
                </a:lnTo>
                <a:cubicBezTo>
                  <a:pt x="4664" y="53"/>
                  <a:pt x="4822" y="0"/>
                  <a:pt x="5004" y="0"/>
                </a:cubicBezTo>
                <a:cubicBezTo>
                  <a:pt x="5185" y="0"/>
                  <a:pt x="5343" y="54"/>
                  <a:pt x="5475" y="162"/>
                </a:cubicBezTo>
                <a:lnTo>
                  <a:pt x="6989" y="1427"/>
                </a:lnTo>
                <a:lnTo>
                  <a:pt x="6989" y="217"/>
                </a:lnTo>
                <a:cubicBezTo>
                  <a:pt x="6989" y="159"/>
                  <a:pt x="7008" y="110"/>
                  <a:pt x="7045" y="74"/>
                </a:cubicBezTo>
                <a:cubicBezTo>
                  <a:pt x="7083" y="37"/>
                  <a:pt x="7130" y="18"/>
                  <a:pt x="7188" y="18"/>
                </a:cubicBezTo>
                <a:lnTo>
                  <a:pt x="8379" y="18"/>
                </a:lnTo>
                <a:cubicBezTo>
                  <a:pt x="8437" y="18"/>
                  <a:pt x="8485" y="37"/>
                  <a:pt x="8522" y="74"/>
                </a:cubicBezTo>
                <a:cubicBezTo>
                  <a:pt x="8559" y="112"/>
                  <a:pt x="8578" y="159"/>
                  <a:pt x="8578" y="217"/>
                </a:cubicBezTo>
                <a:lnTo>
                  <a:pt x="8578" y="2748"/>
                </a:lnTo>
                <a:lnTo>
                  <a:pt x="9938" y="3877"/>
                </a:lnTo>
                <a:cubicBezTo>
                  <a:pt x="9979" y="3909"/>
                  <a:pt x="10002" y="3954"/>
                  <a:pt x="10005" y="4009"/>
                </a:cubicBezTo>
                <a:cubicBezTo>
                  <a:pt x="10008" y="4065"/>
                  <a:pt x="9993" y="4114"/>
                  <a:pt x="9960" y="4156"/>
                </a:cubicBezTo>
                <a:close/>
                <a:moveTo>
                  <a:pt x="8578" y="4583"/>
                </a:moveTo>
                <a:lnTo>
                  <a:pt x="8578" y="7561"/>
                </a:lnTo>
                <a:cubicBezTo>
                  <a:pt x="8578" y="7668"/>
                  <a:pt x="8539" y="7762"/>
                  <a:pt x="8460" y="7839"/>
                </a:cubicBezTo>
                <a:cubicBezTo>
                  <a:pt x="8382" y="7917"/>
                  <a:pt x="8288" y="7957"/>
                  <a:pt x="8182" y="7957"/>
                </a:cubicBezTo>
                <a:lnTo>
                  <a:pt x="5799" y="7957"/>
                </a:lnTo>
                <a:lnTo>
                  <a:pt x="5799" y="5577"/>
                </a:lnTo>
                <a:lnTo>
                  <a:pt x="4209" y="5577"/>
                </a:lnTo>
                <a:lnTo>
                  <a:pt x="4209" y="7958"/>
                </a:lnTo>
                <a:lnTo>
                  <a:pt x="1829" y="7958"/>
                </a:lnTo>
                <a:cubicBezTo>
                  <a:pt x="1722" y="7958"/>
                  <a:pt x="1628" y="7919"/>
                  <a:pt x="1550" y="7841"/>
                </a:cubicBezTo>
                <a:cubicBezTo>
                  <a:pt x="1471" y="7762"/>
                  <a:pt x="1433" y="7669"/>
                  <a:pt x="1433" y="7562"/>
                </a:cubicBezTo>
                <a:lnTo>
                  <a:pt x="1433" y="4583"/>
                </a:lnTo>
                <a:cubicBezTo>
                  <a:pt x="1433" y="4579"/>
                  <a:pt x="1434" y="4573"/>
                  <a:pt x="1435" y="4564"/>
                </a:cubicBezTo>
                <a:cubicBezTo>
                  <a:pt x="1438" y="4557"/>
                  <a:pt x="1438" y="4550"/>
                  <a:pt x="1438" y="4546"/>
                </a:cubicBezTo>
                <a:lnTo>
                  <a:pt x="5004" y="1607"/>
                </a:lnTo>
                <a:lnTo>
                  <a:pt x="8572" y="4548"/>
                </a:lnTo>
                <a:cubicBezTo>
                  <a:pt x="8575" y="4554"/>
                  <a:pt x="8578" y="4567"/>
                  <a:pt x="8578" y="458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微软雅黑"/>
              <a:ea typeface="微软雅黑"/>
              <a:sym typeface="微软雅黑"/>
            </a:endParaRPr>
          </a:p>
        </p:txBody>
      </p:sp>
      <p:sp>
        <p:nvSpPr>
          <p:cNvPr id="23" name="椭圆 22">
            <a:extLst>
              <a:ext uri="{FF2B5EF4-FFF2-40B4-BE49-F238E27FC236}">
                <a16:creationId xmlns:a16="http://schemas.microsoft.com/office/drawing/2014/main" id="{56B991F1-1B76-47E0-905B-7EE531010454}"/>
              </a:ext>
            </a:extLst>
          </p:cNvPr>
          <p:cNvSpPr/>
          <p:nvPr/>
        </p:nvSpPr>
        <p:spPr>
          <a:xfrm>
            <a:off x="9633635" y="1597896"/>
            <a:ext cx="777240" cy="777240"/>
          </a:xfrm>
          <a:prstGeom prst="ellipse">
            <a:avLst/>
          </a:prstGeom>
          <a:solidFill>
            <a:schemeClr val="accent2"/>
          </a:solidFill>
          <a:ln>
            <a:noFill/>
          </a:ln>
          <a:effectLst>
            <a:outerShdw blurRad="127000" dist="38100" dir="2700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24" name="文本框 23">
            <a:extLst>
              <a:ext uri="{FF2B5EF4-FFF2-40B4-BE49-F238E27FC236}">
                <a16:creationId xmlns:a16="http://schemas.microsoft.com/office/drawing/2014/main" id="{EF826B28-1FB8-42B3-9F70-B91C5ABE37E3}"/>
              </a:ext>
            </a:extLst>
          </p:cNvPr>
          <p:cNvSpPr txBox="1"/>
          <p:nvPr/>
        </p:nvSpPr>
        <p:spPr>
          <a:xfrm>
            <a:off x="9358879" y="2563727"/>
            <a:ext cx="1326751" cy="369332"/>
          </a:xfrm>
          <a:prstGeom prst="rect">
            <a:avLst/>
          </a:prstGeom>
          <a:noFill/>
        </p:spPr>
        <p:txBody>
          <a:bodyPr wrap="square" rtlCol="0">
            <a:spAutoFit/>
          </a:bodyPr>
          <a:lstStyle/>
          <a:p>
            <a:pPr algn="ctr"/>
            <a:r>
              <a:rPr lang="en-US" altLang="zh-CN">
                <a:solidFill>
                  <a:schemeClr val="dk1">
                    <a:lumMod val="100000"/>
                  </a:schemeClr>
                </a:solidFill>
                <a:latin typeface="微软雅黑"/>
                <a:ea typeface="微软雅黑"/>
                <a:cs typeface="OPPOSans H" panose="00020600040101010101" pitchFamily="18" charset="-122"/>
                <a:sym typeface="微软雅黑"/>
              </a:rPr>
              <a:t>4</a:t>
            </a:r>
            <a:endParaRPr lang="zh-CN" altLang="en-US">
              <a:solidFill>
                <a:schemeClr val="dk1">
                  <a:lumMod val="100000"/>
                </a:schemeClr>
              </a:solidFill>
              <a:latin typeface="微软雅黑"/>
              <a:ea typeface="微软雅黑"/>
              <a:cs typeface="OPPOSans H" panose="00020600040101010101" pitchFamily="18" charset="-122"/>
              <a:sym typeface="微软雅黑"/>
            </a:endParaRPr>
          </a:p>
        </p:txBody>
      </p:sp>
      <p:sp>
        <p:nvSpPr>
          <p:cNvPr id="25" name="文本框 24">
            <a:extLst>
              <a:ext uri="{FF2B5EF4-FFF2-40B4-BE49-F238E27FC236}">
                <a16:creationId xmlns:a16="http://schemas.microsoft.com/office/drawing/2014/main" id="{368324EA-63AC-4D3F-8443-25DE2EF933A1}"/>
              </a:ext>
            </a:extLst>
          </p:cNvPr>
          <p:cNvSpPr txBox="1"/>
          <p:nvPr/>
        </p:nvSpPr>
        <p:spPr>
          <a:xfrm>
            <a:off x="8908195" y="2928600"/>
            <a:ext cx="2228119" cy="978729"/>
          </a:xfrm>
          <a:prstGeom prst="rect">
            <a:avLst/>
          </a:prstGeom>
          <a:noFill/>
        </p:spPr>
        <p:txBody>
          <a:bodyPr wrap="square" rtlCol="0">
            <a:spAutoFit/>
          </a:bodyPr>
          <a:lstStyle>
            <a:defPPr>
              <a:defRPr lang="zh-CN"/>
            </a:defPPr>
            <a:lvl1pPr algn="ctr">
              <a:lnSpc>
                <a:spcPct val="120000"/>
              </a:lnSpc>
              <a:defRPr sz="1400">
                <a:solidFill>
                  <a:schemeClr val="bg1">
                    <a:lumMod val="50000"/>
                  </a:schemeClr>
                </a:solidFill>
              </a:defRPr>
            </a:lvl1pPr>
          </a:lstStyle>
          <a:p>
            <a:r>
              <a:rPr lang="zh-CN" altLang="en-US" sz="1200">
                <a:latin typeface="微软雅黑"/>
                <a:ea typeface="微软雅黑"/>
                <a:sym typeface="微软雅黑"/>
              </a:rPr>
              <a:t>利用性质、意义相反或相近的两个主体，通过摇镜头把它们连接起来表示某种暗喻、对比、并列、因果关系。</a:t>
            </a:r>
          </a:p>
        </p:txBody>
      </p:sp>
      <p:sp>
        <p:nvSpPr>
          <p:cNvPr id="26" name="megaphone_116128">
            <a:extLst>
              <a:ext uri="{FF2B5EF4-FFF2-40B4-BE49-F238E27FC236}">
                <a16:creationId xmlns:a16="http://schemas.microsoft.com/office/drawing/2014/main" id="{E3049C5D-A9EA-47A9-A686-71FBEDD83FCF}"/>
              </a:ext>
            </a:extLst>
          </p:cNvPr>
          <p:cNvSpPr/>
          <p:nvPr/>
        </p:nvSpPr>
        <p:spPr>
          <a:xfrm>
            <a:off x="9821009" y="1837825"/>
            <a:ext cx="402492" cy="308000"/>
          </a:xfrm>
          <a:custGeom>
            <a:avLst/>
            <a:gdLst>
              <a:gd name="connsiteX0" fmla="*/ 534441 w 609050"/>
              <a:gd name="connsiteY0" fmla="*/ 237708 h 466070"/>
              <a:gd name="connsiteX1" fmla="*/ 546043 w 609050"/>
              <a:gd name="connsiteY1" fmla="*/ 242542 h 466070"/>
              <a:gd name="connsiteX2" fmla="*/ 570630 w 609050"/>
              <a:gd name="connsiteY2" fmla="*/ 267092 h 466070"/>
              <a:gd name="connsiteX3" fmla="*/ 570630 w 609050"/>
              <a:gd name="connsiteY3" fmla="*/ 290262 h 466070"/>
              <a:gd name="connsiteX4" fmla="*/ 559105 w 609050"/>
              <a:gd name="connsiteY4" fmla="*/ 295019 h 466070"/>
              <a:gd name="connsiteX5" fmla="*/ 547580 w 609050"/>
              <a:gd name="connsiteY5" fmla="*/ 290262 h 466070"/>
              <a:gd name="connsiteX6" fmla="*/ 522840 w 609050"/>
              <a:gd name="connsiteY6" fmla="*/ 265712 h 466070"/>
              <a:gd name="connsiteX7" fmla="*/ 522840 w 609050"/>
              <a:gd name="connsiteY7" fmla="*/ 242542 h 466070"/>
              <a:gd name="connsiteX8" fmla="*/ 534441 w 609050"/>
              <a:gd name="connsiteY8" fmla="*/ 237708 h 466070"/>
              <a:gd name="connsiteX9" fmla="*/ 557888 w 609050"/>
              <a:gd name="connsiteY9" fmla="*/ 177599 h 466070"/>
              <a:gd name="connsiteX10" fmla="*/ 592764 w 609050"/>
              <a:gd name="connsiteY10" fmla="*/ 177599 h 466070"/>
              <a:gd name="connsiteX11" fmla="*/ 609050 w 609050"/>
              <a:gd name="connsiteY11" fmla="*/ 194012 h 466070"/>
              <a:gd name="connsiteX12" fmla="*/ 592764 w 609050"/>
              <a:gd name="connsiteY12" fmla="*/ 210271 h 466070"/>
              <a:gd name="connsiteX13" fmla="*/ 557888 w 609050"/>
              <a:gd name="connsiteY13" fmla="*/ 210271 h 466070"/>
              <a:gd name="connsiteX14" fmla="*/ 541448 w 609050"/>
              <a:gd name="connsiteY14" fmla="*/ 194012 h 466070"/>
              <a:gd name="connsiteX15" fmla="*/ 557888 w 609050"/>
              <a:gd name="connsiteY15" fmla="*/ 177599 h 466070"/>
              <a:gd name="connsiteX16" fmla="*/ 67608 w 609050"/>
              <a:gd name="connsiteY16" fmla="*/ 144932 h 466070"/>
              <a:gd name="connsiteX17" fmla="*/ 67608 w 609050"/>
              <a:gd name="connsiteY17" fmla="*/ 247120 h 466070"/>
              <a:gd name="connsiteX18" fmla="*/ 100337 w 609050"/>
              <a:gd name="connsiteY18" fmla="*/ 247120 h 466070"/>
              <a:gd name="connsiteX19" fmla="*/ 100337 w 609050"/>
              <a:gd name="connsiteY19" fmla="*/ 144932 h 466070"/>
              <a:gd name="connsiteX20" fmla="*/ 559105 w 609050"/>
              <a:gd name="connsiteY20" fmla="*/ 94531 h 466070"/>
              <a:gd name="connsiteX21" fmla="*/ 570630 w 609050"/>
              <a:gd name="connsiteY21" fmla="*/ 99365 h 466070"/>
              <a:gd name="connsiteX22" fmla="*/ 570630 w 609050"/>
              <a:gd name="connsiteY22" fmla="*/ 122381 h 466070"/>
              <a:gd name="connsiteX23" fmla="*/ 546043 w 609050"/>
              <a:gd name="connsiteY23" fmla="*/ 147085 h 466070"/>
              <a:gd name="connsiteX24" fmla="*/ 534518 w 609050"/>
              <a:gd name="connsiteY24" fmla="*/ 151842 h 466070"/>
              <a:gd name="connsiteX25" fmla="*/ 522840 w 609050"/>
              <a:gd name="connsiteY25" fmla="*/ 147085 h 466070"/>
              <a:gd name="connsiteX26" fmla="*/ 522840 w 609050"/>
              <a:gd name="connsiteY26" fmla="*/ 123915 h 466070"/>
              <a:gd name="connsiteX27" fmla="*/ 547580 w 609050"/>
              <a:gd name="connsiteY27" fmla="*/ 99365 h 466070"/>
              <a:gd name="connsiteX28" fmla="*/ 559105 w 609050"/>
              <a:gd name="connsiteY28" fmla="*/ 94531 h 466070"/>
              <a:gd name="connsiteX29" fmla="*/ 456819 w 609050"/>
              <a:gd name="connsiteY29" fmla="*/ 1625 h 466070"/>
              <a:gd name="connsiteX30" fmla="*/ 475258 w 609050"/>
              <a:gd name="connsiteY30" fmla="*/ 13746 h 466070"/>
              <a:gd name="connsiteX31" fmla="*/ 475258 w 609050"/>
              <a:gd name="connsiteY31" fmla="*/ 375851 h 466070"/>
              <a:gd name="connsiteX32" fmla="*/ 456819 w 609050"/>
              <a:gd name="connsiteY32" fmla="*/ 388279 h 466070"/>
              <a:gd name="connsiteX33" fmla="*/ 245849 w 609050"/>
              <a:gd name="connsiteY33" fmla="*/ 296219 h 466070"/>
              <a:gd name="connsiteX34" fmla="*/ 135217 w 609050"/>
              <a:gd name="connsiteY34" fmla="*/ 296219 h 466070"/>
              <a:gd name="connsiteX35" fmla="*/ 135217 w 609050"/>
              <a:gd name="connsiteY35" fmla="*/ 445356 h 466070"/>
              <a:gd name="connsiteX36" fmla="*/ 115395 w 609050"/>
              <a:gd name="connsiteY36" fmla="*/ 466070 h 466070"/>
              <a:gd name="connsiteX37" fmla="*/ 53933 w 609050"/>
              <a:gd name="connsiteY37" fmla="*/ 466070 h 466070"/>
              <a:gd name="connsiteX38" fmla="*/ 32728 w 609050"/>
              <a:gd name="connsiteY38" fmla="*/ 445356 h 466070"/>
              <a:gd name="connsiteX39" fmla="*/ 32728 w 609050"/>
              <a:gd name="connsiteY39" fmla="*/ 296219 h 466070"/>
              <a:gd name="connsiteX40" fmla="*/ 21204 w 609050"/>
              <a:gd name="connsiteY40" fmla="*/ 296219 h 466070"/>
              <a:gd name="connsiteX41" fmla="*/ 0 w 609050"/>
              <a:gd name="connsiteY41" fmla="*/ 275658 h 466070"/>
              <a:gd name="connsiteX42" fmla="*/ 0 w 609050"/>
              <a:gd name="connsiteY42" fmla="*/ 113939 h 466070"/>
              <a:gd name="connsiteX43" fmla="*/ 21204 w 609050"/>
              <a:gd name="connsiteY43" fmla="*/ 93685 h 466070"/>
              <a:gd name="connsiteX44" fmla="*/ 245849 w 609050"/>
              <a:gd name="connsiteY44" fmla="*/ 93685 h 46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9050" h="466070">
                <a:moveTo>
                  <a:pt x="534441" y="237708"/>
                </a:moveTo>
                <a:cubicBezTo>
                  <a:pt x="538629" y="237708"/>
                  <a:pt x="542816" y="239319"/>
                  <a:pt x="546043" y="242542"/>
                </a:cubicBezTo>
                <a:lnTo>
                  <a:pt x="570630" y="267092"/>
                </a:lnTo>
                <a:cubicBezTo>
                  <a:pt x="577084" y="273537"/>
                  <a:pt x="577084" y="283818"/>
                  <a:pt x="570630" y="290262"/>
                </a:cubicBezTo>
                <a:cubicBezTo>
                  <a:pt x="567557" y="293485"/>
                  <a:pt x="563254" y="295019"/>
                  <a:pt x="559105" y="295019"/>
                </a:cubicBezTo>
                <a:cubicBezTo>
                  <a:pt x="554956" y="295019"/>
                  <a:pt x="550653" y="293485"/>
                  <a:pt x="547580" y="290262"/>
                </a:cubicBezTo>
                <a:lnTo>
                  <a:pt x="522840" y="265712"/>
                </a:lnTo>
                <a:cubicBezTo>
                  <a:pt x="516539" y="259267"/>
                  <a:pt x="516539" y="248986"/>
                  <a:pt x="522840" y="242542"/>
                </a:cubicBezTo>
                <a:cubicBezTo>
                  <a:pt x="526067" y="239319"/>
                  <a:pt x="530254" y="237708"/>
                  <a:pt x="534441" y="237708"/>
                </a:cubicBezTo>
                <a:close/>
                <a:moveTo>
                  <a:pt x="557888" y="177599"/>
                </a:moveTo>
                <a:lnTo>
                  <a:pt x="592764" y="177599"/>
                </a:lnTo>
                <a:cubicBezTo>
                  <a:pt x="601829" y="177599"/>
                  <a:pt x="609050" y="184962"/>
                  <a:pt x="609050" y="194012"/>
                </a:cubicBezTo>
                <a:cubicBezTo>
                  <a:pt x="609050" y="203062"/>
                  <a:pt x="601829" y="210271"/>
                  <a:pt x="592764" y="210271"/>
                </a:cubicBezTo>
                <a:lnTo>
                  <a:pt x="557888" y="210271"/>
                </a:lnTo>
                <a:cubicBezTo>
                  <a:pt x="548823" y="210271"/>
                  <a:pt x="541448" y="203062"/>
                  <a:pt x="541448" y="194012"/>
                </a:cubicBezTo>
                <a:cubicBezTo>
                  <a:pt x="541448" y="184962"/>
                  <a:pt x="548823" y="177599"/>
                  <a:pt x="557888" y="177599"/>
                </a:cubicBezTo>
                <a:close/>
                <a:moveTo>
                  <a:pt x="67608" y="144932"/>
                </a:moveTo>
                <a:lnTo>
                  <a:pt x="67608" y="247120"/>
                </a:lnTo>
                <a:lnTo>
                  <a:pt x="100337" y="247120"/>
                </a:lnTo>
                <a:lnTo>
                  <a:pt x="100337" y="144932"/>
                </a:lnTo>
                <a:close/>
                <a:moveTo>
                  <a:pt x="559105" y="94531"/>
                </a:moveTo>
                <a:cubicBezTo>
                  <a:pt x="563293" y="94531"/>
                  <a:pt x="567480" y="96142"/>
                  <a:pt x="570630" y="99365"/>
                </a:cubicBezTo>
                <a:cubicBezTo>
                  <a:pt x="577084" y="105656"/>
                  <a:pt x="577084" y="116090"/>
                  <a:pt x="570630" y="122381"/>
                </a:cubicBezTo>
                <a:lnTo>
                  <a:pt x="546043" y="147085"/>
                </a:lnTo>
                <a:cubicBezTo>
                  <a:pt x="542816" y="150308"/>
                  <a:pt x="538667" y="151842"/>
                  <a:pt x="534518" y="151842"/>
                </a:cubicBezTo>
                <a:cubicBezTo>
                  <a:pt x="530216" y="151842"/>
                  <a:pt x="526067" y="150308"/>
                  <a:pt x="522840" y="147085"/>
                </a:cubicBezTo>
                <a:cubicBezTo>
                  <a:pt x="516539" y="140641"/>
                  <a:pt x="516539" y="130360"/>
                  <a:pt x="522840" y="123915"/>
                </a:cubicBezTo>
                <a:lnTo>
                  <a:pt x="547580" y="99365"/>
                </a:lnTo>
                <a:cubicBezTo>
                  <a:pt x="550730" y="96142"/>
                  <a:pt x="554918" y="94531"/>
                  <a:pt x="559105" y="94531"/>
                </a:cubicBezTo>
                <a:close/>
                <a:moveTo>
                  <a:pt x="456819" y="1625"/>
                </a:moveTo>
                <a:cubicBezTo>
                  <a:pt x="467268" y="-2978"/>
                  <a:pt x="475258" y="2546"/>
                  <a:pt x="475258" y="13746"/>
                </a:cubicBezTo>
                <a:lnTo>
                  <a:pt x="475258" y="375851"/>
                </a:lnTo>
                <a:cubicBezTo>
                  <a:pt x="475258" y="387052"/>
                  <a:pt x="467268" y="392729"/>
                  <a:pt x="456819" y="388279"/>
                </a:cubicBezTo>
                <a:lnTo>
                  <a:pt x="245849" y="296219"/>
                </a:lnTo>
                <a:lnTo>
                  <a:pt x="135217" y="296219"/>
                </a:lnTo>
                <a:lnTo>
                  <a:pt x="135217" y="445356"/>
                </a:lnTo>
                <a:cubicBezTo>
                  <a:pt x="135217" y="456711"/>
                  <a:pt x="126766" y="466070"/>
                  <a:pt x="115395" y="466070"/>
                </a:cubicBezTo>
                <a:lnTo>
                  <a:pt x="53933" y="466070"/>
                </a:lnTo>
                <a:cubicBezTo>
                  <a:pt x="42562" y="466070"/>
                  <a:pt x="32728" y="456711"/>
                  <a:pt x="32728" y="445356"/>
                </a:cubicBezTo>
                <a:lnTo>
                  <a:pt x="32728" y="296219"/>
                </a:lnTo>
                <a:lnTo>
                  <a:pt x="21204" y="296219"/>
                </a:lnTo>
                <a:cubicBezTo>
                  <a:pt x="9834" y="296219"/>
                  <a:pt x="0" y="286859"/>
                  <a:pt x="0" y="275658"/>
                </a:cubicBezTo>
                <a:lnTo>
                  <a:pt x="0" y="113939"/>
                </a:lnTo>
                <a:cubicBezTo>
                  <a:pt x="0" y="102738"/>
                  <a:pt x="9834" y="93685"/>
                  <a:pt x="21204" y="93685"/>
                </a:cubicBezTo>
                <a:lnTo>
                  <a:pt x="245849" y="9368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a:ea typeface="微软雅黑"/>
              <a:sym typeface="微软雅黑"/>
            </a:endParaRPr>
          </a:p>
        </p:txBody>
      </p:sp>
      <p:sp>
        <p:nvSpPr>
          <p:cNvPr id="28" name="椭圆 27">
            <a:extLst>
              <a:ext uri="{FF2B5EF4-FFF2-40B4-BE49-F238E27FC236}">
                <a16:creationId xmlns:a16="http://schemas.microsoft.com/office/drawing/2014/main" id="{8C106E8B-6F7D-4E1D-86C0-0753A849A831}"/>
              </a:ext>
            </a:extLst>
          </p:cNvPr>
          <p:cNvSpPr/>
          <p:nvPr/>
        </p:nvSpPr>
        <p:spPr>
          <a:xfrm>
            <a:off x="1879941" y="3905667"/>
            <a:ext cx="777240" cy="777240"/>
          </a:xfrm>
          <a:prstGeom prst="ellipse">
            <a:avLst/>
          </a:prstGeom>
          <a:solidFill>
            <a:schemeClr val="accent2"/>
          </a:solidFill>
          <a:ln>
            <a:noFill/>
          </a:ln>
          <a:effectLst>
            <a:outerShdw blurRad="127000" dist="38100" dir="2700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29" name="iconfont-11899-5651349">
            <a:extLst>
              <a:ext uri="{FF2B5EF4-FFF2-40B4-BE49-F238E27FC236}">
                <a16:creationId xmlns:a16="http://schemas.microsoft.com/office/drawing/2014/main" id="{4149C197-1F74-497A-BA20-7BD151103FA8}"/>
              </a:ext>
            </a:extLst>
          </p:cNvPr>
          <p:cNvSpPr/>
          <p:nvPr/>
        </p:nvSpPr>
        <p:spPr>
          <a:xfrm>
            <a:off x="2082847" y="4134297"/>
            <a:ext cx="371428" cy="319982"/>
          </a:xfrm>
          <a:custGeom>
            <a:avLst/>
            <a:gdLst>
              <a:gd name="T0" fmla="*/ 5753 w 10935"/>
              <a:gd name="T1" fmla="*/ 1128 h 9419"/>
              <a:gd name="T2" fmla="*/ 5467 w 10935"/>
              <a:gd name="T3" fmla="*/ 1415 h 9419"/>
              <a:gd name="T4" fmla="*/ 5180 w 10935"/>
              <a:gd name="T5" fmla="*/ 1127 h 9419"/>
              <a:gd name="T6" fmla="*/ 1132 w 10935"/>
              <a:gd name="T7" fmla="*/ 1117 h 9419"/>
              <a:gd name="T8" fmla="*/ 1122 w 10935"/>
              <a:gd name="T9" fmla="*/ 1127 h 9419"/>
              <a:gd name="T10" fmla="*/ 1122 w 10935"/>
              <a:gd name="T11" fmla="*/ 5202 h 9419"/>
              <a:gd name="T12" fmla="*/ 5004 w 10935"/>
              <a:gd name="T13" fmla="*/ 9160 h 9419"/>
              <a:gd name="T14" fmla="*/ 5922 w 10935"/>
              <a:gd name="T15" fmla="*/ 9169 h 9419"/>
              <a:gd name="T16" fmla="*/ 5930 w 10935"/>
              <a:gd name="T17" fmla="*/ 9160 h 9419"/>
              <a:gd name="T18" fmla="*/ 9814 w 10935"/>
              <a:gd name="T19" fmla="*/ 5201 h 9419"/>
              <a:gd name="T20" fmla="*/ 9814 w 10935"/>
              <a:gd name="T21" fmla="*/ 1126 h 9419"/>
              <a:gd name="T22" fmla="*/ 5765 w 10935"/>
              <a:gd name="T23" fmla="*/ 1115 h 9419"/>
              <a:gd name="T24" fmla="*/ 5753 w 10935"/>
              <a:gd name="T25" fmla="*/ 1128 h 9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935" h="9419">
                <a:moveTo>
                  <a:pt x="5753" y="1128"/>
                </a:moveTo>
                <a:lnTo>
                  <a:pt x="5467" y="1415"/>
                </a:lnTo>
                <a:lnTo>
                  <a:pt x="5180" y="1127"/>
                </a:lnTo>
                <a:cubicBezTo>
                  <a:pt x="4065" y="5"/>
                  <a:pt x="2252" y="0"/>
                  <a:pt x="1132" y="1117"/>
                </a:cubicBezTo>
                <a:lnTo>
                  <a:pt x="1122" y="1127"/>
                </a:lnTo>
                <a:cubicBezTo>
                  <a:pt x="0" y="2253"/>
                  <a:pt x="0" y="4074"/>
                  <a:pt x="1122" y="5202"/>
                </a:cubicBezTo>
                <a:lnTo>
                  <a:pt x="5004" y="9160"/>
                </a:lnTo>
                <a:cubicBezTo>
                  <a:pt x="5255" y="9415"/>
                  <a:pt x="5665" y="9419"/>
                  <a:pt x="5922" y="9169"/>
                </a:cubicBezTo>
                <a:lnTo>
                  <a:pt x="5930" y="9160"/>
                </a:lnTo>
                <a:lnTo>
                  <a:pt x="9814" y="5201"/>
                </a:lnTo>
                <a:cubicBezTo>
                  <a:pt x="10935" y="4075"/>
                  <a:pt x="10935" y="2254"/>
                  <a:pt x="9814" y="1126"/>
                </a:cubicBezTo>
                <a:cubicBezTo>
                  <a:pt x="8699" y="5"/>
                  <a:pt x="6885" y="0"/>
                  <a:pt x="5765" y="1115"/>
                </a:cubicBezTo>
                <a:lnTo>
                  <a:pt x="5753" y="112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a:ea typeface="微软雅黑"/>
              <a:sym typeface="微软雅黑"/>
            </a:endParaRPr>
          </a:p>
        </p:txBody>
      </p:sp>
      <p:sp>
        <p:nvSpPr>
          <p:cNvPr id="30" name="文本框 29">
            <a:extLst>
              <a:ext uri="{FF2B5EF4-FFF2-40B4-BE49-F238E27FC236}">
                <a16:creationId xmlns:a16="http://schemas.microsoft.com/office/drawing/2014/main" id="{FA97DB22-34ED-4909-AEBE-4FAFAB141EBA}"/>
              </a:ext>
            </a:extLst>
          </p:cNvPr>
          <p:cNvSpPr txBox="1"/>
          <p:nvPr/>
        </p:nvSpPr>
        <p:spPr>
          <a:xfrm>
            <a:off x="1605186" y="4871498"/>
            <a:ext cx="1326751" cy="369332"/>
          </a:xfrm>
          <a:prstGeom prst="rect">
            <a:avLst/>
          </a:prstGeom>
          <a:noFill/>
        </p:spPr>
        <p:txBody>
          <a:bodyPr wrap="square" rtlCol="0">
            <a:spAutoFit/>
          </a:bodyPr>
          <a:lstStyle/>
          <a:p>
            <a:pPr algn="ctr"/>
            <a:r>
              <a:rPr lang="en-US" altLang="zh-CN">
                <a:solidFill>
                  <a:schemeClr val="dk1">
                    <a:lumMod val="100000"/>
                  </a:schemeClr>
                </a:solidFill>
                <a:latin typeface="微软雅黑"/>
                <a:ea typeface="微软雅黑"/>
                <a:cs typeface="OPPOSans H" panose="00020600040101010101" pitchFamily="18" charset="-122"/>
                <a:sym typeface="微软雅黑"/>
              </a:rPr>
              <a:t>5</a:t>
            </a:r>
            <a:endParaRPr lang="zh-CN" altLang="en-US">
              <a:solidFill>
                <a:schemeClr val="dk1">
                  <a:lumMod val="100000"/>
                </a:schemeClr>
              </a:solidFill>
              <a:latin typeface="微软雅黑"/>
              <a:ea typeface="微软雅黑"/>
              <a:cs typeface="OPPOSans H" panose="00020600040101010101" pitchFamily="18" charset="-122"/>
              <a:sym typeface="微软雅黑"/>
            </a:endParaRPr>
          </a:p>
        </p:txBody>
      </p:sp>
      <p:sp>
        <p:nvSpPr>
          <p:cNvPr id="31" name="文本框 30">
            <a:extLst>
              <a:ext uri="{FF2B5EF4-FFF2-40B4-BE49-F238E27FC236}">
                <a16:creationId xmlns:a16="http://schemas.microsoft.com/office/drawing/2014/main" id="{F26E6D05-6AB0-4339-B2D6-2B1DF9B497E4}"/>
              </a:ext>
            </a:extLst>
          </p:cNvPr>
          <p:cNvSpPr txBox="1"/>
          <p:nvPr/>
        </p:nvSpPr>
        <p:spPr>
          <a:xfrm>
            <a:off x="1154502" y="5236372"/>
            <a:ext cx="2228119" cy="978729"/>
          </a:xfrm>
          <a:prstGeom prst="rect">
            <a:avLst/>
          </a:prstGeom>
          <a:noFill/>
        </p:spPr>
        <p:txBody>
          <a:bodyPr wrap="square" rtlCol="0">
            <a:spAutoFit/>
          </a:bodyPr>
          <a:lstStyle>
            <a:defPPr>
              <a:defRPr lang="zh-CN"/>
            </a:defPPr>
            <a:lvl1pPr algn="ctr">
              <a:lnSpc>
                <a:spcPct val="120000"/>
              </a:lnSpc>
              <a:defRPr sz="1400">
                <a:solidFill>
                  <a:schemeClr val="bg1">
                    <a:lumMod val="50000"/>
                  </a:schemeClr>
                </a:solidFill>
              </a:defRPr>
            </a:lvl1pPr>
          </a:lstStyle>
          <a:p>
            <a:r>
              <a:rPr lang="zh-CN" altLang="en-US" sz="1200">
                <a:latin typeface="微软雅黑"/>
                <a:ea typeface="微软雅黑"/>
                <a:sym typeface="微软雅黑"/>
              </a:rPr>
              <a:t>在表现三个或三个以上主体或主体之间的联系时，镜头摇过时或作减速、或作停顿，以构成一种间歇摇。</a:t>
            </a:r>
          </a:p>
        </p:txBody>
      </p:sp>
      <p:sp>
        <p:nvSpPr>
          <p:cNvPr id="33" name="椭圆 32">
            <a:extLst>
              <a:ext uri="{FF2B5EF4-FFF2-40B4-BE49-F238E27FC236}">
                <a16:creationId xmlns:a16="http://schemas.microsoft.com/office/drawing/2014/main" id="{CA74C297-B6E7-4185-91A8-2C10207E21F9}"/>
              </a:ext>
            </a:extLst>
          </p:cNvPr>
          <p:cNvSpPr/>
          <p:nvPr/>
        </p:nvSpPr>
        <p:spPr>
          <a:xfrm>
            <a:off x="4464505" y="3905667"/>
            <a:ext cx="777240" cy="777240"/>
          </a:xfrm>
          <a:prstGeom prst="ellipse">
            <a:avLst/>
          </a:prstGeom>
          <a:solidFill>
            <a:schemeClr val="accent1"/>
          </a:solidFill>
          <a:ln>
            <a:noFill/>
          </a:ln>
          <a:effectLst>
            <a:outerShdw blurRad="127000" dist="38100" dir="2700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34" name="文本框 33">
            <a:extLst>
              <a:ext uri="{FF2B5EF4-FFF2-40B4-BE49-F238E27FC236}">
                <a16:creationId xmlns:a16="http://schemas.microsoft.com/office/drawing/2014/main" id="{84FC25A8-BCFA-4C2F-A716-650BFB91C370}"/>
              </a:ext>
            </a:extLst>
          </p:cNvPr>
          <p:cNvSpPr txBox="1"/>
          <p:nvPr/>
        </p:nvSpPr>
        <p:spPr>
          <a:xfrm>
            <a:off x="4189750" y="4871498"/>
            <a:ext cx="1326751" cy="369332"/>
          </a:xfrm>
          <a:prstGeom prst="rect">
            <a:avLst/>
          </a:prstGeom>
          <a:noFill/>
        </p:spPr>
        <p:txBody>
          <a:bodyPr wrap="square" rtlCol="0">
            <a:spAutoFit/>
          </a:bodyPr>
          <a:lstStyle/>
          <a:p>
            <a:pPr algn="ctr"/>
            <a:r>
              <a:rPr lang="en-US" altLang="zh-CN">
                <a:solidFill>
                  <a:schemeClr val="dk1">
                    <a:lumMod val="100000"/>
                  </a:schemeClr>
                </a:solidFill>
                <a:latin typeface="微软雅黑"/>
                <a:ea typeface="微软雅黑"/>
                <a:cs typeface="OPPOSans H" panose="00020600040101010101" pitchFamily="18" charset="-122"/>
                <a:sym typeface="微软雅黑"/>
              </a:rPr>
              <a:t>6</a:t>
            </a:r>
            <a:endParaRPr lang="zh-CN" altLang="en-US">
              <a:solidFill>
                <a:schemeClr val="dk1">
                  <a:lumMod val="100000"/>
                </a:schemeClr>
              </a:solidFill>
              <a:latin typeface="微软雅黑"/>
              <a:ea typeface="微软雅黑"/>
              <a:cs typeface="OPPOSans H" panose="00020600040101010101" pitchFamily="18" charset="-122"/>
              <a:sym typeface="微软雅黑"/>
            </a:endParaRPr>
          </a:p>
        </p:txBody>
      </p:sp>
      <p:sp>
        <p:nvSpPr>
          <p:cNvPr id="35" name="文本框 34">
            <a:extLst>
              <a:ext uri="{FF2B5EF4-FFF2-40B4-BE49-F238E27FC236}">
                <a16:creationId xmlns:a16="http://schemas.microsoft.com/office/drawing/2014/main" id="{B6533EDE-24BA-4D1D-9498-3073F618BB41}"/>
              </a:ext>
            </a:extLst>
          </p:cNvPr>
          <p:cNvSpPr txBox="1"/>
          <p:nvPr/>
        </p:nvSpPr>
        <p:spPr>
          <a:xfrm>
            <a:off x="3739066" y="5236372"/>
            <a:ext cx="2228119" cy="978729"/>
          </a:xfrm>
          <a:prstGeom prst="rect">
            <a:avLst/>
          </a:prstGeom>
          <a:noFill/>
        </p:spPr>
        <p:txBody>
          <a:bodyPr wrap="square" rtlCol="0">
            <a:spAutoFit/>
          </a:bodyPr>
          <a:lstStyle>
            <a:defPPr>
              <a:defRPr lang="zh-CN"/>
            </a:defPPr>
            <a:lvl1pPr algn="ctr">
              <a:lnSpc>
                <a:spcPct val="120000"/>
              </a:lnSpc>
              <a:defRPr sz="1400">
                <a:solidFill>
                  <a:schemeClr val="bg1">
                    <a:lumMod val="50000"/>
                  </a:schemeClr>
                </a:solidFill>
              </a:defRPr>
            </a:lvl1pPr>
          </a:lstStyle>
          <a:p>
            <a:r>
              <a:rPr lang="zh-CN" altLang="en-US" sz="1200">
                <a:latin typeface="微软雅黑"/>
                <a:ea typeface="微软雅黑"/>
                <a:sym typeface="微软雅黑"/>
              </a:rPr>
              <a:t>在一个稳定的起幅画面后利用极快的摇速使画面中的形象全部虚化，以形成具有特殊表现力的摇镜头。</a:t>
            </a:r>
          </a:p>
        </p:txBody>
      </p:sp>
      <p:sp>
        <p:nvSpPr>
          <p:cNvPr id="36" name="dollar-currency-symbol_74742">
            <a:extLst>
              <a:ext uri="{FF2B5EF4-FFF2-40B4-BE49-F238E27FC236}">
                <a16:creationId xmlns:a16="http://schemas.microsoft.com/office/drawing/2014/main" id="{BC6D3906-B19D-4CA9-9775-1A373F38D457}"/>
              </a:ext>
            </a:extLst>
          </p:cNvPr>
          <p:cNvSpPr/>
          <p:nvPr/>
        </p:nvSpPr>
        <p:spPr>
          <a:xfrm>
            <a:off x="4743539" y="4094259"/>
            <a:ext cx="219172" cy="400056"/>
          </a:xfrm>
          <a:custGeom>
            <a:avLst/>
            <a:gdLst>
              <a:gd name="T0" fmla="*/ 2470 w 2473"/>
              <a:gd name="T1" fmla="*/ 3098 h 4520"/>
              <a:gd name="T2" fmla="*/ 2049 w 2473"/>
              <a:gd name="T3" fmla="*/ 2258 h 4520"/>
              <a:gd name="T4" fmla="*/ 1312 w 2473"/>
              <a:gd name="T5" fmla="*/ 1947 h 4520"/>
              <a:gd name="T6" fmla="*/ 625 w 2473"/>
              <a:gd name="T7" fmla="*/ 1446 h 4520"/>
              <a:gd name="T8" fmla="*/ 1309 w 2473"/>
              <a:gd name="T9" fmla="*/ 1061 h 4520"/>
              <a:gd name="T10" fmla="*/ 1967 w 2473"/>
              <a:gd name="T11" fmla="*/ 1238 h 4520"/>
              <a:gd name="T12" fmla="*/ 2293 w 2473"/>
              <a:gd name="T13" fmla="*/ 734 h 4520"/>
              <a:gd name="T14" fmla="*/ 1494 w 2473"/>
              <a:gd name="T15" fmla="*/ 471 h 4520"/>
              <a:gd name="T16" fmla="*/ 1494 w 2473"/>
              <a:gd name="T17" fmla="*/ 0 h 4520"/>
              <a:gd name="T18" fmla="*/ 894 w 2473"/>
              <a:gd name="T19" fmla="*/ 0 h 4520"/>
              <a:gd name="T20" fmla="*/ 894 w 2473"/>
              <a:gd name="T21" fmla="*/ 504 h 4520"/>
              <a:gd name="T22" fmla="*/ 24 w 2473"/>
              <a:gd name="T23" fmla="*/ 1446 h 4520"/>
              <a:gd name="T24" fmla="*/ 434 w 2473"/>
              <a:gd name="T25" fmla="*/ 2229 h 4520"/>
              <a:gd name="T26" fmla="*/ 1138 w 2473"/>
              <a:gd name="T27" fmla="*/ 2522 h 4520"/>
              <a:gd name="T28" fmla="*/ 1870 w 2473"/>
              <a:gd name="T29" fmla="*/ 3094 h 4520"/>
              <a:gd name="T30" fmla="*/ 1870 w 2473"/>
              <a:gd name="T31" fmla="*/ 3097 h 4520"/>
              <a:gd name="T32" fmla="*/ 1212 w 2473"/>
              <a:gd name="T33" fmla="*/ 3459 h 4520"/>
              <a:gd name="T34" fmla="*/ 436 w 2473"/>
              <a:gd name="T35" fmla="*/ 3146 h 4520"/>
              <a:gd name="T36" fmla="*/ 0 w 2473"/>
              <a:gd name="T37" fmla="*/ 3559 h 4520"/>
              <a:gd name="T38" fmla="*/ 894 w 2473"/>
              <a:gd name="T39" fmla="*/ 4029 h 4520"/>
              <a:gd name="T40" fmla="*/ 894 w 2473"/>
              <a:gd name="T41" fmla="*/ 4520 h 4520"/>
              <a:gd name="T42" fmla="*/ 1494 w 2473"/>
              <a:gd name="T43" fmla="*/ 4520 h 4520"/>
              <a:gd name="T44" fmla="*/ 1494 w 2473"/>
              <a:gd name="T45" fmla="*/ 4039 h 4520"/>
              <a:gd name="T46" fmla="*/ 2470 w 2473"/>
              <a:gd name="T47" fmla="*/ 3098 h 4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73" h="4520">
                <a:moveTo>
                  <a:pt x="2470" y="3098"/>
                </a:moveTo>
                <a:cubicBezTo>
                  <a:pt x="2473" y="2740"/>
                  <a:pt x="2331" y="2458"/>
                  <a:pt x="2049" y="2258"/>
                </a:cubicBezTo>
                <a:cubicBezTo>
                  <a:pt x="1831" y="2104"/>
                  <a:pt x="1567" y="2024"/>
                  <a:pt x="1312" y="1947"/>
                </a:cubicBezTo>
                <a:cubicBezTo>
                  <a:pt x="779" y="1785"/>
                  <a:pt x="625" y="1700"/>
                  <a:pt x="625" y="1446"/>
                </a:cubicBezTo>
                <a:cubicBezTo>
                  <a:pt x="625" y="1162"/>
                  <a:pt x="993" y="1061"/>
                  <a:pt x="1309" y="1061"/>
                </a:cubicBezTo>
                <a:cubicBezTo>
                  <a:pt x="1539" y="1061"/>
                  <a:pt x="1803" y="1133"/>
                  <a:pt x="1967" y="1238"/>
                </a:cubicBezTo>
                <a:lnTo>
                  <a:pt x="2293" y="734"/>
                </a:lnTo>
                <a:cubicBezTo>
                  <a:pt x="2078" y="595"/>
                  <a:pt x="1784" y="500"/>
                  <a:pt x="1494" y="471"/>
                </a:cubicBezTo>
                <a:lnTo>
                  <a:pt x="1494" y="0"/>
                </a:lnTo>
                <a:lnTo>
                  <a:pt x="894" y="0"/>
                </a:lnTo>
                <a:lnTo>
                  <a:pt x="894" y="504"/>
                </a:lnTo>
                <a:cubicBezTo>
                  <a:pt x="360" y="621"/>
                  <a:pt x="24" y="970"/>
                  <a:pt x="24" y="1446"/>
                </a:cubicBezTo>
                <a:cubicBezTo>
                  <a:pt x="24" y="1779"/>
                  <a:pt x="162" y="2043"/>
                  <a:pt x="434" y="2229"/>
                </a:cubicBezTo>
                <a:cubicBezTo>
                  <a:pt x="641" y="2371"/>
                  <a:pt x="894" y="2448"/>
                  <a:pt x="1138" y="2522"/>
                </a:cubicBezTo>
                <a:cubicBezTo>
                  <a:pt x="1660" y="2679"/>
                  <a:pt x="1872" y="2776"/>
                  <a:pt x="1870" y="3094"/>
                </a:cubicBezTo>
                <a:lnTo>
                  <a:pt x="1870" y="3097"/>
                </a:lnTo>
                <a:cubicBezTo>
                  <a:pt x="1870" y="3364"/>
                  <a:pt x="1515" y="3459"/>
                  <a:pt x="1212" y="3459"/>
                </a:cubicBezTo>
                <a:cubicBezTo>
                  <a:pt x="925" y="3459"/>
                  <a:pt x="613" y="3333"/>
                  <a:pt x="436" y="3146"/>
                </a:cubicBezTo>
                <a:lnTo>
                  <a:pt x="0" y="3559"/>
                </a:lnTo>
                <a:cubicBezTo>
                  <a:pt x="224" y="3796"/>
                  <a:pt x="549" y="3963"/>
                  <a:pt x="894" y="4029"/>
                </a:cubicBezTo>
                <a:lnTo>
                  <a:pt x="894" y="4520"/>
                </a:lnTo>
                <a:lnTo>
                  <a:pt x="1494" y="4520"/>
                </a:lnTo>
                <a:lnTo>
                  <a:pt x="1494" y="4039"/>
                </a:lnTo>
                <a:cubicBezTo>
                  <a:pt x="2088" y="3955"/>
                  <a:pt x="2469" y="3597"/>
                  <a:pt x="2470" y="309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a:ea typeface="微软雅黑"/>
              <a:sym typeface="微软雅黑"/>
            </a:endParaRPr>
          </a:p>
        </p:txBody>
      </p:sp>
      <p:sp>
        <p:nvSpPr>
          <p:cNvPr id="38" name="椭圆 37">
            <a:extLst>
              <a:ext uri="{FF2B5EF4-FFF2-40B4-BE49-F238E27FC236}">
                <a16:creationId xmlns:a16="http://schemas.microsoft.com/office/drawing/2014/main" id="{0FAFCBCE-4298-47B8-9473-8001538F5327}"/>
              </a:ext>
            </a:extLst>
          </p:cNvPr>
          <p:cNvSpPr/>
          <p:nvPr/>
        </p:nvSpPr>
        <p:spPr>
          <a:xfrm>
            <a:off x="7049069" y="3905667"/>
            <a:ext cx="777240" cy="777240"/>
          </a:xfrm>
          <a:prstGeom prst="ellipse">
            <a:avLst/>
          </a:prstGeom>
          <a:solidFill>
            <a:schemeClr val="accent2"/>
          </a:solidFill>
          <a:ln>
            <a:noFill/>
          </a:ln>
          <a:effectLst>
            <a:outerShdw blurRad="127000" dist="38100" dir="2700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39" name="文本框 38">
            <a:extLst>
              <a:ext uri="{FF2B5EF4-FFF2-40B4-BE49-F238E27FC236}">
                <a16:creationId xmlns:a16="http://schemas.microsoft.com/office/drawing/2014/main" id="{1A29D763-000C-4264-9C1C-C54D28E1E4CD}"/>
              </a:ext>
            </a:extLst>
          </p:cNvPr>
          <p:cNvSpPr txBox="1"/>
          <p:nvPr/>
        </p:nvSpPr>
        <p:spPr>
          <a:xfrm>
            <a:off x="6774314" y="4871498"/>
            <a:ext cx="1326751" cy="369332"/>
          </a:xfrm>
          <a:prstGeom prst="rect">
            <a:avLst/>
          </a:prstGeom>
          <a:noFill/>
        </p:spPr>
        <p:txBody>
          <a:bodyPr wrap="square" rtlCol="0">
            <a:spAutoFit/>
          </a:bodyPr>
          <a:lstStyle/>
          <a:p>
            <a:pPr algn="ctr"/>
            <a:r>
              <a:rPr lang="en-US" altLang="zh-CN">
                <a:solidFill>
                  <a:schemeClr val="dk1">
                    <a:lumMod val="100000"/>
                  </a:schemeClr>
                </a:solidFill>
                <a:latin typeface="微软雅黑"/>
                <a:ea typeface="微软雅黑"/>
                <a:cs typeface="OPPOSans H" panose="00020600040101010101" pitchFamily="18" charset="-122"/>
                <a:sym typeface="微软雅黑"/>
              </a:rPr>
              <a:t>7</a:t>
            </a:r>
            <a:endParaRPr lang="zh-CN" altLang="en-US">
              <a:solidFill>
                <a:schemeClr val="dk1">
                  <a:lumMod val="100000"/>
                </a:schemeClr>
              </a:solidFill>
              <a:latin typeface="微软雅黑"/>
              <a:ea typeface="微软雅黑"/>
              <a:cs typeface="OPPOSans H" panose="00020600040101010101" pitchFamily="18" charset="-122"/>
              <a:sym typeface="微软雅黑"/>
            </a:endParaRPr>
          </a:p>
        </p:txBody>
      </p:sp>
      <p:sp>
        <p:nvSpPr>
          <p:cNvPr id="40" name="文本框 39">
            <a:extLst>
              <a:ext uri="{FF2B5EF4-FFF2-40B4-BE49-F238E27FC236}">
                <a16:creationId xmlns:a16="http://schemas.microsoft.com/office/drawing/2014/main" id="{291DBA7D-0BAE-44C3-8D96-88AF7813EE2B}"/>
              </a:ext>
            </a:extLst>
          </p:cNvPr>
          <p:cNvSpPr txBox="1"/>
          <p:nvPr/>
        </p:nvSpPr>
        <p:spPr>
          <a:xfrm>
            <a:off x="6323630" y="5236371"/>
            <a:ext cx="2228119" cy="535531"/>
          </a:xfrm>
          <a:prstGeom prst="rect">
            <a:avLst/>
          </a:prstGeom>
          <a:noFill/>
        </p:spPr>
        <p:txBody>
          <a:bodyPr wrap="square" rtlCol="0">
            <a:spAutoFit/>
          </a:bodyPr>
          <a:lstStyle>
            <a:defPPr>
              <a:defRPr lang="zh-CN"/>
            </a:defPPr>
            <a:lvl1pPr algn="ctr">
              <a:lnSpc>
                <a:spcPct val="120000"/>
              </a:lnSpc>
              <a:defRPr sz="1400">
                <a:solidFill>
                  <a:schemeClr val="bg1">
                    <a:lumMod val="50000"/>
                  </a:schemeClr>
                </a:solidFill>
              </a:defRPr>
            </a:lvl1pPr>
          </a:lstStyle>
          <a:p>
            <a:r>
              <a:rPr lang="zh-CN" altLang="en-US" sz="1200">
                <a:latin typeface="微软雅黑"/>
                <a:ea typeface="微软雅黑"/>
                <a:sym typeface="微软雅黑"/>
              </a:rPr>
              <a:t>便于表现运动主体的动态、动势、运动方向和运动轨迹。</a:t>
            </a:r>
          </a:p>
        </p:txBody>
      </p:sp>
      <p:sp>
        <p:nvSpPr>
          <p:cNvPr id="41" name="dollar-currency-symbol_74742">
            <a:extLst>
              <a:ext uri="{FF2B5EF4-FFF2-40B4-BE49-F238E27FC236}">
                <a16:creationId xmlns:a16="http://schemas.microsoft.com/office/drawing/2014/main" id="{0DC24556-DE1F-43ED-8FD0-ECFAEBE43EEF}"/>
              </a:ext>
            </a:extLst>
          </p:cNvPr>
          <p:cNvSpPr/>
          <p:nvPr/>
        </p:nvSpPr>
        <p:spPr>
          <a:xfrm>
            <a:off x="7254358" y="4145596"/>
            <a:ext cx="376451" cy="299342"/>
          </a:xfrm>
          <a:custGeom>
            <a:avLst/>
            <a:gdLst>
              <a:gd name="T0" fmla="*/ 9960 w 10008"/>
              <a:gd name="T1" fmla="*/ 4156 h 7958"/>
              <a:gd name="T2" fmla="*/ 9575 w 10008"/>
              <a:gd name="T3" fmla="*/ 4614 h 7958"/>
              <a:gd name="T4" fmla="*/ 9445 w 10008"/>
              <a:gd name="T5" fmla="*/ 4682 h 7958"/>
              <a:gd name="T6" fmla="*/ 9427 w 10008"/>
              <a:gd name="T7" fmla="*/ 4682 h 7958"/>
              <a:gd name="T8" fmla="*/ 9297 w 10008"/>
              <a:gd name="T9" fmla="*/ 4639 h 7958"/>
              <a:gd name="T10" fmla="*/ 5004 w 10008"/>
              <a:gd name="T11" fmla="*/ 1059 h 7958"/>
              <a:gd name="T12" fmla="*/ 712 w 10008"/>
              <a:gd name="T13" fmla="*/ 4639 h 7958"/>
              <a:gd name="T14" fmla="*/ 563 w 10008"/>
              <a:gd name="T15" fmla="*/ 4682 h 7958"/>
              <a:gd name="T16" fmla="*/ 433 w 10008"/>
              <a:gd name="T17" fmla="*/ 4614 h 7958"/>
              <a:gd name="T18" fmla="*/ 48 w 10008"/>
              <a:gd name="T19" fmla="*/ 4155 h 7958"/>
              <a:gd name="T20" fmla="*/ 5 w 10008"/>
              <a:gd name="T21" fmla="*/ 4009 h 7958"/>
              <a:gd name="T22" fmla="*/ 73 w 10008"/>
              <a:gd name="T23" fmla="*/ 3877 h 7958"/>
              <a:gd name="T24" fmla="*/ 4533 w 10008"/>
              <a:gd name="T25" fmla="*/ 162 h 7958"/>
              <a:gd name="T26" fmla="*/ 5004 w 10008"/>
              <a:gd name="T27" fmla="*/ 0 h 7958"/>
              <a:gd name="T28" fmla="*/ 5475 w 10008"/>
              <a:gd name="T29" fmla="*/ 162 h 7958"/>
              <a:gd name="T30" fmla="*/ 6989 w 10008"/>
              <a:gd name="T31" fmla="*/ 1427 h 7958"/>
              <a:gd name="T32" fmla="*/ 6989 w 10008"/>
              <a:gd name="T33" fmla="*/ 217 h 7958"/>
              <a:gd name="T34" fmla="*/ 7045 w 10008"/>
              <a:gd name="T35" fmla="*/ 74 h 7958"/>
              <a:gd name="T36" fmla="*/ 7188 w 10008"/>
              <a:gd name="T37" fmla="*/ 18 h 7958"/>
              <a:gd name="T38" fmla="*/ 8379 w 10008"/>
              <a:gd name="T39" fmla="*/ 18 h 7958"/>
              <a:gd name="T40" fmla="*/ 8522 w 10008"/>
              <a:gd name="T41" fmla="*/ 74 h 7958"/>
              <a:gd name="T42" fmla="*/ 8578 w 10008"/>
              <a:gd name="T43" fmla="*/ 217 h 7958"/>
              <a:gd name="T44" fmla="*/ 8578 w 10008"/>
              <a:gd name="T45" fmla="*/ 2748 h 7958"/>
              <a:gd name="T46" fmla="*/ 9938 w 10008"/>
              <a:gd name="T47" fmla="*/ 3877 h 7958"/>
              <a:gd name="T48" fmla="*/ 10005 w 10008"/>
              <a:gd name="T49" fmla="*/ 4009 h 7958"/>
              <a:gd name="T50" fmla="*/ 9960 w 10008"/>
              <a:gd name="T51" fmla="*/ 4156 h 7958"/>
              <a:gd name="T52" fmla="*/ 8578 w 10008"/>
              <a:gd name="T53" fmla="*/ 4583 h 7958"/>
              <a:gd name="T54" fmla="*/ 8578 w 10008"/>
              <a:gd name="T55" fmla="*/ 7561 h 7958"/>
              <a:gd name="T56" fmla="*/ 8460 w 10008"/>
              <a:gd name="T57" fmla="*/ 7839 h 7958"/>
              <a:gd name="T58" fmla="*/ 8182 w 10008"/>
              <a:gd name="T59" fmla="*/ 7957 h 7958"/>
              <a:gd name="T60" fmla="*/ 5799 w 10008"/>
              <a:gd name="T61" fmla="*/ 7957 h 7958"/>
              <a:gd name="T62" fmla="*/ 5799 w 10008"/>
              <a:gd name="T63" fmla="*/ 5577 h 7958"/>
              <a:gd name="T64" fmla="*/ 4209 w 10008"/>
              <a:gd name="T65" fmla="*/ 5577 h 7958"/>
              <a:gd name="T66" fmla="*/ 4209 w 10008"/>
              <a:gd name="T67" fmla="*/ 7958 h 7958"/>
              <a:gd name="T68" fmla="*/ 1829 w 10008"/>
              <a:gd name="T69" fmla="*/ 7958 h 7958"/>
              <a:gd name="T70" fmla="*/ 1550 w 10008"/>
              <a:gd name="T71" fmla="*/ 7841 h 7958"/>
              <a:gd name="T72" fmla="*/ 1433 w 10008"/>
              <a:gd name="T73" fmla="*/ 7562 h 7958"/>
              <a:gd name="T74" fmla="*/ 1433 w 10008"/>
              <a:gd name="T75" fmla="*/ 4583 h 7958"/>
              <a:gd name="T76" fmla="*/ 1435 w 10008"/>
              <a:gd name="T77" fmla="*/ 4564 h 7958"/>
              <a:gd name="T78" fmla="*/ 1438 w 10008"/>
              <a:gd name="T79" fmla="*/ 4546 h 7958"/>
              <a:gd name="T80" fmla="*/ 5004 w 10008"/>
              <a:gd name="T81" fmla="*/ 1607 h 7958"/>
              <a:gd name="T82" fmla="*/ 8572 w 10008"/>
              <a:gd name="T83" fmla="*/ 4548 h 7958"/>
              <a:gd name="T84" fmla="*/ 8578 w 10008"/>
              <a:gd name="T85" fmla="*/ 4583 h 79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08" h="7958">
                <a:moveTo>
                  <a:pt x="9960" y="4156"/>
                </a:moveTo>
                <a:lnTo>
                  <a:pt x="9575" y="4614"/>
                </a:lnTo>
                <a:cubicBezTo>
                  <a:pt x="9543" y="4652"/>
                  <a:pt x="9498" y="4674"/>
                  <a:pt x="9445" y="4682"/>
                </a:cubicBezTo>
                <a:lnTo>
                  <a:pt x="9427" y="4682"/>
                </a:lnTo>
                <a:cubicBezTo>
                  <a:pt x="9373" y="4682"/>
                  <a:pt x="9329" y="4668"/>
                  <a:pt x="9297" y="4639"/>
                </a:cubicBezTo>
                <a:lnTo>
                  <a:pt x="5004" y="1059"/>
                </a:lnTo>
                <a:lnTo>
                  <a:pt x="712" y="4639"/>
                </a:lnTo>
                <a:cubicBezTo>
                  <a:pt x="662" y="4672"/>
                  <a:pt x="613" y="4687"/>
                  <a:pt x="563" y="4682"/>
                </a:cubicBezTo>
                <a:cubicBezTo>
                  <a:pt x="509" y="4674"/>
                  <a:pt x="465" y="4650"/>
                  <a:pt x="433" y="4614"/>
                </a:cubicBezTo>
                <a:lnTo>
                  <a:pt x="48" y="4155"/>
                </a:lnTo>
                <a:cubicBezTo>
                  <a:pt x="15" y="4114"/>
                  <a:pt x="0" y="4065"/>
                  <a:pt x="5" y="4009"/>
                </a:cubicBezTo>
                <a:cubicBezTo>
                  <a:pt x="9" y="3953"/>
                  <a:pt x="33" y="3909"/>
                  <a:pt x="73" y="3877"/>
                </a:cubicBezTo>
                <a:lnTo>
                  <a:pt x="4533" y="162"/>
                </a:lnTo>
                <a:cubicBezTo>
                  <a:pt x="4664" y="53"/>
                  <a:pt x="4822" y="0"/>
                  <a:pt x="5004" y="0"/>
                </a:cubicBezTo>
                <a:cubicBezTo>
                  <a:pt x="5185" y="0"/>
                  <a:pt x="5343" y="54"/>
                  <a:pt x="5475" y="162"/>
                </a:cubicBezTo>
                <a:lnTo>
                  <a:pt x="6989" y="1427"/>
                </a:lnTo>
                <a:lnTo>
                  <a:pt x="6989" y="217"/>
                </a:lnTo>
                <a:cubicBezTo>
                  <a:pt x="6989" y="159"/>
                  <a:pt x="7008" y="110"/>
                  <a:pt x="7045" y="74"/>
                </a:cubicBezTo>
                <a:cubicBezTo>
                  <a:pt x="7083" y="37"/>
                  <a:pt x="7130" y="18"/>
                  <a:pt x="7188" y="18"/>
                </a:cubicBezTo>
                <a:lnTo>
                  <a:pt x="8379" y="18"/>
                </a:lnTo>
                <a:cubicBezTo>
                  <a:pt x="8437" y="18"/>
                  <a:pt x="8485" y="37"/>
                  <a:pt x="8522" y="74"/>
                </a:cubicBezTo>
                <a:cubicBezTo>
                  <a:pt x="8559" y="112"/>
                  <a:pt x="8578" y="159"/>
                  <a:pt x="8578" y="217"/>
                </a:cubicBezTo>
                <a:lnTo>
                  <a:pt x="8578" y="2748"/>
                </a:lnTo>
                <a:lnTo>
                  <a:pt x="9938" y="3877"/>
                </a:lnTo>
                <a:cubicBezTo>
                  <a:pt x="9979" y="3909"/>
                  <a:pt x="10002" y="3954"/>
                  <a:pt x="10005" y="4009"/>
                </a:cubicBezTo>
                <a:cubicBezTo>
                  <a:pt x="10008" y="4065"/>
                  <a:pt x="9993" y="4114"/>
                  <a:pt x="9960" y="4156"/>
                </a:cubicBezTo>
                <a:close/>
                <a:moveTo>
                  <a:pt x="8578" y="4583"/>
                </a:moveTo>
                <a:lnTo>
                  <a:pt x="8578" y="7561"/>
                </a:lnTo>
                <a:cubicBezTo>
                  <a:pt x="8578" y="7668"/>
                  <a:pt x="8539" y="7762"/>
                  <a:pt x="8460" y="7839"/>
                </a:cubicBezTo>
                <a:cubicBezTo>
                  <a:pt x="8382" y="7917"/>
                  <a:pt x="8288" y="7957"/>
                  <a:pt x="8182" y="7957"/>
                </a:cubicBezTo>
                <a:lnTo>
                  <a:pt x="5799" y="7957"/>
                </a:lnTo>
                <a:lnTo>
                  <a:pt x="5799" y="5577"/>
                </a:lnTo>
                <a:lnTo>
                  <a:pt x="4209" y="5577"/>
                </a:lnTo>
                <a:lnTo>
                  <a:pt x="4209" y="7958"/>
                </a:lnTo>
                <a:lnTo>
                  <a:pt x="1829" y="7958"/>
                </a:lnTo>
                <a:cubicBezTo>
                  <a:pt x="1722" y="7958"/>
                  <a:pt x="1628" y="7919"/>
                  <a:pt x="1550" y="7841"/>
                </a:cubicBezTo>
                <a:cubicBezTo>
                  <a:pt x="1471" y="7762"/>
                  <a:pt x="1433" y="7669"/>
                  <a:pt x="1433" y="7562"/>
                </a:cubicBezTo>
                <a:lnTo>
                  <a:pt x="1433" y="4583"/>
                </a:lnTo>
                <a:cubicBezTo>
                  <a:pt x="1433" y="4579"/>
                  <a:pt x="1434" y="4573"/>
                  <a:pt x="1435" y="4564"/>
                </a:cubicBezTo>
                <a:cubicBezTo>
                  <a:pt x="1438" y="4557"/>
                  <a:pt x="1438" y="4550"/>
                  <a:pt x="1438" y="4546"/>
                </a:cubicBezTo>
                <a:lnTo>
                  <a:pt x="5004" y="1607"/>
                </a:lnTo>
                <a:lnTo>
                  <a:pt x="8572" y="4548"/>
                </a:lnTo>
                <a:cubicBezTo>
                  <a:pt x="8575" y="4554"/>
                  <a:pt x="8578" y="4567"/>
                  <a:pt x="8578" y="458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微软雅黑"/>
              <a:ea typeface="微软雅黑"/>
              <a:sym typeface="微软雅黑"/>
            </a:endParaRPr>
          </a:p>
        </p:txBody>
      </p:sp>
      <p:sp>
        <p:nvSpPr>
          <p:cNvPr id="43" name="椭圆 42">
            <a:extLst>
              <a:ext uri="{FF2B5EF4-FFF2-40B4-BE49-F238E27FC236}">
                <a16:creationId xmlns:a16="http://schemas.microsoft.com/office/drawing/2014/main" id="{DCE9D8CA-7D5C-4E08-90AF-B1564AD031DA}"/>
              </a:ext>
            </a:extLst>
          </p:cNvPr>
          <p:cNvSpPr/>
          <p:nvPr/>
        </p:nvSpPr>
        <p:spPr>
          <a:xfrm>
            <a:off x="9633635" y="3905667"/>
            <a:ext cx="777240" cy="777240"/>
          </a:xfrm>
          <a:prstGeom prst="ellipse">
            <a:avLst/>
          </a:prstGeom>
          <a:solidFill>
            <a:schemeClr val="accent1"/>
          </a:solidFill>
          <a:ln>
            <a:noFill/>
          </a:ln>
          <a:effectLst>
            <a:outerShdw blurRad="127000" dist="38100" dir="2700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44" name="文本框 43">
            <a:extLst>
              <a:ext uri="{FF2B5EF4-FFF2-40B4-BE49-F238E27FC236}">
                <a16:creationId xmlns:a16="http://schemas.microsoft.com/office/drawing/2014/main" id="{111EA1B1-BD93-44AE-BB83-19DA01A845C6}"/>
              </a:ext>
            </a:extLst>
          </p:cNvPr>
          <p:cNvSpPr txBox="1"/>
          <p:nvPr/>
        </p:nvSpPr>
        <p:spPr>
          <a:xfrm>
            <a:off x="9358879" y="4871498"/>
            <a:ext cx="1326751" cy="369332"/>
          </a:xfrm>
          <a:prstGeom prst="rect">
            <a:avLst/>
          </a:prstGeom>
          <a:noFill/>
        </p:spPr>
        <p:txBody>
          <a:bodyPr wrap="square" rtlCol="0">
            <a:spAutoFit/>
          </a:bodyPr>
          <a:lstStyle/>
          <a:p>
            <a:pPr algn="ctr"/>
            <a:r>
              <a:rPr lang="en-US" altLang="zh-CN">
                <a:solidFill>
                  <a:schemeClr val="dk1">
                    <a:lumMod val="100000"/>
                  </a:schemeClr>
                </a:solidFill>
                <a:latin typeface="微软雅黑"/>
                <a:ea typeface="微软雅黑"/>
                <a:cs typeface="OPPOSans H" panose="00020600040101010101" pitchFamily="18" charset="-122"/>
                <a:sym typeface="微软雅黑"/>
              </a:rPr>
              <a:t>8</a:t>
            </a:r>
            <a:endParaRPr lang="zh-CN" altLang="en-US">
              <a:solidFill>
                <a:schemeClr val="dk1">
                  <a:lumMod val="100000"/>
                </a:schemeClr>
              </a:solidFill>
              <a:latin typeface="微软雅黑"/>
              <a:ea typeface="微软雅黑"/>
              <a:cs typeface="OPPOSans H" panose="00020600040101010101" pitchFamily="18" charset="-122"/>
              <a:sym typeface="微软雅黑"/>
            </a:endParaRPr>
          </a:p>
        </p:txBody>
      </p:sp>
      <p:sp>
        <p:nvSpPr>
          <p:cNvPr id="45" name="文本框 44">
            <a:extLst>
              <a:ext uri="{FF2B5EF4-FFF2-40B4-BE49-F238E27FC236}">
                <a16:creationId xmlns:a16="http://schemas.microsoft.com/office/drawing/2014/main" id="{08268BFA-7D6E-429E-AF9F-526754B6229D}"/>
              </a:ext>
            </a:extLst>
          </p:cNvPr>
          <p:cNvSpPr txBox="1"/>
          <p:nvPr/>
        </p:nvSpPr>
        <p:spPr>
          <a:xfrm>
            <a:off x="8908195" y="5236371"/>
            <a:ext cx="2228119" cy="757130"/>
          </a:xfrm>
          <a:prstGeom prst="rect">
            <a:avLst/>
          </a:prstGeom>
          <a:noFill/>
        </p:spPr>
        <p:txBody>
          <a:bodyPr wrap="square" rtlCol="0">
            <a:spAutoFit/>
          </a:bodyPr>
          <a:lstStyle>
            <a:defPPr>
              <a:defRPr lang="zh-CN"/>
            </a:defPPr>
            <a:lvl1pPr algn="ctr">
              <a:lnSpc>
                <a:spcPct val="120000"/>
              </a:lnSpc>
              <a:defRPr sz="1400">
                <a:solidFill>
                  <a:schemeClr val="bg1">
                    <a:lumMod val="50000"/>
                  </a:schemeClr>
                </a:solidFill>
              </a:defRPr>
            </a:lvl1pPr>
          </a:lstStyle>
          <a:p>
            <a:r>
              <a:rPr lang="zh-CN" altLang="en-US" sz="1200">
                <a:latin typeface="微软雅黑"/>
                <a:ea typeface="微软雅黑"/>
                <a:sym typeface="微软雅黑"/>
              </a:rPr>
              <a:t>对一组相同或相似的画面主体用摇的方式让它们逐个出现，可形成一种积累的效果。</a:t>
            </a:r>
          </a:p>
        </p:txBody>
      </p:sp>
      <p:sp>
        <p:nvSpPr>
          <p:cNvPr id="46" name="megaphone_116128">
            <a:extLst>
              <a:ext uri="{FF2B5EF4-FFF2-40B4-BE49-F238E27FC236}">
                <a16:creationId xmlns:a16="http://schemas.microsoft.com/office/drawing/2014/main" id="{95911F9B-8004-4438-B393-46C7CE727D6C}"/>
              </a:ext>
            </a:extLst>
          </p:cNvPr>
          <p:cNvSpPr/>
          <p:nvPr/>
        </p:nvSpPr>
        <p:spPr>
          <a:xfrm>
            <a:off x="9821009" y="4145596"/>
            <a:ext cx="402492" cy="308000"/>
          </a:xfrm>
          <a:custGeom>
            <a:avLst/>
            <a:gdLst>
              <a:gd name="connsiteX0" fmla="*/ 534441 w 609050"/>
              <a:gd name="connsiteY0" fmla="*/ 237708 h 466070"/>
              <a:gd name="connsiteX1" fmla="*/ 546043 w 609050"/>
              <a:gd name="connsiteY1" fmla="*/ 242542 h 466070"/>
              <a:gd name="connsiteX2" fmla="*/ 570630 w 609050"/>
              <a:gd name="connsiteY2" fmla="*/ 267092 h 466070"/>
              <a:gd name="connsiteX3" fmla="*/ 570630 w 609050"/>
              <a:gd name="connsiteY3" fmla="*/ 290262 h 466070"/>
              <a:gd name="connsiteX4" fmla="*/ 559105 w 609050"/>
              <a:gd name="connsiteY4" fmla="*/ 295019 h 466070"/>
              <a:gd name="connsiteX5" fmla="*/ 547580 w 609050"/>
              <a:gd name="connsiteY5" fmla="*/ 290262 h 466070"/>
              <a:gd name="connsiteX6" fmla="*/ 522840 w 609050"/>
              <a:gd name="connsiteY6" fmla="*/ 265712 h 466070"/>
              <a:gd name="connsiteX7" fmla="*/ 522840 w 609050"/>
              <a:gd name="connsiteY7" fmla="*/ 242542 h 466070"/>
              <a:gd name="connsiteX8" fmla="*/ 534441 w 609050"/>
              <a:gd name="connsiteY8" fmla="*/ 237708 h 466070"/>
              <a:gd name="connsiteX9" fmla="*/ 557888 w 609050"/>
              <a:gd name="connsiteY9" fmla="*/ 177599 h 466070"/>
              <a:gd name="connsiteX10" fmla="*/ 592764 w 609050"/>
              <a:gd name="connsiteY10" fmla="*/ 177599 h 466070"/>
              <a:gd name="connsiteX11" fmla="*/ 609050 w 609050"/>
              <a:gd name="connsiteY11" fmla="*/ 194012 h 466070"/>
              <a:gd name="connsiteX12" fmla="*/ 592764 w 609050"/>
              <a:gd name="connsiteY12" fmla="*/ 210271 h 466070"/>
              <a:gd name="connsiteX13" fmla="*/ 557888 w 609050"/>
              <a:gd name="connsiteY13" fmla="*/ 210271 h 466070"/>
              <a:gd name="connsiteX14" fmla="*/ 541448 w 609050"/>
              <a:gd name="connsiteY14" fmla="*/ 194012 h 466070"/>
              <a:gd name="connsiteX15" fmla="*/ 557888 w 609050"/>
              <a:gd name="connsiteY15" fmla="*/ 177599 h 466070"/>
              <a:gd name="connsiteX16" fmla="*/ 67608 w 609050"/>
              <a:gd name="connsiteY16" fmla="*/ 144932 h 466070"/>
              <a:gd name="connsiteX17" fmla="*/ 67608 w 609050"/>
              <a:gd name="connsiteY17" fmla="*/ 247120 h 466070"/>
              <a:gd name="connsiteX18" fmla="*/ 100337 w 609050"/>
              <a:gd name="connsiteY18" fmla="*/ 247120 h 466070"/>
              <a:gd name="connsiteX19" fmla="*/ 100337 w 609050"/>
              <a:gd name="connsiteY19" fmla="*/ 144932 h 466070"/>
              <a:gd name="connsiteX20" fmla="*/ 559105 w 609050"/>
              <a:gd name="connsiteY20" fmla="*/ 94531 h 466070"/>
              <a:gd name="connsiteX21" fmla="*/ 570630 w 609050"/>
              <a:gd name="connsiteY21" fmla="*/ 99365 h 466070"/>
              <a:gd name="connsiteX22" fmla="*/ 570630 w 609050"/>
              <a:gd name="connsiteY22" fmla="*/ 122381 h 466070"/>
              <a:gd name="connsiteX23" fmla="*/ 546043 w 609050"/>
              <a:gd name="connsiteY23" fmla="*/ 147085 h 466070"/>
              <a:gd name="connsiteX24" fmla="*/ 534518 w 609050"/>
              <a:gd name="connsiteY24" fmla="*/ 151842 h 466070"/>
              <a:gd name="connsiteX25" fmla="*/ 522840 w 609050"/>
              <a:gd name="connsiteY25" fmla="*/ 147085 h 466070"/>
              <a:gd name="connsiteX26" fmla="*/ 522840 w 609050"/>
              <a:gd name="connsiteY26" fmla="*/ 123915 h 466070"/>
              <a:gd name="connsiteX27" fmla="*/ 547580 w 609050"/>
              <a:gd name="connsiteY27" fmla="*/ 99365 h 466070"/>
              <a:gd name="connsiteX28" fmla="*/ 559105 w 609050"/>
              <a:gd name="connsiteY28" fmla="*/ 94531 h 466070"/>
              <a:gd name="connsiteX29" fmla="*/ 456819 w 609050"/>
              <a:gd name="connsiteY29" fmla="*/ 1625 h 466070"/>
              <a:gd name="connsiteX30" fmla="*/ 475258 w 609050"/>
              <a:gd name="connsiteY30" fmla="*/ 13746 h 466070"/>
              <a:gd name="connsiteX31" fmla="*/ 475258 w 609050"/>
              <a:gd name="connsiteY31" fmla="*/ 375851 h 466070"/>
              <a:gd name="connsiteX32" fmla="*/ 456819 w 609050"/>
              <a:gd name="connsiteY32" fmla="*/ 388279 h 466070"/>
              <a:gd name="connsiteX33" fmla="*/ 245849 w 609050"/>
              <a:gd name="connsiteY33" fmla="*/ 296219 h 466070"/>
              <a:gd name="connsiteX34" fmla="*/ 135217 w 609050"/>
              <a:gd name="connsiteY34" fmla="*/ 296219 h 466070"/>
              <a:gd name="connsiteX35" fmla="*/ 135217 w 609050"/>
              <a:gd name="connsiteY35" fmla="*/ 445356 h 466070"/>
              <a:gd name="connsiteX36" fmla="*/ 115395 w 609050"/>
              <a:gd name="connsiteY36" fmla="*/ 466070 h 466070"/>
              <a:gd name="connsiteX37" fmla="*/ 53933 w 609050"/>
              <a:gd name="connsiteY37" fmla="*/ 466070 h 466070"/>
              <a:gd name="connsiteX38" fmla="*/ 32728 w 609050"/>
              <a:gd name="connsiteY38" fmla="*/ 445356 h 466070"/>
              <a:gd name="connsiteX39" fmla="*/ 32728 w 609050"/>
              <a:gd name="connsiteY39" fmla="*/ 296219 h 466070"/>
              <a:gd name="connsiteX40" fmla="*/ 21204 w 609050"/>
              <a:gd name="connsiteY40" fmla="*/ 296219 h 466070"/>
              <a:gd name="connsiteX41" fmla="*/ 0 w 609050"/>
              <a:gd name="connsiteY41" fmla="*/ 275658 h 466070"/>
              <a:gd name="connsiteX42" fmla="*/ 0 w 609050"/>
              <a:gd name="connsiteY42" fmla="*/ 113939 h 466070"/>
              <a:gd name="connsiteX43" fmla="*/ 21204 w 609050"/>
              <a:gd name="connsiteY43" fmla="*/ 93685 h 466070"/>
              <a:gd name="connsiteX44" fmla="*/ 245849 w 609050"/>
              <a:gd name="connsiteY44" fmla="*/ 93685 h 46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9050" h="466070">
                <a:moveTo>
                  <a:pt x="534441" y="237708"/>
                </a:moveTo>
                <a:cubicBezTo>
                  <a:pt x="538629" y="237708"/>
                  <a:pt x="542816" y="239319"/>
                  <a:pt x="546043" y="242542"/>
                </a:cubicBezTo>
                <a:lnTo>
                  <a:pt x="570630" y="267092"/>
                </a:lnTo>
                <a:cubicBezTo>
                  <a:pt x="577084" y="273537"/>
                  <a:pt x="577084" y="283818"/>
                  <a:pt x="570630" y="290262"/>
                </a:cubicBezTo>
                <a:cubicBezTo>
                  <a:pt x="567557" y="293485"/>
                  <a:pt x="563254" y="295019"/>
                  <a:pt x="559105" y="295019"/>
                </a:cubicBezTo>
                <a:cubicBezTo>
                  <a:pt x="554956" y="295019"/>
                  <a:pt x="550653" y="293485"/>
                  <a:pt x="547580" y="290262"/>
                </a:cubicBezTo>
                <a:lnTo>
                  <a:pt x="522840" y="265712"/>
                </a:lnTo>
                <a:cubicBezTo>
                  <a:pt x="516539" y="259267"/>
                  <a:pt x="516539" y="248986"/>
                  <a:pt x="522840" y="242542"/>
                </a:cubicBezTo>
                <a:cubicBezTo>
                  <a:pt x="526067" y="239319"/>
                  <a:pt x="530254" y="237708"/>
                  <a:pt x="534441" y="237708"/>
                </a:cubicBezTo>
                <a:close/>
                <a:moveTo>
                  <a:pt x="557888" y="177599"/>
                </a:moveTo>
                <a:lnTo>
                  <a:pt x="592764" y="177599"/>
                </a:lnTo>
                <a:cubicBezTo>
                  <a:pt x="601829" y="177599"/>
                  <a:pt x="609050" y="184962"/>
                  <a:pt x="609050" y="194012"/>
                </a:cubicBezTo>
                <a:cubicBezTo>
                  <a:pt x="609050" y="203062"/>
                  <a:pt x="601829" y="210271"/>
                  <a:pt x="592764" y="210271"/>
                </a:cubicBezTo>
                <a:lnTo>
                  <a:pt x="557888" y="210271"/>
                </a:lnTo>
                <a:cubicBezTo>
                  <a:pt x="548823" y="210271"/>
                  <a:pt x="541448" y="203062"/>
                  <a:pt x="541448" y="194012"/>
                </a:cubicBezTo>
                <a:cubicBezTo>
                  <a:pt x="541448" y="184962"/>
                  <a:pt x="548823" y="177599"/>
                  <a:pt x="557888" y="177599"/>
                </a:cubicBezTo>
                <a:close/>
                <a:moveTo>
                  <a:pt x="67608" y="144932"/>
                </a:moveTo>
                <a:lnTo>
                  <a:pt x="67608" y="247120"/>
                </a:lnTo>
                <a:lnTo>
                  <a:pt x="100337" y="247120"/>
                </a:lnTo>
                <a:lnTo>
                  <a:pt x="100337" y="144932"/>
                </a:lnTo>
                <a:close/>
                <a:moveTo>
                  <a:pt x="559105" y="94531"/>
                </a:moveTo>
                <a:cubicBezTo>
                  <a:pt x="563293" y="94531"/>
                  <a:pt x="567480" y="96142"/>
                  <a:pt x="570630" y="99365"/>
                </a:cubicBezTo>
                <a:cubicBezTo>
                  <a:pt x="577084" y="105656"/>
                  <a:pt x="577084" y="116090"/>
                  <a:pt x="570630" y="122381"/>
                </a:cubicBezTo>
                <a:lnTo>
                  <a:pt x="546043" y="147085"/>
                </a:lnTo>
                <a:cubicBezTo>
                  <a:pt x="542816" y="150308"/>
                  <a:pt x="538667" y="151842"/>
                  <a:pt x="534518" y="151842"/>
                </a:cubicBezTo>
                <a:cubicBezTo>
                  <a:pt x="530216" y="151842"/>
                  <a:pt x="526067" y="150308"/>
                  <a:pt x="522840" y="147085"/>
                </a:cubicBezTo>
                <a:cubicBezTo>
                  <a:pt x="516539" y="140641"/>
                  <a:pt x="516539" y="130360"/>
                  <a:pt x="522840" y="123915"/>
                </a:cubicBezTo>
                <a:lnTo>
                  <a:pt x="547580" y="99365"/>
                </a:lnTo>
                <a:cubicBezTo>
                  <a:pt x="550730" y="96142"/>
                  <a:pt x="554918" y="94531"/>
                  <a:pt x="559105" y="94531"/>
                </a:cubicBezTo>
                <a:close/>
                <a:moveTo>
                  <a:pt x="456819" y="1625"/>
                </a:moveTo>
                <a:cubicBezTo>
                  <a:pt x="467268" y="-2978"/>
                  <a:pt x="475258" y="2546"/>
                  <a:pt x="475258" y="13746"/>
                </a:cubicBezTo>
                <a:lnTo>
                  <a:pt x="475258" y="375851"/>
                </a:lnTo>
                <a:cubicBezTo>
                  <a:pt x="475258" y="387052"/>
                  <a:pt x="467268" y="392729"/>
                  <a:pt x="456819" y="388279"/>
                </a:cubicBezTo>
                <a:lnTo>
                  <a:pt x="245849" y="296219"/>
                </a:lnTo>
                <a:lnTo>
                  <a:pt x="135217" y="296219"/>
                </a:lnTo>
                <a:lnTo>
                  <a:pt x="135217" y="445356"/>
                </a:lnTo>
                <a:cubicBezTo>
                  <a:pt x="135217" y="456711"/>
                  <a:pt x="126766" y="466070"/>
                  <a:pt x="115395" y="466070"/>
                </a:cubicBezTo>
                <a:lnTo>
                  <a:pt x="53933" y="466070"/>
                </a:lnTo>
                <a:cubicBezTo>
                  <a:pt x="42562" y="466070"/>
                  <a:pt x="32728" y="456711"/>
                  <a:pt x="32728" y="445356"/>
                </a:cubicBezTo>
                <a:lnTo>
                  <a:pt x="32728" y="296219"/>
                </a:lnTo>
                <a:lnTo>
                  <a:pt x="21204" y="296219"/>
                </a:lnTo>
                <a:cubicBezTo>
                  <a:pt x="9834" y="296219"/>
                  <a:pt x="0" y="286859"/>
                  <a:pt x="0" y="275658"/>
                </a:cubicBezTo>
                <a:lnTo>
                  <a:pt x="0" y="113939"/>
                </a:lnTo>
                <a:cubicBezTo>
                  <a:pt x="0" y="102738"/>
                  <a:pt x="9834" y="93685"/>
                  <a:pt x="21204" y="93685"/>
                </a:cubicBezTo>
                <a:lnTo>
                  <a:pt x="245849" y="9368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a:ea typeface="微软雅黑"/>
              <a:sym typeface="微软雅黑"/>
            </a:endParaRPr>
          </a:p>
        </p:txBody>
      </p:sp>
    </p:spTree>
    <p:extLst>
      <p:ext uri="{BB962C8B-B14F-4D97-AF65-F5344CB8AC3E}">
        <p14:creationId xmlns:p14="http://schemas.microsoft.com/office/powerpoint/2010/main" val="198541581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fill="hold"/>
                                        <p:tgtEl>
                                          <p:spTgt spid="19"/>
                                        </p:tgtEl>
                                        <p:attrNameLst>
                                          <p:attrName>ppt_x</p:attrName>
                                        </p:attrNameLst>
                                      </p:cBhvr>
                                      <p:tavLst>
                                        <p:tav tm="0">
                                          <p:val>
                                            <p:strVal val="#ppt_x"/>
                                          </p:val>
                                        </p:tav>
                                        <p:tav tm="100000">
                                          <p:val>
                                            <p:strVal val="#ppt_x"/>
                                          </p:val>
                                        </p:tav>
                                      </p:tavLst>
                                    </p:anim>
                                    <p:anim calcmode="lin" valueType="num">
                                      <p:cBhvr additive="base">
                                        <p:cTn id="48" dur="500" fill="hold"/>
                                        <p:tgtEl>
                                          <p:spTgt spid="19"/>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additive="base">
                                        <p:cTn id="55" dur="500" fill="hold"/>
                                        <p:tgtEl>
                                          <p:spTgt spid="21"/>
                                        </p:tgtEl>
                                        <p:attrNameLst>
                                          <p:attrName>ppt_x</p:attrName>
                                        </p:attrNameLst>
                                      </p:cBhvr>
                                      <p:tavLst>
                                        <p:tav tm="0">
                                          <p:val>
                                            <p:strVal val="#ppt_x"/>
                                          </p:val>
                                        </p:tav>
                                        <p:tav tm="100000">
                                          <p:val>
                                            <p:strVal val="#ppt_x"/>
                                          </p:val>
                                        </p:tav>
                                      </p:tavLst>
                                    </p:anim>
                                    <p:anim calcmode="lin" valueType="num">
                                      <p:cBhvr additive="base">
                                        <p:cTn id="56" dur="500" fill="hold"/>
                                        <p:tgtEl>
                                          <p:spTgt spid="21"/>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 calcmode="lin" valueType="num">
                                      <p:cBhvr additive="base">
                                        <p:cTn id="59" dur="500" fill="hold"/>
                                        <p:tgtEl>
                                          <p:spTgt spid="23"/>
                                        </p:tgtEl>
                                        <p:attrNameLst>
                                          <p:attrName>ppt_x</p:attrName>
                                        </p:attrNameLst>
                                      </p:cBhvr>
                                      <p:tavLst>
                                        <p:tav tm="0">
                                          <p:val>
                                            <p:strVal val="#ppt_x"/>
                                          </p:val>
                                        </p:tav>
                                        <p:tav tm="100000">
                                          <p:val>
                                            <p:strVal val="#ppt_x"/>
                                          </p:val>
                                        </p:tav>
                                      </p:tavLst>
                                    </p:anim>
                                    <p:anim calcmode="lin" valueType="num">
                                      <p:cBhvr additive="base">
                                        <p:cTn id="60" dur="500" fill="hold"/>
                                        <p:tgtEl>
                                          <p:spTgt spid="23"/>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 calcmode="lin" valueType="num">
                                      <p:cBhvr additive="base">
                                        <p:cTn id="63" dur="500" fill="hold"/>
                                        <p:tgtEl>
                                          <p:spTgt spid="24"/>
                                        </p:tgtEl>
                                        <p:attrNameLst>
                                          <p:attrName>ppt_x</p:attrName>
                                        </p:attrNameLst>
                                      </p:cBhvr>
                                      <p:tavLst>
                                        <p:tav tm="0">
                                          <p:val>
                                            <p:strVal val="#ppt_x"/>
                                          </p:val>
                                        </p:tav>
                                        <p:tav tm="100000">
                                          <p:val>
                                            <p:strVal val="#ppt_x"/>
                                          </p:val>
                                        </p:tav>
                                      </p:tavLst>
                                    </p:anim>
                                    <p:anim calcmode="lin" valueType="num">
                                      <p:cBhvr additive="base">
                                        <p:cTn id="64" dur="500" fill="hold"/>
                                        <p:tgtEl>
                                          <p:spTgt spid="24"/>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 calcmode="lin" valueType="num">
                                      <p:cBhvr additive="base">
                                        <p:cTn id="67" dur="500" fill="hold"/>
                                        <p:tgtEl>
                                          <p:spTgt spid="25"/>
                                        </p:tgtEl>
                                        <p:attrNameLst>
                                          <p:attrName>ppt_x</p:attrName>
                                        </p:attrNameLst>
                                      </p:cBhvr>
                                      <p:tavLst>
                                        <p:tav tm="0">
                                          <p:val>
                                            <p:strVal val="#ppt_x"/>
                                          </p:val>
                                        </p:tav>
                                        <p:tav tm="100000">
                                          <p:val>
                                            <p:strVal val="#ppt_x"/>
                                          </p:val>
                                        </p:tav>
                                      </p:tavLst>
                                    </p:anim>
                                    <p:anim calcmode="lin" valueType="num">
                                      <p:cBhvr additive="base">
                                        <p:cTn id="68" dur="500" fill="hold"/>
                                        <p:tgtEl>
                                          <p:spTgt spid="25"/>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 calcmode="lin" valueType="num">
                                      <p:cBhvr additive="base">
                                        <p:cTn id="71" dur="500" fill="hold"/>
                                        <p:tgtEl>
                                          <p:spTgt spid="26"/>
                                        </p:tgtEl>
                                        <p:attrNameLst>
                                          <p:attrName>ppt_x</p:attrName>
                                        </p:attrNameLst>
                                      </p:cBhvr>
                                      <p:tavLst>
                                        <p:tav tm="0">
                                          <p:val>
                                            <p:strVal val="#ppt_x"/>
                                          </p:val>
                                        </p:tav>
                                        <p:tav tm="100000">
                                          <p:val>
                                            <p:strVal val="#ppt_x"/>
                                          </p:val>
                                        </p:tav>
                                      </p:tavLst>
                                    </p:anim>
                                    <p:anim calcmode="lin" valueType="num">
                                      <p:cBhvr additive="base">
                                        <p:cTn id="72" dur="500" fill="hold"/>
                                        <p:tgtEl>
                                          <p:spTgt spid="26"/>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 calcmode="lin" valueType="num">
                                      <p:cBhvr additive="base">
                                        <p:cTn id="75" dur="500" fill="hold"/>
                                        <p:tgtEl>
                                          <p:spTgt spid="28"/>
                                        </p:tgtEl>
                                        <p:attrNameLst>
                                          <p:attrName>ppt_x</p:attrName>
                                        </p:attrNameLst>
                                      </p:cBhvr>
                                      <p:tavLst>
                                        <p:tav tm="0">
                                          <p:val>
                                            <p:strVal val="#ppt_x"/>
                                          </p:val>
                                        </p:tav>
                                        <p:tav tm="100000">
                                          <p:val>
                                            <p:strVal val="#ppt_x"/>
                                          </p:val>
                                        </p:tav>
                                      </p:tavLst>
                                    </p:anim>
                                    <p:anim calcmode="lin" valueType="num">
                                      <p:cBhvr additive="base">
                                        <p:cTn id="76" dur="500" fill="hold"/>
                                        <p:tgtEl>
                                          <p:spTgt spid="28"/>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 calcmode="lin" valueType="num">
                                      <p:cBhvr additive="base">
                                        <p:cTn id="79" dur="500" fill="hold"/>
                                        <p:tgtEl>
                                          <p:spTgt spid="29"/>
                                        </p:tgtEl>
                                        <p:attrNameLst>
                                          <p:attrName>ppt_x</p:attrName>
                                        </p:attrNameLst>
                                      </p:cBhvr>
                                      <p:tavLst>
                                        <p:tav tm="0">
                                          <p:val>
                                            <p:strVal val="#ppt_x"/>
                                          </p:val>
                                        </p:tav>
                                        <p:tav tm="100000">
                                          <p:val>
                                            <p:strVal val="#ppt_x"/>
                                          </p:val>
                                        </p:tav>
                                      </p:tavLst>
                                    </p:anim>
                                    <p:anim calcmode="lin" valueType="num">
                                      <p:cBhvr additive="base">
                                        <p:cTn id="80" dur="500" fill="hold"/>
                                        <p:tgtEl>
                                          <p:spTgt spid="29"/>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 calcmode="lin" valueType="num">
                                      <p:cBhvr additive="base">
                                        <p:cTn id="83" dur="500" fill="hold"/>
                                        <p:tgtEl>
                                          <p:spTgt spid="30"/>
                                        </p:tgtEl>
                                        <p:attrNameLst>
                                          <p:attrName>ppt_x</p:attrName>
                                        </p:attrNameLst>
                                      </p:cBhvr>
                                      <p:tavLst>
                                        <p:tav tm="0">
                                          <p:val>
                                            <p:strVal val="#ppt_x"/>
                                          </p:val>
                                        </p:tav>
                                        <p:tav tm="100000">
                                          <p:val>
                                            <p:strVal val="#ppt_x"/>
                                          </p:val>
                                        </p:tav>
                                      </p:tavLst>
                                    </p:anim>
                                    <p:anim calcmode="lin" valueType="num">
                                      <p:cBhvr additive="base">
                                        <p:cTn id="84" dur="500" fill="hold"/>
                                        <p:tgtEl>
                                          <p:spTgt spid="30"/>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 calcmode="lin" valueType="num">
                                      <p:cBhvr additive="base">
                                        <p:cTn id="87" dur="500" fill="hold"/>
                                        <p:tgtEl>
                                          <p:spTgt spid="31"/>
                                        </p:tgtEl>
                                        <p:attrNameLst>
                                          <p:attrName>ppt_x</p:attrName>
                                        </p:attrNameLst>
                                      </p:cBhvr>
                                      <p:tavLst>
                                        <p:tav tm="0">
                                          <p:val>
                                            <p:strVal val="#ppt_x"/>
                                          </p:val>
                                        </p:tav>
                                        <p:tav tm="100000">
                                          <p:val>
                                            <p:strVal val="#ppt_x"/>
                                          </p:val>
                                        </p:tav>
                                      </p:tavLst>
                                    </p:anim>
                                    <p:anim calcmode="lin" valueType="num">
                                      <p:cBhvr additive="base">
                                        <p:cTn id="88" dur="500" fill="hold"/>
                                        <p:tgtEl>
                                          <p:spTgt spid="31"/>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 calcmode="lin" valueType="num">
                                      <p:cBhvr additive="base">
                                        <p:cTn id="91" dur="500" fill="hold"/>
                                        <p:tgtEl>
                                          <p:spTgt spid="33"/>
                                        </p:tgtEl>
                                        <p:attrNameLst>
                                          <p:attrName>ppt_x</p:attrName>
                                        </p:attrNameLst>
                                      </p:cBhvr>
                                      <p:tavLst>
                                        <p:tav tm="0">
                                          <p:val>
                                            <p:strVal val="#ppt_x"/>
                                          </p:val>
                                        </p:tav>
                                        <p:tav tm="100000">
                                          <p:val>
                                            <p:strVal val="#ppt_x"/>
                                          </p:val>
                                        </p:tav>
                                      </p:tavLst>
                                    </p:anim>
                                    <p:anim calcmode="lin" valueType="num">
                                      <p:cBhvr additive="base">
                                        <p:cTn id="92" dur="500" fill="hold"/>
                                        <p:tgtEl>
                                          <p:spTgt spid="33"/>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34"/>
                                        </p:tgtEl>
                                        <p:attrNameLst>
                                          <p:attrName>style.visibility</p:attrName>
                                        </p:attrNameLst>
                                      </p:cBhvr>
                                      <p:to>
                                        <p:strVal val="visible"/>
                                      </p:to>
                                    </p:set>
                                    <p:anim calcmode="lin" valueType="num">
                                      <p:cBhvr additive="base">
                                        <p:cTn id="95" dur="500" fill="hold"/>
                                        <p:tgtEl>
                                          <p:spTgt spid="34"/>
                                        </p:tgtEl>
                                        <p:attrNameLst>
                                          <p:attrName>ppt_x</p:attrName>
                                        </p:attrNameLst>
                                      </p:cBhvr>
                                      <p:tavLst>
                                        <p:tav tm="0">
                                          <p:val>
                                            <p:strVal val="#ppt_x"/>
                                          </p:val>
                                        </p:tav>
                                        <p:tav tm="100000">
                                          <p:val>
                                            <p:strVal val="#ppt_x"/>
                                          </p:val>
                                        </p:tav>
                                      </p:tavLst>
                                    </p:anim>
                                    <p:anim calcmode="lin" valueType="num">
                                      <p:cBhvr additive="base">
                                        <p:cTn id="96" dur="500" fill="hold"/>
                                        <p:tgtEl>
                                          <p:spTgt spid="34"/>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35"/>
                                        </p:tgtEl>
                                        <p:attrNameLst>
                                          <p:attrName>style.visibility</p:attrName>
                                        </p:attrNameLst>
                                      </p:cBhvr>
                                      <p:to>
                                        <p:strVal val="visible"/>
                                      </p:to>
                                    </p:set>
                                    <p:anim calcmode="lin" valueType="num">
                                      <p:cBhvr additive="base">
                                        <p:cTn id="99" dur="500" fill="hold"/>
                                        <p:tgtEl>
                                          <p:spTgt spid="35"/>
                                        </p:tgtEl>
                                        <p:attrNameLst>
                                          <p:attrName>ppt_x</p:attrName>
                                        </p:attrNameLst>
                                      </p:cBhvr>
                                      <p:tavLst>
                                        <p:tav tm="0">
                                          <p:val>
                                            <p:strVal val="#ppt_x"/>
                                          </p:val>
                                        </p:tav>
                                        <p:tav tm="100000">
                                          <p:val>
                                            <p:strVal val="#ppt_x"/>
                                          </p:val>
                                        </p:tav>
                                      </p:tavLst>
                                    </p:anim>
                                    <p:anim calcmode="lin" valueType="num">
                                      <p:cBhvr additive="base">
                                        <p:cTn id="100" dur="500" fill="hold"/>
                                        <p:tgtEl>
                                          <p:spTgt spid="35"/>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 calcmode="lin" valueType="num">
                                      <p:cBhvr additive="base">
                                        <p:cTn id="103" dur="500" fill="hold"/>
                                        <p:tgtEl>
                                          <p:spTgt spid="36"/>
                                        </p:tgtEl>
                                        <p:attrNameLst>
                                          <p:attrName>ppt_x</p:attrName>
                                        </p:attrNameLst>
                                      </p:cBhvr>
                                      <p:tavLst>
                                        <p:tav tm="0">
                                          <p:val>
                                            <p:strVal val="#ppt_x"/>
                                          </p:val>
                                        </p:tav>
                                        <p:tav tm="100000">
                                          <p:val>
                                            <p:strVal val="#ppt_x"/>
                                          </p:val>
                                        </p:tav>
                                      </p:tavLst>
                                    </p:anim>
                                    <p:anim calcmode="lin" valueType="num">
                                      <p:cBhvr additive="base">
                                        <p:cTn id="104" dur="500" fill="hold"/>
                                        <p:tgtEl>
                                          <p:spTgt spid="36"/>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38"/>
                                        </p:tgtEl>
                                        <p:attrNameLst>
                                          <p:attrName>style.visibility</p:attrName>
                                        </p:attrNameLst>
                                      </p:cBhvr>
                                      <p:to>
                                        <p:strVal val="visible"/>
                                      </p:to>
                                    </p:set>
                                    <p:anim calcmode="lin" valueType="num">
                                      <p:cBhvr additive="base">
                                        <p:cTn id="107" dur="500" fill="hold"/>
                                        <p:tgtEl>
                                          <p:spTgt spid="38"/>
                                        </p:tgtEl>
                                        <p:attrNameLst>
                                          <p:attrName>ppt_x</p:attrName>
                                        </p:attrNameLst>
                                      </p:cBhvr>
                                      <p:tavLst>
                                        <p:tav tm="0">
                                          <p:val>
                                            <p:strVal val="#ppt_x"/>
                                          </p:val>
                                        </p:tav>
                                        <p:tav tm="100000">
                                          <p:val>
                                            <p:strVal val="#ppt_x"/>
                                          </p:val>
                                        </p:tav>
                                      </p:tavLst>
                                    </p:anim>
                                    <p:anim calcmode="lin" valueType="num">
                                      <p:cBhvr additive="base">
                                        <p:cTn id="108" dur="500" fill="hold"/>
                                        <p:tgtEl>
                                          <p:spTgt spid="38"/>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39"/>
                                        </p:tgtEl>
                                        <p:attrNameLst>
                                          <p:attrName>style.visibility</p:attrName>
                                        </p:attrNameLst>
                                      </p:cBhvr>
                                      <p:to>
                                        <p:strVal val="visible"/>
                                      </p:to>
                                    </p:set>
                                    <p:anim calcmode="lin" valueType="num">
                                      <p:cBhvr additive="base">
                                        <p:cTn id="111" dur="500" fill="hold"/>
                                        <p:tgtEl>
                                          <p:spTgt spid="39"/>
                                        </p:tgtEl>
                                        <p:attrNameLst>
                                          <p:attrName>ppt_x</p:attrName>
                                        </p:attrNameLst>
                                      </p:cBhvr>
                                      <p:tavLst>
                                        <p:tav tm="0">
                                          <p:val>
                                            <p:strVal val="#ppt_x"/>
                                          </p:val>
                                        </p:tav>
                                        <p:tav tm="100000">
                                          <p:val>
                                            <p:strVal val="#ppt_x"/>
                                          </p:val>
                                        </p:tav>
                                      </p:tavLst>
                                    </p:anim>
                                    <p:anim calcmode="lin" valueType="num">
                                      <p:cBhvr additive="base">
                                        <p:cTn id="112" dur="500" fill="hold"/>
                                        <p:tgtEl>
                                          <p:spTgt spid="39"/>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40"/>
                                        </p:tgtEl>
                                        <p:attrNameLst>
                                          <p:attrName>style.visibility</p:attrName>
                                        </p:attrNameLst>
                                      </p:cBhvr>
                                      <p:to>
                                        <p:strVal val="visible"/>
                                      </p:to>
                                    </p:set>
                                    <p:anim calcmode="lin" valueType="num">
                                      <p:cBhvr additive="base">
                                        <p:cTn id="115" dur="500" fill="hold"/>
                                        <p:tgtEl>
                                          <p:spTgt spid="40"/>
                                        </p:tgtEl>
                                        <p:attrNameLst>
                                          <p:attrName>ppt_x</p:attrName>
                                        </p:attrNameLst>
                                      </p:cBhvr>
                                      <p:tavLst>
                                        <p:tav tm="0">
                                          <p:val>
                                            <p:strVal val="#ppt_x"/>
                                          </p:val>
                                        </p:tav>
                                        <p:tav tm="100000">
                                          <p:val>
                                            <p:strVal val="#ppt_x"/>
                                          </p:val>
                                        </p:tav>
                                      </p:tavLst>
                                    </p:anim>
                                    <p:anim calcmode="lin" valueType="num">
                                      <p:cBhvr additive="base">
                                        <p:cTn id="116" dur="500" fill="hold"/>
                                        <p:tgtEl>
                                          <p:spTgt spid="40"/>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41"/>
                                        </p:tgtEl>
                                        <p:attrNameLst>
                                          <p:attrName>style.visibility</p:attrName>
                                        </p:attrNameLst>
                                      </p:cBhvr>
                                      <p:to>
                                        <p:strVal val="visible"/>
                                      </p:to>
                                    </p:set>
                                    <p:anim calcmode="lin" valueType="num">
                                      <p:cBhvr additive="base">
                                        <p:cTn id="119" dur="500" fill="hold"/>
                                        <p:tgtEl>
                                          <p:spTgt spid="41"/>
                                        </p:tgtEl>
                                        <p:attrNameLst>
                                          <p:attrName>ppt_x</p:attrName>
                                        </p:attrNameLst>
                                      </p:cBhvr>
                                      <p:tavLst>
                                        <p:tav tm="0">
                                          <p:val>
                                            <p:strVal val="#ppt_x"/>
                                          </p:val>
                                        </p:tav>
                                        <p:tav tm="100000">
                                          <p:val>
                                            <p:strVal val="#ppt_x"/>
                                          </p:val>
                                        </p:tav>
                                      </p:tavLst>
                                    </p:anim>
                                    <p:anim calcmode="lin" valueType="num">
                                      <p:cBhvr additive="base">
                                        <p:cTn id="120" dur="500" fill="hold"/>
                                        <p:tgtEl>
                                          <p:spTgt spid="41"/>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43"/>
                                        </p:tgtEl>
                                        <p:attrNameLst>
                                          <p:attrName>style.visibility</p:attrName>
                                        </p:attrNameLst>
                                      </p:cBhvr>
                                      <p:to>
                                        <p:strVal val="visible"/>
                                      </p:to>
                                    </p:set>
                                    <p:anim calcmode="lin" valueType="num">
                                      <p:cBhvr additive="base">
                                        <p:cTn id="123" dur="500" fill="hold"/>
                                        <p:tgtEl>
                                          <p:spTgt spid="43"/>
                                        </p:tgtEl>
                                        <p:attrNameLst>
                                          <p:attrName>ppt_x</p:attrName>
                                        </p:attrNameLst>
                                      </p:cBhvr>
                                      <p:tavLst>
                                        <p:tav tm="0">
                                          <p:val>
                                            <p:strVal val="#ppt_x"/>
                                          </p:val>
                                        </p:tav>
                                        <p:tav tm="100000">
                                          <p:val>
                                            <p:strVal val="#ppt_x"/>
                                          </p:val>
                                        </p:tav>
                                      </p:tavLst>
                                    </p:anim>
                                    <p:anim calcmode="lin" valueType="num">
                                      <p:cBhvr additive="base">
                                        <p:cTn id="124" dur="500" fill="hold"/>
                                        <p:tgtEl>
                                          <p:spTgt spid="43"/>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44"/>
                                        </p:tgtEl>
                                        <p:attrNameLst>
                                          <p:attrName>style.visibility</p:attrName>
                                        </p:attrNameLst>
                                      </p:cBhvr>
                                      <p:to>
                                        <p:strVal val="visible"/>
                                      </p:to>
                                    </p:set>
                                    <p:anim calcmode="lin" valueType="num">
                                      <p:cBhvr additive="base">
                                        <p:cTn id="127" dur="500" fill="hold"/>
                                        <p:tgtEl>
                                          <p:spTgt spid="44"/>
                                        </p:tgtEl>
                                        <p:attrNameLst>
                                          <p:attrName>ppt_x</p:attrName>
                                        </p:attrNameLst>
                                      </p:cBhvr>
                                      <p:tavLst>
                                        <p:tav tm="0">
                                          <p:val>
                                            <p:strVal val="#ppt_x"/>
                                          </p:val>
                                        </p:tav>
                                        <p:tav tm="100000">
                                          <p:val>
                                            <p:strVal val="#ppt_x"/>
                                          </p:val>
                                        </p:tav>
                                      </p:tavLst>
                                    </p:anim>
                                    <p:anim calcmode="lin" valueType="num">
                                      <p:cBhvr additive="base">
                                        <p:cTn id="128" dur="500" fill="hold"/>
                                        <p:tgtEl>
                                          <p:spTgt spid="44"/>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45"/>
                                        </p:tgtEl>
                                        <p:attrNameLst>
                                          <p:attrName>style.visibility</p:attrName>
                                        </p:attrNameLst>
                                      </p:cBhvr>
                                      <p:to>
                                        <p:strVal val="visible"/>
                                      </p:to>
                                    </p:set>
                                    <p:anim calcmode="lin" valueType="num">
                                      <p:cBhvr additive="base">
                                        <p:cTn id="131" dur="500" fill="hold"/>
                                        <p:tgtEl>
                                          <p:spTgt spid="45"/>
                                        </p:tgtEl>
                                        <p:attrNameLst>
                                          <p:attrName>ppt_x</p:attrName>
                                        </p:attrNameLst>
                                      </p:cBhvr>
                                      <p:tavLst>
                                        <p:tav tm="0">
                                          <p:val>
                                            <p:strVal val="#ppt_x"/>
                                          </p:val>
                                        </p:tav>
                                        <p:tav tm="100000">
                                          <p:val>
                                            <p:strVal val="#ppt_x"/>
                                          </p:val>
                                        </p:tav>
                                      </p:tavLst>
                                    </p:anim>
                                    <p:anim calcmode="lin" valueType="num">
                                      <p:cBhvr additive="base">
                                        <p:cTn id="132" dur="500" fill="hold"/>
                                        <p:tgtEl>
                                          <p:spTgt spid="45"/>
                                        </p:tgtEl>
                                        <p:attrNameLst>
                                          <p:attrName>ppt_y</p:attrName>
                                        </p:attrNameLst>
                                      </p:cBhvr>
                                      <p:tavLst>
                                        <p:tav tm="0">
                                          <p:val>
                                            <p:strVal val="1+#ppt_h/2"/>
                                          </p:val>
                                        </p:tav>
                                        <p:tav tm="100000">
                                          <p:val>
                                            <p:strVal val="#ppt_y"/>
                                          </p:val>
                                        </p:tav>
                                      </p:tavLst>
                                    </p:anim>
                                  </p:childTnLst>
                                </p:cTn>
                              </p:par>
                              <p:par>
                                <p:cTn id="133" presetID="2" presetClass="entr" presetSubtype="4" fill="hold" grpId="0" nodeType="withEffect">
                                  <p:stCondLst>
                                    <p:cond delay="0"/>
                                  </p:stCondLst>
                                  <p:childTnLst>
                                    <p:set>
                                      <p:cBhvr>
                                        <p:cTn id="134" dur="1" fill="hold">
                                          <p:stCondLst>
                                            <p:cond delay="0"/>
                                          </p:stCondLst>
                                        </p:cTn>
                                        <p:tgtEl>
                                          <p:spTgt spid="46"/>
                                        </p:tgtEl>
                                        <p:attrNameLst>
                                          <p:attrName>style.visibility</p:attrName>
                                        </p:attrNameLst>
                                      </p:cBhvr>
                                      <p:to>
                                        <p:strVal val="visible"/>
                                      </p:to>
                                    </p:set>
                                    <p:anim calcmode="lin" valueType="num">
                                      <p:cBhvr additive="base">
                                        <p:cTn id="135" dur="500" fill="hold"/>
                                        <p:tgtEl>
                                          <p:spTgt spid="46"/>
                                        </p:tgtEl>
                                        <p:attrNameLst>
                                          <p:attrName>ppt_x</p:attrName>
                                        </p:attrNameLst>
                                      </p:cBhvr>
                                      <p:tavLst>
                                        <p:tav tm="0">
                                          <p:val>
                                            <p:strVal val="#ppt_x"/>
                                          </p:val>
                                        </p:tav>
                                        <p:tav tm="100000">
                                          <p:val>
                                            <p:strVal val="#ppt_x"/>
                                          </p:val>
                                        </p:tav>
                                      </p:tavLst>
                                    </p:anim>
                                    <p:anim calcmode="lin" valueType="num">
                                      <p:cBhvr additive="base">
                                        <p:cTn id="136"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9" grpId="0" animBg="1"/>
      <p:bldP spid="10" grpId="0"/>
      <p:bldP spid="11" grpId="0"/>
      <p:bldP spid="13" grpId="0" animBg="1"/>
      <p:bldP spid="14" grpId="0"/>
      <p:bldP spid="15" grpId="0"/>
      <p:bldP spid="16" grpId="0" animBg="1"/>
      <p:bldP spid="18" grpId="0" animBg="1"/>
      <p:bldP spid="19" grpId="0"/>
      <p:bldP spid="20" grpId="0"/>
      <p:bldP spid="21" grpId="0" animBg="1"/>
      <p:bldP spid="23" grpId="0" animBg="1"/>
      <p:bldP spid="24" grpId="0"/>
      <p:bldP spid="25" grpId="0"/>
      <p:bldP spid="26" grpId="0" animBg="1"/>
      <p:bldP spid="28" grpId="0" animBg="1"/>
      <p:bldP spid="29" grpId="0" animBg="1"/>
      <p:bldP spid="30" grpId="0"/>
      <p:bldP spid="31" grpId="0"/>
      <p:bldP spid="33" grpId="0" animBg="1"/>
      <p:bldP spid="34" grpId="0"/>
      <p:bldP spid="35" grpId="0"/>
      <p:bldP spid="36" grpId="0" animBg="1"/>
      <p:bldP spid="38" grpId="0" animBg="1"/>
      <p:bldP spid="39" grpId="0"/>
      <p:bldP spid="40" grpId="0"/>
      <p:bldP spid="41" grpId="0" animBg="1"/>
      <p:bldP spid="43" grpId="0" animBg="1"/>
      <p:bldP spid="44" grpId="0"/>
      <p:bldP spid="45" grpId="0"/>
      <p:bldP spid="4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015395B-5F05-4CCD-80F0-5A502F915BDC}"/>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pic>
        <p:nvPicPr>
          <p:cNvPr id="12" name="图片 11">
            <a:extLst>
              <a:ext uri="{FF2B5EF4-FFF2-40B4-BE49-F238E27FC236}">
                <a16:creationId xmlns:a16="http://schemas.microsoft.com/office/drawing/2014/main" id="{67B4DF4C-33DD-4ED6-9088-CCBBCAFD5B70}"/>
              </a:ext>
            </a:extLst>
          </p:cNvPr>
          <p:cNvPicPr>
            <a:picLocks noChangeAspect="1"/>
          </p:cNvPicPr>
          <p:nvPr/>
        </p:nvPicPr>
        <p:blipFill>
          <a:blip r:embed="R1b0a51426dfe4a83">
            <a:extLst>
              <a:ext uri="{28A0092B-C50C-407E-A947-70E740481C1C}">
                <a14:useLocalDpi xmlns:a14="http://schemas.microsoft.com/office/drawing/2010/main" val="0"/>
              </a:ext>
            </a:extLst>
          </a:blip>
          <a:srcRect l="4100" r="4100"/>
          <a:stretch>
            <a:fillRect/>
          </a:stretch>
        </p:blipFill>
        <p:spPr>
          <a:xfrm>
            <a:off x="1561858" y="2050120"/>
            <a:ext cx="4406983" cy="3200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13" name="组合 12">
            <a:extLst>
              <a:ext uri="{FF2B5EF4-FFF2-40B4-BE49-F238E27FC236}">
                <a16:creationId xmlns:a16="http://schemas.microsoft.com/office/drawing/2014/main" id="{931EF4B5-2245-4A91-BA35-856D9E857F02}"/>
              </a:ext>
            </a:extLst>
          </p:cNvPr>
          <p:cNvGrpSpPr/>
          <p:nvPr/>
        </p:nvGrpSpPr>
        <p:grpSpPr>
          <a:xfrm>
            <a:off x="5575867" y="2303915"/>
            <a:ext cx="5369916" cy="2727370"/>
            <a:chOff x="5550466" y="1894681"/>
            <a:chExt cx="5369916" cy="2727370"/>
          </a:xfrm>
        </p:grpSpPr>
        <p:grpSp>
          <p:nvGrpSpPr>
            <p:cNvPr id="14" name="组合 13">
              <a:extLst>
                <a:ext uri="{FF2B5EF4-FFF2-40B4-BE49-F238E27FC236}">
                  <a16:creationId xmlns:a16="http://schemas.microsoft.com/office/drawing/2014/main" id="{77231E8D-DEFB-4987-BBF0-92A388AFF2DF}"/>
                </a:ext>
              </a:extLst>
            </p:cNvPr>
            <p:cNvGrpSpPr/>
            <p:nvPr/>
          </p:nvGrpSpPr>
          <p:grpSpPr>
            <a:xfrm>
              <a:off x="6478086" y="1894681"/>
              <a:ext cx="1661134" cy="923330"/>
              <a:chOff x="2246396" y="4235679"/>
              <a:chExt cx="1661134" cy="923330"/>
            </a:xfrm>
          </p:grpSpPr>
          <p:sp>
            <p:nvSpPr>
              <p:cNvPr id="17" name="文本框 16">
                <a:extLst>
                  <a:ext uri="{FF2B5EF4-FFF2-40B4-BE49-F238E27FC236}">
                    <a16:creationId xmlns:a16="http://schemas.microsoft.com/office/drawing/2014/main" id="{1CEBB3CA-D596-4069-B16B-21E2BF7166A8}"/>
                  </a:ext>
                </a:extLst>
              </p:cNvPr>
              <p:cNvSpPr txBox="1"/>
              <p:nvPr/>
            </p:nvSpPr>
            <p:spPr>
              <a:xfrm>
                <a:off x="2696942" y="4497289"/>
                <a:ext cx="1210588" cy="400110"/>
              </a:xfrm>
              <a:prstGeom prst="rect">
                <a:avLst/>
              </a:prstGeom>
              <a:noFill/>
            </p:spPr>
            <p:txBody>
              <a:bodyPr wrap="none" rtlCol="0">
                <a:spAutoFit/>
              </a:bodyPr>
              <a:lstStyle/>
              <a:p>
                <a:pPr algn="ctr"/>
                <a:r>
                  <a:rPr lang="zh-CN" altLang="en-US" sz="2000" b="1">
                    <a:latin typeface="微软雅黑"/>
                    <a:ea typeface="微软雅黑"/>
                    <a:cs typeface="阿里巴巴普惠体" panose="00020600040101010101" pitchFamily="18" charset="-122"/>
                    <a:sym typeface="微软雅黑"/>
                  </a:rPr>
                  <a:t>应用场景</a:t>
                </a:r>
              </a:p>
            </p:txBody>
          </p:sp>
          <p:sp>
            <p:nvSpPr>
              <p:cNvPr id="18" name="文本框 17">
                <a:extLst>
                  <a:ext uri="{FF2B5EF4-FFF2-40B4-BE49-F238E27FC236}">
                    <a16:creationId xmlns:a16="http://schemas.microsoft.com/office/drawing/2014/main" id="{152313DD-BCB3-489A-99A8-FF2ED3A4F5EC}"/>
                  </a:ext>
                </a:extLst>
              </p:cNvPr>
              <p:cNvSpPr txBox="1"/>
              <p:nvPr/>
            </p:nvSpPr>
            <p:spPr>
              <a:xfrm>
                <a:off x="2246396" y="4235679"/>
                <a:ext cx="877163" cy="923330"/>
              </a:xfrm>
              <a:prstGeom prst="rect">
                <a:avLst/>
              </a:prstGeom>
              <a:noFill/>
            </p:spPr>
            <p:txBody>
              <a:bodyPr wrap="none" rtlCol="0">
                <a:spAutoFit/>
              </a:bodyPr>
              <a:lstStyle/>
              <a:p>
                <a:pPr algn="ctr"/>
                <a:r>
                  <a:rPr lang="zh-CN" altLang="en-US" sz="5400">
                    <a:solidFill>
                      <a:schemeClr val="accent1"/>
                    </a:solidFill>
                    <a:latin typeface="微软雅黑"/>
                    <a:ea typeface="微软雅黑"/>
                    <a:cs typeface="阿里巴巴普惠体 Medium" panose="00020600040101010101" pitchFamily="18" charset="-122"/>
                    <a:sym typeface="微软雅黑"/>
                  </a:rPr>
                  <a:t>？</a:t>
                </a:r>
              </a:p>
            </p:txBody>
          </p:sp>
        </p:grpSp>
        <p:sp>
          <p:nvSpPr>
            <p:cNvPr id="15" name="矩形: 圆角 14">
              <a:extLst>
                <a:ext uri="{FF2B5EF4-FFF2-40B4-BE49-F238E27FC236}">
                  <a16:creationId xmlns:a16="http://schemas.microsoft.com/office/drawing/2014/main" id="{E50C0BD2-8F9D-41A1-841D-77CDBAE4501F}"/>
                </a:ext>
              </a:extLst>
            </p:cNvPr>
            <p:cNvSpPr/>
            <p:nvPr/>
          </p:nvSpPr>
          <p:spPr>
            <a:xfrm>
              <a:off x="5550466" y="2889484"/>
              <a:ext cx="5369916" cy="266232"/>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6" name="文本框 15">
              <a:extLst>
                <a:ext uri="{FF2B5EF4-FFF2-40B4-BE49-F238E27FC236}">
                  <a16:creationId xmlns:a16="http://schemas.microsoft.com/office/drawing/2014/main" id="{71622CCF-DD9D-4525-B792-AA361CE1F62F}"/>
                </a:ext>
              </a:extLst>
            </p:cNvPr>
            <p:cNvSpPr txBox="1"/>
            <p:nvPr/>
          </p:nvSpPr>
          <p:spPr>
            <a:xfrm>
              <a:off x="6559510" y="3421722"/>
              <a:ext cx="4360871" cy="1200329"/>
            </a:xfrm>
            <a:prstGeom prst="rect">
              <a:avLst/>
            </a:prstGeom>
            <a:noFill/>
          </p:spPr>
          <p:txBody>
            <a:bodyPr wrap="square">
              <a:spAutoFit/>
            </a:bodyPr>
            <a:lstStyle/>
            <a:p>
              <a:pPr>
                <a:lnSpc>
                  <a:spcPct val="150000"/>
                </a:lnSpc>
              </a:pPr>
              <a:r>
                <a:rPr lang="zh-CN" altLang="en-US" sz="1600">
                  <a:solidFill>
                    <a:schemeClr val="bg1">
                      <a:lumMod val="50000"/>
                    </a:schemeClr>
                  </a:solidFill>
                  <a:latin typeface="微软雅黑"/>
                  <a:ea typeface="微软雅黑"/>
                  <a:cs typeface="阿里巴巴普惠体" panose="00020600040101010101" pitchFamily="18" charset="-122"/>
                  <a:sym typeface="微软雅黑"/>
                </a:rPr>
                <a:t>短视频运用举例：相机架在门口，通过短视频左右摇动运镜，展示实践现场的布局；上下摇动，看看人物的状态以及实践内容的细节。</a:t>
              </a:r>
            </a:p>
          </p:txBody>
        </p:sp>
      </p:grpSp>
    </p:spTree>
    <p:extLst>
      <p:ext uri="{BB962C8B-B14F-4D97-AF65-F5344CB8AC3E}">
        <p14:creationId xmlns:p14="http://schemas.microsoft.com/office/powerpoint/2010/main" val="28158289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6"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5"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decel="50000" fill="hold">
                                          <p:stCondLst>
                                            <p:cond delay="0"/>
                                          </p:stCondLst>
                                        </p:cTn>
                                        <p:tgtEl>
                                          <p:spTgt spid="13"/>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13"/>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13"/>
                                        </p:tgtEl>
                                        <p:attrNameLst>
                                          <p:attrName>ppt_w</p:attrName>
                                        </p:attrNameLst>
                                      </p:cBhvr>
                                      <p:tavLst>
                                        <p:tav tm="0">
                                          <p:val>
                                            <p:strVal val="#ppt_w*.05"/>
                                          </p:val>
                                        </p:tav>
                                        <p:tav tm="100000">
                                          <p:val>
                                            <p:strVal val="#ppt_w"/>
                                          </p:val>
                                        </p:tav>
                                      </p:tavLst>
                                    </p:anim>
                                    <p:anim calcmode="lin" valueType="num">
                                      <p:cBhvr>
                                        <p:cTn id="15" dur="1000" fill="hold"/>
                                        <p:tgtEl>
                                          <p:spTgt spid="13"/>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13"/>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13"/>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13"/>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684DC74-5E4B-4021-823F-B81113F5DD07}"/>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sp>
        <p:nvSpPr>
          <p:cNvPr id="17" name="文本框 16">
            <a:extLst>
              <a:ext uri="{FF2B5EF4-FFF2-40B4-BE49-F238E27FC236}">
                <a16:creationId xmlns:a16="http://schemas.microsoft.com/office/drawing/2014/main" id="{AF9F0427-89D6-4913-B1FD-4DED60006218}"/>
              </a:ext>
            </a:extLst>
          </p:cNvPr>
          <p:cNvSpPr txBox="1"/>
          <p:nvPr/>
        </p:nvSpPr>
        <p:spPr>
          <a:xfrm>
            <a:off x="832484" y="3819090"/>
            <a:ext cx="5920741" cy="2354491"/>
          </a:xfrm>
          <a:prstGeom prst="rect">
            <a:avLst/>
          </a:prstGeom>
          <a:noFill/>
        </p:spPr>
        <p:txBody>
          <a:bodyPr wrap="square">
            <a:spAutoFit/>
          </a:bodyPr>
          <a:lstStyle/>
          <a:p>
            <a:pPr>
              <a:lnSpc>
                <a:spcPct val="150000"/>
              </a:lnSpc>
            </a:pPr>
            <a:r>
              <a:rPr lang="zh-CN" altLang="en-US" sz="1400">
                <a:solidFill>
                  <a:schemeClr val="tx1">
                    <a:lumMod val="50000"/>
                    <a:lumOff val="50000"/>
                  </a:schemeClr>
                </a:solidFill>
                <a:latin typeface="微软雅黑"/>
                <a:ea typeface="微软雅黑"/>
                <a:cs typeface="+mn-ea"/>
                <a:sym typeface="微软雅黑"/>
              </a:rPr>
              <a:t>平移镜头就是拍摄设备在水平方向上，按照一定运动轨迹进行的运动拍摄。在这种镜头下，会带给观众一种跟随着镜头，边走边看的视角。如果你拍摄的是静物，那么画面中的元素可以依次划过，让死板的画面一下子就充满了动感。</a:t>
            </a:r>
          </a:p>
          <a:p>
            <a:pPr>
              <a:lnSpc>
                <a:spcPct val="150000"/>
              </a:lnSpc>
            </a:pPr>
            <a:r>
              <a:rPr lang="zh-CN" altLang="en-US" sz="1400">
                <a:solidFill>
                  <a:schemeClr val="tx1">
                    <a:lumMod val="50000"/>
                    <a:lumOff val="50000"/>
                  </a:schemeClr>
                </a:solidFill>
                <a:latin typeface="微软雅黑"/>
                <a:ea typeface="微软雅黑"/>
                <a:cs typeface="+mn-ea"/>
                <a:sym typeface="微软雅黑"/>
              </a:rPr>
              <a:t>移动拍摄的效果是最灵活的，但弊端是相机抖动不好控制，很多人拍出来五毛钱效果，这时就要用到稳定器，稳定器通过机身马达和旋转轴来控制相机移动和旋转。</a:t>
            </a:r>
          </a:p>
        </p:txBody>
      </p:sp>
      <p:grpSp>
        <p:nvGrpSpPr>
          <p:cNvPr id="18" name="组合 17">
            <a:extLst>
              <a:ext uri="{FF2B5EF4-FFF2-40B4-BE49-F238E27FC236}">
                <a16:creationId xmlns:a16="http://schemas.microsoft.com/office/drawing/2014/main" id="{41496ACA-AAA4-4823-B230-3679E768A802}"/>
              </a:ext>
            </a:extLst>
          </p:cNvPr>
          <p:cNvGrpSpPr/>
          <p:nvPr/>
        </p:nvGrpSpPr>
        <p:grpSpPr>
          <a:xfrm>
            <a:off x="1120458" y="1907116"/>
            <a:ext cx="9473567" cy="646332"/>
            <a:chOff x="1359217" y="1493520"/>
            <a:chExt cx="9473566" cy="646332"/>
          </a:xfrm>
        </p:grpSpPr>
        <p:sp>
          <p:nvSpPr>
            <p:cNvPr id="19" name="矩形: 圆角 18">
              <a:extLst>
                <a:ext uri="{FF2B5EF4-FFF2-40B4-BE49-F238E27FC236}">
                  <a16:creationId xmlns:a16="http://schemas.microsoft.com/office/drawing/2014/main" id="{AA8B7986-5181-4479-925F-76BEAA22D14B}"/>
                </a:ext>
              </a:extLst>
            </p:cNvPr>
            <p:cNvSpPr/>
            <p:nvPr/>
          </p:nvSpPr>
          <p:spPr>
            <a:xfrm>
              <a:off x="1359217" y="1493520"/>
              <a:ext cx="9473566" cy="646332"/>
            </a:xfrm>
            <a:prstGeom prst="roundRect">
              <a:avLst>
                <a:gd name="adj" fmla="val 50000"/>
              </a:avLst>
            </a:prstGeom>
            <a:solidFill>
              <a:schemeClr val="accent1"/>
            </a:solidFill>
            <a:ln w="12700" cap="flat" cmpd="sng" algn="ctr">
              <a:noFill/>
              <a:prstDash val="solid"/>
              <a:miter lim="800000"/>
            </a:ln>
            <a:effectLst>
              <a:outerShdw blurRad="177800" dist="139700" dir="2700000" algn="tl" rotWithShape="0">
                <a:srgbClr val="4472C4">
                  <a:lumMod val="75000"/>
                  <a:alpha val="18000"/>
                </a:srgbClr>
              </a:outerShdw>
            </a:effectLst>
          </p:spPr>
          <p:txBody>
            <a:bodyPr rtlCol="0" anchor="ctr"/>
            <a:lstStyle/>
            <a:p>
              <a:pPr algn="ctr"/>
              <a:endParaRPr lang="zh-CN" altLang="en-US" sz="6000" kern="0">
                <a:solidFill>
                  <a:prstClr val="white"/>
                </a:solidFill>
                <a:latin typeface="微软雅黑"/>
                <a:ea typeface="微软雅黑"/>
                <a:cs typeface="+mn-ea"/>
                <a:sym typeface="微软雅黑"/>
              </a:endParaRPr>
            </a:p>
          </p:txBody>
        </p:sp>
        <p:sp>
          <p:nvSpPr>
            <p:cNvPr id="20" name="文本框 19">
              <a:extLst>
                <a:ext uri="{FF2B5EF4-FFF2-40B4-BE49-F238E27FC236}">
                  <a16:creationId xmlns:a16="http://schemas.microsoft.com/office/drawing/2014/main" id="{E7FBF190-5DC6-47F9-9960-08CDA1A652F3}"/>
                </a:ext>
              </a:extLst>
            </p:cNvPr>
            <p:cNvSpPr txBox="1"/>
            <p:nvPr/>
          </p:nvSpPr>
          <p:spPr>
            <a:xfrm>
              <a:off x="2141220" y="1585853"/>
              <a:ext cx="8168640" cy="461665"/>
            </a:xfrm>
            <a:prstGeom prst="rect">
              <a:avLst/>
            </a:prstGeom>
            <a:noFill/>
          </p:spPr>
          <p:txBody>
            <a:bodyPr wrap="square">
              <a:spAutoFit/>
            </a:bodyPr>
            <a:lstStyle/>
            <a:p>
              <a:pPr algn="ctr"/>
              <a:r>
                <a:rPr lang="en-US" altLang="zh-CN" sz="2400">
                  <a:solidFill>
                    <a:schemeClr val="bg1"/>
                  </a:solidFill>
                  <a:latin typeface="微软雅黑"/>
                  <a:ea typeface="微软雅黑"/>
                  <a:cs typeface="+mn-ea"/>
                  <a:sym typeface="微软雅黑"/>
                </a:rPr>
                <a:t>04</a:t>
              </a:r>
            </a:p>
          </p:txBody>
        </p:sp>
      </p:grpSp>
      <p:sp>
        <p:nvSpPr>
          <p:cNvPr id="21" name="文本框 20">
            <a:extLst>
              <a:ext uri="{FF2B5EF4-FFF2-40B4-BE49-F238E27FC236}">
                <a16:creationId xmlns:a16="http://schemas.microsoft.com/office/drawing/2014/main" id="{BB2B6A5A-8473-4AEC-A67C-14BA1836B891}"/>
              </a:ext>
            </a:extLst>
          </p:cNvPr>
          <p:cNvSpPr txBox="1"/>
          <p:nvPr/>
        </p:nvSpPr>
        <p:spPr>
          <a:xfrm>
            <a:off x="832485" y="3067435"/>
            <a:ext cx="5263516" cy="630942"/>
          </a:xfrm>
          <a:prstGeom prst="rect">
            <a:avLst/>
          </a:prstGeom>
          <a:noFill/>
        </p:spPr>
        <p:txBody>
          <a:bodyPr wrap="square">
            <a:spAutoFit/>
          </a:bodyPr>
          <a:lstStyle/>
          <a:p>
            <a:pPr>
              <a:lnSpc>
                <a:spcPct val="125000"/>
              </a:lnSpc>
            </a:pPr>
            <a:r>
              <a:rPr lang="zh-CN" altLang="en-US" sz="2800" b="1">
                <a:solidFill>
                  <a:schemeClr val="accent1"/>
                </a:solidFill>
                <a:latin typeface="微软雅黑"/>
                <a:ea typeface="微软雅黑"/>
                <a:cs typeface="+mn-ea"/>
                <a:sym typeface="微软雅黑"/>
              </a:rPr>
              <a:t>移镜头</a:t>
            </a:r>
          </a:p>
        </p:txBody>
      </p:sp>
      <p:cxnSp>
        <p:nvCxnSpPr>
          <p:cNvPr id="22" name="直接连接符 21">
            <a:extLst>
              <a:ext uri="{FF2B5EF4-FFF2-40B4-BE49-F238E27FC236}">
                <a16:creationId xmlns:a16="http://schemas.microsoft.com/office/drawing/2014/main" id="{A40E8DC7-61D4-47FC-9543-83EA3FF6D8D7}"/>
              </a:ext>
            </a:extLst>
          </p:cNvPr>
          <p:cNvCxnSpPr/>
          <p:nvPr/>
        </p:nvCxnSpPr>
        <p:spPr>
          <a:xfrm flipH="1">
            <a:off x="969646" y="3649454"/>
            <a:ext cx="3059431" cy="0"/>
          </a:xfrm>
          <a:prstGeom prst="line">
            <a:avLst/>
          </a:prstGeom>
          <a:ln w="15875">
            <a:solidFill>
              <a:srgbClr val="355FAB"/>
            </a:solidFill>
          </a:ln>
        </p:spPr>
        <p:style>
          <a:lnRef idx="1">
            <a:schemeClr val="accent1"/>
          </a:lnRef>
          <a:fillRef idx="0">
            <a:schemeClr val="accent1"/>
          </a:fillRef>
          <a:effectRef idx="0">
            <a:schemeClr val="accent1"/>
          </a:effectRef>
          <a:fontRef idx="minor">
            <a:schemeClr val="tx1"/>
          </a:fontRef>
        </p:style>
      </p:cxnSp>
      <p:pic>
        <p:nvPicPr>
          <p:cNvPr id="23" name="图片 22">
            <a:extLst>
              <a:ext uri="{FF2B5EF4-FFF2-40B4-BE49-F238E27FC236}">
                <a16:creationId xmlns:a16="http://schemas.microsoft.com/office/drawing/2014/main" id="{9CFA0679-1F28-4F42-9B15-D3D9AD383C79}"/>
              </a:ext>
            </a:extLst>
          </p:cNvPr>
          <p:cNvPicPr>
            <a:picLocks noChangeAspect="1"/>
          </p:cNvPicPr>
          <p:nvPr/>
        </p:nvPicPr>
        <p:blipFill>
          <a:blip r:embed="Rc9e13f3cf6c948b1">
            <a:extLst>
              <a:ext uri="{28A0092B-C50C-407E-A947-70E740481C1C}">
                <a14:useLocalDpi xmlns:a14="http://schemas.microsoft.com/office/drawing/2010/main" val="0"/>
              </a:ext>
            </a:extLst>
          </a:blip>
          <a:stretch>
            <a:fillRect/>
          </a:stretch>
        </p:blipFill>
        <p:spPr>
          <a:xfrm>
            <a:off x="7267534" y="3366350"/>
            <a:ext cx="4091983" cy="2419549"/>
          </a:xfrm>
          <a:prstGeom prst="rect">
            <a:avLst/>
          </a:prstGeom>
        </p:spPr>
      </p:pic>
    </p:spTree>
    <p:extLst>
      <p:ext uri="{BB962C8B-B14F-4D97-AF65-F5344CB8AC3E}">
        <p14:creationId xmlns:p14="http://schemas.microsoft.com/office/powerpoint/2010/main" val="132861153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1000"/>
                                        <p:tgtEl>
                                          <p:spTgt spid="21"/>
                                        </p:tgtEl>
                                      </p:cBhvr>
                                    </p:animEffect>
                                    <p:anim calcmode="lin" valueType="num">
                                      <p:cBhvr>
                                        <p:cTn id="23" dur="1000" fill="hold"/>
                                        <p:tgtEl>
                                          <p:spTgt spid="21"/>
                                        </p:tgtEl>
                                        <p:attrNameLst>
                                          <p:attrName>ppt_x</p:attrName>
                                        </p:attrNameLst>
                                      </p:cBhvr>
                                      <p:tavLst>
                                        <p:tav tm="0">
                                          <p:val>
                                            <p:strVal val="#ppt_x"/>
                                          </p:val>
                                        </p:tav>
                                        <p:tav tm="100000">
                                          <p:val>
                                            <p:strVal val="#ppt_x"/>
                                          </p:val>
                                        </p:tav>
                                      </p:tavLst>
                                    </p:anim>
                                    <p:anim calcmode="lin" valueType="num">
                                      <p:cBhvr>
                                        <p:cTn id="24" dur="1000" fill="hold"/>
                                        <p:tgtEl>
                                          <p:spTgt spid="21"/>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1000"/>
                                        <p:tgtEl>
                                          <p:spTgt spid="22"/>
                                        </p:tgtEl>
                                      </p:cBhvr>
                                    </p:animEffect>
                                    <p:anim calcmode="lin" valueType="num">
                                      <p:cBhvr>
                                        <p:cTn id="28" dur="1000" fill="hold"/>
                                        <p:tgtEl>
                                          <p:spTgt spid="22"/>
                                        </p:tgtEl>
                                        <p:attrNameLst>
                                          <p:attrName>ppt_x</p:attrName>
                                        </p:attrNameLst>
                                      </p:cBhvr>
                                      <p:tavLst>
                                        <p:tav tm="0">
                                          <p:val>
                                            <p:strVal val="#ppt_x"/>
                                          </p:val>
                                        </p:tav>
                                        <p:tav tm="100000">
                                          <p:val>
                                            <p:strVal val="#ppt_x"/>
                                          </p:val>
                                        </p:tav>
                                      </p:tavLst>
                                    </p:anim>
                                    <p:anim calcmode="lin" valueType="num">
                                      <p:cBhvr>
                                        <p:cTn id="29" dur="1000" fill="hold"/>
                                        <p:tgtEl>
                                          <p:spTgt spid="22"/>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1000"/>
                                        <p:tgtEl>
                                          <p:spTgt spid="23"/>
                                        </p:tgtEl>
                                      </p:cBhvr>
                                    </p:animEffect>
                                    <p:anim calcmode="lin" valueType="num">
                                      <p:cBhvr>
                                        <p:cTn id="33" dur="1000" fill="hold"/>
                                        <p:tgtEl>
                                          <p:spTgt spid="23"/>
                                        </p:tgtEl>
                                        <p:attrNameLst>
                                          <p:attrName>ppt_x</p:attrName>
                                        </p:attrNameLst>
                                      </p:cBhvr>
                                      <p:tavLst>
                                        <p:tav tm="0">
                                          <p:val>
                                            <p:strVal val="#ppt_x"/>
                                          </p:val>
                                        </p:tav>
                                        <p:tav tm="100000">
                                          <p:val>
                                            <p:strVal val="#ppt_x"/>
                                          </p:val>
                                        </p:tav>
                                      </p:tavLst>
                                    </p:anim>
                                    <p:anim calcmode="lin" valueType="num">
                                      <p:cBhvr>
                                        <p:cTn id="3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7" grpId="0"/>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ECA9766-5F9E-4CDB-889A-31BEEDBCC6E5}"/>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sp>
        <p:nvSpPr>
          <p:cNvPr id="8" name="îŝḻïḋê">
            <a:extLst>
              <a:ext uri="{FF2B5EF4-FFF2-40B4-BE49-F238E27FC236}">
                <a16:creationId xmlns:a16="http://schemas.microsoft.com/office/drawing/2014/main" id="{FA1BE5E8-EDDF-4E30-9C9F-81C2A1562F57}"/>
              </a:ext>
            </a:extLst>
          </p:cNvPr>
          <p:cNvSpPr/>
          <p:nvPr/>
        </p:nvSpPr>
        <p:spPr bwMode="auto">
          <a:xfrm>
            <a:off x="1040570" y="1862612"/>
            <a:ext cx="2588359" cy="2700300"/>
          </a:xfrm>
          <a:custGeom>
            <a:avLst/>
            <a:gdLst>
              <a:gd name="T0" fmla="*/ 538 w 1089"/>
              <a:gd name="T1" fmla="*/ 1138 h 1138"/>
              <a:gd name="T2" fmla="*/ 466 w 1089"/>
              <a:gd name="T3" fmla="*/ 1122 h 1138"/>
              <a:gd name="T4" fmla="*/ 71 w 1089"/>
              <a:gd name="T5" fmla="*/ 895 h 1138"/>
              <a:gd name="T6" fmla="*/ 0 w 1089"/>
              <a:gd name="T7" fmla="*/ 772 h 1138"/>
              <a:gd name="T8" fmla="*/ 4 w 1089"/>
              <a:gd name="T9" fmla="*/ 248 h 1138"/>
              <a:gd name="T10" fmla="*/ 79 w 1089"/>
              <a:gd name="T11" fmla="*/ 143 h 1138"/>
              <a:gd name="T12" fmla="*/ 455 w 1089"/>
              <a:gd name="T13" fmla="*/ 12 h 1138"/>
              <a:gd name="T14" fmla="*/ 540 w 1089"/>
              <a:gd name="T15" fmla="*/ 0 h 1138"/>
              <a:gd name="T16" fmla="*/ 621 w 1089"/>
              <a:gd name="T17" fmla="*/ 11 h 1138"/>
              <a:gd name="T18" fmla="*/ 1015 w 1089"/>
              <a:gd name="T19" fmla="*/ 144 h 1138"/>
              <a:gd name="T20" fmla="*/ 1088 w 1089"/>
              <a:gd name="T21" fmla="*/ 247 h 1138"/>
              <a:gd name="T22" fmla="*/ 1078 w 1089"/>
              <a:gd name="T23" fmla="*/ 772 h 1138"/>
              <a:gd name="T24" fmla="*/ 1005 w 1089"/>
              <a:gd name="T25" fmla="*/ 895 h 1138"/>
              <a:gd name="T26" fmla="*/ 609 w 1089"/>
              <a:gd name="T27" fmla="*/ 1122 h 1138"/>
              <a:gd name="T28" fmla="*/ 538 w 1089"/>
              <a:gd name="T29" fmla="*/ 1138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89" h="1138">
                <a:moveTo>
                  <a:pt x="538" y="1138"/>
                </a:moveTo>
                <a:cubicBezTo>
                  <a:pt x="511" y="1138"/>
                  <a:pt x="485" y="1132"/>
                  <a:pt x="466" y="1122"/>
                </a:cubicBezTo>
                <a:cubicBezTo>
                  <a:pt x="71" y="895"/>
                  <a:pt x="71" y="895"/>
                  <a:pt x="71" y="895"/>
                </a:cubicBezTo>
                <a:cubicBezTo>
                  <a:pt x="32" y="873"/>
                  <a:pt x="0" y="817"/>
                  <a:pt x="0" y="772"/>
                </a:cubicBezTo>
                <a:cubicBezTo>
                  <a:pt x="4" y="248"/>
                  <a:pt x="4" y="248"/>
                  <a:pt x="4" y="248"/>
                </a:cubicBezTo>
                <a:cubicBezTo>
                  <a:pt x="4" y="205"/>
                  <a:pt x="38" y="157"/>
                  <a:pt x="79" y="143"/>
                </a:cubicBezTo>
                <a:cubicBezTo>
                  <a:pt x="455" y="12"/>
                  <a:pt x="455" y="12"/>
                  <a:pt x="455" y="12"/>
                </a:cubicBezTo>
                <a:cubicBezTo>
                  <a:pt x="477" y="4"/>
                  <a:pt x="508" y="0"/>
                  <a:pt x="540" y="0"/>
                </a:cubicBezTo>
                <a:cubicBezTo>
                  <a:pt x="570" y="0"/>
                  <a:pt x="600" y="4"/>
                  <a:pt x="621" y="11"/>
                </a:cubicBezTo>
                <a:cubicBezTo>
                  <a:pt x="1015" y="144"/>
                  <a:pt x="1015" y="144"/>
                  <a:pt x="1015" y="144"/>
                </a:cubicBezTo>
                <a:cubicBezTo>
                  <a:pt x="1056" y="157"/>
                  <a:pt x="1089" y="205"/>
                  <a:pt x="1088" y="247"/>
                </a:cubicBezTo>
                <a:cubicBezTo>
                  <a:pt x="1078" y="772"/>
                  <a:pt x="1078" y="772"/>
                  <a:pt x="1078" y="772"/>
                </a:cubicBezTo>
                <a:cubicBezTo>
                  <a:pt x="1077" y="816"/>
                  <a:pt x="1044" y="873"/>
                  <a:pt x="1005" y="895"/>
                </a:cubicBezTo>
                <a:cubicBezTo>
                  <a:pt x="609" y="1122"/>
                  <a:pt x="609" y="1122"/>
                  <a:pt x="609" y="1122"/>
                </a:cubicBezTo>
                <a:cubicBezTo>
                  <a:pt x="591" y="1132"/>
                  <a:pt x="565" y="1138"/>
                  <a:pt x="538" y="1138"/>
                </a:cubicBezTo>
                <a:close/>
              </a:path>
            </a:pathLst>
          </a:custGeom>
          <a:solidFill>
            <a:schemeClr val="accent1"/>
          </a:solidFill>
          <a:ln>
            <a:noFill/>
          </a:ln>
        </p:spPr>
        <p:txBody>
          <a:bodyPr anchor="ctr"/>
          <a:lstStyle/>
          <a:p>
            <a:pPr algn="ctr"/>
            <a:endParaRPr>
              <a:latin typeface="微软雅黑"/>
              <a:ea typeface="微软雅黑"/>
              <a:sym typeface="微软雅黑"/>
            </a:endParaRPr>
          </a:p>
        </p:txBody>
      </p:sp>
      <p:sp>
        <p:nvSpPr>
          <p:cNvPr id="9" name="îṩḻiḋê">
            <a:extLst>
              <a:ext uri="{FF2B5EF4-FFF2-40B4-BE49-F238E27FC236}">
                <a16:creationId xmlns:a16="http://schemas.microsoft.com/office/drawing/2014/main" id="{29C3CF50-4154-4A04-8897-A7D8B3EB9DA4}"/>
              </a:ext>
            </a:extLst>
          </p:cNvPr>
          <p:cNvSpPr/>
          <p:nvPr/>
        </p:nvSpPr>
        <p:spPr bwMode="auto">
          <a:xfrm>
            <a:off x="1209623" y="2040807"/>
            <a:ext cx="2250251" cy="2322213"/>
          </a:xfrm>
          <a:custGeom>
            <a:avLst/>
            <a:gdLst>
              <a:gd name="T0" fmla="*/ 83 w 947"/>
              <a:gd name="T1" fmla="*/ 784 h 979"/>
              <a:gd name="T2" fmla="*/ 0 w 947"/>
              <a:gd name="T3" fmla="*/ 643 h 979"/>
              <a:gd name="T4" fmla="*/ 3 w 947"/>
              <a:gd name="T5" fmla="*/ 243 h 979"/>
              <a:gd name="T6" fmla="*/ 94 w 947"/>
              <a:gd name="T7" fmla="*/ 116 h 979"/>
              <a:gd name="T8" fmla="*/ 378 w 947"/>
              <a:gd name="T9" fmla="*/ 18 h 979"/>
              <a:gd name="T10" fmla="*/ 558 w 947"/>
              <a:gd name="T11" fmla="*/ 17 h 979"/>
              <a:gd name="T12" fmla="*/ 857 w 947"/>
              <a:gd name="T13" fmla="*/ 117 h 979"/>
              <a:gd name="T14" fmla="*/ 946 w 947"/>
              <a:gd name="T15" fmla="*/ 243 h 979"/>
              <a:gd name="T16" fmla="*/ 938 w 947"/>
              <a:gd name="T17" fmla="*/ 642 h 979"/>
              <a:gd name="T18" fmla="*/ 853 w 947"/>
              <a:gd name="T19" fmla="*/ 783 h 979"/>
              <a:gd name="T20" fmla="*/ 550 w 947"/>
              <a:gd name="T21" fmla="*/ 953 h 979"/>
              <a:gd name="T22" fmla="*/ 384 w 947"/>
              <a:gd name="T23" fmla="*/ 953 h 979"/>
              <a:gd name="T24" fmla="*/ 83 w 947"/>
              <a:gd name="T25" fmla="*/ 784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6" h="979">
                <a:moveTo>
                  <a:pt x="83" y="784"/>
                </a:moveTo>
                <a:cubicBezTo>
                  <a:pt x="37" y="759"/>
                  <a:pt x="0" y="695"/>
                  <a:pt x="0" y="643"/>
                </a:cubicBezTo>
                <a:cubicBezTo>
                  <a:pt x="3" y="243"/>
                  <a:pt x="3" y="243"/>
                  <a:pt x="3" y="243"/>
                </a:cubicBezTo>
                <a:cubicBezTo>
                  <a:pt x="4" y="191"/>
                  <a:pt x="44" y="134"/>
                  <a:pt x="94" y="116"/>
                </a:cubicBezTo>
                <a:cubicBezTo>
                  <a:pt x="378" y="18"/>
                  <a:pt x="378" y="18"/>
                  <a:pt x="378" y="18"/>
                </a:cubicBezTo>
                <a:cubicBezTo>
                  <a:pt x="427" y="1"/>
                  <a:pt x="508" y="0"/>
                  <a:pt x="558" y="17"/>
                </a:cubicBezTo>
                <a:cubicBezTo>
                  <a:pt x="857" y="117"/>
                  <a:pt x="857" y="117"/>
                  <a:pt x="857" y="117"/>
                </a:cubicBezTo>
                <a:cubicBezTo>
                  <a:pt x="907" y="134"/>
                  <a:pt x="947" y="191"/>
                  <a:pt x="946" y="243"/>
                </a:cubicBezTo>
                <a:cubicBezTo>
                  <a:pt x="938" y="642"/>
                  <a:pt x="938" y="642"/>
                  <a:pt x="938" y="642"/>
                </a:cubicBezTo>
                <a:cubicBezTo>
                  <a:pt x="937" y="694"/>
                  <a:pt x="899" y="758"/>
                  <a:pt x="853" y="783"/>
                </a:cubicBezTo>
                <a:cubicBezTo>
                  <a:pt x="550" y="953"/>
                  <a:pt x="550" y="953"/>
                  <a:pt x="550" y="953"/>
                </a:cubicBezTo>
                <a:cubicBezTo>
                  <a:pt x="505" y="979"/>
                  <a:pt x="430" y="979"/>
                  <a:pt x="384" y="953"/>
                </a:cubicBezTo>
                <a:lnTo>
                  <a:pt x="83" y="784"/>
                </a:lnTo>
                <a:close/>
              </a:path>
            </a:pathLst>
          </a:custGeom>
          <a:blipFill>
            <a:blip r:embed="Rd543ca2ead80472c">
              <a:extLst>
                <a:ext uri="{28A0092B-C50C-407E-A947-70E740481C1C}">
                  <a14:useLocalDpi xmlns:a14="http://schemas.microsoft.com/office/drawing/2010/main" val="0"/>
                </a:ext>
              </a:extLst>
            </a:blip>
            <a:stretch>
              <a:fillRect l="-59682"/>
            </a:stretch>
          </a:blipFill>
          <a:ln w="76200">
            <a:solidFill>
              <a:schemeClr val="bg1"/>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lt1"/>
              </a:solidFill>
              <a:latin typeface="微软雅黑"/>
              <a:ea typeface="微软雅黑"/>
              <a:sym typeface="微软雅黑"/>
            </a:endParaRPr>
          </a:p>
        </p:txBody>
      </p:sp>
      <p:sp>
        <p:nvSpPr>
          <p:cNvPr id="11" name="íšḻîďê">
            <a:extLst>
              <a:ext uri="{FF2B5EF4-FFF2-40B4-BE49-F238E27FC236}">
                <a16:creationId xmlns:a16="http://schemas.microsoft.com/office/drawing/2014/main" id="{BC970C94-BBDA-440B-BF0A-B2FEC252AA52}"/>
              </a:ext>
            </a:extLst>
          </p:cNvPr>
          <p:cNvSpPr/>
          <p:nvPr/>
        </p:nvSpPr>
        <p:spPr>
          <a:xfrm>
            <a:off x="820003" y="5079659"/>
            <a:ext cx="3028800" cy="968462"/>
          </a:xfrm>
          <a:prstGeom prst="rect">
            <a:avLst/>
          </a:prstGeom>
        </p:spPr>
        <p:txBody>
          <a:bodyPr wrap="square">
            <a:normAutofit/>
          </a:bodyPr>
          <a:lstStyle/>
          <a:p>
            <a:pPr algn="ctr">
              <a:lnSpc>
                <a:spcPct val="150000"/>
              </a:lnSpc>
              <a:tabLst>
                <a:tab pos="228594" algn="l"/>
              </a:tabLst>
              <a:defRPr/>
            </a:pPr>
            <a:r>
              <a:rPr lang="zh-CN" altLang="en-US" sz="1200">
                <a:solidFill>
                  <a:schemeClr val="bg1">
                    <a:lumMod val="50000"/>
                  </a:schemeClr>
                </a:solidFill>
                <a:latin typeface="微软雅黑"/>
                <a:ea typeface="微软雅黑"/>
                <a:sym typeface="微软雅黑"/>
              </a:rPr>
              <a:t>表现人物环境的关系，让用户产生身临其境的感觉。</a:t>
            </a:r>
            <a:endParaRPr lang="en-US" altLang="zh-CN" sz="1200">
              <a:solidFill>
                <a:schemeClr val="bg1">
                  <a:lumMod val="50000"/>
                </a:schemeClr>
              </a:solidFill>
              <a:latin typeface="微软雅黑"/>
              <a:ea typeface="微软雅黑"/>
              <a:sym typeface="微软雅黑"/>
            </a:endParaRPr>
          </a:p>
        </p:txBody>
      </p:sp>
      <p:sp>
        <p:nvSpPr>
          <p:cNvPr id="12" name="iṣḷîdé">
            <a:extLst>
              <a:ext uri="{FF2B5EF4-FFF2-40B4-BE49-F238E27FC236}">
                <a16:creationId xmlns:a16="http://schemas.microsoft.com/office/drawing/2014/main" id="{301D4602-B801-4E2B-97EF-AB1317880759}"/>
              </a:ext>
            </a:extLst>
          </p:cNvPr>
          <p:cNvSpPr/>
          <p:nvPr/>
        </p:nvSpPr>
        <p:spPr>
          <a:xfrm>
            <a:off x="820691" y="4741105"/>
            <a:ext cx="3028112" cy="338554"/>
          </a:xfrm>
          <a:prstGeom prst="rect">
            <a:avLst/>
          </a:prstGeom>
        </p:spPr>
        <p:txBody>
          <a:bodyPr wrap="none">
            <a:noAutofit/>
          </a:bodyPr>
          <a:lstStyle/>
          <a:p>
            <a:pPr algn="ctr"/>
            <a:r>
              <a:rPr lang="en-US" altLang="zh-CN" sz="2000" b="1">
                <a:solidFill>
                  <a:schemeClr val="dk1">
                    <a:lumMod val="100000"/>
                  </a:schemeClr>
                </a:solidFill>
                <a:latin typeface="微软雅黑"/>
                <a:ea typeface="微软雅黑"/>
                <a:sym typeface="微软雅黑"/>
              </a:rPr>
              <a:t>01</a:t>
            </a:r>
          </a:p>
        </p:txBody>
      </p:sp>
      <p:sp>
        <p:nvSpPr>
          <p:cNvPr id="14" name="îṡļiḋe">
            <a:extLst>
              <a:ext uri="{FF2B5EF4-FFF2-40B4-BE49-F238E27FC236}">
                <a16:creationId xmlns:a16="http://schemas.microsoft.com/office/drawing/2014/main" id="{8BE0A6CA-AF25-4E39-8ADE-CA2E2C9723D3}"/>
              </a:ext>
            </a:extLst>
          </p:cNvPr>
          <p:cNvSpPr/>
          <p:nvPr/>
        </p:nvSpPr>
        <p:spPr bwMode="auto">
          <a:xfrm>
            <a:off x="4801478" y="1862612"/>
            <a:ext cx="2588359" cy="2700300"/>
          </a:xfrm>
          <a:custGeom>
            <a:avLst/>
            <a:gdLst>
              <a:gd name="T0" fmla="*/ 538 w 1089"/>
              <a:gd name="T1" fmla="*/ 1138 h 1138"/>
              <a:gd name="T2" fmla="*/ 466 w 1089"/>
              <a:gd name="T3" fmla="*/ 1122 h 1138"/>
              <a:gd name="T4" fmla="*/ 71 w 1089"/>
              <a:gd name="T5" fmla="*/ 895 h 1138"/>
              <a:gd name="T6" fmla="*/ 0 w 1089"/>
              <a:gd name="T7" fmla="*/ 772 h 1138"/>
              <a:gd name="T8" fmla="*/ 4 w 1089"/>
              <a:gd name="T9" fmla="*/ 248 h 1138"/>
              <a:gd name="T10" fmla="*/ 79 w 1089"/>
              <a:gd name="T11" fmla="*/ 143 h 1138"/>
              <a:gd name="T12" fmla="*/ 455 w 1089"/>
              <a:gd name="T13" fmla="*/ 12 h 1138"/>
              <a:gd name="T14" fmla="*/ 540 w 1089"/>
              <a:gd name="T15" fmla="*/ 0 h 1138"/>
              <a:gd name="T16" fmla="*/ 621 w 1089"/>
              <a:gd name="T17" fmla="*/ 11 h 1138"/>
              <a:gd name="T18" fmla="*/ 1015 w 1089"/>
              <a:gd name="T19" fmla="*/ 144 h 1138"/>
              <a:gd name="T20" fmla="*/ 1088 w 1089"/>
              <a:gd name="T21" fmla="*/ 247 h 1138"/>
              <a:gd name="T22" fmla="*/ 1078 w 1089"/>
              <a:gd name="T23" fmla="*/ 772 h 1138"/>
              <a:gd name="T24" fmla="*/ 1005 w 1089"/>
              <a:gd name="T25" fmla="*/ 895 h 1138"/>
              <a:gd name="T26" fmla="*/ 609 w 1089"/>
              <a:gd name="T27" fmla="*/ 1122 h 1138"/>
              <a:gd name="T28" fmla="*/ 538 w 1089"/>
              <a:gd name="T29" fmla="*/ 1138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89" h="1138">
                <a:moveTo>
                  <a:pt x="538" y="1138"/>
                </a:moveTo>
                <a:cubicBezTo>
                  <a:pt x="511" y="1138"/>
                  <a:pt x="485" y="1132"/>
                  <a:pt x="466" y="1122"/>
                </a:cubicBezTo>
                <a:cubicBezTo>
                  <a:pt x="71" y="895"/>
                  <a:pt x="71" y="895"/>
                  <a:pt x="71" y="895"/>
                </a:cubicBezTo>
                <a:cubicBezTo>
                  <a:pt x="32" y="873"/>
                  <a:pt x="0" y="817"/>
                  <a:pt x="0" y="772"/>
                </a:cubicBezTo>
                <a:cubicBezTo>
                  <a:pt x="4" y="248"/>
                  <a:pt x="4" y="248"/>
                  <a:pt x="4" y="248"/>
                </a:cubicBezTo>
                <a:cubicBezTo>
                  <a:pt x="4" y="205"/>
                  <a:pt x="38" y="157"/>
                  <a:pt x="79" y="143"/>
                </a:cubicBezTo>
                <a:cubicBezTo>
                  <a:pt x="455" y="12"/>
                  <a:pt x="455" y="12"/>
                  <a:pt x="455" y="12"/>
                </a:cubicBezTo>
                <a:cubicBezTo>
                  <a:pt x="477" y="4"/>
                  <a:pt x="508" y="0"/>
                  <a:pt x="540" y="0"/>
                </a:cubicBezTo>
                <a:cubicBezTo>
                  <a:pt x="570" y="0"/>
                  <a:pt x="600" y="4"/>
                  <a:pt x="621" y="11"/>
                </a:cubicBezTo>
                <a:cubicBezTo>
                  <a:pt x="1015" y="144"/>
                  <a:pt x="1015" y="144"/>
                  <a:pt x="1015" y="144"/>
                </a:cubicBezTo>
                <a:cubicBezTo>
                  <a:pt x="1056" y="157"/>
                  <a:pt x="1089" y="205"/>
                  <a:pt x="1088" y="247"/>
                </a:cubicBezTo>
                <a:cubicBezTo>
                  <a:pt x="1078" y="772"/>
                  <a:pt x="1078" y="772"/>
                  <a:pt x="1078" y="772"/>
                </a:cubicBezTo>
                <a:cubicBezTo>
                  <a:pt x="1077" y="816"/>
                  <a:pt x="1044" y="873"/>
                  <a:pt x="1005" y="895"/>
                </a:cubicBezTo>
                <a:cubicBezTo>
                  <a:pt x="609" y="1122"/>
                  <a:pt x="609" y="1122"/>
                  <a:pt x="609" y="1122"/>
                </a:cubicBezTo>
                <a:cubicBezTo>
                  <a:pt x="591" y="1132"/>
                  <a:pt x="565" y="1138"/>
                  <a:pt x="538" y="1138"/>
                </a:cubicBezTo>
                <a:close/>
              </a:path>
            </a:pathLst>
          </a:custGeom>
          <a:solidFill>
            <a:schemeClr val="accent2"/>
          </a:solidFill>
          <a:ln>
            <a:noFill/>
          </a:ln>
        </p:spPr>
        <p:txBody>
          <a:bodyPr anchor="ctr"/>
          <a:lstStyle/>
          <a:p>
            <a:pPr algn="ctr"/>
            <a:endParaRPr>
              <a:latin typeface="微软雅黑"/>
              <a:ea typeface="微软雅黑"/>
              <a:sym typeface="微软雅黑"/>
            </a:endParaRPr>
          </a:p>
        </p:txBody>
      </p:sp>
      <p:sp>
        <p:nvSpPr>
          <p:cNvPr id="15" name="iş1ïḍê">
            <a:extLst>
              <a:ext uri="{FF2B5EF4-FFF2-40B4-BE49-F238E27FC236}">
                <a16:creationId xmlns:a16="http://schemas.microsoft.com/office/drawing/2014/main" id="{E6951C1B-808C-43FF-A7D4-F3F9E021CFD6}"/>
              </a:ext>
            </a:extLst>
          </p:cNvPr>
          <p:cNvSpPr/>
          <p:nvPr/>
        </p:nvSpPr>
        <p:spPr bwMode="auto">
          <a:xfrm>
            <a:off x="4970531" y="2040807"/>
            <a:ext cx="2250251" cy="2322213"/>
          </a:xfrm>
          <a:custGeom>
            <a:avLst/>
            <a:gdLst>
              <a:gd name="T0" fmla="*/ 83 w 947"/>
              <a:gd name="T1" fmla="*/ 784 h 979"/>
              <a:gd name="T2" fmla="*/ 0 w 947"/>
              <a:gd name="T3" fmla="*/ 643 h 979"/>
              <a:gd name="T4" fmla="*/ 3 w 947"/>
              <a:gd name="T5" fmla="*/ 243 h 979"/>
              <a:gd name="T6" fmla="*/ 94 w 947"/>
              <a:gd name="T7" fmla="*/ 116 h 979"/>
              <a:gd name="T8" fmla="*/ 378 w 947"/>
              <a:gd name="T9" fmla="*/ 18 h 979"/>
              <a:gd name="T10" fmla="*/ 558 w 947"/>
              <a:gd name="T11" fmla="*/ 17 h 979"/>
              <a:gd name="T12" fmla="*/ 857 w 947"/>
              <a:gd name="T13" fmla="*/ 117 h 979"/>
              <a:gd name="T14" fmla="*/ 946 w 947"/>
              <a:gd name="T15" fmla="*/ 243 h 979"/>
              <a:gd name="T16" fmla="*/ 938 w 947"/>
              <a:gd name="T17" fmla="*/ 642 h 979"/>
              <a:gd name="T18" fmla="*/ 853 w 947"/>
              <a:gd name="T19" fmla="*/ 783 h 979"/>
              <a:gd name="T20" fmla="*/ 550 w 947"/>
              <a:gd name="T21" fmla="*/ 953 h 979"/>
              <a:gd name="T22" fmla="*/ 384 w 947"/>
              <a:gd name="T23" fmla="*/ 953 h 979"/>
              <a:gd name="T24" fmla="*/ 83 w 947"/>
              <a:gd name="T25" fmla="*/ 784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6" h="979">
                <a:moveTo>
                  <a:pt x="83" y="784"/>
                </a:moveTo>
                <a:cubicBezTo>
                  <a:pt x="37" y="759"/>
                  <a:pt x="0" y="695"/>
                  <a:pt x="0" y="643"/>
                </a:cubicBezTo>
                <a:cubicBezTo>
                  <a:pt x="3" y="243"/>
                  <a:pt x="3" y="243"/>
                  <a:pt x="3" y="243"/>
                </a:cubicBezTo>
                <a:cubicBezTo>
                  <a:pt x="4" y="191"/>
                  <a:pt x="44" y="134"/>
                  <a:pt x="94" y="116"/>
                </a:cubicBezTo>
                <a:cubicBezTo>
                  <a:pt x="378" y="18"/>
                  <a:pt x="378" y="18"/>
                  <a:pt x="378" y="18"/>
                </a:cubicBezTo>
                <a:cubicBezTo>
                  <a:pt x="427" y="1"/>
                  <a:pt x="508" y="0"/>
                  <a:pt x="558" y="17"/>
                </a:cubicBezTo>
                <a:cubicBezTo>
                  <a:pt x="857" y="117"/>
                  <a:pt x="857" y="117"/>
                  <a:pt x="857" y="117"/>
                </a:cubicBezTo>
                <a:cubicBezTo>
                  <a:pt x="907" y="134"/>
                  <a:pt x="947" y="191"/>
                  <a:pt x="946" y="243"/>
                </a:cubicBezTo>
                <a:cubicBezTo>
                  <a:pt x="938" y="642"/>
                  <a:pt x="938" y="642"/>
                  <a:pt x="938" y="642"/>
                </a:cubicBezTo>
                <a:cubicBezTo>
                  <a:pt x="937" y="694"/>
                  <a:pt x="899" y="758"/>
                  <a:pt x="853" y="783"/>
                </a:cubicBezTo>
                <a:cubicBezTo>
                  <a:pt x="550" y="953"/>
                  <a:pt x="550" y="953"/>
                  <a:pt x="550" y="953"/>
                </a:cubicBezTo>
                <a:cubicBezTo>
                  <a:pt x="505" y="979"/>
                  <a:pt x="430" y="979"/>
                  <a:pt x="384" y="953"/>
                </a:cubicBezTo>
                <a:lnTo>
                  <a:pt x="83" y="784"/>
                </a:lnTo>
                <a:close/>
              </a:path>
            </a:pathLst>
          </a:custGeom>
          <a:blipFill>
            <a:blip r:embed="R5775102833844f7c">
              <a:extLst>
                <a:ext uri="{28A0092B-C50C-407E-A947-70E740481C1C}">
                  <a14:useLocalDpi xmlns:a14="http://schemas.microsoft.com/office/drawing/2010/main" val="0"/>
                </a:ext>
              </a:extLst>
            </a:blip>
            <a:stretch>
              <a:fillRect l="-54259"/>
            </a:stretch>
          </a:blipFill>
          <a:ln w="76200">
            <a:solidFill>
              <a:schemeClr val="bg1"/>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lt1"/>
              </a:solidFill>
              <a:latin typeface="微软雅黑"/>
              <a:ea typeface="微软雅黑"/>
              <a:sym typeface="微软雅黑"/>
            </a:endParaRPr>
          </a:p>
        </p:txBody>
      </p:sp>
      <p:sp>
        <p:nvSpPr>
          <p:cNvPr id="17" name="íṩľiḓê">
            <a:extLst>
              <a:ext uri="{FF2B5EF4-FFF2-40B4-BE49-F238E27FC236}">
                <a16:creationId xmlns:a16="http://schemas.microsoft.com/office/drawing/2014/main" id="{229009B0-B6A6-4BFD-857D-92591AC068D9}"/>
              </a:ext>
            </a:extLst>
          </p:cNvPr>
          <p:cNvSpPr/>
          <p:nvPr/>
        </p:nvSpPr>
        <p:spPr>
          <a:xfrm>
            <a:off x="4580911" y="5079659"/>
            <a:ext cx="3028800" cy="968462"/>
          </a:xfrm>
          <a:prstGeom prst="rect">
            <a:avLst/>
          </a:prstGeom>
        </p:spPr>
        <p:txBody>
          <a:bodyPr wrap="square">
            <a:normAutofit/>
          </a:bodyPr>
          <a:lstStyle/>
          <a:p>
            <a:pPr algn="ctr">
              <a:lnSpc>
                <a:spcPct val="150000"/>
              </a:lnSpc>
              <a:tabLst>
                <a:tab pos="228594" algn="l"/>
              </a:tabLst>
              <a:defRPr/>
            </a:pPr>
            <a:r>
              <a:rPr lang="zh-CN" altLang="en-US" sz="1200">
                <a:solidFill>
                  <a:schemeClr val="bg1">
                    <a:lumMod val="50000"/>
                  </a:schemeClr>
                </a:solidFill>
                <a:latin typeface="微软雅黑"/>
                <a:ea typeface="微软雅黑"/>
                <a:sym typeface="微软雅黑"/>
              </a:rPr>
              <a:t>通过与其他运镜方式的结合，呈现出不一样的短视频镜头效果。</a:t>
            </a:r>
            <a:endParaRPr lang="en-US" altLang="zh-CN" sz="1200">
              <a:solidFill>
                <a:schemeClr val="bg1">
                  <a:lumMod val="50000"/>
                </a:schemeClr>
              </a:solidFill>
              <a:latin typeface="微软雅黑"/>
              <a:ea typeface="微软雅黑"/>
              <a:sym typeface="微软雅黑"/>
            </a:endParaRPr>
          </a:p>
        </p:txBody>
      </p:sp>
      <p:sp>
        <p:nvSpPr>
          <p:cNvPr id="18" name="i$ḷiḓè">
            <a:extLst>
              <a:ext uri="{FF2B5EF4-FFF2-40B4-BE49-F238E27FC236}">
                <a16:creationId xmlns:a16="http://schemas.microsoft.com/office/drawing/2014/main" id="{E373EC3C-5D13-4094-A193-1C564E7E92DA}"/>
              </a:ext>
            </a:extLst>
          </p:cNvPr>
          <p:cNvSpPr/>
          <p:nvPr/>
        </p:nvSpPr>
        <p:spPr>
          <a:xfrm>
            <a:off x="4581599" y="4741105"/>
            <a:ext cx="3028112" cy="338554"/>
          </a:xfrm>
          <a:prstGeom prst="rect">
            <a:avLst/>
          </a:prstGeom>
        </p:spPr>
        <p:txBody>
          <a:bodyPr wrap="none">
            <a:noAutofit/>
          </a:bodyPr>
          <a:lstStyle/>
          <a:p>
            <a:pPr algn="ctr"/>
            <a:r>
              <a:rPr lang="en-US" altLang="zh-CN" sz="2000" b="1">
                <a:solidFill>
                  <a:schemeClr val="dk1">
                    <a:lumMod val="100000"/>
                  </a:schemeClr>
                </a:solidFill>
                <a:latin typeface="微软雅黑"/>
                <a:ea typeface="微软雅黑"/>
                <a:sym typeface="微软雅黑"/>
              </a:rPr>
              <a:t>02</a:t>
            </a:r>
          </a:p>
        </p:txBody>
      </p:sp>
      <p:sp>
        <p:nvSpPr>
          <p:cNvPr id="20" name="iṧḷíḑé">
            <a:extLst>
              <a:ext uri="{FF2B5EF4-FFF2-40B4-BE49-F238E27FC236}">
                <a16:creationId xmlns:a16="http://schemas.microsoft.com/office/drawing/2014/main" id="{E80E25CB-726B-48ED-A24E-1130B3D5DB86}"/>
              </a:ext>
            </a:extLst>
          </p:cNvPr>
          <p:cNvSpPr/>
          <p:nvPr/>
        </p:nvSpPr>
        <p:spPr bwMode="auto">
          <a:xfrm>
            <a:off x="8516263" y="1862612"/>
            <a:ext cx="2588359" cy="2700300"/>
          </a:xfrm>
          <a:custGeom>
            <a:avLst/>
            <a:gdLst>
              <a:gd name="T0" fmla="*/ 538 w 1089"/>
              <a:gd name="T1" fmla="*/ 1138 h 1138"/>
              <a:gd name="T2" fmla="*/ 466 w 1089"/>
              <a:gd name="T3" fmla="*/ 1122 h 1138"/>
              <a:gd name="T4" fmla="*/ 71 w 1089"/>
              <a:gd name="T5" fmla="*/ 895 h 1138"/>
              <a:gd name="T6" fmla="*/ 0 w 1089"/>
              <a:gd name="T7" fmla="*/ 772 h 1138"/>
              <a:gd name="T8" fmla="*/ 4 w 1089"/>
              <a:gd name="T9" fmla="*/ 248 h 1138"/>
              <a:gd name="T10" fmla="*/ 79 w 1089"/>
              <a:gd name="T11" fmla="*/ 143 h 1138"/>
              <a:gd name="T12" fmla="*/ 455 w 1089"/>
              <a:gd name="T13" fmla="*/ 12 h 1138"/>
              <a:gd name="T14" fmla="*/ 540 w 1089"/>
              <a:gd name="T15" fmla="*/ 0 h 1138"/>
              <a:gd name="T16" fmla="*/ 621 w 1089"/>
              <a:gd name="T17" fmla="*/ 11 h 1138"/>
              <a:gd name="T18" fmla="*/ 1015 w 1089"/>
              <a:gd name="T19" fmla="*/ 144 h 1138"/>
              <a:gd name="T20" fmla="*/ 1088 w 1089"/>
              <a:gd name="T21" fmla="*/ 247 h 1138"/>
              <a:gd name="T22" fmla="*/ 1078 w 1089"/>
              <a:gd name="T23" fmla="*/ 772 h 1138"/>
              <a:gd name="T24" fmla="*/ 1005 w 1089"/>
              <a:gd name="T25" fmla="*/ 895 h 1138"/>
              <a:gd name="T26" fmla="*/ 609 w 1089"/>
              <a:gd name="T27" fmla="*/ 1122 h 1138"/>
              <a:gd name="T28" fmla="*/ 538 w 1089"/>
              <a:gd name="T29" fmla="*/ 1138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89" h="1138">
                <a:moveTo>
                  <a:pt x="538" y="1138"/>
                </a:moveTo>
                <a:cubicBezTo>
                  <a:pt x="511" y="1138"/>
                  <a:pt x="485" y="1132"/>
                  <a:pt x="466" y="1122"/>
                </a:cubicBezTo>
                <a:cubicBezTo>
                  <a:pt x="71" y="895"/>
                  <a:pt x="71" y="895"/>
                  <a:pt x="71" y="895"/>
                </a:cubicBezTo>
                <a:cubicBezTo>
                  <a:pt x="32" y="873"/>
                  <a:pt x="0" y="817"/>
                  <a:pt x="0" y="772"/>
                </a:cubicBezTo>
                <a:cubicBezTo>
                  <a:pt x="4" y="248"/>
                  <a:pt x="4" y="248"/>
                  <a:pt x="4" y="248"/>
                </a:cubicBezTo>
                <a:cubicBezTo>
                  <a:pt x="4" y="205"/>
                  <a:pt x="38" y="157"/>
                  <a:pt x="79" y="143"/>
                </a:cubicBezTo>
                <a:cubicBezTo>
                  <a:pt x="455" y="12"/>
                  <a:pt x="455" y="12"/>
                  <a:pt x="455" y="12"/>
                </a:cubicBezTo>
                <a:cubicBezTo>
                  <a:pt x="477" y="4"/>
                  <a:pt x="508" y="0"/>
                  <a:pt x="540" y="0"/>
                </a:cubicBezTo>
                <a:cubicBezTo>
                  <a:pt x="570" y="0"/>
                  <a:pt x="600" y="4"/>
                  <a:pt x="621" y="11"/>
                </a:cubicBezTo>
                <a:cubicBezTo>
                  <a:pt x="1015" y="144"/>
                  <a:pt x="1015" y="144"/>
                  <a:pt x="1015" y="144"/>
                </a:cubicBezTo>
                <a:cubicBezTo>
                  <a:pt x="1056" y="157"/>
                  <a:pt x="1089" y="205"/>
                  <a:pt x="1088" y="247"/>
                </a:cubicBezTo>
                <a:cubicBezTo>
                  <a:pt x="1078" y="772"/>
                  <a:pt x="1078" y="772"/>
                  <a:pt x="1078" y="772"/>
                </a:cubicBezTo>
                <a:cubicBezTo>
                  <a:pt x="1077" y="816"/>
                  <a:pt x="1044" y="873"/>
                  <a:pt x="1005" y="895"/>
                </a:cubicBezTo>
                <a:cubicBezTo>
                  <a:pt x="609" y="1122"/>
                  <a:pt x="609" y="1122"/>
                  <a:pt x="609" y="1122"/>
                </a:cubicBezTo>
                <a:cubicBezTo>
                  <a:pt x="591" y="1132"/>
                  <a:pt x="565" y="1138"/>
                  <a:pt x="538" y="1138"/>
                </a:cubicBezTo>
                <a:close/>
              </a:path>
            </a:pathLst>
          </a:custGeom>
          <a:solidFill>
            <a:schemeClr val="accent1"/>
          </a:solidFill>
          <a:ln>
            <a:noFill/>
          </a:ln>
        </p:spPr>
        <p:txBody>
          <a:bodyPr anchor="ctr"/>
          <a:lstStyle/>
          <a:p>
            <a:pPr algn="ctr"/>
            <a:endParaRPr>
              <a:latin typeface="微软雅黑"/>
              <a:ea typeface="微软雅黑"/>
              <a:sym typeface="微软雅黑"/>
            </a:endParaRPr>
          </a:p>
        </p:txBody>
      </p:sp>
      <p:sp>
        <p:nvSpPr>
          <p:cNvPr id="21" name="íṩḻíďé">
            <a:extLst>
              <a:ext uri="{FF2B5EF4-FFF2-40B4-BE49-F238E27FC236}">
                <a16:creationId xmlns:a16="http://schemas.microsoft.com/office/drawing/2014/main" id="{FD8B2AFD-A149-4624-B600-F5D5059CA803}"/>
              </a:ext>
            </a:extLst>
          </p:cNvPr>
          <p:cNvSpPr/>
          <p:nvPr/>
        </p:nvSpPr>
        <p:spPr bwMode="auto">
          <a:xfrm>
            <a:off x="8685317" y="2040807"/>
            <a:ext cx="2250251" cy="2322213"/>
          </a:xfrm>
          <a:custGeom>
            <a:avLst/>
            <a:gdLst>
              <a:gd name="T0" fmla="*/ 83 w 947"/>
              <a:gd name="T1" fmla="*/ 784 h 979"/>
              <a:gd name="T2" fmla="*/ 0 w 947"/>
              <a:gd name="T3" fmla="*/ 643 h 979"/>
              <a:gd name="T4" fmla="*/ 3 w 947"/>
              <a:gd name="T5" fmla="*/ 243 h 979"/>
              <a:gd name="T6" fmla="*/ 94 w 947"/>
              <a:gd name="T7" fmla="*/ 116 h 979"/>
              <a:gd name="T8" fmla="*/ 378 w 947"/>
              <a:gd name="T9" fmla="*/ 18 h 979"/>
              <a:gd name="T10" fmla="*/ 558 w 947"/>
              <a:gd name="T11" fmla="*/ 17 h 979"/>
              <a:gd name="T12" fmla="*/ 857 w 947"/>
              <a:gd name="T13" fmla="*/ 117 h 979"/>
              <a:gd name="T14" fmla="*/ 946 w 947"/>
              <a:gd name="T15" fmla="*/ 243 h 979"/>
              <a:gd name="T16" fmla="*/ 938 w 947"/>
              <a:gd name="T17" fmla="*/ 642 h 979"/>
              <a:gd name="T18" fmla="*/ 853 w 947"/>
              <a:gd name="T19" fmla="*/ 783 h 979"/>
              <a:gd name="T20" fmla="*/ 550 w 947"/>
              <a:gd name="T21" fmla="*/ 953 h 979"/>
              <a:gd name="T22" fmla="*/ 384 w 947"/>
              <a:gd name="T23" fmla="*/ 953 h 979"/>
              <a:gd name="T24" fmla="*/ 83 w 947"/>
              <a:gd name="T25" fmla="*/ 784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6" h="979">
                <a:moveTo>
                  <a:pt x="83" y="784"/>
                </a:moveTo>
                <a:cubicBezTo>
                  <a:pt x="37" y="759"/>
                  <a:pt x="0" y="695"/>
                  <a:pt x="0" y="643"/>
                </a:cubicBezTo>
                <a:cubicBezTo>
                  <a:pt x="3" y="243"/>
                  <a:pt x="3" y="243"/>
                  <a:pt x="3" y="243"/>
                </a:cubicBezTo>
                <a:cubicBezTo>
                  <a:pt x="4" y="191"/>
                  <a:pt x="44" y="134"/>
                  <a:pt x="94" y="116"/>
                </a:cubicBezTo>
                <a:cubicBezTo>
                  <a:pt x="378" y="18"/>
                  <a:pt x="378" y="18"/>
                  <a:pt x="378" y="18"/>
                </a:cubicBezTo>
                <a:cubicBezTo>
                  <a:pt x="427" y="1"/>
                  <a:pt x="508" y="0"/>
                  <a:pt x="558" y="17"/>
                </a:cubicBezTo>
                <a:cubicBezTo>
                  <a:pt x="857" y="117"/>
                  <a:pt x="857" y="117"/>
                  <a:pt x="857" y="117"/>
                </a:cubicBezTo>
                <a:cubicBezTo>
                  <a:pt x="907" y="134"/>
                  <a:pt x="947" y="191"/>
                  <a:pt x="946" y="243"/>
                </a:cubicBezTo>
                <a:cubicBezTo>
                  <a:pt x="938" y="642"/>
                  <a:pt x="938" y="642"/>
                  <a:pt x="938" y="642"/>
                </a:cubicBezTo>
                <a:cubicBezTo>
                  <a:pt x="937" y="694"/>
                  <a:pt x="899" y="758"/>
                  <a:pt x="853" y="783"/>
                </a:cubicBezTo>
                <a:cubicBezTo>
                  <a:pt x="550" y="953"/>
                  <a:pt x="550" y="953"/>
                  <a:pt x="550" y="953"/>
                </a:cubicBezTo>
                <a:cubicBezTo>
                  <a:pt x="505" y="979"/>
                  <a:pt x="430" y="979"/>
                  <a:pt x="384" y="953"/>
                </a:cubicBezTo>
                <a:lnTo>
                  <a:pt x="83" y="784"/>
                </a:lnTo>
                <a:close/>
              </a:path>
            </a:pathLst>
          </a:custGeom>
          <a:blipFill>
            <a:blip r:embed="Raf2986388f784950">
              <a:extLst>
                <a:ext uri="{28A0092B-C50C-407E-A947-70E740481C1C}">
                  <a14:useLocalDpi xmlns:a14="http://schemas.microsoft.com/office/drawing/2010/main" val="0"/>
                </a:ext>
              </a:extLst>
            </a:blip>
            <a:stretch>
              <a:fillRect l="-43958"/>
            </a:stretch>
          </a:blipFill>
          <a:ln w="76200">
            <a:solidFill>
              <a:schemeClr val="bg1"/>
            </a:solidFill>
            <a:roun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lt1"/>
              </a:solidFill>
              <a:latin typeface="微软雅黑"/>
              <a:ea typeface="微软雅黑"/>
              <a:sym typeface="微软雅黑"/>
            </a:endParaRPr>
          </a:p>
        </p:txBody>
      </p:sp>
      <p:sp>
        <p:nvSpPr>
          <p:cNvPr id="23" name="íŝḻïdé">
            <a:extLst>
              <a:ext uri="{FF2B5EF4-FFF2-40B4-BE49-F238E27FC236}">
                <a16:creationId xmlns:a16="http://schemas.microsoft.com/office/drawing/2014/main" id="{7FC09084-CEF5-41B3-852B-B3B1A15C2A2B}"/>
              </a:ext>
            </a:extLst>
          </p:cNvPr>
          <p:cNvSpPr/>
          <p:nvPr/>
        </p:nvSpPr>
        <p:spPr>
          <a:xfrm>
            <a:off x="8295697" y="5079659"/>
            <a:ext cx="3028800" cy="968462"/>
          </a:xfrm>
          <a:prstGeom prst="rect">
            <a:avLst/>
          </a:prstGeom>
        </p:spPr>
        <p:txBody>
          <a:bodyPr wrap="square">
            <a:normAutofit fontScale="92500" lnSpcReduction="20000"/>
          </a:bodyPr>
          <a:lstStyle/>
          <a:p>
            <a:pPr algn="ctr">
              <a:lnSpc>
                <a:spcPct val="150000"/>
              </a:lnSpc>
              <a:tabLst>
                <a:tab pos="228594" algn="l"/>
              </a:tabLst>
              <a:defRPr/>
            </a:pPr>
            <a:r>
              <a:rPr lang="zh-CN" altLang="en-US" sz="1200">
                <a:solidFill>
                  <a:schemeClr val="bg1">
                    <a:lumMod val="50000"/>
                  </a:schemeClr>
                </a:solidFill>
                <a:latin typeface="微软雅黑"/>
                <a:ea typeface="微软雅黑"/>
                <a:sym typeface="微软雅黑"/>
              </a:rPr>
              <a:t>移镜头展现场景</a:t>
            </a:r>
            <a:r>
              <a:rPr lang="en-US" altLang="zh-CN" sz="1200">
                <a:solidFill>
                  <a:schemeClr val="bg1">
                    <a:lumMod val="50000"/>
                  </a:schemeClr>
                </a:solidFill>
                <a:latin typeface="微软雅黑"/>
                <a:ea typeface="微软雅黑"/>
                <a:sym typeface="微软雅黑"/>
              </a:rPr>
              <a:t>,</a:t>
            </a:r>
            <a:r>
              <a:rPr lang="zh-CN" altLang="en-US" sz="1200">
                <a:solidFill>
                  <a:schemeClr val="bg1">
                    <a:lumMod val="50000"/>
                  </a:schemeClr>
                </a:solidFill>
                <a:latin typeface="微软雅黑"/>
                <a:ea typeface="微软雅黑"/>
                <a:sym typeface="微软雅黑"/>
              </a:rPr>
              <a:t>引出叙事。移动镜头经常用在一个场景或者段落的开始，镜头从该场景上方下移</a:t>
            </a:r>
            <a:r>
              <a:rPr lang="en-US" altLang="zh-CN" sz="1200">
                <a:solidFill>
                  <a:schemeClr val="bg1">
                    <a:lumMod val="50000"/>
                  </a:schemeClr>
                </a:solidFill>
                <a:latin typeface="微软雅黑"/>
                <a:ea typeface="微软雅黑"/>
                <a:sym typeface="微软雅黑"/>
              </a:rPr>
              <a:t>(</a:t>
            </a:r>
            <a:r>
              <a:rPr lang="zh-CN" altLang="en-US" sz="1200">
                <a:solidFill>
                  <a:schemeClr val="bg1">
                    <a:lumMod val="50000"/>
                  </a:schemeClr>
                </a:solidFill>
                <a:latin typeface="微软雅黑"/>
                <a:ea typeface="微软雅黑"/>
                <a:sym typeface="微软雅黑"/>
              </a:rPr>
              <a:t>斜移</a:t>
            </a:r>
            <a:r>
              <a:rPr lang="en-US" altLang="zh-CN" sz="1200">
                <a:solidFill>
                  <a:schemeClr val="bg1">
                    <a:lumMod val="50000"/>
                  </a:schemeClr>
                </a:solidFill>
                <a:latin typeface="微软雅黑"/>
                <a:ea typeface="微软雅黑"/>
                <a:sym typeface="微软雅黑"/>
              </a:rPr>
              <a:t>)</a:t>
            </a:r>
            <a:r>
              <a:rPr lang="zh-CN" altLang="en-US" sz="1200">
                <a:solidFill>
                  <a:schemeClr val="bg1">
                    <a:lumMod val="50000"/>
                  </a:schemeClr>
                </a:solidFill>
                <a:latin typeface="微软雅黑"/>
                <a:ea typeface="微软雅黑"/>
                <a:sym typeface="微软雅黑"/>
              </a:rPr>
              <a:t>引出该场景中的主要角色，从而开始叙事。</a:t>
            </a:r>
            <a:endParaRPr lang="en-US" altLang="zh-CN" sz="1200">
              <a:solidFill>
                <a:schemeClr val="bg1">
                  <a:lumMod val="50000"/>
                </a:schemeClr>
              </a:solidFill>
              <a:latin typeface="微软雅黑"/>
              <a:ea typeface="微软雅黑"/>
              <a:sym typeface="微软雅黑"/>
            </a:endParaRPr>
          </a:p>
        </p:txBody>
      </p:sp>
      <p:sp>
        <p:nvSpPr>
          <p:cNvPr id="24" name="í$ļíḍê">
            <a:extLst>
              <a:ext uri="{FF2B5EF4-FFF2-40B4-BE49-F238E27FC236}">
                <a16:creationId xmlns:a16="http://schemas.microsoft.com/office/drawing/2014/main" id="{E1999AF5-3CFB-4CED-95DA-D762211F38A2}"/>
              </a:ext>
            </a:extLst>
          </p:cNvPr>
          <p:cNvSpPr/>
          <p:nvPr/>
        </p:nvSpPr>
        <p:spPr>
          <a:xfrm>
            <a:off x="8296385" y="4741105"/>
            <a:ext cx="3028112" cy="338554"/>
          </a:xfrm>
          <a:prstGeom prst="rect">
            <a:avLst/>
          </a:prstGeom>
        </p:spPr>
        <p:txBody>
          <a:bodyPr wrap="none">
            <a:noAutofit/>
          </a:bodyPr>
          <a:lstStyle/>
          <a:p>
            <a:pPr algn="ctr"/>
            <a:r>
              <a:rPr lang="en-US" altLang="zh-CN" sz="2000" b="1">
                <a:solidFill>
                  <a:schemeClr val="dk1">
                    <a:lumMod val="100000"/>
                  </a:schemeClr>
                </a:solidFill>
                <a:latin typeface="微软雅黑"/>
                <a:ea typeface="微软雅黑"/>
                <a:sym typeface="微软雅黑"/>
              </a:rPr>
              <a:t>03</a:t>
            </a:r>
          </a:p>
        </p:txBody>
      </p:sp>
    </p:spTree>
    <p:extLst>
      <p:ext uri="{BB962C8B-B14F-4D97-AF65-F5344CB8AC3E}">
        <p14:creationId xmlns:p14="http://schemas.microsoft.com/office/powerpoint/2010/main" val="34187379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down)">
                                      <p:cBhvr>
                                        <p:cTn id="16" dur="500"/>
                                        <p:tgtEl>
                                          <p:spTgt spid="18"/>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down)">
                                      <p:cBhvr>
                                        <p:cTn id="19" dur="500"/>
                                        <p:tgtEl>
                                          <p:spTgt spid="24"/>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down)">
                                      <p:cBhvr>
                                        <p:cTn id="22" dur="500"/>
                                        <p:tgtEl>
                                          <p:spTgt spid="23"/>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00"/>
                                        <p:tgtEl>
                                          <p:spTgt spid="4"/>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down)">
                                      <p:cBhvr>
                                        <p:cTn id="28" dur="500"/>
                                        <p:tgtEl>
                                          <p:spTgt spid="8"/>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down)">
                                      <p:cBhvr>
                                        <p:cTn id="34" dur="500"/>
                                        <p:tgtEl>
                                          <p:spTgt spid="14"/>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down)">
                                      <p:cBhvr>
                                        <p:cTn id="37" dur="500"/>
                                        <p:tgtEl>
                                          <p:spTgt spid="15"/>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down)">
                                      <p:cBhvr>
                                        <p:cTn id="40" dur="500"/>
                                        <p:tgtEl>
                                          <p:spTgt spid="20"/>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down)">
                                      <p:cBhvr>
                                        <p:cTn id="4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animBg="1"/>
      <p:bldP spid="9" grpId="0" animBg="1"/>
      <p:bldP spid="11" grpId="0"/>
      <p:bldP spid="12" grpId="0"/>
      <p:bldP spid="14" grpId="0" animBg="1"/>
      <p:bldP spid="15" grpId="0" animBg="1"/>
      <p:bldP spid="17" grpId="0"/>
      <p:bldP spid="18" grpId="0"/>
      <p:bldP spid="20" grpId="0" animBg="1"/>
      <p:bldP spid="21" grpId="0" animBg="1"/>
      <p:bldP spid="23" grpId="0"/>
      <p:bldP spid="2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015395B-5F05-4CCD-80F0-5A502F915BDC}"/>
              </a:ext>
            </a:extLst>
          </p:cNvPr>
          <p:cNvSpPr txBox="1"/>
          <p:nvPr/>
        </p:nvSpPr>
        <p:spPr>
          <a:xfrm>
            <a:off x="1331623" y="557799"/>
            <a:ext cx="3467616" cy="670120"/>
          </a:xfrm>
          <a:prstGeom prst="rect">
            <a:avLst/>
          </a:prstGeom>
          <a:noFill/>
        </p:spPr>
        <p:txBody>
          <a:bodyPr wrap="none">
            <a:spAutoFit/>
          </a:bodyPr>
          <a:lstStyle/>
          <a:p>
            <a:pPr>
              <a:lnSpc>
                <a:spcPct val="130000"/>
              </a:lnSpc>
            </a:pPr>
            <a:r>
              <a:rPr lang="zh-CN" altLang="en-US" sz="3200" b="1">
                <a:latin typeface="微软雅黑"/>
                <a:ea typeface="微软雅黑"/>
                <a:cs typeface="OPPOSans H" panose="00020600040101010101" pitchFamily="18" charset="-122"/>
                <a:sym typeface="微软雅黑"/>
              </a:rPr>
              <a:t>视频拍摄运镜技巧</a:t>
            </a:r>
          </a:p>
        </p:txBody>
      </p:sp>
      <p:pic>
        <p:nvPicPr>
          <p:cNvPr id="12" name="图片 11">
            <a:extLst>
              <a:ext uri="{FF2B5EF4-FFF2-40B4-BE49-F238E27FC236}">
                <a16:creationId xmlns:a16="http://schemas.microsoft.com/office/drawing/2014/main" id="{67B4DF4C-33DD-4ED6-9088-CCBBCAFD5B70}"/>
              </a:ext>
            </a:extLst>
          </p:cNvPr>
          <p:cNvPicPr>
            <a:picLocks noChangeAspect="1"/>
          </p:cNvPicPr>
          <p:nvPr/>
        </p:nvPicPr>
        <p:blipFill>
          <a:blip r:embed="R521ea913566643ab">
            <a:extLst>
              <a:ext uri="{28A0092B-C50C-407E-A947-70E740481C1C}">
                <a14:useLocalDpi xmlns:a14="http://schemas.microsoft.com/office/drawing/2010/main" val="0"/>
              </a:ext>
            </a:extLst>
          </a:blip>
          <a:srcRect l="4087" r="4087"/>
          <a:stretch>
            <a:fillRect/>
          </a:stretch>
        </p:blipFill>
        <p:spPr>
          <a:xfrm>
            <a:off x="1561858" y="2050120"/>
            <a:ext cx="4406983" cy="3200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13" name="组合 12">
            <a:extLst>
              <a:ext uri="{FF2B5EF4-FFF2-40B4-BE49-F238E27FC236}">
                <a16:creationId xmlns:a16="http://schemas.microsoft.com/office/drawing/2014/main" id="{931EF4B5-2245-4A91-BA35-856D9E857F02}"/>
              </a:ext>
            </a:extLst>
          </p:cNvPr>
          <p:cNvGrpSpPr/>
          <p:nvPr/>
        </p:nvGrpSpPr>
        <p:grpSpPr>
          <a:xfrm>
            <a:off x="5575867" y="1821315"/>
            <a:ext cx="5369916" cy="3558366"/>
            <a:chOff x="5550466" y="1894681"/>
            <a:chExt cx="5369916" cy="3558366"/>
          </a:xfrm>
        </p:grpSpPr>
        <p:grpSp>
          <p:nvGrpSpPr>
            <p:cNvPr id="14" name="组合 13">
              <a:extLst>
                <a:ext uri="{FF2B5EF4-FFF2-40B4-BE49-F238E27FC236}">
                  <a16:creationId xmlns:a16="http://schemas.microsoft.com/office/drawing/2014/main" id="{77231E8D-DEFB-4987-BBF0-92A388AFF2DF}"/>
                </a:ext>
              </a:extLst>
            </p:cNvPr>
            <p:cNvGrpSpPr/>
            <p:nvPr/>
          </p:nvGrpSpPr>
          <p:grpSpPr>
            <a:xfrm>
              <a:off x="6478086" y="1894681"/>
              <a:ext cx="1661134" cy="923330"/>
              <a:chOff x="2246396" y="4235679"/>
              <a:chExt cx="1661134" cy="923330"/>
            </a:xfrm>
          </p:grpSpPr>
          <p:sp>
            <p:nvSpPr>
              <p:cNvPr id="17" name="文本框 16">
                <a:extLst>
                  <a:ext uri="{FF2B5EF4-FFF2-40B4-BE49-F238E27FC236}">
                    <a16:creationId xmlns:a16="http://schemas.microsoft.com/office/drawing/2014/main" id="{1CEBB3CA-D596-4069-B16B-21E2BF7166A8}"/>
                  </a:ext>
                </a:extLst>
              </p:cNvPr>
              <p:cNvSpPr txBox="1"/>
              <p:nvPr/>
            </p:nvSpPr>
            <p:spPr>
              <a:xfrm>
                <a:off x="2696942" y="4497289"/>
                <a:ext cx="1210588" cy="400110"/>
              </a:xfrm>
              <a:prstGeom prst="rect">
                <a:avLst/>
              </a:prstGeom>
              <a:noFill/>
            </p:spPr>
            <p:txBody>
              <a:bodyPr wrap="none" rtlCol="0">
                <a:spAutoFit/>
              </a:bodyPr>
              <a:lstStyle/>
              <a:p>
                <a:pPr algn="ctr"/>
                <a:r>
                  <a:rPr lang="zh-CN" altLang="en-US" sz="2000" b="1">
                    <a:latin typeface="微软雅黑"/>
                    <a:ea typeface="微软雅黑"/>
                    <a:cs typeface="阿里巴巴普惠体" panose="00020600040101010101" pitchFamily="18" charset="-122"/>
                    <a:sym typeface="微软雅黑"/>
                  </a:rPr>
                  <a:t>应用场景</a:t>
                </a:r>
              </a:p>
            </p:txBody>
          </p:sp>
          <p:sp>
            <p:nvSpPr>
              <p:cNvPr id="18" name="文本框 17">
                <a:extLst>
                  <a:ext uri="{FF2B5EF4-FFF2-40B4-BE49-F238E27FC236}">
                    <a16:creationId xmlns:a16="http://schemas.microsoft.com/office/drawing/2014/main" id="{152313DD-BCB3-489A-99A8-FF2ED3A4F5EC}"/>
                  </a:ext>
                </a:extLst>
              </p:cNvPr>
              <p:cNvSpPr txBox="1"/>
              <p:nvPr/>
            </p:nvSpPr>
            <p:spPr>
              <a:xfrm>
                <a:off x="2246396" y="4235679"/>
                <a:ext cx="877163" cy="923330"/>
              </a:xfrm>
              <a:prstGeom prst="rect">
                <a:avLst/>
              </a:prstGeom>
              <a:noFill/>
            </p:spPr>
            <p:txBody>
              <a:bodyPr wrap="none" rtlCol="0">
                <a:spAutoFit/>
              </a:bodyPr>
              <a:lstStyle/>
              <a:p>
                <a:pPr algn="ctr"/>
                <a:r>
                  <a:rPr lang="zh-CN" altLang="en-US" sz="5400">
                    <a:solidFill>
                      <a:schemeClr val="accent1"/>
                    </a:solidFill>
                    <a:latin typeface="微软雅黑"/>
                    <a:ea typeface="微软雅黑"/>
                    <a:cs typeface="阿里巴巴普惠体 Medium" panose="00020600040101010101" pitchFamily="18" charset="-122"/>
                    <a:sym typeface="微软雅黑"/>
                  </a:rPr>
                  <a:t>？</a:t>
                </a:r>
              </a:p>
            </p:txBody>
          </p:sp>
        </p:grpSp>
        <p:sp>
          <p:nvSpPr>
            <p:cNvPr id="15" name="矩形: 圆角 14">
              <a:extLst>
                <a:ext uri="{FF2B5EF4-FFF2-40B4-BE49-F238E27FC236}">
                  <a16:creationId xmlns:a16="http://schemas.microsoft.com/office/drawing/2014/main" id="{E50C0BD2-8F9D-41A1-841D-77CDBAE4501F}"/>
                </a:ext>
              </a:extLst>
            </p:cNvPr>
            <p:cNvSpPr/>
            <p:nvPr/>
          </p:nvSpPr>
          <p:spPr>
            <a:xfrm>
              <a:off x="5550466" y="2889484"/>
              <a:ext cx="5369916" cy="266232"/>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6" name="文本框 15">
              <a:extLst>
                <a:ext uri="{FF2B5EF4-FFF2-40B4-BE49-F238E27FC236}">
                  <a16:creationId xmlns:a16="http://schemas.microsoft.com/office/drawing/2014/main" id="{71622CCF-DD9D-4525-B792-AA361CE1F62F}"/>
                </a:ext>
              </a:extLst>
            </p:cNvPr>
            <p:cNvSpPr txBox="1"/>
            <p:nvPr/>
          </p:nvSpPr>
          <p:spPr>
            <a:xfrm>
              <a:off x="6559510" y="3421722"/>
              <a:ext cx="4360871" cy="2031325"/>
            </a:xfrm>
            <a:prstGeom prst="rect">
              <a:avLst/>
            </a:prstGeom>
            <a:noFill/>
          </p:spPr>
          <p:txBody>
            <a:bodyPr wrap="square">
              <a:spAutoFit/>
            </a:bodyPr>
            <a:lstStyle/>
            <a:p>
              <a:pPr>
                <a:lnSpc>
                  <a:spcPct val="150000"/>
                </a:lnSpc>
              </a:pPr>
              <a:r>
                <a:rPr lang="zh-CN" altLang="en-US" sz="1400">
                  <a:solidFill>
                    <a:schemeClr val="bg1">
                      <a:lumMod val="50000"/>
                    </a:schemeClr>
                  </a:solidFill>
                  <a:latin typeface="微软雅黑"/>
                  <a:ea typeface="微软雅黑"/>
                  <a:cs typeface="阿里巴巴普惠体" panose="00020600040101010101" pitchFamily="18" charset="-122"/>
                  <a:sym typeface="微软雅黑"/>
                </a:rPr>
                <a:t>开场场景和人物介绍；场景衔接；用于整体环境的人物、物体的介绍，更适合山水风景、城市楼宇、大型宴会、天空海洋等大范围的短视频场景拍摄。</a:t>
              </a:r>
            </a:p>
            <a:p>
              <a:pPr>
                <a:lnSpc>
                  <a:spcPct val="150000"/>
                </a:lnSpc>
              </a:pPr>
              <a:r>
                <a:rPr lang="zh-CN" altLang="en-US" sz="1400">
                  <a:solidFill>
                    <a:schemeClr val="bg1">
                      <a:lumMod val="50000"/>
                    </a:schemeClr>
                  </a:solidFill>
                  <a:latin typeface="微软雅黑"/>
                  <a:ea typeface="微软雅黑"/>
                  <a:cs typeface="阿里巴巴普惠体" panose="00020600040101010101" pitchFamily="18" charset="-122"/>
                  <a:sym typeface="微软雅黑"/>
                </a:rPr>
                <a:t>短视频运用举例：在实践过程中，利用“移”的短视频运镜，边走边说，介绍实践内容的，让观众有置身之中的感觉。</a:t>
              </a:r>
            </a:p>
          </p:txBody>
        </p:sp>
      </p:grpSp>
    </p:spTree>
    <p:extLst>
      <p:ext uri="{BB962C8B-B14F-4D97-AF65-F5344CB8AC3E}">
        <p14:creationId xmlns:p14="http://schemas.microsoft.com/office/powerpoint/2010/main" val="95719605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6"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5"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decel="50000" fill="hold">
                                          <p:stCondLst>
                                            <p:cond delay="0"/>
                                          </p:stCondLst>
                                        </p:cTn>
                                        <p:tgtEl>
                                          <p:spTgt spid="13"/>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13"/>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13"/>
                                        </p:tgtEl>
                                        <p:attrNameLst>
                                          <p:attrName>ppt_w</p:attrName>
                                        </p:attrNameLst>
                                      </p:cBhvr>
                                      <p:tavLst>
                                        <p:tav tm="0">
                                          <p:val>
                                            <p:strVal val="#ppt_w*.05"/>
                                          </p:val>
                                        </p:tav>
                                        <p:tav tm="100000">
                                          <p:val>
                                            <p:strVal val="#ppt_w"/>
                                          </p:val>
                                        </p:tav>
                                      </p:tavLst>
                                    </p:anim>
                                    <p:anim calcmode="lin" valueType="num">
                                      <p:cBhvr>
                                        <p:cTn id="15" dur="1000" fill="hold"/>
                                        <p:tgtEl>
                                          <p:spTgt spid="13"/>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13"/>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13"/>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13"/>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D2A6C01-2981-45AC-9EC5-F1067777BE62}"/>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sp>
        <p:nvSpPr>
          <p:cNvPr id="14" name="矩形 4">
            <a:extLst>
              <a:ext uri="{FF2B5EF4-FFF2-40B4-BE49-F238E27FC236}">
                <a16:creationId xmlns:a16="http://schemas.microsoft.com/office/drawing/2014/main" id="{A5694E87-A8B2-4094-A6DC-56DF102C62D9}"/>
              </a:ext>
            </a:extLst>
          </p:cNvPr>
          <p:cNvSpPr>
            <a:spLocks noChangeArrowheads="1"/>
          </p:cNvSpPr>
          <p:nvPr/>
        </p:nvSpPr>
        <p:spPr bwMode="auto">
          <a:xfrm>
            <a:off x="6656704" y="2401024"/>
            <a:ext cx="4459605" cy="3831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ts val="200"/>
              </a:spcBef>
              <a:spcAft>
                <a:spcPts val="65"/>
              </a:spcAft>
              <a:buFont typeface="Wingdings" panose="05000000000000000000" pitchFamily="2" charset="2"/>
              <a:buChar char="n"/>
            </a:pPr>
            <a:r>
              <a:rPr lang="zh-CN" altLang="en-US">
                <a:solidFill>
                  <a:schemeClr val="tx1">
                    <a:lumMod val="50000"/>
                    <a:lumOff val="50000"/>
                  </a:schemeClr>
                </a:solidFill>
                <a:latin typeface="微软雅黑"/>
                <a:ea typeface="微软雅黑"/>
                <a:cs typeface="+mn-ea"/>
                <a:sym typeface="微软雅黑"/>
              </a:rPr>
              <a:t>跟其实是移动相机的一种变换用法，跟随被拍对象保持等距离运动的移动镜头。跟镜头始终跟随运动着的主体，有特别强的穿越空间的感觉，适宜于连续表现人物的动作、表情或细部的变化，既能突出运动中的主体，又能交代动体的运动方向、速度、体态及其与环境的关系，使动体的运动保持连贯，有利于展示人物在动态中的精神面貌。</a:t>
            </a:r>
          </a:p>
        </p:txBody>
      </p:sp>
      <p:pic>
        <p:nvPicPr>
          <p:cNvPr id="15" name="图片 14">
            <a:extLst>
              <a:ext uri="{FF2B5EF4-FFF2-40B4-BE49-F238E27FC236}">
                <a16:creationId xmlns:a16="http://schemas.microsoft.com/office/drawing/2014/main" id="{BF2BED62-E365-4EBE-8160-F4725F70560B}"/>
              </a:ext>
            </a:extLst>
          </p:cNvPr>
          <p:cNvPicPr>
            <a:picLocks noChangeAspect="1"/>
          </p:cNvPicPr>
          <p:nvPr/>
        </p:nvPicPr>
        <p:blipFill>
          <a:blip r:embed="Ra4e20ca7f78d403f">
            <a:extLst>
              <a:ext uri="{28A0092B-C50C-407E-A947-70E740481C1C}">
                <a14:useLocalDpi xmlns:a14="http://schemas.microsoft.com/office/drawing/2010/main" val="0"/>
              </a:ext>
            </a:extLst>
          </a:blip>
          <a:stretch>
            <a:fillRect/>
          </a:stretch>
        </p:blipFill>
        <p:spPr>
          <a:xfrm>
            <a:off x="1379539" y="2656097"/>
            <a:ext cx="4699000" cy="3132666"/>
          </a:xfrm>
          <a:prstGeom prst="rect">
            <a:avLst/>
          </a:prstGeom>
        </p:spPr>
      </p:pic>
      <p:grpSp>
        <p:nvGrpSpPr>
          <p:cNvPr id="16" name="组 66">
            <a:extLst>
              <a:ext uri="{FF2B5EF4-FFF2-40B4-BE49-F238E27FC236}">
                <a16:creationId xmlns:a16="http://schemas.microsoft.com/office/drawing/2014/main" id="{9025118E-5E8E-468D-B173-08E126BA483F}"/>
              </a:ext>
            </a:extLst>
          </p:cNvPr>
          <p:cNvGrpSpPr/>
          <p:nvPr/>
        </p:nvGrpSpPr>
        <p:grpSpPr>
          <a:xfrm>
            <a:off x="1362736" y="1830613"/>
            <a:ext cx="4733264" cy="124636"/>
            <a:chOff x="1362736" y="1799771"/>
            <a:chExt cx="4733264" cy="124636"/>
          </a:xfrm>
        </p:grpSpPr>
        <p:sp>
          <p:nvSpPr>
            <p:cNvPr id="17" name="矩形 16">
              <a:extLst>
                <a:ext uri="{FF2B5EF4-FFF2-40B4-BE49-F238E27FC236}">
                  <a16:creationId xmlns:a16="http://schemas.microsoft.com/office/drawing/2014/main" id="{838FC61C-5B93-47B2-9A50-0BF0186E74BC}"/>
                </a:ext>
              </a:extLst>
            </p:cNvPr>
            <p:cNvSpPr/>
            <p:nvPr/>
          </p:nvSpPr>
          <p:spPr>
            <a:xfrm>
              <a:off x="1379538" y="1799771"/>
              <a:ext cx="826633" cy="12463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a:ea typeface="微软雅黑"/>
                <a:sym typeface="微软雅黑"/>
              </a:endParaRPr>
            </a:p>
          </p:txBody>
        </p:sp>
        <p:cxnSp>
          <p:nvCxnSpPr>
            <p:cNvPr id="18" name="直线连接符 63">
              <a:extLst>
                <a:ext uri="{FF2B5EF4-FFF2-40B4-BE49-F238E27FC236}">
                  <a16:creationId xmlns:a16="http://schemas.microsoft.com/office/drawing/2014/main" id="{33D3775F-7851-4072-9FC8-C38E25032F14}"/>
                </a:ext>
              </a:extLst>
            </p:cNvPr>
            <p:cNvCxnSpPr/>
            <p:nvPr/>
          </p:nvCxnSpPr>
          <p:spPr>
            <a:xfrm>
              <a:off x="1362736" y="1909893"/>
              <a:ext cx="473326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9" name="文本框 18">
            <a:extLst>
              <a:ext uri="{FF2B5EF4-FFF2-40B4-BE49-F238E27FC236}">
                <a16:creationId xmlns:a16="http://schemas.microsoft.com/office/drawing/2014/main" id="{4DF21600-D428-4563-92F4-3E142704B029}"/>
              </a:ext>
            </a:extLst>
          </p:cNvPr>
          <p:cNvSpPr txBox="1"/>
          <p:nvPr/>
        </p:nvSpPr>
        <p:spPr>
          <a:xfrm>
            <a:off x="2482681" y="1485564"/>
            <a:ext cx="954107" cy="400110"/>
          </a:xfrm>
          <a:prstGeom prst="rect">
            <a:avLst/>
          </a:prstGeom>
          <a:noFill/>
        </p:spPr>
        <p:txBody>
          <a:bodyPr wrap="none" rtlCol="0">
            <a:spAutoFit/>
          </a:bodyPr>
          <a:lstStyle/>
          <a:p>
            <a:pPr algn="ctr"/>
            <a:r>
              <a:rPr lang="zh-CN" altLang="en-US" sz="2000" b="1">
                <a:latin typeface="微软雅黑"/>
                <a:ea typeface="微软雅黑"/>
                <a:cs typeface="阿里巴巴普惠体" panose="00020600040101010101" pitchFamily="18" charset="-122"/>
                <a:sym typeface="微软雅黑"/>
              </a:rPr>
              <a:t>推镜头</a:t>
            </a:r>
          </a:p>
        </p:txBody>
      </p:sp>
    </p:spTree>
    <p:extLst>
      <p:ext uri="{BB962C8B-B14F-4D97-AF65-F5344CB8AC3E}">
        <p14:creationId xmlns:p14="http://schemas.microsoft.com/office/powerpoint/2010/main" val="413539089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nodeType="afterGroup">
                            <p:stCondLst>
                              <p:cond delay="500"/>
                            </p:stCondLst>
                            <p:childTnLst>
                              <p:par>
                                <p:cTn id="9" presetID="2" presetClass="entr" presetSubtype="12" decel="5000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1000" fill="hold"/>
                                        <p:tgtEl>
                                          <p:spTgt spid="15"/>
                                        </p:tgtEl>
                                        <p:attrNameLst>
                                          <p:attrName>ppt_x</p:attrName>
                                        </p:attrNameLst>
                                      </p:cBhvr>
                                      <p:tavLst>
                                        <p:tav tm="0">
                                          <p:val>
                                            <p:strVal val="0-#ppt_w/2"/>
                                          </p:val>
                                        </p:tav>
                                        <p:tav tm="100000">
                                          <p:val>
                                            <p:strVal val="#ppt_x"/>
                                          </p:val>
                                        </p:tav>
                                      </p:tavLst>
                                    </p:anim>
                                    <p:anim calcmode="lin" valueType="num">
                                      <p:cBhvr additive="base">
                                        <p:cTn id="12" dur="1000" fill="hold"/>
                                        <p:tgtEl>
                                          <p:spTgt spid="15"/>
                                        </p:tgtEl>
                                        <p:attrNameLst>
                                          <p:attrName>ppt_y</p:attrName>
                                        </p:attrNameLst>
                                      </p:cBhvr>
                                      <p:tavLst>
                                        <p:tav tm="0">
                                          <p:val>
                                            <p:strVal val="1+#ppt_h/2"/>
                                          </p:val>
                                        </p:tav>
                                        <p:tav tm="100000">
                                          <p:val>
                                            <p:strVal val="#ppt_y"/>
                                          </p:val>
                                        </p:tav>
                                      </p:tavLst>
                                    </p:anim>
                                  </p:childTnLst>
                                </p:cTn>
                              </p:par>
                            </p:childTnLst>
                          </p:cTn>
                        </p:par>
                        <p:par>
                          <p:cTn id="13" fill="hold" nodeType="afterGroup">
                            <p:stCondLst>
                              <p:cond delay="1500"/>
                            </p:stCondLst>
                            <p:childTnLst>
                              <p:par>
                                <p:cTn id="14" presetID="42" presetClass="entr" presetSubtype="0"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1000"/>
                                        <p:tgtEl>
                                          <p:spTgt spid="14"/>
                                        </p:tgtEl>
                                      </p:cBhvr>
                                    </p:animEffect>
                                    <p:anim calcmode="lin" valueType="num">
                                      <p:cBhvr>
                                        <p:cTn id="17" dur="1000" fill="hold"/>
                                        <p:tgtEl>
                                          <p:spTgt spid="14"/>
                                        </p:tgtEl>
                                        <p:attrNameLst>
                                          <p:attrName>ppt_x</p:attrName>
                                        </p:attrNameLst>
                                      </p:cBhvr>
                                      <p:tavLst>
                                        <p:tav tm="0">
                                          <p:val>
                                            <p:strVal val="#ppt_x"/>
                                          </p:val>
                                        </p:tav>
                                        <p:tav tm="100000">
                                          <p:val>
                                            <p:strVal val="#ppt_x"/>
                                          </p:val>
                                        </p:tav>
                                      </p:tavLst>
                                    </p:anim>
                                    <p:anim calcmode="lin" valueType="num">
                                      <p:cBhvr>
                                        <p:cTn id="1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518FE1B-778B-4C7F-A5F6-8EBB89D53893}"/>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sp>
        <p:nvSpPr>
          <p:cNvPr id="6" name="任意多边形 198">
            <a:extLst>
              <a:ext uri="{FF2B5EF4-FFF2-40B4-BE49-F238E27FC236}">
                <a16:creationId xmlns:a16="http://schemas.microsoft.com/office/drawing/2014/main" id="{C38B481D-6AE2-40E2-AADE-2264683565A6}"/>
              </a:ext>
            </a:extLst>
          </p:cNvPr>
          <p:cNvSpPr/>
          <p:nvPr/>
        </p:nvSpPr>
        <p:spPr>
          <a:xfrm>
            <a:off x="6096177" y="2032536"/>
            <a:ext cx="1908891" cy="1907690"/>
          </a:xfrm>
          <a:custGeom>
            <a:avLst/>
            <a:gdLst>
              <a:gd name="connsiteX0" fmla="*/ 520091 w 2146974"/>
              <a:gd name="connsiteY0" fmla="*/ 0 h 2145624"/>
              <a:gd name="connsiteX1" fmla="*/ 657110 w 2146974"/>
              <a:gd name="connsiteY1" fmla="*/ 35232 h 2145624"/>
              <a:gd name="connsiteX2" fmla="*/ 1171345 w 2146974"/>
              <a:gd name="connsiteY2" fmla="*/ 271538 h 2145624"/>
              <a:gd name="connsiteX3" fmla="*/ 1175782 w 2146974"/>
              <a:gd name="connsiteY3" fmla="*/ 274725 h 2145624"/>
              <a:gd name="connsiteX4" fmla="*/ 1144960 w 2146974"/>
              <a:gd name="connsiteY4" fmla="*/ 331510 h 2145624"/>
              <a:gd name="connsiteX5" fmla="*/ 1101961 w 2146974"/>
              <a:gd name="connsiteY5" fmla="*/ 544492 h 2145624"/>
              <a:gd name="connsiteX6" fmla="*/ 1649124 w 2146974"/>
              <a:gd name="connsiteY6" fmla="*/ 1091655 h 2145624"/>
              <a:gd name="connsiteX7" fmla="*/ 1862105 w 2146974"/>
              <a:gd name="connsiteY7" fmla="*/ 1048655 h 2145624"/>
              <a:gd name="connsiteX8" fmla="*/ 1904137 w 2146974"/>
              <a:gd name="connsiteY8" fmla="*/ 1025841 h 2145624"/>
              <a:gd name="connsiteX9" fmla="*/ 1935012 w 2146974"/>
              <a:gd name="connsiteY9" fmla="*/ 1077690 h 2145624"/>
              <a:gd name="connsiteX10" fmla="*/ 2143541 w 2146974"/>
              <a:gd name="connsiteY10" fmla="*/ 1606633 h 2145624"/>
              <a:gd name="connsiteX11" fmla="*/ 2146974 w 2146974"/>
              <a:gd name="connsiteY11" fmla="*/ 1623154 h 2145624"/>
              <a:gd name="connsiteX12" fmla="*/ 2087993 w 2146974"/>
              <a:gd name="connsiteY12" fmla="*/ 1641463 h 2145624"/>
              <a:gd name="connsiteX13" fmla="*/ 1760115 w 2146974"/>
              <a:gd name="connsiteY13" fmla="*/ 2062300 h 2145624"/>
              <a:gd name="connsiteX14" fmla="*/ 1753810 w 2146974"/>
              <a:gd name="connsiteY14" fmla="*/ 2145624 h 2145624"/>
              <a:gd name="connsiteX15" fmla="*/ 405823 w 2146974"/>
              <a:gd name="connsiteY15" fmla="*/ 2145624 h 2145624"/>
              <a:gd name="connsiteX16" fmla="*/ 397578 w 2146974"/>
              <a:gd name="connsiteY16" fmla="*/ 2063838 h 2145624"/>
              <a:gd name="connsiteX17" fmla="*/ 0 w 2146974"/>
              <a:gd name="connsiteY17" fmla="*/ 1739803 h 2145624"/>
              <a:gd name="connsiteX18" fmla="*/ 0 w 2146974"/>
              <a:gd name="connsiteY18" fmla="*/ 385486 h 2145624"/>
              <a:gd name="connsiteX19" fmla="*/ 1 w 2146974"/>
              <a:gd name="connsiteY19" fmla="*/ 385486 h 2145624"/>
              <a:gd name="connsiteX20" fmla="*/ 504166 w 2146974"/>
              <a:gd name="connsiteY20" fmla="*/ 51304 h 2145624"/>
              <a:gd name="connsiteX21" fmla="*/ 520091 w 2146974"/>
              <a:gd name="connsiteY21" fmla="*/ 0 h 2145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46974" h="2145624">
                <a:moveTo>
                  <a:pt x="520091" y="0"/>
                </a:moveTo>
                <a:lnTo>
                  <a:pt x="657110" y="35232"/>
                </a:lnTo>
                <a:cubicBezTo>
                  <a:pt x="839824" y="92062"/>
                  <a:pt x="1012372" y="171967"/>
                  <a:pt x="1171345" y="271538"/>
                </a:cubicBezTo>
                <a:lnTo>
                  <a:pt x="1175782" y="274725"/>
                </a:lnTo>
                <a:lnTo>
                  <a:pt x="1144960" y="331510"/>
                </a:lnTo>
                <a:cubicBezTo>
                  <a:pt x="1117272" y="396973"/>
                  <a:pt x="1101961" y="468945"/>
                  <a:pt x="1101961" y="544492"/>
                </a:cubicBezTo>
                <a:cubicBezTo>
                  <a:pt x="1101961" y="846681"/>
                  <a:pt x="1346934" y="1091655"/>
                  <a:pt x="1649124" y="1091655"/>
                </a:cubicBezTo>
                <a:cubicBezTo>
                  <a:pt x="1724672" y="1091655"/>
                  <a:pt x="1796643" y="1076343"/>
                  <a:pt x="1862105" y="1048655"/>
                </a:cubicBezTo>
                <a:lnTo>
                  <a:pt x="1904137" y="1025841"/>
                </a:lnTo>
                <a:lnTo>
                  <a:pt x="1935012" y="1077690"/>
                </a:lnTo>
                <a:cubicBezTo>
                  <a:pt x="2026050" y="1242292"/>
                  <a:pt x="2096696" y="1419742"/>
                  <a:pt x="2143541" y="1606633"/>
                </a:cubicBezTo>
                <a:lnTo>
                  <a:pt x="2146974" y="1623154"/>
                </a:lnTo>
                <a:lnTo>
                  <a:pt x="2087993" y="1641463"/>
                </a:lnTo>
                <a:cubicBezTo>
                  <a:pt x="1916156" y="1714144"/>
                  <a:pt x="1789175" y="1872111"/>
                  <a:pt x="1760115" y="2062300"/>
                </a:cubicBezTo>
                <a:lnTo>
                  <a:pt x="1753810" y="2145624"/>
                </a:lnTo>
                <a:lnTo>
                  <a:pt x="405823" y="2145624"/>
                </a:lnTo>
                <a:lnTo>
                  <a:pt x="397578" y="2063838"/>
                </a:lnTo>
                <a:cubicBezTo>
                  <a:pt x="359737" y="1878912"/>
                  <a:pt x="196114" y="1739803"/>
                  <a:pt x="0" y="1739803"/>
                </a:cubicBezTo>
                <a:lnTo>
                  <a:pt x="0" y="385486"/>
                </a:lnTo>
                <a:lnTo>
                  <a:pt x="1" y="385486"/>
                </a:lnTo>
                <a:cubicBezTo>
                  <a:pt x="226644" y="385486"/>
                  <a:pt x="421102" y="247688"/>
                  <a:pt x="504166" y="51304"/>
                </a:cubicBezTo>
                <a:lnTo>
                  <a:pt x="520091"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8" name="任意多边形 192">
            <a:extLst>
              <a:ext uri="{FF2B5EF4-FFF2-40B4-BE49-F238E27FC236}">
                <a16:creationId xmlns:a16="http://schemas.microsoft.com/office/drawing/2014/main" id="{76183CBE-7192-420A-8027-82B498A7339D}"/>
              </a:ext>
            </a:extLst>
          </p:cNvPr>
          <p:cNvSpPr/>
          <p:nvPr/>
        </p:nvSpPr>
        <p:spPr>
          <a:xfrm>
            <a:off x="4188487" y="3940229"/>
            <a:ext cx="1907691" cy="1909035"/>
          </a:xfrm>
          <a:custGeom>
            <a:avLst/>
            <a:gdLst>
              <a:gd name="connsiteX0" fmla="*/ 385546 w 2145624"/>
              <a:gd name="connsiteY0" fmla="*/ 0 h 2147137"/>
              <a:gd name="connsiteX1" fmla="*/ 1739801 w 2145624"/>
              <a:gd name="connsiteY1" fmla="*/ 0 h 2147137"/>
              <a:gd name="connsiteX2" fmla="*/ 1739801 w 2145624"/>
              <a:gd name="connsiteY2" fmla="*/ 1 h 2147137"/>
              <a:gd name="connsiteX3" fmla="*/ 2145624 w 2145624"/>
              <a:gd name="connsiteY3" fmla="*/ 405824 h 2147137"/>
              <a:gd name="connsiteX4" fmla="*/ 2145624 w 2145624"/>
              <a:gd name="connsiteY4" fmla="*/ 1753747 h 2147137"/>
              <a:gd name="connsiteX5" fmla="*/ 2062298 w 2145624"/>
              <a:gd name="connsiteY5" fmla="*/ 1760052 h 2147137"/>
              <a:gd name="connsiteX6" fmla="*/ 1641461 w 2145624"/>
              <a:gd name="connsiteY6" fmla="*/ 2087930 h 2147137"/>
              <a:gd name="connsiteX7" fmla="*/ 1623082 w 2145624"/>
              <a:gd name="connsiteY7" fmla="*/ 2147137 h 2147137"/>
              <a:gd name="connsiteX8" fmla="*/ 1606630 w 2145624"/>
              <a:gd name="connsiteY8" fmla="*/ 2143543 h 2147137"/>
              <a:gd name="connsiteX9" fmla="*/ 1115898 w 2145624"/>
              <a:gd name="connsiteY9" fmla="*/ 1955660 h 2147137"/>
              <a:gd name="connsiteX10" fmla="*/ 994824 w 2145624"/>
              <a:gd name="connsiteY10" fmla="*/ 1885561 h 2147137"/>
              <a:gd name="connsiteX11" fmla="*/ 1012505 w 2145624"/>
              <a:gd name="connsiteY11" fmla="*/ 1852988 h 2147137"/>
              <a:gd name="connsiteX12" fmla="*/ 1055503 w 2145624"/>
              <a:gd name="connsiteY12" fmla="*/ 1640007 h 2147137"/>
              <a:gd name="connsiteX13" fmla="*/ 508340 w 2145624"/>
              <a:gd name="connsiteY13" fmla="*/ 1092844 h 2147137"/>
              <a:gd name="connsiteX14" fmla="*/ 295360 w 2145624"/>
              <a:gd name="connsiteY14" fmla="*/ 1135843 h 2147137"/>
              <a:gd name="connsiteX15" fmla="*/ 261760 w 2145624"/>
              <a:gd name="connsiteY15" fmla="*/ 1154080 h 2147137"/>
              <a:gd name="connsiteX16" fmla="*/ 248906 w 2145624"/>
              <a:gd name="connsiteY16" fmla="*/ 1134422 h 2147137"/>
              <a:gd name="connsiteX17" fmla="*/ 35228 w 2145624"/>
              <a:gd name="connsiteY17" fmla="*/ 657112 h 2147137"/>
              <a:gd name="connsiteX18" fmla="*/ 0 w 2145624"/>
              <a:gd name="connsiteY18" fmla="*/ 520111 h 2147137"/>
              <a:gd name="connsiteX19" fmla="*/ 51365 w 2145624"/>
              <a:gd name="connsiteY19" fmla="*/ 504166 h 2147137"/>
              <a:gd name="connsiteX20" fmla="*/ 385546 w 2145624"/>
              <a:gd name="connsiteY20" fmla="*/ 2 h 2147137"/>
              <a:gd name="connsiteX21" fmla="*/ 385546 w 2145624"/>
              <a:gd name="connsiteY21" fmla="*/ 0 h 2147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45624" h="2147137">
                <a:moveTo>
                  <a:pt x="385546" y="0"/>
                </a:moveTo>
                <a:lnTo>
                  <a:pt x="1739801" y="0"/>
                </a:lnTo>
                <a:lnTo>
                  <a:pt x="1739801" y="1"/>
                </a:lnTo>
                <a:cubicBezTo>
                  <a:pt x="1739801" y="224131"/>
                  <a:pt x="1921494" y="405824"/>
                  <a:pt x="2145624" y="405824"/>
                </a:cubicBezTo>
                <a:lnTo>
                  <a:pt x="2145624" y="1753747"/>
                </a:lnTo>
                <a:lnTo>
                  <a:pt x="2062298" y="1760052"/>
                </a:lnTo>
                <a:cubicBezTo>
                  <a:pt x="1872109" y="1789112"/>
                  <a:pt x="1714142" y="1916093"/>
                  <a:pt x="1641461" y="2087930"/>
                </a:cubicBezTo>
                <a:lnTo>
                  <a:pt x="1623082" y="2147137"/>
                </a:lnTo>
                <a:lnTo>
                  <a:pt x="1606630" y="2143543"/>
                </a:lnTo>
                <a:cubicBezTo>
                  <a:pt x="1434115" y="2100302"/>
                  <a:pt x="1269644" y="2036780"/>
                  <a:pt x="1115898" y="1955660"/>
                </a:cubicBezTo>
                <a:lnTo>
                  <a:pt x="994824" y="1885561"/>
                </a:lnTo>
                <a:lnTo>
                  <a:pt x="1012505" y="1852988"/>
                </a:lnTo>
                <a:cubicBezTo>
                  <a:pt x="1040193" y="1787526"/>
                  <a:pt x="1055503" y="1715555"/>
                  <a:pt x="1055503" y="1640007"/>
                </a:cubicBezTo>
                <a:cubicBezTo>
                  <a:pt x="1055503" y="1337817"/>
                  <a:pt x="810530" y="1092844"/>
                  <a:pt x="508340" y="1092844"/>
                </a:cubicBezTo>
                <a:cubicBezTo>
                  <a:pt x="432793" y="1092844"/>
                  <a:pt x="360821" y="1108155"/>
                  <a:pt x="295360" y="1135843"/>
                </a:cubicBezTo>
                <a:lnTo>
                  <a:pt x="261760" y="1154080"/>
                </a:lnTo>
                <a:lnTo>
                  <a:pt x="248906" y="1134422"/>
                </a:lnTo>
                <a:cubicBezTo>
                  <a:pt x="159805" y="985768"/>
                  <a:pt x="87686" y="825772"/>
                  <a:pt x="35228" y="657112"/>
                </a:cubicBezTo>
                <a:lnTo>
                  <a:pt x="0" y="520111"/>
                </a:lnTo>
                <a:lnTo>
                  <a:pt x="51365" y="504166"/>
                </a:lnTo>
                <a:cubicBezTo>
                  <a:pt x="247749" y="421103"/>
                  <a:pt x="385546" y="226646"/>
                  <a:pt x="385546" y="2"/>
                </a:cubicBezTo>
                <a:lnTo>
                  <a:pt x="385546"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9" name="任意多边形 191">
            <a:extLst>
              <a:ext uri="{FF2B5EF4-FFF2-40B4-BE49-F238E27FC236}">
                <a16:creationId xmlns:a16="http://schemas.microsoft.com/office/drawing/2014/main" id="{35EA778B-2FBD-41D0-868F-32893ED8CA70}"/>
              </a:ext>
            </a:extLst>
          </p:cNvPr>
          <p:cNvSpPr/>
          <p:nvPr/>
        </p:nvSpPr>
        <p:spPr>
          <a:xfrm>
            <a:off x="4186787" y="2032538"/>
            <a:ext cx="1909391" cy="1907691"/>
          </a:xfrm>
          <a:custGeom>
            <a:avLst/>
            <a:gdLst>
              <a:gd name="connsiteX0" fmla="*/ 1627449 w 2147537"/>
              <a:gd name="connsiteY0" fmla="*/ 0 h 2145625"/>
              <a:gd name="connsiteX1" fmla="*/ 1643374 w 2147537"/>
              <a:gd name="connsiteY1" fmla="*/ 51304 h 2145625"/>
              <a:gd name="connsiteX2" fmla="*/ 2064211 w 2147537"/>
              <a:gd name="connsiteY2" fmla="*/ 379181 h 2145625"/>
              <a:gd name="connsiteX3" fmla="*/ 2147537 w 2147537"/>
              <a:gd name="connsiteY3" fmla="*/ 385486 h 2145625"/>
              <a:gd name="connsiteX4" fmla="*/ 2147537 w 2147537"/>
              <a:gd name="connsiteY4" fmla="*/ 1739803 h 2145625"/>
              <a:gd name="connsiteX5" fmla="*/ 1749959 w 2147537"/>
              <a:gd name="connsiteY5" fmla="*/ 2063838 h 2145625"/>
              <a:gd name="connsiteX6" fmla="*/ 1741714 w 2147537"/>
              <a:gd name="connsiteY6" fmla="*/ 2145625 h 2145625"/>
              <a:gd name="connsiteX7" fmla="*/ 387459 w 2147537"/>
              <a:gd name="connsiteY7" fmla="*/ 2145625 h 2145625"/>
              <a:gd name="connsiteX8" fmla="*/ 381154 w 2147537"/>
              <a:gd name="connsiteY8" fmla="*/ 2062300 h 2145625"/>
              <a:gd name="connsiteX9" fmla="*/ 53278 w 2147537"/>
              <a:gd name="connsiteY9" fmla="*/ 1641463 h 2145625"/>
              <a:gd name="connsiteX10" fmla="*/ 0 w 2147537"/>
              <a:gd name="connsiteY10" fmla="*/ 1624925 h 2145625"/>
              <a:gd name="connsiteX11" fmla="*/ 3997 w 2147537"/>
              <a:gd name="connsiteY11" fmla="*/ 1606633 h 2145625"/>
              <a:gd name="connsiteX12" fmla="*/ 191880 w 2147537"/>
              <a:gd name="connsiteY12" fmla="*/ 1115902 h 2145625"/>
              <a:gd name="connsiteX13" fmla="*/ 246705 w 2147537"/>
              <a:gd name="connsiteY13" fmla="*/ 1021209 h 2145625"/>
              <a:gd name="connsiteX14" fmla="*/ 297273 w 2147537"/>
              <a:gd name="connsiteY14" fmla="*/ 1048656 h 2145625"/>
              <a:gd name="connsiteX15" fmla="*/ 510253 w 2147537"/>
              <a:gd name="connsiteY15" fmla="*/ 1091655 h 2145625"/>
              <a:gd name="connsiteX16" fmla="*/ 1057416 w 2147537"/>
              <a:gd name="connsiteY16" fmla="*/ 544493 h 2145625"/>
              <a:gd name="connsiteX17" fmla="*/ 1014418 w 2147537"/>
              <a:gd name="connsiteY17" fmla="*/ 331512 h 2145625"/>
              <a:gd name="connsiteX18" fmla="*/ 980987 w 2147537"/>
              <a:gd name="connsiteY18" fmla="*/ 269920 h 2145625"/>
              <a:gd name="connsiteX19" fmla="*/ 1013118 w 2147537"/>
              <a:gd name="connsiteY19" fmla="*/ 248911 h 2145625"/>
              <a:gd name="connsiteX20" fmla="*/ 1490428 w 2147537"/>
              <a:gd name="connsiteY20" fmla="*/ 35232 h 2145625"/>
              <a:gd name="connsiteX21" fmla="*/ 1627449 w 2147537"/>
              <a:gd name="connsiteY21" fmla="*/ 0 h 214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47537" h="2145625">
                <a:moveTo>
                  <a:pt x="1627449" y="0"/>
                </a:moveTo>
                <a:lnTo>
                  <a:pt x="1643374" y="51304"/>
                </a:lnTo>
                <a:cubicBezTo>
                  <a:pt x="1716055" y="223140"/>
                  <a:pt x="1874022" y="350121"/>
                  <a:pt x="2064211" y="379181"/>
                </a:cubicBezTo>
                <a:lnTo>
                  <a:pt x="2147537" y="385486"/>
                </a:lnTo>
                <a:lnTo>
                  <a:pt x="2147537" y="1739803"/>
                </a:lnTo>
                <a:cubicBezTo>
                  <a:pt x="1951423" y="1739803"/>
                  <a:pt x="1787801" y="1878912"/>
                  <a:pt x="1749959" y="2063838"/>
                </a:cubicBezTo>
                <a:lnTo>
                  <a:pt x="1741714" y="2145625"/>
                </a:lnTo>
                <a:lnTo>
                  <a:pt x="387459" y="2145625"/>
                </a:lnTo>
                <a:lnTo>
                  <a:pt x="381154" y="2062300"/>
                </a:lnTo>
                <a:cubicBezTo>
                  <a:pt x="352095" y="1872111"/>
                  <a:pt x="225114" y="1714144"/>
                  <a:pt x="53278" y="1641463"/>
                </a:cubicBezTo>
                <a:lnTo>
                  <a:pt x="0" y="1624925"/>
                </a:lnTo>
                <a:lnTo>
                  <a:pt x="3997" y="1606633"/>
                </a:lnTo>
                <a:cubicBezTo>
                  <a:pt x="47238" y="1434119"/>
                  <a:pt x="110759" y="1269647"/>
                  <a:pt x="191880" y="1115902"/>
                </a:cubicBezTo>
                <a:lnTo>
                  <a:pt x="246705" y="1021209"/>
                </a:lnTo>
                <a:lnTo>
                  <a:pt x="297273" y="1048656"/>
                </a:lnTo>
                <a:cubicBezTo>
                  <a:pt x="362734" y="1076343"/>
                  <a:pt x="434706" y="1091655"/>
                  <a:pt x="510253" y="1091655"/>
                </a:cubicBezTo>
                <a:cubicBezTo>
                  <a:pt x="812443" y="1091655"/>
                  <a:pt x="1057416" y="846681"/>
                  <a:pt x="1057416" y="544493"/>
                </a:cubicBezTo>
                <a:cubicBezTo>
                  <a:pt x="1057416" y="468945"/>
                  <a:pt x="1042106" y="396974"/>
                  <a:pt x="1014418" y="331512"/>
                </a:cubicBezTo>
                <a:lnTo>
                  <a:pt x="980987" y="269920"/>
                </a:lnTo>
                <a:lnTo>
                  <a:pt x="1013118" y="248911"/>
                </a:lnTo>
                <a:cubicBezTo>
                  <a:pt x="1161771" y="159810"/>
                  <a:pt x="1321768" y="87690"/>
                  <a:pt x="1490428" y="35232"/>
                </a:cubicBezTo>
                <a:lnTo>
                  <a:pt x="1627449" y="0"/>
                </a:ln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0" name="任意多边形 199">
            <a:extLst>
              <a:ext uri="{FF2B5EF4-FFF2-40B4-BE49-F238E27FC236}">
                <a16:creationId xmlns:a16="http://schemas.microsoft.com/office/drawing/2014/main" id="{D47977AD-623A-4BE2-B079-3B0A2FD0B6CA}"/>
              </a:ext>
            </a:extLst>
          </p:cNvPr>
          <p:cNvSpPr/>
          <p:nvPr/>
        </p:nvSpPr>
        <p:spPr>
          <a:xfrm>
            <a:off x="6096178" y="3940228"/>
            <a:ext cx="1909037" cy="1907277"/>
          </a:xfrm>
          <a:custGeom>
            <a:avLst/>
            <a:gdLst>
              <a:gd name="connsiteX0" fmla="*/ 405823 w 2147139"/>
              <a:gd name="connsiteY0" fmla="*/ 0 h 2145159"/>
              <a:gd name="connsiteX1" fmla="*/ 1753810 w 2147139"/>
              <a:gd name="connsiteY1" fmla="*/ 0 h 2145159"/>
              <a:gd name="connsiteX2" fmla="*/ 1753810 w 2147139"/>
              <a:gd name="connsiteY2" fmla="*/ 3 h 2145159"/>
              <a:gd name="connsiteX3" fmla="*/ 2087993 w 2147139"/>
              <a:gd name="connsiteY3" fmla="*/ 504167 h 2145159"/>
              <a:gd name="connsiteX4" fmla="*/ 2147139 w 2147139"/>
              <a:gd name="connsiteY4" fmla="*/ 522527 h 2145159"/>
              <a:gd name="connsiteX5" fmla="*/ 2143541 w 2147139"/>
              <a:gd name="connsiteY5" fmla="*/ 538998 h 2145159"/>
              <a:gd name="connsiteX6" fmla="*/ 1955658 w 2147139"/>
              <a:gd name="connsiteY6" fmla="*/ 1029730 h 2145159"/>
              <a:gd name="connsiteX7" fmla="*/ 1886541 w 2147139"/>
              <a:gd name="connsiteY7" fmla="*/ 1149108 h 2145159"/>
              <a:gd name="connsiteX8" fmla="*/ 1862105 w 2147139"/>
              <a:gd name="connsiteY8" fmla="*/ 1135844 h 2145159"/>
              <a:gd name="connsiteX9" fmla="*/ 1649124 w 2147139"/>
              <a:gd name="connsiteY9" fmla="*/ 1092845 h 2145159"/>
              <a:gd name="connsiteX10" fmla="*/ 1101961 w 2147139"/>
              <a:gd name="connsiteY10" fmla="*/ 1640008 h 2145159"/>
              <a:gd name="connsiteX11" fmla="*/ 1144960 w 2147139"/>
              <a:gd name="connsiteY11" fmla="*/ 1852989 h 2145159"/>
              <a:gd name="connsiteX12" fmla="*/ 1159719 w 2147139"/>
              <a:gd name="connsiteY12" fmla="*/ 1880180 h 2145159"/>
              <a:gd name="connsiteX13" fmla="*/ 1134420 w 2147139"/>
              <a:gd name="connsiteY13" fmla="*/ 1896722 h 2145159"/>
              <a:gd name="connsiteX14" fmla="*/ 657110 w 2147139"/>
              <a:gd name="connsiteY14" fmla="*/ 2110401 h 2145159"/>
              <a:gd name="connsiteX15" fmla="*/ 521930 w 2147139"/>
              <a:gd name="connsiteY15" fmla="*/ 2145159 h 2145159"/>
              <a:gd name="connsiteX16" fmla="*/ 504166 w 2147139"/>
              <a:gd name="connsiteY16" fmla="*/ 2087931 h 2145159"/>
              <a:gd name="connsiteX17" fmla="*/ 1 w 2147139"/>
              <a:gd name="connsiteY17" fmla="*/ 1753748 h 2145159"/>
              <a:gd name="connsiteX18" fmla="*/ 0 w 2147139"/>
              <a:gd name="connsiteY18" fmla="*/ 1753748 h 2145159"/>
              <a:gd name="connsiteX19" fmla="*/ 0 w 2147139"/>
              <a:gd name="connsiteY19" fmla="*/ 405825 h 2145159"/>
              <a:gd name="connsiteX20" fmla="*/ 405823 w 2147139"/>
              <a:gd name="connsiteY20" fmla="*/ 2 h 2145159"/>
              <a:gd name="connsiteX21" fmla="*/ 405823 w 2147139"/>
              <a:gd name="connsiteY21" fmla="*/ 0 h 2145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47139" h="2145159">
                <a:moveTo>
                  <a:pt x="405823" y="0"/>
                </a:moveTo>
                <a:lnTo>
                  <a:pt x="1753810" y="0"/>
                </a:lnTo>
                <a:lnTo>
                  <a:pt x="1753810" y="3"/>
                </a:lnTo>
                <a:cubicBezTo>
                  <a:pt x="1753810" y="226647"/>
                  <a:pt x="1891608" y="421104"/>
                  <a:pt x="2087993" y="504167"/>
                </a:cubicBezTo>
                <a:lnTo>
                  <a:pt x="2147139" y="522527"/>
                </a:lnTo>
                <a:lnTo>
                  <a:pt x="2143541" y="538998"/>
                </a:lnTo>
                <a:cubicBezTo>
                  <a:pt x="2100300" y="711513"/>
                  <a:pt x="2036778" y="875984"/>
                  <a:pt x="1955658" y="1029730"/>
                </a:cubicBezTo>
                <a:lnTo>
                  <a:pt x="1886541" y="1149108"/>
                </a:lnTo>
                <a:lnTo>
                  <a:pt x="1862105" y="1135844"/>
                </a:lnTo>
                <a:cubicBezTo>
                  <a:pt x="1796643" y="1108156"/>
                  <a:pt x="1724672" y="1092845"/>
                  <a:pt x="1649124" y="1092845"/>
                </a:cubicBezTo>
                <a:cubicBezTo>
                  <a:pt x="1346934" y="1092845"/>
                  <a:pt x="1101961" y="1337818"/>
                  <a:pt x="1101961" y="1640008"/>
                </a:cubicBezTo>
                <a:cubicBezTo>
                  <a:pt x="1101961" y="1715556"/>
                  <a:pt x="1117272" y="1787527"/>
                  <a:pt x="1144960" y="1852989"/>
                </a:cubicBezTo>
                <a:lnTo>
                  <a:pt x="1159719" y="1880180"/>
                </a:lnTo>
                <a:lnTo>
                  <a:pt x="1134420" y="1896722"/>
                </a:lnTo>
                <a:cubicBezTo>
                  <a:pt x="985766" y="1985822"/>
                  <a:pt x="825770" y="2057942"/>
                  <a:pt x="657110" y="2110401"/>
                </a:cubicBezTo>
                <a:lnTo>
                  <a:pt x="521930" y="2145159"/>
                </a:lnTo>
                <a:lnTo>
                  <a:pt x="504166" y="2087931"/>
                </a:lnTo>
                <a:cubicBezTo>
                  <a:pt x="421102" y="1891546"/>
                  <a:pt x="226644" y="1753748"/>
                  <a:pt x="1" y="1753748"/>
                </a:cubicBezTo>
                <a:lnTo>
                  <a:pt x="0" y="1753748"/>
                </a:lnTo>
                <a:lnTo>
                  <a:pt x="0" y="405825"/>
                </a:lnTo>
                <a:cubicBezTo>
                  <a:pt x="224130" y="405825"/>
                  <a:pt x="405823" y="224132"/>
                  <a:pt x="405823" y="2"/>
                </a:cubicBezTo>
                <a:lnTo>
                  <a:pt x="405823" y="0"/>
                </a:ln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grpSp>
        <p:nvGrpSpPr>
          <p:cNvPr id="11" name="组合 10">
            <a:extLst>
              <a:ext uri="{FF2B5EF4-FFF2-40B4-BE49-F238E27FC236}">
                <a16:creationId xmlns:a16="http://schemas.microsoft.com/office/drawing/2014/main" id="{56590EB5-53ED-47C2-A6B4-534ABF452A39}"/>
              </a:ext>
            </a:extLst>
          </p:cNvPr>
          <p:cNvGrpSpPr/>
          <p:nvPr/>
        </p:nvGrpSpPr>
        <p:grpSpPr>
          <a:xfrm>
            <a:off x="5104235" y="3011489"/>
            <a:ext cx="481012" cy="481013"/>
            <a:chOff x="3470008" y="3099786"/>
            <a:chExt cx="481012" cy="481013"/>
          </a:xfrm>
          <a:solidFill>
            <a:schemeClr val="bg1"/>
          </a:solidFill>
        </p:grpSpPr>
        <p:sp>
          <p:nvSpPr>
            <p:cNvPr id="12" name="Freeform 48">
              <a:extLst>
                <a:ext uri="{FF2B5EF4-FFF2-40B4-BE49-F238E27FC236}">
                  <a16:creationId xmlns:a16="http://schemas.microsoft.com/office/drawing/2014/main" id="{2C7F3DA7-EC2E-4661-87A6-D9B83BA3F40A}"/>
                </a:ext>
              </a:extLst>
            </p:cNvPr>
            <p:cNvSpPr>
              <a:spLocks noEditPoints="1"/>
            </p:cNvSpPr>
            <p:nvPr/>
          </p:nvSpPr>
          <p:spPr bwMode="auto">
            <a:xfrm>
              <a:off x="3470008" y="3099786"/>
              <a:ext cx="481012" cy="481013"/>
            </a:xfrm>
            <a:custGeom>
              <a:avLst/>
              <a:gdLst>
                <a:gd name="T0" fmla="*/ 80 w 128"/>
                <a:gd name="T1" fmla="*/ 0 h 128"/>
                <a:gd name="T2" fmla="*/ 32 w 128"/>
                <a:gd name="T3" fmla="*/ 48 h 128"/>
                <a:gd name="T4" fmla="*/ 38 w 128"/>
                <a:gd name="T5" fmla="*/ 70 h 128"/>
                <a:gd name="T6" fmla="*/ 4 w 128"/>
                <a:gd name="T7" fmla="*/ 104 h 128"/>
                <a:gd name="T8" fmla="*/ 4 w 128"/>
                <a:gd name="T9" fmla="*/ 104 h 128"/>
                <a:gd name="T10" fmla="*/ 0 w 128"/>
                <a:gd name="T11" fmla="*/ 114 h 128"/>
                <a:gd name="T12" fmla="*/ 14 w 128"/>
                <a:gd name="T13" fmla="*/ 128 h 128"/>
                <a:gd name="T14" fmla="*/ 24 w 128"/>
                <a:gd name="T15" fmla="*/ 124 h 128"/>
                <a:gd name="T16" fmla="*/ 24 w 128"/>
                <a:gd name="T17" fmla="*/ 124 h 128"/>
                <a:gd name="T18" fmla="*/ 58 w 128"/>
                <a:gd name="T19" fmla="*/ 90 h 128"/>
                <a:gd name="T20" fmla="*/ 80 w 128"/>
                <a:gd name="T21" fmla="*/ 96 h 128"/>
                <a:gd name="T22" fmla="*/ 128 w 128"/>
                <a:gd name="T23" fmla="*/ 48 h 128"/>
                <a:gd name="T24" fmla="*/ 80 w 128"/>
                <a:gd name="T25" fmla="*/ 0 h 128"/>
                <a:gd name="T26" fmla="*/ 19 w 128"/>
                <a:gd name="T27" fmla="*/ 119 h 128"/>
                <a:gd name="T28" fmla="*/ 14 w 128"/>
                <a:gd name="T29" fmla="*/ 121 h 128"/>
                <a:gd name="T30" fmla="*/ 7 w 128"/>
                <a:gd name="T31" fmla="*/ 114 h 128"/>
                <a:gd name="T32" fmla="*/ 9 w 128"/>
                <a:gd name="T33" fmla="*/ 109 h 128"/>
                <a:gd name="T34" fmla="*/ 9 w 128"/>
                <a:gd name="T35" fmla="*/ 109 h 128"/>
                <a:gd name="T36" fmla="*/ 41 w 128"/>
                <a:gd name="T37" fmla="*/ 77 h 128"/>
                <a:gd name="T38" fmla="*/ 51 w 128"/>
                <a:gd name="T39" fmla="*/ 87 h 128"/>
                <a:gd name="T40" fmla="*/ 19 w 128"/>
                <a:gd name="T41" fmla="*/ 119 h 128"/>
                <a:gd name="T42" fmla="*/ 80 w 128"/>
                <a:gd name="T43" fmla="*/ 88 h 128"/>
                <a:gd name="T44" fmla="*/ 40 w 128"/>
                <a:gd name="T45" fmla="*/ 48 h 128"/>
                <a:gd name="T46" fmla="*/ 80 w 128"/>
                <a:gd name="T47" fmla="*/ 8 h 128"/>
                <a:gd name="T48" fmla="*/ 120 w 128"/>
                <a:gd name="T49" fmla="*/ 48 h 128"/>
                <a:gd name="T50" fmla="*/ 80 w 128"/>
                <a:gd name="T51" fmla="*/ 8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8" h="128">
                  <a:moveTo>
                    <a:pt x="80" y="0"/>
                  </a:moveTo>
                  <a:cubicBezTo>
                    <a:pt x="53" y="0"/>
                    <a:pt x="32" y="21"/>
                    <a:pt x="32" y="48"/>
                  </a:cubicBezTo>
                  <a:cubicBezTo>
                    <a:pt x="32" y="56"/>
                    <a:pt x="34" y="64"/>
                    <a:pt x="38" y="70"/>
                  </a:cubicBezTo>
                  <a:cubicBezTo>
                    <a:pt x="4" y="104"/>
                    <a:pt x="4" y="104"/>
                    <a:pt x="4" y="104"/>
                  </a:cubicBezTo>
                  <a:cubicBezTo>
                    <a:pt x="4" y="104"/>
                    <a:pt x="4" y="104"/>
                    <a:pt x="4" y="104"/>
                  </a:cubicBezTo>
                  <a:cubicBezTo>
                    <a:pt x="2" y="106"/>
                    <a:pt x="0" y="110"/>
                    <a:pt x="0" y="114"/>
                  </a:cubicBezTo>
                  <a:cubicBezTo>
                    <a:pt x="0" y="122"/>
                    <a:pt x="6" y="128"/>
                    <a:pt x="14" y="128"/>
                  </a:cubicBezTo>
                  <a:cubicBezTo>
                    <a:pt x="18" y="128"/>
                    <a:pt x="22" y="126"/>
                    <a:pt x="24" y="124"/>
                  </a:cubicBezTo>
                  <a:cubicBezTo>
                    <a:pt x="24" y="124"/>
                    <a:pt x="24" y="124"/>
                    <a:pt x="24" y="124"/>
                  </a:cubicBezTo>
                  <a:cubicBezTo>
                    <a:pt x="58" y="90"/>
                    <a:pt x="58" y="90"/>
                    <a:pt x="58" y="90"/>
                  </a:cubicBezTo>
                  <a:cubicBezTo>
                    <a:pt x="64" y="94"/>
                    <a:pt x="72" y="96"/>
                    <a:pt x="80" y="96"/>
                  </a:cubicBezTo>
                  <a:cubicBezTo>
                    <a:pt x="107" y="96"/>
                    <a:pt x="128" y="75"/>
                    <a:pt x="128" y="48"/>
                  </a:cubicBezTo>
                  <a:cubicBezTo>
                    <a:pt x="128" y="21"/>
                    <a:pt x="107" y="0"/>
                    <a:pt x="80" y="0"/>
                  </a:cubicBezTo>
                  <a:close/>
                  <a:moveTo>
                    <a:pt x="19" y="119"/>
                  </a:moveTo>
                  <a:cubicBezTo>
                    <a:pt x="18" y="120"/>
                    <a:pt x="16" y="121"/>
                    <a:pt x="14" y="121"/>
                  </a:cubicBezTo>
                  <a:cubicBezTo>
                    <a:pt x="10" y="121"/>
                    <a:pt x="7" y="118"/>
                    <a:pt x="7" y="114"/>
                  </a:cubicBezTo>
                  <a:cubicBezTo>
                    <a:pt x="7" y="112"/>
                    <a:pt x="8" y="110"/>
                    <a:pt x="9" y="109"/>
                  </a:cubicBezTo>
                  <a:cubicBezTo>
                    <a:pt x="9" y="109"/>
                    <a:pt x="9" y="109"/>
                    <a:pt x="9" y="109"/>
                  </a:cubicBezTo>
                  <a:cubicBezTo>
                    <a:pt x="41" y="77"/>
                    <a:pt x="41" y="77"/>
                    <a:pt x="41" y="77"/>
                  </a:cubicBezTo>
                  <a:cubicBezTo>
                    <a:pt x="44" y="80"/>
                    <a:pt x="48" y="84"/>
                    <a:pt x="51" y="87"/>
                  </a:cubicBezTo>
                  <a:lnTo>
                    <a:pt x="19" y="119"/>
                  </a:lnTo>
                  <a:close/>
                  <a:moveTo>
                    <a:pt x="80" y="88"/>
                  </a:moveTo>
                  <a:cubicBezTo>
                    <a:pt x="58" y="88"/>
                    <a:pt x="40" y="70"/>
                    <a:pt x="40" y="48"/>
                  </a:cubicBezTo>
                  <a:cubicBezTo>
                    <a:pt x="40" y="26"/>
                    <a:pt x="58" y="8"/>
                    <a:pt x="80" y="8"/>
                  </a:cubicBezTo>
                  <a:cubicBezTo>
                    <a:pt x="102" y="8"/>
                    <a:pt x="120" y="26"/>
                    <a:pt x="120" y="48"/>
                  </a:cubicBezTo>
                  <a:cubicBezTo>
                    <a:pt x="120" y="70"/>
                    <a:pt x="102" y="88"/>
                    <a:pt x="80"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solidFill>
                  <a:prstClr val="black"/>
                </a:solidFill>
                <a:latin typeface="微软雅黑"/>
                <a:ea typeface="微软雅黑"/>
                <a:sym typeface="微软雅黑"/>
              </a:endParaRPr>
            </a:p>
          </p:txBody>
        </p:sp>
        <p:sp>
          <p:nvSpPr>
            <p:cNvPr id="13" name="Freeform 49">
              <a:extLst>
                <a:ext uri="{FF2B5EF4-FFF2-40B4-BE49-F238E27FC236}">
                  <a16:creationId xmlns:a16="http://schemas.microsoft.com/office/drawing/2014/main" id="{8A2349BF-879C-4E94-A92C-D1074C69AB89}"/>
                </a:ext>
              </a:extLst>
            </p:cNvPr>
            <p:cNvSpPr/>
            <p:nvPr/>
          </p:nvSpPr>
          <p:spPr bwMode="auto">
            <a:xfrm>
              <a:off x="3665270" y="3174398"/>
              <a:ext cx="112712" cy="112713"/>
            </a:xfrm>
            <a:custGeom>
              <a:avLst/>
              <a:gdLst>
                <a:gd name="T0" fmla="*/ 28 w 30"/>
                <a:gd name="T1" fmla="*/ 0 h 30"/>
                <a:gd name="T2" fmla="*/ 0 w 30"/>
                <a:gd name="T3" fmla="*/ 28 h 30"/>
                <a:gd name="T4" fmla="*/ 2 w 30"/>
                <a:gd name="T5" fmla="*/ 30 h 30"/>
                <a:gd name="T6" fmla="*/ 4 w 30"/>
                <a:gd name="T7" fmla="*/ 28 h 30"/>
                <a:gd name="T8" fmla="*/ 28 w 30"/>
                <a:gd name="T9" fmla="*/ 4 h 30"/>
                <a:gd name="T10" fmla="*/ 30 w 30"/>
                <a:gd name="T11" fmla="*/ 2 h 30"/>
                <a:gd name="T12" fmla="*/ 28 w 30"/>
                <a:gd name="T13" fmla="*/ 0 h 30"/>
              </a:gdLst>
              <a:ahLst/>
              <a:cxnLst>
                <a:cxn ang="0">
                  <a:pos x="T0" y="T1"/>
                </a:cxn>
                <a:cxn ang="0">
                  <a:pos x="T2" y="T3"/>
                </a:cxn>
                <a:cxn ang="0">
                  <a:pos x="T4" y="T5"/>
                </a:cxn>
                <a:cxn ang="0">
                  <a:pos x="T6" y="T7"/>
                </a:cxn>
                <a:cxn ang="0">
                  <a:pos x="T8" y="T9"/>
                </a:cxn>
                <a:cxn ang="0">
                  <a:pos x="T10" y="T11"/>
                </a:cxn>
                <a:cxn ang="0">
                  <a:pos x="T12" y="T13"/>
                </a:cxn>
              </a:cxnLst>
              <a:rect l="0" t="0" r="r" b="b"/>
              <a:pathLst>
                <a:path w="30" h="30">
                  <a:moveTo>
                    <a:pt x="28" y="0"/>
                  </a:moveTo>
                  <a:cubicBezTo>
                    <a:pt x="13" y="0"/>
                    <a:pt x="0" y="13"/>
                    <a:pt x="0" y="28"/>
                  </a:cubicBezTo>
                  <a:cubicBezTo>
                    <a:pt x="0" y="29"/>
                    <a:pt x="1" y="30"/>
                    <a:pt x="2" y="30"/>
                  </a:cubicBezTo>
                  <a:cubicBezTo>
                    <a:pt x="3" y="30"/>
                    <a:pt x="4" y="29"/>
                    <a:pt x="4" y="28"/>
                  </a:cubicBezTo>
                  <a:cubicBezTo>
                    <a:pt x="4" y="15"/>
                    <a:pt x="15" y="4"/>
                    <a:pt x="28" y="4"/>
                  </a:cubicBezTo>
                  <a:cubicBezTo>
                    <a:pt x="29" y="4"/>
                    <a:pt x="30" y="3"/>
                    <a:pt x="30" y="2"/>
                  </a:cubicBezTo>
                  <a:cubicBezTo>
                    <a:pt x="30" y="1"/>
                    <a:pt x="29" y="0"/>
                    <a:pt x="2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solidFill>
                  <a:prstClr val="black"/>
                </a:solidFill>
                <a:latin typeface="微软雅黑"/>
                <a:ea typeface="微软雅黑"/>
                <a:sym typeface="微软雅黑"/>
              </a:endParaRPr>
            </a:p>
          </p:txBody>
        </p:sp>
      </p:grpSp>
      <p:grpSp>
        <p:nvGrpSpPr>
          <p:cNvPr id="14" name="组合 13">
            <a:extLst>
              <a:ext uri="{FF2B5EF4-FFF2-40B4-BE49-F238E27FC236}">
                <a16:creationId xmlns:a16="http://schemas.microsoft.com/office/drawing/2014/main" id="{941345A8-AE8C-4AE6-9CC3-3F9E915C44CE}"/>
              </a:ext>
            </a:extLst>
          </p:cNvPr>
          <p:cNvGrpSpPr/>
          <p:nvPr/>
        </p:nvGrpSpPr>
        <p:grpSpPr>
          <a:xfrm>
            <a:off x="5104235" y="4392463"/>
            <a:ext cx="481012" cy="481013"/>
            <a:chOff x="2507983" y="3099786"/>
            <a:chExt cx="481012" cy="481013"/>
          </a:xfrm>
          <a:solidFill>
            <a:schemeClr val="bg1"/>
          </a:solidFill>
        </p:grpSpPr>
        <p:sp>
          <p:nvSpPr>
            <p:cNvPr id="15" name="Freeform 50">
              <a:extLst>
                <a:ext uri="{FF2B5EF4-FFF2-40B4-BE49-F238E27FC236}">
                  <a16:creationId xmlns:a16="http://schemas.microsoft.com/office/drawing/2014/main" id="{1B887E6B-EE3B-4B32-B592-11AD9DE30944}"/>
                </a:ext>
              </a:extLst>
            </p:cNvPr>
            <p:cNvSpPr>
              <a:spLocks noEditPoints="1"/>
            </p:cNvSpPr>
            <p:nvPr/>
          </p:nvSpPr>
          <p:spPr bwMode="auto">
            <a:xfrm>
              <a:off x="2507983" y="3099786"/>
              <a:ext cx="481012" cy="481013"/>
            </a:xfrm>
            <a:custGeom>
              <a:avLst/>
              <a:gdLst>
                <a:gd name="T0" fmla="*/ 88 w 128"/>
                <a:gd name="T1" fmla="*/ 0 h 128"/>
                <a:gd name="T2" fmla="*/ 48 w 128"/>
                <a:gd name="T3" fmla="*/ 40 h 128"/>
                <a:gd name="T4" fmla="*/ 51 w 128"/>
                <a:gd name="T5" fmla="*/ 55 h 128"/>
                <a:gd name="T6" fmla="*/ 2 w 128"/>
                <a:gd name="T7" fmla="*/ 103 h 128"/>
                <a:gd name="T8" fmla="*/ 0 w 128"/>
                <a:gd name="T9" fmla="*/ 108 h 128"/>
                <a:gd name="T10" fmla="*/ 0 w 128"/>
                <a:gd name="T11" fmla="*/ 120 h 128"/>
                <a:gd name="T12" fmla="*/ 8 w 128"/>
                <a:gd name="T13" fmla="*/ 128 h 128"/>
                <a:gd name="T14" fmla="*/ 20 w 128"/>
                <a:gd name="T15" fmla="*/ 128 h 128"/>
                <a:gd name="T16" fmla="*/ 25 w 128"/>
                <a:gd name="T17" fmla="*/ 126 h 128"/>
                <a:gd name="T18" fmla="*/ 31 w 128"/>
                <a:gd name="T19" fmla="*/ 120 h 128"/>
                <a:gd name="T20" fmla="*/ 40 w 128"/>
                <a:gd name="T21" fmla="*/ 120 h 128"/>
                <a:gd name="T22" fmla="*/ 48 w 128"/>
                <a:gd name="T23" fmla="*/ 112 h 128"/>
                <a:gd name="T24" fmla="*/ 48 w 128"/>
                <a:gd name="T25" fmla="*/ 104 h 128"/>
                <a:gd name="T26" fmla="*/ 56 w 128"/>
                <a:gd name="T27" fmla="*/ 104 h 128"/>
                <a:gd name="T28" fmla="*/ 64 w 128"/>
                <a:gd name="T29" fmla="*/ 96 h 128"/>
                <a:gd name="T30" fmla="*/ 64 w 128"/>
                <a:gd name="T31" fmla="*/ 87 h 128"/>
                <a:gd name="T32" fmla="*/ 73 w 128"/>
                <a:gd name="T33" fmla="*/ 77 h 128"/>
                <a:gd name="T34" fmla="*/ 88 w 128"/>
                <a:gd name="T35" fmla="*/ 80 h 128"/>
                <a:gd name="T36" fmla="*/ 128 w 128"/>
                <a:gd name="T37" fmla="*/ 40 h 128"/>
                <a:gd name="T38" fmla="*/ 88 w 128"/>
                <a:gd name="T39" fmla="*/ 0 h 128"/>
                <a:gd name="T40" fmla="*/ 88 w 128"/>
                <a:gd name="T41" fmla="*/ 72 h 128"/>
                <a:gd name="T42" fmla="*/ 72 w 128"/>
                <a:gd name="T43" fmla="*/ 67 h 128"/>
                <a:gd name="T44" fmla="*/ 70 w 128"/>
                <a:gd name="T45" fmla="*/ 69 h 128"/>
                <a:gd name="T46" fmla="*/ 66 w 128"/>
                <a:gd name="T47" fmla="*/ 73 h 128"/>
                <a:gd name="T48" fmla="*/ 58 w 128"/>
                <a:gd name="T49" fmla="*/ 81 h 128"/>
                <a:gd name="T50" fmla="*/ 56 w 128"/>
                <a:gd name="T51" fmla="*/ 87 h 128"/>
                <a:gd name="T52" fmla="*/ 56 w 128"/>
                <a:gd name="T53" fmla="*/ 96 h 128"/>
                <a:gd name="T54" fmla="*/ 48 w 128"/>
                <a:gd name="T55" fmla="*/ 96 h 128"/>
                <a:gd name="T56" fmla="*/ 40 w 128"/>
                <a:gd name="T57" fmla="*/ 104 h 128"/>
                <a:gd name="T58" fmla="*/ 40 w 128"/>
                <a:gd name="T59" fmla="*/ 112 h 128"/>
                <a:gd name="T60" fmla="*/ 31 w 128"/>
                <a:gd name="T61" fmla="*/ 112 h 128"/>
                <a:gd name="T62" fmla="*/ 25 w 128"/>
                <a:gd name="T63" fmla="*/ 114 h 128"/>
                <a:gd name="T64" fmla="*/ 19 w 128"/>
                <a:gd name="T65" fmla="*/ 120 h 128"/>
                <a:gd name="T66" fmla="*/ 8 w 128"/>
                <a:gd name="T67" fmla="*/ 120 h 128"/>
                <a:gd name="T68" fmla="*/ 8 w 128"/>
                <a:gd name="T69" fmla="*/ 109 h 128"/>
                <a:gd name="T70" fmla="*/ 55 w 128"/>
                <a:gd name="T71" fmla="*/ 62 h 128"/>
                <a:gd name="T72" fmla="*/ 55 w 128"/>
                <a:gd name="T73" fmla="*/ 62 h 128"/>
                <a:gd name="T74" fmla="*/ 61 w 128"/>
                <a:gd name="T75" fmla="*/ 56 h 128"/>
                <a:gd name="T76" fmla="*/ 56 w 128"/>
                <a:gd name="T77" fmla="*/ 40 h 128"/>
                <a:gd name="T78" fmla="*/ 88 w 128"/>
                <a:gd name="T79" fmla="*/ 8 h 128"/>
                <a:gd name="T80" fmla="*/ 120 w 128"/>
                <a:gd name="T81" fmla="*/ 40 h 128"/>
                <a:gd name="T82" fmla="*/ 88 w 128"/>
                <a:gd name="T83"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8" h="128">
                  <a:moveTo>
                    <a:pt x="88" y="0"/>
                  </a:moveTo>
                  <a:cubicBezTo>
                    <a:pt x="66" y="0"/>
                    <a:pt x="48" y="18"/>
                    <a:pt x="48" y="40"/>
                  </a:cubicBezTo>
                  <a:cubicBezTo>
                    <a:pt x="48" y="45"/>
                    <a:pt x="49" y="50"/>
                    <a:pt x="51" y="55"/>
                  </a:cubicBezTo>
                  <a:cubicBezTo>
                    <a:pt x="2" y="103"/>
                    <a:pt x="2" y="103"/>
                    <a:pt x="2" y="103"/>
                  </a:cubicBezTo>
                  <a:cubicBezTo>
                    <a:pt x="1" y="105"/>
                    <a:pt x="0" y="106"/>
                    <a:pt x="0" y="108"/>
                  </a:cubicBezTo>
                  <a:cubicBezTo>
                    <a:pt x="0" y="120"/>
                    <a:pt x="0" y="120"/>
                    <a:pt x="0" y="120"/>
                  </a:cubicBezTo>
                  <a:cubicBezTo>
                    <a:pt x="0" y="124"/>
                    <a:pt x="4" y="128"/>
                    <a:pt x="8" y="128"/>
                  </a:cubicBezTo>
                  <a:cubicBezTo>
                    <a:pt x="20" y="128"/>
                    <a:pt x="20" y="128"/>
                    <a:pt x="20" y="128"/>
                  </a:cubicBezTo>
                  <a:cubicBezTo>
                    <a:pt x="22" y="128"/>
                    <a:pt x="23" y="127"/>
                    <a:pt x="25" y="126"/>
                  </a:cubicBezTo>
                  <a:cubicBezTo>
                    <a:pt x="31" y="120"/>
                    <a:pt x="31" y="120"/>
                    <a:pt x="31" y="120"/>
                  </a:cubicBezTo>
                  <a:cubicBezTo>
                    <a:pt x="40" y="120"/>
                    <a:pt x="40" y="120"/>
                    <a:pt x="40" y="120"/>
                  </a:cubicBezTo>
                  <a:cubicBezTo>
                    <a:pt x="44" y="120"/>
                    <a:pt x="48" y="116"/>
                    <a:pt x="48" y="112"/>
                  </a:cubicBezTo>
                  <a:cubicBezTo>
                    <a:pt x="48" y="104"/>
                    <a:pt x="48" y="104"/>
                    <a:pt x="48" y="104"/>
                  </a:cubicBezTo>
                  <a:cubicBezTo>
                    <a:pt x="56" y="104"/>
                    <a:pt x="56" y="104"/>
                    <a:pt x="56" y="104"/>
                  </a:cubicBezTo>
                  <a:cubicBezTo>
                    <a:pt x="60" y="104"/>
                    <a:pt x="64" y="100"/>
                    <a:pt x="64" y="96"/>
                  </a:cubicBezTo>
                  <a:cubicBezTo>
                    <a:pt x="64" y="87"/>
                    <a:pt x="64" y="87"/>
                    <a:pt x="64" y="87"/>
                  </a:cubicBezTo>
                  <a:cubicBezTo>
                    <a:pt x="73" y="77"/>
                    <a:pt x="73" y="77"/>
                    <a:pt x="73" y="77"/>
                  </a:cubicBezTo>
                  <a:cubicBezTo>
                    <a:pt x="78" y="79"/>
                    <a:pt x="83" y="80"/>
                    <a:pt x="88" y="80"/>
                  </a:cubicBezTo>
                  <a:cubicBezTo>
                    <a:pt x="110" y="80"/>
                    <a:pt x="128" y="62"/>
                    <a:pt x="128" y="40"/>
                  </a:cubicBezTo>
                  <a:cubicBezTo>
                    <a:pt x="128" y="18"/>
                    <a:pt x="110" y="0"/>
                    <a:pt x="88" y="0"/>
                  </a:cubicBezTo>
                  <a:close/>
                  <a:moveTo>
                    <a:pt x="88" y="72"/>
                  </a:moveTo>
                  <a:cubicBezTo>
                    <a:pt x="82" y="72"/>
                    <a:pt x="77" y="70"/>
                    <a:pt x="72" y="67"/>
                  </a:cubicBezTo>
                  <a:cubicBezTo>
                    <a:pt x="70" y="69"/>
                    <a:pt x="70" y="69"/>
                    <a:pt x="70" y="69"/>
                  </a:cubicBezTo>
                  <a:cubicBezTo>
                    <a:pt x="66" y="73"/>
                    <a:pt x="66" y="73"/>
                    <a:pt x="66" y="73"/>
                  </a:cubicBezTo>
                  <a:cubicBezTo>
                    <a:pt x="58" y="81"/>
                    <a:pt x="58" y="81"/>
                    <a:pt x="58" y="81"/>
                  </a:cubicBezTo>
                  <a:cubicBezTo>
                    <a:pt x="57" y="82"/>
                    <a:pt x="56" y="85"/>
                    <a:pt x="56" y="87"/>
                  </a:cubicBezTo>
                  <a:cubicBezTo>
                    <a:pt x="56" y="96"/>
                    <a:pt x="56" y="96"/>
                    <a:pt x="56" y="96"/>
                  </a:cubicBezTo>
                  <a:cubicBezTo>
                    <a:pt x="48" y="96"/>
                    <a:pt x="48" y="96"/>
                    <a:pt x="48" y="96"/>
                  </a:cubicBezTo>
                  <a:cubicBezTo>
                    <a:pt x="44" y="96"/>
                    <a:pt x="40" y="100"/>
                    <a:pt x="40" y="104"/>
                  </a:cubicBezTo>
                  <a:cubicBezTo>
                    <a:pt x="40" y="112"/>
                    <a:pt x="40" y="112"/>
                    <a:pt x="40" y="112"/>
                  </a:cubicBezTo>
                  <a:cubicBezTo>
                    <a:pt x="31" y="112"/>
                    <a:pt x="31" y="112"/>
                    <a:pt x="31" y="112"/>
                  </a:cubicBezTo>
                  <a:cubicBezTo>
                    <a:pt x="29" y="112"/>
                    <a:pt x="26" y="113"/>
                    <a:pt x="25" y="114"/>
                  </a:cubicBezTo>
                  <a:cubicBezTo>
                    <a:pt x="19" y="120"/>
                    <a:pt x="19" y="120"/>
                    <a:pt x="19" y="120"/>
                  </a:cubicBezTo>
                  <a:cubicBezTo>
                    <a:pt x="8" y="120"/>
                    <a:pt x="8" y="120"/>
                    <a:pt x="8" y="120"/>
                  </a:cubicBezTo>
                  <a:cubicBezTo>
                    <a:pt x="8" y="109"/>
                    <a:pt x="8" y="109"/>
                    <a:pt x="8" y="109"/>
                  </a:cubicBezTo>
                  <a:cubicBezTo>
                    <a:pt x="55" y="62"/>
                    <a:pt x="55" y="62"/>
                    <a:pt x="55" y="62"/>
                  </a:cubicBezTo>
                  <a:cubicBezTo>
                    <a:pt x="55" y="62"/>
                    <a:pt x="55" y="62"/>
                    <a:pt x="55" y="62"/>
                  </a:cubicBezTo>
                  <a:cubicBezTo>
                    <a:pt x="61" y="56"/>
                    <a:pt x="61" y="56"/>
                    <a:pt x="61" y="56"/>
                  </a:cubicBezTo>
                  <a:cubicBezTo>
                    <a:pt x="58" y="51"/>
                    <a:pt x="56" y="46"/>
                    <a:pt x="56" y="40"/>
                  </a:cubicBezTo>
                  <a:cubicBezTo>
                    <a:pt x="56" y="22"/>
                    <a:pt x="70" y="8"/>
                    <a:pt x="88" y="8"/>
                  </a:cubicBezTo>
                  <a:cubicBezTo>
                    <a:pt x="106" y="8"/>
                    <a:pt x="120" y="22"/>
                    <a:pt x="120" y="40"/>
                  </a:cubicBezTo>
                  <a:cubicBezTo>
                    <a:pt x="120" y="58"/>
                    <a:pt x="106" y="72"/>
                    <a:pt x="88"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solidFill>
                  <a:prstClr val="black"/>
                </a:solidFill>
                <a:latin typeface="微软雅黑"/>
                <a:ea typeface="微软雅黑"/>
                <a:sym typeface="微软雅黑"/>
              </a:endParaRPr>
            </a:p>
          </p:txBody>
        </p:sp>
        <p:sp>
          <p:nvSpPr>
            <p:cNvPr id="16" name="Freeform 51">
              <a:extLst>
                <a:ext uri="{FF2B5EF4-FFF2-40B4-BE49-F238E27FC236}">
                  <a16:creationId xmlns:a16="http://schemas.microsoft.com/office/drawing/2014/main" id="{469C123A-B008-4154-AFBE-4E9B3CC2FBE8}"/>
                </a:ext>
              </a:extLst>
            </p:cNvPr>
            <p:cNvSpPr>
              <a:spLocks noEditPoints="1"/>
            </p:cNvSpPr>
            <p:nvPr/>
          </p:nvSpPr>
          <p:spPr bwMode="auto">
            <a:xfrm>
              <a:off x="2809608" y="3160111"/>
              <a:ext cx="119062" cy="119063"/>
            </a:xfrm>
            <a:custGeom>
              <a:avLst/>
              <a:gdLst>
                <a:gd name="T0" fmla="*/ 31 w 32"/>
                <a:gd name="T1" fmla="*/ 17 h 32"/>
                <a:gd name="T2" fmla="*/ 15 w 32"/>
                <a:gd name="T3" fmla="*/ 1 h 32"/>
                <a:gd name="T4" fmla="*/ 12 w 32"/>
                <a:gd name="T5" fmla="*/ 0 h 32"/>
                <a:gd name="T6" fmla="*/ 0 w 32"/>
                <a:gd name="T7" fmla="*/ 12 h 32"/>
                <a:gd name="T8" fmla="*/ 0 w 32"/>
                <a:gd name="T9" fmla="*/ 13 h 32"/>
                <a:gd name="T10" fmla="*/ 1 w 32"/>
                <a:gd name="T11" fmla="*/ 15 h 32"/>
                <a:gd name="T12" fmla="*/ 17 w 32"/>
                <a:gd name="T13" fmla="*/ 31 h 32"/>
                <a:gd name="T14" fmla="*/ 20 w 32"/>
                <a:gd name="T15" fmla="*/ 32 h 32"/>
                <a:gd name="T16" fmla="*/ 32 w 32"/>
                <a:gd name="T17" fmla="*/ 20 h 32"/>
                <a:gd name="T18" fmla="*/ 32 w 32"/>
                <a:gd name="T19" fmla="*/ 19 h 32"/>
                <a:gd name="T20" fmla="*/ 31 w 32"/>
                <a:gd name="T21" fmla="*/ 17 h 32"/>
                <a:gd name="T22" fmla="*/ 19 w 32"/>
                <a:gd name="T23" fmla="*/ 28 h 32"/>
                <a:gd name="T24" fmla="*/ 4 w 32"/>
                <a:gd name="T25" fmla="*/ 13 h 32"/>
                <a:gd name="T26" fmla="*/ 13 w 32"/>
                <a:gd name="T27" fmla="*/ 4 h 32"/>
                <a:gd name="T28" fmla="*/ 28 w 32"/>
                <a:gd name="T29" fmla="*/ 19 h 32"/>
                <a:gd name="T30" fmla="*/ 19 w 32"/>
                <a:gd name="T31" fmla="*/ 2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 h="32">
                  <a:moveTo>
                    <a:pt x="31" y="17"/>
                  </a:moveTo>
                  <a:cubicBezTo>
                    <a:pt x="27" y="11"/>
                    <a:pt x="21" y="5"/>
                    <a:pt x="15" y="1"/>
                  </a:cubicBezTo>
                  <a:cubicBezTo>
                    <a:pt x="14" y="0"/>
                    <a:pt x="13" y="0"/>
                    <a:pt x="12" y="0"/>
                  </a:cubicBezTo>
                  <a:cubicBezTo>
                    <a:pt x="6" y="2"/>
                    <a:pt x="2" y="6"/>
                    <a:pt x="0" y="12"/>
                  </a:cubicBezTo>
                  <a:cubicBezTo>
                    <a:pt x="0" y="12"/>
                    <a:pt x="0" y="12"/>
                    <a:pt x="0" y="13"/>
                  </a:cubicBezTo>
                  <a:cubicBezTo>
                    <a:pt x="0" y="14"/>
                    <a:pt x="0" y="14"/>
                    <a:pt x="1" y="15"/>
                  </a:cubicBezTo>
                  <a:cubicBezTo>
                    <a:pt x="5" y="21"/>
                    <a:pt x="11" y="27"/>
                    <a:pt x="17" y="31"/>
                  </a:cubicBezTo>
                  <a:cubicBezTo>
                    <a:pt x="18" y="32"/>
                    <a:pt x="19" y="32"/>
                    <a:pt x="20" y="32"/>
                  </a:cubicBezTo>
                  <a:cubicBezTo>
                    <a:pt x="26" y="30"/>
                    <a:pt x="30" y="26"/>
                    <a:pt x="32" y="20"/>
                  </a:cubicBezTo>
                  <a:cubicBezTo>
                    <a:pt x="32" y="20"/>
                    <a:pt x="32" y="20"/>
                    <a:pt x="32" y="19"/>
                  </a:cubicBezTo>
                  <a:cubicBezTo>
                    <a:pt x="32" y="18"/>
                    <a:pt x="32" y="18"/>
                    <a:pt x="31" y="17"/>
                  </a:cubicBezTo>
                  <a:close/>
                  <a:moveTo>
                    <a:pt x="19" y="28"/>
                  </a:moveTo>
                  <a:cubicBezTo>
                    <a:pt x="13" y="24"/>
                    <a:pt x="8" y="19"/>
                    <a:pt x="4" y="13"/>
                  </a:cubicBezTo>
                  <a:cubicBezTo>
                    <a:pt x="6" y="8"/>
                    <a:pt x="8" y="6"/>
                    <a:pt x="13" y="4"/>
                  </a:cubicBezTo>
                  <a:cubicBezTo>
                    <a:pt x="19" y="8"/>
                    <a:pt x="24" y="13"/>
                    <a:pt x="28" y="19"/>
                  </a:cubicBezTo>
                  <a:cubicBezTo>
                    <a:pt x="26" y="24"/>
                    <a:pt x="24" y="26"/>
                    <a:pt x="19"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solidFill>
                  <a:prstClr val="black"/>
                </a:solidFill>
                <a:latin typeface="微软雅黑"/>
                <a:ea typeface="微软雅黑"/>
                <a:sym typeface="微软雅黑"/>
              </a:endParaRPr>
            </a:p>
          </p:txBody>
        </p:sp>
      </p:grpSp>
      <p:sp>
        <p:nvSpPr>
          <p:cNvPr id="17" name="Freeform 30">
            <a:extLst>
              <a:ext uri="{FF2B5EF4-FFF2-40B4-BE49-F238E27FC236}">
                <a16:creationId xmlns:a16="http://schemas.microsoft.com/office/drawing/2014/main" id="{5C0B76F5-2B28-473C-92C7-E1BB50547EC2}"/>
              </a:ext>
            </a:extLst>
          </p:cNvPr>
          <p:cNvSpPr/>
          <p:nvPr/>
        </p:nvSpPr>
        <p:spPr bwMode="auto">
          <a:xfrm>
            <a:off x="6593719" y="3021014"/>
            <a:ext cx="508000" cy="461963"/>
          </a:xfrm>
          <a:custGeom>
            <a:avLst/>
            <a:gdLst>
              <a:gd name="T0" fmla="*/ 120 w 135"/>
              <a:gd name="T1" fmla="*/ 15 h 123"/>
              <a:gd name="T2" fmla="*/ 70 w 135"/>
              <a:gd name="T3" fmla="*/ 15 h 123"/>
              <a:gd name="T4" fmla="*/ 11 w 135"/>
              <a:gd name="T5" fmla="*/ 72 h 123"/>
              <a:gd name="T6" fmla="*/ 11 w 135"/>
              <a:gd name="T7" fmla="*/ 112 h 123"/>
              <a:gd name="T8" fmla="*/ 51 w 135"/>
              <a:gd name="T9" fmla="*/ 112 h 123"/>
              <a:gd name="T10" fmla="*/ 109 w 135"/>
              <a:gd name="T11" fmla="*/ 54 h 123"/>
              <a:gd name="T12" fmla="*/ 109 w 135"/>
              <a:gd name="T13" fmla="*/ 26 h 123"/>
              <a:gd name="T14" fmla="*/ 81 w 135"/>
              <a:gd name="T15" fmla="*/ 26 h 123"/>
              <a:gd name="T16" fmla="*/ 37 w 135"/>
              <a:gd name="T17" fmla="*/ 70 h 123"/>
              <a:gd name="T18" fmla="*/ 37 w 135"/>
              <a:gd name="T19" fmla="*/ 75 h 123"/>
              <a:gd name="T20" fmla="*/ 43 w 135"/>
              <a:gd name="T21" fmla="*/ 75 h 123"/>
              <a:gd name="T22" fmla="*/ 87 w 135"/>
              <a:gd name="T23" fmla="*/ 32 h 123"/>
              <a:gd name="T24" fmla="*/ 103 w 135"/>
              <a:gd name="T25" fmla="*/ 32 h 123"/>
              <a:gd name="T26" fmla="*/ 103 w 135"/>
              <a:gd name="T27" fmla="*/ 48 h 123"/>
              <a:gd name="T28" fmla="*/ 45 w 135"/>
              <a:gd name="T29" fmla="*/ 106 h 123"/>
              <a:gd name="T30" fmla="*/ 17 w 135"/>
              <a:gd name="T31" fmla="*/ 106 h 123"/>
              <a:gd name="T32" fmla="*/ 17 w 135"/>
              <a:gd name="T33" fmla="*/ 78 h 123"/>
              <a:gd name="T34" fmla="*/ 75 w 135"/>
              <a:gd name="T35" fmla="*/ 21 h 123"/>
              <a:gd name="T36" fmla="*/ 114 w 135"/>
              <a:gd name="T37" fmla="*/ 21 h 123"/>
              <a:gd name="T38" fmla="*/ 114 w 135"/>
              <a:gd name="T39" fmla="*/ 60 h 123"/>
              <a:gd name="T40" fmla="*/ 71 w 135"/>
              <a:gd name="T41" fmla="*/ 104 h 123"/>
              <a:gd name="T42" fmla="*/ 71 w 135"/>
              <a:gd name="T43" fmla="*/ 109 h 123"/>
              <a:gd name="T44" fmla="*/ 77 w 135"/>
              <a:gd name="T45" fmla="*/ 109 h 123"/>
              <a:gd name="T46" fmla="*/ 120 w 135"/>
              <a:gd name="T47" fmla="*/ 65 h 123"/>
              <a:gd name="T48" fmla="*/ 120 w 135"/>
              <a:gd name="T49" fmla="*/ 1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23">
                <a:moveTo>
                  <a:pt x="120" y="15"/>
                </a:moveTo>
                <a:cubicBezTo>
                  <a:pt x="106" y="0"/>
                  <a:pt x="84" y="0"/>
                  <a:pt x="70" y="15"/>
                </a:cubicBezTo>
                <a:cubicBezTo>
                  <a:pt x="11" y="72"/>
                  <a:pt x="11" y="72"/>
                  <a:pt x="11" y="72"/>
                </a:cubicBezTo>
                <a:cubicBezTo>
                  <a:pt x="0" y="83"/>
                  <a:pt x="0" y="101"/>
                  <a:pt x="11" y="112"/>
                </a:cubicBezTo>
                <a:cubicBezTo>
                  <a:pt x="22" y="123"/>
                  <a:pt x="40" y="123"/>
                  <a:pt x="51" y="112"/>
                </a:cubicBezTo>
                <a:cubicBezTo>
                  <a:pt x="109" y="54"/>
                  <a:pt x="109" y="54"/>
                  <a:pt x="109" y="54"/>
                </a:cubicBezTo>
                <a:cubicBezTo>
                  <a:pt x="117" y="46"/>
                  <a:pt x="117" y="34"/>
                  <a:pt x="109" y="26"/>
                </a:cubicBezTo>
                <a:cubicBezTo>
                  <a:pt x="101" y="18"/>
                  <a:pt x="89" y="18"/>
                  <a:pt x="81" y="26"/>
                </a:cubicBezTo>
                <a:cubicBezTo>
                  <a:pt x="37" y="70"/>
                  <a:pt x="37" y="70"/>
                  <a:pt x="37" y="70"/>
                </a:cubicBezTo>
                <a:cubicBezTo>
                  <a:pt x="35" y="71"/>
                  <a:pt x="35" y="74"/>
                  <a:pt x="37" y="75"/>
                </a:cubicBezTo>
                <a:cubicBezTo>
                  <a:pt x="39" y="77"/>
                  <a:pt x="41" y="77"/>
                  <a:pt x="43" y="75"/>
                </a:cubicBezTo>
                <a:cubicBezTo>
                  <a:pt x="87" y="32"/>
                  <a:pt x="87" y="32"/>
                  <a:pt x="87" y="32"/>
                </a:cubicBezTo>
                <a:cubicBezTo>
                  <a:pt x="91" y="27"/>
                  <a:pt x="99" y="27"/>
                  <a:pt x="103" y="32"/>
                </a:cubicBezTo>
                <a:cubicBezTo>
                  <a:pt x="108" y="36"/>
                  <a:pt x="108" y="44"/>
                  <a:pt x="103" y="48"/>
                </a:cubicBezTo>
                <a:cubicBezTo>
                  <a:pt x="45" y="106"/>
                  <a:pt x="45" y="106"/>
                  <a:pt x="45" y="106"/>
                </a:cubicBezTo>
                <a:cubicBezTo>
                  <a:pt x="37" y="114"/>
                  <a:pt x="25" y="114"/>
                  <a:pt x="17" y="106"/>
                </a:cubicBezTo>
                <a:cubicBezTo>
                  <a:pt x="9" y="98"/>
                  <a:pt x="9" y="86"/>
                  <a:pt x="17" y="78"/>
                </a:cubicBezTo>
                <a:cubicBezTo>
                  <a:pt x="75" y="21"/>
                  <a:pt x="75" y="21"/>
                  <a:pt x="75" y="21"/>
                </a:cubicBezTo>
                <a:cubicBezTo>
                  <a:pt x="86" y="10"/>
                  <a:pt x="103" y="10"/>
                  <a:pt x="114" y="21"/>
                </a:cubicBezTo>
                <a:cubicBezTo>
                  <a:pt x="125" y="32"/>
                  <a:pt x="125" y="49"/>
                  <a:pt x="114" y="60"/>
                </a:cubicBezTo>
                <a:cubicBezTo>
                  <a:pt x="71" y="104"/>
                  <a:pt x="71" y="104"/>
                  <a:pt x="71" y="104"/>
                </a:cubicBezTo>
                <a:cubicBezTo>
                  <a:pt x="69" y="105"/>
                  <a:pt x="69" y="108"/>
                  <a:pt x="71" y="109"/>
                </a:cubicBezTo>
                <a:cubicBezTo>
                  <a:pt x="72" y="111"/>
                  <a:pt x="75" y="111"/>
                  <a:pt x="77" y="109"/>
                </a:cubicBezTo>
                <a:cubicBezTo>
                  <a:pt x="120" y="65"/>
                  <a:pt x="120" y="65"/>
                  <a:pt x="120" y="65"/>
                </a:cubicBezTo>
                <a:cubicBezTo>
                  <a:pt x="135" y="51"/>
                  <a:pt x="135" y="29"/>
                  <a:pt x="120" y="1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solidFill>
                <a:prstClr val="black"/>
              </a:solidFill>
              <a:latin typeface="微软雅黑"/>
              <a:ea typeface="微软雅黑"/>
              <a:sym typeface="微软雅黑"/>
            </a:endParaRPr>
          </a:p>
        </p:txBody>
      </p:sp>
      <p:sp>
        <p:nvSpPr>
          <p:cNvPr id="18" name="Freeform 60">
            <a:extLst>
              <a:ext uri="{FF2B5EF4-FFF2-40B4-BE49-F238E27FC236}">
                <a16:creationId xmlns:a16="http://schemas.microsoft.com/office/drawing/2014/main" id="{C67A24A1-0F8A-4471-86B0-53A8DB1F0E36}"/>
              </a:ext>
            </a:extLst>
          </p:cNvPr>
          <p:cNvSpPr>
            <a:spLocks noEditPoints="1"/>
          </p:cNvSpPr>
          <p:nvPr/>
        </p:nvSpPr>
        <p:spPr bwMode="auto">
          <a:xfrm>
            <a:off x="6607214" y="4391667"/>
            <a:ext cx="481012" cy="482600"/>
          </a:xfrm>
          <a:custGeom>
            <a:avLst/>
            <a:gdLst>
              <a:gd name="T0" fmla="*/ 126 w 128"/>
              <a:gd name="T1" fmla="*/ 1 h 128"/>
              <a:gd name="T2" fmla="*/ 124 w 128"/>
              <a:gd name="T3" fmla="*/ 0 h 128"/>
              <a:gd name="T4" fmla="*/ 122 w 128"/>
              <a:gd name="T5" fmla="*/ 1 h 128"/>
              <a:gd name="T6" fmla="*/ 2 w 128"/>
              <a:gd name="T7" fmla="*/ 81 h 128"/>
              <a:gd name="T8" fmla="*/ 0 w 128"/>
              <a:gd name="T9" fmla="*/ 84 h 128"/>
              <a:gd name="T10" fmla="*/ 3 w 128"/>
              <a:gd name="T11" fmla="*/ 88 h 128"/>
              <a:gd name="T12" fmla="*/ 34 w 128"/>
              <a:gd name="T13" fmla="*/ 100 h 128"/>
              <a:gd name="T14" fmla="*/ 49 w 128"/>
              <a:gd name="T15" fmla="*/ 126 h 128"/>
              <a:gd name="T16" fmla="*/ 52 w 128"/>
              <a:gd name="T17" fmla="*/ 128 h 128"/>
              <a:gd name="T18" fmla="*/ 52 w 128"/>
              <a:gd name="T19" fmla="*/ 128 h 128"/>
              <a:gd name="T20" fmla="*/ 55 w 128"/>
              <a:gd name="T21" fmla="*/ 126 h 128"/>
              <a:gd name="T22" fmla="*/ 64 w 128"/>
              <a:gd name="T23" fmla="*/ 112 h 128"/>
              <a:gd name="T24" fmla="*/ 103 w 128"/>
              <a:gd name="T25" fmla="*/ 128 h 128"/>
              <a:gd name="T26" fmla="*/ 104 w 128"/>
              <a:gd name="T27" fmla="*/ 128 h 128"/>
              <a:gd name="T28" fmla="*/ 106 w 128"/>
              <a:gd name="T29" fmla="*/ 127 h 128"/>
              <a:gd name="T30" fmla="*/ 108 w 128"/>
              <a:gd name="T31" fmla="*/ 125 h 128"/>
              <a:gd name="T32" fmla="*/ 128 w 128"/>
              <a:gd name="T33" fmla="*/ 5 h 128"/>
              <a:gd name="T34" fmla="*/ 126 w 128"/>
              <a:gd name="T35" fmla="*/ 1 h 128"/>
              <a:gd name="T36" fmla="*/ 13 w 128"/>
              <a:gd name="T37" fmla="*/ 83 h 128"/>
              <a:gd name="T38" fmla="*/ 105 w 128"/>
              <a:gd name="T39" fmla="*/ 21 h 128"/>
              <a:gd name="T40" fmla="*/ 38 w 128"/>
              <a:gd name="T41" fmla="*/ 93 h 128"/>
              <a:gd name="T42" fmla="*/ 37 w 128"/>
              <a:gd name="T43" fmla="*/ 93 h 128"/>
              <a:gd name="T44" fmla="*/ 13 w 128"/>
              <a:gd name="T45" fmla="*/ 83 h 128"/>
              <a:gd name="T46" fmla="*/ 41 w 128"/>
              <a:gd name="T47" fmla="*/ 96 h 128"/>
              <a:gd name="T48" fmla="*/ 41 w 128"/>
              <a:gd name="T49" fmla="*/ 96 h 128"/>
              <a:gd name="T50" fmla="*/ 117 w 128"/>
              <a:gd name="T51" fmla="*/ 15 h 128"/>
              <a:gd name="T52" fmla="*/ 52 w 128"/>
              <a:gd name="T53" fmla="*/ 116 h 128"/>
              <a:gd name="T54" fmla="*/ 41 w 128"/>
              <a:gd name="T55" fmla="*/ 96 h 128"/>
              <a:gd name="T56" fmla="*/ 101 w 128"/>
              <a:gd name="T57" fmla="*/ 118 h 128"/>
              <a:gd name="T58" fmla="*/ 67 w 128"/>
              <a:gd name="T59" fmla="*/ 105 h 128"/>
              <a:gd name="T60" fmla="*/ 64 w 128"/>
              <a:gd name="T61" fmla="*/ 104 h 128"/>
              <a:gd name="T62" fmla="*/ 117 w 128"/>
              <a:gd name="T63" fmla="*/ 23 h 128"/>
              <a:gd name="T64" fmla="*/ 101 w 128"/>
              <a:gd name="T65" fmla="*/ 11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8" h="128">
                <a:moveTo>
                  <a:pt x="126" y="1"/>
                </a:moveTo>
                <a:cubicBezTo>
                  <a:pt x="126" y="0"/>
                  <a:pt x="125" y="0"/>
                  <a:pt x="124" y="0"/>
                </a:cubicBezTo>
                <a:cubicBezTo>
                  <a:pt x="123" y="0"/>
                  <a:pt x="122" y="0"/>
                  <a:pt x="122" y="1"/>
                </a:cubicBezTo>
                <a:cubicBezTo>
                  <a:pt x="2" y="81"/>
                  <a:pt x="2" y="81"/>
                  <a:pt x="2" y="81"/>
                </a:cubicBezTo>
                <a:cubicBezTo>
                  <a:pt x="1" y="81"/>
                  <a:pt x="0" y="83"/>
                  <a:pt x="0" y="84"/>
                </a:cubicBezTo>
                <a:cubicBezTo>
                  <a:pt x="0" y="86"/>
                  <a:pt x="1" y="87"/>
                  <a:pt x="3" y="88"/>
                </a:cubicBezTo>
                <a:cubicBezTo>
                  <a:pt x="34" y="100"/>
                  <a:pt x="34" y="100"/>
                  <a:pt x="34" y="100"/>
                </a:cubicBezTo>
                <a:cubicBezTo>
                  <a:pt x="49" y="126"/>
                  <a:pt x="49" y="126"/>
                  <a:pt x="49" y="126"/>
                </a:cubicBezTo>
                <a:cubicBezTo>
                  <a:pt x="49" y="127"/>
                  <a:pt x="51" y="128"/>
                  <a:pt x="52" y="128"/>
                </a:cubicBezTo>
                <a:cubicBezTo>
                  <a:pt x="52" y="128"/>
                  <a:pt x="52" y="128"/>
                  <a:pt x="52" y="128"/>
                </a:cubicBezTo>
                <a:cubicBezTo>
                  <a:pt x="53" y="128"/>
                  <a:pt x="55" y="127"/>
                  <a:pt x="55" y="126"/>
                </a:cubicBezTo>
                <a:cubicBezTo>
                  <a:pt x="64" y="112"/>
                  <a:pt x="64" y="112"/>
                  <a:pt x="64" y="112"/>
                </a:cubicBezTo>
                <a:cubicBezTo>
                  <a:pt x="103" y="128"/>
                  <a:pt x="103" y="128"/>
                  <a:pt x="103" y="128"/>
                </a:cubicBezTo>
                <a:cubicBezTo>
                  <a:pt x="103" y="128"/>
                  <a:pt x="103" y="128"/>
                  <a:pt x="104" y="128"/>
                </a:cubicBezTo>
                <a:cubicBezTo>
                  <a:pt x="105" y="128"/>
                  <a:pt x="105" y="128"/>
                  <a:pt x="106" y="127"/>
                </a:cubicBezTo>
                <a:cubicBezTo>
                  <a:pt x="107" y="127"/>
                  <a:pt x="108" y="126"/>
                  <a:pt x="108" y="125"/>
                </a:cubicBezTo>
                <a:cubicBezTo>
                  <a:pt x="128" y="5"/>
                  <a:pt x="128" y="5"/>
                  <a:pt x="128" y="5"/>
                </a:cubicBezTo>
                <a:cubicBezTo>
                  <a:pt x="128" y="3"/>
                  <a:pt x="128" y="2"/>
                  <a:pt x="126" y="1"/>
                </a:cubicBezTo>
                <a:close/>
                <a:moveTo>
                  <a:pt x="13" y="83"/>
                </a:moveTo>
                <a:cubicBezTo>
                  <a:pt x="105" y="21"/>
                  <a:pt x="105" y="21"/>
                  <a:pt x="105" y="21"/>
                </a:cubicBezTo>
                <a:cubicBezTo>
                  <a:pt x="38" y="93"/>
                  <a:pt x="38" y="93"/>
                  <a:pt x="38" y="93"/>
                </a:cubicBezTo>
                <a:cubicBezTo>
                  <a:pt x="37" y="93"/>
                  <a:pt x="37" y="93"/>
                  <a:pt x="37" y="93"/>
                </a:cubicBezTo>
                <a:lnTo>
                  <a:pt x="13" y="83"/>
                </a:lnTo>
                <a:close/>
                <a:moveTo>
                  <a:pt x="41" y="96"/>
                </a:moveTo>
                <a:cubicBezTo>
                  <a:pt x="41" y="96"/>
                  <a:pt x="41" y="96"/>
                  <a:pt x="41" y="96"/>
                </a:cubicBezTo>
                <a:cubicBezTo>
                  <a:pt x="117" y="15"/>
                  <a:pt x="117" y="15"/>
                  <a:pt x="117" y="15"/>
                </a:cubicBezTo>
                <a:cubicBezTo>
                  <a:pt x="52" y="116"/>
                  <a:pt x="52" y="116"/>
                  <a:pt x="52" y="116"/>
                </a:cubicBezTo>
                <a:lnTo>
                  <a:pt x="41" y="96"/>
                </a:lnTo>
                <a:close/>
                <a:moveTo>
                  <a:pt x="101" y="118"/>
                </a:moveTo>
                <a:cubicBezTo>
                  <a:pt x="67" y="105"/>
                  <a:pt x="67" y="105"/>
                  <a:pt x="67" y="105"/>
                </a:cubicBezTo>
                <a:cubicBezTo>
                  <a:pt x="66" y="104"/>
                  <a:pt x="65" y="104"/>
                  <a:pt x="64" y="104"/>
                </a:cubicBezTo>
                <a:cubicBezTo>
                  <a:pt x="117" y="23"/>
                  <a:pt x="117" y="23"/>
                  <a:pt x="117" y="23"/>
                </a:cubicBezTo>
                <a:lnTo>
                  <a:pt x="101" y="11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id-ID">
              <a:solidFill>
                <a:prstClr val="black"/>
              </a:solidFill>
              <a:latin typeface="微软雅黑"/>
              <a:ea typeface="微软雅黑"/>
              <a:sym typeface="微软雅黑"/>
            </a:endParaRPr>
          </a:p>
        </p:txBody>
      </p:sp>
      <p:sp>
        <p:nvSpPr>
          <p:cNvPr id="19" name="矩形 18">
            <a:extLst>
              <a:ext uri="{FF2B5EF4-FFF2-40B4-BE49-F238E27FC236}">
                <a16:creationId xmlns:a16="http://schemas.microsoft.com/office/drawing/2014/main" id="{FC15921E-4B1D-4936-B3F1-9730DECB35EC}"/>
              </a:ext>
            </a:extLst>
          </p:cNvPr>
          <p:cNvSpPr/>
          <p:nvPr/>
        </p:nvSpPr>
        <p:spPr>
          <a:xfrm>
            <a:off x="8411792" y="1730911"/>
            <a:ext cx="2087431" cy="400110"/>
          </a:xfrm>
          <a:prstGeom prst="rect">
            <a:avLst/>
          </a:prstGeom>
        </p:spPr>
        <p:txBody>
          <a:bodyPr wrap="none">
            <a:spAutoFit/>
          </a:bodyPr>
          <a:lstStyle/>
          <a:p>
            <a:r>
              <a:rPr lang="en-US" altLang="zh-CN" sz="2000">
                <a:latin typeface="微软雅黑"/>
                <a:ea typeface="微软雅黑"/>
                <a:cs typeface="OPPOSans B" panose="00020600040101010101" pitchFamily="18" charset="-122"/>
                <a:sym typeface="微软雅黑"/>
              </a:rPr>
              <a:t>5.2</a:t>
            </a:r>
            <a:r>
              <a:rPr lang="zh-CN" altLang="en-US" sz="2000">
                <a:latin typeface="微软雅黑"/>
                <a:ea typeface="微软雅黑"/>
                <a:cs typeface="OPPOSans B" panose="00020600040101010101" pitchFamily="18" charset="-122"/>
                <a:sym typeface="微软雅黑"/>
              </a:rPr>
              <a:t>纪实性意义强</a:t>
            </a:r>
          </a:p>
        </p:txBody>
      </p:sp>
      <p:sp>
        <p:nvSpPr>
          <p:cNvPr id="20" name="矩形 19">
            <a:extLst>
              <a:ext uri="{FF2B5EF4-FFF2-40B4-BE49-F238E27FC236}">
                <a16:creationId xmlns:a16="http://schemas.microsoft.com/office/drawing/2014/main" id="{BC5E38AC-36B9-42F9-BD48-81FF396AFEB1}"/>
              </a:ext>
            </a:extLst>
          </p:cNvPr>
          <p:cNvSpPr/>
          <p:nvPr/>
        </p:nvSpPr>
        <p:spPr>
          <a:xfrm>
            <a:off x="8411791" y="2133548"/>
            <a:ext cx="2724523" cy="1477328"/>
          </a:xfrm>
          <a:prstGeom prst="rect">
            <a:avLst/>
          </a:prstGeom>
        </p:spPr>
        <p:txBody>
          <a:bodyPr wrap="square">
            <a:spAutoFit/>
          </a:bodyPr>
          <a:lstStyle/>
          <a:p>
            <a:r>
              <a:rPr lang="zh-CN" altLang="en-US" sz="1000">
                <a:solidFill>
                  <a:schemeClr val="bg1">
                    <a:lumMod val="50000"/>
                  </a:schemeClr>
                </a:solidFill>
                <a:latin typeface="微软雅黑"/>
                <a:ea typeface="微软雅黑"/>
                <a:sym typeface="微软雅黑"/>
              </a:rPr>
              <a:t>跟镜头对人物、事件、场面的跟随记录的表现方式，在纪实性节目和新闻节目的拍摄中起到重要作用。跟镜头中摄像机的运动是一种被动的运动方式，摄像机的运动方向和速度是由被摄主体的运动决定，画面效果使观众仿佛置身于事件之中，作为事件的目击者客观地观察画面主体。尽管摄像机是运动的，但由于符合观众日常生活中作为旁观者对一些事件的观察习惯，因而纪实性意义和客观性都比较强。</a:t>
            </a:r>
          </a:p>
        </p:txBody>
      </p:sp>
      <p:sp>
        <p:nvSpPr>
          <p:cNvPr id="21" name="矩形 20">
            <a:extLst>
              <a:ext uri="{FF2B5EF4-FFF2-40B4-BE49-F238E27FC236}">
                <a16:creationId xmlns:a16="http://schemas.microsoft.com/office/drawing/2014/main" id="{82E3D8D2-2952-430D-BF39-DFBAE7221B12}"/>
              </a:ext>
            </a:extLst>
          </p:cNvPr>
          <p:cNvSpPr/>
          <p:nvPr/>
        </p:nvSpPr>
        <p:spPr>
          <a:xfrm>
            <a:off x="8411790" y="4443280"/>
            <a:ext cx="2343911" cy="400110"/>
          </a:xfrm>
          <a:prstGeom prst="rect">
            <a:avLst/>
          </a:prstGeom>
        </p:spPr>
        <p:txBody>
          <a:bodyPr wrap="none">
            <a:spAutoFit/>
          </a:bodyPr>
          <a:lstStyle/>
          <a:p>
            <a:r>
              <a:rPr lang="en-US" altLang="zh-CN" sz="2000">
                <a:latin typeface="微软雅黑"/>
                <a:ea typeface="微软雅黑"/>
                <a:cs typeface="OPPOSans B" panose="00020600040101010101" pitchFamily="18" charset="-122"/>
                <a:sym typeface="微软雅黑"/>
              </a:rPr>
              <a:t>5.4</a:t>
            </a:r>
            <a:r>
              <a:rPr lang="zh-CN" altLang="en-US" sz="2000">
                <a:latin typeface="微软雅黑"/>
                <a:ea typeface="微软雅黑"/>
                <a:cs typeface="OPPOSans B" panose="00020600040101010101" pitchFamily="18" charset="-122"/>
                <a:sym typeface="微软雅黑"/>
              </a:rPr>
              <a:t>引导观众的视线</a:t>
            </a:r>
          </a:p>
        </p:txBody>
      </p:sp>
      <p:sp>
        <p:nvSpPr>
          <p:cNvPr id="22" name="矩形 21">
            <a:extLst>
              <a:ext uri="{FF2B5EF4-FFF2-40B4-BE49-F238E27FC236}">
                <a16:creationId xmlns:a16="http://schemas.microsoft.com/office/drawing/2014/main" id="{EBE875C4-65C8-4915-84B6-8DBA5B798788}"/>
              </a:ext>
            </a:extLst>
          </p:cNvPr>
          <p:cNvSpPr/>
          <p:nvPr/>
        </p:nvSpPr>
        <p:spPr>
          <a:xfrm>
            <a:off x="8411791" y="4834900"/>
            <a:ext cx="2724523" cy="1015663"/>
          </a:xfrm>
          <a:prstGeom prst="rect">
            <a:avLst/>
          </a:prstGeom>
        </p:spPr>
        <p:txBody>
          <a:bodyPr wrap="square">
            <a:spAutoFit/>
          </a:bodyPr>
          <a:lstStyle/>
          <a:p>
            <a:r>
              <a:rPr lang="zh-CN" altLang="en-US" sz="1000">
                <a:solidFill>
                  <a:schemeClr val="bg1">
                    <a:lumMod val="50000"/>
                  </a:schemeClr>
                </a:solidFill>
                <a:latin typeface="微软雅黑"/>
                <a:ea typeface="微软雅黑"/>
                <a:sym typeface="微软雅黑"/>
              </a:rPr>
              <a:t>从人物背后跟随拍摄的跟镜头，观众的视点与被摄主体的视点重合，画面表现的空间也就是被摄人物的视觉空间带有主观镜头的性质。表面上是被摄主体的运动带领摄像机运动，实际上是引导观众视线跟随被摄主体进行运动和观察，表现出强烈的现场感和参与感。</a:t>
            </a:r>
          </a:p>
        </p:txBody>
      </p:sp>
      <p:sp>
        <p:nvSpPr>
          <p:cNvPr id="23" name="矩形 22">
            <a:extLst>
              <a:ext uri="{FF2B5EF4-FFF2-40B4-BE49-F238E27FC236}">
                <a16:creationId xmlns:a16="http://schemas.microsoft.com/office/drawing/2014/main" id="{43ED3B92-ED28-4F87-B54E-B963FA494B70}"/>
              </a:ext>
            </a:extLst>
          </p:cNvPr>
          <p:cNvSpPr/>
          <p:nvPr/>
        </p:nvSpPr>
        <p:spPr>
          <a:xfrm>
            <a:off x="1055689" y="1733438"/>
            <a:ext cx="2343910" cy="400110"/>
          </a:xfrm>
          <a:prstGeom prst="rect">
            <a:avLst/>
          </a:prstGeom>
        </p:spPr>
        <p:txBody>
          <a:bodyPr wrap="none">
            <a:spAutoFit/>
          </a:bodyPr>
          <a:lstStyle/>
          <a:p>
            <a:pPr algn="r"/>
            <a:r>
              <a:rPr lang="en-US" altLang="zh-CN" sz="2000">
                <a:latin typeface="微软雅黑"/>
                <a:ea typeface="微软雅黑"/>
                <a:cs typeface="OPPOSans B" panose="00020600040101010101" pitchFamily="18" charset="-122"/>
                <a:sym typeface="微软雅黑"/>
              </a:rPr>
              <a:t>5.1</a:t>
            </a:r>
            <a:r>
              <a:rPr lang="zh-CN" altLang="en-US" sz="2000">
                <a:latin typeface="微软雅黑"/>
                <a:ea typeface="微软雅黑"/>
                <a:cs typeface="OPPOSans B" panose="00020600040101010101" pitchFamily="18" charset="-122"/>
                <a:sym typeface="微软雅黑"/>
              </a:rPr>
              <a:t>突出运动的主体</a:t>
            </a:r>
          </a:p>
        </p:txBody>
      </p:sp>
      <p:sp>
        <p:nvSpPr>
          <p:cNvPr id="24" name="矩形 23">
            <a:extLst>
              <a:ext uri="{FF2B5EF4-FFF2-40B4-BE49-F238E27FC236}">
                <a16:creationId xmlns:a16="http://schemas.microsoft.com/office/drawing/2014/main" id="{22F7A9C9-A5BF-482F-9089-C840DEB65DFC}"/>
              </a:ext>
            </a:extLst>
          </p:cNvPr>
          <p:cNvSpPr/>
          <p:nvPr/>
        </p:nvSpPr>
        <p:spPr>
          <a:xfrm>
            <a:off x="1055689" y="2133548"/>
            <a:ext cx="2724523" cy="1631216"/>
          </a:xfrm>
          <a:prstGeom prst="rect">
            <a:avLst/>
          </a:prstGeom>
        </p:spPr>
        <p:txBody>
          <a:bodyPr wrap="square">
            <a:spAutoFit/>
          </a:bodyPr>
          <a:lstStyle/>
          <a:p>
            <a:pPr algn="r"/>
            <a:r>
              <a:rPr lang="zh-CN" altLang="en-US" sz="1000">
                <a:solidFill>
                  <a:schemeClr val="bg1">
                    <a:lumMod val="50000"/>
                  </a:schemeClr>
                </a:solidFill>
                <a:latin typeface="微软雅黑"/>
                <a:ea typeface="微软雅黑"/>
                <a:sym typeface="微软雅黑"/>
              </a:rPr>
              <a:t>跟镜头这种拍摄技巧能够连续而详尽地表现运动中的被摄主体，又能交代主体的运动方向、速度、体态及其与环境的关系，使物体的运动保持连贯。跟镜头是通过摄像机跟随被摄对象一起移动的拍摄方式，被摄对象相对稳定在画面的中心位置上，与运动的画面内部其他景物相比，呈现出相对静止状态，实际形成对动态人物或物体的静态表现方式，使动体的轨迹清晰、运动连贯而有利于展示人物在动态中的神态变化和性格特点。</a:t>
            </a:r>
          </a:p>
        </p:txBody>
      </p:sp>
      <p:sp>
        <p:nvSpPr>
          <p:cNvPr id="25" name="矩形 24">
            <a:extLst>
              <a:ext uri="{FF2B5EF4-FFF2-40B4-BE49-F238E27FC236}">
                <a16:creationId xmlns:a16="http://schemas.microsoft.com/office/drawing/2014/main" id="{23EEFF2F-7F51-4CE6-80D5-36A0E97AE1DE}"/>
              </a:ext>
            </a:extLst>
          </p:cNvPr>
          <p:cNvSpPr/>
          <p:nvPr/>
        </p:nvSpPr>
        <p:spPr>
          <a:xfrm>
            <a:off x="863601" y="4443280"/>
            <a:ext cx="2916611" cy="400110"/>
          </a:xfrm>
          <a:prstGeom prst="rect">
            <a:avLst/>
          </a:prstGeom>
        </p:spPr>
        <p:txBody>
          <a:bodyPr wrap="square">
            <a:spAutoFit/>
          </a:bodyPr>
          <a:lstStyle/>
          <a:p>
            <a:pPr algn="r"/>
            <a:r>
              <a:rPr lang="en-US" altLang="zh-CN" sz="2000">
                <a:latin typeface="微软雅黑"/>
                <a:ea typeface="微软雅黑"/>
                <a:cs typeface="OPPOSans B" panose="00020600040101010101" pitchFamily="18" charset="-122"/>
                <a:sym typeface="微软雅黑"/>
              </a:rPr>
              <a:t>5.3</a:t>
            </a:r>
            <a:r>
              <a:rPr lang="zh-CN" altLang="en-US" sz="2000">
                <a:latin typeface="微软雅黑"/>
                <a:ea typeface="微软雅黑"/>
                <a:cs typeface="OPPOSans B" panose="00020600040101010101" pitchFamily="18" charset="-122"/>
                <a:sym typeface="微软雅黑"/>
              </a:rPr>
              <a:t>展现主体的精神状态</a:t>
            </a:r>
          </a:p>
        </p:txBody>
      </p:sp>
      <p:sp>
        <p:nvSpPr>
          <p:cNvPr id="26" name="矩形 25">
            <a:extLst>
              <a:ext uri="{FF2B5EF4-FFF2-40B4-BE49-F238E27FC236}">
                <a16:creationId xmlns:a16="http://schemas.microsoft.com/office/drawing/2014/main" id="{32BEBF54-A62F-4CE8-B861-2DB1021E846B}"/>
              </a:ext>
            </a:extLst>
          </p:cNvPr>
          <p:cNvSpPr/>
          <p:nvPr/>
        </p:nvSpPr>
        <p:spPr>
          <a:xfrm>
            <a:off x="1055689" y="4834900"/>
            <a:ext cx="2724523" cy="1169551"/>
          </a:xfrm>
          <a:prstGeom prst="rect">
            <a:avLst/>
          </a:prstGeom>
        </p:spPr>
        <p:txBody>
          <a:bodyPr wrap="square">
            <a:spAutoFit/>
          </a:bodyPr>
          <a:lstStyle/>
          <a:p>
            <a:pPr algn="r"/>
            <a:r>
              <a:rPr lang="zh-CN" altLang="en-US" sz="1000">
                <a:solidFill>
                  <a:schemeClr val="bg1">
                    <a:lumMod val="50000"/>
                  </a:schemeClr>
                </a:solidFill>
                <a:latin typeface="微软雅黑"/>
                <a:ea typeface="微软雅黑"/>
                <a:sym typeface="微软雅黑"/>
              </a:rPr>
              <a:t>跟镜头跟随被摄对象一起运动，形成一种运动的主体不变、静止的背景不断变化的造型效果。运动的主体在画面中位置不变有利于表现思想和精神面貌。跟镜头还可以通过人物引出环境。摄像机跟随人物运动，将其走过的环境连贯地表现出来，人物所处的环境以及人与环境的关系对于主体人物精神状态的表现也很有利。</a:t>
            </a:r>
          </a:p>
        </p:txBody>
      </p:sp>
    </p:spTree>
    <p:extLst>
      <p:ext uri="{BB962C8B-B14F-4D97-AF65-F5344CB8AC3E}">
        <p14:creationId xmlns:p14="http://schemas.microsoft.com/office/powerpoint/2010/main" val="6070095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500"/>
                                        <p:tgtEl>
                                          <p:spTgt spid="8"/>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inVertical)">
                                      <p:cBhvr>
                                        <p:cTn id="19" dur="500"/>
                                        <p:tgtEl>
                                          <p:spTgt spid="4"/>
                                        </p:tgtEl>
                                      </p:cBhvr>
                                    </p:animEffect>
                                  </p:childTnLst>
                                </p:cTn>
                              </p:par>
                              <p:par>
                                <p:cTn id="20" presetID="16" presetClass="entr" presetSubtype="21"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arn(inVertical)">
                                      <p:cBhvr>
                                        <p:cTn id="22" dur="500"/>
                                        <p:tgtEl>
                                          <p:spTgt spid="11"/>
                                        </p:tgtEl>
                                      </p:cBhvr>
                                    </p:animEffect>
                                  </p:childTnLst>
                                </p:cTn>
                              </p:par>
                              <p:par>
                                <p:cTn id="23" presetID="16" presetClass="entr" presetSubtype="21"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arn(inVertical)">
                                      <p:cBhvr>
                                        <p:cTn id="25" dur="500"/>
                                        <p:tgtEl>
                                          <p:spTgt spid="14"/>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arn(inVertical)">
                                      <p:cBhvr>
                                        <p:cTn id="28" dur="500"/>
                                        <p:tgtEl>
                                          <p:spTgt spid="17"/>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barn(inVertical)">
                                      <p:cBhvr>
                                        <p:cTn id="31" dur="500"/>
                                        <p:tgtEl>
                                          <p:spTgt spid="18"/>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barn(inVertical)">
                                      <p:cBhvr>
                                        <p:cTn id="34" dur="500"/>
                                        <p:tgtEl>
                                          <p:spTgt spid="19"/>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barn(inVertical)">
                                      <p:cBhvr>
                                        <p:cTn id="37" dur="500"/>
                                        <p:tgtEl>
                                          <p:spTgt spid="20"/>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barn(inVertical)">
                                      <p:cBhvr>
                                        <p:cTn id="40" dur="500"/>
                                        <p:tgtEl>
                                          <p:spTgt spid="21"/>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barn(inVertical)">
                                      <p:cBhvr>
                                        <p:cTn id="43" dur="500"/>
                                        <p:tgtEl>
                                          <p:spTgt spid="22"/>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barn(inVertical)">
                                      <p:cBhvr>
                                        <p:cTn id="46" dur="500"/>
                                        <p:tgtEl>
                                          <p:spTgt spid="23"/>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barn(inVertical)">
                                      <p:cBhvr>
                                        <p:cTn id="49" dur="500"/>
                                        <p:tgtEl>
                                          <p:spTgt spid="24"/>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barn(inVertical)">
                                      <p:cBhvr>
                                        <p:cTn id="52" dur="500"/>
                                        <p:tgtEl>
                                          <p:spTgt spid="25"/>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barn(inVertical)">
                                      <p:cBhvr>
                                        <p:cTn id="5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8" grpId="0" animBg="1"/>
      <p:bldP spid="9" grpId="0" animBg="1"/>
      <p:bldP spid="10" grpId="0" animBg="1"/>
      <p:bldP spid="17" grpId="0" animBg="1"/>
      <p:bldP spid="18" grpId="0" animBg="1"/>
      <p:bldP spid="19" grpId="0"/>
      <p:bldP spid="20" grpId="0"/>
      <p:bldP spid="21" grpId="0"/>
      <p:bldP spid="22" grpId="0"/>
      <p:bldP spid="23" grpId="0"/>
      <p:bldP spid="24" grpId="0"/>
      <p:bldP spid="25" grpId="0"/>
      <p:bldP spid="2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015395B-5F05-4CCD-80F0-5A502F915BDC}"/>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pic>
        <p:nvPicPr>
          <p:cNvPr id="12" name="图片 11">
            <a:extLst>
              <a:ext uri="{FF2B5EF4-FFF2-40B4-BE49-F238E27FC236}">
                <a16:creationId xmlns:a16="http://schemas.microsoft.com/office/drawing/2014/main" id="{67B4DF4C-33DD-4ED6-9088-CCBBCAFD5B70}"/>
              </a:ext>
            </a:extLst>
          </p:cNvPr>
          <p:cNvPicPr>
            <a:picLocks noChangeAspect="1"/>
          </p:cNvPicPr>
          <p:nvPr/>
        </p:nvPicPr>
        <p:blipFill>
          <a:blip r:embed="R740ec93ed05745f0">
            <a:extLst>
              <a:ext uri="{28A0092B-C50C-407E-A947-70E740481C1C}">
                <a14:useLocalDpi xmlns:a14="http://schemas.microsoft.com/office/drawing/2010/main" val="0"/>
              </a:ext>
            </a:extLst>
          </a:blip>
          <a:srcRect l="4100" r="4100"/>
          <a:stretch>
            <a:fillRect/>
          </a:stretch>
        </p:blipFill>
        <p:spPr>
          <a:xfrm>
            <a:off x="1561858" y="2050120"/>
            <a:ext cx="4406983" cy="3200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13" name="组合 12">
            <a:extLst>
              <a:ext uri="{FF2B5EF4-FFF2-40B4-BE49-F238E27FC236}">
                <a16:creationId xmlns:a16="http://schemas.microsoft.com/office/drawing/2014/main" id="{931EF4B5-2245-4A91-BA35-856D9E857F02}"/>
              </a:ext>
            </a:extLst>
          </p:cNvPr>
          <p:cNvGrpSpPr/>
          <p:nvPr/>
        </p:nvGrpSpPr>
        <p:grpSpPr>
          <a:xfrm>
            <a:off x="5575867" y="2050122"/>
            <a:ext cx="5369916" cy="3096701"/>
            <a:chOff x="5550466" y="1894681"/>
            <a:chExt cx="5369916" cy="3096701"/>
          </a:xfrm>
        </p:grpSpPr>
        <p:grpSp>
          <p:nvGrpSpPr>
            <p:cNvPr id="14" name="组合 13">
              <a:extLst>
                <a:ext uri="{FF2B5EF4-FFF2-40B4-BE49-F238E27FC236}">
                  <a16:creationId xmlns:a16="http://schemas.microsoft.com/office/drawing/2014/main" id="{77231E8D-DEFB-4987-BBF0-92A388AFF2DF}"/>
                </a:ext>
              </a:extLst>
            </p:cNvPr>
            <p:cNvGrpSpPr/>
            <p:nvPr/>
          </p:nvGrpSpPr>
          <p:grpSpPr>
            <a:xfrm>
              <a:off x="6478086" y="1894681"/>
              <a:ext cx="1661134" cy="923330"/>
              <a:chOff x="2246396" y="4235679"/>
              <a:chExt cx="1661134" cy="923330"/>
            </a:xfrm>
          </p:grpSpPr>
          <p:sp>
            <p:nvSpPr>
              <p:cNvPr id="17" name="文本框 16">
                <a:extLst>
                  <a:ext uri="{FF2B5EF4-FFF2-40B4-BE49-F238E27FC236}">
                    <a16:creationId xmlns:a16="http://schemas.microsoft.com/office/drawing/2014/main" id="{1CEBB3CA-D596-4069-B16B-21E2BF7166A8}"/>
                  </a:ext>
                </a:extLst>
              </p:cNvPr>
              <p:cNvSpPr txBox="1"/>
              <p:nvPr/>
            </p:nvSpPr>
            <p:spPr>
              <a:xfrm>
                <a:off x="2696942" y="4497289"/>
                <a:ext cx="1210588" cy="400110"/>
              </a:xfrm>
              <a:prstGeom prst="rect">
                <a:avLst/>
              </a:prstGeom>
              <a:noFill/>
            </p:spPr>
            <p:txBody>
              <a:bodyPr wrap="none" rtlCol="0">
                <a:spAutoFit/>
              </a:bodyPr>
              <a:lstStyle/>
              <a:p>
                <a:pPr algn="ctr"/>
                <a:r>
                  <a:rPr lang="zh-CN" altLang="en-US" sz="2000" b="1">
                    <a:latin typeface="微软雅黑"/>
                    <a:ea typeface="微软雅黑"/>
                    <a:cs typeface="阿里巴巴普惠体" panose="00020600040101010101" pitchFamily="18" charset="-122"/>
                    <a:sym typeface="微软雅黑"/>
                  </a:rPr>
                  <a:t>应用场景</a:t>
                </a:r>
              </a:p>
            </p:txBody>
          </p:sp>
          <p:sp>
            <p:nvSpPr>
              <p:cNvPr id="18" name="文本框 17">
                <a:extLst>
                  <a:ext uri="{FF2B5EF4-FFF2-40B4-BE49-F238E27FC236}">
                    <a16:creationId xmlns:a16="http://schemas.microsoft.com/office/drawing/2014/main" id="{152313DD-BCB3-489A-99A8-FF2ED3A4F5EC}"/>
                  </a:ext>
                </a:extLst>
              </p:cNvPr>
              <p:cNvSpPr txBox="1"/>
              <p:nvPr/>
            </p:nvSpPr>
            <p:spPr>
              <a:xfrm>
                <a:off x="2246396" y="4235679"/>
                <a:ext cx="877163" cy="923330"/>
              </a:xfrm>
              <a:prstGeom prst="rect">
                <a:avLst/>
              </a:prstGeom>
              <a:noFill/>
            </p:spPr>
            <p:txBody>
              <a:bodyPr wrap="none" rtlCol="0">
                <a:spAutoFit/>
              </a:bodyPr>
              <a:lstStyle/>
              <a:p>
                <a:pPr algn="ctr"/>
                <a:r>
                  <a:rPr lang="zh-CN" altLang="en-US" sz="5400">
                    <a:solidFill>
                      <a:schemeClr val="accent1"/>
                    </a:solidFill>
                    <a:latin typeface="微软雅黑"/>
                    <a:ea typeface="微软雅黑"/>
                    <a:cs typeface="阿里巴巴普惠体 Medium" panose="00020600040101010101" pitchFamily="18" charset="-122"/>
                    <a:sym typeface="微软雅黑"/>
                  </a:rPr>
                  <a:t>？</a:t>
                </a:r>
              </a:p>
            </p:txBody>
          </p:sp>
        </p:grpSp>
        <p:sp>
          <p:nvSpPr>
            <p:cNvPr id="15" name="矩形: 圆角 14">
              <a:extLst>
                <a:ext uri="{FF2B5EF4-FFF2-40B4-BE49-F238E27FC236}">
                  <a16:creationId xmlns:a16="http://schemas.microsoft.com/office/drawing/2014/main" id="{E50C0BD2-8F9D-41A1-841D-77CDBAE4501F}"/>
                </a:ext>
              </a:extLst>
            </p:cNvPr>
            <p:cNvSpPr/>
            <p:nvPr/>
          </p:nvSpPr>
          <p:spPr>
            <a:xfrm>
              <a:off x="5550466" y="2889484"/>
              <a:ext cx="5369916" cy="266232"/>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6" name="文本框 15">
              <a:extLst>
                <a:ext uri="{FF2B5EF4-FFF2-40B4-BE49-F238E27FC236}">
                  <a16:creationId xmlns:a16="http://schemas.microsoft.com/office/drawing/2014/main" id="{71622CCF-DD9D-4525-B792-AA361CE1F62F}"/>
                </a:ext>
              </a:extLst>
            </p:cNvPr>
            <p:cNvSpPr txBox="1"/>
            <p:nvPr/>
          </p:nvSpPr>
          <p:spPr>
            <a:xfrm>
              <a:off x="6559510" y="3421722"/>
              <a:ext cx="4360871" cy="1569660"/>
            </a:xfrm>
            <a:prstGeom prst="rect">
              <a:avLst/>
            </a:prstGeom>
            <a:noFill/>
          </p:spPr>
          <p:txBody>
            <a:bodyPr wrap="square">
              <a:spAutoFit/>
            </a:bodyPr>
            <a:lstStyle/>
            <a:p>
              <a:pPr>
                <a:lnSpc>
                  <a:spcPct val="150000"/>
                </a:lnSpc>
              </a:pPr>
              <a:r>
                <a:rPr lang="zh-CN" altLang="en-US" sz="1600">
                  <a:solidFill>
                    <a:schemeClr val="tx1">
                      <a:lumMod val="50000"/>
                      <a:lumOff val="50000"/>
                    </a:schemeClr>
                  </a:solidFill>
                  <a:latin typeface="微软雅黑"/>
                  <a:ea typeface="微软雅黑"/>
                  <a:cs typeface="阿里巴巴普惠体" panose="00020600040101010101" pitchFamily="18" charset="-122"/>
                  <a:sym typeface="微软雅黑"/>
                </a:rPr>
                <a:t>表现人物连续的动作表情，以及所有的运动的主体。</a:t>
              </a:r>
            </a:p>
            <a:p>
              <a:pPr>
                <a:lnSpc>
                  <a:spcPct val="150000"/>
                </a:lnSpc>
              </a:pPr>
              <a:r>
                <a:rPr lang="zh-CN" altLang="en-US" sz="1600">
                  <a:solidFill>
                    <a:schemeClr val="tx1">
                      <a:lumMod val="50000"/>
                      <a:lumOff val="50000"/>
                    </a:schemeClr>
                  </a:solidFill>
                  <a:latin typeface="微软雅黑"/>
                  <a:ea typeface="微软雅黑"/>
                  <a:cs typeface="阿里巴巴普惠体" panose="00020600040101010101" pitchFamily="18" charset="-122"/>
                  <a:sym typeface="微软雅黑"/>
                </a:rPr>
                <a:t>比如：奔跑着的动物，向前走着的人等，可以搭配慢镜头，使人物情感表达更鲜明。</a:t>
              </a:r>
            </a:p>
          </p:txBody>
        </p:sp>
      </p:grpSp>
    </p:spTree>
    <p:extLst>
      <p:ext uri="{BB962C8B-B14F-4D97-AF65-F5344CB8AC3E}">
        <p14:creationId xmlns:p14="http://schemas.microsoft.com/office/powerpoint/2010/main" val="268899236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par>
                                <p:cTn id="8" presetID="16" presetClass="entr" presetSubtype="21"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3EECE3C-4186-4FF1-A3C2-EF4F4E7F5878}"/>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sp>
        <p:nvSpPr>
          <p:cNvPr id="14" name="îṣḻïḓé">
            <a:extLst>
              <a:ext uri="{FF2B5EF4-FFF2-40B4-BE49-F238E27FC236}">
                <a16:creationId xmlns:a16="http://schemas.microsoft.com/office/drawing/2014/main" id="{7B218D85-C5D8-43A5-84A6-B03F6AE0CE54}"/>
              </a:ext>
            </a:extLst>
          </p:cNvPr>
          <p:cNvSpPr/>
          <p:nvPr/>
        </p:nvSpPr>
        <p:spPr>
          <a:xfrm>
            <a:off x="7290058" y="2938758"/>
            <a:ext cx="4218772" cy="2701963"/>
          </a:xfrm>
          <a:prstGeom prst="rect">
            <a:avLst/>
          </a:prstGeom>
          <a:blipFill>
            <a:blip r:embed="R03a3c95aae2e4d35">
              <a:extLst>
                <a:ext uri="{28A0092B-C50C-407E-A947-70E740481C1C}">
                  <a14:useLocalDpi xmlns:a14="http://schemas.microsoft.com/office/drawing/2010/main" val="0"/>
                </a:ext>
              </a:extLst>
            </a:blip>
            <a:stretch>
              <a:fillRect/>
            </a:stretch>
          </a:blipFill>
          <a:ln w="190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a:ea typeface="微软雅黑"/>
              <a:sym typeface="微软雅黑"/>
            </a:endParaRPr>
          </a:p>
        </p:txBody>
      </p:sp>
      <p:grpSp>
        <p:nvGrpSpPr>
          <p:cNvPr id="15" name="išľíḑè">
            <a:extLst>
              <a:ext uri="{FF2B5EF4-FFF2-40B4-BE49-F238E27FC236}">
                <a16:creationId xmlns:a16="http://schemas.microsoft.com/office/drawing/2014/main" id="{1E67632C-ABEE-43C9-B9EB-CD9B0AC2F0B9}"/>
              </a:ext>
            </a:extLst>
          </p:cNvPr>
          <p:cNvGrpSpPr/>
          <p:nvPr/>
        </p:nvGrpSpPr>
        <p:grpSpPr>
          <a:xfrm>
            <a:off x="6690201" y="2938759"/>
            <a:ext cx="1819836" cy="2701963"/>
            <a:chOff x="4195482" y="1914860"/>
            <a:chExt cx="1819836" cy="2701963"/>
          </a:xfrm>
          <a:solidFill>
            <a:schemeClr val="bg1">
              <a:lumMod val="95000"/>
            </a:schemeClr>
          </a:solidFill>
        </p:grpSpPr>
        <p:sp>
          <p:nvSpPr>
            <p:cNvPr id="16" name="îšḷïďè">
              <a:extLst>
                <a:ext uri="{FF2B5EF4-FFF2-40B4-BE49-F238E27FC236}">
                  <a16:creationId xmlns:a16="http://schemas.microsoft.com/office/drawing/2014/main" id="{7ED2C51B-A527-42F3-9EA6-56AC45438554}"/>
                </a:ext>
              </a:extLst>
            </p:cNvPr>
            <p:cNvSpPr/>
            <p:nvPr/>
          </p:nvSpPr>
          <p:spPr>
            <a:xfrm>
              <a:off x="4545106" y="1914860"/>
              <a:ext cx="1255058" cy="2701963"/>
            </a:xfrm>
            <a:prstGeom prst="flowChartInputOutput">
              <a:avLst/>
            </a:prstGeom>
            <a:solidFill>
              <a:srgbClr val="C2B1A1"/>
            </a:solidFill>
          </p:spPr>
          <p:txBody>
            <a:bodyPr anchor="ctr"/>
            <a:lstStyle/>
            <a:p>
              <a:pPr algn="ctr"/>
              <a:endParaRPr>
                <a:latin typeface="微软雅黑"/>
                <a:ea typeface="微软雅黑"/>
                <a:sym typeface="微软雅黑"/>
              </a:endParaRPr>
            </a:p>
          </p:txBody>
        </p:sp>
        <p:sp>
          <p:nvSpPr>
            <p:cNvPr id="17" name="íṩḻíḋê">
              <a:extLst>
                <a:ext uri="{FF2B5EF4-FFF2-40B4-BE49-F238E27FC236}">
                  <a16:creationId xmlns:a16="http://schemas.microsoft.com/office/drawing/2014/main" id="{D59132B0-450B-4A9E-864F-6B3EA393F577}"/>
                </a:ext>
              </a:extLst>
            </p:cNvPr>
            <p:cNvSpPr/>
            <p:nvPr/>
          </p:nvSpPr>
          <p:spPr>
            <a:xfrm>
              <a:off x="4195482" y="1914860"/>
              <a:ext cx="1819836" cy="2701963"/>
            </a:xfrm>
            <a:prstGeom prst="parallelogram">
              <a:avLst>
                <a:gd name="adj" fmla="val 40000"/>
              </a:avLst>
            </a:prstGeom>
            <a:grpFill/>
          </p:spPr>
          <p:txBody>
            <a:bodyPr anchor="ctr"/>
            <a:lstStyle/>
            <a:p>
              <a:pPr algn="ctr"/>
              <a:endParaRPr>
                <a:latin typeface="微软雅黑"/>
                <a:ea typeface="微软雅黑"/>
                <a:sym typeface="微软雅黑"/>
              </a:endParaRPr>
            </a:p>
          </p:txBody>
        </p:sp>
      </p:grpSp>
      <p:sp>
        <p:nvSpPr>
          <p:cNvPr id="18" name="îsļíḍé">
            <a:extLst>
              <a:ext uri="{FF2B5EF4-FFF2-40B4-BE49-F238E27FC236}">
                <a16:creationId xmlns:a16="http://schemas.microsoft.com/office/drawing/2014/main" id="{A296046E-B9D5-42AF-8583-EE134DDADC5E}"/>
              </a:ext>
            </a:extLst>
          </p:cNvPr>
          <p:cNvSpPr txBox="1"/>
          <p:nvPr/>
        </p:nvSpPr>
        <p:spPr>
          <a:xfrm>
            <a:off x="673101" y="1896584"/>
            <a:ext cx="6604969" cy="1042172"/>
          </a:xfrm>
          <a:prstGeom prst="rect">
            <a:avLst/>
          </a:prstGeom>
          <a:noFill/>
          <a:ln>
            <a:noFill/>
          </a:ln>
        </p:spPr>
        <p:txBody>
          <a:bodyPr wrap="square" lIns="90000" tIns="46800" rIns="90000" bIns="46800" anchor="ctr" anchorCtr="0">
            <a:normAutofit/>
          </a:bodyPr>
          <a:lstStyle/>
          <a:p>
            <a:pPr>
              <a:lnSpc>
                <a:spcPct val="150000"/>
              </a:lnSpc>
              <a:buSzPct val="25000"/>
            </a:pPr>
            <a:r>
              <a:rPr lang="zh-CN" altLang="en-US" sz="1200">
                <a:solidFill>
                  <a:schemeClr val="tx1">
                    <a:lumMod val="50000"/>
                    <a:lumOff val="50000"/>
                  </a:schemeClr>
                </a:solidFill>
                <a:latin typeface="微软雅黑"/>
                <a:ea typeface="微软雅黑"/>
                <a:sym typeface="微软雅黑"/>
              </a:rPr>
              <a:t>甩镜头是快速移动拍摄设备，从一个静止画面快速甩到另一个静止画面，中间影像模糊，变成光流，常用在表现人物视线的快速移动或某种特殊视觉效果，使画面有一种突然性和爆发力。</a:t>
            </a:r>
          </a:p>
        </p:txBody>
      </p:sp>
      <p:cxnSp>
        <p:nvCxnSpPr>
          <p:cNvPr id="19" name="í$lidé">
            <a:extLst>
              <a:ext uri="{FF2B5EF4-FFF2-40B4-BE49-F238E27FC236}">
                <a16:creationId xmlns:a16="http://schemas.microsoft.com/office/drawing/2014/main" id="{043782A7-B4E2-42CD-9F56-1910D58C461B}"/>
              </a:ext>
            </a:extLst>
          </p:cNvPr>
          <p:cNvCxnSpPr/>
          <p:nvPr/>
        </p:nvCxnSpPr>
        <p:spPr>
          <a:xfrm flipH="1">
            <a:off x="673101" y="2938756"/>
            <a:ext cx="6232899" cy="0"/>
          </a:xfrm>
          <a:prstGeom prst="line">
            <a:avLst/>
          </a:prstGeom>
          <a:ln w="3175" cap="rnd">
            <a:solidFill>
              <a:schemeClr val="bg1">
                <a:lumMod val="75000"/>
              </a:schemeClr>
            </a:solidFill>
            <a:prstDash val="sysDash"/>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20" name="iŝlidè">
            <a:extLst>
              <a:ext uri="{FF2B5EF4-FFF2-40B4-BE49-F238E27FC236}">
                <a16:creationId xmlns:a16="http://schemas.microsoft.com/office/drawing/2014/main" id="{0E666D19-A61F-4F94-B4DE-0BE779FE01F3}"/>
              </a:ext>
            </a:extLst>
          </p:cNvPr>
          <p:cNvGrpSpPr/>
          <p:nvPr/>
        </p:nvGrpSpPr>
        <p:grpSpPr>
          <a:xfrm>
            <a:off x="1313325" y="3411758"/>
            <a:ext cx="745568" cy="745567"/>
            <a:chOff x="1403857" y="3774747"/>
            <a:chExt cx="1063118" cy="1063116"/>
          </a:xfrm>
        </p:grpSpPr>
        <p:sp>
          <p:nvSpPr>
            <p:cNvPr id="21" name="í$ľîďé">
              <a:extLst>
                <a:ext uri="{FF2B5EF4-FFF2-40B4-BE49-F238E27FC236}">
                  <a16:creationId xmlns:a16="http://schemas.microsoft.com/office/drawing/2014/main" id="{2A5C21C7-B1AC-4FCE-BAE3-D8BE16FDFCE5}"/>
                </a:ext>
              </a:extLst>
            </p:cNvPr>
            <p:cNvSpPr/>
            <p:nvPr/>
          </p:nvSpPr>
          <p:spPr>
            <a:xfrm>
              <a:off x="1403857" y="3774747"/>
              <a:ext cx="1063118" cy="1063116"/>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微软雅黑"/>
                <a:ea typeface="微软雅黑"/>
                <a:sym typeface="微软雅黑"/>
              </a:endParaRPr>
            </a:p>
          </p:txBody>
        </p:sp>
        <p:sp>
          <p:nvSpPr>
            <p:cNvPr id="22" name="îṡ1iḋê">
              <a:extLst>
                <a:ext uri="{FF2B5EF4-FFF2-40B4-BE49-F238E27FC236}">
                  <a16:creationId xmlns:a16="http://schemas.microsoft.com/office/drawing/2014/main" id="{81F0BA10-A598-4EB5-8E7A-6E30A0DB1710}"/>
                </a:ext>
              </a:extLst>
            </p:cNvPr>
            <p:cNvSpPr/>
            <p:nvPr/>
          </p:nvSpPr>
          <p:spPr bwMode="auto">
            <a:xfrm>
              <a:off x="1680081" y="4060667"/>
              <a:ext cx="510670" cy="491275"/>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a:ea typeface="微软雅黑"/>
                <a:sym typeface="微软雅黑"/>
              </a:endParaRPr>
            </a:p>
          </p:txBody>
        </p:sp>
      </p:grpSp>
      <p:sp>
        <p:nvSpPr>
          <p:cNvPr id="23" name="îṣļïḍè">
            <a:extLst>
              <a:ext uri="{FF2B5EF4-FFF2-40B4-BE49-F238E27FC236}">
                <a16:creationId xmlns:a16="http://schemas.microsoft.com/office/drawing/2014/main" id="{A4F7671A-D29A-4E60-8DE7-5EF2993634F7}"/>
              </a:ext>
            </a:extLst>
          </p:cNvPr>
          <p:cNvSpPr txBox="1"/>
          <p:nvPr/>
        </p:nvSpPr>
        <p:spPr bwMode="auto">
          <a:xfrm>
            <a:off x="673100" y="4327109"/>
            <a:ext cx="2026019"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ormAutofit fontScale="77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spcBef>
                <a:spcPct val="0"/>
              </a:spcBef>
            </a:pPr>
            <a:r>
              <a:rPr lang="en-US" altLang="zh-CN">
                <a:solidFill>
                  <a:schemeClr val="dk1">
                    <a:lumMod val="100000"/>
                  </a:schemeClr>
                </a:solidFill>
                <a:latin typeface="微软雅黑"/>
                <a:ea typeface="微软雅黑"/>
                <a:cs typeface="OPPOSans B" panose="00020600040101010101" pitchFamily="18" charset="-122"/>
                <a:sym typeface="微软雅黑"/>
              </a:rPr>
              <a:t>6.1</a:t>
            </a:r>
          </a:p>
          <a:p>
            <a:pPr algn="ctr">
              <a:spcBef>
                <a:spcPct val="0"/>
              </a:spcBef>
            </a:pPr>
            <a:r>
              <a:rPr lang="zh-CN" altLang="en-US">
                <a:solidFill>
                  <a:schemeClr val="dk1">
                    <a:lumMod val="100000"/>
                  </a:schemeClr>
                </a:solidFill>
                <a:latin typeface="微软雅黑"/>
                <a:ea typeface="微软雅黑"/>
                <a:cs typeface="OPPOSans B" panose="00020600040101010101" pitchFamily="18" charset="-122"/>
                <a:sym typeface="微软雅黑"/>
              </a:rPr>
              <a:t>表现内容的突然过渡</a:t>
            </a:r>
          </a:p>
        </p:txBody>
      </p:sp>
      <p:sp>
        <p:nvSpPr>
          <p:cNvPr id="24" name="iŝliḍé">
            <a:extLst>
              <a:ext uri="{FF2B5EF4-FFF2-40B4-BE49-F238E27FC236}">
                <a16:creationId xmlns:a16="http://schemas.microsoft.com/office/drawing/2014/main" id="{F79C1E3F-DED4-429E-A878-4B9F46DAB839}"/>
              </a:ext>
            </a:extLst>
          </p:cNvPr>
          <p:cNvSpPr/>
          <p:nvPr/>
        </p:nvSpPr>
        <p:spPr bwMode="auto">
          <a:xfrm>
            <a:off x="847911" y="4768913"/>
            <a:ext cx="1676395" cy="86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lnSpc>
                <a:spcPct val="130000"/>
              </a:lnSpc>
            </a:pPr>
            <a:r>
              <a:rPr lang="zh-CN" altLang="en-US" sz="800">
                <a:solidFill>
                  <a:schemeClr val="tx1">
                    <a:lumMod val="50000"/>
                    <a:lumOff val="50000"/>
                  </a:schemeClr>
                </a:solidFill>
                <a:latin typeface="微软雅黑"/>
                <a:ea typeface="微软雅黑"/>
                <a:sym typeface="微软雅黑"/>
              </a:rPr>
              <a:t>甩镜头和人们的视觉习惯是十分类似的</a:t>
            </a:r>
            <a:r>
              <a:rPr lang="en-US" altLang="zh-CN" sz="800">
                <a:solidFill>
                  <a:schemeClr val="tx1">
                    <a:lumMod val="50000"/>
                    <a:lumOff val="50000"/>
                  </a:schemeClr>
                </a:solidFill>
                <a:latin typeface="微软雅黑"/>
                <a:ea typeface="微软雅黑"/>
                <a:sym typeface="微软雅黑"/>
              </a:rPr>
              <a:t>,</a:t>
            </a:r>
            <a:r>
              <a:rPr lang="zh-CN" altLang="en-US" sz="800">
                <a:solidFill>
                  <a:schemeClr val="tx1">
                    <a:lumMod val="50000"/>
                    <a:lumOff val="50000"/>
                  </a:schemeClr>
                </a:solidFill>
                <a:latin typeface="微软雅黑"/>
                <a:ea typeface="微软雅黑"/>
                <a:sym typeface="微软雅黑"/>
              </a:rPr>
              <a:t>这就非常类似于我们观察事物时突然将头转向另一个事物 ，可以强调空间的转换和同一时间内在不同场景中所发生的并列情景</a:t>
            </a:r>
            <a:r>
              <a:rPr lang="en-US" altLang="zh-CN" sz="800">
                <a:solidFill>
                  <a:schemeClr val="tx1">
                    <a:lumMod val="50000"/>
                    <a:lumOff val="50000"/>
                  </a:schemeClr>
                </a:solidFill>
                <a:latin typeface="微软雅黑"/>
                <a:ea typeface="微软雅黑"/>
                <a:sym typeface="微软雅黑"/>
              </a:rPr>
              <a:t>,</a:t>
            </a:r>
            <a:r>
              <a:rPr lang="zh-CN" altLang="en-US" sz="800">
                <a:solidFill>
                  <a:schemeClr val="tx1">
                    <a:lumMod val="50000"/>
                    <a:lumOff val="50000"/>
                  </a:schemeClr>
                </a:solidFill>
                <a:latin typeface="微软雅黑"/>
                <a:ea typeface="微软雅黑"/>
                <a:sym typeface="微软雅黑"/>
              </a:rPr>
              <a:t>这种拍摄手法用于表现内容的突然过渡。</a:t>
            </a:r>
          </a:p>
        </p:txBody>
      </p:sp>
      <p:grpSp>
        <p:nvGrpSpPr>
          <p:cNvPr id="25" name="ïṣḻïḓé">
            <a:extLst>
              <a:ext uri="{FF2B5EF4-FFF2-40B4-BE49-F238E27FC236}">
                <a16:creationId xmlns:a16="http://schemas.microsoft.com/office/drawing/2014/main" id="{2CB70B29-2627-462D-8E09-9A5867459C7E}"/>
              </a:ext>
            </a:extLst>
          </p:cNvPr>
          <p:cNvGrpSpPr/>
          <p:nvPr/>
        </p:nvGrpSpPr>
        <p:grpSpPr>
          <a:xfrm>
            <a:off x="3316225" y="3411758"/>
            <a:ext cx="745568" cy="745567"/>
            <a:chOff x="3316225" y="3508010"/>
            <a:chExt cx="745568" cy="745567"/>
          </a:xfrm>
        </p:grpSpPr>
        <p:sp>
          <p:nvSpPr>
            <p:cNvPr id="26" name="íšliďé">
              <a:extLst>
                <a:ext uri="{FF2B5EF4-FFF2-40B4-BE49-F238E27FC236}">
                  <a16:creationId xmlns:a16="http://schemas.microsoft.com/office/drawing/2014/main" id="{C209681C-5B05-4D0D-9033-9EF030DAB5E3}"/>
                </a:ext>
              </a:extLst>
            </p:cNvPr>
            <p:cNvSpPr/>
            <p:nvPr/>
          </p:nvSpPr>
          <p:spPr>
            <a:xfrm>
              <a:off x="3316225" y="3508010"/>
              <a:ext cx="745568" cy="745567"/>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微软雅黑"/>
                <a:ea typeface="微软雅黑"/>
                <a:sym typeface="微软雅黑"/>
              </a:endParaRPr>
            </a:p>
          </p:txBody>
        </p:sp>
        <p:sp>
          <p:nvSpPr>
            <p:cNvPr id="27" name="îş1ïdè">
              <a:extLst>
                <a:ext uri="{FF2B5EF4-FFF2-40B4-BE49-F238E27FC236}">
                  <a16:creationId xmlns:a16="http://schemas.microsoft.com/office/drawing/2014/main" id="{72CF04C3-54F1-4CF4-8426-D6F90F17D6AD}"/>
                </a:ext>
              </a:extLst>
            </p:cNvPr>
            <p:cNvSpPr/>
            <p:nvPr/>
          </p:nvSpPr>
          <p:spPr bwMode="auto">
            <a:xfrm>
              <a:off x="3509942" y="3702040"/>
              <a:ext cx="358134" cy="357506"/>
            </a:xfrm>
            <a:custGeom>
              <a:avLst/>
              <a:gdLst>
                <a:gd name="connsiteX0" fmla="*/ 360585 w 604110"/>
                <a:gd name="connsiteY0" fmla="*/ 233916 h 603052"/>
                <a:gd name="connsiteX1" fmla="*/ 380012 w 604110"/>
                <a:gd name="connsiteY1" fmla="*/ 241933 h 603052"/>
                <a:gd name="connsiteX2" fmla="*/ 380012 w 604110"/>
                <a:gd name="connsiteY2" fmla="*/ 280718 h 603052"/>
                <a:gd name="connsiteX3" fmla="*/ 297635 w 604110"/>
                <a:gd name="connsiteY3" fmla="*/ 362947 h 603052"/>
                <a:gd name="connsiteX4" fmla="*/ 278277 w 604110"/>
                <a:gd name="connsiteY4" fmla="*/ 371033 h 603052"/>
                <a:gd name="connsiteX5" fmla="*/ 258781 w 604110"/>
                <a:gd name="connsiteY5" fmla="*/ 362947 h 603052"/>
                <a:gd name="connsiteX6" fmla="*/ 222260 w 604110"/>
                <a:gd name="connsiteY6" fmla="*/ 326355 h 603052"/>
                <a:gd name="connsiteX7" fmla="*/ 222260 w 604110"/>
                <a:gd name="connsiteY7" fmla="*/ 287707 h 603052"/>
                <a:gd name="connsiteX8" fmla="*/ 260977 w 604110"/>
                <a:gd name="connsiteY8" fmla="*/ 287707 h 603052"/>
                <a:gd name="connsiteX9" fmla="*/ 278277 w 604110"/>
                <a:gd name="connsiteY9" fmla="*/ 304838 h 603052"/>
                <a:gd name="connsiteX10" fmla="*/ 341158 w 604110"/>
                <a:gd name="connsiteY10" fmla="*/ 241933 h 603052"/>
                <a:gd name="connsiteX11" fmla="*/ 360585 w 604110"/>
                <a:gd name="connsiteY11" fmla="*/ 233916 h 603052"/>
                <a:gd name="connsiteX12" fmla="*/ 274595 w 604110"/>
                <a:gd name="connsiteY12" fmla="*/ 54823 h 603052"/>
                <a:gd name="connsiteX13" fmla="*/ 274595 w 604110"/>
                <a:gd name="connsiteY13" fmla="*/ 89087 h 603052"/>
                <a:gd name="connsiteX14" fmla="*/ 254001 w 604110"/>
                <a:gd name="connsiteY14" fmla="*/ 115676 h 603052"/>
                <a:gd name="connsiteX15" fmla="*/ 204436 w 604110"/>
                <a:gd name="connsiteY15" fmla="*/ 136235 h 603052"/>
                <a:gd name="connsiteX16" fmla="*/ 171073 w 604110"/>
                <a:gd name="connsiteY16" fmla="*/ 131986 h 603052"/>
                <a:gd name="connsiteX17" fmla="*/ 146771 w 604110"/>
                <a:gd name="connsiteY17" fmla="*/ 107727 h 603052"/>
                <a:gd name="connsiteX18" fmla="*/ 107916 w 604110"/>
                <a:gd name="connsiteY18" fmla="*/ 146514 h 603052"/>
                <a:gd name="connsiteX19" fmla="*/ 132218 w 604110"/>
                <a:gd name="connsiteY19" fmla="*/ 170773 h 603052"/>
                <a:gd name="connsiteX20" fmla="*/ 136474 w 604110"/>
                <a:gd name="connsiteY20" fmla="*/ 204078 h 603052"/>
                <a:gd name="connsiteX21" fmla="*/ 115879 w 604110"/>
                <a:gd name="connsiteY21" fmla="*/ 253556 h 603052"/>
                <a:gd name="connsiteX22" fmla="*/ 89244 w 604110"/>
                <a:gd name="connsiteY22" fmla="*/ 274115 h 603052"/>
                <a:gd name="connsiteX23" fmla="*/ 54919 w 604110"/>
                <a:gd name="connsiteY23" fmla="*/ 274115 h 603052"/>
                <a:gd name="connsiteX24" fmla="*/ 54919 w 604110"/>
                <a:gd name="connsiteY24" fmla="*/ 328937 h 603052"/>
                <a:gd name="connsiteX25" fmla="*/ 89244 w 604110"/>
                <a:gd name="connsiteY25" fmla="*/ 328937 h 603052"/>
                <a:gd name="connsiteX26" fmla="*/ 115879 w 604110"/>
                <a:gd name="connsiteY26" fmla="*/ 349496 h 603052"/>
                <a:gd name="connsiteX27" fmla="*/ 136474 w 604110"/>
                <a:gd name="connsiteY27" fmla="*/ 398974 h 603052"/>
                <a:gd name="connsiteX28" fmla="*/ 132218 w 604110"/>
                <a:gd name="connsiteY28" fmla="*/ 432279 h 603052"/>
                <a:gd name="connsiteX29" fmla="*/ 107916 w 604110"/>
                <a:gd name="connsiteY29" fmla="*/ 456538 h 603052"/>
                <a:gd name="connsiteX30" fmla="*/ 146771 w 604110"/>
                <a:gd name="connsiteY30" fmla="*/ 495325 h 603052"/>
                <a:gd name="connsiteX31" fmla="*/ 171073 w 604110"/>
                <a:gd name="connsiteY31" fmla="*/ 471066 h 603052"/>
                <a:gd name="connsiteX32" fmla="*/ 204436 w 604110"/>
                <a:gd name="connsiteY32" fmla="*/ 466817 h 603052"/>
                <a:gd name="connsiteX33" fmla="*/ 254001 w 604110"/>
                <a:gd name="connsiteY33" fmla="*/ 487376 h 603052"/>
                <a:gd name="connsiteX34" fmla="*/ 274595 w 604110"/>
                <a:gd name="connsiteY34" fmla="*/ 513965 h 603052"/>
                <a:gd name="connsiteX35" fmla="*/ 274595 w 604110"/>
                <a:gd name="connsiteY35" fmla="*/ 548229 h 603052"/>
                <a:gd name="connsiteX36" fmla="*/ 329515 w 604110"/>
                <a:gd name="connsiteY36" fmla="*/ 548229 h 603052"/>
                <a:gd name="connsiteX37" fmla="*/ 329515 w 604110"/>
                <a:gd name="connsiteY37" fmla="*/ 513965 h 603052"/>
                <a:gd name="connsiteX38" fmla="*/ 350109 w 604110"/>
                <a:gd name="connsiteY38" fmla="*/ 487376 h 603052"/>
                <a:gd name="connsiteX39" fmla="*/ 399674 w 604110"/>
                <a:gd name="connsiteY39" fmla="*/ 466817 h 603052"/>
                <a:gd name="connsiteX40" fmla="*/ 433037 w 604110"/>
                <a:gd name="connsiteY40" fmla="*/ 471066 h 603052"/>
                <a:gd name="connsiteX41" fmla="*/ 457339 w 604110"/>
                <a:gd name="connsiteY41" fmla="*/ 495325 h 603052"/>
                <a:gd name="connsiteX42" fmla="*/ 496194 w 604110"/>
                <a:gd name="connsiteY42" fmla="*/ 456538 h 603052"/>
                <a:gd name="connsiteX43" fmla="*/ 471892 w 604110"/>
                <a:gd name="connsiteY43" fmla="*/ 432279 h 603052"/>
                <a:gd name="connsiteX44" fmla="*/ 467636 w 604110"/>
                <a:gd name="connsiteY44" fmla="*/ 398974 h 603052"/>
                <a:gd name="connsiteX45" fmla="*/ 488231 w 604110"/>
                <a:gd name="connsiteY45" fmla="*/ 349496 h 603052"/>
                <a:gd name="connsiteX46" fmla="*/ 514866 w 604110"/>
                <a:gd name="connsiteY46" fmla="*/ 328937 h 603052"/>
                <a:gd name="connsiteX47" fmla="*/ 549191 w 604110"/>
                <a:gd name="connsiteY47" fmla="*/ 328937 h 603052"/>
                <a:gd name="connsiteX48" fmla="*/ 549191 w 604110"/>
                <a:gd name="connsiteY48" fmla="*/ 274115 h 603052"/>
                <a:gd name="connsiteX49" fmla="*/ 514866 w 604110"/>
                <a:gd name="connsiteY49" fmla="*/ 274115 h 603052"/>
                <a:gd name="connsiteX50" fmla="*/ 488231 w 604110"/>
                <a:gd name="connsiteY50" fmla="*/ 253556 h 603052"/>
                <a:gd name="connsiteX51" fmla="*/ 467636 w 604110"/>
                <a:gd name="connsiteY51" fmla="*/ 204078 h 603052"/>
                <a:gd name="connsiteX52" fmla="*/ 471892 w 604110"/>
                <a:gd name="connsiteY52" fmla="*/ 170773 h 603052"/>
                <a:gd name="connsiteX53" fmla="*/ 496194 w 604110"/>
                <a:gd name="connsiteY53" fmla="*/ 146514 h 603052"/>
                <a:gd name="connsiteX54" fmla="*/ 457339 w 604110"/>
                <a:gd name="connsiteY54" fmla="*/ 107727 h 603052"/>
                <a:gd name="connsiteX55" fmla="*/ 433037 w 604110"/>
                <a:gd name="connsiteY55" fmla="*/ 131986 h 603052"/>
                <a:gd name="connsiteX56" fmla="*/ 399674 w 604110"/>
                <a:gd name="connsiteY56" fmla="*/ 136235 h 603052"/>
                <a:gd name="connsiteX57" fmla="*/ 350109 w 604110"/>
                <a:gd name="connsiteY57" fmla="*/ 115676 h 603052"/>
                <a:gd name="connsiteX58" fmla="*/ 329515 w 604110"/>
                <a:gd name="connsiteY58" fmla="*/ 89087 h 603052"/>
                <a:gd name="connsiteX59" fmla="*/ 329515 w 604110"/>
                <a:gd name="connsiteY59" fmla="*/ 54823 h 603052"/>
                <a:gd name="connsiteX60" fmla="*/ 247136 w 604110"/>
                <a:gd name="connsiteY60" fmla="*/ 0 h 603052"/>
                <a:gd name="connsiteX61" fmla="*/ 356974 w 604110"/>
                <a:gd name="connsiteY61" fmla="*/ 0 h 603052"/>
                <a:gd name="connsiteX62" fmla="*/ 384434 w 604110"/>
                <a:gd name="connsiteY62" fmla="*/ 27411 h 603052"/>
                <a:gd name="connsiteX63" fmla="*/ 384434 w 604110"/>
                <a:gd name="connsiteY63" fmla="*/ 68940 h 603052"/>
                <a:gd name="connsiteX64" fmla="*/ 408598 w 604110"/>
                <a:gd name="connsiteY64" fmla="*/ 78945 h 603052"/>
                <a:gd name="connsiteX65" fmla="*/ 437980 w 604110"/>
                <a:gd name="connsiteY65" fmla="*/ 49615 h 603052"/>
                <a:gd name="connsiteX66" fmla="*/ 457339 w 604110"/>
                <a:gd name="connsiteY66" fmla="*/ 41528 h 603052"/>
                <a:gd name="connsiteX67" fmla="*/ 476835 w 604110"/>
                <a:gd name="connsiteY67" fmla="*/ 49615 h 603052"/>
                <a:gd name="connsiteX68" fmla="*/ 554408 w 604110"/>
                <a:gd name="connsiteY68" fmla="*/ 127052 h 603052"/>
                <a:gd name="connsiteX69" fmla="*/ 554408 w 604110"/>
                <a:gd name="connsiteY69" fmla="*/ 165839 h 603052"/>
                <a:gd name="connsiteX70" fmla="*/ 525026 w 604110"/>
                <a:gd name="connsiteY70" fmla="*/ 195170 h 603052"/>
                <a:gd name="connsiteX71" fmla="*/ 535049 w 604110"/>
                <a:gd name="connsiteY71" fmla="*/ 219292 h 603052"/>
                <a:gd name="connsiteX72" fmla="*/ 576650 w 604110"/>
                <a:gd name="connsiteY72" fmla="*/ 219292 h 603052"/>
                <a:gd name="connsiteX73" fmla="*/ 604110 w 604110"/>
                <a:gd name="connsiteY73" fmla="*/ 246703 h 603052"/>
                <a:gd name="connsiteX74" fmla="*/ 604110 w 604110"/>
                <a:gd name="connsiteY74" fmla="*/ 356349 h 603052"/>
                <a:gd name="connsiteX75" fmla="*/ 576650 w 604110"/>
                <a:gd name="connsiteY75" fmla="*/ 383760 h 603052"/>
                <a:gd name="connsiteX76" fmla="*/ 535187 w 604110"/>
                <a:gd name="connsiteY76" fmla="*/ 383760 h 603052"/>
                <a:gd name="connsiteX77" fmla="*/ 525026 w 604110"/>
                <a:gd name="connsiteY77" fmla="*/ 407882 h 603052"/>
                <a:gd name="connsiteX78" fmla="*/ 554408 w 604110"/>
                <a:gd name="connsiteY78" fmla="*/ 437213 h 603052"/>
                <a:gd name="connsiteX79" fmla="*/ 554408 w 604110"/>
                <a:gd name="connsiteY79" fmla="*/ 476000 h 603052"/>
                <a:gd name="connsiteX80" fmla="*/ 476835 w 604110"/>
                <a:gd name="connsiteY80" fmla="*/ 553437 h 603052"/>
                <a:gd name="connsiteX81" fmla="*/ 437980 w 604110"/>
                <a:gd name="connsiteY81" fmla="*/ 553437 h 603052"/>
                <a:gd name="connsiteX82" fmla="*/ 408598 w 604110"/>
                <a:gd name="connsiteY82" fmla="*/ 524107 h 603052"/>
                <a:gd name="connsiteX83" fmla="*/ 384434 w 604110"/>
                <a:gd name="connsiteY83" fmla="*/ 534112 h 603052"/>
                <a:gd name="connsiteX84" fmla="*/ 384434 w 604110"/>
                <a:gd name="connsiteY84" fmla="*/ 575641 h 603052"/>
                <a:gd name="connsiteX85" fmla="*/ 356974 w 604110"/>
                <a:gd name="connsiteY85" fmla="*/ 603052 h 603052"/>
                <a:gd name="connsiteX86" fmla="*/ 247136 w 604110"/>
                <a:gd name="connsiteY86" fmla="*/ 603052 h 603052"/>
                <a:gd name="connsiteX87" fmla="*/ 219676 w 604110"/>
                <a:gd name="connsiteY87" fmla="*/ 575641 h 603052"/>
                <a:gd name="connsiteX88" fmla="*/ 219676 w 604110"/>
                <a:gd name="connsiteY88" fmla="*/ 534112 h 603052"/>
                <a:gd name="connsiteX89" fmla="*/ 195512 w 604110"/>
                <a:gd name="connsiteY89" fmla="*/ 524107 h 603052"/>
                <a:gd name="connsiteX90" fmla="*/ 166130 w 604110"/>
                <a:gd name="connsiteY90" fmla="*/ 553437 h 603052"/>
                <a:gd name="connsiteX91" fmla="*/ 127275 w 604110"/>
                <a:gd name="connsiteY91" fmla="*/ 553437 h 603052"/>
                <a:gd name="connsiteX92" fmla="*/ 49702 w 604110"/>
                <a:gd name="connsiteY92" fmla="*/ 476000 h 603052"/>
                <a:gd name="connsiteX93" fmla="*/ 41601 w 604110"/>
                <a:gd name="connsiteY93" fmla="*/ 456538 h 603052"/>
                <a:gd name="connsiteX94" fmla="*/ 49702 w 604110"/>
                <a:gd name="connsiteY94" fmla="*/ 437213 h 603052"/>
                <a:gd name="connsiteX95" fmla="*/ 79083 w 604110"/>
                <a:gd name="connsiteY95" fmla="*/ 407882 h 603052"/>
                <a:gd name="connsiteX96" fmla="*/ 69061 w 604110"/>
                <a:gd name="connsiteY96" fmla="*/ 383760 h 603052"/>
                <a:gd name="connsiteX97" fmla="*/ 27460 w 604110"/>
                <a:gd name="connsiteY97" fmla="*/ 383760 h 603052"/>
                <a:gd name="connsiteX98" fmla="*/ 0 w 604110"/>
                <a:gd name="connsiteY98" fmla="*/ 356349 h 603052"/>
                <a:gd name="connsiteX99" fmla="*/ 0 w 604110"/>
                <a:gd name="connsiteY99" fmla="*/ 246703 h 603052"/>
                <a:gd name="connsiteX100" fmla="*/ 27460 w 604110"/>
                <a:gd name="connsiteY100" fmla="*/ 219292 h 603052"/>
                <a:gd name="connsiteX101" fmla="*/ 69061 w 604110"/>
                <a:gd name="connsiteY101" fmla="*/ 219292 h 603052"/>
                <a:gd name="connsiteX102" fmla="*/ 79083 w 604110"/>
                <a:gd name="connsiteY102" fmla="*/ 195170 h 603052"/>
                <a:gd name="connsiteX103" fmla="*/ 49702 w 604110"/>
                <a:gd name="connsiteY103" fmla="*/ 165839 h 603052"/>
                <a:gd name="connsiteX104" fmla="*/ 49702 w 604110"/>
                <a:gd name="connsiteY104" fmla="*/ 127052 h 603052"/>
                <a:gd name="connsiteX105" fmla="*/ 127275 w 604110"/>
                <a:gd name="connsiteY105" fmla="*/ 49615 h 603052"/>
                <a:gd name="connsiteX106" fmla="*/ 166130 w 604110"/>
                <a:gd name="connsiteY106" fmla="*/ 49615 h 603052"/>
                <a:gd name="connsiteX107" fmla="*/ 195512 w 604110"/>
                <a:gd name="connsiteY107" fmla="*/ 78945 h 603052"/>
                <a:gd name="connsiteX108" fmla="*/ 219676 w 604110"/>
                <a:gd name="connsiteY108" fmla="*/ 68940 h 603052"/>
                <a:gd name="connsiteX109" fmla="*/ 219676 w 604110"/>
                <a:gd name="connsiteY109" fmla="*/ 27411 h 603052"/>
                <a:gd name="connsiteX110" fmla="*/ 247136 w 604110"/>
                <a:gd name="connsiteY110" fmla="*/ 0 h 603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604110" h="603052">
                  <a:moveTo>
                    <a:pt x="360585" y="233916"/>
                  </a:moveTo>
                  <a:cubicBezTo>
                    <a:pt x="367621" y="233916"/>
                    <a:pt x="374658" y="236588"/>
                    <a:pt x="380012" y="241933"/>
                  </a:cubicBezTo>
                  <a:cubicBezTo>
                    <a:pt x="390721" y="252623"/>
                    <a:pt x="390721" y="270028"/>
                    <a:pt x="380012" y="280718"/>
                  </a:cubicBezTo>
                  <a:lnTo>
                    <a:pt x="297635" y="362947"/>
                  </a:lnTo>
                  <a:cubicBezTo>
                    <a:pt x="292281" y="368292"/>
                    <a:pt x="285279" y="371033"/>
                    <a:pt x="278277" y="371033"/>
                  </a:cubicBezTo>
                  <a:cubicBezTo>
                    <a:pt x="271137" y="371033"/>
                    <a:pt x="264135" y="368292"/>
                    <a:pt x="258781" y="362947"/>
                  </a:cubicBezTo>
                  <a:lnTo>
                    <a:pt x="222260" y="326355"/>
                  </a:lnTo>
                  <a:cubicBezTo>
                    <a:pt x="211414" y="315665"/>
                    <a:pt x="211414" y="298397"/>
                    <a:pt x="222260" y="287707"/>
                  </a:cubicBezTo>
                  <a:cubicBezTo>
                    <a:pt x="232969" y="276880"/>
                    <a:pt x="250268" y="276880"/>
                    <a:pt x="260977" y="287707"/>
                  </a:cubicBezTo>
                  <a:lnTo>
                    <a:pt x="278277" y="304838"/>
                  </a:lnTo>
                  <a:lnTo>
                    <a:pt x="341158" y="241933"/>
                  </a:lnTo>
                  <a:cubicBezTo>
                    <a:pt x="346512" y="236588"/>
                    <a:pt x="353549" y="233916"/>
                    <a:pt x="360585" y="233916"/>
                  </a:cubicBezTo>
                  <a:close/>
                  <a:moveTo>
                    <a:pt x="274595" y="54823"/>
                  </a:moveTo>
                  <a:lnTo>
                    <a:pt x="274595" y="89087"/>
                  </a:lnTo>
                  <a:cubicBezTo>
                    <a:pt x="274595" y="101696"/>
                    <a:pt x="266083" y="112524"/>
                    <a:pt x="254001" y="115676"/>
                  </a:cubicBezTo>
                  <a:cubicBezTo>
                    <a:pt x="236701" y="120199"/>
                    <a:pt x="219951" y="127052"/>
                    <a:pt x="204436" y="136235"/>
                  </a:cubicBezTo>
                  <a:cubicBezTo>
                    <a:pt x="193590" y="142540"/>
                    <a:pt x="179860" y="140895"/>
                    <a:pt x="171073" y="131986"/>
                  </a:cubicBezTo>
                  <a:lnTo>
                    <a:pt x="146771" y="107727"/>
                  </a:lnTo>
                  <a:lnTo>
                    <a:pt x="107916" y="146514"/>
                  </a:lnTo>
                  <a:lnTo>
                    <a:pt x="132218" y="170773"/>
                  </a:lnTo>
                  <a:cubicBezTo>
                    <a:pt x="141142" y="179545"/>
                    <a:pt x="142790" y="193251"/>
                    <a:pt x="136474" y="204078"/>
                  </a:cubicBezTo>
                  <a:cubicBezTo>
                    <a:pt x="127275" y="219566"/>
                    <a:pt x="120410" y="236287"/>
                    <a:pt x="115879" y="253556"/>
                  </a:cubicBezTo>
                  <a:cubicBezTo>
                    <a:pt x="112721" y="265617"/>
                    <a:pt x="101875" y="274115"/>
                    <a:pt x="89244" y="274115"/>
                  </a:cubicBezTo>
                  <a:lnTo>
                    <a:pt x="54919" y="274115"/>
                  </a:lnTo>
                  <a:lnTo>
                    <a:pt x="54919" y="328937"/>
                  </a:lnTo>
                  <a:lnTo>
                    <a:pt x="89244" y="328937"/>
                  </a:lnTo>
                  <a:cubicBezTo>
                    <a:pt x="101875" y="328937"/>
                    <a:pt x="112721" y="337435"/>
                    <a:pt x="115879" y="349496"/>
                  </a:cubicBezTo>
                  <a:cubicBezTo>
                    <a:pt x="120410" y="366765"/>
                    <a:pt x="127275" y="383486"/>
                    <a:pt x="136474" y="398974"/>
                  </a:cubicBezTo>
                  <a:cubicBezTo>
                    <a:pt x="142790" y="409801"/>
                    <a:pt x="141142" y="423507"/>
                    <a:pt x="132218" y="432279"/>
                  </a:cubicBezTo>
                  <a:lnTo>
                    <a:pt x="107916" y="456538"/>
                  </a:lnTo>
                  <a:lnTo>
                    <a:pt x="146771" y="495325"/>
                  </a:lnTo>
                  <a:lnTo>
                    <a:pt x="171073" y="471066"/>
                  </a:lnTo>
                  <a:cubicBezTo>
                    <a:pt x="179860" y="462157"/>
                    <a:pt x="193590" y="460512"/>
                    <a:pt x="204436" y="466817"/>
                  </a:cubicBezTo>
                  <a:cubicBezTo>
                    <a:pt x="219951" y="476000"/>
                    <a:pt x="236701" y="482853"/>
                    <a:pt x="254001" y="487376"/>
                  </a:cubicBezTo>
                  <a:cubicBezTo>
                    <a:pt x="266083" y="490528"/>
                    <a:pt x="274595" y="501356"/>
                    <a:pt x="274595" y="513965"/>
                  </a:cubicBezTo>
                  <a:lnTo>
                    <a:pt x="274595" y="548229"/>
                  </a:lnTo>
                  <a:lnTo>
                    <a:pt x="329515" y="548229"/>
                  </a:lnTo>
                  <a:lnTo>
                    <a:pt x="329515" y="513965"/>
                  </a:lnTo>
                  <a:cubicBezTo>
                    <a:pt x="329515" y="501356"/>
                    <a:pt x="338027" y="490528"/>
                    <a:pt x="350109" y="487376"/>
                  </a:cubicBezTo>
                  <a:cubicBezTo>
                    <a:pt x="367409" y="482853"/>
                    <a:pt x="384159" y="476000"/>
                    <a:pt x="399674" y="466817"/>
                  </a:cubicBezTo>
                  <a:cubicBezTo>
                    <a:pt x="410520" y="460512"/>
                    <a:pt x="424250" y="462157"/>
                    <a:pt x="433037" y="471066"/>
                  </a:cubicBezTo>
                  <a:lnTo>
                    <a:pt x="457339" y="495325"/>
                  </a:lnTo>
                  <a:lnTo>
                    <a:pt x="496194" y="456538"/>
                  </a:lnTo>
                  <a:lnTo>
                    <a:pt x="471892" y="432279"/>
                  </a:lnTo>
                  <a:cubicBezTo>
                    <a:pt x="462968" y="423507"/>
                    <a:pt x="461320" y="409801"/>
                    <a:pt x="467636" y="398974"/>
                  </a:cubicBezTo>
                  <a:cubicBezTo>
                    <a:pt x="476835" y="383486"/>
                    <a:pt x="483700" y="366765"/>
                    <a:pt x="488231" y="349496"/>
                  </a:cubicBezTo>
                  <a:cubicBezTo>
                    <a:pt x="491389" y="337435"/>
                    <a:pt x="502235" y="328937"/>
                    <a:pt x="514866" y="328937"/>
                  </a:cubicBezTo>
                  <a:lnTo>
                    <a:pt x="549191" y="328937"/>
                  </a:lnTo>
                  <a:lnTo>
                    <a:pt x="549191" y="274115"/>
                  </a:lnTo>
                  <a:lnTo>
                    <a:pt x="514866" y="274115"/>
                  </a:lnTo>
                  <a:cubicBezTo>
                    <a:pt x="502235" y="274115"/>
                    <a:pt x="491389" y="265617"/>
                    <a:pt x="488231" y="253556"/>
                  </a:cubicBezTo>
                  <a:cubicBezTo>
                    <a:pt x="483700" y="236287"/>
                    <a:pt x="476835" y="219566"/>
                    <a:pt x="467636" y="204078"/>
                  </a:cubicBezTo>
                  <a:cubicBezTo>
                    <a:pt x="461320" y="193251"/>
                    <a:pt x="462968" y="179545"/>
                    <a:pt x="471892" y="170773"/>
                  </a:cubicBezTo>
                  <a:lnTo>
                    <a:pt x="496194" y="146514"/>
                  </a:lnTo>
                  <a:lnTo>
                    <a:pt x="457339" y="107727"/>
                  </a:lnTo>
                  <a:lnTo>
                    <a:pt x="433037" y="131986"/>
                  </a:lnTo>
                  <a:cubicBezTo>
                    <a:pt x="424250" y="140895"/>
                    <a:pt x="410520" y="142540"/>
                    <a:pt x="399674" y="136235"/>
                  </a:cubicBezTo>
                  <a:cubicBezTo>
                    <a:pt x="384159" y="127052"/>
                    <a:pt x="367409" y="120199"/>
                    <a:pt x="350109" y="115676"/>
                  </a:cubicBezTo>
                  <a:cubicBezTo>
                    <a:pt x="338027" y="112524"/>
                    <a:pt x="329515" y="101696"/>
                    <a:pt x="329515" y="89087"/>
                  </a:cubicBezTo>
                  <a:lnTo>
                    <a:pt x="329515" y="54823"/>
                  </a:lnTo>
                  <a:close/>
                  <a:moveTo>
                    <a:pt x="247136" y="0"/>
                  </a:moveTo>
                  <a:lnTo>
                    <a:pt x="356974" y="0"/>
                  </a:lnTo>
                  <a:cubicBezTo>
                    <a:pt x="372077" y="0"/>
                    <a:pt x="384434" y="12335"/>
                    <a:pt x="384434" y="27411"/>
                  </a:cubicBezTo>
                  <a:lnTo>
                    <a:pt x="384434" y="68940"/>
                  </a:lnTo>
                  <a:cubicBezTo>
                    <a:pt x="392672" y="71818"/>
                    <a:pt x="400772" y="75107"/>
                    <a:pt x="408598" y="78945"/>
                  </a:cubicBezTo>
                  <a:lnTo>
                    <a:pt x="437980" y="49615"/>
                  </a:lnTo>
                  <a:cubicBezTo>
                    <a:pt x="443060" y="44407"/>
                    <a:pt x="450062" y="41528"/>
                    <a:pt x="457339" y="41528"/>
                  </a:cubicBezTo>
                  <a:cubicBezTo>
                    <a:pt x="464616" y="41528"/>
                    <a:pt x="471618" y="44407"/>
                    <a:pt x="476835" y="49615"/>
                  </a:cubicBezTo>
                  <a:lnTo>
                    <a:pt x="554408" y="127052"/>
                  </a:lnTo>
                  <a:cubicBezTo>
                    <a:pt x="565255" y="137743"/>
                    <a:pt x="565255" y="155149"/>
                    <a:pt x="554408" y="165839"/>
                  </a:cubicBezTo>
                  <a:lnTo>
                    <a:pt x="525026" y="195170"/>
                  </a:lnTo>
                  <a:cubicBezTo>
                    <a:pt x="528871" y="202982"/>
                    <a:pt x="532166" y="211068"/>
                    <a:pt x="535049" y="219292"/>
                  </a:cubicBezTo>
                  <a:lnTo>
                    <a:pt x="576650" y="219292"/>
                  </a:lnTo>
                  <a:cubicBezTo>
                    <a:pt x="591753" y="219292"/>
                    <a:pt x="604110" y="231627"/>
                    <a:pt x="604110" y="246703"/>
                  </a:cubicBezTo>
                  <a:lnTo>
                    <a:pt x="604110" y="356349"/>
                  </a:lnTo>
                  <a:cubicBezTo>
                    <a:pt x="604110" y="371425"/>
                    <a:pt x="591753" y="383760"/>
                    <a:pt x="576650" y="383760"/>
                  </a:cubicBezTo>
                  <a:lnTo>
                    <a:pt x="535187" y="383760"/>
                  </a:lnTo>
                  <a:cubicBezTo>
                    <a:pt x="532166" y="391984"/>
                    <a:pt x="528871" y="400070"/>
                    <a:pt x="525026" y="407882"/>
                  </a:cubicBezTo>
                  <a:lnTo>
                    <a:pt x="554408" y="437213"/>
                  </a:lnTo>
                  <a:cubicBezTo>
                    <a:pt x="565255" y="447903"/>
                    <a:pt x="565255" y="465309"/>
                    <a:pt x="554408" y="476000"/>
                  </a:cubicBezTo>
                  <a:lnTo>
                    <a:pt x="476835" y="553437"/>
                  </a:lnTo>
                  <a:cubicBezTo>
                    <a:pt x="466126" y="564265"/>
                    <a:pt x="448689" y="564265"/>
                    <a:pt x="437980" y="553437"/>
                  </a:cubicBezTo>
                  <a:lnTo>
                    <a:pt x="408598" y="524107"/>
                  </a:lnTo>
                  <a:cubicBezTo>
                    <a:pt x="400772" y="527945"/>
                    <a:pt x="392672" y="531234"/>
                    <a:pt x="384434" y="534112"/>
                  </a:cubicBezTo>
                  <a:lnTo>
                    <a:pt x="384434" y="575641"/>
                  </a:lnTo>
                  <a:cubicBezTo>
                    <a:pt x="384434" y="590717"/>
                    <a:pt x="372077" y="603052"/>
                    <a:pt x="356974" y="603052"/>
                  </a:cubicBezTo>
                  <a:lnTo>
                    <a:pt x="247136" y="603052"/>
                  </a:lnTo>
                  <a:cubicBezTo>
                    <a:pt x="232033" y="603052"/>
                    <a:pt x="219676" y="590717"/>
                    <a:pt x="219676" y="575641"/>
                  </a:cubicBezTo>
                  <a:lnTo>
                    <a:pt x="219676" y="534112"/>
                  </a:lnTo>
                  <a:cubicBezTo>
                    <a:pt x="211438" y="531234"/>
                    <a:pt x="203338" y="527945"/>
                    <a:pt x="195512" y="524107"/>
                  </a:cubicBezTo>
                  <a:lnTo>
                    <a:pt x="166130" y="553437"/>
                  </a:lnTo>
                  <a:cubicBezTo>
                    <a:pt x="155421" y="564265"/>
                    <a:pt x="137984" y="564265"/>
                    <a:pt x="127275" y="553437"/>
                  </a:cubicBezTo>
                  <a:lnTo>
                    <a:pt x="49702" y="476000"/>
                  </a:lnTo>
                  <a:cubicBezTo>
                    <a:pt x="44484" y="470792"/>
                    <a:pt x="41601" y="463802"/>
                    <a:pt x="41601" y="456538"/>
                  </a:cubicBezTo>
                  <a:cubicBezTo>
                    <a:pt x="41601" y="449274"/>
                    <a:pt x="44484" y="442284"/>
                    <a:pt x="49702" y="437213"/>
                  </a:cubicBezTo>
                  <a:lnTo>
                    <a:pt x="79083" y="407882"/>
                  </a:lnTo>
                  <a:cubicBezTo>
                    <a:pt x="75239" y="400070"/>
                    <a:pt x="71944" y="391984"/>
                    <a:pt x="69061" y="383760"/>
                  </a:cubicBezTo>
                  <a:lnTo>
                    <a:pt x="27460" y="383760"/>
                  </a:lnTo>
                  <a:cubicBezTo>
                    <a:pt x="12357" y="383760"/>
                    <a:pt x="0" y="371425"/>
                    <a:pt x="0" y="356349"/>
                  </a:cubicBezTo>
                  <a:lnTo>
                    <a:pt x="0" y="246703"/>
                  </a:lnTo>
                  <a:cubicBezTo>
                    <a:pt x="0" y="231627"/>
                    <a:pt x="12357" y="219292"/>
                    <a:pt x="27460" y="219292"/>
                  </a:cubicBezTo>
                  <a:lnTo>
                    <a:pt x="69061" y="219292"/>
                  </a:lnTo>
                  <a:cubicBezTo>
                    <a:pt x="71944" y="211068"/>
                    <a:pt x="75239" y="202982"/>
                    <a:pt x="79083" y="195170"/>
                  </a:cubicBezTo>
                  <a:lnTo>
                    <a:pt x="49702" y="165839"/>
                  </a:lnTo>
                  <a:cubicBezTo>
                    <a:pt x="38855" y="155149"/>
                    <a:pt x="38855" y="137743"/>
                    <a:pt x="49702" y="127052"/>
                  </a:cubicBezTo>
                  <a:lnTo>
                    <a:pt x="127275" y="49615"/>
                  </a:lnTo>
                  <a:cubicBezTo>
                    <a:pt x="137984" y="38787"/>
                    <a:pt x="155421" y="38787"/>
                    <a:pt x="166130" y="49615"/>
                  </a:cubicBezTo>
                  <a:lnTo>
                    <a:pt x="195512" y="78945"/>
                  </a:lnTo>
                  <a:cubicBezTo>
                    <a:pt x="203338" y="75107"/>
                    <a:pt x="211438" y="71818"/>
                    <a:pt x="219676" y="68940"/>
                  </a:cubicBezTo>
                  <a:lnTo>
                    <a:pt x="219676" y="27411"/>
                  </a:lnTo>
                  <a:cubicBezTo>
                    <a:pt x="219676" y="12335"/>
                    <a:pt x="232033" y="0"/>
                    <a:pt x="247136" y="0"/>
                  </a:cubicBez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a:ea typeface="微软雅黑"/>
                <a:sym typeface="微软雅黑"/>
              </a:endParaRPr>
            </a:p>
          </p:txBody>
        </p:sp>
      </p:grpSp>
      <p:sp>
        <p:nvSpPr>
          <p:cNvPr id="28" name="îšḻiḑè">
            <a:extLst>
              <a:ext uri="{FF2B5EF4-FFF2-40B4-BE49-F238E27FC236}">
                <a16:creationId xmlns:a16="http://schemas.microsoft.com/office/drawing/2014/main" id="{B6D95A09-1C38-4B56-A5A4-0DFCDB3E804C}"/>
              </a:ext>
            </a:extLst>
          </p:cNvPr>
          <p:cNvSpPr txBox="1"/>
          <p:nvPr/>
        </p:nvSpPr>
        <p:spPr bwMode="auto">
          <a:xfrm>
            <a:off x="2676000" y="4327109"/>
            <a:ext cx="2026019"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ormAutofit fontScale="77500" lnSpcReduction="2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spcBef>
                <a:spcPct val="0"/>
              </a:spcBef>
            </a:pPr>
            <a:r>
              <a:rPr lang="en-US" altLang="zh-CN">
                <a:solidFill>
                  <a:schemeClr val="dk1">
                    <a:lumMod val="100000"/>
                  </a:schemeClr>
                </a:solidFill>
                <a:latin typeface="微软雅黑"/>
                <a:ea typeface="微软雅黑"/>
                <a:cs typeface="OPPOSans B" panose="00020600040101010101" pitchFamily="18" charset="-122"/>
                <a:sym typeface="微软雅黑"/>
              </a:rPr>
              <a:t>6.2</a:t>
            </a:r>
          </a:p>
          <a:p>
            <a:pPr algn="ctr">
              <a:spcBef>
                <a:spcPct val="0"/>
              </a:spcBef>
            </a:pPr>
            <a:r>
              <a:rPr lang="zh-CN" altLang="en-US">
                <a:solidFill>
                  <a:schemeClr val="dk1">
                    <a:lumMod val="100000"/>
                  </a:schemeClr>
                </a:solidFill>
                <a:latin typeface="微软雅黑"/>
                <a:ea typeface="微软雅黑"/>
                <a:cs typeface="OPPOSans B" panose="00020600040101010101" pitchFamily="18" charset="-122"/>
                <a:sym typeface="微软雅黑"/>
              </a:rPr>
              <a:t>产生极快速度的节奏</a:t>
            </a:r>
          </a:p>
        </p:txBody>
      </p:sp>
      <p:sp>
        <p:nvSpPr>
          <p:cNvPr id="29" name="ïś1ïḋê">
            <a:extLst>
              <a:ext uri="{FF2B5EF4-FFF2-40B4-BE49-F238E27FC236}">
                <a16:creationId xmlns:a16="http://schemas.microsoft.com/office/drawing/2014/main" id="{8C6AF68C-A17B-4041-9EA2-A8F7990A8D26}"/>
              </a:ext>
            </a:extLst>
          </p:cNvPr>
          <p:cNvSpPr/>
          <p:nvPr/>
        </p:nvSpPr>
        <p:spPr bwMode="auto">
          <a:xfrm>
            <a:off x="2850811" y="4768913"/>
            <a:ext cx="1676395" cy="86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p>
            <a:pPr algn="ctr" defTabSz="913765">
              <a:lnSpc>
                <a:spcPct val="130000"/>
              </a:lnSpc>
            </a:pPr>
            <a:r>
              <a:rPr lang="zh-CN" altLang="en-US" sz="800">
                <a:solidFill>
                  <a:schemeClr val="tx1">
                    <a:lumMod val="50000"/>
                    <a:lumOff val="50000"/>
                  </a:schemeClr>
                </a:solidFill>
                <a:latin typeface="微软雅黑"/>
                <a:ea typeface="微软雅黑"/>
                <a:sym typeface="微软雅黑"/>
              </a:rPr>
              <a:t>甩镜头所产生的效果是极快速度的节奏</a:t>
            </a:r>
            <a:r>
              <a:rPr lang="en-US" altLang="zh-CN" sz="800">
                <a:solidFill>
                  <a:schemeClr val="tx1">
                    <a:lumMod val="50000"/>
                    <a:lumOff val="50000"/>
                  </a:schemeClr>
                </a:solidFill>
                <a:latin typeface="微软雅黑"/>
                <a:ea typeface="微软雅黑"/>
                <a:sym typeface="微软雅黑"/>
              </a:rPr>
              <a:t>,</a:t>
            </a:r>
            <a:r>
              <a:rPr lang="zh-CN" altLang="en-US" sz="800">
                <a:solidFill>
                  <a:schemeClr val="tx1">
                    <a:lumMod val="50000"/>
                    <a:lumOff val="50000"/>
                  </a:schemeClr>
                </a:solidFill>
                <a:latin typeface="微软雅黑"/>
                <a:ea typeface="微软雅黑"/>
                <a:sym typeface="微软雅黑"/>
              </a:rPr>
              <a:t>可以造成突然的过渡。剪辑的时候</a:t>
            </a:r>
            <a:r>
              <a:rPr lang="en-US" altLang="zh-CN" sz="800">
                <a:solidFill>
                  <a:schemeClr val="tx1">
                    <a:lumMod val="50000"/>
                    <a:lumOff val="50000"/>
                  </a:schemeClr>
                </a:solidFill>
                <a:latin typeface="微软雅黑"/>
                <a:ea typeface="微软雅黑"/>
                <a:sym typeface="微软雅黑"/>
              </a:rPr>
              <a:t>,</a:t>
            </a:r>
            <a:r>
              <a:rPr lang="zh-CN" altLang="en-US" sz="800">
                <a:solidFill>
                  <a:schemeClr val="tx1">
                    <a:lumMod val="50000"/>
                    <a:lumOff val="50000"/>
                  </a:schemeClr>
                </a:solidFill>
                <a:latin typeface="微软雅黑"/>
                <a:ea typeface="微软雅黑"/>
                <a:sym typeface="微软雅黑"/>
              </a:rPr>
              <a:t>对于甩的方向、速度和快慢、过程的长度</a:t>
            </a:r>
            <a:r>
              <a:rPr lang="en-US" altLang="zh-CN" sz="800">
                <a:solidFill>
                  <a:schemeClr val="tx1">
                    <a:lumMod val="50000"/>
                    <a:lumOff val="50000"/>
                  </a:schemeClr>
                </a:solidFill>
                <a:latin typeface="微软雅黑"/>
                <a:ea typeface="微软雅黑"/>
                <a:sym typeface="微软雅黑"/>
              </a:rPr>
              <a:t>,</a:t>
            </a:r>
            <a:r>
              <a:rPr lang="zh-CN" altLang="en-US" sz="800">
                <a:solidFill>
                  <a:schemeClr val="tx1">
                    <a:lumMod val="50000"/>
                    <a:lumOff val="50000"/>
                  </a:schemeClr>
                </a:solidFill>
                <a:latin typeface="微软雅黑"/>
                <a:ea typeface="微软雅黑"/>
                <a:sym typeface="微软雅黑"/>
              </a:rPr>
              <a:t>应该与前后镜头的动作以及其方向、速度相适应。</a:t>
            </a:r>
          </a:p>
        </p:txBody>
      </p:sp>
      <p:sp>
        <p:nvSpPr>
          <p:cNvPr id="30" name="iṡļïdê">
            <a:extLst>
              <a:ext uri="{FF2B5EF4-FFF2-40B4-BE49-F238E27FC236}">
                <a16:creationId xmlns:a16="http://schemas.microsoft.com/office/drawing/2014/main" id="{53A4E88E-C989-4A61-AA9D-CCFE153CD081}"/>
              </a:ext>
            </a:extLst>
          </p:cNvPr>
          <p:cNvSpPr/>
          <p:nvPr/>
        </p:nvSpPr>
        <p:spPr>
          <a:xfrm>
            <a:off x="5319125" y="3411758"/>
            <a:ext cx="745568" cy="745567"/>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en-US">
              <a:latin typeface="微软雅黑"/>
              <a:ea typeface="微软雅黑"/>
              <a:sym typeface="微软雅黑"/>
            </a:endParaRPr>
          </a:p>
        </p:txBody>
      </p:sp>
      <p:sp>
        <p:nvSpPr>
          <p:cNvPr id="31" name="iślíďe">
            <a:extLst>
              <a:ext uri="{FF2B5EF4-FFF2-40B4-BE49-F238E27FC236}">
                <a16:creationId xmlns:a16="http://schemas.microsoft.com/office/drawing/2014/main" id="{14604BEF-2B61-4ACF-A5EF-C923526ABDE0}"/>
              </a:ext>
            </a:extLst>
          </p:cNvPr>
          <p:cNvSpPr/>
          <p:nvPr/>
        </p:nvSpPr>
        <p:spPr bwMode="auto">
          <a:xfrm>
            <a:off x="5513011" y="3605478"/>
            <a:ext cx="357799" cy="358133"/>
          </a:xfrm>
          <a:custGeom>
            <a:avLst/>
            <a:gdLst>
              <a:gd name="connsiteX0" fmla="*/ 30698 w 606862"/>
              <a:gd name="connsiteY0" fmla="*/ 546106 h 607427"/>
              <a:gd name="connsiteX1" fmla="*/ 576164 w 606862"/>
              <a:gd name="connsiteY1" fmla="*/ 546106 h 607427"/>
              <a:gd name="connsiteX2" fmla="*/ 606862 w 606862"/>
              <a:gd name="connsiteY2" fmla="*/ 576767 h 607427"/>
              <a:gd name="connsiteX3" fmla="*/ 576164 w 606862"/>
              <a:gd name="connsiteY3" fmla="*/ 607427 h 607427"/>
              <a:gd name="connsiteX4" fmla="*/ 30698 w 606862"/>
              <a:gd name="connsiteY4" fmla="*/ 607427 h 607427"/>
              <a:gd name="connsiteX5" fmla="*/ 0 w 606862"/>
              <a:gd name="connsiteY5" fmla="*/ 576767 h 607427"/>
              <a:gd name="connsiteX6" fmla="*/ 30698 w 606862"/>
              <a:gd name="connsiteY6" fmla="*/ 546106 h 607427"/>
              <a:gd name="connsiteX7" fmla="*/ 198504 w 606862"/>
              <a:gd name="connsiteY7" fmla="*/ 351416 h 607427"/>
              <a:gd name="connsiteX8" fmla="*/ 270873 w 606862"/>
              <a:gd name="connsiteY8" fmla="*/ 351416 h 607427"/>
              <a:gd name="connsiteX9" fmla="*/ 283319 w 606862"/>
              <a:gd name="connsiteY9" fmla="*/ 363842 h 607427"/>
              <a:gd name="connsiteX10" fmla="*/ 283319 w 606862"/>
              <a:gd name="connsiteY10" fmla="*/ 492893 h 607427"/>
              <a:gd name="connsiteX11" fmla="*/ 270873 w 606862"/>
              <a:gd name="connsiteY11" fmla="*/ 505319 h 607427"/>
              <a:gd name="connsiteX12" fmla="*/ 198504 w 606862"/>
              <a:gd name="connsiteY12" fmla="*/ 505319 h 607427"/>
              <a:gd name="connsiteX13" fmla="*/ 186151 w 606862"/>
              <a:gd name="connsiteY13" fmla="*/ 492893 h 607427"/>
              <a:gd name="connsiteX14" fmla="*/ 186151 w 606862"/>
              <a:gd name="connsiteY14" fmla="*/ 363842 h 607427"/>
              <a:gd name="connsiteX15" fmla="*/ 198504 w 606862"/>
              <a:gd name="connsiteY15" fmla="*/ 351416 h 607427"/>
              <a:gd name="connsiteX16" fmla="*/ 61066 w 606862"/>
              <a:gd name="connsiteY16" fmla="*/ 296728 h 607427"/>
              <a:gd name="connsiteX17" fmla="*/ 133435 w 606862"/>
              <a:gd name="connsiteY17" fmla="*/ 296728 h 607427"/>
              <a:gd name="connsiteX18" fmla="*/ 145788 w 606862"/>
              <a:gd name="connsiteY18" fmla="*/ 309155 h 607427"/>
              <a:gd name="connsiteX19" fmla="*/ 145788 w 606862"/>
              <a:gd name="connsiteY19" fmla="*/ 492892 h 607427"/>
              <a:gd name="connsiteX20" fmla="*/ 133435 w 606862"/>
              <a:gd name="connsiteY20" fmla="*/ 505319 h 607427"/>
              <a:gd name="connsiteX21" fmla="*/ 61066 w 606862"/>
              <a:gd name="connsiteY21" fmla="*/ 505319 h 607427"/>
              <a:gd name="connsiteX22" fmla="*/ 48620 w 606862"/>
              <a:gd name="connsiteY22" fmla="*/ 492892 h 607427"/>
              <a:gd name="connsiteX23" fmla="*/ 48620 w 606862"/>
              <a:gd name="connsiteY23" fmla="*/ 309155 h 607427"/>
              <a:gd name="connsiteX24" fmla="*/ 61066 w 606862"/>
              <a:gd name="connsiteY24" fmla="*/ 296728 h 607427"/>
              <a:gd name="connsiteX25" fmla="*/ 336059 w 606862"/>
              <a:gd name="connsiteY25" fmla="*/ 197654 h 607427"/>
              <a:gd name="connsiteX26" fmla="*/ 408428 w 606862"/>
              <a:gd name="connsiteY26" fmla="*/ 197654 h 607427"/>
              <a:gd name="connsiteX27" fmla="*/ 420781 w 606862"/>
              <a:gd name="connsiteY27" fmla="*/ 210078 h 607427"/>
              <a:gd name="connsiteX28" fmla="*/ 420781 w 606862"/>
              <a:gd name="connsiteY28" fmla="*/ 492895 h 607427"/>
              <a:gd name="connsiteX29" fmla="*/ 408428 w 606862"/>
              <a:gd name="connsiteY29" fmla="*/ 505319 h 607427"/>
              <a:gd name="connsiteX30" fmla="*/ 336059 w 606862"/>
              <a:gd name="connsiteY30" fmla="*/ 505319 h 607427"/>
              <a:gd name="connsiteX31" fmla="*/ 323613 w 606862"/>
              <a:gd name="connsiteY31" fmla="*/ 492895 h 607427"/>
              <a:gd name="connsiteX32" fmla="*/ 323613 w 606862"/>
              <a:gd name="connsiteY32" fmla="*/ 210078 h 607427"/>
              <a:gd name="connsiteX33" fmla="*/ 336059 w 606862"/>
              <a:gd name="connsiteY33" fmla="*/ 197654 h 607427"/>
              <a:gd name="connsiteX34" fmla="*/ 473498 w 606862"/>
              <a:gd name="connsiteY34" fmla="*/ 88277 h 607427"/>
              <a:gd name="connsiteX35" fmla="*/ 545960 w 606862"/>
              <a:gd name="connsiteY35" fmla="*/ 88277 h 607427"/>
              <a:gd name="connsiteX36" fmla="*/ 558313 w 606862"/>
              <a:gd name="connsiteY36" fmla="*/ 100703 h 607427"/>
              <a:gd name="connsiteX37" fmla="*/ 558313 w 606862"/>
              <a:gd name="connsiteY37" fmla="*/ 492893 h 607427"/>
              <a:gd name="connsiteX38" fmla="*/ 545960 w 606862"/>
              <a:gd name="connsiteY38" fmla="*/ 505319 h 607427"/>
              <a:gd name="connsiteX39" fmla="*/ 473498 w 606862"/>
              <a:gd name="connsiteY39" fmla="*/ 505319 h 607427"/>
              <a:gd name="connsiteX40" fmla="*/ 461145 w 606862"/>
              <a:gd name="connsiteY40" fmla="*/ 492893 h 607427"/>
              <a:gd name="connsiteX41" fmla="*/ 461145 w 606862"/>
              <a:gd name="connsiteY41" fmla="*/ 100703 h 607427"/>
              <a:gd name="connsiteX42" fmla="*/ 473498 w 606862"/>
              <a:gd name="connsiteY42" fmla="*/ 88277 h 607427"/>
              <a:gd name="connsiteX43" fmla="*/ 308658 w 606862"/>
              <a:gd name="connsiteY43" fmla="*/ 0 h 607427"/>
              <a:gd name="connsiteX44" fmla="*/ 465470 w 606862"/>
              <a:gd name="connsiteY44" fmla="*/ 276 h 607427"/>
              <a:gd name="connsiteX45" fmla="*/ 469158 w 606862"/>
              <a:gd name="connsiteY45" fmla="*/ 2577 h 607427"/>
              <a:gd name="connsiteX46" fmla="*/ 468697 w 606862"/>
              <a:gd name="connsiteY46" fmla="*/ 6903 h 607427"/>
              <a:gd name="connsiteX47" fmla="*/ 373282 w 606862"/>
              <a:gd name="connsiteY47" fmla="*/ 131166 h 607427"/>
              <a:gd name="connsiteX48" fmla="*/ 369318 w 606862"/>
              <a:gd name="connsiteY48" fmla="*/ 132455 h 607427"/>
              <a:gd name="connsiteX49" fmla="*/ 366644 w 606862"/>
              <a:gd name="connsiteY49" fmla="*/ 129141 h 607427"/>
              <a:gd name="connsiteX50" fmla="*/ 363141 w 606862"/>
              <a:gd name="connsiteY50" fmla="*/ 77411 h 607427"/>
              <a:gd name="connsiteX51" fmla="*/ 249197 w 606862"/>
              <a:gd name="connsiteY51" fmla="*/ 133467 h 607427"/>
              <a:gd name="connsiteX52" fmla="*/ 186786 w 606862"/>
              <a:gd name="connsiteY52" fmla="*/ 238308 h 607427"/>
              <a:gd name="connsiteX53" fmla="*/ 169178 w 606862"/>
              <a:gd name="connsiteY53" fmla="*/ 248249 h 607427"/>
              <a:gd name="connsiteX54" fmla="*/ 161434 w 606862"/>
              <a:gd name="connsiteY54" fmla="*/ 246776 h 607427"/>
              <a:gd name="connsiteX55" fmla="*/ 22875 w 606862"/>
              <a:gd name="connsiteY55" fmla="*/ 189708 h 607427"/>
              <a:gd name="connsiteX56" fmla="*/ 11813 w 606862"/>
              <a:gd name="connsiteY56" fmla="*/ 163014 h 607427"/>
              <a:gd name="connsiteX57" fmla="*/ 38547 w 606862"/>
              <a:gd name="connsiteY57" fmla="*/ 151969 h 607427"/>
              <a:gd name="connsiteX58" fmla="*/ 160696 w 606862"/>
              <a:gd name="connsiteY58" fmla="*/ 202226 h 607427"/>
              <a:gd name="connsiteX59" fmla="*/ 217116 w 606862"/>
              <a:gd name="connsiteY59" fmla="*/ 107326 h 607427"/>
              <a:gd name="connsiteX60" fmla="*/ 225689 w 606862"/>
              <a:gd name="connsiteY60" fmla="*/ 99410 h 607427"/>
              <a:gd name="connsiteX61" fmla="*/ 345072 w 606862"/>
              <a:gd name="connsiteY61" fmla="*/ 40777 h 607427"/>
              <a:gd name="connsiteX62" fmla="*/ 306169 w 606862"/>
              <a:gd name="connsiteY62" fmla="*/ 6443 h 607427"/>
              <a:gd name="connsiteX63" fmla="*/ 305155 w 606862"/>
              <a:gd name="connsiteY63" fmla="*/ 2393 h 607427"/>
              <a:gd name="connsiteX64" fmla="*/ 308658 w 606862"/>
              <a:gd name="connsiteY64" fmla="*/ 0 h 60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06862" h="607427">
                <a:moveTo>
                  <a:pt x="30698" y="546106"/>
                </a:moveTo>
                <a:lnTo>
                  <a:pt x="576164" y="546106"/>
                </a:lnTo>
                <a:cubicBezTo>
                  <a:pt x="593126" y="546106"/>
                  <a:pt x="606862" y="559825"/>
                  <a:pt x="606862" y="576767"/>
                </a:cubicBezTo>
                <a:cubicBezTo>
                  <a:pt x="606862" y="593708"/>
                  <a:pt x="593126" y="607427"/>
                  <a:pt x="576164" y="607427"/>
                </a:cubicBezTo>
                <a:lnTo>
                  <a:pt x="30698" y="607427"/>
                </a:lnTo>
                <a:cubicBezTo>
                  <a:pt x="13736" y="607427"/>
                  <a:pt x="0" y="593708"/>
                  <a:pt x="0" y="576767"/>
                </a:cubicBezTo>
                <a:cubicBezTo>
                  <a:pt x="0" y="559825"/>
                  <a:pt x="13736" y="546106"/>
                  <a:pt x="30698" y="546106"/>
                </a:cubicBezTo>
                <a:close/>
                <a:moveTo>
                  <a:pt x="198504" y="351416"/>
                </a:moveTo>
                <a:lnTo>
                  <a:pt x="270873" y="351416"/>
                </a:lnTo>
                <a:cubicBezTo>
                  <a:pt x="277788" y="351416"/>
                  <a:pt x="283319" y="357031"/>
                  <a:pt x="283319" y="363842"/>
                </a:cubicBezTo>
                <a:lnTo>
                  <a:pt x="283319" y="492893"/>
                </a:lnTo>
                <a:cubicBezTo>
                  <a:pt x="283319" y="499704"/>
                  <a:pt x="277788" y="505319"/>
                  <a:pt x="270873" y="505319"/>
                </a:cubicBezTo>
                <a:lnTo>
                  <a:pt x="198504" y="505319"/>
                </a:lnTo>
                <a:cubicBezTo>
                  <a:pt x="191682" y="505319"/>
                  <a:pt x="186151" y="499704"/>
                  <a:pt x="186151" y="492893"/>
                </a:cubicBezTo>
                <a:lnTo>
                  <a:pt x="186151" y="363842"/>
                </a:lnTo>
                <a:cubicBezTo>
                  <a:pt x="186151" y="357031"/>
                  <a:pt x="191682" y="351416"/>
                  <a:pt x="198504" y="351416"/>
                </a:cubicBezTo>
                <a:close/>
                <a:moveTo>
                  <a:pt x="61066" y="296728"/>
                </a:moveTo>
                <a:lnTo>
                  <a:pt x="133435" y="296728"/>
                </a:lnTo>
                <a:cubicBezTo>
                  <a:pt x="140257" y="296728"/>
                  <a:pt x="145788" y="302343"/>
                  <a:pt x="145788" y="309155"/>
                </a:cubicBezTo>
                <a:lnTo>
                  <a:pt x="145788" y="492892"/>
                </a:lnTo>
                <a:cubicBezTo>
                  <a:pt x="145788" y="499704"/>
                  <a:pt x="140257" y="505319"/>
                  <a:pt x="133435" y="505319"/>
                </a:cubicBezTo>
                <a:lnTo>
                  <a:pt x="61066" y="505319"/>
                </a:lnTo>
                <a:cubicBezTo>
                  <a:pt x="54244" y="505319"/>
                  <a:pt x="48620" y="499704"/>
                  <a:pt x="48620" y="492892"/>
                </a:cubicBezTo>
                <a:lnTo>
                  <a:pt x="48620" y="309155"/>
                </a:lnTo>
                <a:cubicBezTo>
                  <a:pt x="48620" y="302343"/>
                  <a:pt x="54244" y="296728"/>
                  <a:pt x="61066" y="296728"/>
                </a:cubicBezTo>
                <a:close/>
                <a:moveTo>
                  <a:pt x="336059" y="197654"/>
                </a:moveTo>
                <a:lnTo>
                  <a:pt x="408428" y="197654"/>
                </a:lnTo>
                <a:cubicBezTo>
                  <a:pt x="415250" y="197654"/>
                  <a:pt x="420781" y="203268"/>
                  <a:pt x="420781" y="210078"/>
                </a:cubicBezTo>
                <a:lnTo>
                  <a:pt x="420781" y="492895"/>
                </a:lnTo>
                <a:cubicBezTo>
                  <a:pt x="420781" y="499705"/>
                  <a:pt x="415250" y="505319"/>
                  <a:pt x="408428" y="505319"/>
                </a:cubicBezTo>
                <a:lnTo>
                  <a:pt x="336059" y="505319"/>
                </a:lnTo>
                <a:cubicBezTo>
                  <a:pt x="329237" y="505319"/>
                  <a:pt x="323613" y="499705"/>
                  <a:pt x="323613" y="492895"/>
                </a:cubicBezTo>
                <a:lnTo>
                  <a:pt x="323613" y="210078"/>
                </a:lnTo>
                <a:cubicBezTo>
                  <a:pt x="323613" y="203268"/>
                  <a:pt x="329237" y="197654"/>
                  <a:pt x="336059" y="197654"/>
                </a:cubicBezTo>
                <a:close/>
                <a:moveTo>
                  <a:pt x="473498" y="88277"/>
                </a:moveTo>
                <a:lnTo>
                  <a:pt x="545960" y="88277"/>
                </a:lnTo>
                <a:cubicBezTo>
                  <a:pt x="552782" y="88277"/>
                  <a:pt x="558313" y="93800"/>
                  <a:pt x="558313" y="100703"/>
                </a:cubicBezTo>
                <a:lnTo>
                  <a:pt x="558313" y="492893"/>
                </a:lnTo>
                <a:cubicBezTo>
                  <a:pt x="558313" y="499704"/>
                  <a:pt x="552782" y="505319"/>
                  <a:pt x="545960" y="505319"/>
                </a:cubicBezTo>
                <a:lnTo>
                  <a:pt x="473498" y="505319"/>
                </a:lnTo>
                <a:cubicBezTo>
                  <a:pt x="466676" y="505319"/>
                  <a:pt x="461145" y="499704"/>
                  <a:pt x="461145" y="492893"/>
                </a:cubicBezTo>
                <a:lnTo>
                  <a:pt x="461145" y="100703"/>
                </a:lnTo>
                <a:cubicBezTo>
                  <a:pt x="461145" y="93800"/>
                  <a:pt x="466676" y="88277"/>
                  <a:pt x="473498" y="88277"/>
                </a:cubicBezTo>
                <a:close/>
                <a:moveTo>
                  <a:pt x="308658" y="0"/>
                </a:moveTo>
                <a:lnTo>
                  <a:pt x="465470" y="276"/>
                </a:lnTo>
                <a:cubicBezTo>
                  <a:pt x="467037" y="276"/>
                  <a:pt x="468420" y="1197"/>
                  <a:pt x="469158" y="2577"/>
                </a:cubicBezTo>
                <a:cubicBezTo>
                  <a:pt x="469895" y="3958"/>
                  <a:pt x="469711" y="5615"/>
                  <a:pt x="468697" y="6903"/>
                </a:cubicBezTo>
                <a:lnTo>
                  <a:pt x="373282" y="131166"/>
                </a:lnTo>
                <a:cubicBezTo>
                  <a:pt x="372360" y="132363"/>
                  <a:pt x="370701" y="132915"/>
                  <a:pt x="369318" y="132455"/>
                </a:cubicBezTo>
                <a:cubicBezTo>
                  <a:pt x="367843" y="131994"/>
                  <a:pt x="366737" y="130706"/>
                  <a:pt x="366644" y="129141"/>
                </a:cubicBezTo>
                <a:lnTo>
                  <a:pt x="363141" y="77411"/>
                </a:lnTo>
                <a:lnTo>
                  <a:pt x="249197" y="133467"/>
                </a:lnTo>
                <a:lnTo>
                  <a:pt x="186786" y="238308"/>
                </a:lnTo>
                <a:cubicBezTo>
                  <a:pt x="183006" y="244659"/>
                  <a:pt x="176276" y="248249"/>
                  <a:pt x="169178" y="248249"/>
                </a:cubicBezTo>
                <a:cubicBezTo>
                  <a:pt x="166596" y="248249"/>
                  <a:pt x="164015" y="247789"/>
                  <a:pt x="161434" y="246776"/>
                </a:cubicBezTo>
                <a:lnTo>
                  <a:pt x="22875" y="189708"/>
                </a:lnTo>
                <a:cubicBezTo>
                  <a:pt x="12458" y="185381"/>
                  <a:pt x="7480" y="173507"/>
                  <a:pt x="11813" y="163014"/>
                </a:cubicBezTo>
                <a:cubicBezTo>
                  <a:pt x="16053" y="152613"/>
                  <a:pt x="28038" y="147642"/>
                  <a:pt x="38547" y="151969"/>
                </a:cubicBezTo>
                <a:lnTo>
                  <a:pt x="160696" y="202226"/>
                </a:lnTo>
                <a:lnTo>
                  <a:pt x="217116" y="107326"/>
                </a:lnTo>
                <a:cubicBezTo>
                  <a:pt x="219144" y="103920"/>
                  <a:pt x="222094" y="101251"/>
                  <a:pt x="225689" y="99410"/>
                </a:cubicBezTo>
                <a:lnTo>
                  <a:pt x="345072" y="40777"/>
                </a:lnTo>
                <a:lnTo>
                  <a:pt x="306169" y="6443"/>
                </a:lnTo>
                <a:cubicBezTo>
                  <a:pt x="305063" y="5431"/>
                  <a:pt x="304602" y="3774"/>
                  <a:pt x="305155" y="2393"/>
                </a:cubicBezTo>
                <a:cubicBezTo>
                  <a:pt x="305708" y="920"/>
                  <a:pt x="307091" y="0"/>
                  <a:pt x="308658" y="0"/>
                </a:cubicBez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a:ea typeface="微软雅黑"/>
              <a:sym typeface="微软雅黑"/>
            </a:endParaRPr>
          </a:p>
        </p:txBody>
      </p:sp>
      <p:sp>
        <p:nvSpPr>
          <p:cNvPr id="32" name="îSḷïďé">
            <a:extLst>
              <a:ext uri="{FF2B5EF4-FFF2-40B4-BE49-F238E27FC236}">
                <a16:creationId xmlns:a16="http://schemas.microsoft.com/office/drawing/2014/main" id="{2D858763-A233-4F43-ACA3-C04354B42E24}"/>
              </a:ext>
            </a:extLst>
          </p:cNvPr>
          <p:cNvSpPr txBox="1"/>
          <p:nvPr/>
        </p:nvSpPr>
        <p:spPr bwMode="auto">
          <a:xfrm>
            <a:off x="4678900" y="4327109"/>
            <a:ext cx="2026019"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spcBef>
                <a:spcPct val="0"/>
              </a:spcBef>
            </a:pPr>
            <a:r>
              <a:rPr lang="zh-CN" altLang="en-US">
                <a:solidFill>
                  <a:schemeClr val="dk1">
                    <a:lumMod val="100000"/>
                  </a:schemeClr>
                </a:solidFill>
                <a:latin typeface="微软雅黑"/>
                <a:ea typeface="微软雅黑"/>
                <a:cs typeface="OPPOSans B" panose="00020600040101010101" pitchFamily="18" charset="-122"/>
                <a:sym typeface="微软雅黑"/>
              </a:rPr>
              <a:t>应用场景</a:t>
            </a:r>
          </a:p>
        </p:txBody>
      </p:sp>
      <p:sp>
        <p:nvSpPr>
          <p:cNvPr id="33" name="îṡlíďe">
            <a:extLst>
              <a:ext uri="{FF2B5EF4-FFF2-40B4-BE49-F238E27FC236}">
                <a16:creationId xmlns:a16="http://schemas.microsoft.com/office/drawing/2014/main" id="{0E1507F9-2303-437A-8B2D-1E51E7B139AB}"/>
              </a:ext>
            </a:extLst>
          </p:cNvPr>
          <p:cNvSpPr/>
          <p:nvPr/>
        </p:nvSpPr>
        <p:spPr bwMode="auto">
          <a:xfrm>
            <a:off x="4853711" y="4768913"/>
            <a:ext cx="1676395" cy="86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p>
            <a:pPr algn="ctr" defTabSz="913765">
              <a:lnSpc>
                <a:spcPct val="130000"/>
              </a:lnSpc>
            </a:pPr>
            <a:r>
              <a:rPr lang="zh-CN" altLang="en-US" sz="1100">
                <a:solidFill>
                  <a:schemeClr val="tx1">
                    <a:lumMod val="50000"/>
                    <a:lumOff val="50000"/>
                  </a:schemeClr>
                </a:solidFill>
                <a:latin typeface="微软雅黑"/>
                <a:ea typeface="微软雅黑"/>
                <a:sym typeface="微软雅黑"/>
              </a:rPr>
              <a:t>多用于画面转场</a:t>
            </a:r>
          </a:p>
        </p:txBody>
      </p:sp>
      <p:grpSp>
        <p:nvGrpSpPr>
          <p:cNvPr id="34" name="î$ḻiḑê">
            <a:extLst>
              <a:ext uri="{FF2B5EF4-FFF2-40B4-BE49-F238E27FC236}">
                <a16:creationId xmlns:a16="http://schemas.microsoft.com/office/drawing/2014/main" id="{466F2C5D-8C5D-45C4-A3E1-5590CFC8F4E7}"/>
              </a:ext>
            </a:extLst>
          </p:cNvPr>
          <p:cNvGrpSpPr/>
          <p:nvPr/>
        </p:nvGrpSpPr>
        <p:grpSpPr>
          <a:xfrm>
            <a:off x="2687559" y="4466225"/>
            <a:ext cx="2002900" cy="981525"/>
            <a:chOff x="2687559" y="4423359"/>
            <a:chExt cx="2002900" cy="1120641"/>
          </a:xfrm>
        </p:grpSpPr>
        <p:cxnSp>
          <p:nvCxnSpPr>
            <p:cNvPr id="35" name="îslíḍê">
              <a:extLst>
                <a:ext uri="{FF2B5EF4-FFF2-40B4-BE49-F238E27FC236}">
                  <a16:creationId xmlns:a16="http://schemas.microsoft.com/office/drawing/2014/main" id="{3D43890F-A7AB-4627-8241-A316E24B7DE3}"/>
                </a:ext>
              </a:extLst>
            </p:cNvPr>
            <p:cNvCxnSpPr/>
            <p:nvPr/>
          </p:nvCxnSpPr>
          <p:spPr>
            <a:xfrm flipH="1">
              <a:off x="2687559" y="4423359"/>
              <a:ext cx="0" cy="1120641"/>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36" name="ïś1ïḓè">
              <a:extLst>
                <a:ext uri="{FF2B5EF4-FFF2-40B4-BE49-F238E27FC236}">
                  <a16:creationId xmlns:a16="http://schemas.microsoft.com/office/drawing/2014/main" id="{FC1AABE6-B3AC-48CD-BD08-A1528F80B995}"/>
                </a:ext>
              </a:extLst>
            </p:cNvPr>
            <p:cNvCxnSpPr/>
            <p:nvPr/>
          </p:nvCxnSpPr>
          <p:spPr>
            <a:xfrm flipH="1">
              <a:off x="4690459" y="4423359"/>
              <a:ext cx="0" cy="1120641"/>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sp>
        <p:nvSpPr>
          <p:cNvPr id="37" name="文本框 36">
            <a:extLst>
              <a:ext uri="{FF2B5EF4-FFF2-40B4-BE49-F238E27FC236}">
                <a16:creationId xmlns:a16="http://schemas.microsoft.com/office/drawing/2014/main" id="{BD4B3D71-B973-457D-8B53-E541AAFA9C20}"/>
              </a:ext>
            </a:extLst>
          </p:cNvPr>
          <p:cNvSpPr txBox="1"/>
          <p:nvPr/>
        </p:nvSpPr>
        <p:spPr>
          <a:xfrm>
            <a:off x="673101" y="1680005"/>
            <a:ext cx="2439076" cy="461665"/>
          </a:xfrm>
          <a:prstGeom prst="rect">
            <a:avLst/>
          </a:prstGeom>
          <a:noFill/>
        </p:spPr>
        <p:txBody>
          <a:bodyPr wrap="square">
            <a:spAutoFit/>
          </a:bodyPr>
          <a:lstStyle/>
          <a:p>
            <a:pPr>
              <a:lnSpc>
                <a:spcPct val="120000"/>
              </a:lnSpc>
            </a:pPr>
            <a:r>
              <a:rPr lang="zh-CN" altLang="en-US" sz="2000">
                <a:solidFill>
                  <a:schemeClr val="dk1">
                    <a:lumMod val="100000"/>
                  </a:schemeClr>
                </a:solidFill>
                <a:latin typeface="微软雅黑"/>
                <a:ea typeface="微软雅黑"/>
                <a:cs typeface="OPPOSans B" panose="00020600040101010101" pitchFamily="18" charset="-122"/>
                <a:sym typeface="微软雅黑"/>
              </a:rPr>
              <a:t>甩镜头</a:t>
            </a:r>
          </a:p>
        </p:txBody>
      </p:sp>
    </p:spTree>
    <p:extLst>
      <p:ext uri="{BB962C8B-B14F-4D97-AF65-F5344CB8AC3E}">
        <p14:creationId xmlns:p14="http://schemas.microsoft.com/office/powerpoint/2010/main" val="25977025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800" decel="100000"/>
                                        <p:tgtEl>
                                          <p:spTgt spid="18"/>
                                        </p:tgtEl>
                                      </p:cBhvr>
                                    </p:animEffect>
                                    <p:anim calcmode="lin" valueType="num">
                                      <p:cBhvr>
                                        <p:cTn id="23" dur="800" decel="100000" fill="hold"/>
                                        <p:tgtEl>
                                          <p:spTgt spid="18"/>
                                        </p:tgtEl>
                                        <p:attrNameLst>
                                          <p:attrName>style.rotation</p:attrName>
                                        </p:attrNameLst>
                                      </p:cBhvr>
                                      <p:tavLst>
                                        <p:tav tm="0">
                                          <p:val>
                                            <p:fltVal val="-90"/>
                                          </p:val>
                                        </p:tav>
                                        <p:tav tm="100000">
                                          <p:val>
                                            <p:fltVal val="0"/>
                                          </p:val>
                                        </p:tav>
                                      </p:tavLst>
                                    </p:anim>
                                    <p:anim calcmode="lin" valueType="num">
                                      <p:cBhvr>
                                        <p:cTn id="24" dur="800" decel="100000" fill="hold"/>
                                        <p:tgtEl>
                                          <p:spTgt spid="18"/>
                                        </p:tgtEl>
                                        <p:attrNameLst>
                                          <p:attrName>ppt_x</p:attrName>
                                        </p:attrNameLst>
                                      </p:cBhvr>
                                      <p:tavLst>
                                        <p:tav tm="0">
                                          <p:val>
                                            <p:strVal val="#ppt_x+0.4"/>
                                          </p:val>
                                        </p:tav>
                                        <p:tav tm="100000">
                                          <p:val>
                                            <p:strVal val="#ppt_x-0.05"/>
                                          </p:val>
                                        </p:tav>
                                      </p:tavLst>
                                    </p:anim>
                                    <p:anim calcmode="lin" valueType="num">
                                      <p:cBhvr>
                                        <p:cTn id="25" dur="800" decel="100000" fill="hold"/>
                                        <p:tgtEl>
                                          <p:spTgt spid="18"/>
                                        </p:tgtEl>
                                        <p:attrNameLst>
                                          <p:attrName>ppt_y</p:attrName>
                                        </p:attrNameLst>
                                      </p:cBhvr>
                                      <p:tavLst>
                                        <p:tav tm="0">
                                          <p:val>
                                            <p:strVal val="#ppt_y-0.4"/>
                                          </p:val>
                                        </p:tav>
                                        <p:tav tm="100000">
                                          <p:val>
                                            <p:strVal val="#ppt_y+0.1"/>
                                          </p:val>
                                        </p:tav>
                                      </p:tavLst>
                                    </p:anim>
                                    <p:anim calcmode="lin" valueType="num">
                                      <p:cBhvr>
                                        <p:cTn id="26" dur="200" accel="100000" fill="hold">
                                          <p:stCondLst>
                                            <p:cond delay="800"/>
                                          </p:stCondLst>
                                        </p:cTn>
                                        <p:tgtEl>
                                          <p:spTgt spid="18"/>
                                        </p:tgtEl>
                                        <p:attrNameLst>
                                          <p:attrName>ppt_x</p:attrName>
                                        </p:attrNameLst>
                                      </p:cBhvr>
                                      <p:tavLst>
                                        <p:tav tm="0">
                                          <p:val>
                                            <p:strVal val="#ppt_x-0.05"/>
                                          </p:val>
                                        </p:tav>
                                        <p:tav tm="100000">
                                          <p:val>
                                            <p:strVal val="#ppt_x"/>
                                          </p:val>
                                        </p:tav>
                                      </p:tavLst>
                                    </p:anim>
                                    <p:anim calcmode="lin" valueType="num">
                                      <p:cBhvr>
                                        <p:cTn id="27" dur="200" accel="100000" fill="hold">
                                          <p:stCondLst>
                                            <p:cond delay="800"/>
                                          </p:stCondLst>
                                        </p:cTn>
                                        <p:tgtEl>
                                          <p:spTgt spid="18"/>
                                        </p:tgtEl>
                                        <p:attrNameLst>
                                          <p:attrName>ppt_y</p:attrName>
                                        </p:attrNameLst>
                                      </p:cBhvr>
                                      <p:tavLst>
                                        <p:tav tm="0">
                                          <p:val>
                                            <p:strVal val="#ppt_y+0.1"/>
                                          </p:val>
                                        </p:tav>
                                        <p:tav tm="100000">
                                          <p:val>
                                            <p:strVal val="#ppt_y"/>
                                          </p:val>
                                        </p:tav>
                                      </p:tavLst>
                                    </p:anim>
                                  </p:childTnLst>
                                </p:cTn>
                              </p:par>
                              <p:par>
                                <p:cTn id="28" presetID="30" presetClass="entr" presetSubtype="0"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800" decel="100000"/>
                                        <p:tgtEl>
                                          <p:spTgt spid="20"/>
                                        </p:tgtEl>
                                      </p:cBhvr>
                                    </p:animEffect>
                                    <p:anim calcmode="lin" valueType="num">
                                      <p:cBhvr>
                                        <p:cTn id="31" dur="800" decel="100000" fill="hold"/>
                                        <p:tgtEl>
                                          <p:spTgt spid="20"/>
                                        </p:tgtEl>
                                        <p:attrNameLst>
                                          <p:attrName>style.rotation</p:attrName>
                                        </p:attrNameLst>
                                      </p:cBhvr>
                                      <p:tavLst>
                                        <p:tav tm="0">
                                          <p:val>
                                            <p:fltVal val="-90"/>
                                          </p:val>
                                        </p:tav>
                                        <p:tav tm="100000">
                                          <p:val>
                                            <p:fltVal val="0"/>
                                          </p:val>
                                        </p:tav>
                                      </p:tavLst>
                                    </p:anim>
                                    <p:anim calcmode="lin" valueType="num">
                                      <p:cBhvr>
                                        <p:cTn id="32" dur="800" decel="100000" fill="hold"/>
                                        <p:tgtEl>
                                          <p:spTgt spid="20"/>
                                        </p:tgtEl>
                                        <p:attrNameLst>
                                          <p:attrName>ppt_x</p:attrName>
                                        </p:attrNameLst>
                                      </p:cBhvr>
                                      <p:tavLst>
                                        <p:tav tm="0">
                                          <p:val>
                                            <p:strVal val="#ppt_x+0.4"/>
                                          </p:val>
                                        </p:tav>
                                        <p:tav tm="100000">
                                          <p:val>
                                            <p:strVal val="#ppt_x-0.05"/>
                                          </p:val>
                                        </p:tav>
                                      </p:tavLst>
                                    </p:anim>
                                    <p:anim calcmode="lin" valueType="num">
                                      <p:cBhvr>
                                        <p:cTn id="33" dur="800" decel="100000" fill="hold"/>
                                        <p:tgtEl>
                                          <p:spTgt spid="20"/>
                                        </p:tgtEl>
                                        <p:attrNameLst>
                                          <p:attrName>ppt_y</p:attrName>
                                        </p:attrNameLst>
                                      </p:cBhvr>
                                      <p:tavLst>
                                        <p:tav tm="0">
                                          <p:val>
                                            <p:strVal val="#ppt_y-0.4"/>
                                          </p:val>
                                        </p:tav>
                                        <p:tav tm="100000">
                                          <p:val>
                                            <p:strVal val="#ppt_y+0.1"/>
                                          </p:val>
                                        </p:tav>
                                      </p:tavLst>
                                    </p:anim>
                                    <p:anim calcmode="lin" valueType="num">
                                      <p:cBhvr>
                                        <p:cTn id="34" dur="200" accel="100000" fill="hold">
                                          <p:stCondLst>
                                            <p:cond delay="800"/>
                                          </p:stCondLst>
                                        </p:cTn>
                                        <p:tgtEl>
                                          <p:spTgt spid="20"/>
                                        </p:tgtEl>
                                        <p:attrNameLst>
                                          <p:attrName>ppt_x</p:attrName>
                                        </p:attrNameLst>
                                      </p:cBhvr>
                                      <p:tavLst>
                                        <p:tav tm="0">
                                          <p:val>
                                            <p:strVal val="#ppt_x-0.05"/>
                                          </p:val>
                                        </p:tav>
                                        <p:tav tm="100000">
                                          <p:val>
                                            <p:strVal val="#ppt_x"/>
                                          </p:val>
                                        </p:tav>
                                      </p:tavLst>
                                    </p:anim>
                                    <p:anim calcmode="lin" valueType="num">
                                      <p:cBhvr>
                                        <p:cTn id="35" dur="200" accel="100000" fill="hold">
                                          <p:stCondLst>
                                            <p:cond delay="800"/>
                                          </p:stCondLst>
                                        </p:cTn>
                                        <p:tgtEl>
                                          <p:spTgt spid="20"/>
                                        </p:tgtEl>
                                        <p:attrNameLst>
                                          <p:attrName>ppt_y</p:attrName>
                                        </p:attrNameLst>
                                      </p:cBhvr>
                                      <p:tavLst>
                                        <p:tav tm="0">
                                          <p:val>
                                            <p:strVal val="#ppt_y+0.1"/>
                                          </p:val>
                                        </p:tav>
                                        <p:tav tm="100000">
                                          <p:val>
                                            <p:strVal val="#ppt_y"/>
                                          </p:val>
                                        </p:tav>
                                      </p:tavLst>
                                    </p:anim>
                                  </p:childTnLst>
                                </p:cTn>
                              </p:par>
                              <p:par>
                                <p:cTn id="36" presetID="30"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800" decel="100000"/>
                                        <p:tgtEl>
                                          <p:spTgt spid="23"/>
                                        </p:tgtEl>
                                      </p:cBhvr>
                                    </p:animEffect>
                                    <p:anim calcmode="lin" valueType="num">
                                      <p:cBhvr>
                                        <p:cTn id="39" dur="800" decel="100000" fill="hold"/>
                                        <p:tgtEl>
                                          <p:spTgt spid="23"/>
                                        </p:tgtEl>
                                        <p:attrNameLst>
                                          <p:attrName>style.rotation</p:attrName>
                                        </p:attrNameLst>
                                      </p:cBhvr>
                                      <p:tavLst>
                                        <p:tav tm="0">
                                          <p:val>
                                            <p:fltVal val="-90"/>
                                          </p:val>
                                        </p:tav>
                                        <p:tav tm="100000">
                                          <p:val>
                                            <p:fltVal val="0"/>
                                          </p:val>
                                        </p:tav>
                                      </p:tavLst>
                                    </p:anim>
                                    <p:anim calcmode="lin" valueType="num">
                                      <p:cBhvr>
                                        <p:cTn id="40" dur="800" decel="100000" fill="hold"/>
                                        <p:tgtEl>
                                          <p:spTgt spid="23"/>
                                        </p:tgtEl>
                                        <p:attrNameLst>
                                          <p:attrName>ppt_x</p:attrName>
                                        </p:attrNameLst>
                                      </p:cBhvr>
                                      <p:tavLst>
                                        <p:tav tm="0">
                                          <p:val>
                                            <p:strVal val="#ppt_x+0.4"/>
                                          </p:val>
                                        </p:tav>
                                        <p:tav tm="100000">
                                          <p:val>
                                            <p:strVal val="#ppt_x-0.05"/>
                                          </p:val>
                                        </p:tav>
                                      </p:tavLst>
                                    </p:anim>
                                    <p:anim calcmode="lin" valueType="num">
                                      <p:cBhvr>
                                        <p:cTn id="41" dur="800" decel="100000" fill="hold"/>
                                        <p:tgtEl>
                                          <p:spTgt spid="23"/>
                                        </p:tgtEl>
                                        <p:attrNameLst>
                                          <p:attrName>ppt_y</p:attrName>
                                        </p:attrNameLst>
                                      </p:cBhvr>
                                      <p:tavLst>
                                        <p:tav tm="0">
                                          <p:val>
                                            <p:strVal val="#ppt_y-0.4"/>
                                          </p:val>
                                        </p:tav>
                                        <p:tav tm="100000">
                                          <p:val>
                                            <p:strVal val="#ppt_y+0.1"/>
                                          </p:val>
                                        </p:tav>
                                      </p:tavLst>
                                    </p:anim>
                                    <p:anim calcmode="lin" valueType="num">
                                      <p:cBhvr>
                                        <p:cTn id="42" dur="200" accel="100000" fill="hold">
                                          <p:stCondLst>
                                            <p:cond delay="800"/>
                                          </p:stCondLst>
                                        </p:cTn>
                                        <p:tgtEl>
                                          <p:spTgt spid="23"/>
                                        </p:tgtEl>
                                        <p:attrNameLst>
                                          <p:attrName>ppt_x</p:attrName>
                                        </p:attrNameLst>
                                      </p:cBhvr>
                                      <p:tavLst>
                                        <p:tav tm="0">
                                          <p:val>
                                            <p:strVal val="#ppt_x-0.05"/>
                                          </p:val>
                                        </p:tav>
                                        <p:tav tm="100000">
                                          <p:val>
                                            <p:strVal val="#ppt_x"/>
                                          </p:val>
                                        </p:tav>
                                      </p:tavLst>
                                    </p:anim>
                                    <p:anim calcmode="lin" valueType="num">
                                      <p:cBhvr>
                                        <p:cTn id="43" dur="200" accel="100000" fill="hold">
                                          <p:stCondLst>
                                            <p:cond delay="800"/>
                                          </p:stCondLst>
                                        </p:cTn>
                                        <p:tgtEl>
                                          <p:spTgt spid="23"/>
                                        </p:tgtEl>
                                        <p:attrNameLst>
                                          <p:attrName>ppt_y</p:attrName>
                                        </p:attrNameLst>
                                      </p:cBhvr>
                                      <p:tavLst>
                                        <p:tav tm="0">
                                          <p:val>
                                            <p:strVal val="#ppt_y+0.1"/>
                                          </p:val>
                                        </p:tav>
                                        <p:tav tm="100000">
                                          <p:val>
                                            <p:strVal val="#ppt_y"/>
                                          </p:val>
                                        </p:tav>
                                      </p:tavLst>
                                    </p:anim>
                                  </p:childTnLst>
                                </p:cTn>
                              </p:par>
                              <p:par>
                                <p:cTn id="44" presetID="3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800" decel="100000"/>
                                        <p:tgtEl>
                                          <p:spTgt spid="24"/>
                                        </p:tgtEl>
                                      </p:cBhvr>
                                    </p:animEffect>
                                    <p:anim calcmode="lin" valueType="num">
                                      <p:cBhvr>
                                        <p:cTn id="47" dur="800" decel="100000" fill="hold"/>
                                        <p:tgtEl>
                                          <p:spTgt spid="24"/>
                                        </p:tgtEl>
                                        <p:attrNameLst>
                                          <p:attrName>style.rotation</p:attrName>
                                        </p:attrNameLst>
                                      </p:cBhvr>
                                      <p:tavLst>
                                        <p:tav tm="0">
                                          <p:val>
                                            <p:fltVal val="-90"/>
                                          </p:val>
                                        </p:tav>
                                        <p:tav tm="100000">
                                          <p:val>
                                            <p:fltVal val="0"/>
                                          </p:val>
                                        </p:tav>
                                      </p:tavLst>
                                    </p:anim>
                                    <p:anim calcmode="lin" valueType="num">
                                      <p:cBhvr>
                                        <p:cTn id="48" dur="800" decel="100000" fill="hold"/>
                                        <p:tgtEl>
                                          <p:spTgt spid="24"/>
                                        </p:tgtEl>
                                        <p:attrNameLst>
                                          <p:attrName>ppt_x</p:attrName>
                                        </p:attrNameLst>
                                      </p:cBhvr>
                                      <p:tavLst>
                                        <p:tav tm="0">
                                          <p:val>
                                            <p:strVal val="#ppt_x+0.4"/>
                                          </p:val>
                                        </p:tav>
                                        <p:tav tm="100000">
                                          <p:val>
                                            <p:strVal val="#ppt_x-0.05"/>
                                          </p:val>
                                        </p:tav>
                                      </p:tavLst>
                                    </p:anim>
                                    <p:anim calcmode="lin" valueType="num">
                                      <p:cBhvr>
                                        <p:cTn id="49" dur="800" decel="100000" fill="hold"/>
                                        <p:tgtEl>
                                          <p:spTgt spid="24"/>
                                        </p:tgtEl>
                                        <p:attrNameLst>
                                          <p:attrName>ppt_y</p:attrName>
                                        </p:attrNameLst>
                                      </p:cBhvr>
                                      <p:tavLst>
                                        <p:tav tm="0">
                                          <p:val>
                                            <p:strVal val="#ppt_y-0.4"/>
                                          </p:val>
                                        </p:tav>
                                        <p:tav tm="100000">
                                          <p:val>
                                            <p:strVal val="#ppt_y+0.1"/>
                                          </p:val>
                                        </p:tav>
                                      </p:tavLst>
                                    </p:anim>
                                    <p:anim calcmode="lin" valueType="num">
                                      <p:cBhvr>
                                        <p:cTn id="50" dur="200" accel="100000" fill="hold">
                                          <p:stCondLst>
                                            <p:cond delay="800"/>
                                          </p:stCondLst>
                                        </p:cTn>
                                        <p:tgtEl>
                                          <p:spTgt spid="24"/>
                                        </p:tgtEl>
                                        <p:attrNameLst>
                                          <p:attrName>ppt_x</p:attrName>
                                        </p:attrNameLst>
                                      </p:cBhvr>
                                      <p:tavLst>
                                        <p:tav tm="0">
                                          <p:val>
                                            <p:strVal val="#ppt_x-0.05"/>
                                          </p:val>
                                        </p:tav>
                                        <p:tav tm="100000">
                                          <p:val>
                                            <p:strVal val="#ppt_x"/>
                                          </p:val>
                                        </p:tav>
                                      </p:tavLst>
                                    </p:anim>
                                    <p:anim calcmode="lin" valueType="num">
                                      <p:cBhvr>
                                        <p:cTn id="51" dur="200" accel="100000" fill="hold">
                                          <p:stCondLst>
                                            <p:cond delay="800"/>
                                          </p:stCondLst>
                                        </p:cTn>
                                        <p:tgtEl>
                                          <p:spTgt spid="24"/>
                                        </p:tgtEl>
                                        <p:attrNameLst>
                                          <p:attrName>ppt_y</p:attrName>
                                        </p:attrNameLst>
                                      </p:cBhvr>
                                      <p:tavLst>
                                        <p:tav tm="0">
                                          <p:val>
                                            <p:strVal val="#ppt_y+0.1"/>
                                          </p:val>
                                        </p:tav>
                                        <p:tav tm="100000">
                                          <p:val>
                                            <p:strVal val="#ppt_y"/>
                                          </p:val>
                                        </p:tav>
                                      </p:tavLst>
                                    </p:anim>
                                  </p:childTnLst>
                                </p:cTn>
                              </p:par>
                              <p:par>
                                <p:cTn id="52" presetID="30" presetClass="entr" presetSubtype="0" fill="hold"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800" decel="100000"/>
                                        <p:tgtEl>
                                          <p:spTgt spid="25"/>
                                        </p:tgtEl>
                                      </p:cBhvr>
                                    </p:animEffect>
                                    <p:anim calcmode="lin" valueType="num">
                                      <p:cBhvr>
                                        <p:cTn id="55" dur="800" decel="100000" fill="hold"/>
                                        <p:tgtEl>
                                          <p:spTgt spid="25"/>
                                        </p:tgtEl>
                                        <p:attrNameLst>
                                          <p:attrName>style.rotation</p:attrName>
                                        </p:attrNameLst>
                                      </p:cBhvr>
                                      <p:tavLst>
                                        <p:tav tm="0">
                                          <p:val>
                                            <p:fltVal val="-90"/>
                                          </p:val>
                                        </p:tav>
                                        <p:tav tm="100000">
                                          <p:val>
                                            <p:fltVal val="0"/>
                                          </p:val>
                                        </p:tav>
                                      </p:tavLst>
                                    </p:anim>
                                    <p:anim calcmode="lin" valueType="num">
                                      <p:cBhvr>
                                        <p:cTn id="56" dur="800" decel="100000" fill="hold"/>
                                        <p:tgtEl>
                                          <p:spTgt spid="25"/>
                                        </p:tgtEl>
                                        <p:attrNameLst>
                                          <p:attrName>ppt_x</p:attrName>
                                        </p:attrNameLst>
                                      </p:cBhvr>
                                      <p:tavLst>
                                        <p:tav tm="0">
                                          <p:val>
                                            <p:strVal val="#ppt_x+0.4"/>
                                          </p:val>
                                        </p:tav>
                                        <p:tav tm="100000">
                                          <p:val>
                                            <p:strVal val="#ppt_x-0.05"/>
                                          </p:val>
                                        </p:tav>
                                      </p:tavLst>
                                    </p:anim>
                                    <p:anim calcmode="lin" valueType="num">
                                      <p:cBhvr>
                                        <p:cTn id="57" dur="800" decel="100000" fill="hold"/>
                                        <p:tgtEl>
                                          <p:spTgt spid="25"/>
                                        </p:tgtEl>
                                        <p:attrNameLst>
                                          <p:attrName>ppt_y</p:attrName>
                                        </p:attrNameLst>
                                      </p:cBhvr>
                                      <p:tavLst>
                                        <p:tav tm="0">
                                          <p:val>
                                            <p:strVal val="#ppt_y-0.4"/>
                                          </p:val>
                                        </p:tav>
                                        <p:tav tm="100000">
                                          <p:val>
                                            <p:strVal val="#ppt_y+0.1"/>
                                          </p:val>
                                        </p:tav>
                                      </p:tavLst>
                                    </p:anim>
                                    <p:anim calcmode="lin" valueType="num">
                                      <p:cBhvr>
                                        <p:cTn id="58" dur="200" accel="100000" fill="hold">
                                          <p:stCondLst>
                                            <p:cond delay="800"/>
                                          </p:stCondLst>
                                        </p:cTn>
                                        <p:tgtEl>
                                          <p:spTgt spid="25"/>
                                        </p:tgtEl>
                                        <p:attrNameLst>
                                          <p:attrName>ppt_x</p:attrName>
                                        </p:attrNameLst>
                                      </p:cBhvr>
                                      <p:tavLst>
                                        <p:tav tm="0">
                                          <p:val>
                                            <p:strVal val="#ppt_x-0.05"/>
                                          </p:val>
                                        </p:tav>
                                        <p:tav tm="100000">
                                          <p:val>
                                            <p:strVal val="#ppt_x"/>
                                          </p:val>
                                        </p:tav>
                                      </p:tavLst>
                                    </p:anim>
                                    <p:anim calcmode="lin" valueType="num">
                                      <p:cBhvr>
                                        <p:cTn id="59" dur="200" accel="100000" fill="hold">
                                          <p:stCondLst>
                                            <p:cond delay="800"/>
                                          </p:stCondLst>
                                        </p:cTn>
                                        <p:tgtEl>
                                          <p:spTgt spid="25"/>
                                        </p:tgtEl>
                                        <p:attrNameLst>
                                          <p:attrName>ppt_y</p:attrName>
                                        </p:attrNameLst>
                                      </p:cBhvr>
                                      <p:tavLst>
                                        <p:tav tm="0">
                                          <p:val>
                                            <p:strVal val="#ppt_y+0.1"/>
                                          </p:val>
                                        </p:tav>
                                        <p:tav tm="100000">
                                          <p:val>
                                            <p:strVal val="#ppt_y"/>
                                          </p:val>
                                        </p:tav>
                                      </p:tavLst>
                                    </p:anim>
                                  </p:childTnLst>
                                </p:cTn>
                              </p:par>
                              <p:par>
                                <p:cTn id="60" presetID="3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800" decel="100000"/>
                                        <p:tgtEl>
                                          <p:spTgt spid="28"/>
                                        </p:tgtEl>
                                      </p:cBhvr>
                                    </p:animEffect>
                                    <p:anim calcmode="lin" valueType="num">
                                      <p:cBhvr>
                                        <p:cTn id="63" dur="800" decel="100000" fill="hold"/>
                                        <p:tgtEl>
                                          <p:spTgt spid="28"/>
                                        </p:tgtEl>
                                        <p:attrNameLst>
                                          <p:attrName>style.rotation</p:attrName>
                                        </p:attrNameLst>
                                      </p:cBhvr>
                                      <p:tavLst>
                                        <p:tav tm="0">
                                          <p:val>
                                            <p:fltVal val="-90"/>
                                          </p:val>
                                        </p:tav>
                                        <p:tav tm="100000">
                                          <p:val>
                                            <p:fltVal val="0"/>
                                          </p:val>
                                        </p:tav>
                                      </p:tavLst>
                                    </p:anim>
                                    <p:anim calcmode="lin" valueType="num">
                                      <p:cBhvr>
                                        <p:cTn id="64" dur="800" decel="100000" fill="hold"/>
                                        <p:tgtEl>
                                          <p:spTgt spid="28"/>
                                        </p:tgtEl>
                                        <p:attrNameLst>
                                          <p:attrName>ppt_x</p:attrName>
                                        </p:attrNameLst>
                                      </p:cBhvr>
                                      <p:tavLst>
                                        <p:tav tm="0">
                                          <p:val>
                                            <p:strVal val="#ppt_x+0.4"/>
                                          </p:val>
                                        </p:tav>
                                        <p:tav tm="100000">
                                          <p:val>
                                            <p:strVal val="#ppt_x-0.05"/>
                                          </p:val>
                                        </p:tav>
                                      </p:tavLst>
                                    </p:anim>
                                    <p:anim calcmode="lin" valueType="num">
                                      <p:cBhvr>
                                        <p:cTn id="65" dur="800" decel="100000" fill="hold"/>
                                        <p:tgtEl>
                                          <p:spTgt spid="28"/>
                                        </p:tgtEl>
                                        <p:attrNameLst>
                                          <p:attrName>ppt_y</p:attrName>
                                        </p:attrNameLst>
                                      </p:cBhvr>
                                      <p:tavLst>
                                        <p:tav tm="0">
                                          <p:val>
                                            <p:strVal val="#ppt_y-0.4"/>
                                          </p:val>
                                        </p:tav>
                                        <p:tav tm="100000">
                                          <p:val>
                                            <p:strVal val="#ppt_y+0.1"/>
                                          </p:val>
                                        </p:tav>
                                      </p:tavLst>
                                    </p:anim>
                                    <p:anim calcmode="lin" valueType="num">
                                      <p:cBhvr>
                                        <p:cTn id="66" dur="200" accel="100000" fill="hold">
                                          <p:stCondLst>
                                            <p:cond delay="800"/>
                                          </p:stCondLst>
                                        </p:cTn>
                                        <p:tgtEl>
                                          <p:spTgt spid="28"/>
                                        </p:tgtEl>
                                        <p:attrNameLst>
                                          <p:attrName>ppt_x</p:attrName>
                                        </p:attrNameLst>
                                      </p:cBhvr>
                                      <p:tavLst>
                                        <p:tav tm="0">
                                          <p:val>
                                            <p:strVal val="#ppt_x-0.05"/>
                                          </p:val>
                                        </p:tav>
                                        <p:tav tm="100000">
                                          <p:val>
                                            <p:strVal val="#ppt_x"/>
                                          </p:val>
                                        </p:tav>
                                      </p:tavLst>
                                    </p:anim>
                                    <p:anim calcmode="lin" valueType="num">
                                      <p:cBhvr>
                                        <p:cTn id="67" dur="200" accel="100000" fill="hold">
                                          <p:stCondLst>
                                            <p:cond delay="800"/>
                                          </p:stCondLst>
                                        </p:cTn>
                                        <p:tgtEl>
                                          <p:spTgt spid="28"/>
                                        </p:tgtEl>
                                        <p:attrNameLst>
                                          <p:attrName>ppt_y</p:attrName>
                                        </p:attrNameLst>
                                      </p:cBhvr>
                                      <p:tavLst>
                                        <p:tav tm="0">
                                          <p:val>
                                            <p:strVal val="#ppt_y+0.1"/>
                                          </p:val>
                                        </p:tav>
                                        <p:tav tm="100000">
                                          <p:val>
                                            <p:strVal val="#ppt_y"/>
                                          </p:val>
                                        </p:tav>
                                      </p:tavLst>
                                    </p:anim>
                                  </p:childTnLst>
                                </p:cTn>
                              </p:par>
                              <p:par>
                                <p:cTn id="68" presetID="30"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800" decel="100000"/>
                                        <p:tgtEl>
                                          <p:spTgt spid="29"/>
                                        </p:tgtEl>
                                      </p:cBhvr>
                                    </p:animEffect>
                                    <p:anim calcmode="lin" valueType="num">
                                      <p:cBhvr>
                                        <p:cTn id="71" dur="800" decel="100000" fill="hold"/>
                                        <p:tgtEl>
                                          <p:spTgt spid="29"/>
                                        </p:tgtEl>
                                        <p:attrNameLst>
                                          <p:attrName>style.rotation</p:attrName>
                                        </p:attrNameLst>
                                      </p:cBhvr>
                                      <p:tavLst>
                                        <p:tav tm="0">
                                          <p:val>
                                            <p:fltVal val="-90"/>
                                          </p:val>
                                        </p:tav>
                                        <p:tav tm="100000">
                                          <p:val>
                                            <p:fltVal val="0"/>
                                          </p:val>
                                        </p:tav>
                                      </p:tavLst>
                                    </p:anim>
                                    <p:anim calcmode="lin" valueType="num">
                                      <p:cBhvr>
                                        <p:cTn id="72" dur="800" decel="100000" fill="hold"/>
                                        <p:tgtEl>
                                          <p:spTgt spid="29"/>
                                        </p:tgtEl>
                                        <p:attrNameLst>
                                          <p:attrName>ppt_x</p:attrName>
                                        </p:attrNameLst>
                                      </p:cBhvr>
                                      <p:tavLst>
                                        <p:tav tm="0">
                                          <p:val>
                                            <p:strVal val="#ppt_x+0.4"/>
                                          </p:val>
                                        </p:tav>
                                        <p:tav tm="100000">
                                          <p:val>
                                            <p:strVal val="#ppt_x-0.05"/>
                                          </p:val>
                                        </p:tav>
                                      </p:tavLst>
                                    </p:anim>
                                    <p:anim calcmode="lin" valueType="num">
                                      <p:cBhvr>
                                        <p:cTn id="73" dur="800" decel="100000" fill="hold"/>
                                        <p:tgtEl>
                                          <p:spTgt spid="29"/>
                                        </p:tgtEl>
                                        <p:attrNameLst>
                                          <p:attrName>ppt_y</p:attrName>
                                        </p:attrNameLst>
                                      </p:cBhvr>
                                      <p:tavLst>
                                        <p:tav tm="0">
                                          <p:val>
                                            <p:strVal val="#ppt_y-0.4"/>
                                          </p:val>
                                        </p:tav>
                                        <p:tav tm="100000">
                                          <p:val>
                                            <p:strVal val="#ppt_y+0.1"/>
                                          </p:val>
                                        </p:tav>
                                      </p:tavLst>
                                    </p:anim>
                                    <p:anim calcmode="lin" valueType="num">
                                      <p:cBhvr>
                                        <p:cTn id="74" dur="200" accel="100000" fill="hold">
                                          <p:stCondLst>
                                            <p:cond delay="800"/>
                                          </p:stCondLst>
                                        </p:cTn>
                                        <p:tgtEl>
                                          <p:spTgt spid="29"/>
                                        </p:tgtEl>
                                        <p:attrNameLst>
                                          <p:attrName>ppt_x</p:attrName>
                                        </p:attrNameLst>
                                      </p:cBhvr>
                                      <p:tavLst>
                                        <p:tav tm="0">
                                          <p:val>
                                            <p:strVal val="#ppt_x-0.05"/>
                                          </p:val>
                                        </p:tav>
                                        <p:tav tm="100000">
                                          <p:val>
                                            <p:strVal val="#ppt_x"/>
                                          </p:val>
                                        </p:tav>
                                      </p:tavLst>
                                    </p:anim>
                                    <p:anim calcmode="lin" valueType="num">
                                      <p:cBhvr>
                                        <p:cTn id="75" dur="200" accel="100000" fill="hold">
                                          <p:stCondLst>
                                            <p:cond delay="800"/>
                                          </p:stCondLst>
                                        </p:cTn>
                                        <p:tgtEl>
                                          <p:spTgt spid="29"/>
                                        </p:tgtEl>
                                        <p:attrNameLst>
                                          <p:attrName>ppt_y</p:attrName>
                                        </p:attrNameLst>
                                      </p:cBhvr>
                                      <p:tavLst>
                                        <p:tav tm="0">
                                          <p:val>
                                            <p:strVal val="#ppt_y+0.1"/>
                                          </p:val>
                                        </p:tav>
                                        <p:tav tm="100000">
                                          <p:val>
                                            <p:strVal val="#ppt_y"/>
                                          </p:val>
                                        </p:tav>
                                      </p:tavLst>
                                    </p:anim>
                                  </p:childTnLst>
                                </p:cTn>
                              </p:par>
                              <p:par>
                                <p:cTn id="76" presetID="30" presetClass="entr" presetSubtype="0"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800" decel="100000"/>
                                        <p:tgtEl>
                                          <p:spTgt spid="30"/>
                                        </p:tgtEl>
                                      </p:cBhvr>
                                    </p:animEffect>
                                    <p:anim calcmode="lin" valueType="num">
                                      <p:cBhvr>
                                        <p:cTn id="79" dur="800" decel="100000" fill="hold"/>
                                        <p:tgtEl>
                                          <p:spTgt spid="30"/>
                                        </p:tgtEl>
                                        <p:attrNameLst>
                                          <p:attrName>style.rotation</p:attrName>
                                        </p:attrNameLst>
                                      </p:cBhvr>
                                      <p:tavLst>
                                        <p:tav tm="0">
                                          <p:val>
                                            <p:fltVal val="-90"/>
                                          </p:val>
                                        </p:tav>
                                        <p:tav tm="100000">
                                          <p:val>
                                            <p:fltVal val="0"/>
                                          </p:val>
                                        </p:tav>
                                      </p:tavLst>
                                    </p:anim>
                                    <p:anim calcmode="lin" valueType="num">
                                      <p:cBhvr>
                                        <p:cTn id="80" dur="800" decel="100000" fill="hold"/>
                                        <p:tgtEl>
                                          <p:spTgt spid="30"/>
                                        </p:tgtEl>
                                        <p:attrNameLst>
                                          <p:attrName>ppt_x</p:attrName>
                                        </p:attrNameLst>
                                      </p:cBhvr>
                                      <p:tavLst>
                                        <p:tav tm="0">
                                          <p:val>
                                            <p:strVal val="#ppt_x+0.4"/>
                                          </p:val>
                                        </p:tav>
                                        <p:tav tm="100000">
                                          <p:val>
                                            <p:strVal val="#ppt_x-0.05"/>
                                          </p:val>
                                        </p:tav>
                                      </p:tavLst>
                                    </p:anim>
                                    <p:anim calcmode="lin" valueType="num">
                                      <p:cBhvr>
                                        <p:cTn id="81" dur="800" decel="100000" fill="hold"/>
                                        <p:tgtEl>
                                          <p:spTgt spid="30"/>
                                        </p:tgtEl>
                                        <p:attrNameLst>
                                          <p:attrName>ppt_y</p:attrName>
                                        </p:attrNameLst>
                                      </p:cBhvr>
                                      <p:tavLst>
                                        <p:tav tm="0">
                                          <p:val>
                                            <p:strVal val="#ppt_y-0.4"/>
                                          </p:val>
                                        </p:tav>
                                        <p:tav tm="100000">
                                          <p:val>
                                            <p:strVal val="#ppt_y+0.1"/>
                                          </p:val>
                                        </p:tav>
                                      </p:tavLst>
                                    </p:anim>
                                    <p:anim calcmode="lin" valueType="num">
                                      <p:cBhvr>
                                        <p:cTn id="82" dur="200" accel="100000" fill="hold">
                                          <p:stCondLst>
                                            <p:cond delay="800"/>
                                          </p:stCondLst>
                                        </p:cTn>
                                        <p:tgtEl>
                                          <p:spTgt spid="30"/>
                                        </p:tgtEl>
                                        <p:attrNameLst>
                                          <p:attrName>ppt_x</p:attrName>
                                        </p:attrNameLst>
                                      </p:cBhvr>
                                      <p:tavLst>
                                        <p:tav tm="0">
                                          <p:val>
                                            <p:strVal val="#ppt_x-0.05"/>
                                          </p:val>
                                        </p:tav>
                                        <p:tav tm="100000">
                                          <p:val>
                                            <p:strVal val="#ppt_x"/>
                                          </p:val>
                                        </p:tav>
                                      </p:tavLst>
                                    </p:anim>
                                    <p:anim calcmode="lin" valueType="num">
                                      <p:cBhvr>
                                        <p:cTn id="83" dur="200" accel="100000" fill="hold">
                                          <p:stCondLst>
                                            <p:cond delay="800"/>
                                          </p:stCondLst>
                                        </p:cTn>
                                        <p:tgtEl>
                                          <p:spTgt spid="30"/>
                                        </p:tgtEl>
                                        <p:attrNameLst>
                                          <p:attrName>ppt_y</p:attrName>
                                        </p:attrNameLst>
                                      </p:cBhvr>
                                      <p:tavLst>
                                        <p:tav tm="0">
                                          <p:val>
                                            <p:strVal val="#ppt_y+0.1"/>
                                          </p:val>
                                        </p:tav>
                                        <p:tav tm="100000">
                                          <p:val>
                                            <p:strVal val="#ppt_y"/>
                                          </p:val>
                                        </p:tav>
                                      </p:tavLst>
                                    </p:anim>
                                  </p:childTnLst>
                                </p:cTn>
                              </p:par>
                              <p:par>
                                <p:cTn id="84" presetID="3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800" decel="100000"/>
                                        <p:tgtEl>
                                          <p:spTgt spid="31"/>
                                        </p:tgtEl>
                                      </p:cBhvr>
                                    </p:animEffect>
                                    <p:anim calcmode="lin" valueType="num">
                                      <p:cBhvr>
                                        <p:cTn id="87" dur="800" decel="100000" fill="hold"/>
                                        <p:tgtEl>
                                          <p:spTgt spid="31"/>
                                        </p:tgtEl>
                                        <p:attrNameLst>
                                          <p:attrName>style.rotation</p:attrName>
                                        </p:attrNameLst>
                                      </p:cBhvr>
                                      <p:tavLst>
                                        <p:tav tm="0">
                                          <p:val>
                                            <p:fltVal val="-90"/>
                                          </p:val>
                                        </p:tav>
                                        <p:tav tm="100000">
                                          <p:val>
                                            <p:fltVal val="0"/>
                                          </p:val>
                                        </p:tav>
                                      </p:tavLst>
                                    </p:anim>
                                    <p:anim calcmode="lin" valueType="num">
                                      <p:cBhvr>
                                        <p:cTn id="88" dur="800" decel="100000" fill="hold"/>
                                        <p:tgtEl>
                                          <p:spTgt spid="31"/>
                                        </p:tgtEl>
                                        <p:attrNameLst>
                                          <p:attrName>ppt_x</p:attrName>
                                        </p:attrNameLst>
                                      </p:cBhvr>
                                      <p:tavLst>
                                        <p:tav tm="0">
                                          <p:val>
                                            <p:strVal val="#ppt_x+0.4"/>
                                          </p:val>
                                        </p:tav>
                                        <p:tav tm="100000">
                                          <p:val>
                                            <p:strVal val="#ppt_x-0.05"/>
                                          </p:val>
                                        </p:tav>
                                      </p:tavLst>
                                    </p:anim>
                                    <p:anim calcmode="lin" valueType="num">
                                      <p:cBhvr>
                                        <p:cTn id="89" dur="800" decel="100000" fill="hold"/>
                                        <p:tgtEl>
                                          <p:spTgt spid="31"/>
                                        </p:tgtEl>
                                        <p:attrNameLst>
                                          <p:attrName>ppt_y</p:attrName>
                                        </p:attrNameLst>
                                      </p:cBhvr>
                                      <p:tavLst>
                                        <p:tav tm="0">
                                          <p:val>
                                            <p:strVal val="#ppt_y-0.4"/>
                                          </p:val>
                                        </p:tav>
                                        <p:tav tm="100000">
                                          <p:val>
                                            <p:strVal val="#ppt_y+0.1"/>
                                          </p:val>
                                        </p:tav>
                                      </p:tavLst>
                                    </p:anim>
                                    <p:anim calcmode="lin" valueType="num">
                                      <p:cBhvr>
                                        <p:cTn id="90" dur="200" accel="100000" fill="hold">
                                          <p:stCondLst>
                                            <p:cond delay="800"/>
                                          </p:stCondLst>
                                        </p:cTn>
                                        <p:tgtEl>
                                          <p:spTgt spid="31"/>
                                        </p:tgtEl>
                                        <p:attrNameLst>
                                          <p:attrName>ppt_x</p:attrName>
                                        </p:attrNameLst>
                                      </p:cBhvr>
                                      <p:tavLst>
                                        <p:tav tm="0">
                                          <p:val>
                                            <p:strVal val="#ppt_x-0.05"/>
                                          </p:val>
                                        </p:tav>
                                        <p:tav tm="100000">
                                          <p:val>
                                            <p:strVal val="#ppt_x"/>
                                          </p:val>
                                        </p:tav>
                                      </p:tavLst>
                                    </p:anim>
                                    <p:anim calcmode="lin" valueType="num">
                                      <p:cBhvr>
                                        <p:cTn id="91" dur="200" accel="100000" fill="hold">
                                          <p:stCondLst>
                                            <p:cond delay="800"/>
                                          </p:stCondLst>
                                        </p:cTn>
                                        <p:tgtEl>
                                          <p:spTgt spid="31"/>
                                        </p:tgtEl>
                                        <p:attrNameLst>
                                          <p:attrName>ppt_y</p:attrName>
                                        </p:attrNameLst>
                                      </p:cBhvr>
                                      <p:tavLst>
                                        <p:tav tm="0">
                                          <p:val>
                                            <p:strVal val="#ppt_y+0.1"/>
                                          </p:val>
                                        </p:tav>
                                        <p:tav tm="100000">
                                          <p:val>
                                            <p:strVal val="#ppt_y"/>
                                          </p:val>
                                        </p:tav>
                                      </p:tavLst>
                                    </p:anim>
                                  </p:childTnLst>
                                </p:cTn>
                              </p:par>
                              <p:par>
                                <p:cTn id="92" presetID="30" presetClass="entr" presetSubtype="0" fill="hold" grpId="0" nodeType="with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800" decel="100000"/>
                                        <p:tgtEl>
                                          <p:spTgt spid="32"/>
                                        </p:tgtEl>
                                      </p:cBhvr>
                                    </p:animEffect>
                                    <p:anim calcmode="lin" valueType="num">
                                      <p:cBhvr>
                                        <p:cTn id="95" dur="800" decel="100000" fill="hold"/>
                                        <p:tgtEl>
                                          <p:spTgt spid="32"/>
                                        </p:tgtEl>
                                        <p:attrNameLst>
                                          <p:attrName>style.rotation</p:attrName>
                                        </p:attrNameLst>
                                      </p:cBhvr>
                                      <p:tavLst>
                                        <p:tav tm="0">
                                          <p:val>
                                            <p:fltVal val="-90"/>
                                          </p:val>
                                        </p:tav>
                                        <p:tav tm="100000">
                                          <p:val>
                                            <p:fltVal val="0"/>
                                          </p:val>
                                        </p:tav>
                                      </p:tavLst>
                                    </p:anim>
                                    <p:anim calcmode="lin" valueType="num">
                                      <p:cBhvr>
                                        <p:cTn id="96" dur="800" decel="100000" fill="hold"/>
                                        <p:tgtEl>
                                          <p:spTgt spid="32"/>
                                        </p:tgtEl>
                                        <p:attrNameLst>
                                          <p:attrName>ppt_x</p:attrName>
                                        </p:attrNameLst>
                                      </p:cBhvr>
                                      <p:tavLst>
                                        <p:tav tm="0">
                                          <p:val>
                                            <p:strVal val="#ppt_x+0.4"/>
                                          </p:val>
                                        </p:tav>
                                        <p:tav tm="100000">
                                          <p:val>
                                            <p:strVal val="#ppt_x-0.05"/>
                                          </p:val>
                                        </p:tav>
                                      </p:tavLst>
                                    </p:anim>
                                    <p:anim calcmode="lin" valueType="num">
                                      <p:cBhvr>
                                        <p:cTn id="97" dur="800" decel="100000" fill="hold"/>
                                        <p:tgtEl>
                                          <p:spTgt spid="32"/>
                                        </p:tgtEl>
                                        <p:attrNameLst>
                                          <p:attrName>ppt_y</p:attrName>
                                        </p:attrNameLst>
                                      </p:cBhvr>
                                      <p:tavLst>
                                        <p:tav tm="0">
                                          <p:val>
                                            <p:strVal val="#ppt_y-0.4"/>
                                          </p:val>
                                        </p:tav>
                                        <p:tav tm="100000">
                                          <p:val>
                                            <p:strVal val="#ppt_y+0.1"/>
                                          </p:val>
                                        </p:tav>
                                      </p:tavLst>
                                    </p:anim>
                                    <p:anim calcmode="lin" valueType="num">
                                      <p:cBhvr>
                                        <p:cTn id="98" dur="200" accel="100000" fill="hold">
                                          <p:stCondLst>
                                            <p:cond delay="800"/>
                                          </p:stCondLst>
                                        </p:cTn>
                                        <p:tgtEl>
                                          <p:spTgt spid="32"/>
                                        </p:tgtEl>
                                        <p:attrNameLst>
                                          <p:attrName>ppt_x</p:attrName>
                                        </p:attrNameLst>
                                      </p:cBhvr>
                                      <p:tavLst>
                                        <p:tav tm="0">
                                          <p:val>
                                            <p:strVal val="#ppt_x-0.05"/>
                                          </p:val>
                                        </p:tav>
                                        <p:tav tm="100000">
                                          <p:val>
                                            <p:strVal val="#ppt_x"/>
                                          </p:val>
                                        </p:tav>
                                      </p:tavLst>
                                    </p:anim>
                                    <p:anim calcmode="lin" valueType="num">
                                      <p:cBhvr>
                                        <p:cTn id="99" dur="200" accel="100000" fill="hold">
                                          <p:stCondLst>
                                            <p:cond delay="800"/>
                                          </p:stCondLst>
                                        </p:cTn>
                                        <p:tgtEl>
                                          <p:spTgt spid="32"/>
                                        </p:tgtEl>
                                        <p:attrNameLst>
                                          <p:attrName>ppt_y</p:attrName>
                                        </p:attrNameLst>
                                      </p:cBhvr>
                                      <p:tavLst>
                                        <p:tav tm="0">
                                          <p:val>
                                            <p:strVal val="#ppt_y+0.1"/>
                                          </p:val>
                                        </p:tav>
                                        <p:tav tm="100000">
                                          <p:val>
                                            <p:strVal val="#ppt_y"/>
                                          </p:val>
                                        </p:tav>
                                      </p:tavLst>
                                    </p:anim>
                                  </p:childTnLst>
                                </p:cTn>
                              </p:par>
                              <p:par>
                                <p:cTn id="100" presetID="30" presetClass="entr" presetSubtype="0" fill="hold" grpId="0" nodeType="withEffect">
                                  <p:stCondLst>
                                    <p:cond delay="0"/>
                                  </p:stCondLst>
                                  <p:childTnLst>
                                    <p:set>
                                      <p:cBhvr>
                                        <p:cTn id="101" dur="1" fill="hold">
                                          <p:stCondLst>
                                            <p:cond delay="0"/>
                                          </p:stCondLst>
                                        </p:cTn>
                                        <p:tgtEl>
                                          <p:spTgt spid="33"/>
                                        </p:tgtEl>
                                        <p:attrNameLst>
                                          <p:attrName>style.visibility</p:attrName>
                                        </p:attrNameLst>
                                      </p:cBhvr>
                                      <p:to>
                                        <p:strVal val="visible"/>
                                      </p:to>
                                    </p:set>
                                    <p:animEffect transition="in" filter="fade">
                                      <p:cBhvr>
                                        <p:cTn id="102" dur="800" decel="100000"/>
                                        <p:tgtEl>
                                          <p:spTgt spid="33"/>
                                        </p:tgtEl>
                                      </p:cBhvr>
                                    </p:animEffect>
                                    <p:anim calcmode="lin" valueType="num">
                                      <p:cBhvr>
                                        <p:cTn id="103" dur="800" decel="100000" fill="hold"/>
                                        <p:tgtEl>
                                          <p:spTgt spid="33"/>
                                        </p:tgtEl>
                                        <p:attrNameLst>
                                          <p:attrName>style.rotation</p:attrName>
                                        </p:attrNameLst>
                                      </p:cBhvr>
                                      <p:tavLst>
                                        <p:tav tm="0">
                                          <p:val>
                                            <p:fltVal val="-90"/>
                                          </p:val>
                                        </p:tav>
                                        <p:tav tm="100000">
                                          <p:val>
                                            <p:fltVal val="0"/>
                                          </p:val>
                                        </p:tav>
                                      </p:tavLst>
                                    </p:anim>
                                    <p:anim calcmode="lin" valueType="num">
                                      <p:cBhvr>
                                        <p:cTn id="104" dur="800" decel="100000" fill="hold"/>
                                        <p:tgtEl>
                                          <p:spTgt spid="33"/>
                                        </p:tgtEl>
                                        <p:attrNameLst>
                                          <p:attrName>ppt_x</p:attrName>
                                        </p:attrNameLst>
                                      </p:cBhvr>
                                      <p:tavLst>
                                        <p:tav tm="0">
                                          <p:val>
                                            <p:strVal val="#ppt_x+0.4"/>
                                          </p:val>
                                        </p:tav>
                                        <p:tav tm="100000">
                                          <p:val>
                                            <p:strVal val="#ppt_x-0.05"/>
                                          </p:val>
                                        </p:tav>
                                      </p:tavLst>
                                    </p:anim>
                                    <p:anim calcmode="lin" valueType="num">
                                      <p:cBhvr>
                                        <p:cTn id="105" dur="800" decel="100000" fill="hold"/>
                                        <p:tgtEl>
                                          <p:spTgt spid="33"/>
                                        </p:tgtEl>
                                        <p:attrNameLst>
                                          <p:attrName>ppt_y</p:attrName>
                                        </p:attrNameLst>
                                      </p:cBhvr>
                                      <p:tavLst>
                                        <p:tav tm="0">
                                          <p:val>
                                            <p:strVal val="#ppt_y-0.4"/>
                                          </p:val>
                                        </p:tav>
                                        <p:tav tm="100000">
                                          <p:val>
                                            <p:strVal val="#ppt_y+0.1"/>
                                          </p:val>
                                        </p:tav>
                                      </p:tavLst>
                                    </p:anim>
                                    <p:anim calcmode="lin" valueType="num">
                                      <p:cBhvr>
                                        <p:cTn id="106" dur="200" accel="100000" fill="hold">
                                          <p:stCondLst>
                                            <p:cond delay="800"/>
                                          </p:stCondLst>
                                        </p:cTn>
                                        <p:tgtEl>
                                          <p:spTgt spid="33"/>
                                        </p:tgtEl>
                                        <p:attrNameLst>
                                          <p:attrName>ppt_x</p:attrName>
                                        </p:attrNameLst>
                                      </p:cBhvr>
                                      <p:tavLst>
                                        <p:tav tm="0">
                                          <p:val>
                                            <p:strVal val="#ppt_x-0.05"/>
                                          </p:val>
                                        </p:tav>
                                        <p:tav tm="100000">
                                          <p:val>
                                            <p:strVal val="#ppt_x"/>
                                          </p:val>
                                        </p:tav>
                                      </p:tavLst>
                                    </p:anim>
                                    <p:anim calcmode="lin" valueType="num">
                                      <p:cBhvr>
                                        <p:cTn id="107" dur="200" accel="100000" fill="hold">
                                          <p:stCondLst>
                                            <p:cond delay="800"/>
                                          </p:stCondLst>
                                        </p:cTn>
                                        <p:tgtEl>
                                          <p:spTgt spid="33"/>
                                        </p:tgtEl>
                                        <p:attrNameLst>
                                          <p:attrName>ppt_y</p:attrName>
                                        </p:attrNameLst>
                                      </p:cBhvr>
                                      <p:tavLst>
                                        <p:tav tm="0">
                                          <p:val>
                                            <p:strVal val="#ppt_y+0.1"/>
                                          </p:val>
                                        </p:tav>
                                        <p:tav tm="100000">
                                          <p:val>
                                            <p:strVal val="#ppt_y"/>
                                          </p:val>
                                        </p:tav>
                                      </p:tavLst>
                                    </p:anim>
                                  </p:childTnLst>
                                </p:cTn>
                              </p:par>
                              <p:par>
                                <p:cTn id="108" presetID="30" presetClass="entr" presetSubtype="0" fill="hold" nodeType="withEffect">
                                  <p:stCondLst>
                                    <p:cond delay="0"/>
                                  </p:stCondLst>
                                  <p:childTnLst>
                                    <p:set>
                                      <p:cBhvr>
                                        <p:cTn id="109" dur="1" fill="hold">
                                          <p:stCondLst>
                                            <p:cond delay="0"/>
                                          </p:stCondLst>
                                        </p:cTn>
                                        <p:tgtEl>
                                          <p:spTgt spid="34"/>
                                        </p:tgtEl>
                                        <p:attrNameLst>
                                          <p:attrName>style.visibility</p:attrName>
                                        </p:attrNameLst>
                                      </p:cBhvr>
                                      <p:to>
                                        <p:strVal val="visible"/>
                                      </p:to>
                                    </p:set>
                                    <p:animEffect transition="in" filter="fade">
                                      <p:cBhvr>
                                        <p:cTn id="110" dur="800" decel="100000"/>
                                        <p:tgtEl>
                                          <p:spTgt spid="34"/>
                                        </p:tgtEl>
                                      </p:cBhvr>
                                    </p:animEffect>
                                    <p:anim calcmode="lin" valueType="num">
                                      <p:cBhvr>
                                        <p:cTn id="111" dur="800" decel="100000" fill="hold"/>
                                        <p:tgtEl>
                                          <p:spTgt spid="34"/>
                                        </p:tgtEl>
                                        <p:attrNameLst>
                                          <p:attrName>style.rotation</p:attrName>
                                        </p:attrNameLst>
                                      </p:cBhvr>
                                      <p:tavLst>
                                        <p:tav tm="0">
                                          <p:val>
                                            <p:fltVal val="-90"/>
                                          </p:val>
                                        </p:tav>
                                        <p:tav tm="100000">
                                          <p:val>
                                            <p:fltVal val="0"/>
                                          </p:val>
                                        </p:tav>
                                      </p:tavLst>
                                    </p:anim>
                                    <p:anim calcmode="lin" valueType="num">
                                      <p:cBhvr>
                                        <p:cTn id="112" dur="800" decel="100000" fill="hold"/>
                                        <p:tgtEl>
                                          <p:spTgt spid="34"/>
                                        </p:tgtEl>
                                        <p:attrNameLst>
                                          <p:attrName>ppt_x</p:attrName>
                                        </p:attrNameLst>
                                      </p:cBhvr>
                                      <p:tavLst>
                                        <p:tav tm="0">
                                          <p:val>
                                            <p:strVal val="#ppt_x+0.4"/>
                                          </p:val>
                                        </p:tav>
                                        <p:tav tm="100000">
                                          <p:val>
                                            <p:strVal val="#ppt_x-0.05"/>
                                          </p:val>
                                        </p:tav>
                                      </p:tavLst>
                                    </p:anim>
                                    <p:anim calcmode="lin" valueType="num">
                                      <p:cBhvr>
                                        <p:cTn id="113" dur="800" decel="100000" fill="hold"/>
                                        <p:tgtEl>
                                          <p:spTgt spid="34"/>
                                        </p:tgtEl>
                                        <p:attrNameLst>
                                          <p:attrName>ppt_y</p:attrName>
                                        </p:attrNameLst>
                                      </p:cBhvr>
                                      <p:tavLst>
                                        <p:tav tm="0">
                                          <p:val>
                                            <p:strVal val="#ppt_y-0.4"/>
                                          </p:val>
                                        </p:tav>
                                        <p:tav tm="100000">
                                          <p:val>
                                            <p:strVal val="#ppt_y+0.1"/>
                                          </p:val>
                                        </p:tav>
                                      </p:tavLst>
                                    </p:anim>
                                    <p:anim calcmode="lin" valueType="num">
                                      <p:cBhvr>
                                        <p:cTn id="114" dur="200" accel="100000" fill="hold">
                                          <p:stCondLst>
                                            <p:cond delay="800"/>
                                          </p:stCondLst>
                                        </p:cTn>
                                        <p:tgtEl>
                                          <p:spTgt spid="34"/>
                                        </p:tgtEl>
                                        <p:attrNameLst>
                                          <p:attrName>ppt_x</p:attrName>
                                        </p:attrNameLst>
                                      </p:cBhvr>
                                      <p:tavLst>
                                        <p:tav tm="0">
                                          <p:val>
                                            <p:strVal val="#ppt_x-0.05"/>
                                          </p:val>
                                        </p:tav>
                                        <p:tav tm="100000">
                                          <p:val>
                                            <p:strVal val="#ppt_x"/>
                                          </p:val>
                                        </p:tav>
                                      </p:tavLst>
                                    </p:anim>
                                    <p:anim calcmode="lin" valueType="num">
                                      <p:cBhvr>
                                        <p:cTn id="115" dur="200" accel="100000" fill="hold">
                                          <p:stCondLst>
                                            <p:cond delay="800"/>
                                          </p:stCondLst>
                                        </p:cTn>
                                        <p:tgtEl>
                                          <p:spTgt spid="34"/>
                                        </p:tgtEl>
                                        <p:attrNameLst>
                                          <p:attrName>ppt_y</p:attrName>
                                        </p:attrNameLst>
                                      </p:cBhvr>
                                      <p:tavLst>
                                        <p:tav tm="0">
                                          <p:val>
                                            <p:strVal val="#ppt_y+0.1"/>
                                          </p:val>
                                        </p:tav>
                                        <p:tav tm="100000">
                                          <p:val>
                                            <p:strVal val="#ppt_y"/>
                                          </p:val>
                                        </p:tav>
                                      </p:tavLst>
                                    </p:anim>
                                  </p:childTnLst>
                                </p:cTn>
                              </p:par>
                              <p:par>
                                <p:cTn id="116" presetID="30" presetClass="entr" presetSubtype="0" fill="hold" grpId="0" nodeType="withEffect">
                                  <p:stCondLst>
                                    <p:cond delay="0"/>
                                  </p:stCondLst>
                                  <p:childTnLst>
                                    <p:set>
                                      <p:cBhvr>
                                        <p:cTn id="117" dur="1" fill="hold">
                                          <p:stCondLst>
                                            <p:cond delay="0"/>
                                          </p:stCondLst>
                                        </p:cTn>
                                        <p:tgtEl>
                                          <p:spTgt spid="37"/>
                                        </p:tgtEl>
                                        <p:attrNameLst>
                                          <p:attrName>style.visibility</p:attrName>
                                        </p:attrNameLst>
                                      </p:cBhvr>
                                      <p:to>
                                        <p:strVal val="visible"/>
                                      </p:to>
                                    </p:set>
                                    <p:animEffect transition="in" filter="fade">
                                      <p:cBhvr>
                                        <p:cTn id="118" dur="800" decel="100000"/>
                                        <p:tgtEl>
                                          <p:spTgt spid="37"/>
                                        </p:tgtEl>
                                      </p:cBhvr>
                                    </p:animEffect>
                                    <p:anim calcmode="lin" valueType="num">
                                      <p:cBhvr>
                                        <p:cTn id="119" dur="800" decel="100000" fill="hold"/>
                                        <p:tgtEl>
                                          <p:spTgt spid="37"/>
                                        </p:tgtEl>
                                        <p:attrNameLst>
                                          <p:attrName>style.rotation</p:attrName>
                                        </p:attrNameLst>
                                      </p:cBhvr>
                                      <p:tavLst>
                                        <p:tav tm="0">
                                          <p:val>
                                            <p:fltVal val="-90"/>
                                          </p:val>
                                        </p:tav>
                                        <p:tav tm="100000">
                                          <p:val>
                                            <p:fltVal val="0"/>
                                          </p:val>
                                        </p:tav>
                                      </p:tavLst>
                                    </p:anim>
                                    <p:anim calcmode="lin" valueType="num">
                                      <p:cBhvr>
                                        <p:cTn id="120" dur="800" decel="100000" fill="hold"/>
                                        <p:tgtEl>
                                          <p:spTgt spid="37"/>
                                        </p:tgtEl>
                                        <p:attrNameLst>
                                          <p:attrName>ppt_x</p:attrName>
                                        </p:attrNameLst>
                                      </p:cBhvr>
                                      <p:tavLst>
                                        <p:tav tm="0">
                                          <p:val>
                                            <p:strVal val="#ppt_x+0.4"/>
                                          </p:val>
                                        </p:tav>
                                        <p:tav tm="100000">
                                          <p:val>
                                            <p:strVal val="#ppt_x-0.05"/>
                                          </p:val>
                                        </p:tav>
                                      </p:tavLst>
                                    </p:anim>
                                    <p:anim calcmode="lin" valueType="num">
                                      <p:cBhvr>
                                        <p:cTn id="121" dur="800" decel="100000" fill="hold"/>
                                        <p:tgtEl>
                                          <p:spTgt spid="37"/>
                                        </p:tgtEl>
                                        <p:attrNameLst>
                                          <p:attrName>ppt_y</p:attrName>
                                        </p:attrNameLst>
                                      </p:cBhvr>
                                      <p:tavLst>
                                        <p:tav tm="0">
                                          <p:val>
                                            <p:strVal val="#ppt_y-0.4"/>
                                          </p:val>
                                        </p:tav>
                                        <p:tav tm="100000">
                                          <p:val>
                                            <p:strVal val="#ppt_y+0.1"/>
                                          </p:val>
                                        </p:tav>
                                      </p:tavLst>
                                    </p:anim>
                                    <p:anim calcmode="lin" valueType="num">
                                      <p:cBhvr>
                                        <p:cTn id="122" dur="200" accel="100000" fill="hold">
                                          <p:stCondLst>
                                            <p:cond delay="800"/>
                                          </p:stCondLst>
                                        </p:cTn>
                                        <p:tgtEl>
                                          <p:spTgt spid="37"/>
                                        </p:tgtEl>
                                        <p:attrNameLst>
                                          <p:attrName>ppt_x</p:attrName>
                                        </p:attrNameLst>
                                      </p:cBhvr>
                                      <p:tavLst>
                                        <p:tav tm="0">
                                          <p:val>
                                            <p:strVal val="#ppt_x-0.05"/>
                                          </p:val>
                                        </p:tav>
                                        <p:tav tm="100000">
                                          <p:val>
                                            <p:strVal val="#ppt_x"/>
                                          </p:val>
                                        </p:tav>
                                      </p:tavLst>
                                    </p:anim>
                                    <p:anim calcmode="lin" valueType="num">
                                      <p:cBhvr>
                                        <p:cTn id="123" dur="200" accel="100000" fill="hold">
                                          <p:stCondLst>
                                            <p:cond delay="800"/>
                                          </p:stCondLst>
                                        </p:cTn>
                                        <p:tgtEl>
                                          <p:spTgt spid="3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p:bldP spid="23" grpId="0"/>
      <p:bldP spid="24" grpId="0"/>
      <p:bldP spid="28" grpId="0"/>
      <p:bldP spid="29" grpId="0"/>
      <p:bldP spid="30" grpId="0" animBg="1"/>
      <p:bldP spid="31" grpId="0" animBg="1"/>
      <p:bldP spid="32" grpId="0"/>
      <p:bldP spid="33" grpId="0"/>
      <p:bldP spid="3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81CFA8A-2A37-4327-B2F2-0F4D02D3319C}"/>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sp>
        <p:nvSpPr>
          <p:cNvPr id="15" name="矩形 14">
            <a:extLst>
              <a:ext uri="{FF2B5EF4-FFF2-40B4-BE49-F238E27FC236}">
                <a16:creationId xmlns:a16="http://schemas.microsoft.com/office/drawing/2014/main" id="{777D4300-8D39-4578-BD10-FF39A71AE5E1}"/>
              </a:ext>
            </a:extLst>
          </p:cNvPr>
          <p:cNvSpPr/>
          <p:nvPr/>
        </p:nvSpPr>
        <p:spPr>
          <a:xfrm>
            <a:off x="1136667" y="1478515"/>
            <a:ext cx="1943100" cy="42497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pic>
        <p:nvPicPr>
          <p:cNvPr id="16" name="图片 15">
            <a:extLst>
              <a:ext uri="{FF2B5EF4-FFF2-40B4-BE49-F238E27FC236}">
                <a16:creationId xmlns:a16="http://schemas.microsoft.com/office/drawing/2014/main" id="{542B7C19-16C6-4266-BB8C-27C1E55C75D1}"/>
              </a:ext>
            </a:extLst>
          </p:cNvPr>
          <p:cNvPicPr>
            <a:picLocks noChangeAspect="1"/>
          </p:cNvPicPr>
          <p:nvPr/>
        </p:nvPicPr>
        <p:blipFill>
          <a:blip r:embed="Rf98b5be60aab4f7a">
            <a:extLst>
              <a:ext uri="{28A0092B-C50C-407E-A947-70E740481C1C}">
                <a14:useLocalDpi xmlns:a14="http://schemas.microsoft.com/office/drawing/2010/main" val="0"/>
              </a:ext>
            </a:extLst>
          </a:blip>
          <a:srcRect l="15278" r="15278"/>
          <a:stretch>
            <a:fillRect/>
          </a:stretch>
        </p:blipFill>
        <p:spPr>
          <a:xfrm>
            <a:off x="1314891" y="1662663"/>
            <a:ext cx="4913087" cy="4699000"/>
          </a:xfrm>
          <a:prstGeom prst="roundRect">
            <a:avLst>
              <a:gd name="adj" fmla="val 0"/>
            </a:avLst>
          </a:prstGeom>
          <a:ln>
            <a:solidFill>
              <a:schemeClr val="bg1">
                <a:lumMod val="75000"/>
              </a:schemeClr>
            </a:solidFill>
          </a:ln>
        </p:spPr>
      </p:pic>
      <p:sp>
        <p:nvSpPr>
          <p:cNvPr id="17" name="PA_文本框 21">
            <a:extLst>
              <a:ext uri="{FF2B5EF4-FFF2-40B4-BE49-F238E27FC236}">
                <a16:creationId xmlns:a16="http://schemas.microsoft.com/office/drawing/2014/main" id="{F2000A2E-7FBE-49A1-854A-270CE286D670}"/>
              </a:ext>
            </a:extLst>
          </p:cNvPr>
          <p:cNvSpPr txBox="1"/>
          <p:nvPr>
            <p:custDataLst>
              <p:tags r:id="Rd9d14f2669824a5e"/>
            </p:custDataLst>
          </p:nvPr>
        </p:nvSpPr>
        <p:spPr>
          <a:xfrm>
            <a:off x="7044845" y="1774221"/>
            <a:ext cx="574715" cy="452038"/>
          </a:xfrm>
          <a:custGeom>
            <a:avLst/>
            <a:gdLst/>
            <a:ahLst/>
            <a:cxnLst/>
            <a:rect l="l" t="t" r="r" b="b"/>
            <a:pathLst>
              <a:path w="115044" h="90487">
                <a:moveTo>
                  <a:pt x="106858" y="0"/>
                </a:moveTo>
                <a:lnTo>
                  <a:pt x="115044" y="17264"/>
                </a:lnTo>
                <a:cubicBezTo>
                  <a:pt x="106709" y="20042"/>
                  <a:pt x="100731" y="23912"/>
                  <a:pt x="97110" y="28873"/>
                </a:cubicBezTo>
                <a:cubicBezTo>
                  <a:pt x="93488" y="33834"/>
                  <a:pt x="91578" y="40432"/>
                  <a:pt x="91380" y="48667"/>
                </a:cubicBezTo>
                <a:lnTo>
                  <a:pt x="111621" y="48667"/>
                </a:lnTo>
                <a:lnTo>
                  <a:pt x="111621" y="90487"/>
                </a:lnTo>
                <a:lnTo>
                  <a:pt x="69800" y="90487"/>
                </a:lnTo>
                <a:lnTo>
                  <a:pt x="69800" y="60573"/>
                </a:lnTo>
                <a:cubicBezTo>
                  <a:pt x="69800" y="48369"/>
                  <a:pt x="70867" y="38794"/>
                  <a:pt x="73000" y="31849"/>
                </a:cubicBezTo>
                <a:cubicBezTo>
                  <a:pt x="75133" y="24904"/>
                  <a:pt x="79102" y="18653"/>
                  <a:pt x="84906" y="13097"/>
                </a:cubicBezTo>
                <a:cubicBezTo>
                  <a:pt x="90710" y="7541"/>
                  <a:pt x="98028" y="3175"/>
                  <a:pt x="106858" y="0"/>
                </a:cubicBezTo>
                <a:close/>
                <a:moveTo>
                  <a:pt x="37058" y="0"/>
                </a:moveTo>
                <a:lnTo>
                  <a:pt x="45243" y="17264"/>
                </a:lnTo>
                <a:cubicBezTo>
                  <a:pt x="36909" y="20042"/>
                  <a:pt x="30931" y="23912"/>
                  <a:pt x="27310" y="28873"/>
                </a:cubicBezTo>
                <a:cubicBezTo>
                  <a:pt x="23688" y="33834"/>
                  <a:pt x="21778" y="40432"/>
                  <a:pt x="21580" y="48667"/>
                </a:cubicBezTo>
                <a:lnTo>
                  <a:pt x="41820" y="48667"/>
                </a:lnTo>
                <a:lnTo>
                  <a:pt x="41820" y="90487"/>
                </a:lnTo>
                <a:lnTo>
                  <a:pt x="0" y="90487"/>
                </a:lnTo>
                <a:lnTo>
                  <a:pt x="0" y="60573"/>
                </a:lnTo>
                <a:cubicBezTo>
                  <a:pt x="0" y="48468"/>
                  <a:pt x="1066" y="38919"/>
                  <a:pt x="3199" y="31924"/>
                </a:cubicBezTo>
                <a:cubicBezTo>
                  <a:pt x="5333" y="24929"/>
                  <a:pt x="9277" y="18653"/>
                  <a:pt x="15031" y="13097"/>
                </a:cubicBezTo>
                <a:cubicBezTo>
                  <a:pt x="20786" y="7541"/>
                  <a:pt x="28128" y="3175"/>
                  <a:pt x="3705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a:solidFill>
                <a:schemeClr val="bg1">
                  <a:lumMod val="85000"/>
                </a:schemeClr>
              </a:solidFill>
              <a:latin typeface="微软雅黑"/>
              <a:ea typeface="微软雅黑"/>
              <a:sym typeface="微软雅黑"/>
            </a:endParaRPr>
          </a:p>
        </p:txBody>
      </p:sp>
      <p:sp>
        <p:nvSpPr>
          <p:cNvPr id="18" name="文本框 17">
            <a:extLst>
              <a:ext uri="{FF2B5EF4-FFF2-40B4-BE49-F238E27FC236}">
                <a16:creationId xmlns:a16="http://schemas.microsoft.com/office/drawing/2014/main" id="{83C1A03C-4C47-47C7-86E8-FAE0C16180EE}"/>
              </a:ext>
            </a:extLst>
          </p:cNvPr>
          <p:cNvSpPr txBox="1"/>
          <p:nvPr/>
        </p:nvSpPr>
        <p:spPr>
          <a:xfrm>
            <a:off x="6946676" y="2849352"/>
            <a:ext cx="4768635" cy="523220"/>
          </a:xfrm>
          <a:prstGeom prst="rect">
            <a:avLst/>
          </a:prstGeom>
          <a:noFill/>
        </p:spPr>
        <p:txBody>
          <a:bodyPr wrap="square" rtlCol="0" anchor="ctr">
            <a:spAutoFit/>
          </a:bodyPr>
          <a:lstStyle/>
          <a:p>
            <a:r>
              <a:rPr lang="zh-CN" altLang="en-US" sz="2800" b="1">
                <a:latin typeface="微软雅黑"/>
                <a:ea typeface="微软雅黑"/>
                <a:cs typeface="阿里巴巴普惠体" panose="00020600040101010101" pitchFamily="18" charset="-122"/>
                <a:sym typeface="微软雅黑"/>
              </a:rPr>
              <a:t>升、降镜头</a:t>
            </a:r>
          </a:p>
        </p:txBody>
      </p:sp>
      <p:sp>
        <p:nvSpPr>
          <p:cNvPr id="19" name="文本框 18">
            <a:extLst>
              <a:ext uri="{FF2B5EF4-FFF2-40B4-BE49-F238E27FC236}">
                <a16:creationId xmlns:a16="http://schemas.microsoft.com/office/drawing/2014/main" id="{5A11ABA8-BA31-453A-AB7E-F34E6ABA1203}"/>
              </a:ext>
            </a:extLst>
          </p:cNvPr>
          <p:cNvSpPr txBox="1"/>
          <p:nvPr/>
        </p:nvSpPr>
        <p:spPr>
          <a:xfrm>
            <a:off x="6946677" y="2311379"/>
            <a:ext cx="3968535" cy="584775"/>
          </a:xfrm>
          <a:prstGeom prst="rect">
            <a:avLst/>
          </a:prstGeom>
          <a:noFill/>
        </p:spPr>
        <p:txBody>
          <a:bodyPr wrap="square">
            <a:spAutoFit/>
          </a:bodyPr>
          <a:lstStyle/>
          <a:p>
            <a:r>
              <a:rPr lang="en-US" altLang="zh-CN" sz="3200">
                <a:solidFill>
                  <a:schemeClr val="bg1">
                    <a:lumMod val="85000"/>
                  </a:schemeClr>
                </a:solidFill>
                <a:latin typeface="微软雅黑"/>
                <a:ea typeface="微软雅黑"/>
                <a:cs typeface="阿里巴巴普惠体" panose="00020600040101010101" pitchFamily="18" charset="-122"/>
                <a:sym typeface="微软雅黑"/>
              </a:rPr>
              <a:t>BACKGROUND</a:t>
            </a:r>
            <a:endParaRPr lang="zh-CN" altLang="en-US" sz="3200">
              <a:solidFill>
                <a:schemeClr val="bg1">
                  <a:lumMod val="85000"/>
                </a:schemeClr>
              </a:solidFill>
              <a:latin typeface="微软雅黑"/>
              <a:ea typeface="微软雅黑"/>
              <a:cs typeface="阿里巴巴普惠体" panose="00020600040101010101" pitchFamily="18" charset="-122"/>
              <a:sym typeface="微软雅黑"/>
            </a:endParaRPr>
          </a:p>
        </p:txBody>
      </p:sp>
      <p:sp>
        <p:nvSpPr>
          <p:cNvPr id="20" name="文本框 19">
            <a:extLst>
              <a:ext uri="{FF2B5EF4-FFF2-40B4-BE49-F238E27FC236}">
                <a16:creationId xmlns:a16="http://schemas.microsoft.com/office/drawing/2014/main" id="{FC2915BB-84D5-452F-A54F-7B2CA706B295}"/>
              </a:ext>
            </a:extLst>
          </p:cNvPr>
          <p:cNvSpPr txBox="1"/>
          <p:nvPr/>
        </p:nvSpPr>
        <p:spPr>
          <a:xfrm>
            <a:off x="6946676" y="3410072"/>
            <a:ext cx="2273085" cy="307777"/>
          </a:xfrm>
          <a:prstGeom prst="rect">
            <a:avLst/>
          </a:prstGeom>
          <a:noFill/>
        </p:spPr>
        <p:txBody>
          <a:bodyPr wrap="square" rtlCol="0" anchor="ctr">
            <a:spAutoFit/>
          </a:bodyPr>
          <a:lstStyle/>
          <a:p>
            <a:r>
              <a:rPr lang="zh-CN" altLang="en-US" sz="1400" b="1">
                <a:solidFill>
                  <a:schemeClr val="bg1">
                    <a:lumMod val="50000"/>
                  </a:schemeClr>
                </a:solidFill>
                <a:latin typeface="微软雅黑"/>
                <a:ea typeface="微软雅黑"/>
                <a:cs typeface="阿里巴巴普惠体" panose="00020600040101010101" pitchFamily="18" charset="-122"/>
                <a:sym typeface="微软雅黑"/>
              </a:rPr>
              <a:t>添加您的副标题文字</a:t>
            </a:r>
          </a:p>
        </p:txBody>
      </p:sp>
      <p:sp>
        <p:nvSpPr>
          <p:cNvPr id="21" name="文本框 20">
            <a:extLst>
              <a:ext uri="{FF2B5EF4-FFF2-40B4-BE49-F238E27FC236}">
                <a16:creationId xmlns:a16="http://schemas.microsoft.com/office/drawing/2014/main" id="{A8066BF9-6191-4DF4-B2F1-DC5FF34C02A6}"/>
              </a:ext>
            </a:extLst>
          </p:cNvPr>
          <p:cNvSpPr txBox="1"/>
          <p:nvPr/>
        </p:nvSpPr>
        <p:spPr>
          <a:xfrm>
            <a:off x="6946675" y="4166473"/>
            <a:ext cx="4343400" cy="1126462"/>
          </a:xfrm>
          <a:prstGeom prst="rect">
            <a:avLst/>
          </a:prstGeom>
          <a:noFill/>
        </p:spPr>
        <p:txBody>
          <a:bodyPr wrap="square" rtlCol="0">
            <a:spAutoFit/>
          </a:bodyPr>
          <a:lstStyle/>
          <a:p>
            <a:pPr>
              <a:lnSpc>
                <a:spcPct val="120000"/>
              </a:lnSpc>
            </a:pPr>
            <a:r>
              <a:rPr lang="zh-CN" altLang="en-US" sz="1400">
                <a:solidFill>
                  <a:schemeClr val="tx1">
                    <a:lumMod val="50000"/>
                    <a:lumOff val="50000"/>
                  </a:schemeClr>
                </a:solidFill>
                <a:latin typeface="微软雅黑"/>
                <a:ea typeface="微软雅黑"/>
                <a:cs typeface="阿里巴巴普惠体" panose="00020600040101010101" pitchFamily="18" charset="-122"/>
                <a:sym typeface="微软雅黑"/>
              </a:rPr>
              <a:t>升和降是相机借助升降装置等一边升降一边拍摄的方式，升降运动带来了画面视域的扩展和收缩，通过视点的连续变化形成了多角度、多方位的多构图效果。</a:t>
            </a:r>
          </a:p>
          <a:p>
            <a:pPr>
              <a:lnSpc>
                <a:spcPct val="120000"/>
              </a:lnSpc>
            </a:pPr>
            <a:r>
              <a:rPr lang="zh-CN" altLang="en-US" sz="1400">
                <a:solidFill>
                  <a:schemeClr val="tx1">
                    <a:lumMod val="50000"/>
                    <a:lumOff val="50000"/>
                  </a:schemeClr>
                </a:solidFill>
                <a:latin typeface="微软雅黑"/>
                <a:ea typeface="微软雅黑"/>
                <a:cs typeface="阿里巴巴普惠体" panose="00020600040101010101" pitchFamily="18" charset="-122"/>
                <a:sym typeface="微软雅黑"/>
              </a:rPr>
              <a:t>升降镜头的画面造型特点。</a:t>
            </a:r>
          </a:p>
        </p:txBody>
      </p:sp>
      <p:cxnSp>
        <p:nvCxnSpPr>
          <p:cNvPr id="22" name="直接连接符 21">
            <a:extLst>
              <a:ext uri="{FF2B5EF4-FFF2-40B4-BE49-F238E27FC236}">
                <a16:creationId xmlns:a16="http://schemas.microsoft.com/office/drawing/2014/main" id="{D61D9611-A3B2-4076-A8F6-652E63AEA3C5}"/>
              </a:ext>
            </a:extLst>
          </p:cNvPr>
          <p:cNvCxnSpPr/>
          <p:nvPr/>
        </p:nvCxnSpPr>
        <p:spPr>
          <a:xfrm>
            <a:off x="7062503" y="4024687"/>
            <a:ext cx="3998973"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矩形: 圆角 22">
            <a:extLst>
              <a:ext uri="{FF2B5EF4-FFF2-40B4-BE49-F238E27FC236}">
                <a16:creationId xmlns:a16="http://schemas.microsoft.com/office/drawing/2014/main" id="{933CCDF7-DCF9-4CDD-81EE-BFC2C529B3DC}"/>
              </a:ext>
            </a:extLst>
          </p:cNvPr>
          <p:cNvSpPr/>
          <p:nvPr/>
        </p:nvSpPr>
        <p:spPr>
          <a:xfrm>
            <a:off x="7027638" y="5617218"/>
            <a:ext cx="833679" cy="263896"/>
          </a:xfrm>
          <a:prstGeom prst="roundRect">
            <a:avLst>
              <a:gd name="adj" fmla="val 50000"/>
            </a:avLst>
          </a:prstGeom>
          <a:solidFill>
            <a:schemeClr val="accent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200">
                <a:solidFill>
                  <a:schemeClr val="accent1"/>
                </a:solidFill>
                <a:latin typeface="微软雅黑"/>
                <a:ea typeface="微软雅黑"/>
                <a:cs typeface="阿里巴巴普惠体" panose="00020600040101010101" pitchFamily="18" charset="-122"/>
                <a:sym typeface="微软雅黑"/>
              </a:rPr>
              <a:t>专业能力</a:t>
            </a:r>
          </a:p>
        </p:txBody>
      </p:sp>
      <p:sp>
        <p:nvSpPr>
          <p:cNvPr id="24" name="矩形: 圆角 23">
            <a:extLst>
              <a:ext uri="{FF2B5EF4-FFF2-40B4-BE49-F238E27FC236}">
                <a16:creationId xmlns:a16="http://schemas.microsoft.com/office/drawing/2014/main" id="{1BAC1086-CD99-4905-8AAD-502B88E2E2C0}"/>
              </a:ext>
            </a:extLst>
          </p:cNvPr>
          <p:cNvSpPr/>
          <p:nvPr/>
        </p:nvSpPr>
        <p:spPr>
          <a:xfrm>
            <a:off x="8094438" y="5617218"/>
            <a:ext cx="833679" cy="263896"/>
          </a:xfrm>
          <a:prstGeom prst="roundRect">
            <a:avLst>
              <a:gd name="adj" fmla="val 50000"/>
            </a:avLst>
          </a:prstGeom>
          <a:solidFill>
            <a:schemeClr val="accent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200">
                <a:solidFill>
                  <a:schemeClr val="accent1"/>
                </a:solidFill>
                <a:latin typeface="微软雅黑"/>
                <a:ea typeface="微软雅黑"/>
                <a:cs typeface="阿里巴巴普惠体" panose="00020600040101010101" pitchFamily="18" charset="-122"/>
                <a:sym typeface="微软雅黑"/>
              </a:rPr>
              <a:t>相应速度</a:t>
            </a:r>
          </a:p>
        </p:txBody>
      </p:sp>
      <p:sp>
        <p:nvSpPr>
          <p:cNvPr id="25" name="矩形: 圆角 24">
            <a:extLst>
              <a:ext uri="{FF2B5EF4-FFF2-40B4-BE49-F238E27FC236}">
                <a16:creationId xmlns:a16="http://schemas.microsoft.com/office/drawing/2014/main" id="{3037535E-0B51-4E7C-AFB6-85BBC7C35001}"/>
              </a:ext>
            </a:extLst>
          </p:cNvPr>
          <p:cNvSpPr/>
          <p:nvPr/>
        </p:nvSpPr>
        <p:spPr>
          <a:xfrm>
            <a:off x="9161238" y="5617218"/>
            <a:ext cx="833679" cy="263896"/>
          </a:xfrm>
          <a:prstGeom prst="roundRect">
            <a:avLst>
              <a:gd name="adj" fmla="val 50000"/>
            </a:avLst>
          </a:prstGeom>
          <a:solidFill>
            <a:schemeClr val="accent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200">
                <a:solidFill>
                  <a:schemeClr val="accent1"/>
                </a:solidFill>
                <a:latin typeface="微软雅黑"/>
                <a:ea typeface="微软雅黑"/>
                <a:cs typeface="阿里巴巴普惠体" panose="00020600040101010101" pitchFamily="18" charset="-122"/>
                <a:sym typeface="微软雅黑"/>
              </a:rPr>
              <a:t>服务范围</a:t>
            </a:r>
          </a:p>
        </p:txBody>
      </p:sp>
    </p:spTree>
    <p:extLst>
      <p:ext uri="{BB962C8B-B14F-4D97-AF65-F5344CB8AC3E}">
        <p14:creationId xmlns:p14="http://schemas.microsoft.com/office/powerpoint/2010/main" val="118747047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1000" fill="hold"/>
                                        <p:tgtEl>
                                          <p:spTgt spid="15"/>
                                        </p:tgtEl>
                                        <p:attrNameLst>
                                          <p:attrName>ppt_w</p:attrName>
                                        </p:attrNameLst>
                                      </p:cBhvr>
                                      <p:tavLst>
                                        <p:tav tm="0">
                                          <p:val>
                                            <p:fltVal val="0"/>
                                          </p:val>
                                        </p:tav>
                                        <p:tav tm="100000">
                                          <p:val>
                                            <p:strVal val="#ppt_w"/>
                                          </p:val>
                                        </p:tav>
                                      </p:tavLst>
                                    </p:anim>
                                    <p:anim calcmode="lin" valueType="num">
                                      <p:cBhvr>
                                        <p:cTn id="14" dur="1000" fill="hold"/>
                                        <p:tgtEl>
                                          <p:spTgt spid="15"/>
                                        </p:tgtEl>
                                        <p:attrNameLst>
                                          <p:attrName>ppt_h</p:attrName>
                                        </p:attrNameLst>
                                      </p:cBhvr>
                                      <p:tavLst>
                                        <p:tav tm="0">
                                          <p:val>
                                            <p:fltVal val="0"/>
                                          </p:val>
                                        </p:tav>
                                        <p:tav tm="100000">
                                          <p:val>
                                            <p:strVal val="#ppt_h"/>
                                          </p:val>
                                        </p:tav>
                                      </p:tavLst>
                                    </p:anim>
                                    <p:anim calcmode="lin" valueType="num">
                                      <p:cBhvr>
                                        <p:cTn id="15" dur="1000" fill="hold"/>
                                        <p:tgtEl>
                                          <p:spTgt spid="15"/>
                                        </p:tgtEl>
                                        <p:attrNameLst>
                                          <p:attrName>style.rotation</p:attrName>
                                        </p:attrNameLst>
                                      </p:cBhvr>
                                      <p:tavLst>
                                        <p:tav tm="0">
                                          <p:val>
                                            <p:fltVal val="90"/>
                                          </p:val>
                                        </p:tav>
                                        <p:tav tm="100000">
                                          <p:val>
                                            <p:fltVal val="0"/>
                                          </p:val>
                                        </p:tav>
                                      </p:tavLst>
                                    </p:anim>
                                    <p:animEffect transition="in" filter="fade">
                                      <p:cBhvr>
                                        <p:cTn id="16" dur="1000"/>
                                        <p:tgtEl>
                                          <p:spTgt spid="15"/>
                                        </p:tgtEl>
                                      </p:cBhvr>
                                    </p:animEffect>
                                  </p:childTnLst>
                                </p:cTn>
                              </p:par>
                              <p:par>
                                <p:cTn id="17" presetID="3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p:cTn id="19" dur="1000" fill="hold"/>
                                        <p:tgtEl>
                                          <p:spTgt spid="16"/>
                                        </p:tgtEl>
                                        <p:attrNameLst>
                                          <p:attrName>ppt_w</p:attrName>
                                        </p:attrNameLst>
                                      </p:cBhvr>
                                      <p:tavLst>
                                        <p:tav tm="0">
                                          <p:val>
                                            <p:fltVal val="0"/>
                                          </p:val>
                                        </p:tav>
                                        <p:tav tm="100000">
                                          <p:val>
                                            <p:strVal val="#ppt_w"/>
                                          </p:val>
                                        </p:tav>
                                      </p:tavLst>
                                    </p:anim>
                                    <p:anim calcmode="lin" valueType="num">
                                      <p:cBhvr>
                                        <p:cTn id="20" dur="1000" fill="hold"/>
                                        <p:tgtEl>
                                          <p:spTgt spid="16"/>
                                        </p:tgtEl>
                                        <p:attrNameLst>
                                          <p:attrName>ppt_h</p:attrName>
                                        </p:attrNameLst>
                                      </p:cBhvr>
                                      <p:tavLst>
                                        <p:tav tm="0">
                                          <p:val>
                                            <p:fltVal val="0"/>
                                          </p:val>
                                        </p:tav>
                                        <p:tav tm="100000">
                                          <p:val>
                                            <p:strVal val="#ppt_h"/>
                                          </p:val>
                                        </p:tav>
                                      </p:tavLst>
                                    </p:anim>
                                    <p:anim calcmode="lin" valueType="num">
                                      <p:cBhvr>
                                        <p:cTn id="21" dur="1000" fill="hold"/>
                                        <p:tgtEl>
                                          <p:spTgt spid="16"/>
                                        </p:tgtEl>
                                        <p:attrNameLst>
                                          <p:attrName>style.rotation</p:attrName>
                                        </p:attrNameLst>
                                      </p:cBhvr>
                                      <p:tavLst>
                                        <p:tav tm="0">
                                          <p:val>
                                            <p:fltVal val="90"/>
                                          </p:val>
                                        </p:tav>
                                        <p:tav tm="100000">
                                          <p:val>
                                            <p:fltVal val="0"/>
                                          </p:val>
                                        </p:tav>
                                      </p:tavLst>
                                    </p:anim>
                                    <p:animEffect transition="in" filter="fade">
                                      <p:cBhvr>
                                        <p:cTn id="22" dur="1000"/>
                                        <p:tgtEl>
                                          <p:spTgt spid="16"/>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p:cTn id="25" dur="1000" fill="hold"/>
                                        <p:tgtEl>
                                          <p:spTgt spid="17"/>
                                        </p:tgtEl>
                                        <p:attrNameLst>
                                          <p:attrName>ppt_w</p:attrName>
                                        </p:attrNameLst>
                                      </p:cBhvr>
                                      <p:tavLst>
                                        <p:tav tm="0">
                                          <p:val>
                                            <p:fltVal val="0"/>
                                          </p:val>
                                        </p:tav>
                                        <p:tav tm="100000">
                                          <p:val>
                                            <p:strVal val="#ppt_w"/>
                                          </p:val>
                                        </p:tav>
                                      </p:tavLst>
                                    </p:anim>
                                    <p:anim calcmode="lin" valueType="num">
                                      <p:cBhvr>
                                        <p:cTn id="26" dur="1000" fill="hold"/>
                                        <p:tgtEl>
                                          <p:spTgt spid="17"/>
                                        </p:tgtEl>
                                        <p:attrNameLst>
                                          <p:attrName>ppt_h</p:attrName>
                                        </p:attrNameLst>
                                      </p:cBhvr>
                                      <p:tavLst>
                                        <p:tav tm="0">
                                          <p:val>
                                            <p:fltVal val="0"/>
                                          </p:val>
                                        </p:tav>
                                        <p:tav tm="100000">
                                          <p:val>
                                            <p:strVal val="#ppt_h"/>
                                          </p:val>
                                        </p:tav>
                                      </p:tavLst>
                                    </p:anim>
                                    <p:anim calcmode="lin" valueType="num">
                                      <p:cBhvr>
                                        <p:cTn id="27" dur="1000" fill="hold"/>
                                        <p:tgtEl>
                                          <p:spTgt spid="17"/>
                                        </p:tgtEl>
                                        <p:attrNameLst>
                                          <p:attrName>style.rotation</p:attrName>
                                        </p:attrNameLst>
                                      </p:cBhvr>
                                      <p:tavLst>
                                        <p:tav tm="0">
                                          <p:val>
                                            <p:fltVal val="90"/>
                                          </p:val>
                                        </p:tav>
                                        <p:tav tm="100000">
                                          <p:val>
                                            <p:fltVal val="0"/>
                                          </p:val>
                                        </p:tav>
                                      </p:tavLst>
                                    </p:anim>
                                    <p:animEffect transition="in" filter="fade">
                                      <p:cBhvr>
                                        <p:cTn id="28" dur="1000"/>
                                        <p:tgtEl>
                                          <p:spTgt spid="17"/>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1000" fill="hold"/>
                                        <p:tgtEl>
                                          <p:spTgt spid="18"/>
                                        </p:tgtEl>
                                        <p:attrNameLst>
                                          <p:attrName>ppt_w</p:attrName>
                                        </p:attrNameLst>
                                      </p:cBhvr>
                                      <p:tavLst>
                                        <p:tav tm="0">
                                          <p:val>
                                            <p:fltVal val="0"/>
                                          </p:val>
                                        </p:tav>
                                        <p:tav tm="100000">
                                          <p:val>
                                            <p:strVal val="#ppt_w"/>
                                          </p:val>
                                        </p:tav>
                                      </p:tavLst>
                                    </p:anim>
                                    <p:anim calcmode="lin" valueType="num">
                                      <p:cBhvr>
                                        <p:cTn id="32" dur="1000" fill="hold"/>
                                        <p:tgtEl>
                                          <p:spTgt spid="18"/>
                                        </p:tgtEl>
                                        <p:attrNameLst>
                                          <p:attrName>ppt_h</p:attrName>
                                        </p:attrNameLst>
                                      </p:cBhvr>
                                      <p:tavLst>
                                        <p:tav tm="0">
                                          <p:val>
                                            <p:fltVal val="0"/>
                                          </p:val>
                                        </p:tav>
                                        <p:tav tm="100000">
                                          <p:val>
                                            <p:strVal val="#ppt_h"/>
                                          </p:val>
                                        </p:tav>
                                      </p:tavLst>
                                    </p:anim>
                                    <p:anim calcmode="lin" valueType="num">
                                      <p:cBhvr>
                                        <p:cTn id="33" dur="1000" fill="hold"/>
                                        <p:tgtEl>
                                          <p:spTgt spid="18"/>
                                        </p:tgtEl>
                                        <p:attrNameLst>
                                          <p:attrName>style.rotation</p:attrName>
                                        </p:attrNameLst>
                                      </p:cBhvr>
                                      <p:tavLst>
                                        <p:tav tm="0">
                                          <p:val>
                                            <p:fltVal val="90"/>
                                          </p:val>
                                        </p:tav>
                                        <p:tav tm="100000">
                                          <p:val>
                                            <p:fltVal val="0"/>
                                          </p:val>
                                        </p:tav>
                                      </p:tavLst>
                                    </p:anim>
                                    <p:animEffect transition="in" filter="fade">
                                      <p:cBhvr>
                                        <p:cTn id="34" dur="1000"/>
                                        <p:tgtEl>
                                          <p:spTgt spid="18"/>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p:cTn id="37" dur="1000" fill="hold"/>
                                        <p:tgtEl>
                                          <p:spTgt spid="19"/>
                                        </p:tgtEl>
                                        <p:attrNameLst>
                                          <p:attrName>ppt_w</p:attrName>
                                        </p:attrNameLst>
                                      </p:cBhvr>
                                      <p:tavLst>
                                        <p:tav tm="0">
                                          <p:val>
                                            <p:fltVal val="0"/>
                                          </p:val>
                                        </p:tav>
                                        <p:tav tm="100000">
                                          <p:val>
                                            <p:strVal val="#ppt_w"/>
                                          </p:val>
                                        </p:tav>
                                      </p:tavLst>
                                    </p:anim>
                                    <p:anim calcmode="lin" valueType="num">
                                      <p:cBhvr>
                                        <p:cTn id="38" dur="1000" fill="hold"/>
                                        <p:tgtEl>
                                          <p:spTgt spid="19"/>
                                        </p:tgtEl>
                                        <p:attrNameLst>
                                          <p:attrName>ppt_h</p:attrName>
                                        </p:attrNameLst>
                                      </p:cBhvr>
                                      <p:tavLst>
                                        <p:tav tm="0">
                                          <p:val>
                                            <p:fltVal val="0"/>
                                          </p:val>
                                        </p:tav>
                                        <p:tav tm="100000">
                                          <p:val>
                                            <p:strVal val="#ppt_h"/>
                                          </p:val>
                                        </p:tav>
                                      </p:tavLst>
                                    </p:anim>
                                    <p:anim calcmode="lin" valueType="num">
                                      <p:cBhvr>
                                        <p:cTn id="39" dur="1000" fill="hold"/>
                                        <p:tgtEl>
                                          <p:spTgt spid="19"/>
                                        </p:tgtEl>
                                        <p:attrNameLst>
                                          <p:attrName>style.rotation</p:attrName>
                                        </p:attrNameLst>
                                      </p:cBhvr>
                                      <p:tavLst>
                                        <p:tav tm="0">
                                          <p:val>
                                            <p:fltVal val="90"/>
                                          </p:val>
                                        </p:tav>
                                        <p:tav tm="100000">
                                          <p:val>
                                            <p:fltVal val="0"/>
                                          </p:val>
                                        </p:tav>
                                      </p:tavLst>
                                    </p:anim>
                                    <p:animEffect transition="in" filter="fade">
                                      <p:cBhvr>
                                        <p:cTn id="40" dur="1000"/>
                                        <p:tgtEl>
                                          <p:spTgt spid="19"/>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p:cTn id="43" dur="1000" fill="hold"/>
                                        <p:tgtEl>
                                          <p:spTgt spid="20"/>
                                        </p:tgtEl>
                                        <p:attrNameLst>
                                          <p:attrName>ppt_w</p:attrName>
                                        </p:attrNameLst>
                                      </p:cBhvr>
                                      <p:tavLst>
                                        <p:tav tm="0">
                                          <p:val>
                                            <p:fltVal val="0"/>
                                          </p:val>
                                        </p:tav>
                                        <p:tav tm="100000">
                                          <p:val>
                                            <p:strVal val="#ppt_w"/>
                                          </p:val>
                                        </p:tav>
                                      </p:tavLst>
                                    </p:anim>
                                    <p:anim calcmode="lin" valueType="num">
                                      <p:cBhvr>
                                        <p:cTn id="44" dur="1000" fill="hold"/>
                                        <p:tgtEl>
                                          <p:spTgt spid="20"/>
                                        </p:tgtEl>
                                        <p:attrNameLst>
                                          <p:attrName>ppt_h</p:attrName>
                                        </p:attrNameLst>
                                      </p:cBhvr>
                                      <p:tavLst>
                                        <p:tav tm="0">
                                          <p:val>
                                            <p:fltVal val="0"/>
                                          </p:val>
                                        </p:tav>
                                        <p:tav tm="100000">
                                          <p:val>
                                            <p:strVal val="#ppt_h"/>
                                          </p:val>
                                        </p:tav>
                                      </p:tavLst>
                                    </p:anim>
                                    <p:anim calcmode="lin" valueType="num">
                                      <p:cBhvr>
                                        <p:cTn id="45" dur="1000" fill="hold"/>
                                        <p:tgtEl>
                                          <p:spTgt spid="20"/>
                                        </p:tgtEl>
                                        <p:attrNameLst>
                                          <p:attrName>style.rotation</p:attrName>
                                        </p:attrNameLst>
                                      </p:cBhvr>
                                      <p:tavLst>
                                        <p:tav tm="0">
                                          <p:val>
                                            <p:fltVal val="90"/>
                                          </p:val>
                                        </p:tav>
                                        <p:tav tm="100000">
                                          <p:val>
                                            <p:fltVal val="0"/>
                                          </p:val>
                                        </p:tav>
                                      </p:tavLst>
                                    </p:anim>
                                    <p:animEffect transition="in" filter="fade">
                                      <p:cBhvr>
                                        <p:cTn id="46" dur="1000"/>
                                        <p:tgtEl>
                                          <p:spTgt spid="20"/>
                                        </p:tgtEl>
                                      </p:cBhvr>
                                    </p:animEffect>
                                  </p:childTnLst>
                                </p:cTn>
                              </p:par>
                              <p:par>
                                <p:cTn id="47" presetID="3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 calcmode="lin" valueType="num">
                                      <p:cBhvr>
                                        <p:cTn id="49" dur="1000" fill="hold"/>
                                        <p:tgtEl>
                                          <p:spTgt spid="21"/>
                                        </p:tgtEl>
                                        <p:attrNameLst>
                                          <p:attrName>ppt_w</p:attrName>
                                        </p:attrNameLst>
                                      </p:cBhvr>
                                      <p:tavLst>
                                        <p:tav tm="0">
                                          <p:val>
                                            <p:fltVal val="0"/>
                                          </p:val>
                                        </p:tav>
                                        <p:tav tm="100000">
                                          <p:val>
                                            <p:strVal val="#ppt_w"/>
                                          </p:val>
                                        </p:tav>
                                      </p:tavLst>
                                    </p:anim>
                                    <p:anim calcmode="lin" valueType="num">
                                      <p:cBhvr>
                                        <p:cTn id="50" dur="1000" fill="hold"/>
                                        <p:tgtEl>
                                          <p:spTgt spid="21"/>
                                        </p:tgtEl>
                                        <p:attrNameLst>
                                          <p:attrName>ppt_h</p:attrName>
                                        </p:attrNameLst>
                                      </p:cBhvr>
                                      <p:tavLst>
                                        <p:tav tm="0">
                                          <p:val>
                                            <p:fltVal val="0"/>
                                          </p:val>
                                        </p:tav>
                                        <p:tav tm="100000">
                                          <p:val>
                                            <p:strVal val="#ppt_h"/>
                                          </p:val>
                                        </p:tav>
                                      </p:tavLst>
                                    </p:anim>
                                    <p:anim calcmode="lin" valueType="num">
                                      <p:cBhvr>
                                        <p:cTn id="51" dur="1000" fill="hold"/>
                                        <p:tgtEl>
                                          <p:spTgt spid="21"/>
                                        </p:tgtEl>
                                        <p:attrNameLst>
                                          <p:attrName>style.rotation</p:attrName>
                                        </p:attrNameLst>
                                      </p:cBhvr>
                                      <p:tavLst>
                                        <p:tav tm="0">
                                          <p:val>
                                            <p:fltVal val="90"/>
                                          </p:val>
                                        </p:tav>
                                        <p:tav tm="100000">
                                          <p:val>
                                            <p:fltVal val="0"/>
                                          </p:val>
                                        </p:tav>
                                      </p:tavLst>
                                    </p:anim>
                                    <p:animEffect transition="in" filter="fade">
                                      <p:cBhvr>
                                        <p:cTn id="52" dur="1000"/>
                                        <p:tgtEl>
                                          <p:spTgt spid="21"/>
                                        </p:tgtEl>
                                      </p:cBhvr>
                                    </p:animEffect>
                                  </p:childTnLst>
                                </p:cTn>
                              </p:par>
                              <p:par>
                                <p:cTn id="53" presetID="31"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p:cTn id="55" dur="1000" fill="hold"/>
                                        <p:tgtEl>
                                          <p:spTgt spid="22"/>
                                        </p:tgtEl>
                                        <p:attrNameLst>
                                          <p:attrName>ppt_w</p:attrName>
                                        </p:attrNameLst>
                                      </p:cBhvr>
                                      <p:tavLst>
                                        <p:tav tm="0">
                                          <p:val>
                                            <p:fltVal val="0"/>
                                          </p:val>
                                        </p:tav>
                                        <p:tav tm="100000">
                                          <p:val>
                                            <p:strVal val="#ppt_w"/>
                                          </p:val>
                                        </p:tav>
                                      </p:tavLst>
                                    </p:anim>
                                    <p:anim calcmode="lin" valueType="num">
                                      <p:cBhvr>
                                        <p:cTn id="56" dur="1000" fill="hold"/>
                                        <p:tgtEl>
                                          <p:spTgt spid="22"/>
                                        </p:tgtEl>
                                        <p:attrNameLst>
                                          <p:attrName>ppt_h</p:attrName>
                                        </p:attrNameLst>
                                      </p:cBhvr>
                                      <p:tavLst>
                                        <p:tav tm="0">
                                          <p:val>
                                            <p:fltVal val="0"/>
                                          </p:val>
                                        </p:tav>
                                        <p:tav tm="100000">
                                          <p:val>
                                            <p:strVal val="#ppt_h"/>
                                          </p:val>
                                        </p:tav>
                                      </p:tavLst>
                                    </p:anim>
                                    <p:anim calcmode="lin" valueType="num">
                                      <p:cBhvr>
                                        <p:cTn id="57" dur="1000" fill="hold"/>
                                        <p:tgtEl>
                                          <p:spTgt spid="22"/>
                                        </p:tgtEl>
                                        <p:attrNameLst>
                                          <p:attrName>style.rotation</p:attrName>
                                        </p:attrNameLst>
                                      </p:cBhvr>
                                      <p:tavLst>
                                        <p:tav tm="0">
                                          <p:val>
                                            <p:fltVal val="90"/>
                                          </p:val>
                                        </p:tav>
                                        <p:tav tm="100000">
                                          <p:val>
                                            <p:fltVal val="0"/>
                                          </p:val>
                                        </p:tav>
                                      </p:tavLst>
                                    </p:anim>
                                    <p:animEffect transition="in" filter="fade">
                                      <p:cBhvr>
                                        <p:cTn id="58" dur="1000"/>
                                        <p:tgtEl>
                                          <p:spTgt spid="22"/>
                                        </p:tgtEl>
                                      </p:cBhvr>
                                    </p:animEffect>
                                  </p:childTnLst>
                                </p:cTn>
                              </p:par>
                              <p:par>
                                <p:cTn id="59" presetID="31"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 calcmode="lin" valueType="num">
                                      <p:cBhvr>
                                        <p:cTn id="61" dur="1000" fill="hold"/>
                                        <p:tgtEl>
                                          <p:spTgt spid="23"/>
                                        </p:tgtEl>
                                        <p:attrNameLst>
                                          <p:attrName>ppt_w</p:attrName>
                                        </p:attrNameLst>
                                      </p:cBhvr>
                                      <p:tavLst>
                                        <p:tav tm="0">
                                          <p:val>
                                            <p:fltVal val="0"/>
                                          </p:val>
                                        </p:tav>
                                        <p:tav tm="100000">
                                          <p:val>
                                            <p:strVal val="#ppt_w"/>
                                          </p:val>
                                        </p:tav>
                                      </p:tavLst>
                                    </p:anim>
                                    <p:anim calcmode="lin" valueType="num">
                                      <p:cBhvr>
                                        <p:cTn id="62" dur="1000" fill="hold"/>
                                        <p:tgtEl>
                                          <p:spTgt spid="23"/>
                                        </p:tgtEl>
                                        <p:attrNameLst>
                                          <p:attrName>ppt_h</p:attrName>
                                        </p:attrNameLst>
                                      </p:cBhvr>
                                      <p:tavLst>
                                        <p:tav tm="0">
                                          <p:val>
                                            <p:fltVal val="0"/>
                                          </p:val>
                                        </p:tav>
                                        <p:tav tm="100000">
                                          <p:val>
                                            <p:strVal val="#ppt_h"/>
                                          </p:val>
                                        </p:tav>
                                      </p:tavLst>
                                    </p:anim>
                                    <p:anim calcmode="lin" valueType="num">
                                      <p:cBhvr>
                                        <p:cTn id="63" dur="1000" fill="hold"/>
                                        <p:tgtEl>
                                          <p:spTgt spid="23"/>
                                        </p:tgtEl>
                                        <p:attrNameLst>
                                          <p:attrName>style.rotation</p:attrName>
                                        </p:attrNameLst>
                                      </p:cBhvr>
                                      <p:tavLst>
                                        <p:tav tm="0">
                                          <p:val>
                                            <p:fltVal val="90"/>
                                          </p:val>
                                        </p:tav>
                                        <p:tav tm="100000">
                                          <p:val>
                                            <p:fltVal val="0"/>
                                          </p:val>
                                        </p:tav>
                                      </p:tavLst>
                                    </p:anim>
                                    <p:animEffect transition="in" filter="fade">
                                      <p:cBhvr>
                                        <p:cTn id="64" dur="1000"/>
                                        <p:tgtEl>
                                          <p:spTgt spid="23"/>
                                        </p:tgtEl>
                                      </p:cBhvr>
                                    </p:animEffect>
                                  </p:childTnLst>
                                </p:cTn>
                              </p:par>
                              <p:par>
                                <p:cTn id="65" presetID="31"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 calcmode="lin" valueType="num">
                                      <p:cBhvr>
                                        <p:cTn id="67" dur="1000" fill="hold"/>
                                        <p:tgtEl>
                                          <p:spTgt spid="24"/>
                                        </p:tgtEl>
                                        <p:attrNameLst>
                                          <p:attrName>ppt_w</p:attrName>
                                        </p:attrNameLst>
                                      </p:cBhvr>
                                      <p:tavLst>
                                        <p:tav tm="0">
                                          <p:val>
                                            <p:fltVal val="0"/>
                                          </p:val>
                                        </p:tav>
                                        <p:tav tm="100000">
                                          <p:val>
                                            <p:strVal val="#ppt_w"/>
                                          </p:val>
                                        </p:tav>
                                      </p:tavLst>
                                    </p:anim>
                                    <p:anim calcmode="lin" valueType="num">
                                      <p:cBhvr>
                                        <p:cTn id="68" dur="1000" fill="hold"/>
                                        <p:tgtEl>
                                          <p:spTgt spid="24"/>
                                        </p:tgtEl>
                                        <p:attrNameLst>
                                          <p:attrName>ppt_h</p:attrName>
                                        </p:attrNameLst>
                                      </p:cBhvr>
                                      <p:tavLst>
                                        <p:tav tm="0">
                                          <p:val>
                                            <p:fltVal val="0"/>
                                          </p:val>
                                        </p:tav>
                                        <p:tav tm="100000">
                                          <p:val>
                                            <p:strVal val="#ppt_h"/>
                                          </p:val>
                                        </p:tav>
                                      </p:tavLst>
                                    </p:anim>
                                    <p:anim calcmode="lin" valueType="num">
                                      <p:cBhvr>
                                        <p:cTn id="69" dur="1000" fill="hold"/>
                                        <p:tgtEl>
                                          <p:spTgt spid="24"/>
                                        </p:tgtEl>
                                        <p:attrNameLst>
                                          <p:attrName>style.rotation</p:attrName>
                                        </p:attrNameLst>
                                      </p:cBhvr>
                                      <p:tavLst>
                                        <p:tav tm="0">
                                          <p:val>
                                            <p:fltVal val="90"/>
                                          </p:val>
                                        </p:tav>
                                        <p:tav tm="100000">
                                          <p:val>
                                            <p:fltVal val="0"/>
                                          </p:val>
                                        </p:tav>
                                      </p:tavLst>
                                    </p:anim>
                                    <p:animEffect transition="in" filter="fade">
                                      <p:cBhvr>
                                        <p:cTn id="70" dur="1000"/>
                                        <p:tgtEl>
                                          <p:spTgt spid="24"/>
                                        </p:tgtEl>
                                      </p:cBhvr>
                                    </p:animEffect>
                                  </p:childTnLst>
                                </p:cTn>
                              </p:par>
                              <p:par>
                                <p:cTn id="71" presetID="31"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 calcmode="lin" valueType="num">
                                      <p:cBhvr>
                                        <p:cTn id="73" dur="1000" fill="hold"/>
                                        <p:tgtEl>
                                          <p:spTgt spid="25"/>
                                        </p:tgtEl>
                                        <p:attrNameLst>
                                          <p:attrName>ppt_w</p:attrName>
                                        </p:attrNameLst>
                                      </p:cBhvr>
                                      <p:tavLst>
                                        <p:tav tm="0">
                                          <p:val>
                                            <p:fltVal val="0"/>
                                          </p:val>
                                        </p:tav>
                                        <p:tav tm="100000">
                                          <p:val>
                                            <p:strVal val="#ppt_w"/>
                                          </p:val>
                                        </p:tav>
                                      </p:tavLst>
                                    </p:anim>
                                    <p:anim calcmode="lin" valueType="num">
                                      <p:cBhvr>
                                        <p:cTn id="74" dur="1000" fill="hold"/>
                                        <p:tgtEl>
                                          <p:spTgt spid="25"/>
                                        </p:tgtEl>
                                        <p:attrNameLst>
                                          <p:attrName>ppt_h</p:attrName>
                                        </p:attrNameLst>
                                      </p:cBhvr>
                                      <p:tavLst>
                                        <p:tav tm="0">
                                          <p:val>
                                            <p:fltVal val="0"/>
                                          </p:val>
                                        </p:tav>
                                        <p:tav tm="100000">
                                          <p:val>
                                            <p:strVal val="#ppt_h"/>
                                          </p:val>
                                        </p:tav>
                                      </p:tavLst>
                                    </p:anim>
                                    <p:anim calcmode="lin" valueType="num">
                                      <p:cBhvr>
                                        <p:cTn id="75" dur="1000" fill="hold"/>
                                        <p:tgtEl>
                                          <p:spTgt spid="25"/>
                                        </p:tgtEl>
                                        <p:attrNameLst>
                                          <p:attrName>style.rotation</p:attrName>
                                        </p:attrNameLst>
                                      </p:cBhvr>
                                      <p:tavLst>
                                        <p:tav tm="0">
                                          <p:val>
                                            <p:fltVal val="90"/>
                                          </p:val>
                                        </p:tav>
                                        <p:tav tm="100000">
                                          <p:val>
                                            <p:fltVal val="0"/>
                                          </p:val>
                                        </p:tav>
                                      </p:tavLst>
                                    </p:anim>
                                    <p:animEffect transition="in" filter="fade">
                                      <p:cBhvr>
                                        <p:cTn id="76"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animBg="1"/>
      <p:bldP spid="17" grpId="0" animBg="1"/>
      <p:bldP spid="18" grpId="0"/>
      <p:bldP spid="19" grpId="0"/>
      <p:bldP spid="20" grpId="0"/>
      <p:bldP spid="21" grpId="0"/>
      <p:bldP spid="23" grpId="0" animBg="1"/>
      <p:bldP spid="24" grpId="0" animBg="1"/>
      <p:bldP spid="2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63459B6-5CBB-48F4-BD40-5071C080C955}"/>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6833682A-8272-4DC4-92FB-49946862573E}"/>
              </a:ext>
            </a:extLst>
          </p:cNvPr>
          <p:cNvGrpSpPr>
            <a:grpSpLocks noChangeAspect="1"/>
          </p:cNvGrpSpPr>
          <p:nvPr/>
        </p:nvGrpSpPr>
        <p:grpSpPr>
          <a:xfrm>
            <a:off x="1181568" y="2325371"/>
            <a:ext cx="9828867" cy="1405069"/>
            <a:chOff x="1199457" y="3033857"/>
            <a:chExt cx="9828867" cy="1405069"/>
          </a:xfrm>
        </p:grpSpPr>
        <p:sp>
          <p:nvSpPr>
            <p:cNvPr id="6" name="矩形 5">
              <a:extLst>
                <a:ext uri="{FF2B5EF4-FFF2-40B4-BE49-F238E27FC236}">
                  <a16:creationId xmlns:a16="http://schemas.microsoft.com/office/drawing/2014/main" id="{C4C67BF7-CC0A-474F-9A14-1C868DA43D05}"/>
                </a:ext>
              </a:extLst>
            </p:cNvPr>
            <p:cNvSpPr/>
            <p:nvPr/>
          </p:nvSpPr>
          <p:spPr>
            <a:xfrm rot="5400000">
              <a:off x="6021744" y="-1177263"/>
              <a:ext cx="184292" cy="98288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a:ea typeface="微软雅黑"/>
                <a:cs typeface="+mn-ea"/>
                <a:sym typeface="微软雅黑"/>
              </a:endParaRPr>
            </a:p>
          </p:txBody>
        </p:sp>
        <p:grpSp>
          <p:nvGrpSpPr>
            <p:cNvPr id="7" name="组合 6">
              <a:extLst>
                <a:ext uri="{FF2B5EF4-FFF2-40B4-BE49-F238E27FC236}">
                  <a16:creationId xmlns:a16="http://schemas.microsoft.com/office/drawing/2014/main" id="{603ADA3B-7128-4676-A968-EFBAED0B1C04}"/>
                </a:ext>
              </a:extLst>
            </p:cNvPr>
            <p:cNvGrpSpPr/>
            <p:nvPr/>
          </p:nvGrpSpPr>
          <p:grpSpPr>
            <a:xfrm>
              <a:off x="1703868" y="3485953"/>
              <a:ext cx="1521154" cy="660376"/>
              <a:chOff x="1785938" y="1587962"/>
              <a:chExt cx="1217700" cy="528638"/>
            </a:xfrm>
          </p:grpSpPr>
          <p:sp>
            <p:nvSpPr>
              <p:cNvPr id="25" name="直角三角形 24">
                <a:extLst>
                  <a:ext uri="{FF2B5EF4-FFF2-40B4-BE49-F238E27FC236}">
                    <a16:creationId xmlns:a16="http://schemas.microsoft.com/office/drawing/2014/main" id="{DAC51192-6EE1-4FC6-9E1E-937E388E0944}"/>
                  </a:ext>
                </a:extLst>
              </p:cNvPr>
              <p:cNvSpPr/>
              <p:nvPr/>
            </p:nvSpPr>
            <p:spPr>
              <a:xfrm rot="2217923" flipV="1">
                <a:off x="2789202" y="1635101"/>
                <a:ext cx="214436" cy="161319"/>
              </a:xfrm>
              <a:prstGeom prst="rtTriangl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a:ea typeface="微软雅黑"/>
                  <a:cs typeface="+mn-ea"/>
                  <a:sym typeface="微软雅黑"/>
                </a:endParaRPr>
              </a:p>
            </p:txBody>
          </p:sp>
          <p:sp>
            <p:nvSpPr>
              <p:cNvPr id="26" name="平行四边形 25">
                <a:extLst>
                  <a:ext uri="{FF2B5EF4-FFF2-40B4-BE49-F238E27FC236}">
                    <a16:creationId xmlns:a16="http://schemas.microsoft.com/office/drawing/2014/main" id="{3CC7B487-B18B-43A9-827A-8EB75E18A89F}"/>
                  </a:ext>
                </a:extLst>
              </p:cNvPr>
              <p:cNvSpPr/>
              <p:nvPr/>
            </p:nvSpPr>
            <p:spPr>
              <a:xfrm>
                <a:off x="1785938" y="1587962"/>
                <a:ext cx="1074906" cy="528638"/>
              </a:xfrm>
              <a:prstGeom prst="parallelogram">
                <a:avLst>
                  <a:gd name="adj" fmla="val 73726"/>
                </a:avLst>
              </a:prstGeom>
              <a:gradFill>
                <a:gsLst>
                  <a:gs pos="0">
                    <a:schemeClr val="accent1"/>
                  </a:gs>
                  <a:gs pos="100000">
                    <a:schemeClr val="accent2"/>
                  </a:gs>
                </a:gsLst>
                <a:lin ang="2700000" scaled="0"/>
              </a:gradFill>
              <a:ln>
                <a:noFill/>
              </a:ln>
            </p:spPr>
            <p:txBody>
              <a:bodyPr rtlCol="0" anchor="ctr"/>
              <a:lstStyle/>
              <a:p>
                <a:pPr algn="ctr"/>
                <a:endParaRPr>
                  <a:solidFill>
                    <a:schemeClr val="tx1"/>
                  </a:solidFill>
                  <a:latin typeface="微软雅黑"/>
                  <a:ea typeface="微软雅黑"/>
                  <a:sym typeface="微软雅黑"/>
                </a:endParaRPr>
              </a:p>
            </p:txBody>
          </p:sp>
        </p:grpSp>
        <p:sp>
          <p:nvSpPr>
            <p:cNvPr id="8" name="椭圆 7">
              <a:extLst>
                <a:ext uri="{FF2B5EF4-FFF2-40B4-BE49-F238E27FC236}">
                  <a16:creationId xmlns:a16="http://schemas.microsoft.com/office/drawing/2014/main" id="{64FC586A-402B-4414-A6AD-D324E332A98E}"/>
                </a:ext>
              </a:extLst>
            </p:cNvPr>
            <p:cNvSpPr/>
            <p:nvPr/>
          </p:nvSpPr>
          <p:spPr>
            <a:xfrm>
              <a:off x="2292644" y="3033857"/>
              <a:ext cx="573350" cy="573350"/>
            </a:xfrm>
            <a:prstGeom prst="ellipse">
              <a:avLst/>
            </a:prstGeom>
            <a:gradFill>
              <a:gsLst>
                <a:gs pos="0">
                  <a:schemeClr val="accent1"/>
                </a:gs>
                <a:gs pos="100000">
                  <a:schemeClr val="accent2"/>
                </a:gs>
              </a:gsLst>
              <a:lin ang="2700000" scaled="0"/>
            </a:gra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ar-SA" b="1">
                  <a:latin typeface="微软雅黑"/>
                  <a:ea typeface="微软雅黑"/>
                  <a:cs typeface="+mn-ea"/>
                  <a:sym typeface="微软雅黑"/>
                </a:rPr>
                <a:t>1</a:t>
              </a:r>
            </a:p>
          </p:txBody>
        </p:sp>
        <p:grpSp>
          <p:nvGrpSpPr>
            <p:cNvPr id="9" name="组合 8">
              <a:extLst>
                <a:ext uri="{FF2B5EF4-FFF2-40B4-BE49-F238E27FC236}">
                  <a16:creationId xmlns:a16="http://schemas.microsoft.com/office/drawing/2014/main" id="{D4B0F269-FFFC-4E14-803B-9C80541F7FD8}"/>
                </a:ext>
              </a:extLst>
            </p:cNvPr>
            <p:cNvGrpSpPr/>
            <p:nvPr/>
          </p:nvGrpSpPr>
          <p:grpSpPr>
            <a:xfrm flipV="1">
              <a:off x="3482725" y="3332810"/>
              <a:ext cx="1521154" cy="660376"/>
              <a:chOff x="1785938" y="1587962"/>
              <a:chExt cx="1217700" cy="528638"/>
            </a:xfrm>
          </p:grpSpPr>
          <p:sp>
            <p:nvSpPr>
              <p:cNvPr id="23" name="直角三角形 22">
                <a:extLst>
                  <a:ext uri="{FF2B5EF4-FFF2-40B4-BE49-F238E27FC236}">
                    <a16:creationId xmlns:a16="http://schemas.microsoft.com/office/drawing/2014/main" id="{DB3D820B-B41D-443C-BE08-5BB17F2449A9}"/>
                  </a:ext>
                </a:extLst>
              </p:cNvPr>
              <p:cNvSpPr/>
              <p:nvPr/>
            </p:nvSpPr>
            <p:spPr>
              <a:xfrm rot="2217923" flipV="1">
                <a:off x="2789202" y="1635101"/>
                <a:ext cx="214436" cy="161319"/>
              </a:xfrm>
              <a:prstGeom prst="r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a:ea typeface="微软雅黑"/>
                  <a:cs typeface="+mn-ea"/>
                  <a:sym typeface="微软雅黑"/>
                </a:endParaRPr>
              </a:p>
            </p:txBody>
          </p:sp>
          <p:sp>
            <p:nvSpPr>
              <p:cNvPr id="24" name="平行四边形 23">
                <a:extLst>
                  <a:ext uri="{FF2B5EF4-FFF2-40B4-BE49-F238E27FC236}">
                    <a16:creationId xmlns:a16="http://schemas.microsoft.com/office/drawing/2014/main" id="{FE0A58F3-CE82-4FCB-AE7E-787A1EBA631C}"/>
                  </a:ext>
                </a:extLst>
              </p:cNvPr>
              <p:cNvSpPr/>
              <p:nvPr/>
            </p:nvSpPr>
            <p:spPr>
              <a:xfrm>
                <a:off x="1785938" y="1587962"/>
                <a:ext cx="1074906" cy="528638"/>
              </a:xfrm>
              <a:prstGeom prst="parallelogram">
                <a:avLst>
                  <a:gd name="adj" fmla="val 73726"/>
                </a:avLst>
              </a:prstGeom>
              <a:gradFill>
                <a:gsLst>
                  <a:gs pos="0">
                    <a:schemeClr val="accent3"/>
                  </a:gs>
                  <a:gs pos="100000">
                    <a:schemeClr val="accent4"/>
                  </a:gs>
                </a:gsLst>
                <a:lin ang="2700000" scaled="0"/>
              </a:gradFill>
              <a:ln>
                <a:noFill/>
              </a:ln>
            </p:spPr>
            <p:txBody>
              <a:bodyPr rtlCol="0" anchor="ctr"/>
              <a:lstStyle/>
              <a:p>
                <a:pPr algn="ctr"/>
                <a:endParaRPr>
                  <a:solidFill>
                    <a:schemeClr val="tx1"/>
                  </a:solidFill>
                  <a:latin typeface="微软雅黑"/>
                  <a:ea typeface="微软雅黑"/>
                  <a:sym typeface="微软雅黑"/>
                </a:endParaRPr>
              </a:p>
            </p:txBody>
          </p:sp>
        </p:grpSp>
        <p:sp>
          <p:nvSpPr>
            <p:cNvPr id="10" name="椭圆 9">
              <a:extLst>
                <a:ext uri="{FF2B5EF4-FFF2-40B4-BE49-F238E27FC236}">
                  <a16:creationId xmlns:a16="http://schemas.microsoft.com/office/drawing/2014/main" id="{3139171D-AFDC-4F4A-BF1C-B8A3E84980DB}"/>
                </a:ext>
              </a:extLst>
            </p:cNvPr>
            <p:cNvSpPr/>
            <p:nvPr/>
          </p:nvSpPr>
          <p:spPr>
            <a:xfrm>
              <a:off x="4071502" y="3865576"/>
              <a:ext cx="573350" cy="573350"/>
            </a:xfrm>
            <a:prstGeom prst="ellipse">
              <a:avLst/>
            </a:prstGeom>
            <a:gradFill>
              <a:gsLst>
                <a:gs pos="0">
                  <a:schemeClr val="accent3"/>
                </a:gs>
                <a:gs pos="100000">
                  <a:schemeClr val="accent4"/>
                </a:gs>
              </a:gsLst>
              <a:lin ang="2700000" scaled="0"/>
            </a:gra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ar-SA" b="1">
                  <a:latin typeface="微软雅黑"/>
                  <a:ea typeface="微软雅黑"/>
                  <a:cs typeface="+mn-ea"/>
                  <a:sym typeface="微软雅黑"/>
                </a:rPr>
                <a:t>2</a:t>
              </a:r>
            </a:p>
          </p:txBody>
        </p:sp>
        <p:grpSp>
          <p:nvGrpSpPr>
            <p:cNvPr id="11" name="组合 10">
              <a:extLst>
                <a:ext uri="{FF2B5EF4-FFF2-40B4-BE49-F238E27FC236}">
                  <a16:creationId xmlns:a16="http://schemas.microsoft.com/office/drawing/2014/main" id="{C3961A7B-DF91-4E5C-887B-D7DC07293B0F}"/>
                </a:ext>
              </a:extLst>
            </p:cNvPr>
            <p:cNvGrpSpPr/>
            <p:nvPr/>
          </p:nvGrpSpPr>
          <p:grpSpPr>
            <a:xfrm>
              <a:off x="5342742" y="3485953"/>
              <a:ext cx="1521154" cy="660376"/>
              <a:chOff x="1785938" y="1587962"/>
              <a:chExt cx="1217700" cy="528638"/>
            </a:xfrm>
          </p:grpSpPr>
          <p:sp>
            <p:nvSpPr>
              <p:cNvPr id="21" name="直角三角形 20">
                <a:extLst>
                  <a:ext uri="{FF2B5EF4-FFF2-40B4-BE49-F238E27FC236}">
                    <a16:creationId xmlns:a16="http://schemas.microsoft.com/office/drawing/2014/main" id="{9056380B-6D88-4B6F-99F5-1DDFD2775F32}"/>
                  </a:ext>
                </a:extLst>
              </p:cNvPr>
              <p:cNvSpPr/>
              <p:nvPr/>
            </p:nvSpPr>
            <p:spPr>
              <a:xfrm rot="2217923" flipV="1">
                <a:off x="2789202" y="1635101"/>
                <a:ext cx="214436" cy="161319"/>
              </a:xfrm>
              <a:prstGeom prst="rtTriangl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a:ea typeface="微软雅黑"/>
                  <a:cs typeface="+mn-ea"/>
                  <a:sym typeface="微软雅黑"/>
                </a:endParaRPr>
              </a:p>
            </p:txBody>
          </p:sp>
          <p:sp>
            <p:nvSpPr>
              <p:cNvPr id="22" name="平行四边形 21">
                <a:extLst>
                  <a:ext uri="{FF2B5EF4-FFF2-40B4-BE49-F238E27FC236}">
                    <a16:creationId xmlns:a16="http://schemas.microsoft.com/office/drawing/2014/main" id="{289857A8-5226-45E4-8799-2BE596706F90}"/>
                  </a:ext>
                </a:extLst>
              </p:cNvPr>
              <p:cNvSpPr/>
              <p:nvPr/>
            </p:nvSpPr>
            <p:spPr>
              <a:xfrm>
                <a:off x="1785938" y="1587962"/>
                <a:ext cx="1074906" cy="528638"/>
              </a:xfrm>
              <a:prstGeom prst="parallelogram">
                <a:avLst>
                  <a:gd name="adj" fmla="val 73726"/>
                </a:avLst>
              </a:prstGeom>
              <a:gradFill>
                <a:gsLst>
                  <a:gs pos="0">
                    <a:schemeClr val="accent1"/>
                  </a:gs>
                  <a:gs pos="100000">
                    <a:schemeClr val="accent2"/>
                  </a:gs>
                </a:gsLst>
                <a:lin ang="2700000" scaled="0"/>
              </a:gradFill>
              <a:ln>
                <a:noFill/>
              </a:ln>
            </p:spPr>
            <p:txBody>
              <a:bodyPr rtlCol="0" anchor="ctr"/>
              <a:lstStyle/>
              <a:p>
                <a:pPr algn="ctr"/>
                <a:endParaRPr>
                  <a:solidFill>
                    <a:schemeClr val="tx1"/>
                  </a:solidFill>
                  <a:latin typeface="微软雅黑"/>
                  <a:ea typeface="微软雅黑"/>
                  <a:sym typeface="微软雅黑"/>
                </a:endParaRPr>
              </a:p>
            </p:txBody>
          </p:sp>
        </p:grpSp>
        <p:sp>
          <p:nvSpPr>
            <p:cNvPr id="12" name="椭圆 11">
              <a:extLst>
                <a:ext uri="{FF2B5EF4-FFF2-40B4-BE49-F238E27FC236}">
                  <a16:creationId xmlns:a16="http://schemas.microsoft.com/office/drawing/2014/main" id="{14FCB9DC-8A4F-4300-A997-0B81EE23E4EA}"/>
                </a:ext>
              </a:extLst>
            </p:cNvPr>
            <p:cNvSpPr/>
            <p:nvPr/>
          </p:nvSpPr>
          <p:spPr>
            <a:xfrm>
              <a:off x="5931520" y="3033857"/>
              <a:ext cx="573350" cy="573350"/>
            </a:xfrm>
            <a:prstGeom prst="ellipse">
              <a:avLst/>
            </a:prstGeom>
            <a:gradFill>
              <a:gsLst>
                <a:gs pos="0">
                  <a:schemeClr val="accent1"/>
                </a:gs>
                <a:gs pos="100000">
                  <a:schemeClr val="accent2"/>
                </a:gs>
              </a:gsLst>
              <a:lin ang="2700000" scaled="0"/>
            </a:gra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ar-SA" b="1">
                  <a:latin typeface="微软雅黑"/>
                  <a:ea typeface="微软雅黑"/>
                  <a:cs typeface="+mn-ea"/>
                  <a:sym typeface="微软雅黑"/>
                </a:rPr>
                <a:t>3</a:t>
              </a:r>
            </a:p>
          </p:txBody>
        </p:sp>
        <p:grpSp>
          <p:nvGrpSpPr>
            <p:cNvPr id="13" name="组合 12">
              <a:extLst>
                <a:ext uri="{FF2B5EF4-FFF2-40B4-BE49-F238E27FC236}">
                  <a16:creationId xmlns:a16="http://schemas.microsoft.com/office/drawing/2014/main" id="{2C667F0E-2ACA-42D7-A7F4-BF3E7A10B9F8}"/>
                </a:ext>
              </a:extLst>
            </p:cNvPr>
            <p:cNvGrpSpPr/>
            <p:nvPr/>
          </p:nvGrpSpPr>
          <p:grpSpPr>
            <a:xfrm flipV="1">
              <a:off x="7264988" y="3332810"/>
              <a:ext cx="1521154" cy="660376"/>
              <a:chOff x="1785938" y="1587962"/>
              <a:chExt cx="1217700" cy="528638"/>
            </a:xfrm>
          </p:grpSpPr>
          <p:sp>
            <p:nvSpPr>
              <p:cNvPr id="19" name="直角三角形 18">
                <a:extLst>
                  <a:ext uri="{FF2B5EF4-FFF2-40B4-BE49-F238E27FC236}">
                    <a16:creationId xmlns:a16="http://schemas.microsoft.com/office/drawing/2014/main" id="{009BCC8E-204B-4A91-B55D-5E93BAC63E53}"/>
                  </a:ext>
                </a:extLst>
              </p:cNvPr>
              <p:cNvSpPr/>
              <p:nvPr/>
            </p:nvSpPr>
            <p:spPr>
              <a:xfrm rot="2217923" flipV="1">
                <a:off x="2789202" y="1635101"/>
                <a:ext cx="214436" cy="161319"/>
              </a:xfrm>
              <a:prstGeom prst="r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a:ea typeface="微软雅黑"/>
                  <a:cs typeface="+mn-ea"/>
                  <a:sym typeface="微软雅黑"/>
                </a:endParaRPr>
              </a:p>
            </p:txBody>
          </p:sp>
          <p:sp>
            <p:nvSpPr>
              <p:cNvPr id="20" name="平行四边形 19">
                <a:extLst>
                  <a:ext uri="{FF2B5EF4-FFF2-40B4-BE49-F238E27FC236}">
                    <a16:creationId xmlns:a16="http://schemas.microsoft.com/office/drawing/2014/main" id="{A6A0CE87-BC67-4D0B-BA1E-96E1911A3567}"/>
                  </a:ext>
                </a:extLst>
              </p:cNvPr>
              <p:cNvSpPr/>
              <p:nvPr/>
            </p:nvSpPr>
            <p:spPr>
              <a:xfrm>
                <a:off x="1785938" y="1587962"/>
                <a:ext cx="1074906" cy="528638"/>
              </a:xfrm>
              <a:prstGeom prst="parallelogram">
                <a:avLst>
                  <a:gd name="adj" fmla="val 73726"/>
                </a:avLst>
              </a:prstGeom>
              <a:gradFill>
                <a:gsLst>
                  <a:gs pos="0">
                    <a:schemeClr val="accent3"/>
                  </a:gs>
                  <a:gs pos="100000">
                    <a:schemeClr val="accent4"/>
                  </a:gs>
                </a:gsLst>
                <a:lin ang="2700000" scaled="0"/>
              </a:gradFill>
              <a:ln>
                <a:noFill/>
              </a:ln>
            </p:spPr>
            <p:txBody>
              <a:bodyPr rtlCol="0" anchor="ctr"/>
              <a:lstStyle/>
              <a:p>
                <a:pPr algn="ctr"/>
                <a:endParaRPr>
                  <a:solidFill>
                    <a:schemeClr val="tx1"/>
                  </a:solidFill>
                  <a:latin typeface="微软雅黑"/>
                  <a:ea typeface="微软雅黑"/>
                  <a:sym typeface="微软雅黑"/>
                </a:endParaRPr>
              </a:p>
            </p:txBody>
          </p:sp>
        </p:grpSp>
        <p:sp>
          <p:nvSpPr>
            <p:cNvPr id="14" name="椭圆 13">
              <a:extLst>
                <a:ext uri="{FF2B5EF4-FFF2-40B4-BE49-F238E27FC236}">
                  <a16:creationId xmlns:a16="http://schemas.microsoft.com/office/drawing/2014/main" id="{E3FC6873-AF0B-4721-8BC0-034B11C5D2C2}"/>
                </a:ext>
              </a:extLst>
            </p:cNvPr>
            <p:cNvSpPr/>
            <p:nvPr/>
          </p:nvSpPr>
          <p:spPr>
            <a:xfrm>
              <a:off x="7828634" y="3865576"/>
              <a:ext cx="573350" cy="573350"/>
            </a:xfrm>
            <a:prstGeom prst="ellipse">
              <a:avLst/>
            </a:prstGeom>
            <a:gradFill>
              <a:gsLst>
                <a:gs pos="0">
                  <a:schemeClr val="accent3"/>
                </a:gs>
                <a:gs pos="100000">
                  <a:schemeClr val="accent4"/>
                </a:gs>
              </a:gsLst>
              <a:lin ang="2700000" scaled="0"/>
            </a:gra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ar-SA" b="1">
                  <a:latin typeface="微软雅黑"/>
                  <a:ea typeface="微软雅黑"/>
                  <a:cs typeface="+mn-ea"/>
                  <a:sym typeface="微软雅黑"/>
                </a:rPr>
                <a:t>4</a:t>
              </a:r>
            </a:p>
          </p:txBody>
        </p:sp>
        <p:grpSp>
          <p:nvGrpSpPr>
            <p:cNvPr id="15" name="组合 14">
              <a:extLst>
                <a:ext uri="{FF2B5EF4-FFF2-40B4-BE49-F238E27FC236}">
                  <a16:creationId xmlns:a16="http://schemas.microsoft.com/office/drawing/2014/main" id="{530B4352-E7C4-4862-870D-D09112D8F01A}"/>
                </a:ext>
              </a:extLst>
            </p:cNvPr>
            <p:cNvGrpSpPr/>
            <p:nvPr/>
          </p:nvGrpSpPr>
          <p:grpSpPr>
            <a:xfrm>
              <a:off x="9333800" y="3485953"/>
              <a:ext cx="1521154" cy="660376"/>
              <a:chOff x="1785938" y="1587962"/>
              <a:chExt cx="1217700" cy="528638"/>
            </a:xfrm>
          </p:grpSpPr>
          <p:sp>
            <p:nvSpPr>
              <p:cNvPr id="17" name="直角三角形 16">
                <a:extLst>
                  <a:ext uri="{FF2B5EF4-FFF2-40B4-BE49-F238E27FC236}">
                    <a16:creationId xmlns:a16="http://schemas.microsoft.com/office/drawing/2014/main" id="{E23B12D3-63A3-498E-8AEF-1E7C9B8E91BC}"/>
                  </a:ext>
                </a:extLst>
              </p:cNvPr>
              <p:cNvSpPr/>
              <p:nvPr/>
            </p:nvSpPr>
            <p:spPr>
              <a:xfrm rot="2217923" flipV="1">
                <a:off x="2789202" y="1635101"/>
                <a:ext cx="214436" cy="161319"/>
              </a:xfrm>
              <a:prstGeom prst="rtTriangl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latin typeface="微软雅黑"/>
                  <a:ea typeface="微软雅黑"/>
                  <a:cs typeface="+mn-ea"/>
                  <a:sym typeface="微软雅黑"/>
                </a:endParaRPr>
              </a:p>
            </p:txBody>
          </p:sp>
          <p:sp>
            <p:nvSpPr>
              <p:cNvPr id="18" name="平行四边形 17">
                <a:extLst>
                  <a:ext uri="{FF2B5EF4-FFF2-40B4-BE49-F238E27FC236}">
                    <a16:creationId xmlns:a16="http://schemas.microsoft.com/office/drawing/2014/main" id="{F9FC8D23-B883-4CA5-8856-2EE9BB784319}"/>
                  </a:ext>
                </a:extLst>
              </p:cNvPr>
              <p:cNvSpPr/>
              <p:nvPr/>
            </p:nvSpPr>
            <p:spPr>
              <a:xfrm>
                <a:off x="1785938" y="1587962"/>
                <a:ext cx="1074906" cy="528638"/>
              </a:xfrm>
              <a:prstGeom prst="parallelogram">
                <a:avLst>
                  <a:gd name="adj" fmla="val 73726"/>
                </a:avLst>
              </a:prstGeom>
              <a:gradFill>
                <a:gsLst>
                  <a:gs pos="0">
                    <a:schemeClr val="accent1"/>
                  </a:gs>
                  <a:gs pos="100000">
                    <a:schemeClr val="accent2"/>
                  </a:gs>
                </a:gsLst>
                <a:lin ang="2700000" scaled="0"/>
              </a:gradFill>
              <a:ln>
                <a:noFill/>
              </a:ln>
            </p:spPr>
            <p:txBody>
              <a:bodyPr rtlCol="0" anchor="ctr"/>
              <a:lstStyle/>
              <a:p>
                <a:pPr algn="ctr"/>
                <a:endParaRPr>
                  <a:solidFill>
                    <a:schemeClr val="tx1"/>
                  </a:solidFill>
                  <a:latin typeface="微软雅黑"/>
                  <a:ea typeface="微软雅黑"/>
                  <a:sym typeface="微软雅黑"/>
                </a:endParaRPr>
              </a:p>
            </p:txBody>
          </p:sp>
        </p:grpSp>
        <p:sp>
          <p:nvSpPr>
            <p:cNvPr id="16" name="椭圆 15">
              <a:extLst>
                <a:ext uri="{FF2B5EF4-FFF2-40B4-BE49-F238E27FC236}">
                  <a16:creationId xmlns:a16="http://schemas.microsoft.com/office/drawing/2014/main" id="{936BDC55-4729-4497-86FE-B6BE972E8CCD}"/>
                </a:ext>
              </a:extLst>
            </p:cNvPr>
            <p:cNvSpPr/>
            <p:nvPr/>
          </p:nvSpPr>
          <p:spPr>
            <a:xfrm>
              <a:off x="9922576" y="3033857"/>
              <a:ext cx="573350" cy="573350"/>
            </a:xfrm>
            <a:prstGeom prst="ellipse">
              <a:avLst/>
            </a:prstGeom>
            <a:gradFill>
              <a:gsLst>
                <a:gs pos="0">
                  <a:schemeClr val="accent1"/>
                </a:gs>
                <a:gs pos="100000">
                  <a:schemeClr val="accent2"/>
                </a:gs>
              </a:gsLst>
              <a:lin ang="2700000" scaled="0"/>
            </a:gra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ar-SA" b="1">
                  <a:latin typeface="微软雅黑"/>
                  <a:ea typeface="微软雅黑"/>
                  <a:cs typeface="+mn-ea"/>
                  <a:sym typeface="微软雅黑"/>
                </a:rPr>
                <a:t>5</a:t>
              </a:r>
            </a:p>
          </p:txBody>
        </p:sp>
      </p:grpSp>
      <p:cxnSp>
        <p:nvCxnSpPr>
          <p:cNvPr id="27" name="直接连接符 26">
            <a:extLst>
              <a:ext uri="{FF2B5EF4-FFF2-40B4-BE49-F238E27FC236}">
                <a16:creationId xmlns:a16="http://schemas.microsoft.com/office/drawing/2014/main" id="{605609E8-4A12-4841-881E-FAA06D570D4C}"/>
              </a:ext>
            </a:extLst>
          </p:cNvPr>
          <p:cNvCxnSpPr/>
          <p:nvPr/>
        </p:nvCxnSpPr>
        <p:spPr>
          <a:xfrm flipH="1">
            <a:off x="2947499" y="4009147"/>
            <a:ext cx="0" cy="15204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E1441D8B-E4D7-4D22-AD5B-154A573567A1}"/>
              </a:ext>
            </a:extLst>
          </p:cNvPr>
          <p:cNvCxnSpPr/>
          <p:nvPr/>
        </p:nvCxnSpPr>
        <p:spPr>
          <a:xfrm flipH="1">
            <a:off x="5060720" y="4009147"/>
            <a:ext cx="0" cy="15204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CD9C4C9D-DC10-4FBC-BFAB-EAD79EA1D87B}"/>
              </a:ext>
            </a:extLst>
          </p:cNvPr>
          <p:cNvCxnSpPr/>
          <p:nvPr/>
        </p:nvCxnSpPr>
        <p:spPr>
          <a:xfrm flipH="1">
            <a:off x="7173941" y="4009147"/>
            <a:ext cx="0" cy="15204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A7FDABE-60D2-432C-9E0A-F0AB62056BB6}"/>
              </a:ext>
            </a:extLst>
          </p:cNvPr>
          <p:cNvCxnSpPr/>
          <p:nvPr/>
        </p:nvCxnSpPr>
        <p:spPr>
          <a:xfrm flipH="1">
            <a:off x="9287163" y="4009147"/>
            <a:ext cx="0" cy="15204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17FD9717-3B12-46DF-A22E-F26D86D18506}"/>
              </a:ext>
            </a:extLst>
          </p:cNvPr>
          <p:cNvSpPr/>
          <p:nvPr/>
        </p:nvSpPr>
        <p:spPr>
          <a:xfrm>
            <a:off x="1017313" y="4255357"/>
            <a:ext cx="1747153" cy="1200329"/>
          </a:xfrm>
          <a:prstGeom prst="rect">
            <a:avLst/>
          </a:prstGeom>
        </p:spPr>
        <p:txBody>
          <a:bodyPr wrap="square">
            <a:spAutoFit/>
          </a:bodyPr>
          <a:lstStyle/>
          <a:p>
            <a:pPr algn="just">
              <a:lnSpc>
                <a:spcPct val="150000"/>
              </a:lnSpc>
            </a:pPr>
            <a:r>
              <a:rPr lang="en-US" altLang="zh-CN" sz="1200">
                <a:solidFill>
                  <a:schemeClr val="tx1">
                    <a:lumMod val="50000"/>
                    <a:lumOff val="50000"/>
                  </a:schemeClr>
                </a:solidFill>
                <a:latin typeface="微软雅黑"/>
                <a:ea typeface="微软雅黑"/>
                <a:cs typeface="+mn-ea"/>
                <a:sym typeface="微软雅黑"/>
              </a:rPr>
              <a:t>7.1</a:t>
            </a:r>
            <a:r>
              <a:rPr lang="zh-CN" altLang="en-US" sz="1200">
                <a:solidFill>
                  <a:schemeClr val="tx1">
                    <a:lumMod val="50000"/>
                    <a:lumOff val="50000"/>
                  </a:schemeClr>
                </a:solidFill>
                <a:latin typeface="微软雅黑"/>
                <a:ea typeface="微软雅黑"/>
                <a:cs typeface="+mn-ea"/>
                <a:sym typeface="微软雅黑"/>
              </a:rPr>
              <a:t>升降镜头的升降运动带来了画面视域的扩展和收缩，有利于表现高大物体的各个局部。</a:t>
            </a:r>
          </a:p>
        </p:txBody>
      </p:sp>
      <p:sp>
        <p:nvSpPr>
          <p:cNvPr id="32" name="矩形 31">
            <a:extLst>
              <a:ext uri="{FF2B5EF4-FFF2-40B4-BE49-F238E27FC236}">
                <a16:creationId xmlns:a16="http://schemas.microsoft.com/office/drawing/2014/main" id="{50E65655-C7C6-4001-B91D-F77CF5EE76DB}"/>
              </a:ext>
            </a:extLst>
          </p:cNvPr>
          <p:cNvSpPr/>
          <p:nvPr/>
        </p:nvSpPr>
        <p:spPr>
          <a:xfrm>
            <a:off x="3130534" y="4255357"/>
            <a:ext cx="1747153" cy="1477328"/>
          </a:xfrm>
          <a:prstGeom prst="rect">
            <a:avLst/>
          </a:prstGeom>
        </p:spPr>
        <p:txBody>
          <a:bodyPr wrap="square">
            <a:spAutoFit/>
          </a:bodyPr>
          <a:lstStyle/>
          <a:p>
            <a:pPr algn="just">
              <a:lnSpc>
                <a:spcPct val="150000"/>
              </a:lnSpc>
            </a:pPr>
            <a:r>
              <a:rPr lang="en-US" altLang="zh-CN" sz="1200">
                <a:solidFill>
                  <a:schemeClr val="tx1">
                    <a:lumMod val="50000"/>
                    <a:lumOff val="50000"/>
                  </a:schemeClr>
                </a:solidFill>
                <a:latin typeface="微软雅黑"/>
                <a:ea typeface="微软雅黑"/>
                <a:cs typeface="阿里巴巴普惠体" panose="00020600040101010101" pitchFamily="18" charset="-122"/>
                <a:sym typeface="微软雅黑"/>
              </a:rPr>
              <a:t>7.2</a:t>
            </a:r>
            <a:r>
              <a:rPr lang="zh-CN" altLang="en-US" sz="1200">
                <a:solidFill>
                  <a:schemeClr val="tx1">
                    <a:lumMod val="50000"/>
                    <a:lumOff val="50000"/>
                  </a:schemeClr>
                </a:solidFill>
                <a:latin typeface="微软雅黑"/>
                <a:ea typeface="微软雅黑"/>
                <a:cs typeface="阿里巴巴普惠体" panose="00020600040101010101" pitchFamily="18" charset="-122"/>
                <a:sym typeface="微软雅黑"/>
              </a:rPr>
              <a:t>升降镜头视点的连续变化形成了多角度、多方位的多构图效果，有利于表现纵深空间中的点面关系。</a:t>
            </a:r>
          </a:p>
        </p:txBody>
      </p:sp>
      <p:sp>
        <p:nvSpPr>
          <p:cNvPr id="33" name="矩形 32">
            <a:extLst>
              <a:ext uri="{FF2B5EF4-FFF2-40B4-BE49-F238E27FC236}">
                <a16:creationId xmlns:a16="http://schemas.microsoft.com/office/drawing/2014/main" id="{CDC9D344-0D89-450F-A687-E6385F9E29FE}"/>
              </a:ext>
            </a:extLst>
          </p:cNvPr>
          <p:cNvSpPr/>
          <p:nvPr/>
        </p:nvSpPr>
        <p:spPr>
          <a:xfrm>
            <a:off x="5243756" y="4255357"/>
            <a:ext cx="1747153" cy="923330"/>
          </a:xfrm>
          <a:prstGeom prst="rect">
            <a:avLst/>
          </a:prstGeom>
        </p:spPr>
        <p:txBody>
          <a:bodyPr wrap="square">
            <a:spAutoFit/>
          </a:bodyPr>
          <a:lstStyle/>
          <a:p>
            <a:pPr algn="just">
              <a:lnSpc>
                <a:spcPct val="150000"/>
              </a:lnSpc>
            </a:pPr>
            <a:r>
              <a:rPr lang="en-US" altLang="zh-CN" sz="1200">
                <a:solidFill>
                  <a:schemeClr val="tx1">
                    <a:lumMod val="50000"/>
                    <a:lumOff val="50000"/>
                  </a:schemeClr>
                </a:solidFill>
                <a:latin typeface="微软雅黑"/>
                <a:ea typeface="微软雅黑"/>
                <a:cs typeface="+mn-ea"/>
                <a:sym typeface="微软雅黑"/>
              </a:rPr>
              <a:t>7.3</a:t>
            </a:r>
            <a:r>
              <a:rPr lang="zh-CN" altLang="en-US" sz="1200">
                <a:solidFill>
                  <a:schemeClr val="tx1">
                    <a:lumMod val="50000"/>
                    <a:lumOff val="50000"/>
                  </a:schemeClr>
                </a:solidFill>
                <a:latin typeface="微软雅黑"/>
                <a:ea typeface="微软雅黑"/>
                <a:cs typeface="+mn-ea"/>
                <a:sym typeface="微软雅黑"/>
              </a:rPr>
              <a:t>升降镜头常用以展示事件或场面的规模、气势和氛围。</a:t>
            </a:r>
          </a:p>
        </p:txBody>
      </p:sp>
      <p:sp>
        <p:nvSpPr>
          <p:cNvPr id="34" name="矩形 33">
            <a:extLst>
              <a:ext uri="{FF2B5EF4-FFF2-40B4-BE49-F238E27FC236}">
                <a16:creationId xmlns:a16="http://schemas.microsoft.com/office/drawing/2014/main" id="{724745BE-62C3-4E7E-A851-C1A5A3472867}"/>
              </a:ext>
            </a:extLst>
          </p:cNvPr>
          <p:cNvSpPr/>
          <p:nvPr/>
        </p:nvSpPr>
        <p:spPr>
          <a:xfrm>
            <a:off x="7356977" y="4255357"/>
            <a:ext cx="1747153" cy="923330"/>
          </a:xfrm>
          <a:prstGeom prst="rect">
            <a:avLst/>
          </a:prstGeom>
        </p:spPr>
        <p:txBody>
          <a:bodyPr wrap="square">
            <a:spAutoFit/>
          </a:bodyPr>
          <a:lstStyle/>
          <a:p>
            <a:pPr algn="just">
              <a:lnSpc>
                <a:spcPct val="150000"/>
              </a:lnSpc>
            </a:pPr>
            <a:r>
              <a:rPr lang="en-US" altLang="zh-CN" sz="1200">
                <a:solidFill>
                  <a:schemeClr val="tx1">
                    <a:lumMod val="50000"/>
                    <a:lumOff val="50000"/>
                  </a:schemeClr>
                </a:solidFill>
                <a:latin typeface="微软雅黑"/>
                <a:ea typeface="微软雅黑"/>
                <a:cs typeface="阿里巴巴普惠体" panose="00020600040101010101" pitchFamily="18" charset="-122"/>
                <a:sym typeface="微软雅黑"/>
              </a:rPr>
              <a:t>7.4</a:t>
            </a:r>
            <a:r>
              <a:rPr lang="zh-CN" altLang="en-US" sz="1200">
                <a:solidFill>
                  <a:schemeClr val="tx1">
                    <a:lumMod val="50000"/>
                    <a:lumOff val="50000"/>
                  </a:schemeClr>
                </a:solidFill>
                <a:latin typeface="微软雅黑"/>
                <a:ea typeface="微软雅黑"/>
                <a:cs typeface="阿里巴巴普惠体" panose="00020600040101010101" pitchFamily="18" charset="-122"/>
                <a:sym typeface="微软雅黑"/>
              </a:rPr>
              <a:t>利用镜头的升降可以实现一个镜头内的内容转换与调度。</a:t>
            </a:r>
          </a:p>
        </p:txBody>
      </p:sp>
      <p:sp>
        <p:nvSpPr>
          <p:cNvPr id="35" name="矩形 34">
            <a:extLst>
              <a:ext uri="{FF2B5EF4-FFF2-40B4-BE49-F238E27FC236}">
                <a16:creationId xmlns:a16="http://schemas.microsoft.com/office/drawing/2014/main" id="{50B8A3A9-065B-4C97-A968-95A135109AB3}"/>
              </a:ext>
            </a:extLst>
          </p:cNvPr>
          <p:cNvSpPr/>
          <p:nvPr/>
        </p:nvSpPr>
        <p:spPr>
          <a:xfrm>
            <a:off x="9470198" y="4255357"/>
            <a:ext cx="1747153" cy="923330"/>
          </a:xfrm>
          <a:prstGeom prst="rect">
            <a:avLst/>
          </a:prstGeom>
        </p:spPr>
        <p:txBody>
          <a:bodyPr wrap="square">
            <a:spAutoFit/>
          </a:bodyPr>
          <a:lstStyle/>
          <a:p>
            <a:pPr algn="just">
              <a:lnSpc>
                <a:spcPct val="150000"/>
              </a:lnSpc>
            </a:pPr>
            <a:r>
              <a:rPr lang="en-US" altLang="zh-CN" sz="1200">
                <a:solidFill>
                  <a:schemeClr val="tx1">
                    <a:lumMod val="50000"/>
                    <a:lumOff val="50000"/>
                  </a:schemeClr>
                </a:solidFill>
                <a:latin typeface="微软雅黑"/>
                <a:ea typeface="微软雅黑"/>
                <a:cs typeface="阿里巴巴普惠体" panose="00020600040101010101" pitchFamily="18" charset="-122"/>
                <a:sym typeface="微软雅黑"/>
              </a:rPr>
              <a:t>7.5</a:t>
            </a:r>
            <a:r>
              <a:rPr lang="zh-CN" altLang="en-US" sz="1200">
                <a:solidFill>
                  <a:schemeClr val="tx1">
                    <a:lumMod val="50000"/>
                    <a:lumOff val="50000"/>
                  </a:schemeClr>
                </a:solidFill>
                <a:latin typeface="微软雅黑"/>
                <a:ea typeface="微软雅黑"/>
                <a:cs typeface="阿里巴巴普惠体" panose="00020600040101010101" pitchFamily="18" charset="-122"/>
                <a:sym typeface="微软雅黑"/>
              </a:rPr>
              <a:t>升降镜头的升降运动可以表现出画面内容中感情状态的变化。</a:t>
            </a:r>
          </a:p>
        </p:txBody>
      </p:sp>
      <p:sp>
        <p:nvSpPr>
          <p:cNvPr id="36" name="矩形: 圆角 35">
            <a:extLst>
              <a:ext uri="{FF2B5EF4-FFF2-40B4-BE49-F238E27FC236}">
                <a16:creationId xmlns:a16="http://schemas.microsoft.com/office/drawing/2014/main" id="{71087AFD-AD50-41BC-8D64-F307D2EC25A9}"/>
              </a:ext>
            </a:extLst>
          </p:cNvPr>
          <p:cNvSpPr/>
          <p:nvPr/>
        </p:nvSpPr>
        <p:spPr>
          <a:xfrm>
            <a:off x="4447572" y="1644280"/>
            <a:ext cx="3296856" cy="462987"/>
          </a:xfrm>
          <a:prstGeom prst="roundRect">
            <a:avLst>
              <a:gd name="adj" fmla="val 50000"/>
            </a:avLst>
          </a:prstGeom>
          <a:gradFill>
            <a:gsLst>
              <a:gs pos="0">
                <a:schemeClr val="accent1"/>
              </a:gs>
              <a:gs pos="100000">
                <a:schemeClr val="accent2"/>
              </a:gs>
            </a:gsLst>
            <a:lin ang="2700000" scaled="0"/>
          </a:gradFill>
          <a:ln>
            <a:noFill/>
          </a:ln>
          <a:effectLst>
            <a:outerShdw blurRad="127000" sx="98000" sy="98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bg1"/>
                </a:solidFill>
                <a:latin typeface="微软雅黑"/>
                <a:ea typeface="微软雅黑"/>
                <a:cs typeface="+mn-ea"/>
                <a:sym typeface="微软雅黑"/>
              </a:rPr>
              <a:t>升、降镜头主要作用</a:t>
            </a:r>
          </a:p>
        </p:txBody>
      </p:sp>
    </p:spTree>
    <p:extLst>
      <p:ext uri="{BB962C8B-B14F-4D97-AF65-F5344CB8AC3E}">
        <p14:creationId xmlns:p14="http://schemas.microsoft.com/office/powerpoint/2010/main" val="39040278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randombar(horizontal)">
                                      <p:cBhvr>
                                        <p:cTn id="12" dur="500"/>
                                        <p:tgtEl>
                                          <p:spTgt spid="36"/>
                                        </p:tgtEl>
                                      </p:cBhvr>
                                    </p:animEffect>
                                  </p:childTnLst>
                                </p:cTn>
                              </p:par>
                            </p:childTnLst>
                          </p:cTn>
                        </p:par>
                        <p:par>
                          <p:cTn id="13" fill="hold" nodeType="afterGroup">
                            <p:stCondLst>
                              <p:cond delay="1000"/>
                            </p:stCondLst>
                            <p:childTnLst>
                              <p:par>
                                <p:cTn id="14" presetID="14" presetClass="entr" presetSubtype="10" fill="hold" nodeType="after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randombar(horizontal)">
                                      <p:cBhvr>
                                        <p:cTn id="16" dur="500"/>
                                        <p:tgtEl>
                                          <p:spTgt spid="27"/>
                                        </p:tgtEl>
                                      </p:cBhvr>
                                    </p:animEffect>
                                  </p:childTnLst>
                                </p:cTn>
                              </p:par>
                            </p:childTnLst>
                          </p:cTn>
                        </p:par>
                        <p:par>
                          <p:cTn id="17" fill="hold" nodeType="afterGroup">
                            <p:stCondLst>
                              <p:cond delay="1500"/>
                            </p:stCondLst>
                            <p:childTnLst>
                              <p:par>
                                <p:cTn id="18" presetID="14" presetClass="entr" presetSubtype="10" fill="hold" nodeType="after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randombar(horizontal)">
                                      <p:cBhvr>
                                        <p:cTn id="20" dur="500"/>
                                        <p:tgtEl>
                                          <p:spTgt spid="28"/>
                                        </p:tgtEl>
                                      </p:cBhvr>
                                    </p:animEffect>
                                  </p:childTnLst>
                                </p:cTn>
                              </p:par>
                            </p:childTnLst>
                          </p:cTn>
                        </p:par>
                        <p:par>
                          <p:cTn id="21" fill="hold" nodeType="afterGroup">
                            <p:stCondLst>
                              <p:cond delay="2000"/>
                            </p:stCondLst>
                            <p:childTnLst>
                              <p:par>
                                <p:cTn id="22" presetID="14" presetClass="entr" presetSubtype="10" fill="hold" nodeType="after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randombar(horizontal)">
                                      <p:cBhvr>
                                        <p:cTn id="24" dur="500"/>
                                        <p:tgtEl>
                                          <p:spTgt spid="29"/>
                                        </p:tgtEl>
                                      </p:cBhvr>
                                    </p:animEffect>
                                  </p:childTnLst>
                                </p:cTn>
                              </p:par>
                            </p:childTnLst>
                          </p:cTn>
                        </p:par>
                        <p:par>
                          <p:cTn id="25" fill="hold" nodeType="afterGroup">
                            <p:stCondLst>
                              <p:cond delay="2500"/>
                            </p:stCondLst>
                            <p:childTnLst>
                              <p:par>
                                <p:cTn id="26" presetID="14" presetClass="entr" presetSubtype="10" fill="hold" nodeType="after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randombar(horizontal)">
                                      <p:cBhvr>
                                        <p:cTn id="28" dur="500"/>
                                        <p:tgtEl>
                                          <p:spTgt spid="30"/>
                                        </p:tgtEl>
                                      </p:cBhvr>
                                    </p:animEffect>
                                  </p:childTnLst>
                                </p:cTn>
                              </p:par>
                            </p:childTnLst>
                          </p:cTn>
                        </p:par>
                        <p:par>
                          <p:cTn id="29" fill="hold" nodeType="afterGroup">
                            <p:stCondLst>
                              <p:cond delay="3000"/>
                            </p:stCondLst>
                            <p:childTnLst>
                              <p:par>
                                <p:cTn id="30" presetID="14" presetClass="entr" presetSubtype="10" fill="hold" grpId="0" nodeType="after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randombar(horizontal)">
                                      <p:cBhvr>
                                        <p:cTn id="32" dur="500"/>
                                        <p:tgtEl>
                                          <p:spTgt spid="31"/>
                                        </p:tgtEl>
                                      </p:cBhvr>
                                    </p:animEffect>
                                  </p:childTnLst>
                                </p:cTn>
                              </p:par>
                            </p:childTnLst>
                          </p:cTn>
                        </p:par>
                        <p:par>
                          <p:cTn id="33" fill="hold" nodeType="afterGroup">
                            <p:stCondLst>
                              <p:cond delay="3500"/>
                            </p:stCondLst>
                            <p:childTnLst>
                              <p:par>
                                <p:cTn id="34" presetID="14" presetClass="entr" presetSubtype="10" fill="hold" grpId="0" nodeType="after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randombar(horizontal)">
                                      <p:cBhvr>
                                        <p:cTn id="36" dur="500"/>
                                        <p:tgtEl>
                                          <p:spTgt spid="32"/>
                                        </p:tgtEl>
                                      </p:cBhvr>
                                    </p:animEffect>
                                  </p:childTnLst>
                                </p:cTn>
                              </p:par>
                            </p:childTnLst>
                          </p:cTn>
                        </p:par>
                        <p:par>
                          <p:cTn id="37" fill="hold" nodeType="afterGroup">
                            <p:stCondLst>
                              <p:cond delay="4000"/>
                            </p:stCondLst>
                            <p:childTnLst>
                              <p:par>
                                <p:cTn id="38" presetID="14" presetClass="entr" presetSubtype="10" fill="hold" grpId="0" nodeType="after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randombar(horizontal)">
                                      <p:cBhvr>
                                        <p:cTn id="40" dur="500"/>
                                        <p:tgtEl>
                                          <p:spTgt spid="33"/>
                                        </p:tgtEl>
                                      </p:cBhvr>
                                    </p:animEffect>
                                  </p:childTnLst>
                                </p:cTn>
                              </p:par>
                            </p:childTnLst>
                          </p:cTn>
                        </p:par>
                        <p:par>
                          <p:cTn id="41" fill="hold" nodeType="afterGroup">
                            <p:stCondLst>
                              <p:cond delay="4500"/>
                            </p:stCondLst>
                            <p:childTnLst>
                              <p:par>
                                <p:cTn id="42" presetID="14" presetClass="entr" presetSubtype="10" fill="hold" grpId="0" nodeType="after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randombar(horizontal)">
                                      <p:cBhvr>
                                        <p:cTn id="44" dur="500"/>
                                        <p:tgtEl>
                                          <p:spTgt spid="34"/>
                                        </p:tgtEl>
                                      </p:cBhvr>
                                    </p:animEffect>
                                  </p:childTnLst>
                                </p:cTn>
                              </p:par>
                            </p:childTnLst>
                          </p:cTn>
                        </p:par>
                        <p:par>
                          <p:cTn id="45" fill="hold" nodeType="afterGroup">
                            <p:stCondLst>
                              <p:cond delay="5000"/>
                            </p:stCondLst>
                            <p:childTnLst>
                              <p:par>
                                <p:cTn id="46" presetID="14" presetClass="entr" presetSubtype="10" fill="hold" grpId="0" nodeType="after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randombar(horizontal)">
                                      <p:cBhvr>
                                        <p:cTn id="48"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5" grpId="0"/>
      <p:bldP spid="3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015395B-5F05-4CCD-80F0-5A502F915BDC}"/>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pic>
        <p:nvPicPr>
          <p:cNvPr id="12" name="图片 11">
            <a:extLst>
              <a:ext uri="{FF2B5EF4-FFF2-40B4-BE49-F238E27FC236}">
                <a16:creationId xmlns:a16="http://schemas.microsoft.com/office/drawing/2014/main" id="{67B4DF4C-33DD-4ED6-9088-CCBBCAFD5B70}"/>
              </a:ext>
            </a:extLst>
          </p:cNvPr>
          <p:cNvPicPr>
            <a:picLocks noChangeAspect="1"/>
          </p:cNvPicPr>
          <p:nvPr/>
        </p:nvPicPr>
        <p:blipFill>
          <a:blip r:embed="Rcb5238ba99f74b66">
            <a:extLst>
              <a:ext uri="{28A0092B-C50C-407E-A947-70E740481C1C}">
                <a14:useLocalDpi xmlns:a14="http://schemas.microsoft.com/office/drawing/2010/main" val="0"/>
              </a:ext>
            </a:extLst>
          </a:blip>
          <a:srcRect l="4031" r="4031"/>
          <a:stretch>
            <a:fillRect/>
          </a:stretch>
        </p:blipFill>
        <p:spPr>
          <a:xfrm>
            <a:off x="1561858" y="2050120"/>
            <a:ext cx="4406983" cy="3200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13" name="组合 12">
            <a:extLst>
              <a:ext uri="{FF2B5EF4-FFF2-40B4-BE49-F238E27FC236}">
                <a16:creationId xmlns:a16="http://schemas.microsoft.com/office/drawing/2014/main" id="{931EF4B5-2245-4A91-BA35-856D9E857F02}"/>
              </a:ext>
            </a:extLst>
          </p:cNvPr>
          <p:cNvGrpSpPr/>
          <p:nvPr/>
        </p:nvGrpSpPr>
        <p:grpSpPr>
          <a:xfrm>
            <a:off x="5575867" y="2303915"/>
            <a:ext cx="5369916" cy="2727370"/>
            <a:chOff x="5550466" y="1894681"/>
            <a:chExt cx="5369916" cy="2727370"/>
          </a:xfrm>
        </p:grpSpPr>
        <p:grpSp>
          <p:nvGrpSpPr>
            <p:cNvPr id="14" name="组合 13">
              <a:extLst>
                <a:ext uri="{FF2B5EF4-FFF2-40B4-BE49-F238E27FC236}">
                  <a16:creationId xmlns:a16="http://schemas.microsoft.com/office/drawing/2014/main" id="{77231E8D-DEFB-4987-BBF0-92A388AFF2DF}"/>
                </a:ext>
              </a:extLst>
            </p:cNvPr>
            <p:cNvGrpSpPr/>
            <p:nvPr/>
          </p:nvGrpSpPr>
          <p:grpSpPr>
            <a:xfrm>
              <a:off x="6478086" y="1894681"/>
              <a:ext cx="1661134" cy="923330"/>
              <a:chOff x="2246396" y="4235679"/>
              <a:chExt cx="1661134" cy="923330"/>
            </a:xfrm>
          </p:grpSpPr>
          <p:sp>
            <p:nvSpPr>
              <p:cNvPr id="17" name="文本框 16">
                <a:extLst>
                  <a:ext uri="{FF2B5EF4-FFF2-40B4-BE49-F238E27FC236}">
                    <a16:creationId xmlns:a16="http://schemas.microsoft.com/office/drawing/2014/main" id="{1CEBB3CA-D596-4069-B16B-21E2BF7166A8}"/>
                  </a:ext>
                </a:extLst>
              </p:cNvPr>
              <p:cNvSpPr txBox="1"/>
              <p:nvPr/>
            </p:nvSpPr>
            <p:spPr>
              <a:xfrm>
                <a:off x="2696942" y="4497289"/>
                <a:ext cx="1210588" cy="400110"/>
              </a:xfrm>
              <a:prstGeom prst="rect">
                <a:avLst/>
              </a:prstGeom>
              <a:noFill/>
            </p:spPr>
            <p:txBody>
              <a:bodyPr wrap="none" rtlCol="0">
                <a:spAutoFit/>
              </a:bodyPr>
              <a:lstStyle/>
              <a:p>
                <a:pPr algn="ctr"/>
                <a:r>
                  <a:rPr lang="zh-CN" altLang="en-US" sz="2000" b="1">
                    <a:latin typeface="微软雅黑"/>
                    <a:ea typeface="微软雅黑"/>
                    <a:cs typeface="阿里巴巴普惠体" panose="00020600040101010101" pitchFamily="18" charset="-122"/>
                    <a:sym typeface="微软雅黑"/>
                  </a:rPr>
                  <a:t>应用场景</a:t>
                </a:r>
              </a:p>
            </p:txBody>
          </p:sp>
          <p:sp>
            <p:nvSpPr>
              <p:cNvPr id="18" name="文本框 17">
                <a:extLst>
                  <a:ext uri="{FF2B5EF4-FFF2-40B4-BE49-F238E27FC236}">
                    <a16:creationId xmlns:a16="http://schemas.microsoft.com/office/drawing/2014/main" id="{152313DD-BCB3-489A-99A8-FF2ED3A4F5EC}"/>
                  </a:ext>
                </a:extLst>
              </p:cNvPr>
              <p:cNvSpPr txBox="1"/>
              <p:nvPr/>
            </p:nvSpPr>
            <p:spPr>
              <a:xfrm>
                <a:off x="2246396" y="4235679"/>
                <a:ext cx="877163" cy="923330"/>
              </a:xfrm>
              <a:prstGeom prst="rect">
                <a:avLst/>
              </a:prstGeom>
              <a:noFill/>
            </p:spPr>
            <p:txBody>
              <a:bodyPr wrap="none" rtlCol="0">
                <a:spAutoFit/>
              </a:bodyPr>
              <a:lstStyle/>
              <a:p>
                <a:pPr algn="ctr"/>
                <a:r>
                  <a:rPr lang="zh-CN" altLang="en-US" sz="5400">
                    <a:solidFill>
                      <a:schemeClr val="accent1"/>
                    </a:solidFill>
                    <a:latin typeface="微软雅黑"/>
                    <a:ea typeface="微软雅黑"/>
                    <a:cs typeface="阿里巴巴普惠体 Medium" panose="00020600040101010101" pitchFamily="18" charset="-122"/>
                    <a:sym typeface="微软雅黑"/>
                  </a:rPr>
                  <a:t>？</a:t>
                </a:r>
              </a:p>
            </p:txBody>
          </p:sp>
        </p:grpSp>
        <p:sp>
          <p:nvSpPr>
            <p:cNvPr id="15" name="矩形: 圆角 14">
              <a:extLst>
                <a:ext uri="{FF2B5EF4-FFF2-40B4-BE49-F238E27FC236}">
                  <a16:creationId xmlns:a16="http://schemas.microsoft.com/office/drawing/2014/main" id="{E50C0BD2-8F9D-41A1-841D-77CDBAE4501F}"/>
                </a:ext>
              </a:extLst>
            </p:cNvPr>
            <p:cNvSpPr/>
            <p:nvPr/>
          </p:nvSpPr>
          <p:spPr>
            <a:xfrm>
              <a:off x="5550466" y="2889484"/>
              <a:ext cx="5369916" cy="266232"/>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6" name="文本框 15">
              <a:extLst>
                <a:ext uri="{FF2B5EF4-FFF2-40B4-BE49-F238E27FC236}">
                  <a16:creationId xmlns:a16="http://schemas.microsoft.com/office/drawing/2014/main" id="{71622CCF-DD9D-4525-B792-AA361CE1F62F}"/>
                </a:ext>
              </a:extLst>
            </p:cNvPr>
            <p:cNvSpPr txBox="1"/>
            <p:nvPr/>
          </p:nvSpPr>
          <p:spPr>
            <a:xfrm>
              <a:off x="6559510" y="3421722"/>
              <a:ext cx="4360871" cy="1200329"/>
            </a:xfrm>
            <a:prstGeom prst="rect">
              <a:avLst/>
            </a:prstGeom>
            <a:noFill/>
          </p:spPr>
          <p:txBody>
            <a:bodyPr wrap="square">
              <a:spAutoFit/>
            </a:bodyPr>
            <a:lstStyle/>
            <a:p>
              <a:pPr>
                <a:lnSpc>
                  <a:spcPct val="150000"/>
                </a:lnSpc>
              </a:pPr>
              <a:r>
                <a:rPr lang="zh-CN" altLang="en-US" sz="1600">
                  <a:solidFill>
                    <a:schemeClr val="tx1">
                      <a:lumMod val="50000"/>
                      <a:lumOff val="50000"/>
                    </a:schemeClr>
                  </a:solidFill>
                  <a:latin typeface="微软雅黑"/>
                  <a:ea typeface="微软雅黑"/>
                  <a:cs typeface="阿里巴巴普惠体" panose="00020600040101010101" pitchFamily="18" charset="-122"/>
                  <a:sym typeface="微软雅黑"/>
                </a:rPr>
                <a:t>表现主题的全貌。</a:t>
              </a:r>
            </a:p>
            <a:p>
              <a:pPr>
                <a:lnSpc>
                  <a:spcPct val="150000"/>
                </a:lnSpc>
              </a:pPr>
              <a:r>
                <a:rPr lang="zh-CN" altLang="en-US" sz="1600">
                  <a:solidFill>
                    <a:schemeClr val="tx1">
                      <a:lumMod val="50000"/>
                      <a:lumOff val="50000"/>
                    </a:schemeClr>
                  </a:solidFill>
                  <a:latin typeface="微软雅黑"/>
                  <a:ea typeface="微软雅黑"/>
                  <a:cs typeface="阿里巴巴普惠体" panose="00020600040101010101" pitchFamily="18" charset="-122"/>
                  <a:sym typeface="微软雅黑"/>
                </a:rPr>
                <a:t>短视频运用举例：比如表现实践活动的场地、人员等多元素信息时。</a:t>
              </a:r>
            </a:p>
          </p:txBody>
        </p:sp>
      </p:grpSp>
    </p:spTree>
    <p:extLst>
      <p:ext uri="{BB962C8B-B14F-4D97-AF65-F5344CB8AC3E}">
        <p14:creationId xmlns:p14="http://schemas.microsoft.com/office/powerpoint/2010/main" val="24043131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6"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5"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decel="50000" fill="hold">
                                          <p:stCondLst>
                                            <p:cond delay="0"/>
                                          </p:stCondLst>
                                        </p:cTn>
                                        <p:tgtEl>
                                          <p:spTgt spid="13"/>
                                        </p:tgtEl>
                                        <p:attrNameLst>
                                          <p:attrName>style.rotation</p:attrName>
                                        </p:attrNameLst>
                                      </p:cBhvr>
                                      <p:tavLst>
                                        <p:tav tm="0">
                                          <p:val>
                                            <p:fltVal val="-90"/>
                                          </p:val>
                                        </p:tav>
                                        <p:tav tm="100000">
                                          <p:val>
                                            <p:fltVal val="0"/>
                                          </p:val>
                                        </p:tav>
                                      </p:tavLst>
                                    </p:anim>
                                    <p:anim calcmode="lin" valueType="num">
                                      <p:cBhvr>
                                        <p:cTn id="13" dur="500" decel="50000" fill="hold">
                                          <p:stCondLst>
                                            <p:cond delay="0"/>
                                          </p:stCondLst>
                                        </p:cTn>
                                        <p:tgtEl>
                                          <p:spTgt spid="13"/>
                                        </p:tgtEl>
                                        <p:attrNameLst>
                                          <p:attrName>ppt_w</p:attrName>
                                        </p:attrNameLst>
                                      </p:cBhvr>
                                      <p:tavLst>
                                        <p:tav tm="0">
                                          <p:val>
                                            <p:strVal val="#ppt_w"/>
                                          </p:val>
                                        </p:tav>
                                        <p:tav tm="100000">
                                          <p:val>
                                            <p:strVal val="#ppt_w*.05"/>
                                          </p:val>
                                        </p:tav>
                                      </p:tavLst>
                                    </p:anim>
                                    <p:anim calcmode="lin" valueType="num">
                                      <p:cBhvr>
                                        <p:cTn id="14" dur="500" accel="50000" fill="hold">
                                          <p:stCondLst>
                                            <p:cond delay="500"/>
                                          </p:stCondLst>
                                        </p:cTn>
                                        <p:tgtEl>
                                          <p:spTgt spid="13"/>
                                        </p:tgtEl>
                                        <p:attrNameLst>
                                          <p:attrName>ppt_w</p:attrName>
                                        </p:attrNameLst>
                                      </p:cBhvr>
                                      <p:tavLst>
                                        <p:tav tm="0">
                                          <p:val>
                                            <p:strVal val="#ppt_w*.05"/>
                                          </p:val>
                                        </p:tav>
                                        <p:tav tm="100000">
                                          <p:val>
                                            <p:strVal val="#ppt_w"/>
                                          </p:val>
                                        </p:tav>
                                      </p:tavLst>
                                    </p:anim>
                                    <p:anim calcmode="lin" valueType="num">
                                      <p:cBhvr>
                                        <p:cTn id="15" dur="1000" fill="hold"/>
                                        <p:tgtEl>
                                          <p:spTgt spid="13"/>
                                        </p:tgtEl>
                                        <p:attrNameLst>
                                          <p:attrName>ppt_h</p:attrName>
                                        </p:attrNameLst>
                                      </p:cBhvr>
                                      <p:tavLst>
                                        <p:tav tm="0">
                                          <p:val>
                                            <p:strVal val="#ppt_h"/>
                                          </p:val>
                                        </p:tav>
                                        <p:tav tm="100000">
                                          <p:val>
                                            <p:strVal val="#ppt_h"/>
                                          </p:val>
                                        </p:tav>
                                      </p:tavLst>
                                    </p:anim>
                                    <p:anim calcmode="lin" valueType="num">
                                      <p:cBhvr>
                                        <p:cTn id="16" dur="500" decel="50000" fill="hold">
                                          <p:stCondLst>
                                            <p:cond delay="0"/>
                                          </p:stCondLst>
                                        </p:cTn>
                                        <p:tgtEl>
                                          <p:spTgt spid="13"/>
                                        </p:tgtEl>
                                        <p:attrNameLst>
                                          <p:attrName>ppt_x</p:attrName>
                                        </p:attrNameLst>
                                      </p:cBhvr>
                                      <p:tavLst>
                                        <p:tav tm="0">
                                          <p:val>
                                            <p:strVal val="#ppt_x+.4"/>
                                          </p:val>
                                        </p:tav>
                                        <p:tav tm="100000">
                                          <p:val>
                                            <p:strVal val="#ppt_x"/>
                                          </p:val>
                                        </p:tav>
                                      </p:tavLst>
                                    </p:anim>
                                    <p:anim calcmode="lin" valueType="num">
                                      <p:cBhvr>
                                        <p:cTn id="17" dur="500" decel="50000" fill="hold">
                                          <p:stCondLst>
                                            <p:cond delay="0"/>
                                          </p:stCondLst>
                                        </p:cTn>
                                        <p:tgtEl>
                                          <p:spTgt spid="13"/>
                                        </p:tgtEl>
                                        <p:attrNameLst>
                                          <p:attrName>ppt_y</p:attrName>
                                        </p:attrNameLst>
                                      </p:cBhvr>
                                      <p:tavLst>
                                        <p:tav tm="0">
                                          <p:val>
                                            <p:strVal val="#ppt_y-.2"/>
                                          </p:val>
                                        </p:tav>
                                        <p:tav tm="100000">
                                          <p:val>
                                            <p:strVal val="#ppt_y+.1"/>
                                          </p:val>
                                        </p:tav>
                                      </p:tavLst>
                                    </p:anim>
                                    <p:anim calcmode="lin" valueType="num">
                                      <p:cBhvr>
                                        <p:cTn id="18" dur="500" accel="50000" fill="hold">
                                          <p:stCondLst>
                                            <p:cond delay="500"/>
                                          </p:stCondLst>
                                        </p:cTn>
                                        <p:tgtEl>
                                          <p:spTgt spid="13"/>
                                        </p:tgtEl>
                                        <p:attrNameLst>
                                          <p:attrName>ppt_y</p:attrName>
                                        </p:attrNameLst>
                                      </p:cBhvr>
                                      <p:tavLst>
                                        <p:tav tm="0">
                                          <p:val>
                                            <p:strVal val="#ppt_y+.1"/>
                                          </p:val>
                                        </p:tav>
                                        <p:tav tm="100000">
                                          <p:val>
                                            <p:strVal val="#ppt_y"/>
                                          </p:val>
                                        </p:tav>
                                      </p:tavLst>
                                    </p:anim>
                                    <p:animEffect transition="in" filter="fade">
                                      <p:cBhvr>
                                        <p:cTn id="19" dur="1000" decel="50000">
                                          <p:stCondLst>
                                            <p:cond delay="0"/>
                                          </p:stCondLst>
                                        </p:cTn>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DED3F57-1186-4B25-B6F5-7F135354BD20}"/>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pic>
        <p:nvPicPr>
          <p:cNvPr id="25" name="图片占位符 9">
            <a:extLst>
              <a:ext uri="{FF2B5EF4-FFF2-40B4-BE49-F238E27FC236}">
                <a16:creationId xmlns:a16="http://schemas.microsoft.com/office/drawing/2014/main" id="{CD594B86-53D1-4DAD-868A-DDA30BACCED1}"/>
              </a:ext>
            </a:extLst>
          </p:cNvPr>
          <p:cNvPicPr>
            <a:picLocks noChangeAspect="1"/>
          </p:cNvPicPr>
          <p:nvPr/>
        </p:nvPicPr>
        <p:blipFill>
          <a:blip r:embed="R8c68df9289c448c8">
            <a:extLst>
              <a:ext uri="{28A0092B-C50C-407E-A947-70E740481C1C}">
                <a14:useLocalDpi xmlns:a14="http://schemas.microsoft.com/office/drawing/2010/main" val="0"/>
              </a:ext>
            </a:extLst>
          </a:blip>
          <a:stretch>
            <a:fillRect/>
          </a:stretch>
        </p:blipFill>
        <p:spPr>
          <a:xfrm>
            <a:off x="8096840" y="1641490"/>
            <a:ext cx="3088283" cy="2051173"/>
          </a:xfrm>
          <a:prstGeom prst="rect">
            <a:avLst/>
          </a:prstGeom>
        </p:spPr>
      </p:pic>
      <p:pic>
        <p:nvPicPr>
          <p:cNvPr id="26" name="图片占位符 5">
            <a:extLst>
              <a:ext uri="{FF2B5EF4-FFF2-40B4-BE49-F238E27FC236}">
                <a16:creationId xmlns:a16="http://schemas.microsoft.com/office/drawing/2014/main" id="{A4DE62F1-1009-47A2-ACDA-96F1462EDD20}"/>
              </a:ext>
            </a:extLst>
          </p:cNvPr>
          <p:cNvPicPr>
            <a:picLocks noChangeAspect="1"/>
          </p:cNvPicPr>
          <p:nvPr/>
        </p:nvPicPr>
        <p:blipFill>
          <a:blip r:embed="Rfff7a10f66c044fe">
            <a:extLst>
              <a:ext uri="{28A0092B-C50C-407E-A947-70E740481C1C}">
                <a14:useLocalDpi xmlns:a14="http://schemas.microsoft.com/office/drawing/2010/main" val="0"/>
              </a:ext>
            </a:extLst>
          </a:blip>
          <a:srcRect l="1831" t="16524" r="1625" b="24722"/>
          <a:stretch>
            <a:fillRect/>
          </a:stretch>
        </p:blipFill>
        <p:spPr>
          <a:xfrm>
            <a:off x="889241" y="4172231"/>
            <a:ext cx="6819497" cy="1765008"/>
          </a:xfrm>
          <a:prstGeom prst="rect">
            <a:avLst/>
          </a:prstGeom>
        </p:spPr>
      </p:pic>
      <p:grpSp>
        <p:nvGrpSpPr>
          <p:cNvPr id="27" name="组合 26">
            <a:extLst>
              <a:ext uri="{FF2B5EF4-FFF2-40B4-BE49-F238E27FC236}">
                <a16:creationId xmlns:a16="http://schemas.microsoft.com/office/drawing/2014/main" id="{5CE8BFCA-E19E-434C-944E-796D592C9E22}"/>
              </a:ext>
            </a:extLst>
          </p:cNvPr>
          <p:cNvGrpSpPr/>
          <p:nvPr/>
        </p:nvGrpSpPr>
        <p:grpSpPr>
          <a:xfrm>
            <a:off x="874714" y="2242343"/>
            <a:ext cx="6834025" cy="1559710"/>
            <a:chOff x="207571" y="3244564"/>
            <a:chExt cx="3219710" cy="1559710"/>
          </a:xfrm>
        </p:grpSpPr>
        <p:sp>
          <p:nvSpPr>
            <p:cNvPr id="28" name="矩形 27">
              <a:extLst>
                <a:ext uri="{FF2B5EF4-FFF2-40B4-BE49-F238E27FC236}">
                  <a16:creationId xmlns:a16="http://schemas.microsoft.com/office/drawing/2014/main" id="{85431F28-4EC6-4809-BB17-72754E690876}"/>
                </a:ext>
              </a:extLst>
            </p:cNvPr>
            <p:cNvSpPr/>
            <p:nvPr/>
          </p:nvSpPr>
          <p:spPr>
            <a:xfrm>
              <a:off x="207571" y="3677812"/>
              <a:ext cx="3219710" cy="1126462"/>
            </a:xfrm>
            <a:prstGeom prst="rect">
              <a:avLst/>
            </a:prstGeom>
          </p:spPr>
          <p:txBody>
            <a:bodyPr wrap="square">
              <a:spAutoFit/>
              <a:scene3d>
                <a:camera prst="orthographicFront"/>
                <a:lightRig rig="threePt" dir="t"/>
              </a:scene3d>
              <a:sp3d contourW="12700"/>
            </a:bodyPr>
            <a:lstStyle/>
            <a:p>
              <a:pPr marL="0" marR="0" lvl="0" indent="0" algn="r" defTabSz="914400" rtl="0" eaLnBrk="1" fontAlgn="auto" latinLnBrk="0" hangingPunct="1">
                <a:lnSpc>
                  <a:spcPct val="12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lumMod val="50000"/>
                      <a:lumOff val="50000"/>
                    </a:schemeClr>
                  </a:solidFill>
                  <a:effectLst/>
                  <a:uLnTx/>
                  <a:uFillTx/>
                  <a:latin typeface="微软雅黑"/>
                  <a:ea typeface="微软雅黑"/>
                  <a:sym typeface="微软雅黑"/>
                </a:rPr>
                <a:t>即围绕拍摄主体，进行全方位的环绕拍摄。这样不但可以让被摄物体的前后左右细节得到充分展示，其周围的全景空间也能得到充分展示。</a:t>
              </a:r>
            </a:p>
            <a:p>
              <a:pPr marL="0" marR="0" lvl="0" indent="0" algn="r" defTabSz="914400" rtl="0" eaLnBrk="1" fontAlgn="auto" latinLnBrk="0" hangingPunct="1">
                <a:lnSpc>
                  <a:spcPct val="12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lumMod val="50000"/>
                      <a:lumOff val="50000"/>
                    </a:schemeClr>
                  </a:solidFill>
                  <a:effectLst/>
                  <a:uLnTx/>
                  <a:uFillTx/>
                  <a:latin typeface="微软雅黑"/>
                  <a:ea typeface="微软雅黑"/>
                  <a:sym typeface="微软雅黑"/>
                </a:rPr>
                <a:t>在拍摄时要开启稳定器的跟随模式，锁定拍摄主体。手持相机以被摄主体中心，做圆周运动。过程中尽量保持匀速和等距。</a:t>
              </a:r>
            </a:p>
          </p:txBody>
        </p:sp>
        <p:sp>
          <p:nvSpPr>
            <p:cNvPr id="29" name="矩形 28">
              <a:extLst>
                <a:ext uri="{FF2B5EF4-FFF2-40B4-BE49-F238E27FC236}">
                  <a16:creationId xmlns:a16="http://schemas.microsoft.com/office/drawing/2014/main" id="{8E224C59-6C1B-4494-862F-8E3C90B2C337}"/>
                </a:ext>
              </a:extLst>
            </p:cNvPr>
            <p:cNvSpPr/>
            <p:nvPr/>
          </p:nvSpPr>
          <p:spPr>
            <a:xfrm>
              <a:off x="2905271" y="3244564"/>
              <a:ext cx="522009" cy="424732"/>
            </a:xfrm>
            <a:prstGeom prst="rect">
              <a:avLst/>
            </a:prstGeom>
          </p:spPr>
          <p:txBody>
            <a:bodyPr wrap="none">
              <a:spAutoFit/>
              <a:scene3d>
                <a:camera prst="orthographicFront"/>
                <a:lightRig rig="threePt" dir="t"/>
              </a:scene3d>
              <a:sp3d contourW="12700"/>
            </a:bodyPr>
            <a:lstStyle/>
            <a:p>
              <a:pPr marL="0" marR="0" lvl="0" indent="0" algn="r" defTabSz="914400" rtl="0" eaLnBrk="1" fontAlgn="auto" latinLnBrk="0" hangingPunct="1">
                <a:lnSpc>
                  <a:spcPct val="120000"/>
                </a:lnSpc>
                <a:spcBef>
                  <a:spcPct val="0"/>
                </a:spcBef>
                <a:spcAft>
                  <a:spcPct val="0"/>
                </a:spcAft>
                <a:buClrTx/>
                <a:buSzTx/>
                <a:buFontTx/>
                <a:buNone/>
                <a:defRPr/>
              </a:pPr>
              <a:r>
                <a:rPr kumimoji="0" lang="zh-CN" altLang="en-US" sz="1800" b="1" i="0" u="none" strike="noStrike" kern="1200" cap="none" spc="0" normalizeH="0" baseline="0" noProof="0">
                  <a:ln>
                    <a:noFill/>
                  </a:ln>
                  <a:solidFill>
                    <a:srgbClr val="000000">
                      <a:lumMod val="65000"/>
                      <a:lumOff val="35000"/>
                    </a:srgbClr>
                  </a:solidFill>
                  <a:effectLst/>
                  <a:uLnTx/>
                  <a:uFillTx/>
                  <a:latin typeface="微软雅黑"/>
                  <a:ea typeface="微软雅黑"/>
                  <a:sym typeface="微软雅黑"/>
                </a:rPr>
                <a:t>环绕镜头</a:t>
              </a:r>
            </a:p>
          </p:txBody>
        </p:sp>
      </p:grpSp>
      <p:grpSp>
        <p:nvGrpSpPr>
          <p:cNvPr id="30" name="组合 29">
            <a:extLst>
              <a:ext uri="{FF2B5EF4-FFF2-40B4-BE49-F238E27FC236}">
                <a16:creationId xmlns:a16="http://schemas.microsoft.com/office/drawing/2014/main" id="{ADC973B4-784E-4253-A86F-875A6FBA3030}"/>
              </a:ext>
            </a:extLst>
          </p:cNvPr>
          <p:cNvGrpSpPr/>
          <p:nvPr/>
        </p:nvGrpSpPr>
        <p:grpSpPr>
          <a:xfrm>
            <a:off x="8264817" y="5177865"/>
            <a:ext cx="3037944" cy="775597"/>
            <a:chOff x="207571" y="3253080"/>
            <a:chExt cx="3219710" cy="775597"/>
          </a:xfrm>
        </p:grpSpPr>
        <p:sp>
          <p:nvSpPr>
            <p:cNvPr id="31" name="矩形 30">
              <a:extLst>
                <a:ext uri="{FF2B5EF4-FFF2-40B4-BE49-F238E27FC236}">
                  <a16:creationId xmlns:a16="http://schemas.microsoft.com/office/drawing/2014/main" id="{D64C2F9B-8B97-4FED-96A7-36693B44D8B8}"/>
                </a:ext>
              </a:extLst>
            </p:cNvPr>
            <p:cNvSpPr/>
            <p:nvPr/>
          </p:nvSpPr>
          <p:spPr>
            <a:xfrm>
              <a:off x="207571" y="3677812"/>
              <a:ext cx="3219710" cy="350865"/>
            </a:xfrm>
            <a:prstGeom prst="rect">
              <a:avLst/>
            </a:prstGeom>
          </p:spPr>
          <p:txBody>
            <a:bodyPr wrap="square">
              <a:spAutoFit/>
              <a:scene3d>
                <a:camera prst="orthographicFront"/>
                <a:lightRig rig="threePt" dir="t"/>
              </a:scene3d>
              <a:sp3d contourW="12700"/>
            </a:bodyPr>
            <a:lstStyle/>
            <a:p>
              <a:pPr marL="0" marR="0" lvl="0" indent="0" algn="r" defTabSz="914400" rtl="0" eaLnBrk="1" fontAlgn="auto" latinLnBrk="0" hangingPunct="1">
                <a:lnSpc>
                  <a:spcPct val="12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lumMod val="50000"/>
                      <a:lumOff val="50000"/>
                    </a:schemeClr>
                  </a:solidFill>
                  <a:effectLst/>
                  <a:uLnTx/>
                  <a:uFillTx/>
                  <a:latin typeface="微软雅黑"/>
                  <a:ea typeface="微软雅黑"/>
                  <a:sym typeface="微软雅黑"/>
                </a:rPr>
                <a:t>巡视人物、环境等。</a:t>
              </a:r>
            </a:p>
          </p:txBody>
        </p:sp>
        <p:sp>
          <p:nvSpPr>
            <p:cNvPr id="32" name="矩形 31">
              <a:extLst>
                <a:ext uri="{FF2B5EF4-FFF2-40B4-BE49-F238E27FC236}">
                  <a16:creationId xmlns:a16="http://schemas.microsoft.com/office/drawing/2014/main" id="{310B6E99-F0A7-42E4-9294-B613D4E4D184}"/>
                </a:ext>
              </a:extLst>
            </p:cNvPr>
            <p:cNvSpPr/>
            <p:nvPr/>
          </p:nvSpPr>
          <p:spPr>
            <a:xfrm>
              <a:off x="2252989" y="3253080"/>
              <a:ext cx="1174290" cy="424732"/>
            </a:xfrm>
            <a:prstGeom prst="rect">
              <a:avLst/>
            </a:prstGeom>
          </p:spPr>
          <p:txBody>
            <a:bodyPr wrap="none">
              <a:spAutoFit/>
              <a:scene3d>
                <a:camera prst="orthographicFront"/>
                <a:lightRig rig="threePt" dir="t"/>
              </a:scene3d>
              <a:sp3d contourW="12700"/>
            </a:bodyPr>
            <a:lstStyle/>
            <a:p>
              <a:pPr marL="0" marR="0" lvl="0" indent="0" algn="r" defTabSz="914400" rtl="0" eaLnBrk="1" fontAlgn="auto" latinLnBrk="0" hangingPunct="1">
                <a:lnSpc>
                  <a:spcPct val="120000"/>
                </a:lnSpc>
                <a:spcBef>
                  <a:spcPct val="0"/>
                </a:spcBef>
                <a:spcAft>
                  <a:spcPct val="0"/>
                </a:spcAft>
                <a:buClrTx/>
                <a:buSzTx/>
                <a:buFontTx/>
                <a:buNone/>
                <a:defRPr/>
              </a:pPr>
              <a:r>
                <a:rPr kumimoji="0" lang="zh-CN" altLang="en-US" sz="1800" b="1" i="0" u="none" strike="noStrike" kern="1200" cap="none" spc="0" normalizeH="0" baseline="0" noProof="0">
                  <a:ln>
                    <a:noFill/>
                  </a:ln>
                  <a:solidFill>
                    <a:srgbClr val="000000">
                      <a:lumMod val="65000"/>
                      <a:lumOff val="35000"/>
                    </a:srgbClr>
                  </a:solidFill>
                  <a:effectLst/>
                  <a:uLnTx/>
                  <a:uFillTx/>
                  <a:latin typeface="微软雅黑"/>
                  <a:ea typeface="微软雅黑"/>
                  <a:sym typeface="微软雅黑"/>
                </a:rPr>
                <a:t>应用场景</a:t>
              </a:r>
            </a:p>
          </p:txBody>
        </p:sp>
      </p:grpSp>
    </p:spTree>
    <p:extLst>
      <p:ext uri="{BB962C8B-B14F-4D97-AF65-F5344CB8AC3E}">
        <p14:creationId xmlns:p14="http://schemas.microsoft.com/office/powerpoint/2010/main" val="128759321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nodeType="withEffect">
                                  <p:stCondLst>
                                    <p:cond delay="30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0-#ppt_w/2"/>
                                          </p:val>
                                        </p:tav>
                                        <p:tav tm="100000">
                                          <p:val>
                                            <p:strVal val="#ppt_x"/>
                                          </p:val>
                                        </p:tav>
                                      </p:tavLst>
                                    </p:anim>
                                    <p:anim calcmode="lin" valueType="num">
                                      <p:cBhvr additive="base">
                                        <p:cTn id="8" dur="500" fill="hold"/>
                                        <p:tgtEl>
                                          <p:spTgt spid="2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60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0-#ppt_w/2"/>
                                          </p:val>
                                        </p:tav>
                                        <p:tav tm="100000">
                                          <p:val>
                                            <p:strVal val="#ppt_x"/>
                                          </p:val>
                                        </p:tav>
                                      </p:tavLst>
                                    </p:anim>
                                    <p:anim calcmode="lin" valueType="num">
                                      <p:cBhvr additive="base">
                                        <p:cTn id="12" dur="500" fill="hold"/>
                                        <p:tgtEl>
                                          <p:spTgt spid="26"/>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900"/>
                            </p:stCondLst>
                            <p:childTnLst>
                              <p:par>
                                <p:cTn id="14" presetID="2" presetClass="entr" presetSubtype="8" fill="hold" nodeType="afterEffect">
                                  <p:stCondLst>
                                    <p:cond delay="0"/>
                                  </p:stCondLst>
                                  <p:childTnLst>
                                    <p:set>
                                      <p:cBhvr>
                                        <p:cTn id="15" dur="1" fill="hold">
                                          <p:stCondLst>
                                            <p:cond delay="0"/>
                                          </p:stCondLst>
                                        </p:cTn>
                                        <p:tgtEl>
                                          <p:spTgt spid="27"/>
                                        </p:tgtEl>
                                        <p:attrNameLst>
                                          <p:attrName>style.visibility</p:attrName>
                                        </p:attrNameLst>
                                      </p:cBhvr>
                                      <p:to>
                                        <p:strVal val="visible"/>
                                      </p:to>
                                    </p:set>
                                    <p:anim calcmode="lin" valueType="num">
                                      <p:cBhvr additive="base">
                                        <p:cTn id="16" dur="500" fill="hold"/>
                                        <p:tgtEl>
                                          <p:spTgt spid="27"/>
                                        </p:tgtEl>
                                        <p:attrNameLst>
                                          <p:attrName>ppt_x</p:attrName>
                                        </p:attrNameLst>
                                      </p:cBhvr>
                                      <p:tavLst>
                                        <p:tav tm="0">
                                          <p:val>
                                            <p:strVal val="0-#ppt_w/2"/>
                                          </p:val>
                                        </p:tav>
                                        <p:tav tm="100000">
                                          <p:val>
                                            <p:strVal val="#ppt_x"/>
                                          </p:val>
                                        </p:tav>
                                      </p:tavLst>
                                    </p:anim>
                                    <p:anim calcmode="lin" valueType="num">
                                      <p:cBhvr additive="base">
                                        <p:cTn id="17" dur="500" fill="hold"/>
                                        <p:tgtEl>
                                          <p:spTgt spid="27"/>
                                        </p:tgtEl>
                                        <p:attrNameLst>
                                          <p:attrName>ppt_y</p:attrName>
                                        </p:attrNameLst>
                                      </p:cBhvr>
                                      <p:tavLst>
                                        <p:tav tm="0">
                                          <p:val>
                                            <p:strVal val="#ppt_y"/>
                                          </p:val>
                                        </p:tav>
                                        <p:tav tm="100000">
                                          <p:val>
                                            <p:strVal val="#ppt_y"/>
                                          </p:val>
                                        </p:tav>
                                      </p:tavLst>
                                    </p:anim>
                                  </p:childTnLst>
                                </p:cTn>
                              </p:par>
                            </p:childTnLst>
                          </p:cTn>
                        </p:par>
                        <p:par>
                          <p:cTn id="18" fill="hold" nodeType="afterGroup">
                            <p:stCondLst>
                              <p:cond delay="2400"/>
                            </p:stCondLst>
                            <p:childTnLst>
                              <p:par>
                                <p:cTn id="19" presetID="2" presetClass="entr" presetSubtype="8" fill="hold" nodeType="afterEffect">
                                  <p:stCondLst>
                                    <p:cond delay="0"/>
                                  </p:stCondLst>
                                  <p:childTnLst>
                                    <p:set>
                                      <p:cBhvr>
                                        <p:cTn id="20" dur="1" fill="hold">
                                          <p:stCondLst>
                                            <p:cond delay="0"/>
                                          </p:stCondLst>
                                        </p:cTn>
                                        <p:tgtEl>
                                          <p:spTgt spid="30"/>
                                        </p:tgtEl>
                                        <p:attrNameLst>
                                          <p:attrName>style.visibility</p:attrName>
                                        </p:attrNameLst>
                                      </p:cBhvr>
                                      <p:to>
                                        <p:strVal val="visible"/>
                                      </p:to>
                                    </p:set>
                                    <p:anim calcmode="lin" valueType="num">
                                      <p:cBhvr additive="base">
                                        <p:cTn id="21" dur="500" fill="hold"/>
                                        <p:tgtEl>
                                          <p:spTgt spid="30"/>
                                        </p:tgtEl>
                                        <p:attrNameLst>
                                          <p:attrName>ppt_x</p:attrName>
                                        </p:attrNameLst>
                                      </p:cBhvr>
                                      <p:tavLst>
                                        <p:tav tm="0">
                                          <p:val>
                                            <p:strVal val="0-#ppt_w/2"/>
                                          </p:val>
                                        </p:tav>
                                        <p:tav tm="100000">
                                          <p:val>
                                            <p:strVal val="#ppt_x"/>
                                          </p:val>
                                        </p:tav>
                                      </p:tavLst>
                                    </p:anim>
                                    <p:anim calcmode="lin" valueType="num">
                                      <p:cBhvr additive="base">
                                        <p:cTn id="22"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973E4B24-7224-4FA2-A3A6-A991C0B69619}"/>
              </a:ext>
            </a:extLst>
          </p:cNvPr>
          <p:cNvSpPr/>
          <p:nvPr/>
        </p:nvSpPr>
        <p:spPr>
          <a:xfrm>
            <a:off x="4796676" y="1953214"/>
            <a:ext cx="2329480" cy="3660273"/>
          </a:xfrm>
          <a:prstGeom prst="rect">
            <a:avLst/>
          </a:prstGeom>
          <a:blipFill>
            <a:blip r:embed="R7a98875db5e4482e">
              <a:extLst>
                <a:ext uri="{28A0092B-C50C-407E-A947-70E740481C1C}">
                  <a14:useLocalDpi xmlns:a14="http://schemas.microsoft.com/office/drawing/2010/main" val="0"/>
                </a:ext>
              </a:extLst>
            </a:blip>
            <a:stretch>
              <a:fillRect r="-97018"/>
            </a:stretch>
          </a:blip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微软雅黑"/>
              <a:ea typeface="微软雅黑"/>
              <a:sym typeface="微软雅黑"/>
            </a:endParaRPr>
          </a:p>
        </p:txBody>
      </p:sp>
      <p:sp>
        <p:nvSpPr>
          <p:cNvPr id="4" name="文本框 3">
            <a:extLst>
              <a:ext uri="{FF2B5EF4-FFF2-40B4-BE49-F238E27FC236}">
                <a16:creationId xmlns:a16="http://schemas.microsoft.com/office/drawing/2014/main" id="{6DED3F57-1186-4B25-B6F5-7F135354BD20}"/>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grpSp>
        <p:nvGrpSpPr>
          <p:cNvPr id="6" name="组合 5">
            <a:extLst>
              <a:ext uri="{FF2B5EF4-FFF2-40B4-BE49-F238E27FC236}">
                <a16:creationId xmlns:a16="http://schemas.microsoft.com/office/drawing/2014/main" id="{EDFF1EDA-49E4-40E7-9041-5095F2068383}"/>
              </a:ext>
            </a:extLst>
          </p:cNvPr>
          <p:cNvGrpSpPr/>
          <p:nvPr/>
        </p:nvGrpSpPr>
        <p:grpSpPr>
          <a:xfrm>
            <a:off x="8400258" y="1844705"/>
            <a:ext cx="2676871" cy="3984562"/>
            <a:chOff x="8851102" y="1881491"/>
            <a:chExt cx="2676870" cy="3984566"/>
          </a:xfrm>
        </p:grpSpPr>
        <p:sp>
          <p:nvSpPr>
            <p:cNvPr id="7" name="TextBox 21">
              <a:extLst>
                <a:ext uri="{FF2B5EF4-FFF2-40B4-BE49-F238E27FC236}">
                  <a16:creationId xmlns:a16="http://schemas.microsoft.com/office/drawing/2014/main" id="{53E93A35-FD33-4525-95B8-E04417B16E5F}"/>
                </a:ext>
              </a:extLst>
            </p:cNvPr>
            <p:cNvSpPr txBox="1"/>
            <p:nvPr/>
          </p:nvSpPr>
          <p:spPr>
            <a:xfrm>
              <a:off x="8946942" y="2598604"/>
              <a:ext cx="2581030" cy="1230851"/>
            </a:xfrm>
            <a:prstGeom prst="rect">
              <a:avLst/>
            </a:prstGeom>
            <a:noFill/>
          </p:spPr>
          <p:txBody>
            <a:bodyPr wrap="square" lIns="0" tIns="0" rIns="0" bIns="0" rtlCol="0">
              <a:spAutoFit/>
            </a:bodyPr>
            <a:lstStyle/>
            <a:p>
              <a:pPr algn="just">
                <a:lnSpc>
                  <a:spcPct val="150000"/>
                </a:lnSpc>
              </a:pPr>
              <a:r>
                <a:rPr lang="zh-CN" altLang="en-US" sz="1333">
                  <a:solidFill>
                    <a:schemeClr val="tx1">
                      <a:lumMod val="50000"/>
                      <a:lumOff val="50000"/>
                    </a:schemeClr>
                  </a:solidFill>
                  <a:latin typeface="微软雅黑"/>
                  <a:ea typeface="微软雅黑"/>
                  <a:sym typeface="微软雅黑"/>
                </a:rPr>
                <a:t>晃镜头的应用相对于前面的几种方式应用要少一些，它主要应用在特定的环境中，让画面产生上下、左右或前后等的摇摆效果。</a:t>
              </a:r>
            </a:p>
          </p:txBody>
        </p:sp>
        <p:sp>
          <p:nvSpPr>
            <p:cNvPr id="8" name="Subtitle 2">
              <a:extLst>
                <a:ext uri="{FF2B5EF4-FFF2-40B4-BE49-F238E27FC236}">
                  <a16:creationId xmlns:a16="http://schemas.microsoft.com/office/drawing/2014/main" id="{4B03E02D-ED1D-45A0-8CE5-E61E9D5E42FF}"/>
                </a:ext>
              </a:extLst>
            </p:cNvPr>
            <p:cNvSpPr txBox="1"/>
            <p:nvPr/>
          </p:nvSpPr>
          <p:spPr>
            <a:xfrm>
              <a:off x="8851102" y="1881491"/>
              <a:ext cx="1717253" cy="41400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30000"/>
                </a:lnSpc>
                <a:spcBef>
                  <a:spcPct val="0"/>
                </a:spcBef>
                <a:defRPr/>
              </a:pPr>
              <a:r>
                <a:rPr lang="zh-CN" altLang="en-US" sz="1867" b="1">
                  <a:solidFill>
                    <a:schemeClr val="dk1">
                      <a:lumMod val="100000"/>
                    </a:schemeClr>
                  </a:solidFill>
                  <a:latin typeface="微软雅黑"/>
                  <a:ea typeface="微软雅黑"/>
                  <a:cs typeface="Lato" panose="020F0502020204030203" pitchFamily="34" charset="0"/>
                  <a:sym typeface="微软雅黑"/>
                </a:rPr>
                <a:t>晃镜头</a:t>
              </a:r>
            </a:p>
          </p:txBody>
        </p:sp>
        <p:cxnSp>
          <p:nvCxnSpPr>
            <p:cNvPr id="9" name="直接连接符 8">
              <a:extLst>
                <a:ext uri="{FF2B5EF4-FFF2-40B4-BE49-F238E27FC236}">
                  <a16:creationId xmlns:a16="http://schemas.microsoft.com/office/drawing/2014/main" id="{EEA3D4A0-A6BD-4750-93B9-763BD5DA5F5F}"/>
                </a:ext>
              </a:extLst>
            </p:cNvPr>
            <p:cNvCxnSpPr/>
            <p:nvPr/>
          </p:nvCxnSpPr>
          <p:spPr>
            <a:xfrm>
              <a:off x="8946941" y="2433872"/>
              <a:ext cx="670587"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圆角矩形 13">
              <a:extLst>
                <a:ext uri="{FF2B5EF4-FFF2-40B4-BE49-F238E27FC236}">
                  <a16:creationId xmlns:a16="http://schemas.microsoft.com/office/drawing/2014/main" id="{ACD39658-6651-4D82-AB13-8237AFD992CB}"/>
                </a:ext>
              </a:extLst>
            </p:cNvPr>
            <p:cNvSpPr/>
            <p:nvPr/>
          </p:nvSpPr>
          <p:spPr>
            <a:xfrm>
              <a:off x="8946941" y="5632975"/>
              <a:ext cx="972137" cy="233082"/>
            </a:xfrm>
            <a:prstGeom prst="roundRect">
              <a:avLst>
                <a:gd name="adj" fmla="val 50000"/>
              </a:avLst>
            </a:prstGeom>
            <a:solidFill>
              <a:schemeClr val="accent1"/>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000">
                  <a:solidFill>
                    <a:schemeClr val="bg1"/>
                  </a:solidFill>
                  <a:latin typeface="微软雅黑"/>
                  <a:ea typeface="微软雅黑"/>
                  <a:sym typeface="微软雅黑"/>
                </a:rPr>
                <a:t>添加标题</a:t>
              </a:r>
            </a:p>
          </p:txBody>
        </p:sp>
      </p:grpSp>
      <p:sp>
        <p:nvSpPr>
          <p:cNvPr id="11" name="矩形 10">
            <a:extLst>
              <a:ext uri="{FF2B5EF4-FFF2-40B4-BE49-F238E27FC236}">
                <a16:creationId xmlns:a16="http://schemas.microsoft.com/office/drawing/2014/main" id="{A025F53B-326A-423A-9BB7-5E1CF2954994}"/>
              </a:ext>
            </a:extLst>
          </p:cNvPr>
          <p:cNvSpPr/>
          <p:nvPr/>
        </p:nvSpPr>
        <p:spPr>
          <a:xfrm>
            <a:off x="1769359" y="1953214"/>
            <a:ext cx="2329480" cy="3660273"/>
          </a:xfrm>
          <a:prstGeom prst="rect">
            <a:avLst/>
          </a:prstGeom>
          <a:blipFill>
            <a:blip r:embed="R7ce417b605c34773">
              <a:extLst>
                <a:ext uri="{28A0092B-C50C-407E-A947-70E740481C1C}">
                  <a14:useLocalDpi xmlns:a14="http://schemas.microsoft.com/office/drawing/2010/main" val="0"/>
                </a:ext>
              </a:extLst>
            </a:blip>
            <a:stretch>
              <a:fillRect r="-140060"/>
            </a:stretch>
          </a:blip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微软雅黑"/>
              <a:ea typeface="微软雅黑"/>
              <a:sym typeface="微软雅黑"/>
            </a:endParaRPr>
          </a:p>
        </p:txBody>
      </p:sp>
      <p:grpSp>
        <p:nvGrpSpPr>
          <p:cNvPr id="12" name="组合 11">
            <a:extLst>
              <a:ext uri="{FF2B5EF4-FFF2-40B4-BE49-F238E27FC236}">
                <a16:creationId xmlns:a16="http://schemas.microsoft.com/office/drawing/2014/main" id="{7EBBB63E-9103-453B-89B7-3CB266F8D3F2}"/>
              </a:ext>
            </a:extLst>
          </p:cNvPr>
          <p:cNvGrpSpPr/>
          <p:nvPr/>
        </p:nvGrpSpPr>
        <p:grpSpPr>
          <a:xfrm>
            <a:off x="911424" y="2792457"/>
            <a:ext cx="2297349" cy="3024306"/>
            <a:chOff x="816428" y="2967719"/>
            <a:chExt cx="2334986" cy="3073852"/>
          </a:xfrm>
        </p:grpSpPr>
        <p:sp>
          <p:nvSpPr>
            <p:cNvPr id="13" name="矩形 12">
              <a:extLst>
                <a:ext uri="{FF2B5EF4-FFF2-40B4-BE49-F238E27FC236}">
                  <a16:creationId xmlns:a16="http://schemas.microsoft.com/office/drawing/2014/main" id="{4DBC8B21-AC21-49B4-9CC5-C342E4FE38F8}"/>
                </a:ext>
              </a:extLst>
            </p:cNvPr>
            <p:cNvSpPr/>
            <p:nvPr/>
          </p:nvSpPr>
          <p:spPr>
            <a:xfrm>
              <a:off x="816428" y="2967719"/>
              <a:ext cx="2334986" cy="3073852"/>
            </a:xfrm>
            <a:prstGeom prst="rect">
              <a:avLst/>
            </a:prstGeom>
            <a:solidFill>
              <a:schemeClr val="accent2"/>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bg1"/>
                </a:solidFill>
                <a:latin typeface="微软雅黑"/>
                <a:ea typeface="微软雅黑"/>
                <a:sym typeface="微软雅黑"/>
              </a:endParaRPr>
            </a:p>
          </p:txBody>
        </p:sp>
        <p:sp>
          <p:nvSpPr>
            <p:cNvPr id="14" name="TextBox 21">
              <a:extLst>
                <a:ext uri="{FF2B5EF4-FFF2-40B4-BE49-F238E27FC236}">
                  <a16:creationId xmlns:a16="http://schemas.microsoft.com/office/drawing/2014/main" id="{F6B9A677-866E-4D60-ADC5-5BD98B176586}"/>
                </a:ext>
              </a:extLst>
            </p:cNvPr>
            <p:cNvSpPr txBox="1"/>
            <p:nvPr/>
          </p:nvSpPr>
          <p:spPr>
            <a:xfrm>
              <a:off x="1059646" y="3800387"/>
              <a:ext cx="1797855" cy="703842"/>
            </a:xfrm>
            <a:prstGeom prst="rect">
              <a:avLst/>
            </a:prstGeom>
            <a:noFill/>
          </p:spPr>
          <p:txBody>
            <a:bodyPr wrap="square" lIns="0" tIns="0" rIns="0" bIns="0" rtlCol="0">
              <a:spAutoFit/>
            </a:bodyPr>
            <a:lstStyle/>
            <a:p>
              <a:pPr>
                <a:lnSpc>
                  <a:spcPct val="150000"/>
                </a:lnSpc>
              </a:pPr>
              <a:r>
                <a:rPr lang="zh-CN" altLang="en-US" sz="1000">
                  <a:solidFill>
                    <a:schemeClr val="bg1"/>
                  </a:solidFill>
                  <a:latin typeface="微软雅黑"/>
                  <a:ea typeface="微软雅黑"/>
                  <a:sym typeface="微软雅黑"/>
                </a:rPr>
                <a:t>主要用于表现精神恍惚、头晕目眩、乘车船等摇晃效果，比如表现地震场景。</a:t>
              </a:r>
            </a:p>
          </p:txBody>
        </p:sp>
        <p:sp>
          <p:nvSpPr>
            <p:cNvPr id="15" name="Subtitle 2">
              <a:extLst>
                <a:ext uri="{FF2B5EF4-FFF2-40B4-BE49-F238E27FC236}">
                  <a16:creationId xmlns:a16="http://schemas.microsoft.com/office/drawing/2014/main" id="{EBF4F1C1-F8DE-481D-B6C7-61F5087A1533}"/>
                </a:ext>
              </a:extLst>
            </p:cNvPr>
            <p:cNvSpPr txBox="1"/>
            <p:nvPr/>
          </p:nvSpPr>
          <p:spPr>
            <a:xfrm>
              <a:off x="979149" y="3260126"/>
              <a:ext cx="1717253" cy="41400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30000"/>
                </a:lnSpc>
                <a:spcBef>
                  <a:spcPct val="0"/>
                </a:spcBef>
                <a:defRPr/>
              </a:pPr>
              <a:r>
                <a:rPr lang="zh-CN" altLang="en-US" sz="1800" b="1">
                  <a:solidFill>
                    <a:schemeClr val="bg1"/>
                  </a:solidFill>
                  <a:latin typeface="微软雅黑"/>
                  <a:ea typeface="微软雅黑"/>
                  <a:cs typeface="Lato" panose="020F0502020204030203" pitchFamily="34" charset="0"/>
                  <a:sym typeface="微软雅黑"/>
                </a:rPr>
                <a:t>主要作用</a:t>
              </a:r>
              <a:endParaRPr lang="id-ID" sz="1800" b="1">
                <a:solidFill>
                  <a:schemeClr val="bg1"/>
                </a:solidFill>
                <a:latin typeface="微软雅黑"/>
                <a:ea typeface="微软雅黑"/>
                <a:cs typeface="Lato" panose="020F0502020204030203" pitchFamily="34" charset="0"/>
                <a:sym typeface="微软雅黑"/>
              </a:endParaRPr>
            </a:p>
          </p:txBody>
        </p:sp>
      </p:grpSp>
      <p:grpSp>
        <p:nvGrpSpPr>
          <p:cNvPr id="17" name="组合 16">
            <a:extLst>
              <a:ext uri="{FF2B5EF4-FFF2-40B4-BE49-F238E27FC236}">
                <a16:creationId xmlns:a16="http://schemas.microsoft.com/office/drawing/2014/main" id="{479BCFF6-B49E-47C9-BDDA-413C29BC3136}"/>
              </a:ext>
            </a:extLst>
          </p:cNvPr>
          <p:cNvGrpSpPr/>
          <p:nvPr/>
        </p:nvGrpSpPr>
        <p:grpSpPr>
          <a:xfrm>
            <a:off x="4471884" y="2792457"/>
            <a:ext cx="2297349" cy="3024306"/>
            <a:chOff x="816428" y="2967719"/>
            <a:chExt cx="2334986" cy="3073852"/>
          </a:xfrm>
        </p:grpSpPr>
        <p:sp>
          <p:nvSpPr>
            <p:cNvPr id="18" name="矩形 17">
              <a:extLst>
                <a:ext uri="{FF2B5EF4-FFF2-40B4-BE49-F238E27FC236}">
                  <a16:creationId xmlns:a16="http://schemas.microsoft.com/office/drawing/2014/main" id="{D618142F-238F-4A89-99A5-D615B080D2F3}"/>
                </a:ext>
              </a:extLst>
            </p:cNvPr>
            <p:cNvSpPr/>
            <p:nvPr/>
          </p:nvSpPr>
          <p:spPr>
            <a:xfrm>
              <a:off x="816428" y="2967719"/>
              <a:ext cx="2334986" cy="3073852"/>
            </a:xfrm>
            <a:prstGeom prst="rect">
              <a:avLst/>
            </a:prstGeom>
            <a:solidFill>
              <a:schemeClr val="accent1"/>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微软雅黑"/>
                <a:ea typeface="微软雅黑"/>
                <a:sym typeface="微软雅黑"/>
              </a:endParaRPr>
            </a:p>
          </p:txBody>
        </p:sp>
        <p:sp>
          <p:nvSpPr>
            <p:cNvPr id="19" name="TextBox 21">
              <a:extLst>
                <a:ext uri="{FF2B5EF4-FFF2-40B4-BE49-F238E27FC236}">
                  <a16:creationId xmlns:a16="http://schemas.microsoft.com/office/drawing/2014/main" id="{5790711A-CD53-4484-98FB-5745F74945AF}"/>
                </a:ext>
              </a:extLst>
            </p:cNvPr>
            <p:cNvSpPr txBox="1"/>
            <p:nvPr/>
          </p:nvSpPr>
          <p:spPr>
            <a:xfrm>
              <a:off x="1059646" y="3800387"/>
              <a:ext cx="1797855" cy="1173070"/>
            </a:xfrm>
            <a:prstGeom prst="rect">
              <a:avLst/>
            </a:prstGeom>
            <a:noFill/>
          </p:spPr>
          <p:txBody>
            <a:bodyPr wrap="square" lIns="0" tIns="0" rIns="0" bIns="0" rtlCol="0">
              <a:spAutoFit/>
            </a:bodyPr>
            <a:lstStyle/>
            <a:p>
              <a:pPr>
                <a:lnSpc>
                  <a:spcPct val="150000"/>
                </a:lnSpc>
              </a:pPr>
              <a:r>
                <a:rPr lang="zh-CN" altLang="en-US" sz="1000">
                  <a:solidFill>
                    <a:schemeClr val="bg1"/>
                  </a:solidFill>
                  <a:latin typeface="微软雅黑"/>
                  <a:ea typeface="微软雅黑"/>
                  <a:sym typeface="微软雅黑"/>
                </a:rPr>
                <a:t>应用在特定的环境中，分临场感晃动和模糊光晕晃动；前者增强临场感真实感，后者增加镜头美感；需同步摇晃，营造呼吸感镜头。</a:t>
              </a:r>
            </a:p>
          </p:txBody>
        </p:sp>
        <p:sp>
          <p:nvSpPr>
            <p:cNvPr id="20" name="Subtitle 2">
              <a:extLst>
                <a:ext uri="{FF2B5EF4-FFF2-40B4-BE49-F238E27FC236}">
                  <a16:creationId xmlns:a16="http://schemas.microsoft.com/office/drawing/2014/main" id="{E564D4B2-6846-47AE-B92E-7172D46C302C}"/>
                </a:ext>
              </a:extLst>
            </p:cNvPr>
            <p:cNvSpPr txBox="1"/>
            <p:nvPr/>
          </p:nvSpPr>
          <p:spPr>
            <a:xfrm>
              <a:off x="979149" y="3260126"/>
              <a:ext cx="1717253" cy="41400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30000"/>
                </a:lnSpc>
                <a:spcBef>
                  <a:spcPct val="0"/>
                </a:spcBef>
                <a:defRPr/>
              </a:pPr>
              <a:r>
                <a:rPr lang="zh-CN" altLang="en-US" sz="1800" b="1">
                  <a:solidFill>
                    <a:schemeClr val="bg1"/>
                  </a:solidFill>
                  <a:latin typeface="微软雅黑"/>
                  <a:ea typeface="微软雅黑"/>
                  <a:cs typeface="Lato" panose="020F0502020204030203" pitchFamily="34" charset="0"/>
                  <a:sym typeface="微软雅黑"/>
                </a:rPr>
                <a:t>应用场景</a:t>
              </a:r>
            </a:p>
          </p:txBody>
        </p:sp>
      </p:grpSp>
    </p:spTree>
    <p:extLst>
      <p:ext uri="{BB962C8B-B14F-4D97-AF65-F5344CB8AC3E}">
        <p14:creationId xmlns:p14="http://schemas.microsoft.com/office/powerpoint/2010/main" val="34501983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par>
                          <p:cTn id="10" fill="hold" nodeType="afterGroup">
                            <p:stCondLst>
                              <p:cond delay="500"/>
                            </p:stCondLst>
                            <p:childTnLst>
                              <p:par>
                                <p:cTn id="11" presetID="2" presetClass="entr" presetSubtype="4"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25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250"/>
                            </p:stCondLst>
                            <p:childTnLst>
                              <p:par>
                                <p:cTn id="20" presetID="2" presetClass="entr" presetSubtype="2"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1+#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1750"/>
                            </p:stCondLst>
                            <p:childTnLst>
                              <p:par>
                                <p:cTn id="25" presetID="53" presetClass="entr" presetSubtype="0"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p:cTn id="27" dur="500" fill="hold"/>
                                        <p:tgtEl>
                                          <p:spTgt spid="21"/>
                                        </p:tgtEl>
                                        <p:attrNameLst>
                                          <p:attrName>ppt_w</p:attrName>
                                        </p:attrNameLst>
                                      </p:cBhvr>
                                      <p:tavLst>
                                        <p:tav tm="0">
                                          <p:val>
                                            <p:fltVal val="0"/>
                                          </p:val>
                                        </p:tav>
                                        <p:tav tm="100000">
                                          <p:val>
                                            <p:strVal val="#ppt_w"/>
                                          </p:val>
                                        </p:tav>
                                      </p:tavLst>
                                    </p:anim>
                                    <p:anim calcmode="lin" valueType="num">
                                      <p:cBhvr>
                                        <p:cTn id="28" dur="500" fill="hold"/>
                                        <p:tgtEl>
                                          <p:spTgt spid="21"/>
                                        </p:tgtEl>
                                        <p:attrNameLst>
                                          <p:attrName>ppt_h</p:attrName>
                                        </p:attrNameLst>
                                      </p:cBhvr>
                                      <p:tavLst>
                                        <p:tav tm="0">
                                          <p:val>
                                            <p:fltVal val="0"/>
                                          </p:val>
                                        </p:tav>
                                        <p:tav tm="100000">
                                          <p:val>
                                            <p:strVal val="#ppt_h"/>
                                          </p:val>
                                        </p:tav>
                                      </p:tavLst>
                                    </p:anim>
                                    <p:animEffect transition="in" filter="fade">
                                      <p:cBhvr>
                                        <p:cTn id="2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1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0508953-2D4D-43DF-A7DF-A983CCF30A95}"/>
              </a:ext>
            </a:extLst>
          </p:cNvPr>
          <p:cNvSpPr txBox="1"/>
          <p:nvPr/>
        </p:nvSpPr>
        <p:spPr>
          <a:xfrm>
            <a:off x="1331623" y="557799"/>
            <a:ext cx="3467616"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视频拍摄运镜技巧</a:t>
            </a:r>
          </a:p>
        </p:txBody>
      </p:sp>
      <p:grpSp>
        <p:nvGrpSpPr>
          <p:cNvPr id="13" name="组合 12">
            <a:extLst>
              <a:ext uri="{FF2B5EF4-FFF2-40B4-BE49-F238E27FC236}">
                <a16:creationId xmlns:a16="http://schemas.microsoft.com/office/drawing/2014/main" id="{2FBF49E8-CEBD-4845-890F-CE2DA130BF5C}"/>
              </a:ext>
            </a:extLst>
          </p:cNvPr>
          <p:cNvGrpSpPr/>
          <p:nvPr/>
        </p:nvGrpSpPr>
        <p:grpSpPr>
          <a:xfrm>
            <a:off x="955355" y="1969363"/>
            <a:ext cx="5503500" cy="4057694"/>
            <a:chOff x="853757" y="1600200"/>
            <a:chExt cx="5787656" cy="4267200"/>
          </a:xfrm>
        </p:grpSpPr>
        <p:sp>
          <p:nvSpPr>
            <p:cNvPr id="14" name="Rectangle 10">
              <a:extLst>
                <a:ext uri="{FF2B5EF4-FFF2-40B4-BE49-F238E27FC236}">
                  <a16:creationId xmlns:a16="http://schemas.microsoft.com/office/drawing/2014/main" id="{4772B945-ACDC-4FF3-814D-5388D989AA32}"/>
                </a:ext>
              </a:extLst>
            </p:cNvPr>
            <p:cNvSpPr/>
            <p:nvPr/>
          </p:nvSpPr>
          <p:spPr>
            <a:xfrm>
              <a:off x="853757" y="1600200"/>
              <a:ext cx="5787656" cy="4267200"/>
            </a:xfrm>
            <a:prstGeom prst="rect">
              <a:avLst/>
            </a:prstGeom>
            <a:blipFill>
              <a:blip r:embed="R590e279bd8b04893">
                <a:extLst>
                  <a:ext uri="{28A0092B-C50C-407E-A947-70E740481C1C}">
                    <a14:useLocalDpi xmlns:a14="http://schemas.microsoft.com/office/drawing/2010/main" val="0"/>
                  </a:ext>
                </a:extLst>
              </a:blip>
              <a:stretch>
                <a:fillRect/>
              </a:stretch>
            </a:blipFill>
            <a:ln>
              <a:noFill/>
            </a:ln>
            <a:effectLst>
              <a:outerShdw blurRad="190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latin typeface="微软雅黑"/>
                <a:ea typeface="微软雅黑"/>
                <a:sym typeface="微软雅黑"/>
              </a:endParaRPr>
            </a:p>
          </p:txBody>
        </p:sp>
        <p:sp>
          <p:nvSpPr>
            <p:cNvPr id="15" name="Rectangle 22">
              <a:extLst>
                <a:ext uri="{FF2B5EF4-FFF2-40B4-BE49-F238E27FC236}">
                  <a16:creationId xmlns:a16="http://schemas.microsoft.com/office/drawing/2014/main" id="{404659B5-C1AC-49B4-9C2B-7DF6C0160AF6}"/>
                </a:ext>
              </a:extLst>
            </p:cNvPr>
            <p:cNvSpPr/>
            <p:nvPr/>
          </p:nvSpPr>
          <p:spPr>
            <a:xfrm>
              <a:off x="853757" y="2224977"/>
              <a:ext cx="5787656" cy="21122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latin typeface="微软雅黑"/>
                <a:ea typeface="微软雅黑"/>
                <a:sym typeface="微软雅黑"/>
              </a:endParaRPr>
            </a:p>
          </p:txBody>
        </p:sp>
        <p:sp>
          <p:nvSpPr>
            <p:cNvPr id="16" name="TextBox 76">
              <a:extLst>
                <a:ext uri="{FF2B5EF4-FFF2-40B4-BE49-F238E27FC236}">
                  <a16:creationId xmlns:a16="http://schemas.microsoft.com/office/drawing/2014/main" id="{0146CDC1-D81A-4922-A8F0-9AEAB14BEBE0}"/>
                </a:ext>
              </a:extLst>
            </p:cNvPr>
            <p:cNvSpPr txBox="1"/>
            <p:nvPr/>
          </p:nvSpPr>
          <p:spPr>
            <a:xfrm>
              <a:off x="1077922" y="2447073"/>
              <a:ext cx="2413622" cy="420768"/>
            </a:xfrm>
            <a:prstGeom prst="rect">
              <a:avLst/>
            </a:prstGeom>
            <a:noFill/>
            <a:effectLst/>
          </p:spPr>
          <p:txBody>
            <a:bodyPr wrap="square" rtlCol="0">
              <a:spAutoFit/>
            </a:bodyPr>
            <a:lstStyle/>
            <a:p>
              <a:r>
                <a:rPr lang="zh-CN" altLang="en-US" sz="2000" b="1">
                  <a:solidFill>
                    <a:schemeClr val="bg1"/>
                  </a:solidFill>
                  <a:latin typeface="微软雅黑"/>
                  <a:ea typeface="微软雅黑"/>
                  <a:sym typeface="微软雅黑"/>
                </a:rPr>
                <a:t>综合运动镜头</a:t>
              </a:r>
            </a:p>
          </p:txBody>
        </p:sp>
        <p:sp>
          <p:nvSpPr>
            <p:cNvPr id="17" name="文本框 16">
              <a:extLst>
                <a:ext uri="{FF2B5EF4-FFF2-40B4-BE49-F238E27FC236}">
                  <a16:creationId xmlns:a16="http://schemas.microsoft.com/office/drawing/2014/main" id="{63D61E2F-2E45-426B-84BA-95F1F1A487CB}"/>
                </a:ext>
              </a:extLst>
            </p:cNvPr>
            <p:cNvSpPr txBox="1"/>
            <p:nvPr/>
          </p:nvSpPr>
          <p:spPr>
            <a:xfrm>
              <a:off x="1077923" y="2858148"/>
              <a:ext cx="5331995" cy="1359404"/>
            </a:xfrm>
            <a:prstGeom prst="rect">
              <a:avLst/>
            </a:prstGeom>
            <a:noFill/>
            <a:effectLst/>
          </p:spPr>
          <p:txBody>
            <a:bodyPr wrap="square" rtlCol="0">
              <a:spAutoFit/>
            </a:bodyPr>
            <a:lstStyle/>
            <a:p>
              <a:pPr>
                <a:lnSpc>
                  <a:spcPct val="130000"/>
                </a:lnSpc>
              </a:pPr>
              <a:r>
                <a:rPr lang="zh-CN" altLang="en-US" sz="1200">
                  <a:solidFill>
                    <a:schemeClr val="bg1"/>
                  </a:solidFill>
                  <a:latin typeface="微软雅黑"/>
                  <a:ea typeface="微软雅黑"/>
                  <a:sym typeface="微软雅黑"/>
                </a:rPr>
                <a:t>综合运动镜头综合运动摄像是指摄像机在一个镜头中把推、 拉、摇、移、跟、升降等各种运动摄像方式</a:t>
              </a:r>
              <a:r>
                <a:rPr lang="en-US" altLang="zh-CN" sz="1200">
                  <a:solidFill>
                    <a:schemeClr val="bg1"/>
                  </a:solidFill>
                  <a:latin typeface="微软雅黑"/>
                  <a:ea typeface="微软雅黑"/>
                  <a:sym typeface="微软雅黑"/>
                </a:rPr>
                <a:t>,</a:t>
              </a:r>
              <a:r>
                <a:rPr lang="zh-CN" altLang="en-US" sz="1200">
                  <a:solidFill>
                    <a:schemeClr val="bg1"/>
                  </a:solidFill>
                  <a:latin typeface="微软雅黑"/>
                  <a:ea typeface="微软雅黑"/>
                  <a:sym typeface="微软雅黑"/>
                </a:rPr>
                <a:t>不同程度地、有机地结合起来的拍摄。用这种方式拍到的电视画面叫综合运动镜头。综合运动镜头的镜头综合运动产生了更为复杂多变的画面造型效果。同时，由镜头的综合运动所形成的电视画面</a:t>
              </a:r>
              <a:r>
                <a:rPr lang="en-US" altLang="zh-CN" sz="1200">
                  <a:solidFill>
                    <a:schemeClr val="bg1"/>
                  </a:solidFill>
                  <a:latin typeface="微软雅黑"/>
                  <a:ea typeface="微软雅黑"/>
                  <a:sym typeface="微软雅黑"/>
                </a:rPr>
                <a:t>,</a:t>
              </a:r>
              <a:r>
                <a:rPr lang="zh-CN" altLang="en-US" sz="1200">
                  <a:solidFill>
                    <a:schemeClr val="bg1"/>
                  </a:solidFill>
                  <a:latin typeface="微软雅黑"/>
                  <a:ea typeface="微软雅黑"/>
                  <a:sym typeface="微软雅黑"/>
                </a:rPr>
                <a:t>其运动轨迹是多方向、多方式运动合一后的结果。</a:t>
              </a:r>
            </a:p>
          </p:txBody>
        </p:sp>
      </p:grpSp>
      <p:grpSp>
        <p:nvGrpSpPr>
          <p:cNvPr id="18" name="组合 17">
            <a:extLst>
              <a:ext uri="{FF2B5EF4-FFF2-40B4-BE49-F238E27FC236}">
                <a16:creationId xmlns:a16="http://schemas.microsoft.com/office/drawing/2014/main" id="{F60433FD-36C9-4048-9153-BE8A879026BF}"/>
              </a:ext>
            </a:extLst>
          </p:cNvPr>
          <p:cNvGrpSpPr/>
          <p:nvPr/>
        </p:nvGrpSpPr>
        <p:grpSpPr>
          <a:xfrm>
            <a:off x="7330635" y="1892829"/>
            <a:ext cx="3986711" cy="2508018"/>
            <a:chOff x="7229036" y="1849286"/>
            <a:chExt cx="3986711" cy="2508018"/>
          </a:xfrm>
        </p:grpSpPr>
        <p:sp>
          <p:nvSpPr>
            <p:cNvPr id="19" name="文本框 18">
              <a:extLst>
                <a:ext uri="{FF2B5EF4-FFF2-40B4-BE49-F238E27FC236}">
                  <a16:creationId xmlns:a16="http://schemas.microsoft.com/office/drawing/2014/main" id="{61FD50DC-AFE1-431D-8900-248016B06889}"/>
                </a:ext>
              </a:extLst>
            </p:cNvPr>
            <p:cNvSpPr txBox="1"/>
            <p:nvPr/>
          </p:nvSpPr>
          <p:spPr>
            <a:xfrm>
              <a:off x="7229036" y="2344445"/>
              <a:ext cx="3986711" cy="2012859"/>
            </a:xfrm>
            <a:prstGeom prst="rect">
              <a:avLst/>
            </a:prstGeom>
            <a:noFill/>
            <a:effectLst/>
          </p:spPr>
          <p:txBody>
            <a:bodyPr wrap="square" rtlCol="0">
              <a:spAutoFit/>
            </a:bodyPr>
            <a:lstStyle/>
            <a:p>
              <a:pPr>
                <a:lnSpc>
                  <a:spcPct val="130000"/>
                </a:lnSpc>
              </a:pPr>
              <a:r>
                <a:rPr lang="en-US" altLang="zh-CN" sz="1200">
                  <a:solidFill>
                    <a:schemeClr val="tx1">
                      <a:lumMod val="50000"/>
                      <a:lumOff val="50000"/>
                    </a:schemeClr>
                  </a:solidFill>
                  <a:latin typeface="微软雅黑"/>
                  <a:ea typeface="微软雅黑"/>
                  <a:sym typeface="微软雅黑"/>
                </a:rPr>
                <a:t>10.1</a:t>
              </a:r>
              <a:r>
                <a:rPr lang="zh-CN" altLang="en-US" sz="1200">
                  <a:solidFill>
                    <a:schemeClr val="tx1">
                      <a:lumMod val="50000"/>
                      <a:lumOff val="50000"/>
                    </a:schemeClr>
                  </a:solidFill>
                  <a:latin typeface="微软雅黑"/>
                  <a:ea typeface="微软雅黑"/>
                  <a:sym typeface="微软雅黑"/>
                </a:rPr>
                <a:t>有利于在一个镜头中记录和表现一个场景中一段相对完整的情节。</a:t>
              </a:r>
            </a:p>
            <a:p>
              <a:pPr>
                <a:lnSpc>
                  <a:spcPct val="130000"/>
                </a:lnSpc>
              </a:pPr>
              <a:r>
                <a:rPr lang="en-US" altLang="zh-CN" sz="1200">
                  <a:solidFill>
                    <a:schemeClr val="tx1">
                      <a:lumMod val="50000"/>
                      <a:lumOff val="50000"/>
                    </a:schemeClr>
                  </a:solidFill>
                  <a:latin typeface="微软雅黑"/>
                  <a:ea typeface="微软雅黑"/>
                  <a:sym typeface="微软雅黑"/>
                </a:rPr>
                <a:t>10.2</a:t>
              </a:r>
              <a:r>
                <a:rPr lang="zh-CN" altLang="en-US" sz="1200">
                  <a:solidFill>
                    <a:schemeClr val="tx1">
                      <a:lumMod val="50000"/>
                      <a:lumOff val="50000"/>
                    </a:schemeClr>
                  </a:solidFill>
                  <a:latin typeface="微软雅黑"/>
                  <a:ea typeface="微软雅黑"/>
                  <a:sym typeface="微软雅黑"/>
                </a:rPr>
                <a:t>是形成视频画面造型形式美的有力手段。</a:t>
              </a:r>
            </a:p>
            <a:p>
              <a:pPr>
                <a:lnSpc>
                  <a:spcPct val="130000"/>
                </a:lnSpc>
              </a:pPr>
              <a:r>
                <a:rPr lang="en-US" altLang="zh-CN" sz="1200">
                  <a:solidFill>
                    <a:schemeClr val="tx1">
                      <a:lumMod val="50000"/>
                      <a:lumOff val="50000"/>
                    </a:schemeClr>
                  </a:solidFill>
                  <a:latin typeface="微软雅黑"/>
                  <a:ea typeface="微软雅黑"/>
                  <a:sym typeface="微软雅黑"/>
                </a:rPr>
                <a:t>10.3</a:t>
              </a:r>
              <a:r>
                <a:rPr lang="zh-CN" altLang="en-US" sz="1200">
                  <a:solidFill>
                    <a:schemeClr val="tx1">
                      <a:lumMod val="50000"/>
                      <a:lumOff val="50000"/>
                    </a:schemeClr>
                  </a:solidFill>
                  <a:latin typeface="微软雅黑"/>
                  <a:ea typeface="微软雅黑"/>
                  <a:sym typeface="微软雅黑"/>
                </a:rPr>
                <a:t>连续动态有利于再现现实生活的流程。</a:t>
              </a:r>
            </a:p>
            <a:p>
              <a:pPr>
                <a:lnSpc>
                  <a:spcPct val="130000"/>
                </a:lnSpc>
              </a:pPr>
              <a:r>
                <a:rPr lang="en-US" altLang="zh-CN" sz="1200">
                  <a:solidFill>
                    <a:schemeClr val="tx1">
                      <a:lumMod val="50000"/>
                      <a:lumOff val="50000"/>
                    </a:schemeClr>
                  </a:solidFill>
                  <a:latin typeface="微软雅黑"/>
                  <a:ea typeface="微软雅黑"/>
                  <a:sym typeface="微软雅黑"/>
                </a:rPr>
                <a:t>10.4</a:t>
              </a:r>
              <a:r>
                <a:rPr lang="zh-CN" altLang="en-US" sz="1200">
                  <a:solidFill>
                    <a:schemeClr val="tx1">
                      <a:lumMod val="50000"/>
                      <a:lumOff val="50000"/>
                    </a:schemeClr>
                  </a:solidFill>
                  <a:latin typeface="微软雅黑"/>
                  <a:ea typeface="微软雅黑"/>
                  <a:sym typeface="微软雅黑"/>
                </a:rPr>
                <a:t>有利于通过画面结构的多元性形成表意方面的多义性。</a:t>
              </a:r>
            </a:p>
            <a:p>
              <a:pPr>
                <a:lnSpc>
                  <a:spcPct val="130000"/>
                </a:lnSpc>
              </a:pPr>
              <a:r>
                <a:rPr lang="en-US" altLang="zh-CN" sz="1200">
                  <a:solidFill>
                    <a:schemeClr val="tx1">
                      <a:lumMod val="50000"/>
                      <a:lumOff val="50000"/>
                    </a:schemeClr>
                  </a:solidFill>
                  <a:latin typeface="微软雅黑"/>
                  <a:ea typeface="微软雅黑"/>
                  <a:sym typeface="微软雅黑"/>
                </a:rPr>
                <a:t>10.5</a:t>
              </a:r>
              <a:r>
                <a:rPr lang="zh-CN" altLang="en-US" sz="1200">
                  <a:solidFill>
                    <a:schemeClr val="tx1">
                      <a:lumMod val="50000"/>
                      <a:lumOff val="50000"/>
                    </a:schemeClr>
                  </a:solidFill>
                  <a:latin typeface="微软雅黑"/>
                  <a:ea typeface="微软雅黑"/>
                  <a:sym typeface="微软雅黑"/>
                </a:rPr>
                <a:t>在较长的连续画面中可以与音乐的旋律变化相互“合拍”</a:t>
              </a:r>
              <a:r>
                <a:rPr lang="en-US" altLang="zh-CN" sz="1200">
                  <a:solidFill>
                    <a:schemeClr val="tx1">
                      <a:lumMod val="50000"/>
                      <a:lumOff val="50000"/>
                    </a:schemeClr>
                  </a:solidFill>
                  <a:latin typeface="微软雅黑"/>
                  <a:ea typeface="微软雅黑"/>
                  <a:sym typeface="微软雅黑"/>
                </a:rPr>
                <a:t>, </a:t>
              </a:r>
              <a:r>
                <a:rPr lang="zh-CN" altLang="en-US" sz="1200">
                  <a:solidFill>
                    <a:schemeClr val="tx1">
                      <a:lumMod val="50000"/>
                      <a:lumOff val="50000"/>
                    </a:schemeClr>
                  </a:solidFill>
                  <a:latin typeface="微软雅黑"/>
                  <a:ea typeface="微软雅黑"/>
                  <a:sym typeface="微软雅黑"/>
                </a:rPr>
                <a:t>形成画面形象与音乐一体化的节奏感。</a:t>
              </a:r>
            </a:p>
          </p:txBody>
        </p:sp>
        <p:sp>
          <p:nvSpPr>
            <p:cNvPr id="20" name="TextBox 76">
              <a:extLst>
                <a:ext uri="{FF2B5EF4-FFF2-40B4-BE49-F238E27FC236}">
                  <a16:creationId xmlns:a16="http://schemas.microsoft.com/office/drawing/2014/main" id="{23688865-8210-471B-B5B1-4EC669B94F94}"/>
                </a:ext>
              </a:extLst>
            </p:cNvPr>
            <p:cNvSpPr txBox="1"/>
            <p:nvPr/>
          </p:nvSpPr>
          <p:spPr>
            <a:xfrm>
              <a:off x="7317496" y="1849286"/>
              <a:ext cx="1449133" cy="400110"/>
            </a:xfrm>
            <a:prstGeom prst="rect">
              <a:avLst/>
            </a:prstGeom>
            <a:solidFill>
              <a:schemeClr val="accent1"/>
            </a:solidFill>
            <a:ln>
              <a:noFill/>
            </a:ln>
            <a:effectLst>
              <a:outerShdw blurRad="190500" dist="38100" dir="2700000" algn="tl" rotWithShape="0">
                <a:prstClr val="black">
                  <a:alpha val="20000"/>
                </a:prstClr>
              </a:outerShdw>
            </a:effectLst>
          </p:spPr>
          <p:txBody>
            <a:bodyPr wrap="square" rtlCol="0">
              <a:spAutoFit/>
            </a:bodyPr>
            <a:lstStyle/>
            <a:p>
              <a:pPr algn="ctr"/>
              <a:r>
                <a:rPr lang="zh-CN" altLang="en-US" sz="2000" b="1">
                  <a:solidFill>
                    <a:schemeClr val="bg1"/>
                  </a:solidFill>
                  <a:latin typeface="微软雅黑"/>
                  <a:ea typeface="微软雅黑"/>
                  <a:sym typeface="微软雅黑"/>
                </a:rPr>
                <a:t>作用</a:t>
              </a:r>
            </a:p>
          </p:txBody>
        </p:sp>
      </p:grpSp>
      <p:grpSp>
        <p:nvGrpSpPr>
          <p:cNvPr id="21" name="组合 20">
            <a:extLst>
              <a:ext uri="{FF2B5EF4-FFF2-40B4-BE49-F238E27FC236}">
                <a16:creationId xmlns:a16="http://schemas.microsoft.com/office/drawing/2014/main" id="{54148755-AB65-46DF-9EDF-44B6E06DDC4B}"/>
              </a:ext>
            </a:extLst>
          </p:cNvPr>
          <p:cNvGrpSpPr/>
          <p:nvPr/>
        </p:nvGrpSpPr>
        <p:grpSpPr>
          <a:xfrm>
            <a:off x="7330635" y="4495974"/>
            <a:ext cx="3986711" cy="1787821"/>
            <a:chOff x="7229036" y="3410700"/>
            <a:chExt cx="3986711" cy="1787821"/>
          </a:xfrm>
        </p:grpSpPr>
        <p:sp>
          <p:nvSpPr>
            <p:cNvPr id="22" name="文本框 21">
              <a:extLst>
                <a:ext uri="{FF2B5EF4-FFF2-40B4-BE49-F238E27FC236}">
                  <a16:creationId xmlns:a16="http://schemas.microsoft.com/office/drawing/2014/main" id="{74E3039C-C591-4EF5-82A3-6D2B97AC82FE}"/>
                </a:ext>
              </a:extLst>
            </p:cNvPr>
            <p:cNvSpPr txBox="1"/>
            <p:nvPr/>
          </p:nvSpPr>
          <p:spPr>
            <a:xfrm>
              <a:off x="7229036" y="3905859"/>
              <a:ext cx="3986711" cy="1292662"/>
            </a:xfrm>
            <a:prstGeom prst="rect">
              <a:avLst/>
            </a:prstGeom>
            <a:noFill/>
            <a:effectLst/>
          </p:spPr>
          <p:txBody>
            <a:bodyPr wrap="square" rtlCol="0">
              <a:spAutoFit/>
            </a:bodyPr>
            <a:lstStyle>
              <a:defPPr>
                <a:defRPr lang="zh-CN"/>
              </a:defPPr>
              <a:lvl1pPr>
                <a:lnSpc>
                  <a:spcPct val="130000"/>
                </a:lnSpc>
                <a:defRPr sz="1200">
                  <a:solidFill>
                    <a:schemeClr val="bg1">
                      <a:lumMod val="50000"/>
                    </a:schemeClr>
                  </a:solidFill>
                  <a:latin typeface="阿里巴巴普惠体" panose="00020600040101010101" pitchFamily="18" charset="-122"/>
                  <a:ea typeface="阿里巴巴普惠体" panose="00020600040101010101" pitchFamily="18" charset="-122"/>
                </a:defRPr>
              </a:lvl1pPr>
            </a:lstStyle>
            <a:p>
              <a:r>
                <a:rPr lang="zh-CN" altLang="en-US">
                  <a:solidFill>
                    <a:schemeClr val="tx1">
                      <a:lumMod val="50000"/>
                      <a:lumOff val="50000"/>
                    </a:schemeClr>
                  </a:solidFill>
                  <a:latin typeface="微软雅黑"/>
                  <a:ea typeface="微软雅黑"/>
                  <a:sym typeface="微软雅黑"/>
                </a:rPr>
                <a:t>开场，将观众带入到短视频中；结束性和结论性的镜头；转场镜头等。</a:t>
              </a:r>
            </a:p>
            <a:p>
              <a:r>
                <a:rPr lang="zh-CN" altLang="en-US">
                  <a:solidFill>
                    <a:schemeClr val="tx1">
                      <a:lumMod val="50000"/>
                      <a:lumOff val="50000"/>
                    </a:schemeClr>
                  </a:solidFill>
                  <a:latin typeface="微软雅黑"/>
                  <a:ea typeface="微软雅黑"/>
                  <a:sym typeface="微软雅黑"/>
                </a:rPr>
                <a:t>短视频运用举例：比如实践过程中由人物拉镜头过渡到全景，强调前后主体发生变化的场景，表现实践过程的全貌。</a:t>
              </a:r>
            </a:p>
          </p:txBody>
        </p:sp>
        <p:sp>
          <p:nvSpPr>
            <p:cNvPr id="23" name="TextBox 76">
              <a:extLst>
                <a:ext uri="{FF2B5EF4-FFF2-40B4-BE49-F238E27FC236}">
                  <a16:creationId xmlns:a16="http://schemas.microsoft.com/office/drawing/2014/main" id="{02371D31-0160-4FFB-A5B6-5A107799D1E6}"/>
                </a:ext>
              </a:extLst>
            </p:cNvPr>
            <p:cNvSpPr txBox="1"/>
            <p:nvPr/>
          </p:nvSpPr>
          <p:spPr>
            <a:xfrm>
              <a:off x="7317496" y="3410700"/>
              <a:ext cx="1449133" cy="400110"/>
            </a:xfrm>
            <a:prstGeom prst="rect">
              <a:avLst/>
            </a:prstGeom>
            <a:solidFill>
              <a:schemeClr val="accent2"/>
            </a:solidFill>
            <a:ln>
              <a:noFill/>
            </a:ln>
            <a:effectLst>
              <a:outerShdw blurRad="190500" dist="38100" dir="2700000" algn="tl" rotWithShape="0">
                <a:prstClr val="black">
                  <a:alpha val="20000"/>
                </a:prstClr>
              </a:outerShdw>
            </a:effectLst>
          </p:spPr>
          <p:txBody>
            <a:bodyPr wrap="square" rtlCol="0">
              <a:spAutoFit/>
            </a:bodyPr>
            <a:lstStyle/>
            <a:p>
              <a:pPr algn="ctr"/>
              <a:r>
                <a:rPr lang="zh-CN" altLang="en-US" sz="2000" b="1">
                  <a:solidFill>
                    <a:schemeClr val="bg1"/>
                  </a:solidFill>
                  <a:latin typeface="微软雅黑"/>
                  <a:ea typeface="微软雅黑"/>
                  <a:sym typeface="微软雅黑"/>
                </a:rPr>
                <a:t>应用场景</a:t>
              </a:r>
            </a:p>
          </p:txBody>
        </p:sp>
      </p:grpSp>
    </p:spTree>
    <p:extLst>
      <p:ext uri="{BB962C8B-B14F-4D97-AF65-F5344CB8AC3E}">
        <p14:creationId xmlns:p14="http://schemas.microsoft.com/office/powerpoint/2010/main" val="11737766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4" presetClass="entr" presetSubtype="1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childTnLst>
                          </p:cTn>
                        </p:par>
                        <p:par>
                          <p:cTn id="8" fill="hold" nodeType="afterGroup">
                            <p:stCondLst>
                              <p:cond delay="500"/>
                            </p:stCondLst>
                            <p:childTnLst>
                              <p:par>
                                <p:cTn id="9" presetID="2" presetClass="entr" presetSubtype="2"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1+#ppt_w/2"/>
                                          </p:val>
                                        </p:tav>
                                        <p:tav tm="100000">
                                          <p:val>
                                            <p:strVal val="#ppt_x"/>
                                          </p:val>
                                        </p:tav>
                                      </p:tavLst>
                                    </p:anim>
                                    <p:anim calcmode="lin" valueType="num">
                                      <p:cBhvr additive="base">
                                        <p:cTn id="12" dur="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25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1+#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62B3517E-F39F-42B7-8847-4BF19962CD5D}"/>
              </a:ext>
            </a:extLst>
          </p:cNvPr>
          <p:cNvSpPr/>
          <p:nvPr/>
        </p:nvSpPr>
        <p:spPr>
          <a:xfrm>
            <a:off x="1" y="0"/>
            <a:ext cx="12192000" cy="6858000"/>
          </a:xfrm>
          <a:prstGeom prst="rect">
            <a:avLst/>
          </a:prstGeom>
          <a:blipFill>
            <a:blip r:embed="R37b14c31a01a4386">
              <a:alphaModFix amt="12000"/>
              <a:extLst>
                <a:ext uri="{28A0092B-C50C-407E-A947-70E740481C1C}">
                  <a14:useLocalDpi xmlns:a14="http://schemas.microsoft.com/office/drawing/2010/main" val="0"/>
                </a:ext>
              </a:extLst>
            </a:blip>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lvl="0" algn="ctr"/>
            <a:endParaRPr lang="zh-CN" altLang="en-US">
              <a:latin typeface="微软雅黑"/>
              <a:ea typeface="微软雅黑"/>
              <a:sym typeface="微软雅黑"/>
            </a:endParaRPr>
          </a:p>
        </p:txBody>
      </p:sp>
      <p:grpSp>
        <p:nvGrpSpPr>
          <p:cNvPr id="11" name="组合 10">
            <a:extLst>
              <a:ext uri="{FF2B5EF4-FFF2-40B4-BE49-F238E27FC236}">
                <a16:creationId xmlns:a16="http://schemas.microsoft.com/office/drawing/2014/main" id="{2430B386-B4B4-47C3-AE6A-1F764F5B9A45}"/>
              </a:ext>
            </a:extLst>
          </p:cNvPr>
          <p:cNvGrpSpPr/>
          <p:nvPr/>
        </p:nvGrpSpPr>
        <p:grpSpPr>
          <a:xfrm>
            <a:off x="596940" y="739339"/>
            <a:ext cx="5487515" cy="5380430"/>
            <a:chOff x="403678" y="588570"/>
            <a:chExt cx="5793922" cy="5680859"/>
          </a:xfrm>
        </p:grpSpPr>
        <p:sp>
          <p:nvSpPr>
            <p:cNvPr id="12" name="椭圆 11">
              <a:extLst>
                <a:ext uri="{FF2B5EF4-FFF2-40B4-BE49-F238E27FC236}">
                  <a16:creationId xmlns:a16="http://schemas.microsoft.com/office/drawing/2014/main" id="{6A664CAD-5E26-448D-8ED8-B247A1B822CD}"/>
                </a:ext>
              </a:extLst>
            </p:cNvPr>
            <p:cNvSpPr/>
            <p:nvPr/>
          </p:nvSpPr>
          <p:spPr>
            <a:xfrm>
              <a:off x="771263" y="843093"/>
              <a:ext cx="5426337" cy="5426336"/>
            </a:xfrm>
            <a:prstGeom prst="ellipse">
              <a:avLst/>
            </a:prstGeom>
            <a:blipFill>
              <a:blip r:embed="Rc57ef5a013c74d12">
                <a:extLst>
                  <a:ext uri="{28A0092B-C50C-407E-A947-70E740481C1C}">
                    <a14:useLocalDpi xmlns:a14="http://schemas.microsoft.com/office/drawing/2010/main" val="0"/>
                  </a:ext>
                </a:extLst>
              </a:blip>
              <a:stretch>
                <a:fillRect l="-19192" r="-35808"/>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lvl="0" algn="ctr"/>
              <a:endParaRPr lang="zh-CN" altLang="en-US">
                <a:latin typeface="微软雅黑"/>
                <a:ea typeface="微软雅黑"/>
                <a:sym typeface="微软雅黑"/>
              </a:endParaRPr>
            </a:p>
          </p:txBody>
        </p:sp>
        <p:sp>
          <p:nvSpPr>
            <p:cNvPr id="13" name="椭圆 12">
              <a:extLst>
                <a:ext uri="{FF2B5EF4-FFF2-40B4-BE49-F238E27FC236}">
                  <a16:creationId xmlns:a16="http://schemas.microsoft.com/office/drawing/2014/main" id="{23FEA241-1587-4644-8CDE-84E17CA94220}"/>
                </a:ext>
              </a:extLst>
            </p:cNvPr>
            <p:cNvSpPr/>
            <p:nvPr/>
          </p:nvSpPr>
          <p:spPr>
            <a:xfrm>
              <a:off x="403678" y="588570"/>
              <a:ext cx="5426337" cy="5426336"/>
            </a:xfrm>
            <a:prstGeom prst="ellipse">
              <a:avLst/>
            </a:prstGeom>
            <a:noFill/>
            <a:ln w="254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latin typeface="微软雅黑"/>
                <a:ea typeface="微软雅黑"/>
                <a:sym typeface="微软雅黑"/>
              </a:endParaRPr>
            </a:p>
          </p:txBody>
        </p:sp>
      </p:grpSp>
      <p:sp>
        <p:nvSpPr>
          <p:cNvPr id="14" name="椭圆 13">
            <a:extLst>
              <a:ext uri="{FF2B5EF4-FFF2-40B4-BE49-F238E27FC236}">
                <a16:creationId xmlns:a16="http://schemas.microsoft.com/office/drawing/2014/main" id="{52B5AB88-03AF-4025-8ECE-E95DEA4F6176}"/>
              </a:ext>
            </a:extLst>
          </p:cNvPr>
          <p:cNvSpPr/>
          <p:nvPr/>
        </p:nvSpPr>
        <p:spPr>
          <a:xfrm>
            <a:off x="11206845" y="789669"/>
            <a:ext cx="625475" cy="625474"/>
          </a:xfrm>
          <a:prstGeom prst="ellipse">
            <a:avLst/>
          </a:prstGeom>
          <a:gradFill flip="none" rotWithShape="1">
            <a:gsLst>
              <a:gs pos="0">
                <a:schemeClr val="accent2"/>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5" name="椭圆 14">
            <a:extLst>
              <a:ext uri="{FF2B5EF4-FFF2-40B4-BE49-F238E27FC236}">
                <a16:creationId xmlns:a16="http://schemas.microsoft.com/office/drawing/2014/main" id="{B7830DB4-FA18-4AD4-8F14-CEC2AAED6BA5}"/>
              </a:ext>
            </a:extLst>
          </p:cNvPr>
          <p:cNvSpPr/>
          <p:nvPr/>
        </p:nvSpPr>
        <p:spPr>
          <a:xfrm>
            <a:off x="5217895" y="5206158"/>
            <a:ext cx="461659" cy="461658"/>
          </a:xfrm>
          <a:prstGeom prst="ellipse">
            <a:avLst/>
          </a:prstGeom>
          <a:gradFill flip="none" rotWithShape="1">
            <a:gsLst>
              <a:gs pos="0">
                <a:schemeClr val="accent2"/>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6" name="椭圆 15">
            <a:extLst>
              <a:ext uri="{FF2B5EF4-FFF2-40B4-BE49-F238E27FC236}">
                <a16:creationId xmlns:a16="http://schemas.microsoft.com/office/drawing/2014/main" id="{E11803C3-6389-4C89-ACD3-0E5DB4FEABE6}"/>
              </a:ext>
            </a:extLst>
          </p:cNvPr>
          <p:cNvSpPr/>
          <p:nvPr/>
        </p:nvSpPr>
        <p:spPr>
          <a:xfrm>
            <a:off x="319330" y="1959262"/>
            <a:ext cx="682141" cy="682141"/>
          </a:xfrm>
          <a:prstGeom prst="ellipse">
            <a:avLst/>
          </a:prstGeom>
          <a:gradFill flip="none" rotWithShape="1">
            <a:gsLst>
              <a:gs pos="0">
                <a:schemeClr val="accent2"/>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7" name="文本框 16">
            <a:extLst>
              <a:ext uri="{FF2B5EF4-FFF2-40B4-BE49-F238E27FC236}">
                <a16:creationId xmlns:a16="http://schemas.microsoft.com/office/drawing/2014/main" id="{182B64C0-0CE8-46D4-937E-293B7AFF8522}"/>
              </a:ext>
            </a:extLst>
          </p:cNvPr>
          <p:cNvSpPr txBox="1"/>
          <p:nvPr/>
        </p:nvSpPr>
        <p:spPr>
          <a:xfrm>
            <a:off x="5922847" y="2492450"/>
            <a:ext cx="5747192" cy="2554545"/>
          </a:xfrm>
          <a:prstGeom prst="rect">
            <a:avLst/>
          </a:prstGeom>
          <a:noFill/>
        </p:spPr>
        <p:txBody>
          <a:bodyPr wrap="square">
            <a:spAutoFit/>
          </a:bodyPr>
          <a:lstStyle>
            <a:defPPr>
              <a:defRPr lang="zh-CN"/>
            </a:defPPr>
            <a:lvl1pPr algn="r">
              <a:defRPr sz="8000">
                <a:latin typeface="阿里巴巴普惠体 Heavy" pitchFamily="18" charset="-122"/>
                <a:ea typeface="阿里巴巴普惠体 Heavy" pitchFamily="18" charset="-122"/>
                <a:cs typeface="阿里巴巴普惠体 Heavy" pitchFamily="18" charset="-122"/>
              </a:defRPr>
            </a:lvl1pPr>
          </a:lstStyle>
          <a:p>
            <a:r>
              <a:rPr lang="zh-CN" altLang="en-US" b="1">
                <a:latin typeface="微软雅黑" pitchFamily="34" charset="-122"/>
                <a:ea typeface="微软雅黑" pitchFamily="34" charset="-122"/>
                <a:sym typeface="微软雅黑"/>
              </a:rPr>
              <a:t>短视频运镜注意事项</a:t>
            </a:r>
          </a:p>
        </p:txBody>
      </p:sp>
      <p:sp>
        <p:nvSpPr>
          <p:cNvPr id="19" name="文本框 18">
            <a:extLst>
              <a:ext uri="{FF2B5EF4-FFF2-40B4-BE49-F238E27FC236}">
                <a16:creationId xmlns:a16="http://schemas.microsoft.com/office/drawing/2014/main" id="{415DA39D-80CB-42A7-B4A1-42475C2E141A}"/>
              </a:ext>
            </a:extLst>
          </p:cNvPr>
          <p:cNvSpPr txBox="1"/>
          <p:nvPr/>
        </p:nvSpPr>
        <p:spPr>
          <a:xfrm>
            <a:off x="6762751" y="5046996"/>
            <a:ext cx="4864100" cy="572464"/>
          </a:xfrm>
          <a:prstGeom prst="rect">
            <a:avLst/>
          </a:prstGeom>
          <a:noFill/>
        </p:spPr>
        <p:txBody>
          <a:bodyPr wrap="square">
            <a:spAutoFit/>
          </a:bodyPr>
          <a:lstStyle/>
          <a:p>
            <a:pPr algn="r">
              <a:lnSpc>
                <a:spcPct val="130000"/>
              </a:lnSpc>
            </a:pPr>
            <a:r>
              <a:rPr lang="zh-CN" altLang="en-US" sz="1200">
                <a:solidFill>
                  <a:schemeClr val="tx1">
                    <a:lumMod val="65000"/>
                    <a:lumOff val="35000"/>
                  </a:schemeClr>
                </a:solidFill>
                <a:effectLst/>
                <a:latin typeface="微软雅黑"/>
                <a:ea typeface="微软雅黑"/>
                <a:cs typeface="+mn-ea"/>
                <a:sym typeface="微软雅黑"/>
              </a:rPr>
              <a:t>包括实践场景全貌以及实践地局部场景，可以拍摄自然环境或者社会环境。</a:t>
            </a:r>
            <a:r>
              <a:rPr lang="zh-CN" altLang="en-US" sz="1200" b="1">
                <a:solidFill>
                  <a:schemeClr val="tx1">
                    <a:lumMod val="65000"/>
                    <a:lumOff val="35000"/>
                  </a:schemeClr>
                </a:solidFill>
                <a:effectLst/>
                <a:latin typeface="微软雅黑"/>
                <a:ea typeface="微软雅黑"/>
                <a:cs typeface="+mn-ea"/>
                <a:sym typeface="微软雅黑"/>
              </a:rPr>
              <a:t>空镜的拍摄</a:t>
            </a:r>
            <a:r>
              <a:rPr lang="zh-CN" altLang="en-US" sz="1200">
                <a:solidFill>
                  <a:schemeClr val="tx1">
                    <a:lumMod val="65000"/>
                    <a:lumOff val="35000"/>
                  </a:schemeClr>
                </a:solidFill>
                <a:effectLst/>
                <a:latin typeface="微软雅黑"/>
                <a:ea typeface="微软雅黑"/>
                <a:cs typeface="+mn-ea"/>
                <a:sym typeface="微软雅黑"/>
              </a:rPr>
              <a:t>在剪辑过程中可以很好的调整视频的节奏</a:t>
            </a:r>
            <a:endParaRPr lang="en-US" altLang="zh-CN" sz="1200">
              <a:solidFill>
                <a:schemeClr val="tx1">
                  <a:lumMod val="65000"/>
                  <a:lumOff val="35000"/>
                </a:schemeClr>
              </a:solidFill>
              <a:effectLst/>
              <a:latin typeface="微软雅黑"/>
              <a:ea typeface="微软雅黑"/>
              <a:cs typeface="+mn-ea"/>
              <a:sym typeface="微软雅黑"/>
            </a:endParaRPr>
          </a:p>
        </p:txBody>
      </p:sp>
      <p:sp>
        <p:nvSpPr>
          <p:cNvPr id="22" name="文本框 21">
            <a:extLst>
              <a:ext uri="{FF2B5EF4-FFF2-40B4-BE49-F238E27FC236}">
                <a16:creationId xmlns:a16="http://schemas.microsoft.com/office/drawing/2014/main" id="{1A8E2647-AEFB-443A-9D0D-852DC6308438}"/>
              </a:ext>
            </a:extLst>
          </p:cNvPr>
          <p:cNvSpPr txBox="1"/>
          <p:nvPr/>
        </p:nvSpPr>
        <p:spPr>
          <a:xfrm>
            <a:off x="9370307" y="1612761"/>
            <a:ext cx="2299732" cy="769441"/>
          </a:xfrm>
          <a:prstGeom prst="rect">
            <a:avLst/>
          </a:prstGeom>
          <a:noFill/>
        </p:spPr>
        <p:txBody>
          <a:bodyPr wrap="none">
            <a:spAutoFit/>
          </a:bodyPr>
          <a:lstStyle/>
          <a:p>
            <a:pPr algn="r"/>
            <a:r>
              <a:rPr lang="en-US" altLang="zh-CN" sz="4400">
                <a:solidFill>
                  <a:srgbClr val="008DEB"/>
                </a:solidFill>
                <a:latin typeface="微软雅黑"/>
                <a:ea typeface="微软雅黑"/>
                <a:cs typeface="OPPOSans H" panose="00020600040101010101" pitchFamily="18" charset="-122"/>
                <a:sym typeface="微软雅黑"/>
              </a:rPr>
              <a:t>PART.04</a:t>
            </a:r>
            <a:endParaRPr lang="zh-CN" altLang="en-US" sz="4400">
              <a:solidFill>
                <a:srgbClr val="008DEB"/>
              </a:solidFill>
              <a:latin typeface="微软雅黑"/>
              <a:ea typeface="微软雅黑"/>
              <a:cs typeface="OPPOSans H" panose="00020600040101010101" pitchFamily="18" charset="-122"/>
              <a:sym typeface="微软雅黑"/>
            </a:endParaRPr>
          </a:p>
        </p:txBody>
      </p:sp>
    </p:spTree>
    <p:extLst>
      <p:ext uri="{BB962C8B-B14F-4D97-AF65-F5344CB8AC3E}">
        <p14:creationId xmlns:p14="http://schemas.microsoft.com/office/powerpoint/2010/main" val="98927515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82DFC354-76E7-4087-8E09-7F44E7DEF785}"/>
              </a:ext>
            </a:extLst>
          </p:cNvPr>
          <p:cNvSpPr txBox="1"/>
          <p:nvPr/>
        </p:nvSpPr>
        <p:spPr>
          <a:xfrm>
            <a:off x="1331625" y="557799"/>
            <a:ext cx="3877985" cy="670120"/>
          </a:xfrm>
          <a:prstGeom prst="rect">
            <a:avLst/>
          </a:prstGeom>
          <a:noFill/>
        </p:spPr>
        <p:txBody>
          <a:bodyPr wrap="none">
            <a:spAutoFit/>
          </a:bodyPr>
          <a:lstStyle>
            <a:defPPr>
              <a:defRPr lang="zh-CN"/>
            </a:defPPr>
            <a:lvl1pPr>
              <a:lnSpc>
                <a:spcPct val="130000"/>
              </a:lnSpc>
              <a:defRPr sz="3200" b="1">
                <a:latin typeface="微软雅黑"/>
                <a:ea typeface="微软雅黑"/>
                <a:cs typeface="OPPOSans H" panose="00020600040101010101" pitchFamily="18" charset="-122"/>
              </a:defRPr>
            </a:lvl1pPr>
          </a:lstStyle>
          <a:p>
            <a:r>
              <a:rPr lang="zh-CN" altLang="en-US">
                <a:sym typeface="微软雅黑"/>
              </a:rPr>
              <a:t>短视频运镜注意事项</a:t>
            </a:r>
          </a:p>
        </p:txBody>
      </p:sp>
      <p:sp>
        <p:nvSpPr>
          <p:cNvPr id="5" name="矩形 4">
            <a:extLst>
              <a:ext uri="{FF2B5EF4-FFF2-40B4-BE49-F238E27FC236}">
                <a16:creationId xmlns:a16="http://schemas.microsoft.com/office/drawing/2014/main" id="{69C71C48-261C-4B09-9C3A-32BAE04C5AE5}"/>
              </a:ext>
            </a:extLst>
          </p:cNvPr>
          <p:cNvSpPr>
            <a:spLocks noChangeArrowheads="1"/>
          </p:cNvSpPr>
          <p:nvPr/>
        </p:nvSpPr>
        <p:spPr bwMode="auto">
          <a:xfrm>
            <a:off x="5421318" y="2177218"/>
            <a:ext cx="1208933" cy="912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lIns="91414" tIns="45709" rIns="91414" bIns="45709">
            <a:spAutoFit/>
          </a:bodyPr>
          <a:ls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a:lstStyle>
          <a:p>
            <a:pPr algn="ctr" defTabSz="1218804" fontAlgn="auto">
              <a:spcBef>
                <a:spcPct val="0"/>
              </a:spcBef>
              <a:spcAft>
                <a:spcPct val="0"/>
              </a:spcAft>
              <a:defRPr/>
            </a:pPr>
            <a:r>
              <a:rPr lang="zh-CN" altLang="en-US" sz="2666" b="1" kern="0">
                <a:solidFill>
                  <a:schemeClr val="bg1"/>
                </a:solidFill>
                <a:latin typeface="微软雅黑"/>
                <a:ea typeface="微软雅黑"/>
                <a:sym typeface="微软雅黑"/>
              </a:rPr>
              <a:t>礼仪</a:t>
            </a:r>
            <a:endParaRPr lang="en-US" altLang="zh-CN" sz="2666" b="1" kern="0">
              <a:solidFill>
                <a:schemeClr val="bg1"/>
              </a:solidFill>
              <a:latin typeface="微软雅黑"/>
              <a:ea typeface="微软雅黑"/>
              <a:sym typeface="微软雅黑"/>
            </a:endParaRPr>
          </a:p>
          <a:p>
            <a:pPr algn="ctr" defTabSz="1218804" fontAlgn="auto">
              <a:spcBef>
                <a:spcPct val="0"/>
              </a:spcBef>
              <a:spcAft>
                <a:spcPct val="0"/>
              </a:spcAft>
              <a:defRPr/>
            </a:pPr>
            <a:r>
              <a:rPr lang="zh-CN" altLang="en-US" sz="2666" b="1" kern="0">
                <a:solidFill>
                  <a:schemeClr val="bg1"/>
                </a:solidFill>
                <a:latin typeface="微软雅黑"/>
                <a:ea typeface="微软雅黑"/>
                <a:sym typeface="微软雅黑"/>
              </a:rPr>
              <a:t>对象性</a:t>
            </a:r>
          </a:p>
        </p:txBody>
      </p:sp>
      <p:sp>
        <p:nvSpPr>
          <p:cNvPr id="6" name="TextBox 55">
            <a:extLst>
              <a:ext uri="{FF2B5EF4-FFF2-40B4-BE49-F238E27FC236}">
                <a16:creationId xmlns:a16="http://schemas.microsoft.com/office/drawing/2014/main" id="{1CAFE532-E115-4D58-8006-4E9D81D2816C}"/>
              </a:ext>
            </a:extLst>
          </p:cNvPr>
          <p:cNvSpPr txBox="1"/>
          <p:nvPr/>
        </p:nvSpPr>
        <p:spPr>
          <a:xfrm>
            <a:off x="6094793" y="2211733"/>
            <a:ext cx="3961177" cy="812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square" lIns="91414" tIns="45709" rIns="91414" bIns="45709">
            <a:spAutoFit/>
          </a:bodyPr>
          <a:lstStyle>
            <a:defPPr>
              <a:defRPr lang="en-US"/>
            </a:defPPr>
            <a:lvl1pPr marR="0" lvl="0" indent="0" defTabSz="914400" fontAlgn="auto">
              <a:lnSpc>
                <a:spcPct val="100000"/>
              </a:lnSpc>
              <a:spcBef>
                <a:spcPct val="0"/>
              </a:spcBef>
              <a:spcAft>
                <a:spcPct val="0"/>
              </a:spcAft>
              <a:buClrTx/>
              <a:buSzTx/>
              <a:buFontTx/>
              <a:buNone/>
              <a:defRPr sz="4000" kern="0">
                <a:solidFill>
                  <a:srgbClr val="0070C0"/>
                </a:solidFill>
                <a:latin typeface="Impact" pitchFamily="34" charset="0"/>
                <a:ea typeface="微软雅黑" pitchFamily="34" charset="-122"/>
              </a:defRPr>
            </a:lvl1pPr>
            <a:lvl2pPr marL="457200" fontAlgn="base">
              <a:spcBef>
                <a:spcPct val="0"/>
              </a:spcBef>
              <a:spcAft>
                <a:spcPct val="0"/>
              </a:spcAft>
              <a:defRPr>
                <a:latin typeface="Calibri" pitchFamily="34" charset="0"/>
                <a:ea typeface="宋体" charset="-122"/>
              </a:defRPr>
            </a:lvl2pPr>
            <a:lvl3pPr marL="914400" fontAlgn="base">
              <a:spcBef>
                <a:spcPct val="0"/>
              </a:spcBef>
              <a:spcAft>
                <a:spcPct val="0"/>
              </a:spcAft>
              <a:defRPr>
                <a:latin typeface="Calibri" pitchFamily="34" charset="0"/>
                <a:ea typeface="宋体" charset="-122"/>
              </a:defRPr>
            </a:lvl3pPr>
            <a:lvl4pPr marL="1371600" fontAlgn="base">
              <a:spcBef>
                <a:spcPct val="0"/>
              </a:spcBef>
              <a:spcAft>
                <a:spcPct val="0"/>
              </a:spcAft>
              <a:defRPr>
                <a:latin typeface="Calibri" pitchFamily="34" charset="0"/>
                <a:ea typeface="宋体" charset="-122"/>
              </a:defRPr>
            </a:lvl4pPr>
            <a:lvl5pPr marL="1828800" fontAlgn="base">
              <a:spcBef>
                <a:spcPct val="0"/>
              </a:spcBef>
              <a:spcAft>
                <a:spcPct val="0"/>
              </a:spcAft>
              <a:defRPr>
                <a:latin typeface="Calibri" pitchFamily="34" charset="0"/>
                <a:ea typeface="宋体" charset="-122"/>
              </a:defRPr>
            </a:lvl5pPr>
            <a:lvl6pPr marL="2286000" defTabSz="914400">
              <a:defRPr>
                <a:latin typeface="Calibri" pitchFamily="34" charset="0"/>
                <a:ea typeface="宋体" charset="-122"/>
              </a:defRPr>
            </a:lvl6pPr>
            <a:lvl7pPr marL="2743200" defTabSz="914400">
              <a:defRPr>
                <a:latin typeface="Calibri" pitchFamily="34" charset="0"/>
                <a:ea typeface="宋体" charset="-122"/>
              </a:defRPr>
            </a:lvl7pPr>
            <a:lvl8pPr marL="3200400" defTabSz="914400">
              <a:defRPr>
                <a:latin typeface="Calibri" pitchFamily="34" charset="0"/>
                <a:ea typeface="宋体" charset="-122"/>
              </a:defRPr>
            </a:lvl8pPr>
            <a:lvl9pPr marL="3657600" defTabSz="914400">
              <a:defRPr>
                <a:latin typeface="Calibri" pitchFamily="34" charset="0"/>
                <a:ea typeface="宋体" charset="-122"/>
              </a:defRPr>
            </a:lvl9pPr>
          </a:lstStyle>
          <a:p>
            <a:pPr>
              <a:lnSpc>
                <a:spcPct val="130000"/>
              </a:lnSpc>
              <a:spcBef>
                <a:spcPct val="0"/>
              </a:spcBef>
            </a:pPr>
            <a:r>
              <a:rPr lang="zh-CN" altLang="en-US" sz="1200">
                <a:solidFill>
                  <a:schemeClr val="bg1"/>
                </a:solidFill>
                <a:latin typeface="微软雅黑"/>
                <a:ea typeface="微软雅黑"/>
                <a:sym typeface="微软雅黑"/>
              </a:rPr>
              <a:t>点击在此录入上述图表的综合描述说明，在此录入上述图表的综合描述说明。在此录入上述图表的综合描述说明，在此录入上述图表的综合描述说明，</a:t>
            </a:r>
          </a:p>
        </p:txBody>
      </p:sp>
      <p:grpSp>
        <p:nvGrpSpPr>
          <p:cNvPr id="7" name="组合 6">
            <a:extLst>
              <a:ext uri="{FF2B5EF4-FFF2-40B4-BE49-F238E27FC236}">
                <a16:creationId xmlns:a16="http://schemas.microsoft.com/office/drawing/2014/main" id="{B5BC6730-F145-4418-A134-0A0D0B463B7B}"/>
              </a:ext>
            </a:extLst>
          </p:cNvPr>
          <p:cNvGrpSpPr/>
          <p:nvPr/>
        </p:nvGrpSpPr>
        <p:grpSpPr>
          <a:xfrm>
            <a:off x="5558029" y="1794911"/>
            <a:ext cx="4700619" cy="1021786"/>
            <a:chOff x="824130" y="2225116"/>
            <a:chExt cx="4700619" cy="1021786"/>
          </a:xfrm>
          <a:effectLst>
            <a:outerShdw blurRad="190500" dist="38100" dir="2700000" algn="tl" rotWithShape="0">
              <a:prstClr val="black">
                <a:alpha val="20000"/>
              </a:prstClr>
            </a:outerShdw>
          </a:effectLst>
        </p:grpSpPr>
        <p:sp>
          <p:nvSpPr>
            <p:cNvPr id="8" name="矩形 7">
              <a:extLst>
                <a:ext uri="{FF2B5EF4-FFF2-40B4-BE49-F238E27FC236}">
                  <a16:creationId xmlns:a16="http://schemas.microsoft.com/office/drawing/2014/main" id="{45FA62EF-20F8-482F-A60F-638E6ED8D633}"/>
                </a:ext>
              </a:extLst>
            </p:cNvPr>
            <p:cNvSpPr/>
            <p:nvPr/>
          </p:nvSpPr>
          <p:spPr>
            <a:xfrm>
              <a:off x="1198029" y="2225116"/>
              <a:ext cx="4326720" cy="1021786"/>
            </a:xfrm>
            <a:prstGeom prst="rect">
              <a:avLst/>
            </a:prstGeom>
            <a:solidFill>
              <a:schemeClr val="bg1"/>
            </a:solidFill>
            <a:ln w="19050">
              <a:noFill/>
              <a:round/>
              <a:headEnd type="none" w="med" len="med"/>
              <a:tailEnd type="oval"/>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400" i="0" u="none" strike="noStrike" kern="0" cap="none" spc="0" normalizeH="0" baseline="0" noProof="0">
                <a:ln>
                  <a:noFill/>
                </a:ln>
                <a:solidFill>
                  <a:schemeClr val="tx1">
                    <a:lumMod val="75000"/>
                    <a:lumOff val="25000"/>
                  </a:schemeClr>
                </a:solidFill>
                <a:effectLst/>
                <a:uLnTx/>
                <a:uFillTx/>
                <a:latin typeface="微软雅黑"/>
                <a:ea typeface="微软雅黑"/>
                <a:sym typeface="微软雅黑"/>
              </a:endParaRPr>
            </a:p>
          </p:txBody>
        </p:sp>
        <p:sp>
          <p:nvSpPr>
            <p:cNvPr id="9" name="菱形 8">
              <a:extLst>
                <a:ext uri="{FF2B5EF4-FFF2-40B4-BE49-F238E27FC236}">
                  <a16:creationId xmlns:a16="http://schemas.microsoft.com/office/drawing/2014/main" id="{E0B3739A-9542-482C-9E3B-DA9D693BEB0B}"/>
                </a:ext>
              </a:extLst>
            </p:cNvPr>
            <p:cNvSpPr/>
            <p:nvPr/>
          </p:nvSpPr>
          <p:spPr>
            <a:xfrm>
              <a:off x="824130" y="2371637"/>
              <a:ext cx="747798" cy="747798"/>
            </a:xfrm>
            <a:prstGeom prst="diamond">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r>
                <a:rPr kumimoji="0" lang="en-US" altLang="zh-CN" sz="2800" i="0" u="none" strike="noStrike" kern="0" cap="none" spc="0" normalizeH="0" baseline="0" noProof="0">
                  <a:ln>
                    <a:noFill/>
                  </a:ln>
                  <a:solidFill>
                    <a:schemeClr val="bg1"/>
                  </a:solidFill>
                  <a:effectLst/>
                  <a:uLnTx/>
                  <a:uFillTx/>
                  <a:latin typeface="微软雅黑"/>
                  <a:ea typeface="微软雅黑"/>
                  <a:sym typeface="微软雅黑"/>
                </a:rPr>
                <a:t>A</a:t>
              </a:r>
              <a:endParaRPr kumimoji="0" lang="zh-CN" altLang="en-US" sz="2800" i="0" u="none" strike="noStrike" kern="0" cap="none" spc="0" normalizeH="0" baseline="0" noProof="0">
                <a:ln>
                  <a:noFill/>
                </a:ln>
                <a:solidFill>
                  <a:schemeClr val="bg1"/>
                </a:solidFill>
                <a:effectLst/>
                <a:uLnTx/>
                <a:uFillTx/>
                <a:latin typeface="微软雅黑"/>
                <a:ea typeface="微软雅黑"/>
                <a:sym typeface="微软雅黑"/>
              </a:endParaRPr>
            </a:p>
          </p:txBody>
        </p:sp>
        <p:sp>
          <p:nvSpPr>
            <p:cNvPr id="10" name="文本框 9">
              <a:extLst>
                <a:ext uri="{FF2B5EF4-FFF2-40B4-BE49-F238E27FC236}">
                  <a16:creationId xmlns:a16="http://schemas.microsoft.com/office/drawing/2014/main" id="{74BE71B9-9F23-4232-BB19-648857C049F9}"/>
                </a:ext>
              </a:extLst>
            </p:cNvPr>
            <p:cNvSpPr txBox="1"/>
            <p:nvPr/>
          </p:nvSpPr>
          <p:spPr>
            <a:xfrm>
              <a:off x="1752321" y="2460037"/>
              <a:ext cx="3607836" cy="646331"/>
            </a:xfrm>
            <a:prstGeom prst="rect">
              <a:avLst/>
            </a:prstGeom>
            <a:noFill/>
            <a:effectLst/>
          </p:spPr>
          <p:txBody>
            <a:bodyPr wrap="square" rtlCol="0">
              <a:spAutoFit/>
            </a:bodyPr>
            <a:lstStyle/>
            <a:p>
              <a:pPr>
                <a:lnSpc>
                  <a:spcPct val="150000"/>
                </a:lnSpc>
              </a:pPr>
              <a:r>
                <a:rPr lang="zh-CN" altLang="en-US" sz="1200">
                  <a:solidFill>
                    <a:schemeClr val="tx1">
                      <a:lumMod val="50000"/>
                      <a:lumOff val="50000"/>
                    </a:schemeClr>
                  </a:solidFill>
                  <a:latin typeface="微软雅黑"/>
                  <a:ea typeface="微软雅黑"/>
                  <a:sym typeface="微软雅黑"/>
                </a:rPr>
                <a:t>“推拉”运镜时，速度不宜过快，否则会造成短视频画面晕眩效果，最好借助稳定器辅助。</a:t>
              </a:r>
            </a:p>
          </p:txBody>
        </p:sp>
      </p:grpSp>
      <p:grpSp>
        <p:nvGrpSpPr>
          <p:cNvPr id="11" name="组合 10">
            <a:extLst>
              <a:ext uri="{FF2B5EF4-FFF2-40B4-BE49-F238E27FC236}">
                <a16:creationId xmlns:a16="http://schemas.microsoft.com/office/drawing/2014/main" id="{FE5DDC9A-004E-488A-AB76-E649925DB9CD}"/>
              </a:ext>
            </a:extLst>
          </p:cNvPr>
          <p:cNvGrpSpPr/>
          <p:nvPr/>
        </p:nvGrpSpPr>
        <p:grpSpPr>
          <a:xfrm>
            <a:off x="6427572" y="3253828"/>
            <a:ext cx="4700619" cy="1158251"/>
            <a:chOff x="824130" y="2225116"/>
            <a:chExt cx="4700619" cy="1158251"/>
          </a:xfrm>
          <a:effectLst>
            <a:outerShdw blurRad="190500" dist="38100" dir="2700000" algn="tl" rotWithShape="0">
              <a:prstClr val="black">
                <a:alpha val="20000"/>
              </a:prstClr>
            </a:outerShdw>
          </a:effectLst>
        </p:grpSpPr>
        <p:sp>
          <p:nvSpPr>
            <p:cNvPr id="12" name="矩形 11">
              <a:extLst>
                <a:ext uri="{FF2B5EF4-FFF2-40B4-BE49-F238E27FC236}">
                  <a16:creationId xmlns:a16="http://schemas.microsoft.com/office/drawing/2014/main" id="{3C687138-BB2D-453C-A22C-8AD1DA69DC85}"/>
                </a:ext>
              </a:extLst>
            </p:cNvPr>
            <p:cNvSpPr/>
            <p:nvPr/>
          </p:nvSpPr>
          <p:spPr>
            <a:xfrm>
              <a:off x="1198029" y="2225116"/>
              <a:ext cx="4326720" cy="1021786"/>
            </a:xfrm>
            <a:prstGeom prst="rect">
              <a:avLst/>
            </a:prstGeom>
            <a:solidFill>
              <a:schemeClr val="bg1"/>
            </a:solidFill>
            <a:ln w="19050">
              <a:noFill/>
              <a:round/>
              <a:headEnd type="none" w="med" len="med"/>
              <a:tailEnd type="oval"/>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400" i="0" u="none" strike="noStrike" kern="0" cap="none" spc="0" normalizeH="0" baseline="0" noProof="0">
                <a:ln>
                  <a:noFill/>
                </a:ln>
                <a:solidFill>
                  <a:schemeClr val="tx1">
                    <a:lumMod val="75000"/>
                    <a:lumOff val="25000"/>
                  </a:schemeClr>
                </a:solidFill>
                <a:effectLst/>
                <a:uLnTx/>
                <a:uFillTx/>
                <a:latin typeface="微软雅黑"/>
                <a:ea typeface="微软雅黑"/>
                <a:sym typeface="微软雅黑"/>
              </a:endParaRPr>
            </a:p>
          </p:txBody>
        </p:sp>
        <p:sp>
          <p:nvSpPr>
            <p:cNvPr id="13" name="菱形 12">
              <a:extLst>
                <a:ext uri="{FF2B5EF4-FFF2-40B4-BE49-F238E27FC236}">
                  <a16:creationId xmlns:a16="http://schemas.microsoft.com/office/drawing/2014/main" id="{DB5E4F21-D83E-45B6-BAE7-55554977DE99}"/>
                </a:ext>
              </a:extLst>
            </p:cNvPr>
            <p:cNvSpPr/>
            <p:nvPr/>
          </p:nvSpPr>
          <p:spPr>
            <a:xfrm>
              <a:off x="824130" y="2371637"/>
              <a:ext cx="747798" cy="747798"/>
            </a:xfrm>
            <a:prstGeom prst="diamond">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r>
                <a:rPr lang="en-US" altLang="zh-CN" sz="2800" kern="0" noProof="0">
                  <a:solidFill>
                    <a:schemeClr val="bg1"/>
                  </a:solidFill>
                  <a:latin typeface="微软雅黑"/>
                  <a:ea typeface="微软雅黑"/>
                  <a:sym typeface="微软雅黑"/>
                </a:rPr>
                <a:t>B</a:t>
              </a:r>
              <a:endParaRPr kumimoji="0" lang="zh-CN" altLang="en-US" sz="2800" i="0" u="none" strike="noStrike" kern="0" cap="none" spc="0" normalizeH="0" baseline="0" noProof="0">
                <a:ln>
                  <a:noFill/>
                </a:ln>
                <a:solidFill>
                  <a:schemeClr val="bg1"/>
                </a:solidFill>
                <a:effectLst/>
                <a:uLnTx/>
                <a:uFillTx/>
                <a:latin typeface="微软雅黑"/>
                <a:ea typeface="微软雅黑"/>
                <a:sym typeface="微软雅黑"/>
              </a:endParaRPr>
            </a:p>
          </p:txBody>
        </p:sp>
        <p:sp>
          <p:nvSpPr>
            <p:cNvPr id="14" name="文本框 13">
              <a:extLst>
                <a:ext uri="{FF2B5EF4-FFF2-40B4-BE49-F238E27FC236}">
                  <a16:creationId xmlns:a16="http://schemas.microsoft.com/office/drawing/2014/main" id="{2C9E7DCF-A632-4167-82DA-2A396185FC0E}"/>
                </a:ext>
              </a:extLst>
            </p:cNvPr>
            <p:cNvSpPr txBox="1"/>
            <p:nvPr/>
          </p:nvSpPr>
          <p:spPr>
            <a:xfrm>
              <a:off x="1752321" y="2460037"/>
              <a:ext cx="3607836" cy="923330"/>
            </a:xfrm>
            <a:prstGeom prst="rect">
              <a:avLst/>
            </a:prstGeom>
            <a:noFill/>
            <a:effectLst/>
          </p:spPr>
          <p:txBody>
            <a:bodyPr wrap="square" rtlCol="0">
              <a:spAutoFit/>
            </a:bodyPr>
            <a:lstStyle/>
            <a:p>
              <a:pPr>
                <a:lnSpc>
                  <a:spcPct val="150000"/>
                </a:lnSpc>
              </a:pPr>
              <a:r>
                <a:rPr lang="en-US" altLang="zh-CN" sz="1200">
                  <a:solidFill>
                    <a:schemeClr val="tx1">
                      <a:lumMod val="50000"/>
                      <a:lumOff val="50000"/>
                    </a:schemeClr>
                  </a:solidFill>
                  <a:latin typeface="微软雅黑"/>
                  <a:ea typeface="微软雅黑"/>
                  <a:sym typeface="微软雅黑"/>
                </a:rPr>
                <a:t>2</a:t>
              </a:r>
              <a:r>
                <a:rPr lang="zh-CN" altLang="en-US" sz="1200">
                  <a:solidFill>
                    <a:schemeClr val="tx1">
                      <a:lumMod val="50000"/>
                      <a:lumOff val="50000"/>
                    </a:schemeClr>
                  </a:solidFill>
                  <a:latin typeface="微软雅黑"/>
                  <a:ea typeface="微软雅黑"/>
                  <a:sym typeface="微软雅黑"/>
                </a:rPr>
                <a:t>、运用摇镜转场时，要兼顾画面整体的色彩及曝光，短视频画面出现曝光不足黑色，和模糊不清的情况。</a:t>
              </a:r>
            </a:p>
          </p:txBody>
        </p:sp>
      </p:grpSp>
      <p:grpSp>
        <p:nvGrpSpPr>
          <p:cNvPr id="15" name="组合 14">
            <a:extLst>
              <a:ext uri="{FF2B5EF4-FFF2-40B4-BE49-F238E27FC236}">
                <a16:creationId xmlns:a16="http://schemas.microsoft.com/office/drawing/2014/main" id="{AFFB51CB-721C-4130-BADD-8EAE2F3131C6}"/>
              </a:ext>
            </a:extLst>
          </p:cNvPr>
          <p:cNvGrpSpPr/>
          <p:nvPr/>
        </p:nvGrpSpPr>
        <p:grpSpPr>
          <a:xfrm>
            <a:off x="5558029" y="4712745"/>
            <a:ext cx="4700619" cy="1021786"/>
            <a:chOff x="824130" y="2225116"/>
            <a:chExt cx="4700619" cy="1021786"/>
          </a:xfrm>
          <a:effectLst>
            <a:outerShdw blurRad="190500" dist="38100" dir="2700000" algn="tl" rotWithShape="0">
              <a:prstClr val="black">
                <a:alpha val="20000"/>
              </a:prstClr>
            </a:outerShdw>
          </a:effectLst>
        </p:grpSpPr>
        <p:sp>
          <p:nvSpPr>
            <p:cNvPr id="16" name="矩形 15">
              <a:extLst>
                <a:ext uri="{FF2B5EF4-FFF2-40B4-BE49-F238E27FC236}">
                  <a16:creationId xmlns:a16="http://schemas.microsoft.com/office/drawing/2014/main" id="{779D70E1-6A9F-4D6E-902D-B7A14A9C268C}"/>
                </a:ext>
              </a:extLst>
            </p:cNvPr>
            <p:cNvSpPr/>
            <p:nvPr/>
          </p:nvSpPr>
          <p:spPr>
            <a:xfrm>
              <a:off x="1198029" y="2225116"/>
              <a:ext cx="4326720" cy="1021786"/>
            </a:xfrm>
            <a:prstGeom prst="rect">
              <a:avLst/>
            </a:prstGeom>
            <a:solidFill>
              <a:schemeClr val="bg1"/>
            </a:solidFill>
            <a:ln w="19050">
              <a:noFill/>
              <a:round/>
              <a:headEnd type="none" w="med" len="med"/>
              <a:tailEnd type="oval"/>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400" i="0" u="none" strike="noStrike" kern="0" cap="none" spc="0" normalizeH="0" baseline="0" noProof="0">
                <a:ln>
                  <a:noFill/>
                </a:ln>
                <a:solidFill>
                  <a:schemeClr val="tx1">
                    <a:lumMod val="75000"/>
                    <a:lumOff val="25000"/>
                  </a:schemeClr>
                </a:solidFill>
                <a:effectLst/>
                <a:uLnTx/>
                <a:uFillTx/>
                <a:latin typeface="微软雅黑"/>
                <a:ea typeface="微软雅黑"/>
                <a:sym typeface="微软雅黑"/>
              </a:endParaRPr>
            </a:p>
          </p:txBody>
        </p:sp>
        <p:sp>
          <p:nvSpPr>
            <p:cNvPr id="17" name="菱形 16">
              <a:extLst>
                <a:ext uri="{FF2B5EF4-FFF2-40B4-BE49-F238E27FC236}">
                  <a16:creationId xmlns:a16="http://schemas.microsoft.com/office/drawing/2014/main" id="{25C05275-DB9A-445F-9A4B-E3604DADFA41}"/>
                </a:ext>
              </a:extLst>
            </p:cNvPr>
            <p:cNvSpPr/>
            <p:nvPr/>
          </p:nvSpPr>
          <p:spPr>
            <a:xfrm>
              <a:off x="824130" y="2371637"/>
              <a:ext cx="747798" cy="747798"/>
            </a:xfrm>
            <a:prstGeom prst="diamond">
              <a:avLst/>
            </a:prstGeom>
            <a:solidFill>
              <a:schemeClr val="accent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eaLnBrk="1" fontAlgn="auto" latinLnBrk="0" hangingPunct="1">
                <a:lnSpc>
                  <a:spcPct val="100000"/>
                </a:lnSpc>
                <a:spcBef>
                  <a:spcPct val="0"/>
                </a:spcBef>
                <a:spcAft>
                  <a:spcPct val="0"/>
                </a:spcAft>
                <a:buClrTx/>
                <a:buSzTx/>
                <a:buFontTx/>
                <a:buNone/>
                <a:defRPr/>
              </a:pPr>
              <a:r>
                <a:rPr kumimoji="0" lang="en-US" altLang="zh-CN" sz="2800" i="0" u="none" strike="noStrike" kern="0" cap="none" spc="0" normalizeH="0" baseline="0" noProof="0">
                  <a:ln>
                    <a:noFill/>
                  </a:ln>
                  <a:solidFill>
                    <a:schemeClr val="bg1"/>
                  </a:solidFill>
                  <a:effectLst/>
                  <a:uLnTx/>
                  <a:uFillTx/>
                  <a:latin typeface="微软雅黑"/>
                  <a:ea typeface="微软雅黑"/>
                  <a:sym typeface="微软雅黑"/>
                </a:rPr>
                <a:t>C</a:t>
              </a:r>
              <a:endParaRPr kumimoji="0" lang="zh-CN" altLang="en-US" sz="2800" i="0" u="none" strike="noStrike" kern="0" cap="none" spc="0" normalizeH="0" baseline="0" noProof="0">
                <a:ln>
                  <a:noFill/>
                </a:ln>
                <a:solidFill>
                  <a:schemeClr val="bg1"/>
                </a:solidFill>
                <a:effectLst/>
                <a:uLnTx/>
                <a:uFillTx/>
                <a:latin typeface="微软雅黑"/>
                <a:ea typeface="微软雅黑"/>
                <a:sym typeface="微软雅黑"/>
              </a:endParaRPr>
            </a:p>
          </p:txBody>
        </p:sp>
        <p:sp>
          <p:nvSpPr>
            <p:cNvPr id="18" name="文本框 17">
              <a:extLst>
                <a:ext uri="{FF2B5EF4-FFF2-40B4-BE49-F238E27FC236}">
                  <a16:creationId xmlns:a16="http://schemas.microsoft.com/office/drawing/2014/main" id="{5D1F2A95-E01B-4373-A91A-B395BB80E2AF}"/>
                </a:ext>
              </a:extLst>
            </p:cNvPr>
            <p:cNvSpPr txBox="1"/>
            <p:nvPr/>
          </p:nvSpPr>
          <p:spPr>
            <a:xfrm>
              <a:off x="1752321" y="2460037"/>
              <a:ext cx="3607836" cy="646331"/>
            </a:xfrm>
            <a:prstGeom prst="rect">
              <a:avLst/>
            </a:prstGeom>
            <a:noFill/>
            <a:effectLst/>
          </p:spPr>
          <p:txBody>
            <a:bodyPr wrap="square" rtlCol="0">
              <a:spAutoFit/>
            </a:bodyPr>
            <a:lstStyle/>
            <a:p>
              <a:pPr>
                <a:lnSpc>
                  <a:spcPct val="150000"/>
                </a:lnSpc>
              </a:pPr>
              <a:r>
                <a:rPr lang="en-US" altLang="zh-CN" sz="1200">
                  <a:solidFill>
                    <a:schemeClr val="tx1">
                      <a:lumMod val="50000"/>
                      <a:lumOff val="50000"/>
                    </a:schemeClr>
                  </a:solidFill>
                  <a:latin typeface="微软雅黑"/>
                  <a:ea typeface="微软雅黑"/>
                  <a:sym typeface="微软雅黑"/>
                </a:rPr>
                <a:t>3</a:t>
              </a:r>
              <a:r>
                <a:rPr lang="zh-CN" altLang="en-US" sz="1200">
                  <a:solidFill>
                    <a:schemeClr val="tx1">
                      <a:lumMod val="50000"/>
                      <a:lumOff val="50000"/>
                    </a:schemeClr>
                  </a:solidFill>
                  <a:latin typeface="微软雅黑"/>
                  <a:ea typeface="微软雅黑"/>
                  <a:sym typeface="微软雅黑"/>
                </a:rPr>
                <a:t>、在进行短视频拍摄时，不需要每个运镜技巧都用上，选</a:t>
              </a:r>
              <a:r>
                <a:rPr lang="en-US" altLang="zh-CN" sz="1200">
                  <a:solidFill>
                    <a:schemeClr val="tx1">
                      <a:lumMod val="50000"/>
                      <a:lumOff val="50000"/>
                    </a:schemeClr>
                  </a:solidFill>
                  <a:latin typeface="微软雅黑"/>
                  <a:ea typeface="微软雅黑"/>
                  <a:sym typeface="微软雅黑"/>
                </a:rPr>
                <a:t>2-3</a:t>
              </a:r>
              <a:r>
                <a:rPr lang="zh-CN" altLang="en-US" sz="1200">
                  <a:solidFill>
                    <a:schemeClr val="tx1">
                      <a:lumMod val="50000"/>
                      <a:lumOff val="50000"/>
                    </a:schemeClr>
                  </a:solidFill>
                  <a:latin typeface="微软雅黑"/>
                  <a:ea typeface="微软雅黑"/>
                  <a:sym typeface="微软雅黑"/>
                </a:rPr>
                <a:t>种运用即可。</a:t>
              </a:r>
            </a:p>
          </p:txBody>
        </p:sp>
      </p:grpSp>
      <p:grpSp>
        <p:nvGrpSpPr>
          <p:cNvPr id="19" name="组合 18">
            <a:extLst>
              <a:ext uri="{FF2B5EF4-FFF2-40B4-BE49-F238E27FC236}">
                <a16:creationId xmlns:a16="http://schemas.microsoft.com/office/drawing/2014/main" id="{4125C32D-D0B1-49D6-8EF1-588DB7A40E8A}"/>
              </a:ext>
            </a:extLst>
          </p:cNvPr>
          <p:cNvGrpSpPr/>
          <p:nvPr/>
        </p:nvGrpSpPr>
        <p:grpSpPr>
          <a:xfrm>
            <a:off x="1050092" y="1883842"/>
            <a:ext cx="3863753" cy="3863753"/>
            <a:chOff x="1122660" y="2159612"/>
            <a:chExt cx="3863753" cy="3863753"/>
          </a:xfrm>
        </p:grpSpPr>
        <p:sp>
          <p:nvSpPr>
            <p:cNvPr id="20" name="椭圆 19">
              <a:extLst>
                <a:ext uri="{FF2B5EF4-FFF2-40B4-BE49-F238E27FC236}">
                  <a16:creationId xmlns:a16="http://schemas.microsoft.com/office/drawing/2014/main" id="{0ADA8393-C170-4A89-AB69-7D20A30148DC}"/>
                </a:ext>
              </a:extLst>
            </p:cNvPr>
            <p:cNvSpPr/>
            <p:nvPr/>
          </p:nvSpPr>
          <p:spPr>
            <a:xfrm>
              <a:off x="1122660" y="2159612"/>
              <a:ext cx="3863753" cy="3863753"/>
            </a:xfrm>
            <a:prstGeom prst="ellipse">
              <a:avLst/>
            </a:prstGeom>
            <a:blipFill>
              <a:blip r:embed="R8c624dc64439435b">
                <a:extLst>
                  <a:ext uri="{28A0092B-C50C-407E-A947-70E740481C1C}">
                    <a14:useLocalDpi xmlns:a14="http://schemas.microsoft.com/office/drawing/2010/main" val="0"/>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21" name="椭圆 20">
              <a:extLst>
                <a:ext uri="{FF2B5EF4-FFF2-40B4-BE49-F238E27FC236}">
                  <a16:creationId xmlns:a16="http://schemas.microsoft.com/office/drawing/2014/main" id="{E445195B-DFD9-4EBC-9D0C-7E3AB102C2D9}"/>
                </a:ext>
              </a:extLst>
            </p:cNvPr>
            <p:cNvSpPr/>
            <p:nvPr/>
          </p:nvSpPr>
          <p:spPr>
            <a:xfrm>
              <a:off x="1701306" y="2743201"/>
              <a:ext cx="2696578" cy="2696576"/>
            </a:xfrm>
            <a:prstGeom prst="ellipse">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22" name="矩形 21">
              <a:extLst>
                <a:ext uri="{FF2B5EF4-FFF2-40B4-BE49-F238E27FC236}">
                  <a16:creationId xmlns:a16="http://schemas.microsoft.com/office/drawing/2014/main" id="{0E4192C0-0BA6-421D-9304-9656B58107C7}"/>
                </a:ext>
              </a:extLst>
            </p:cNvPr>
            <p:cNvSpPr>
              <a:spLocks noChangeArrowheads="1"/>
            </p:cNvSpPr>
            <p:nvPr/>
          </p:nvSpPr>
          <p:spPr bwMode="auto">
            <a:xfrm>
              <a:off x="2547323" y="3552574"/>
              <a:ext cx="1159239" cy="107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lIns="91414" tIns="45709" rIns="91414" bIns="45709">
              <a:spAutoFit/>
            </a:bodyPr>
            <a:ls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a:lstStyle>
            <a:p>
              <a:pPr algn="ctr" defTabSz="1218804" fontAlgn="auto">
                <a:spcBef>
                  <a:spcPct val="0"/>
                </a:spcBef>
                <a:spcAft>
                  <a:spcPct val="0"/>
                </a:spcAft>
                <a:defRPr/>
              </a:pPr>
              <a:r>
                <a:rPr lang="zh-CN" altLang="en-US" sz="3200" b="1" kern="0" spc="600">
                  <a:solidFill>
                    <a:schemeClr val="bg1"/>
                  </a:solidFill>
                  <a:latin typeface="微软雅黑"/>
                  <a:ea typeface="微软雅黑"/>
                  <a:sym typeface="微软雅黑"/>
                </a:rPr>
                <a:t>注意</a:t>
              </a:r>
              <a:endParaRPr lang="en-US" altLang="zh-CN" sz="3200" b="1" kern="0" spc="600">
                <a:solidFill>
                  <a:schemeClr val="bg1"/>
                </a:solidFill>
                <a:latin typeface="微软雅黑"/>
                <a:ea typeface="微软雅黑"/>
                <a:sym typeface="微软雅黑"/>
              </a:endParaRPr>
            </a:p>
            <a:p>
              <a:pPr algn="ctr" defTabSz="1218804" fontAlgn="auto">
                <a:spcBef>
                  <a:spcPct val="0"/>
                </a:spcBef>
                <a:spcAft>
                  <a:spcPct val="0"/>
                </a:spcAft>
                <a:defRPr/>
              </a:pPr>
              <a:r>
                <a:rPr lang="zh-CN" altLang="en-US" sz="3200" b="1" kern="0" spc="600">
                  <a:solidFill>
                    <a:schemeClr val="bg1"/>
                  </a:solidFill>
                  <a:latin typeface="微软雅黑"/>
                  <a:ea typeface="微软雅黑"/>
                  <a:sym typeface="微软雅黑"/>
                </a:rPr>
                <a:t>事项</a:t>
              </a:r>
            </a:p>
          </p:txBody>
        </p:sp>
      </p:grpSp>
    </p:spTree>
    <p:extLst>
      <p:ext uri="{BB962C8B-B14F-4D97-AF65-F5344CB8AC3E}">
        <p14:creationId xmlns:p14="http://schemas.microsoft.com/office/powerpoint/2010/main" val="172624929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withEffect">
                                  <p:stCondLst>
                                    <p:cond delay="75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53" presetClass="entr" presetSubtype="0" fill="hold" nodeType="withEffect">
                                  <p:stCondLst>
                                    <p:cond delay="750"/>
                                  </p:stCondLst>
                                  <p:childTnLst>
                                    <p:set>
                                      <p:cBhvr>
                                        <p:cTn id="10" dur="1" fill="hold">
                                          <p:stCondLst>
                                            <p:cond delay="0"/>
                                          </p:stCondLst>
                                        </p:cTn>
                                        <p:tgtEl>
                                          <p:spTgt spid="19"/>
                                        </p:tgtEl>
                                        <p:attrNameLst>
                                          <p:attrName>style.visibility</p:attrName>
                                        </p:attrNameLst>
                                      </p:cBhvr>
                                      <p:to>
                                        <p:strVal val="visible"/>
                                      </p:to>
                                    </p:set>
                                    <p:anim calcmode="lin" valueType="num">
                                      <p:cBhvr>
                                        <p:cTn id="11" dur="500" fill="hold"/>
                                        <p:tgtEl>
                                          <p:spTgt spid="19"/>
                                        </p:tgtEl>
                                        <p:attrNameLst>
                                          <p:attrName>ppt_w</p:attrName>
                                        </p:attrNameLst>
                                      </p:cBhvr>
                                      <p:tavLst>
                                        <p:tav tm="0">
                                          <p:val>
                                            <p:fltVal val="0"/>
                                          </p:val>
                                        </p:tav>
                                        <p:tav tm="100000">
                                          <p:val>
                                            <p:strVal val="#ppt_w"/>
                                          </p:val>
                                        </p:tav>
                                      </p:tavLst>
                                    </p:anim>
                                    <p:anim calcmode="lin" valueType="num">
                                      <p:cBhvr>
                                        <p:cTn id="12" dur="500" fill="hold"/>
                                        <p:tgtEl>
                                          <p:spTgt spid="19"/>
                                        </p:tgtEl>
                                        <p:attrNameLst>
                                          <p:attrName>ppt_h</p:attrName>
                                        </p:attrNameLst>
                                      </p:cBhvr>
                                      <p:tavLst>
                                        <p:tav tm="0">
                                          <p:val>
                                            <p:fltVal val="0"/>
                                          </p:val>
                                        </p:tav>
                                        <p:tav tm="100000">
                                          <p:val>
                                            <p:strVal val="#ppt_h"/>
                                          </p:val>
                                        </p:tav>
                                      </p:tavLst>
                                    </p:anim>
                                    <p:animEffect transition="in" filter="fade">
                                      <p:cBhvr>
                                        <p:cTn id="13" dur="500"/>
                                        <p:tgtEl>
                                          <p:spTgt spid="19"/>
                                        </p:tgtEl>
                                      </p:cBhvr>
                                    </p:animEffect>
                                  </p:childTnLst>
                                </p:cTn>
                              </p:par>
                              <p:par>
                                <p:cTn id="14" presetID="2" presetClass="entr" presetSubtype="8" fill="hold" grpId="0" nodeType="withEffect">
                                  <p:stCondLst>
                                    <p:cond delay="75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0-#ppt_w/2"/>
                                          </p:val>
                                        </p:tav>
                                        <p:tav tm="100000">
                                          <p:val>
                                            <p:strVal val="#ppt_x"/>
                                          </p:val>
                                        </p:tav>
                                      </p:tavLst>
                                    </p:anim>
                                    <p:anim calcmode="lin" valueType="num">
                                      <p:cBhvr additive="base">
                                        <p:cTn id="17" dur="500" fill="hold"/>
                                        <p:tgtEl>
                                          <p:spTgt spid="6"/>
                                        </p:tgtEl>
                                        <p:attrNameLst>
                                          <p:attrName>ppt_y</p:attrName>
                                        </p:attrNameLst>
                                      </p:cBhvr>
                                      <p:tavLst>
                                        <p:tav tm="0">
                                          <p:val>
                                            <p:strVal val="#ppt_y"/>
                                          </p:val>
                                        </p:tav>
                                        <p:tav tm="100000">
                                          <p:val>
                                            <p:strVal val="#ppt_y"/>
                                          </p:val>
                                        </p:tav>
                                      </p:tavLst>
                                    </p:anim>
                                  </p:childTnLst>
                                </p:cTn>
                              </p:par>
                            </p:childTnLst>
                          </p:cTn>
                        </p:par>
                        <p:par>
                          <p:cTn id="18" fill="hold" nodeType="afterGroup">
                            <p:stCondLst>
                              <p:cond delay="3750"/>
                            </p:stCondLst>
                            <p:childTnLst>
                              <p:par>
                                <p:cTn id="19" presetID="2" presetClass="entr" presetSubtype="2"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1+#ppt_w/2"/>
                                          </p:val>
                                        </p:tav>
                                        <p:tav tm="100000">
                                          <p:val>
                                            <p:strVal val="#ppt_x"/>
                                          </p:val>
                                        </p:tav>
                                      </p:tavLst>
                                    </p:anim>
                                    <p:anim calcmode="lin" valueType="num">
                                      <p:cBhvr additive="base">
                                        <p:cTn id="22" dur="500" fill="hold"/>
                                        <p:tgtEl>
                                          <p:spTgt spid="7"/>
                                        </p:tgtEl>
                                        <p:attrNameLst>
                                          <p:attrName>ppt_y</p:attrName>
                                        </p:attrNameLst>
                                      </p:cBhvr>
                                      <p:tavLst>
                                        <p:tav tm="0">
                                          <p:val>
                                            <p:strVal val="#ppt_y"/>
                                          </p:val>
                                        </p:tav>
                                        <p:tav tm="100000">
                                          <p:val>
                                            <p:strVal val="#ppt_y"/>
                                          </p:val>
                                        </p:tav>
                                      </p:tavLst>
                                    </p:anim>
                                  </p:childTnLst>
                                </p:cTn>
                              </p:par>
                            </p:childTnLst>
                          </p:cTn>
                        </p:par>
                        <p:par>
                          <p:cTn id="23" fill="hold" nodeType="afterGroup">
                            <p:stCondLst>
                              <p:cond delay="4250"/>
                            </p:stCondLst>
                            <p:childTnLst>
                              <p:par>
                                <p:cTn id="24" presetID="2" presetClass="entr" presetSubtype="2"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1+#ppt_w/2"/>
                                          </p:val>
                                        </p:tav>
                                        <p:tav tm="100000">
                                          <p:val>
                                            <p:strVal val="#ppt_x"/>
                                          </p:val>
                                        </p:tav>
                                      </p:tavLst>
                                    </p:anim>
                                    <p:anim calcmode="lin" valueType="num">
                                      <p:cBhvr additive="base">
                                        <p:cTn id="27" dur="500" fill="hold"/>
                                        <p:tgtEl>
                                          <p:spTgt spid="11"/>
                                        </p:tgtEl>
                                        <p:attrNameLst>
                                          <p:attrName>ppt_y</p:attrName>
                                        </p:attrNameLst>
                                      </p:cBhvr>
                                      <p:tavLst>
                                        <p:tav tm="0">
                                          <p:val>
                                            <p:strVal val="#ppt_y"/>
                                          </p:val>
                                        </p:tav>
                                        <p:tav tm="100000">
                                          <p:val>
                                            <p:strVal val="#ppt_y"/>
                                          </p:val>
                                        </p:tav>
                                      </p:tavLst>
                                    </p:anim>
                                  </p:childTnLst>
                                </p:cTn>
                              </p:par>
                            </p:childTnLst>
                          </p:cTn>
                        </p:par>
                        <p:par>
                          <p:cTn id="28" fill="hold" nodeType="afterGroup">
                            <p:stCondLst>
                              <p:cond delay="4750"/>
                            </p:stCondLst>
                            <p:childTnLst>
                              <p:par>
                                <p:cTn id="29" presetID="2" presetClass="entr" presetSubtype="2"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1+#ppt_w/2"/>
                                          </p:val>
                                        </p:tav>
                                        <p:tav tm="100000">
                                          <p:val>
                                            <p:strVal val="#ppt_x"/>
                                          </p:val>
                                        </p:tav>
                                      </p:tavLst>
                                    </p:anim>
                                    <p:anim calcmode="lin" valueType="num">
                                      <p:cBhvr additive="base">
                                        <p:cTn id="32"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DA9AA48-5D0F-4E01-8EC9-50E7C3551698}"/>
              </a:ext>
            </a:extLst>
          </p:cNvPr>
          <p:cNvSpPr txBox="1"/>
          <p:nvPr/>
        </p:nvSpPr>
        <p:spPr>
          <a:xfrm>
            <a:off x="1331625" y="557799"/>
            <a:ext cx="3877985" cy="670120"/>
          </a:xfrm>
          <a:prstGeom prst="rect">
            <a:avLst/>
          </a:prstGeom>
          <a:noFill/>
        </p:spPr>
        <p:txBody>
          <a:bodyPr wrap="none">
            <a:spAutoFit/>
          </a:bodyPr>
          <a:lstStyle/>
          <a:p>
            <a:pPr>
              <a:lnSpc>
                <a:spcPct val="130000"/>
              </a:lnSpc>
            </a:pPr>
            <a:r>
              <a:rPr lang="zh-CN" altLang="en-US" sz="3200" b="1">
                <a:latin typeface="微软雅黑"/>
                <a:ea typeface="微软雅黑"/>
                <a:cs typeface="OPPOSans H" panose="00020600040101010101" pitchFamily="18" charset="-122"/>
                <a:sym typeface="微软雅黑"/>
              </a:rPr>
              <a:t>短视频运镜注意事项</a:t>
            </a:r>
          </a:p>
        </p:txBody>
      </p:sp>
      <p:pic>
        <p:nvPicPr>
          <p:cNvPr id="6" name="图片占位符 26">
            <a:extLst>
              <a:ext uri="{FF2B5EF4-FFF2-40B4-BE49-F238E27FC236}">
                <a16:creationId xmlns:a16="http://schemas.microsoft.com/office/drawing/2014/main" id="{82EA181D-7F9E-457C-96CF-283C07635D7A}"/>
              </a:ext>
            </a:extLst>
          </p:cNvPr>
          <p:cNvPicPr>
            <a:picLocks noChangeAspect="1"/>
          </p:cNvPicPr>
          <p:nvPr/>
        </p:nvPicPr>
        <p:blipFill>
          <a:blip r:embed="Re667d4527c944aa0">
            <a:extLst>
              <a:ext uri="{28A0092B-C50C-407E-A947-70E740481C1C}">
                <a14:useLocalDpi xmlns:a14="http://schemas.microsoft.com/office/drawing/2010/main" val="0"/>
              </a:ext>
            </a:extLst>
          </a:blip>
          <a:srcRect l="12950" r="12950"/>
          <a:stretch>
            <a:fillRect/>
          </a:stretch>
        </p:blipFill>
        <p:spPr>
          <a:xfrm>
            <a:off x="6544419" y="1596984"/>
            <a:ext cx="4834371" cy="4352966"/>
          </a:xfrm>
          <a:custGeom>
            <a:avLst/>
            <a:gdLst>
              <a:gd name="connsiteX0" fmla="*/ 1797929 w 3425640"/>
              <a:gd name="connsiteY0" fmla="*/ 1781749 h 3409460"/>
              <a:gd name="connsiteX1" fmla="*/ 3425640 w 3425640"/>
              <a:gd name="connsiteY1" fmla="*/ 1781749 h 3409460"/>
              <a:gd name="connsiteX2" fmla="*/ 3425640 w 3425640"/>
              <a:gd name="connsiteY2" fmla="*/ 3409460 h 3409460"/>
              <a:gd name="connsiteX3" fmla="*/ 1797929 w 3425640"/>
              <a:gd name="connsiteY3" fmla="*/ 3409460 h 3409460"/>
              <a:gd name="connsiteX4" fmla="*/ 0 w 3425640"/>
              <a:gd name="connsiteY4" fmla="*/ 1781749 h 3409460"/>
              <a:gd name="connsiteX5" fmla="*/ 1627711 w 3425640"/>
              <a:gd name="connsiteY5" fmla="*/ 1781749 h 3409460"/>
              <a:gd name="connsiteX6" fmla="*/ 1627711 w 3425640"/>
              <a:gd name="connsiteY6" fmla="*/ 3409460 h 3409460"/>
              <a:gd name="connsiteX7" fmla="*/ 0 w 3425640"/>
              <a:gd name="connsiteY7" fmla="*/ 3409460 h 3409460"/>
              <a:gd name="connsiteX8" fmla="*/ 1797929 w 3425640"/>
              <a:gd name="connsiteY8" fmla="*/ 0 h 3409460"/>
              <a:gd name="connsiteX9" fmla="*/ 3425640 w 3425640"/>
              <a:gd name="connsiteY9" fmla="*/ 0 h 3409460"/>
              <a:gd name="connsiteX10" fmla="*/ 3425640 w 3425640"/>
              <a:gd name="connsiteY10" fmla="*/ 1627711 h 3409460"/>
              <a:gd name="connsiteX11" fmla="*/ 1797929 w 3425640"/>
              <a:gd name="connsiteY11" fmla="*/ 1627711 h 3409460"/>
              <a:gd name="connsiteX12" fmla="*/ 0 w 3425640"/>
              <a:gd name="connsiteY12" fmla="*/ 0 h 3409460"/>
              <a:gd name="connsiteX13" fmla="*/ 1627711 w 3425640"/>
              <a:gd name="connsiteY13" fmla="*/ 0 h 3409460"/>
              <a:gd name="connsiteX14" fmla="*/ 1627711 w 3425640"/>
              <a:gd name="connsiteY14" fmla="*/ 1627711 h 3409460"/>
              <a:gd name="connsiteX15" fmla="*/ 0 w 3425640"/>
              <a:gd name="connsiteY15" fmla="*/ 1627711 h 3409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25639" h="3409459">
                <a:moveTo>
                  <a:pt x="1797929" y="1781749"/>
                </a:moveTo>
                <a:lnTo>
                  <a:pt x="3425640" y="1781749"/>
                </a:lnTo>
                <a:lnTo>
                  <a:pt x="3425640" y="3409460"/>
                </a:lnTo>
                <a:lnTo>
                  <a:pt x="1797929" y="3409460"/>
                </a:lnTo>
                <a:close/>
                <a:moveTo>
                  <a:pt x="0" y="1781749"/>
                </a:moveTo>
                <a:lnTo>
                  <a:pt x="1627711" y="1781749"/>
                </a:lnTo>
                <a:lnTo>
                  <a:pt x="1627711" y="3409460"/>
                </a:lnTo>
                <a:lnTo>
                  <a:pt x="0" y="3409460"/>
                </a:lnTo>
                <a:close/>
                <a:moveTo>
                  <a:pt x="1797929" y="0"/>
                </a:moveTo>
                <a:lnTo>
                  <a:pt x="3425640" y="0"/>
                </a:lnTo>
                <a:lnTo>
                  <a:pt x="3425640" y="1627711"/>
                </a:lnTo>
                <a:lnTo>
                  <a:pt x="1797929" y="1627711"/>
                </a:lnTo>
                <a:close/>
                <a:moveTo>
                  <a:pt x="0" y="0"/>
                </a:moveTo>
                <a:lnTo>
                  <a:pt x="1627711" y="0"/>
                </a:lnTo>
                <a:lnTo>
                  <a:pt x="1627711" y="1627711"/>
                </a:lnTo>
                <a:lnTo>
                  <a:pt x="0" y="1627711"/>
                </a:lnTo>
                <a:close/>
              </a:path>
            </a:pathLst>
          </a:custGeom>
        </p:spPr>
      </p:pic>
      <p:grpSp>
        <p:nvGrpSpPr>
          <p:cNvPr id="7" name="组合 6">
            <a:extLst>
              <a:ext uri="{FF2B5EF4-FFF2-40B4-BE49-F238E27FC236}">
                <a16:creationId xmlns:a16="http://schemas.microsoft.com/office/drawing/2014/main" id="{EE7F0564-231A-421B-AC24-E9CEE0FF2393}"/>
              </a:ext>
            </a:extLst>
          </p:cNvPr>
          <p:cNvGrpSpPr/>
          <p:nvPr/>
        </p:nvGrpSpPr>
        <p:grpSpPr>
          <a:xfrm>
            <a:off x="1029118" y="5379382"/>
            <a:ext cx="2507933" cy="452707"/>
            <a:chOff x="1029117" y="5159829"/>
            <a:chExt cx="2507933" cy="452707"/>
          </a:xfrm>
        </p:grpSpPr>
        <p:sp>
          <p:nvSpPr>
            <p:cNvPr id="8" name="矩形 6">
              <a:extLst>
                <a:ext uri="{FF2B5EF4-FFF2-40B4-BE49-F238E27FC236}">
                  <a16:creationId xmlns:a16="http://schemas.microsoft.com/office/drawing/2014/main" id="{EC85D75C-76A0-4964-AB87-97EE536901E0}"/>
                </a:ext>
              </a:extLst>
            </p:cNvPr>
            <p:cNvSpPr/>
            <p:nvPr/>
          </p:nvSpPr>
          <p:spPr>
            <a:xfrm>
              <a:off x="1029117" y="5159829"/>
              <a:ext cx="2255113" cy="452707"/>
            </a:xfrm>
            <a:prstGeom prst="roundRect">
              <a:avLst>
                <a:gd name="adj" fmla="val 50000"/>
              </a:avLst>
            </a:prstGeom>
            <a:gradFill flip="none" rotWithShape="1">
              <a:gsLst>
                <a:gs pos="0">
                  <a:schemeClr val="accent2"/>
                </a:gs>
                <a:gs pos="100000">
                  <a:schemeClr val="accent1"/>
                </a:gs>
              </a:gsLst>
              <a:lin ang="18900000" scaled="1"/>
            </a:gradFill>
            <a:ln w="28575">
              <a:gradFill flip="none" rotWithShape="1">
                <a:gsLst>
                  <a:gs pos="0">
                    <a:srgbClr val="DBDBDB"/>
                  </a:gs>
                  <a:gs pos="100000">
                    <a:schemeClr val="bg1"/>
                  </a:gs>
                </a:gsLst>
                <a:lin ang="18900000" scaled="1"/>
              </a:gradFill>
            </a:ln>
            <a:effectLst>
              <a:outerShdw blurRad="698500" dist="190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prstClr val="black"/>
                    </a:gs>
                    <a:gs pos="100000">
                      <a:srgbClr val="595959"/>
                    </a:gs>
                  </a:gsLst>
                  <a:lin ang="5400000" scaled="1"/>
                </a:gradFill>
                <a:latin typeface="微软雅黑"/>
                <a:ea typeface="微软雅黑"/>
                <a:cs typeface="阿里巴巴普惠体" panose="00020600040101010101" pitchFamily="18" charset="-122"/>
                <a:sym typeface="微软雅黑"/>
              </a:endParaRPr>
            </a:p>
          </p:txBody>
        </p:sp>
        <p:sp>
          <p:nvSpPr>
            <p:cNvPr id="9" name="文本框 8">
              <a:extLst>
                <a:ext uri="{FF2B5EF4-FFF2-40B4-BE49-F238E27FC236}">
                  <a16:creationId xmlns:a16="http://schemas.microsoft.com/office/drawing/2014/main" id="{2782009C-E73A-4079-A673-97121DAFC497}"/>
                </a:ext>
              </a:extLst>
            </p:cNvPr>
            <p:cNvSpPr txBox="1"/>
            <p:nvPr/>
          </p:nvSpPr>
          <p:spPr>
            <a:xfrm>
              <a:off x="1397078" y="5216905"/>
              <a:ext cx="2139972" cy="369332"/>
            </a:xfrm>
            <a:prstGeom prst="rect">
              <a:avLst/>
            </a:prstGeom>
            <a:noFill/>
          </p:spPr>
          <p:txBody>
            <a:bodyPr wrap="square" rtlCol="0">
              <a:spAutoFit/>
            </a:bodyPr>
            <a:lstStyle>
              <a:defPPr>
                <a:defRPr lang="en-US"/>
              </a:defPPr>
              <a:lvl1pPr algn="ctr">
                <a:defRPr sz="2800" b="1">
                  <a:gradFill flip="none" rotWithShape="1">
                    <a:gsLst>
                      <a:gs pos="0">
                        <a:schemeClr val="tx1"/>
                      </a:gs>
                      <a:gs pos="100000">
                        <a:schemeClr val="accent2"/>
                      </a:gs>
                    </a:gsLst>
                    <a:lin ang="5400000" scaled="1"/>
                  </a:gradFill>
                </a:defRPr>
              </a:lvl1pPr>
            </a:lstStyle>
            <a:p>
              <a:pPr marL="0" marR="0" lvl="0" indent="0" algn="l" defTabSz="914400" eaLnBrk="1" fontAlgn="auto" latinLnBrk="0" hangingPunct="1">
                <a:lnSpc>
                  <a:spcPct val="100000"/>
                </a:lnSpc>
                <a:spcBef>
                  <a:spcPct val="0"/>
                </a:spcBef>
                <a:spcAft>
                  <a:spcPct val="0"/>
                </a:spcAft>
                <a:buClrTx/>
                <a:buSzTx/>
                <a:buFontTx/>
                <a:buNone/>
                <a:defRPr/>
              </a:pPr>
              <a:r>
                <a:rPr lang="zh-CN" altLang="en-US" sz="1800" b="0" kern="0">
                  <a:solidFill>
                    <a:schemeClr val="bg1"/>
                  </a:solidFill>
                  <a:latin typeface="微软雅黑"/>
                  <a:ea typeface="微软雅黑"/>
                  <a:cs typeface="阿里巴巴普惠体" panose="00020600040101010101" pitchFamily="18" charset="-122"/>
                  <a:sym typeface="微软雅黑"/>
                </a:rPr>
                <a:t>点击此处</a:t>
              </a:r>
              <a:r>
                <a:rPr kumimoji="0" lang="zh-CN" altLang="en-US" sz="1800" b="0" i="0" u="none" strike="noStrike" kern="0" cap="none" spc="0" normalizeH="0" baseline="0" noProof="0">
                  <a:ln>
                    <a:noFill/>
                  </a:ln>
                  <a:solidFill>
                    <a:schemeClr val="bg1"/>
                  </a:solidFill>
                  <a:effectLst/>
                  <a:uLnTx/>
                  <a:uFillTx/>
                  <a:latin typeface="微软雅黑"/>
                  <a:ea typeface="微软雅黑"/>
                  <a:cs typeface="阿里巴巴普惠体" panose="00020600040101010101" pitchFamily="18" charset="-122"/>
                  <a:sym typeface="微软雅黑"/>
                </a:rPr>
                <a:t>更多</a:t>
              </a:r>
            </a:p>
          </p:txBody>
        </p:sp>
      </p:grpSp>
      <p:grpSp>
        <p:nvGrpSpPr>
          <p:cNvPr id="10" name="组合 9">
            <a:extLst>
              <a:ext uri="{FF2B5EF4-FFF2-40B4-BE49-F238E27FC236}">
                <a16:creationId xmlns:a16="http://schemas.microsoft.com/office/drawing/2014/main" id="{C26FE218-1156-4A12-949B-7FFD3EE3AEEF}"/>
              </a:ext>
            </a:extLst>
          </p:cNvPr>
          <p:cNvGrpSpPr/>
          <p:nvPr/>
        </p:nvGrpSpPr>
        <p:grpSpPr>
          <a:xfrm>
            <a:off x="8175671" y="2987535"/>
            <a:ext cx="1571864" cy="1571864"/>
            <a:chOff x="5326397" y="2212607"/>
            <a:chExt cx="1571864" cy="1571864"/>
          </a:xfrm>
        </p:grpSpPr>
        <p:sp>
          <p:nvSpPr>
            <p:cNvPr id="11" name="矩形 10">
              <a:extLst>
                <a:ext uri="{FF2B5EF4-FFF2-40B4-BE49-F238E27FC236}">
                  <a16:creationId xmlns:a16="http://schemas.microsoft.com/office/drawing/2014/main" id="{7F04267D-4F47-43AD-A919-8A7FF577A77E}"/>
                </a:ext>
              </a:extLst>
            </p:cNvPr>
            <p:cNvSpPr/>
            <p:nvPr/>
          </p:nvSpPr>
          <p:spPr>
            <a:xfrm>
              <a:off x="5326397" y="2212607"/>
              <a:ext cx="1571864" cy="1571864"/>
            </a:xfrm>
            <a:prstGeom prst="rect">
              <a:avLst/>
            </a:prstGeom>
            <a:gradFill flip="none" rotWithShape="1">
              <a:gsLst>
                <a:gs pos="0">
                  <a:schemeClr val="accent2"/>
                </a:gs>
                <a:gs pos="100000">
                  <a:schemeClr val="accent1"/>
                </a:gs>
              </a:gsLst>
              <a:lin ang="18900000" scaled="1"/>
            </a:gradFill>
            <a:ln w="28575">
              <a:gradFill flip="none" rotWithShape="1">
                <a:gsLst>
                  <a:gs pos="0">
                    <a:srgbClr val="DBDBDB"/>
                  </a:gs>
                  <a:gs pos="100000">
                    <a:schemeClr val="bg1"/>
                  </a:gs>
                </a:gsLst>
                <a:lin ang="18900000" scaled="1"/>
              </a:gradFill>
            </a:ln>
            <a:effectLst>
              <a:outerShdw blurRad="698500" dist="190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a:ea typeface="微软雅黑"/>
                <a:sym typeface="微软雅黑"/>
              </a:endParaRPr>
            </a:p>
          </p:txBody>
        </p:sp>
        <p:sp>
          <p:nvSpPr>
            <p:cNvPr id="12" name="椭圆 11">
              <a:extLst>
                <a:ext uri="{FF2B5EF4-FFF2-40B4-BE49-F238E27FC236}">
                  <a16:creationId xmlns:a16="http://schemas.microsoft.com/office/drawing/2014/main" id="{FF64E031-6EC5-41FE-A443-9231AD27B4CA}"/>
                </a:ext>
              </a:extLst>
            </p:cNvPr>
            <p:cNvSpPr/>
            <p:nvPr/>
          </p:nvSpPr>
          <p:spPr>
            <a:xfrm>
              <a:off x="5669331" y="2653478"/>
              <a:ext cx="824513" cy="667368"/>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latin typeface="微软雅黑"/>
                <a:ea typeface="微软雅黑"/>
                <a:sym typeface="微软雅黑"/>
              </a:endParaRPr>
            </a:p>
          </p:txBody>
        </p:sp>
      </p:grpSp>
      <p:grpSp>
        <p:nvGrpSpPr>
          <p:cNvPr id="13" name="组合 12">
            <a:extLst>
              <a:ext uri="{FF2B5EF4-FFF2-40B4-BE49-F238E27FC236}">
                <a16:creationId xmlns:a16="http://schemas.microsoft.com/office/drawing/2014/main" id="{5D09D2B4-F929-417E-B545-B443C3FFA52B}"/>
              </a:ext>
            </a:extLst>
          </p:cNvPr>
          <p:cNvGrpSpPr/>
          <p:nvPr/>
        </p:nvGrpSpPr>
        <p:grpSpPr>
          <a:xfrm>
            <a:off x="1059671" y="1876368"/>
            <a:ext cx="4587912" cy="3528856"/>
            <a:chOff x="1964420" y="2750995"/>
            <a:chExt cx="5773991" cy="3528856"/>
          </a:xfrm>
        </p:grpSpPr>
        <p:sp>
          <p:nvSpPr>
            <p:cNvPr id="14" name="文本框 13">
              <a:extLst>
                <a:ext uri="{FF2B5EF4-FFF2-40B4-BE49-F238E27FC236}">
                  <a16:creationId xmlns:a16="http://schemas.microsoft.com/office/drawing/2014/main" id="{6BF8D96A-45BC-49B8-87CD-CEFD6AB10481}"/>
                </a:ext>
              </a:extLst>
            </p:cNvPr>
            <p:cNvSpPr txBox="1"/>
            <p:nvPr/>
          </p:nvSpPr>
          <p:spPr>
            <a:xfrm>
              <a:off x="1964420" y="3279030"/>
              <a:ext cx="5773991" cy="3000821"/>
            </a:xfrm>
            <a:prstGeom prst="rect">
              <a:avLst/>
            </a:prstGeom>
            <a:noFill/>
          </p:spPr>
          <p:txBody>
            <a:bodyPr wrap="square" rtlCol="0">
              <a:spAutoFit/>
            </a:bodyPr>
            <a:lstStyle/>
            <a:p>
              <a:pPr>
                <a:lnSpc>
                  <a:spcPct val="150000"/>
                </a:lnSpc>
                <a:defRPr/>
              </a:pPr>
              <a:r>
                <a:rPr lang="zh-CN" altLang="en-US" sz="1400" kern="0">
                  <a:solidFill>
                    <a:schemeClr val="tx1">
                      <a:lumMod val="50000"/>
                      <a:lumOff val="50000"/>
                    </a:schemeClr>
                  </a:solidFill>
                  <a:latin typeface="微软雅黑"/>
                  <a:ea typeface="微软雅黑"/>
                  <a:cs typeface="阿里巴巴普惠体" panose="00020600040101010101" pitchFamily="18" charset="-122"/>
                  <a:sym typeface="微软雅黑"/>
                </a:rPr>
                <a:t>要想短视频整体效果好，“大片”味十足，除了要掌握拍摄技巧外，短视频的拍摄声音、灯光、设备技巧、以及后期的短视频剪辑同等重要。</a:t>
              </a:r>
            </a:p>
            <a:p>
              <a:pPr>
                <a:lnSpc>
                  <a:spcPct val="150000"/>
                </a:lnSpc>
                <a:defRPr/>
              </a:pPr>
              <a:endParaRPr lang="zh-CN" altLang="en-US" sz="1400" kern="0">
                <a:solidFill>
                  <a:schemeClr val="tx1">
                    <a:lumMod val="50000"/>
                    <a:lumOff val="50000"/>
                  </a:schemeClr>
                </a:solidFill>
                <a:latin typeface="微软雅黑"/>
                <a:ea typeface="微软雅黑"/>
                <a:cs typeface="阿里巴巴普惠体" panose="00020600040101010101" pitchFamily="18" charset="-122"/>
                <a:sym typeface="微软雅黑"/>
              </a:endParaRPr>
            </a:p>
            <a:p>
              <a:pPr>
                <a:lnSpc>
                  <a:spcPct val="150000"/>
                </a:lnSpc>
                <a:defRPr/>
              </a:pPr>
              <a:r>
                <a:rPr lang="zh-CN" altLang="en-US" sz="1400" kern="0">
                  <a:solidFill>
                    <a:schemeClr val="tx1">
                      <a:lumMod val="50000"/>
                      <a:lumOff val="50000"/>
                    </a:schemeClr>
                  </a:solidFill>
                  <a:latin typeface="微软雅黑"/>
                  <a:ea typeface="微软雅黑"/>
                  <a:cs typeface="阿里巴巴普惠体" panose="00020600040101010101" pitchFamily="18" charset="-122"/>
                  <a:sym typeface="微软雅黑"/>
                </a:rPr>
                <a:t>视频拍摄是记录实践过程重要方式，一个流畅、完整、美观、清晰的视频可以高效总结实践过程，同时也有利于实践团队的宣传，希望以上内容能够让同学们学到一些有效的视频拍摄方法，为同学们社会实践的开展锦上添花。</a:t>
              </a:r>
            </a:p>
          </p:txBody>
        </p:sp>
        <p:sp>
          <p:nvSpPr>
            <p:cNvPr id="15" name="文本框 14">
              <a:extLst>
                <a:ext uri="{FF2B5EF4-FFF2-40B4-BE49-F238E27FC236}">
                  <a16:creationId xmlns:a16="http://schemas.microsoft.com/office/drawing/2014/main" id="{D3D35173-2903-4736-86EC-CD08FFBC2A55}"/>
                </a:ext>
              </a:extLst>
            </p:cNvPr>
            <p:cNvSpPr txBox="1"/>
            <p:nvPr/>
          </p:nvSpPr>
          <p:spPr>
            <a:xfrm>
              <a:off x="1964420" y="2750995"/>
              <a:ext cx="1781781" cy="461665"/>
            </a:xfrm>
            <a:prstGeom prst="rect">
              <a:avLst/>
            </a:prstGeom>
            <a:noFill/>
          </p:spPr>
          <p:txBody>
            <a:bodyPr wrap="none" rtlCol="0">
              <a:spAutoFit/>
            </a:bodyPr>
            <a:lstStyle>
              <a:defPPr>
                <a:defRPr lang="en-US"/>
              </a:defPPr>
              <a:lvl1pPr algn="ctr">
                <a:defRPr sz="2800" b="1">
                  <a:gradFill flip="none" rotWithShape="1">
                    <a:gsLst>
                      <a:gs pos="0">
                        <a:schemeClr val="tx1"/>
                      </a:gs>
                      <a:gs pos="100000">
                        <a:schemeClr val="accent2"/>
                      </a:gs>
                    </a:gsLst>
                    <a:lin ang="5400000" scaled="1"/>
                  </a:gradFill>
                </a:defRPr>
              </a:lvl1pPr>
            </a:lstStyle>
            <a:p>
              <a:pPr marL="0" marR="0" lvl="0" indent="0" algn="l" defTabSz="914400" eaLnBrk="1" fontAlgn="auto" latinLnBrk="0" hangingPunct="1">
                <a:lnSpc>
                  <a:spcPct val="100000"/>
                </a:lnSpc>
                <a:spcBef>
                  <a:spcPct val="0"/>
                </a:spcBef>
                <a:spcAft>
                  <a:spcPct val="0"/>
                </a:spcAft>
                <a:buClrTx/>
                <a:buSzTx/>
                <a:buFontTx/>
                <a:buNone/>
                <a:defRPr/>
              </a:pPr>
              <a:r>
                <a:rPr lang="zh-CN" altLang="en-US" sz="2400" kern="0">
                  <a:gradFill flip="none" rotWithShape="1">
                    <a:gsLst>
                      <a:gs pos="0">
                        <a:schemeClr val="dk1">
                          <a:lumMod val="100000"/>
                        </a:schemeClr>
                      </a:gs>
                      <a:gs pos="100000">
                        <a:srgbClr val="595959"/>
                      </a:gs>
                    </a:gsLst>
                    <a:lin ang="5400000" scaled="1"/>
                  </a:gradFill>
                  <a:latin typeface="微软雅黑"/>
                  <a:ea typeface="微软雅黑"/>
                  <a:cs typeface="阿里巴巴普惠体" panose="00020600040101010101" pitchFamily="18" charset="-122"/>
                  <a:sym typeface="微软雅黑"/>
                </a:rPr>
                <a:t>注意事项</a:t>
              </a:r>
              <a:endParaRPr kumimoji="0" lang="zh-CN" altLang="en-US" sz="2400" b="1" i="0" u="none" strike="noStrike" kern="0" cap="none" spc="0" normalizeH="0" baseline="0" noProof="0">
                <a:ln>
                  <a:noFill/>
                </a:ln>
                <a:gradFill flip="none" rotWithShape="1">
                  <a:gsLst>
                    <a:gs pos="0">
                      <a:schemeClr val="dk1">
                        <a:lumMod val="100000"/>
                      </a:schemeClr>
                    </a:gs>
                    <a:gs pos="100000">
                      <a:srgbClr val="595959"/>
                    </a:gs>
                  </a:gsLst>
                  <a:lin ang="5400000" scaled="1"/>
                </a:gradFill>
                <a:effectLst/>
                <a:uLnTx/>
                <a:uFillTx/>
                <a:latin typeface="微软雅黑"/>
                <a:ea typeface="微软雅黑"/>
                <a:cs typeface="阿里巴巴普惠体" panose="00020600040101010101" pitchFamily="18" charset="-122"/>
                <a:sym typeface="微软雅黑"/>
              </a:endParaRPr>
            </a:p>
          </p:txBody>
        </p:sp>
      </p:grpSp>
    </p:spTree>
    <p:extLst>
      <p:ext uri="{BB962C8B-B14F-4D97-AF65-F5344CB8AC3E}">
        <p14:creationId xmlns:p14="http://schemas.microsoft.com/office/powerpoint/2010/main" val="27849569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par>
                          <p:cTn id="15" fill="hold" nodeType="afterGroup">
                            <p:stCondLst>
                              <p:cond delay="500"/>
                            </p:stCondLst>
                            <p:childTnLst>
                              <p:par>
                                <p:cTn id="16" presetID="2" presetClass="entr" presetSubtype="4"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750" fill="hold"/>
                                        <p:tgtEl>
                                          <p:spTgt spid="7"/>
                                        </p:tgtEl>
                                        <p:attrNameLst>
                                          <p:attrName>ppt_x</p:attrName>
                                        </p:attrNameLst>
                                      </p:cBhvr>
                                      <p:tavLst>
                                        <p:tav tm="0">
                                          <p:val>
                                            <p:strVal val="#ppt_x"/>
                                          </p:val>
                                        </p:tav>
                                        <p:tav tm="100000">
                                          <p:val>
                                            <p:strVal val="#ppt_x"/>
                                          </p:val>
                                        </p:tav>
                                      </p:tavLst>
                                    </p:anim>
                                    <p:anim calcmode="lin" valueType="num">
                                      <p:cBhvr additive="base">
                                        <p:cTn id="19" dur="750" fill="hold"/>
                                        <p:tgtEl>
                                          <p:spTgt spid="7"/>
                                        </p:tgtEl>
                                        <p:attrNameLst>
                                          <p:attrName>ppt_y</p:attrName>
                                        </p:attrNameLst>
                                      </p:cBhvr>
                                      <p:tavLst>
                                        <p:tav tm="0">
                                          <p:val>
                                            <p:strVal val="1+#ppt_h/2"/>
                                          </p:val>
                                        </p:tav>
                                        <p:tav tm="100000">
                                          <p:val>
                                            <p:strVal val="#ppt_y"/>
                                          </p:val>
                                        </p:tav>
                                      </p:tavLst>
                                    </p:anim>
                                  </p:childTnLst>
                                </p:cTn>
                              </p:par>
                            </p:childTnLst>
                          </p:cTn>
                        </p:par>
                        <p:par>
                          <p:cTn id="20" fill="hold" nodeType="afterGroup">
                            <p:stCondLst>
                              <p:cond delay="1250"/>
                            </p:stCondLst>
                            <p:childTnLst>
                              <p:par>
                                <p:cTn id="21" presetID="2" presetClass="entr" presetSubtype="8"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0-#ppt_w/2"/>
                                          </p:val>
                                        </p:tav>
                                        <p:tav tm="100000">
                                          <p:val>
                                            <p:strVal val="#ppt_x"/>
                                          </p:val>
                                        </p:tav>
                                      </p:tavLst>
                                    </p:anim>
                                    <p:anim calcmode="lin" valueType="num">
                                      <p:cBhvr additive="base">
                                        <p:cTn id="24"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62B3517E-F39F-42B7-8847-4BF19962CD5D}"/>
              </a:ext>
            </a:extLst>
          </p:cNvPr>
          <p:cNvSpPr/>
          <p:nvPr/>
        </p:nvSpPr>
        <p:spPr>
          <a:xfrm>
            <a:off x="1" y="0"/>
            <a:ext cx="12192000" cy="6858000"/>
          </a:xfrm>
          <a:prstGeom prst="rect">
            <a:avLst/>
          </a:prstGeom>
          <a:blipFill>
            <a:blip r:embed="R0ce6e5d4693544e9">
              <a:alphaModFix amt="12000"/>
              <a:extLst>
                <a:ext uri="{28A0092B-C50C-407E-A947-70E740481C1C}">
                  <a14:useLocalDpi xmlns:a14="http://schemas.microsoft.com/office/drawing/2010/main" val="0"/>
                </a:ext>
              </a:extLst>
            </a:blip>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endParaRPr lang="zh-CN" altLang="en-US">
              <a:solidFill>
                <a:prstClr val="white"/>
              </a:solidFill>
              <a:latin typeface="微软雅黑"/>
              <a:ea typeface="微软雅黑"/>
              <a:sym typeface="微软雅黑"/>
            </a:endParaRPr>
          </a:p>
        </p:txBody>
      </p:sp>
      <p:grpSp>
        <p:nvGrpSpPr>
          <p:cNvPr id="11" name="组合 10">
            <a:extLst>
              <a:ext uri="{FF2B5EF4-FFF2-40B4-BE49-F238E27FC236}">
                <a16:creationId xmlns:a16="http://schemas.microsoft.com/office/drawing/2014/main" id="{2430B386-B4B4-47C3-AE6A-1F764F5B9A45}"/>
              </a:ext>
            </a:extLst>
          </p:cNvPr>
          <p:cNvGrpSpPr/>
          <p:nvPr/>
        </p:nvGrpSpPr>
        <p:grpSpPr>
          <a:xfrm>
            <a:off x="403677" y="588572"/>
            <a:ext cx="5793923" cy="5680859"/>
            <a:chOff x="403678" y="588570"/>
            <a:chExt cx="5793922" cy="5680859"/>
          </a:xfrm>
        </p:grpSpPr>
        <p:sp>
          <p:nvSpPr>
            <p:cNvPr id="12" name="椭圆 11">
              <a:extLst>
                <a:ext uri="{FF2B5EF4-FFF2-40B4-BE49-F238E27FC236}">
                  <a16:creationId xmlns:a16="http://schemas.microsoft.com/office/drawing/2014/main" id="{6A664CAD-5E26-448D-8ED8-B247A1B822CD}"/>
                </a:ext>
              </a:extLst>
            </p:cNvPr>
            <p:cNvSpPr/>
            <p:nvPr/>
          </p:nvSpPr>
          <p:spPr>
            <a:xfrm>
              <a:off x="771263" y="843093"/>
              <a:ext cx="5426337" cy="5426336"/>
            </a:xfrm>
            <a:prstGeom prst="ellipse">
              <a:avLst/>
            </a:prstGeom>
            <a:blipFill>
              <a:blip r:embed="R58008a9b0e6f4901">
                <a:extLst>
                  <a:ext uri="{28A0092B-C50C-407E-A947-70E740481C1C}">
                    <a14:useLocalDpi xmlns:a14="http://schemas.microsoft.com/office/drawing/2010/main" val="0"/>
                  </a:ext>
                </a:extLst>
              </a:blip>
              <a:stretch>
                <a:fillRect l="-19192" r="-35808"/>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endParaRPr lang="zh-CN" altLang="en-US">
                <a:solidFill>
                  <a:prstClr val="white"/>
                </a:solidFill>
                <a:latin typeface="微软雅黑"/>
                <a:ea typeface="微软雅黑"/>
                <a:sym typeface="微软雅黑"/>
              </a:endParaRPr>
            </a:p>
          </p:txBody>
        </p:sp>
        <p:sp>
          <p:nvSpPr>
            <p:cNvPr id="13" name="椭圆 12">
              <a:extLst>
                <a:ext uri="{FF2B5EF4-FFF2-40B4-BE49-F238E27FC236}">
                  <a16:creationId xmlns:a16="http://schemas.microsoft.com/office/drawing/2014/main" id="{23FEA241-1587-4644-8CDE-84E17CA94220}"/>
                </a:ext>
              </a:extLst>
            </p:cNvPr>
            <p:cNvSpPr/>
            <p:nvPr/>
          </p:nvSpPr>
          <p:spPr>
            <a:xfrm>
              <a:off x="403678" y="588570"/>
              <a:ext cx="5426337" cy="5426336"/>
            </a:xfrm>
            <a:prstGeom prst="ellipse">
              <a:avLst/>
            </a:prstGeom>
            <a:noFill/>
            <a:ln w="254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latin typeface="微软雅黑"/>
                <a:ea typeface="微软雅黑"/>
                <a:sym typeface="微软雅黑"/>
              </a:endParaRPr>
            </a:p>
          </p:txBody>
        </p:sp>
      </p:grpSp>
      <p:sp>
        <p:nvSpPr>
          <p:cNvPr id="14" name="椭圆 13">
            <a:extLst>
              <a:ext uri="{FF2B5EF4-FFF2-40B4-BE49-F238E27FC236}">
                <a16:creationId xmlns:a16="http://schemas.microsoft.com/office/drawing/2014/main" id="{52B5AB88-03AF-4025-8ECE-E95DEA4F6176}"/>
              </a:ext>
            </a:extLst>
          </p:cNvPr>
          <p:cNvSpPr/>
          <p:nvPr/>
        </p:nvSpPr>
        <p:spPr>
          <a:xfrm>
            <a:off x="11206845" y="789669"/>
            <a:ext cx="625475" cy="625474"/>
          </a:xfrm>
          <a:prstGeom prst="ellipse">
            <a:avLst/>
          </a:prstGeom>
          <a:gradFill flip="none" rotWithShape="1">
            <a:gsLst>
              <a:gs pos="0">
                <a:schemeClr val="accent2"/>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微软雅黑"/>
              <a:ea typeface="微软雅黑"/>
              <a:sym typeface="微软雅黑"/>
            </a:endParaRPr>
          </a:p>
        </p:txBody>
      </p:sp>
      <p:sp>
        <p:nvSpPr>
          <p:cNvPr id="15" name="椭圆 14">
            <a:extLst>
              <a:ext uri="{FF2B5EF4-FFF2-40B4-BE49-F238E27FC236}">
                <a16:creationId xmlns:a16="http://schemas.microsoft.com/office/drawing/2014/main" id="{B7830DB4-FA18-4AD4-8F14-CEC2AAED6BA5}"/>
              </a:ext>
            </a:extLst>
          </p:cNvPr>
          <p:cNvSpPr/>
          <p:nvPr/>
        </p:nvSpPr>
        <p:spPr>
          <a:xfrm>
            <a:off x="5435411" y="4898091"/>
            <a:ext cx="487436" cy="487436"/>
          </a:xfrm>
          <a:prstGeom prst="ellipse">
            <a:avLst/>
          </a:prstGeom>
          <a:gradFill flip="none" rotWithShape="1">
            <a:gsLst>
              <a:gs pos="0">
                <a:schemeClr val="accent2"/>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微软雅黑"/>
              <a:ea typeface="微软雅黑"/>
              <a:sym typeface="微软雅黑"/>
            </a:endParaRPr>
          </a:p>
        </p:txBody>
      </p:sp>
      <p:sp>
        <p:nvSpPr>
          <p:cNvPr id="16" name="椭圆 15">
            <a:extLst>
              <a:ext uri="{FF2B5EF4-FFF2-40B4-BE49-F238E27FC236}">
                <a16:creationId xmlns:a16="http://schemas.microsoft.com/office/drawing/2014/main" id="{E11803C3-6389-4C89-ACD3-0E5DB4FEABE6}"/>
              </a:ext>
            </a:extLst>
          </p:cNvPr>
          <p:cNvSpPr/>
          <p:nvPr/>
        </p:nvSpPr>
        <p:spPr>
          <a:xfrm>
            <a:off x="97065" y="2875292"/>
            <a:ext cx="720231" cy="720230"/>
          </a:xfrm>
          <a:prstGeom prst="ellipse">
            <a:avLst/>
          </a:prstGeom>
          <a:gradFill flip="none" rotWithShape="1">
            <a:gsLst>
              <a:gs pos="0">
                <a:schemeClr val="accent2"/>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微软雅黑"/>
              <a:ea typeface="微软雅黑"/>
              <a:sym typeface="微软雅黑"/>
            </a:endParaRPr>
          </a:p>
        </p:txBody>
      </p:sp>
      <p:sp>
        <p:nvSpPr>
          <p:cNvPr id="17" name="文本框 16">
            <a:extLst>
              <a:ext uri="{FF2B5EF4-FFF2-40B4-BE49-F238E27FC236}">
                <a16:creationId xmlns:a16="http://schemas.microsoft.com/office/drawing/2014/main" id="{182B64C0-0CE8-46D4-937E-293B7AFF8522}"/>
              </a:ext>
            </a:extLst>
          </p:cNvPr>
          <p:cNvSpPr txBox="1"/>
          <p:nvPr/>
        </p:nvSpPr>
        <p:spPr>
          <a:xfrm>
            <a:off x="6514386" y="2399225"/>
            <a:ext cx="5155655" cy="1200329"/>
          </a:xfrm>
          <a:prstGeom prst="rect">
            <a:avLst/>
          </a:prstGeom>
          <a:noFill/>
        </p:spPr>
        <p:txBody>
          <a:bodyPr wrap="square">
            <a:spAutoFit/>
          </a:bodyPr>
          <a:lstStyle/>
          <a:p>
            <a:pPr algn="r"/>
            <a:r>
              <a:rPr lang="zh-CN" altLang="en-US" sz="7200" b="1">
                <a:solidFill>
                  <a:prstClr val="black"/>
                </a:solidFill>
                <a:latin typeface="微软雅黑" pitchFamily="34" charset="-122"/>
                <a:ea typeface="微软雅黑" pitchFamily="34" charset="-122"/>
                <a:cs typeface="阿里巴巴普惠体 Heavy" pitchFamily="18" charset="-122"/>
                <a:sym typeface="微软雅黑"/>
              </a:rPr>
              <a:t>谢谢观赏</a:t>
            </a:r>
          </a:p>
        </p:txBody>
      </p:sp>
      <p:sp>
        <p:nvSpPr>
          <p:cNvPr id="18" name="矩形: 对角圆角 17">
            <a:extLst>
              <a:ext uri="{FF2B5EF4-FFF2-40B4-BE49-F238E27FC236}">
                <a16:creationId xmlns:a16="http://schemas.microsoft.com/office/drawing/2014/main" id="{7CD23666-3017-45B8-B6FA-72290F62FD7D}"/>
              </a:ext>
            </a:extLst>
          </p:cNvPr>
          <p:cNvSpPr/>
          <p:nvPr/>
        </p:nvSpPr>
        <p:spPr>
          <a:xfrm>
            <a:off x="7099300" y="3780797"/>
            <a:ext cx="4420283" cy="414068"/>
          </a:xfrm>
          <a:prstGeom prst="round2DiagRect">
            <a:avLst>
              <a:gd name="adj1" fmla="val 47917"/>
              <a:gd name="adj2" fmla="val 0"/>
            </a:avLst>
          </a:prstGeom>
          <a:gradFill>
            <a:gsLst>
              <a:gs pos="0">
                <a:srgbClr val="008DEB"/>
              </a:gs>
              <a:gs pos="94000">
                <a:srgbClr val="008DEB">
                  <a:alpha val="61000"/>
                </a:srgb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a:solidFill>
                  <a:prstClr val="white"/>
                </a:solidFill>
                <a:latin typeface="微软雅黑"/>
                <a:ea typeface="微软雅黑"/>
                <a:sym typeface="微软雅黑"/>
              </a:rPr>
              <a:t>让你的照片更有故事感</a:t>
            </a:r>
          </a:p>
        </p:txBody>
      </p:sp>
      <p:sp>
        <p:nvSpPr>
          <p:cNvPr id="19" name="文本框 18">
            <a:extLst>
              <a:ext uri="{FF2B5EF4-FFF2-40B4-BE49-F238E27FC236}">
                <a16:creationId xmlns:a16="http://schemas.microsoft.com/office/drawing/2014/main" id="{415DA39D-80CB-42A7-B4A1-42475C2E141A}"/>
              </a:ext>
            </a:extLst>
          </p:cNvPr>
          <p:cNvSpPr txBox="1"/>
          <p:nvPr/>
        </p:nvSpPr>
        <p:spPr>
          <a:xfrm>
            <a:off x="6762751" y="4367397"/>
            <a:ext cx="4864100" cy="572464"/>
          </a:xfrm>
          <a:prstGeom prst="rect">
            <a:avLst/>
          </a:prstGeom>
          <a:noFill/>
        </p:spPr>
        <p:txBody>
          <a:bodyPr wrap="square">
            <a:spAutoFit/>
          </a:bodyPr>
          <a:lstStyle/>
          <a:p>
            <a:pPr algn="r">
              <a:lnSpc>
                <a:spcPct val="130000"/>
              </a:lnSpc>
            </a:pPr>
            <a:r>
              <a:rPr lang="zh-CN" altLang="en-US" sz="1200">
                <a:solidFill>
                  <a:prstClr val="black">
                    <a:lumMod val="65000"/>
                    <a:lumOff val="35000"/>
                  </a:prstClr>
                </a:solidFill>
                <a:latin typeface="微软雅黑"/>
                <a:ea typeface="微软雅黑"/>
                <a:cs typeface="+mn-ea"/>
                <a:sym typeface="微软雅黑"/>
              </a:rPr>
              <a:t>包括实践场景全貌以及实践地局部场景，可以拍摄自然环境或者社会环境。</a:t>
            </a:r>
            <a:r>
              <a:rPr lang="zh-CN" altLang="en-US" sz="1200" b="1">
                <a:solidFill>
                  <a:prstClr val="black">
                    <a:lumMod val="65000"/>
                    <a:lumOff val="35000"/>
                  </a:prstClr>
                </a:solidFill>
                <a:latin typeface="微软雅黑"/>
                <a:ea typeface="微软雅黑"/>
                <a:cs typeface="+mn-ea"/>
                <a:sym typeface="微软雅黑"/>
              </a:rPr>
              <a:t>空镜的拍摄</a:t>
            </a:r>
            <a:r>
              <a:rPr lang="zh-CN" altLang="en-US" sz="1200">
                <a:solidFill>
                  <a:prstClr val="black">
                    <a:lumMod val="65000"/>
                    <a:lumOff val="35000"/>
                  </a:prstClr>
                </a:solidFill>
                <a:latin typeface="微软雅黑"/>
                <a:ea typeface="微软雅黑"/>
                <a:cs typeface="+mn-ea"/>
                <a:sym typeface="微软雅黑"/>
              </a:rPr>
              <a:t>在剪辑过程中可以很好的调整视频的节奏</a:t>
            </a:r>
            <a:endParaRPr lang="en-US" altLang="zh-CN" sz="1200">
              <a:solidFill>
                <a:prstClr val="black">
                  <a:lumMod val="65000"/>
                  <a:lumOff val="35000"/>
                </a:prstClr>
              </a:solidFill>
              <a:latin typeface="微软雅黑"/>
              <a:ea typeface="微软雅黑"/>
              <a:cs typeface="+mn-ea"/>
              <a:sym typeface="微软雅黑"/>
            </a:endParaRPr>
          </a:p>
        </p:txBody>
      </p:sp>
      <p:sp>
        <p:nvSpPr>
          <p:cNvPr id="20" name="矩形: 圆角 19">
            <a:extLst>
              <a:ext uri="{FF2B5EF4-FFF2-40B4-BE49-F238E27FC236}">
                <a16:creationId xmlns:a16="http://schemas.microsoft.com/office/drawing/2014/main" id="{6596176B-99F7-44FF-BBE9-63BDFCF5930B}"/>
              </a:ext>
            </a:extLst>
          </p:cNvPr>
          <p:cNvSpPr/>
          <p:nvPr/>
        </p:nvSpPr>
        <p:spPr>
          <a:xfrm>
            <a:off x="8523763" y="5511137"/>
            <a:ext cx="1364516" cy="331335"/>
          </a:xfrm>
          <a:prstGeom prst="roundRect">
            <a:avLst>
              <a:gd name="adj" fmla="val 50000"/>
            </a:avLst>
          </a:prstGeom>
          <a:gradFill>
            <a:gsLst>
              <a:gs pos="0">
                <a:srgbClr val="008DEB"/>
              </a:gs>
              <a:gs pos="94000">
                <a:srgbClr val="008DEB">
                  <a:alpha val="61000"/>
                </a:srgb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FFFFFF"/>
                </a:solidFill>
                <a:latin typeface="微软雅黑"/>
                <a:ea typeface="微软雅黑"/>
                <a:cs typeface="OPPOSans R" panose="00020600040101010101" pitchFamily="18" charset="-122"/>
                <a:sym typeface="微软雅黑"/>
              </a:rPr>
              <a:t>讲师：XX</a:t>
            </a:r>
            <a:r>
              <a:rPr lang="en-US" altLang="zh-CN" sz="1200">
                <a:solidFill>
                  <a:srgbClr val="FFFFFF"/>
                </a:solidFill>
                <a:latin typeface="微软雅黑"/>
                <a:ea typeface="微软雅黑"/>
                <a:cs typeface="OPPOSans R" panose="00020600040101010101" pitchFamily="18" charset="-122"/>
                <a:sym typeface="微软雅黑"/>
              </a:rPr>
              <a:t>PPT</a:t>
            </a:r>
            <a:endParaRPr lang="zh-CN" altLang="en-US" sz="1200">
              <a:solidFill>
                <a:srgbClr val="FFFFFF"/>
              </a:solidFill>
              <a:latin typeface="微软雅黑"/>
              <a:ea typeface="微软雅黑"/>
              <a:cs typeface="OPPOSans R" panose="00020600040101010101" pitchFamily="18" charset="-122"/>
              <a:sym typeface="微软雅黑"/>
            </a:endParaRPr>
          </a:p>
        </p:txBody>
      </p:sp>
      <p:sp>
        <p:nvSpPr>
          <p:cNvPr id="21" name="矩形: 圆角 20">
            <a:extLst>
              <a:ext uri="{FF2B5EF4-FFF2-40B4-BE49-F238E27FC236}">
                <a16:creationId xmlns:a16="http://schemas.microsoft.com/office/drawing/2014/main" id="{C3BE633F-7BD0-4513-876C-63410A286F6E}"/>
              </a:ext>
            </a:extLst>
          </p:cNvPr>
          <p:cNvSpPr/>
          <p:nvPr/>
        </p:nvSpPr>
        <p:spPr>
          <a:xfrm>
            <a:off x="10245385" y="5511137"/>
            <a:ext cx="1274199" cy="331335"/>
          </a:xfrm>
          <a:prstGeom prst="roundRect">
            <a:avLst>
              <a:gd name="adj" fmla="val 50000"/>
            </a:avLst>
          </a:prstGeom>
          <a:gradFill>
            <a:gsLst>
              <a:gs pos="0">
                <a:srgbClr val="008DEB"/>
              </a:gs>
              <a:gs pos="94000">
                <a:srgbClr val="008DEB">
                  <a:alpha val="61000"/>
                </a:srgb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a:solidFill>
                  <a:srgbClr val="FFFFFF"/>
                </a:solidFill>
                <a:latin typeface="微软雅黑"/>
                <a:ea typeface="微软雅黑"/>
                <a:cs typeface="OPPOSans R" panose="00020600040101010101" pitchFamily="18" charset="-122"/>
                <a:sym typeface="微软雅黑"/>
              </a:rPr>
              <a:t>日期：</a:t>
            </a:r>
            <a:r>
              <a:rPr lang="en-US" altLang="zh-CN" sz="1200">
                <a:solidFill>
                  <a:srgbClr val="FFFFFF"/>
                </a:solidFill>
                <a:latin typeface="微软雅黑"/>
                <a:ea typeface="微软雅黑"/>
                <a:cs typeface="OPPOSans R" panose="00020600040101010101" pitchFamily="18" charset="-122"/>
                <a:sym typeface="微软雅黑"/>
              </a:rPr>
              <a:t>202X.X</a:t>
            </a:r>
            <a:endParaRPr lang="zh-CN" altLang="en-US" sz="1200">
              <a:solidFill>
                <a:srgbClr val="FFFFFF"/>
              </a:solidFill>
              <a:latin typeface="微软雅黑"/>
              <a:ea typeface="微软雅黑"/>
              <a:cs typeface="OPPOSans R" panose="00020600040101010101" pitchFamily="18" charset="-122"/>
              <a:sym typeface="微软雅黑"/>
            </a:endParaRPr>
          </a:p>
        </p:txBody>
      </p:sp>
    </p:spTree>
    <p:extLst>
      <p:ext uri="{BB962C8B-B14F-4D97-AF65-F5344CB8AC3E}">
        <p14:creationId xmlns:p14="http://schemas.microsoft.com/office/powerpoint/2010/main" val="323849361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par>
                                <p:cTn id="15" presetID="53"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500" fill="hold"/>
                                        <p:tgtEl>
                                          <p:spTgt spid="14"/>
                                        </p:tgtEl>
                                        <p:attrNameLst>
                                          <p:attrName>ppt_w</p:attrName>
                                        </p:attrNameLst>
                                      </p:cBhvr>
                                      <p:tavLst>
                                        <p:tav tm="0">
                                          <p:val>
                                            <p:fltVal val="0"/>
                                          </p:val>
                                        </p:tav>
                                        <p:tav tm="100000">
                                          <p:val>
                                            <p:strVal val="#ppt_w"/>
                                          </p:val>
                                        </p:tav>
                                      </p:tavLst>
                                    </p:anim>
                                    <p:anim calcmode="lin" valueType="num">
                                      <p:cBhvr>
                                        <p:cTn id="23" dur="500" fill="hold"/>
                                        <p:tgtEl>
                                          <p:spTgt spid="14"/>
                                        </p:tgtEl>
                                        <p:attrNameLst>
                                          <p:attrName>ppt_h</p:attrName>
                                        </p:attrNameLst>
                                      </p:cBhvr>
                                      <p:tavLst>
                                        <p:tav tm="0">
                                          <p:val>
                                            <p:fltVal val="0"/>
                                          </p:val>
                                        </p:tav>
                                        <p:tav tm="100000">
                                          <p:val>
                                            <p:strVal val="#ppt_h"/>
                                          </p:val>
                                        </p:tav>
                                      </p:tavLst>
                                    </p:anim>
                                    <p:animEffect transition="in" filter="fade">
                                      <p:cBhvr>
                                        <p:cTn id="24" dur="500"/>
                                        <p:tgtEl>
                                          <p:spTgt spid="14"/>
                                        </p:tgtEl>
                                      </p:cBhvr>
                                    </p:animEffect>
                                  </p:childTnLst>
                                </p:cTn>
                              </p:par>
                              <p:par>
                                <p:cTn id="25" presetID="53"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p:cTn id="27" dur="500" fill="hold"/>
                                        <p:tgtEl>
                                          <p:spTgt spid="15"/>
                                        </p:tgtEl>
                                        <p:attrNameLst>
                                          <p:attrName>ppt_w</p:attrName>
                                        </p:attrNameLst>
                                      </p:cBhvr>
                                      <p:tavLst>
                                        <p:tav tm="0">
                                          <p:val>
                                            <p:fltVal val="0"/>
                                          </p:val>
                                        </p:tav>
                                        <p:tav tm="100000">
                                          <p:val>
                                            <p:strVal val="#ppt_w"/>
                                          </p:val>
                                        </p:tav>
                                      </p:tavLst>
                                    </p:anim>
                                    <p:anim calcmode="lin" valueType="num">
                                      <p:cBhvr>
                                        <p:cTn id="28" dur="500" fill="hold"/>
                                        <p:tgtEl>
                                          <p:spTgt spid="15"/>
                                        </p:tgtEl>
                                        <p:attrNameLst>
                                          <p:attrName>ppt_h</p:attrName>
                                        </p:attrNameLst>
                                      </p:cBhvr>
                                      <p:tavLst>
                                        <p:tav tm="0">
                                          <p:val>
                                            <p:fltVal val="0"/>
                                          </p:val>
                                        </p:tav>
                                        <p:tav tm="100000">
                                          <p:val>
                                            <p:strVal val="#ppt_h"/>
                                          </p:val>
                                        </p:tav>
                                      </p:tavLst>
                                    </p:anim>
                                    <p:animEffect transition="in" filter="fade">
                                      <p:cBhvr>
                                        <p:cTn id="29" dur="500"/>
                                        <p:tgtEl>
                                          <p:spTgt spid="15"/>
                                        </p:tgtEl>
                                      </p:cBhvr>
                                    </p:animEffect>
                                  </p:childTnLst>
                                </p:cTn>
                              </p:par>
                              <p:par>
                                <p:cTn id="30" presetID="53"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p:cTn id="32" dur="500" fill="hold"/>
                                        <p:tgtEl>
                                          <p:spTgt spid="16"/>
                                        </p:tgtEl>
                                        <p:attrNameLst>
                                          <p:attrName>ppt_w</p:attrName>
                                        </p:attrNameLst>
                                      </p:cBhvr>
                                      <p:tavLst>
                                        <p:tav tm="0">
                                          <p:val>
                                            <p:fltVal val="0"/>
                                          </p:val>
                                        </p:tav>
                                        <p:tav tm="100000">
                                          <p:val>
                                            <p:strVal val="#ppt_w"/>
                                          </p:val>
                                        </p:tav>
                                      </p:tavLst>
                                    </p:anim>
                                    <p:anim calcmode="lin" valueType="num">
                                      <p:cBhvr>
                                        <p:cTn id="33" dur="500" fill="hold"/>
                                        <p:tgtEl>
                                          <p:spTgt spid="16"/>
                                        </p:tgtEl>
                                        <p:attrNameLst>
                                          <p:attrName>ppt_h</p:attrName>
                                        </p:attrNameLst>
                                      </p:cBhvr>
                                      <p:tavLst>
                                        <p:tav tm="0">
                                          <p:val>
                                            <p:fltVal val="0"/>
                                          </p:val>
                                        </p:tav>
                                        <p:tav tm="100000">
                                          <p:val>
                                            <p:strVal val="#ppt_h"/>
                                          </p:val>
                                        </p:tav>
                                      </p:tavLst>
                                    </p:anim>
                                    <p:animEffect transition="in" filter="fade">
                                      <p:cBhvr>
                                        <p:cTn id="34" dur="500"/>
                                        <p:tgtEl>
                                          <p:spTgt spid="16"/>
                                        </p:tgtEl>
                                      </p:cBhvr>
                                    </p:animEffect>
                                  </p:childTnLst>
                                </p:cTn>
                              </p:par>
                              <p:par>
                                <p:cTn id="35" presetID="53"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p:cTn id="37" dur="500" fill="hold"/>
                                        <p:tgtEl>
                                          <p:spTgt spid="17"/>
                                        </p:tgtEl>
                                        <p:attrNameLst>
                                          <p:attrName>ppt_w</p:attrName>
                                        </p:attrNameLst>
                                      </p:cBhvr>
                                      <p:tavLst>
                                        <p:tav tm="0">
                                          <p:val>
                                            <p:fltVal val="0"/>
                                          </p:val>
                                        </p:tav>
                                        <p:tav tm="100000">
                                          <p:val>
                                            <p:strVal val="#ppt_w"/>
                                          </p:val>
                                        </p:tav>
                                      </p:tavLst>
                                    </p:anim>
                                    <p:anim calcmode="lin" valueType="num">
                                      <p:cBhvr>
                                        <p:cTn id="38" dur="500" fill="hold"/>
                                        <p:tgtEl>
                                          <p:spTgt spid="17"/>
                                        </p:tgtEl>
                                        <p:attrNameLst>
                                          <p:attrName>ppt_h</p:attrName>
                                        </p:attrNameLst>
                                      </p:cBhvr>
                                      <p:tavLst>
                                        <p:tav tm="0">
                                          <p:val>
                                            <p:fltVal val="0"/>
                                          </p:val>
                                        </p:tav>
                                        <p:tav tm="100000">
                                          <p:val>
                                            <p:strVal val="#ppt_h"/>
                                          </p:val>
                                        </p:tav>
                                      </p:tavLst>
                                    </p:anim>
                                    <p:animEffect transition="in" filter="fade">
                                      <p:cBhvr>
                                        <p:cTn id="39" dur="500"/>
                                        <p:tgtEl>
                                          <p:spTgt spid="17"/>
                                        </p:tgtEl>
                                      </p:cBhvr>
                                    </p:animEffect>
                                  </p:childTnLst>
                                </p:cTn>
                              </p:par>
                              <p:par>
                                <p:cTn id="40" presetID="53"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 calcmode="lin" valueType="num">
                                      <p:cBhvr>
                                        <p:cTn id="42" dur="500" fill="hold"/>
                                        <p:tgtEl>
                                          <p:spTgt spid="19"/>
                                        </p:tgtEl>
                                        <p:attrNameLst>
                                          <p:attrName>ppt_w</p:attrName>
                                        </p:attrNameLst>
                                      </p:cBhvr>
                                      <p:tavLst>
                                        <p:tav tm="0">
                                          <p:val>
                                            <p:fltVal val="0"/>
                                          </p:val>
                                        </p:tav>
                                        <p:tav tm="100000">
                                          <p:val>
                                            <p:strVal val="#ppt_w"/>
                                          </p:val>
                                        </p:tav>
                                      </p:tavLst>
                                    </p:anim>
                                    <p:anim calcmode="lin" valueType="num">
                                      <p:cBhvr>
                                        <p:cTn id="43" dur="500" fill="hold"/>
                                        <p:tgtEl>
                                          <p:spTgt spid="19"/>
                                        </p:tgtEl>
                                        <p:attrNameLst>
                                          <p:attrName>ppt_h</p:attrName>
                                        </p:attrNameLst>
                                      </p:cBhvr>
                                      <p:tavLst>
                                        <p:tav tm="0">
                                          <p:val>
                                            <p:fltVal val="0"/>
                                          </p:val>
                                        </p:tav>
                                        <p:tav tm="100000">
                                          <p:val>
                                            <p:strVal val="#ppt_h"/>
                                          </p:val>
                                        </p:tav>
                                      </p:tavLst>
                                    </p:anim>
                                    <p:animEffect transition="in" filter="fade">
                                      <p:cBhvr>
                                        <p:cTn id="44" dur="500"/>
                                        <p:tgtEl>
                                          <p:spTgt spid="19"/>
                                        </p:tgtEl>
                                      </p:cBhvr>
                                    </p:animEffect>
                                  </p:childTnLst>
                                </p:cTn>
                              </p:par>
                              <p:par>
                                <p:cTn id="45" presetID="53"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 calcmode="lin" valueType="num">
                                      <p:cBhvr>
                                        <p:cTn id="47" dur="500" fill="hold"/>
                                        <p:tgtEl>
                                          <p:spTgt spid="20"/>
                                        </p:tgtEl>
                                        <p:attrNameLst>
                                          <p:attrName>ppt_w</p:attrName>
                                        </p:attrNameLst>
                                      </p:cBhvr>
                                      <p:tavLst>
                                        <p:tav tm="0">
                                          <p:val>
                                            <p:fltVal val="0"/>
                                          </p:val>
                                        </p:tav>
                                        <p:tav tm="100000">
                                          <p:val>
                                            <p:strVal val="#ppt_w"/>
                                          </p:val>
                                        </p:tav>
                                      </p:tavLst>
                                    </p:anim>
                                    <p:anim calcmode="lin" valueType="num">
                                      <p:cBhvr>
                                        <p:cTn id="48" dur="500" fill="hold"/>
                                        <p:tgtEl>
                                          <p:spTgt spid="20"/>
                                        </p:tgtEl>
                                        <p:attrNameLst>
                                          <p:attrName>ppt_h</p:attrName>
                                        </p:attrNameLst>
                                      </p:cBhvr>
                                      <p:tavLst>
                                        <p:tav tm="0">
                                          <p:val>
                                            <p:fltVal val="0"/>
                                          </p:val>
                                        </p:tav>
                                        <p:tav tm="100000">
                                          <p:val>
                                            <p:strVal val="#ppt_h"/>
                                          </p:val>
                                        </p:tav>
                                      </p:tavLst>
                                    </p:anim>
                                    <p:animEffect transition="in" filter="fade">
                                      <p:cBhvr>
                                        <p:cTn id="49" dur="500"/>
                                        <p:tgtEl>
                                          <p:spTgt spid="20"/>
                                        </p:tgtEl>
                                      </p:cBhvr>
                                    </p:animEffect>
                                  </p:childTnLst>
                                </p:cTn>
                              </p:par>
                              <p:par>
                                <p:cTn id="50" presetID="53"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 calcmode="lin" valueType="num">
                                      <p:cBhvr>
                                        <p:cTn id="52" dur="500" fill="hold"/>
                                        <p:tgtEl>
                                          <p:spTgt spid="21"/>
                                        </p:tgtEl>
                                        <p:attrNameLst>
                                          <p:attrName>ppt_w</p:attrName>
                                        </p:attrNameLst>
                                      </p:cBhvr>
                                      <p:tavLst>
                                        <p:tav tm="0">
                                          <p:val>
                                            <p:fltVal val="0"/>
                                          </p:val>
                                        </p:tav>
                                        <p:tav tm="100000">
                                          <p:val>
                                            <p:strVal val="#ppt_w"/>
                                          </p:val>
                                        </p:tav>
                                      </p:tavLst>
                                    </p:anim>
                                    <p:anim calcmode="lin" valueType="num">
                                      <p:cBhvr>
                                        <p:cTn id="53" dur="500" fill="hold"/>
                                        <p:tgtEl>
                                          <p:spTgt spid="21"/>
                                        </p:tgtEl>
                                        <p:attrNameLst>
                                          <p:attrName>ppt_h</p:attrName>
                                        </p:attrNameLst>
                                      </p:cBhvr>
                                      <p:tavLst>
                                        <p:tav tm="0">
                                          <p:val>
                                            <p:fltVal val="0"/>
                                          </p:val>
                                        </p:tav>
                                        <p:tav tm="100000">
                                          <p:val>
                                            <p:strVal val="#ppt_h"/>
                                          </p:val>
                                        </p:tav>
                                      </p:tavLst>
                                    </p:anim>
                                    <p:animEffect transition="in" filter="fade">
                                      <p:cBhvr>
                                        <p:cTn id="5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5" grpId="0" animBg="1"/>
      <p:bldP spid="16" grpId="0" animBg="1"/>
      <p:bldP spid="17" grpId="0"/>
      <p:bldP spid="18" grpId="0" animBg="1"/>
      <p:bldP spid="19" grpId="0"/>
      <p:bldP spid="20" grpId="0" animBg="1"/>
      <p:bldP spid="2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03a10c50f88f4518">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7c7a503bfe204775">
            <p14:nvContentPartPr>
              <p14:cNvPr id="16" name="墨迹 15"/>
              <p14:cNvContentPartPr/>
              <p14:nvPr/>
            </p14:nvContentPartPr>
            <p14:xfrm>
              <a:off x="2093051" y="-286110"/>
              <a:ext cx="360" cy="360"/>
            </p14:xfrm>
          </p:contentPart>
        </mc:Choice>
        <mc:Fallback>
          <p:pic>
            <p:nvPicPr>
              <p:cNvPr id="16" name="墨迹 15"/>
              <p:cNvPicPr/>
              <p:nvPr/>
            </p:nvPicPr>
            <p:blipFill>
              <a:blip r:embed="Ra46159d79a7c4289"/>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ff3a83df675244b6">
            <p14:nvContentPartPr>
              <p14:cNvPr id="17" name="墨迹 16"/>
              <p14:cNvContentPartPr/>
              <p14:nvPr/>
            </p14:nvContentPartPr>
            <p14:xfrm>
              <a:off x="822971" y="-489150"/>
              <a:ext cx="360" cy="360"/>
            </p14:xfrm>
          </p:contentPart>
        </mc:Choice>
        <mc:Fallback>
          <p:pic>
            <p:nvPicPr>
              <p:cNvPr id="17" name="墨迹 16"/>
              <p:cNvPicPr/>
              <p:nvPr/>
            </p:nvPicPr>
            <p:blipFill>
              <a:blip r:embed="Ra46159d79a7c4289"/>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5cbe8149e93a4055a74a912a41de87ff"/>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b966bd2497174f06"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ed79f7e14ffe499f"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a0f5d882deca43fa"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b11e3fccfffa4f5a">
            <p14:nvContentPartPr>
              <p14:cNvPr id="15" name="墨迹 14"/>
              <p14:cNvContentPartPr/>
              <p14:nvPr/>
            </p14:nvContentPartPr>
            <p14:xfrm>
              <a:off x="5357445" y="1361610"/>
              <a:ext cx="1892160" cy="360"/>
            </p14:xfrm>
          </p:contentPart>
        </mc:Choice>
        <mc:Fallback xmlns="">
          <p:pic>
            <p:nvPicPr>
              <p:cNvPr id="15" name="墨迹 14"/>
            </p:nvPicPr>
            <p:blipFill>
              <a:blip r:embed="Rf200513ee03a4efb"/>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6acdae309d5545f9">
            <p14:nvContentPartPr>
              <p14:cNvPr id="16" name="墨迹 15"/>
              <p14:cNvContentPartPr/>
              <p14:nvPr/>
            </p14:nvContentPartPr>
            <p14:xfrm>
              <a:off x="1974990" y="-204574"/>
              <a:ext cx="360" cy="360"/>
            </p14:xfrm>
          </p:contentPart>
        </mc:Choice>
        <mc:Fallback>
          <p:pic>
            <p:nvPicPr>
              <p:cNvPr id="16" name="墨迹 15"/>
              <p:cNvPicPr/>
              <p:nvPr/>
            </p:nvPicPr>
            <p:blipFill>
              <a:blip r:embed="R03f3d6c704fe4356"/>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9fae775de1df4f54">
            <p14:nvContentPartPr>
              <p14:cNvPr id="17" name="墨迹 16"/>
              <p14:cNvContentPartPr/>
              <p14:nvPr/>
            </p14:nvContentPartPr>
            <p14:xfrm>
              <a:off x="704910" y="-489150"/>
              <a:ext cx="360" cy="360"/>
            </p14:xfrm>
          </p:contentPart>
        </mc:Choice>
        <mc:Fallback xmlns="">
          <p:pic>
            <p:nvPicPr>
              <p:cNvPr id="17" name="墨迹 16"/>
            </p:nvPicPr>
            <p:blipFill>
              <a:blip r:embed="R551267a593474292"/>
            </p:blipFill>
            <p:spPr>
              <a:xfrm>
                <a:off x="704910" y="-489150"/>
                <a:ext cx="360" cy="360"/>
              </a:xfrm>
              <a:prstGeom prst="rect"/>
            </p:spPr>
          </p:pic>
        </mc:Fallback>
      </mc:AlternateContent>
      <p:pic>
        <p:nvPicPr>
          <p:cNvPr id="19" name="图片 18"/>
          <p:cNvPicPr>
            <a:picLocks noChangeAspect="1"/>
          </p:cNvPicPr>
          <p:nvPr/>
        </p:nvPicPr>
        <p:blipFill>
          <a:blip r:embed="R384a0d71975a4783">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0f5c8082ae3149ef"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1507c426f1f54d73a7270f4b02f5e1e8"/>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8429e215410942ea"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3a9fcd699fca4f1a">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852be3e547df4baf">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71bd6b582c134171">
            <p14:nvContentPartPr>
              <p14:cNvPr id="8" name="墨迹 7"/>
              <p14:cNvContentPartPr/>
              <p14:nvPr/>
            </p14:nvContentPartPr>
            <p14:xfrm>
              <a:off x="907950" y="-825390"/>
              <a:ext cx="360" cy="360"/>
            </p14:xfrm>
          </p:contentPart>
        </mc:Choice>
        <mc:Fallback xmlns="">
          <p:pic>
            <p:nvPicPr>
              <p:cNvPr id="8" name="墨迹 7"/>
            </p:nvPicPr>
            <p:blipFill>
              <a:blip r:embed="R92000128c70b4122"/>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b385c4597bcf4bdf">
            <p14:nvContentPartPr>
              <p14:cNvPr id="13" name="墨迹 12"/>
              <p14:cNvContentPartPr/>
              <p14:nvPr/>
            </p14:nvContentPartPr>
            <p14:xfrm>
              <a:off x="1130070" y="-939870"/>
              <a:ext cx="360" cy="360"/>
            </p14:xfrm>
          </p:contentPart>
        </mc:Choice>
        <mc:Fallback xmlns="">
          <p:pic>
            <p:nvPicPr>
              <p:cNvPr id="13" name="墨迹 12"/>
            </p:nvPicPr>
            <p:blipFill>
              <a:blip r:embed="R92000128c70b4122"/>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d9c5a1933b064a9c">
            <p14:nvContentPartPr>
              <p14:cNvPr id="14" name="墨迹 13"/>
              <p14:cNvContentPartPr/>
              <p14:nvPr/>
            </p14:nvContentPartPr>
            <p14:xfrm>
              <a:off x="768270" y="-768510"/>
              <a:ext cx="360" cy="360"/>
            </p14:xfrm>
          </p:contentPart>
        </mc:Choice>
        <mc:Fallback xmlns="">
          <p:pic>
            <p:nvPicPr>
              <p:cNvPr id="14" name="墨迹 13"/>
            </p:nvPicPr>
            <p:blipFill>
              <a:blip r:embed="R92000128c70b4122"/>
            </p:blipFill>
            <p:spPr>
              <a:xfrm>
                <a:off x="768270" y="-768510"/>
                <a:ext cx="360" cy="360"/>
              </a:xfrm>
              <a:prstGeom prst="rect"/>
            </p:spPr>
          </p:pic>
        </mc:Fallback>
      </mc:AlternateContent>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939bee1a1943429088c0f44891459129"/>
              </a:rPr>
              <a:t>部分字体来源于</a:t>
            </a:r>
            <a:r>
              <a:rPr lang="en-US" altLang="zh-CN" dirty="0">
                <a:hlinkClick r:id="R939bee1a1943429088c0f44891459129"/>
              </a:rPr>
              <a:t>100font.com  </a:t>
            </a:r>
            <a:r>
              <a:rPr lang="zh-CN" altLang="en-US" dirty="0">
                <a:hlinkClick r:id="R939bee1a1943429088c0f44891459129"/>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cb525e7e66f044c39642ee3a953a8ebf"/>
              </a:rPr>
              <a:t>部分图标来源于</a:t>
            </a:r>
            <a:r>
              <a:rPr lang="en-US" altLang="zh-CN" dirty="0">
                <a:hlinkClick r:id="Rcb525e7e66f044c39642ee3a953a8ebf"/>
              </a:rPr>
              <a:t>Storyset.com </a:t>
            </a:r>
            <a:r>
              <a:rPr lang="zh-CN" altLang="en-US" dirty="0">
                <a:hlinkClick r:id="Rcb525e7e66f044c39642ee3a953a8ebf"/>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tags/tag1.xml><?xml version="1.0" encoding="utf-8"?>
<p:tagLst xmlns:a="http://schemas.openxmlformats.org/drawingml/2006/main" xmlns:r="http://schemas.openxmlformats.org/officeDocument/2006/relationships" xmlns:p="http://schemas.openxmlformats.org/presentationml/2006/main">
  <p:tag name="MH" val="20160217203636"/>
  <p:tag name="MH_LIBRARY" val="GRAPHIC"/>
  <p:tag name="MH_ORDER" val="1"/>
  <p:tag name="MH_TYPE" val="Other"/>
</p:tagLst>
</file>

<file path=ppt/slides/tags/tag2.xml><?xml version="1.0" encoding="utf-8"?>
<p:tagLst xmlns:a="http://schemas.openxmlformats.org/drawingml/2006/main" xmlns:r="http://schemas.openxmlformats.org/officeDocument/2006/relationships" xmlns:p="http://schemas.openxmlformats.org/presentationml/2006/main">
  <p:tag name="PA" val="v4.3.1"/>
</p:tagLst>
</file>

<file path=ppt/slides/tags/tag3.xml><?xml version="1.0" encoding="utf-8"?>
<p:tagLst xmlns:a="http://schemas.openxmlformats.org/drawingml/2006/main" xmlns:r="http://schemas.openxmlformats.org/officeDocument/2006/relationships" xmlns:p="http://schemas.openxmlformats.org/presentationml/2006/main">
  <p:tag name="PA" val="v4.3.1"/>
</p:tagLst>
</file>

<file path=ppt/slides/tags/tag4.xml><?xml version="1.0" encoding="utf-8"?>
<p:tagLst xmlns:a="http://schemas.openxmlformats.org/drawingml/2006/main" xmlns:r="http://schemas.openxmlformats.org/officeDocument/2006/relationships" xmlns:p="http://schemas.openxmlformats.org/presentationml/2006/main">
  <p:tag name="PA" val="v4.3.1"/>
</p:tagLst>
</file>

<file path=docProps/app.xml><?xml version="1.0" encoding="utf-8"?>
<Properties xmlns="http://schemas.openxmlformats.org/officeDocument/2006/extended-properties" xmlns:vt="http://schemas.openxmlformats.org/officeDocument/2006/docPropsVTypes">
  <TotalTime>2374</TotalTime>
  <Words>3810</Words>
  <Application>Microsoft Office PowerPoint</Application>
  <PresentationFormat>宽屏</PresentationFormat>
  <Paragraphs>258</Paragraphs>
  <Slides>36</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36</vt:i4>
      </vt:variant>
    </vt:vector>
  </HeadingPairs>
  <TitlesOfParts>
    <vt:vector size="41" baseType="lpstr">
      <vt:lpstr>微软雅黑</vt:lpstr>
      <vt:lpstr>Arial</vt:lpstr>
      <vt:lpstr>Calibri</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视频拍摄与剪辑指南 开启你的光影之旅</dc:title>
  <dc:creator>第一PPT，www.1ppt.com</dc:creator>
  <cp:keywords>www.1ppt.com</cp:keywords>
  <dc:description>第一PPT</dc:description>
  <cp:lastModifiedBy>JP Liu</cp:lastModifiedBy>
  <cp:revision>23</cp:revision>
  <dcterms:created xsi:type="dcterms:W3CDTF">2024-07-11T13:31:22Z</dcterms:created>
  <dcterms:modified xsi:type="dcterms:W3CDTF">2025-04-28T04:16:30Z</dcterms:modified>
</cp:coreProperties>
</file>