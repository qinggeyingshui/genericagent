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media/image2.bin" ContentType="image/png"/>
  <Override PartName="/ppt/media/image3.bin" ContentType="image/png"/>
  <Override PartName="/ppt/media/image4.bin" ContentType="image/png"/>
  <Override PartName="/ppt/slideLayouts/slideLayout2.xml" ContentType="application/vnd.openxmlformats-officedocument.presentationml.slideLayout+xml"/>
  <Override PartName="/ppt/media/image5.bin" ContentType="image/png"/>
  <Override PartName="/ppt/media/image6.bin" ContentType="image/png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media/image7.bin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8.bin" ContentType="image/png"/>
  <Override PartName="/ppt/media/image9.bin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0.bin" ContentType="image/png"/>
  <Override PartName="/ppt/slides/slide7.xml" ContentType="application/vnd.openxmlformats-officedocument.presentationml.slide+xml"/>
  <Override PartName="/ppt/media/image12.bin" ContentType="image/png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media/image13.bin" ContentType="image/png"/>
  <Override PartName="/ppt/slides/slide9.xml" ContentType="application/vnd.openxmlformats-officedocument.presentationml.slide+xml"/>
  <Override PartName="/ppt/media/image14.bin" ContentType="image/png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media/image15.bin" ContentType="image/png"/>
  <Override PartName="/ppt/slides/slide11.xml" ContentType="application/vnd.openxmlformats-officedocument.presentationml.slide+xml"/>
  <Override PartName="/ppt/media/image17.bin" ContentType="image/png"/>
  <Override PartName="/ppt/slides/slide12.xml" ContentType="application/vnd.openxmlformats-officedocument.presentationml.slide+xml"/>
  <Override PartName="/ppt/media/image18.bin" ContentType="image/png"/>
  <Override PartName="/ppt/slides/slide13.xml" ContentType="application/vnd.openxmlformats-officedocument.presentationml.slide+xml"/>
  <Override PartName="/ppt/media/image21.bin" ContentType="image/png"/>
  <Override PartName="/ppt/slides/slide14.xml" ContentType="application/vnd.openxmlformats-officedocument.presentationml.slide+xml"/>
  <Override PartName="/ppt/media/image22.bin" ContentType="image/png"/>
  <Override PartName="/ppt/media/image23.bin" ContentType="image/png"/>
  <Override PartName="/ppt/slides/slide15.xml" ContentType="application/vnd.openxmlformats-officedocument.presentationml.slide+xml"/>
  <Override PartName="/ppt/media/image24.bin" ContentType="image/png"/>
  <Override PartName="/ppt/notesSlides/notesSlide3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25.bin" ContentType="image/png"/>
  <Override PartName="/ppt/media/image27.bin" ContentType="image/pn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media/image29.bin" ContentType="image/png"/>
  <Override PartName="/ppt/media/image30.bin" ContentType="image/png"/>
  <Override PartName="/ppt/media/image31.bin" ContentType="image/png"/>
  <Override PartName="/ppt/media/image32.bin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media/image33.bin" ContentType="image/png"/>
  <Override PartName="/ppt/media/image34.bin" ContentType="image/png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media/image35.bin" ContentType="image/png"/>
  <Override PartName="/ppt/media/image36.bin" ContentType="image/png"/>
  <Override PartName="/ppt/slides/slide24.xml" ContentType="application/vnd.openxmlformats-officedocument.presentationml.slide+xml"/>
  <Override PartName="/ppt/media/image37.bin" ContentType="image/png"/>
  <Override PartName="/ppt/notesSlides/notesSlide4.xml" ContentType="application/vnd.openxmlformats-officedocument.presentationml.notes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39.bin" ContentType="image/png"/>
  <Override PartName="/ppt/media/image40.bin" ContentType="image/png"/>
  <Override PartName="/ppt/customXML/item.xml" ContentType="application/inkml+xml"/>
  <Override PartName="/ppt/customXML/item2.xml" ContentType="application/inkml+xml"/>
  <Override PartName="/ppt/slides/slide27.xml" ContentType="application/vnd.openxmlformats-officedocument.presentationml.slide+xml"/>
  <Override PartName="/ppt/media/image43.bin" ContentType="image/png"/>
  <Override PartName="/ppt/media/image44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8.xml" ContentType="application/vnd.openxmlformats-officedocument.presentationml.slide+xml"/>
  <Override PartName="/ppt/media/image46.bin" ContentType="image/png"/>
  <Override PartName="/ppt/media/image47.bin" ContentType="image/png"/>
  <Override PartName="/ppt/media/image48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b5d1582231e4c1e" /><Relationship Type="http://schemas.openxmlformats.org/package/2006/relationships/metadata/core-properties" Target="/docProps/core.xml" Id="R233204e23837406d" /><Relationship Type="http://schemas.openxmlformats.org/officeDocument/2006/relationships/extended-properties" Target="/docProps/app.xml" Id="R54aac213efd64e25" /><Relationship Type="http://schemas.openxmlformats.org/officeDocument/2006/relationships/custom-properties" Target="/docProps/custom.xml" Id="R847f2104cc0b465e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503d472b2dfa42f9"/>
  </p:sldMasterIdLst>
  <p:notesMasterIdLst>
    <p:notesMasterId r:id="Rada911a7b52d4b3d"/>
  </p:notesMasterIdLst>
  <p:handoutMasterIdLst>
    <p:handoutMasterId r:id="R7ca0131e7a514338"/>
  </p:handoutMasterIdLst>
  <p:sldIdLst>
    <p:sldId id="256" r:id="R9d264491f2a34f9b"/>
    <p:sldId id="257" r:id="R03fa84e7459e40e6"/>
    <p:sldId id="258" r:id="R0ed7e90008754584"/>
    <p:sldId id="259" r:id="Re92e1743264c4b72"/>
    <p:sldId id="260" r:id="R3d2f1a2f0c004c0b"/>
    <p:sldId id="261" r:id="R7b2533c8b024410d"/>
    <p:sldId id="262" r:id="R7b39aefbb9124817"/>
    <p:sldId id="263" r:id="Rc01e0621c8d04918"/>
    <p:sldId id="264" r:id="Rd82999ba42184cea"/>
    <p:sldId id="265" r:id="R73aebc03f62446a9"/>
    <p:sldId id="266" r:id="R774bb5bd4e4c44c1"/>
    <p:sldId id="267" r:id="R0d2312150d59436f"/>
    <p:sldId id="268" r:id="R02180b8be52442e0"/>
    <p:sldId id="269" r:id="R9dbd48a0ccc54658"/>
    <p:sldId id="270" r:id="Ra0c083b90c4649e9"/>
    <p:sldId id="271" r:id="R9b8a76fbcf6a44cf"/>
    <p:sldId id="272" r:id="R1bb6821eaa184d10"/>
    <p:sldId id="273" r:id="R10e90d8961d94115"/>
    <p:sldId id="274" r:id="R3ed7995a4c2a44ef"/>
    <p:sldId id="275" r:id="R8a6a340bd64b49e2"/>
    <p:sldId id="276" r:id="R0b1c6bbec71142c7"/>
    <p:sldId id="277" r:id="R0e9663483a3c45f8"/>
    <p:sldId id="278" r:id="R5e97e607f7fe4267"/>
    <p:sldId id="279" r:id="R85ca7bb78b134ed2"/>
    <p:sldId id="280" r:id="R942d26484a6d42aa"/>
    <p:sldId id="281" r:id="R9a95d625c8604538"/>
    <p:sldId id="282" r:id="R694ea3a124d24d94"/>
    <p:sldId id="283" r:id="Rbd27095a79584321"/>
    <p:sldId id="284" r:id="R4f12ccbd14af47f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54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7ca0131e7a514338" /><Relationship Type="http://schemas.openxmlformats.org/officeDocument/2006/relationships/notesMaster" Target="/ppt/notesMasters/notesMaster1.xml" Id="Rada911a7b52d4b3d" /><Relationship Type="http://schemas.openxmlformats.org/officeDocument/2006/relationships/presProps" Target="/ppt/presProps.xml" Id="R0f68bc5fdeb943ab" /><Relationship Type="http://schemas.openxmlformats.org/officeDocument/2006/relationships/viewProps" Target="/ppt/viewProps.xml" Id="R1904dd7f9b204892" /><Relationship Type="http://schemas.openxmlformats.org/officeDocument/2006/relationships/slideMaster" Target="/ppt/slideMasters/slideMaster1.xml" Id="R503d472b2dfa42f9" /><Relationship Type="http://schemas.openxmlformats.org/officeDocument/2006/relationships/theme" Target="/ppt/slideMasters/theme/theme3.xml" Id="Rd9c7ed2f31ed4497" /><Relationship Type="http://schemas.openxmlformats.org/officeDocument/2006/relationships/slide" Target="/ppt/slides/slide1.xml" Id="R9d264491f2a34f9b" /><Relationship Type="http://schemas.openxmlformats.org/officeDocument/2006/relationships/slide" Target="/ppt/slides/slide2.xml" Id="R03fa84e7459e40e6" /><Relationship Type="http://schemas.openxmlformats.org/officeDocument/2006/relationships/slide" Target="/ppt/slides/slide3.xml" Id="R0ed7e90008754584" /><Relationship Type="http://schemas.openxmlformats.org/officeDocument/2006/relationships/slide" Target="/ppt/slides/slide4.xml" Id="Re92e1743264c4b72" /><Relationship Type="http://schemas.openxmlformats.org/officeDocument/2006/relationships/slide" Target="/ppt/slides/slide5.xml" Id="R3d2f1a2f0c004c0b" /><Relationship Type="http://schemas.openxmlformats.org/officeDocument/2006/relationships/slide" Target="/ppt/slides/slide6.xml" Id="R7b2533c8b024410d" /><Relationship Type="http://schemas.openxmlformats.org/officeDocument/2006/relationships/slide" Target="/ppt/slides/slide7.xml" Id="R7b39aefbb9124817" /><Relationship Type="http://schemas.openxmlformats.org/officeDocument/2006/relationships/slide" Target="/ppt/slides/slide8.xml" Id="Rc01e0621c8d04918" /><Relationship Type="http://schemas.openxmlformats.org/officeDocument/2006/relationships/slide" Target="/ppt/slides/slide9.xml" Id="Rd82999ba42184cea" /><Relationship Type="http://schemas.openxmlformats.org/officeDocument/2006/relationships/slide" Target="/ppt/slides/slide10.xml" Id="R73aebc03f62446a9" /><Relationship Type="http://schemas.openxmlformats.org/officeDocument/2006/relationships/slide" Target="/ppt/slides/slide11.xml" Id="R774bb5bd4e4c44c1" /><Relationship Type="http://schemas.openxmlformats.org/officeDocument/2006/relationships/slide" Target="/ppt/slides/slide12.xml" Id="R0d2312150d59436f" /><Relationship Type="http://schemas.openxmlformats.org/officeDocument/2006/relationships/slide" Target="/ppt/slides/slide13.xml" Id="R02180b8be52442e0" /><Relationship Type="http://schemas.openxmlformats.org/officeDocument/2006/relationships/slide" Target="/ppt/slides/slide14.xml" Id="R9dbd48a0ccc54658" /><Relationship Type="http://schemas.openxmlformats.org/officeDocument/2006/relationships/slide" Target="/ppt/slides/slide15.xml" Id="Ra0c083b90c4649e9" /><Relationship Type="http://schemas.openxmlformats.org/officeDocument/2006/relationships/slide" Target="/ppt/slides/slide16.xml" Id="R9b8a76fbcf6a44cf" /><Relationship Type="http://schemas.openxmlformats.org/officeDocument/2006/relationships/slide" Target="/ppt/slides/slide17.xml" Id="R1bb6821eaa184d10" /><Relationship Type="http://schemas.openxmlformats.org/officeDocument/2006/relationships/slide" Target="/ppt/slides/slide18.xml" Id="R10e90d8961d94115" /><Relationship Type="http://schemas.openxmlformats.org/officeDocument/2006/relationships/slide" Target="/ppt/slides/slide19.xml" Id="R3ed7995a4c2a44ef" /><Relationship Type="http://schemas.openxmlformats.org/officeDocument/2006/relationships/slide" Target="/ppt/slides/slide20.xml" Id="R8a6a340bd64b49e2" /><Relationship Type="http://schemas.openxmlformats.org/officeDocument/2006/relationships/slide" Target="/ppt/slides/slide21.xml" Id="R0b1c6bbec71142c7" /><Relationship Type="http://schemas.openxmlformats.org/officeDocument/2006/relationships/slide" Target="/ppt/slides/slide22.xml" Id="R0e9663483a3c45f8" /><Relationship Type="http://schemas.openxmlformats.org/officeDocument/2006/relationships/slide" Target="/ppt/slides/slide23.xml" Id="R5e97e607f7fe4267" /><Relationship Type="http://schemas.openxmlformats.org/officeDocument/2006/relationships/slide" Target="/ppt/slides/slide24.xml" Id="R85ca7bb78b134ed2" /><Relationship Type="http://schemas.openxmlformats.org/officeDocument/2006/relationships/slide" Target="/ppt/slides/slide25.xml" Id="R942d26484a6d42aa" /><Relationship Type="http://schemas.openxmlformats.org/officeDocument/2006/relationships/slide" Target="/ppt/slides/slide26.xml" Id="R9a95d625c8604538" /><Relationship Type="http://schemas.openxmlformats.org/officeDocument/2006/relationships/slide" Target="/ppt/slides/slide27.xml" Id="R694ea3a124d24d94" /><Relationship Type="http://schemas.openxmlformats.org/officeDocument/2006/relationships/slide" Target="/ppt/slides/slide28.xml" Id="Rbd27095a79584321" /><Relationship Type="http://schemas.openxmlformats.org/officeDocument/2006/relationships/slide" Target="/ppt/slides/slide29.xml" Id="R4f12ccbd14af47f9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0608e969013a4b25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860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handout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4b1518b6de450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1825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7.xml" Id="Rd93853b6ccc84234" /><Relationship Type="http://schemas.openxmlformats.org/officeDocument/2006/relationships/notesMaster" Target="/ppt/notesMasters/notesMaster1.xml" Id="R5bd738e0e433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9.xml" Id="Rda3dbdeebb2b4814" /><Relationship Type="http://schemas.openxmlformats.org/officeDocument/2006/relationships/notesMaster" Target="/ppt/notesMasters/notesMaster1.xml" Id="R7354310d92064d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15.xml" Id="R739e09d4f90c40fc" /><Relationship Type="http://schemas.openxmlformats.org/officeDocument/2006/relationships/notesMaster" Target="/ppt/notesMasters/notesMaster1.xml" Id="R0bab578e3d164c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24.xml" Id="Rd6c8a27e1edc4ce3" /><Relationship Type="http://schemas.openxmlformats.org/officeDocument/2006/relationships/notesMaster" Target="/ppt/notesMasters/notesMaster1.xml" Id="Ra7f0dd004f0549ad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image" Target="/ppt/media/image.bin" Id="R4c317e1e3f0d415a" /><Relationship Type="http://schemas.openxmlformats.org/officeDocument/2006/relationships/image" Target="/ppt/media/image2.bin" Id="R6d455b820997420f" /><Relationship Type="http://schemas.openxmlformats.org/officeDocument/2006/relationships/image" Target="/ppt/media/image3.bin" Id="R3d8f78aa54754bcd" /><Relationship Type="http://schemas.openxmlformats.org/officeDocument/2006/relationships/image" Target="/ppt/media/image4.bin" Id="Rff7cfef554944cdf" /><Relationship Type="http://schemas.openxmlformats.org/officeDocument/2006/relationships/slideMaster" Target="/ppt/slideMasters/slideMaster1.xml" Id="R17a9825b52474c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.bin" Id="Rae3aa4aa1acd4cc8" /><Relationship Type="http://schemas.openxmlformats.org/officeDocument/2006/relationships/image" Target="/ppt/media/image3.bin" Id="R2437a37393334cba" /><Relationship Type="http://schemas.openxmlformats.org/officeDocument/2006/relationships/image" Target="/ppt/media/image5.bin" Id="R1fe24d6825794b21" /><Relationship Type="http://schemas.openxmlformats.org/officeDocument/2006/relationships/image" Target="/ppt/media/image6.bin" Id="R71966d4f796442c3" /><Relationship Type="http://schemas.openxmlformats.org/officeDocument/2006/relationships/image" Target="/ppt/media/image2.bin" Id="R0c3bea74f87540de" /><Relationship Type="http://schemas.microsoft.com/office/2007/relationships/hdphoto" Target="/ppt/slideLayouts/udata/data.wdp" Id="Rf9a0344f60d245a1" /><Relationship Type="http://schemas.openxmlformats.org/officeDocument/2006/relationships/slideMaster" Target="/ppt/slideMasters/slideMaster1.xml" Id="R120f98f541e343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.bin" Id="R004735cf6f4e486f" /><Relationship Type="http://schemas.openxmlformats.org/officeDocument/2006/relationships/image" Target="/ppt/media/image5.bin" Id="R7b9715359093474b" /><Relationship Type="http://schemas.openxmlformats.org/officeDocument/2006/relationships/image" Target="/ppt/media/image6.bin" Id="R0ba7814b52614f9f" /><Relationship Type="http://schemas.openxmlformats.org/officeDocument/2006/relationships/image" Target="/ppt/media/image2.bin" Id="R1dabfca7eb324881" /><Relationship Type="http://schemas.openxmlformats.org/officeDocument/2006/relationships/image" Target="/ppt/media/image3.bin" Id="R21c655e72520401d" /><Relationship Type="http://schemas.microsoft.com/office/2007/relationships/hdphoto" Target="/ppt/slideLayouts/udata/data2.wdp" Id="R598ecc93003b48b3" /><Relationship Type="http://schemas.openxmlformats.org/officeDocument/2006/relationships/slideMaster" Target="/ppt/slideMasters/slideMaster1.xml" Id="R3fb5e746271d49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.bin" Id="Rab7b8490cf704573" /><Relationship Type="http://schemas.openxmlformats.org/officeDocument/2006/relationships/image" Target="/ppt/media/image3.bin" Id="R5f9b14a97b404859" /><Relationship Type="http://schemas.openxmlformats.org/officeDocument/2006/relationships/image" Target="/ppt/media/image2.bin" Id="R9cb8d5a4d6d34f41" /><Relationship Type="http://schemas.openxmlformats.org/officeDocument/2006/relationships/slideMaster" Target="/ppt/slideMasters/slideMaster1.xml" Id="R3c3fe508f94442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b6ebd5bb55dc4c97a6dbaf6ee7fe4329" /><Relationship Type="http://schemas.openxmlformats.org/officeDocument/2006/relationships/slideMaster" Target="/ppt/slideMasters/slideMaster1.xml" Id="R3d5b0b333cb94f3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dpi="0" rotWithShape="1">
          <a:blip r:embed="R4c317e1e3f0d415a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6d455b820997420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115338"/>
            <a:ext cx="12192000" cy="174266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3d8f78aa54754bc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ff7cfef554944cd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8791807" y="450167"/>
            <a:ext cx="3400193" cy="1107554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ae3aa4aa1acd4cc8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2437a37393334cb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-1"/>
            <a:ext cx="12192000" cy="68579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1fe24d6825794b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5857459" y="1189049"/>
            <a:ext cx="3399183" cy="1107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71966d4f796442c3" cstate="screen">
            <a:extLst>
              <a:ext uri="{BEBA8EAE-BF5A-486C-A8C5-ECC9F3942E4B}">
                <a14:imgProps xmlns:a14="http://schemas.microsoft.com/office/drawing/2010/main">
                  <a14:imgLayer r:embed="Rf9a0344f60d245a1">
                    <a14:imgEffect>
                      <a14:backgroundRemoval t="2141" b="96405" l="9976" r="99960">
                        <a14:foregroundMark x1="66438" y1="8966" x2="67488" y2="2141"/>
                        <a14:foregroundMark x1="91357" y1="36995" x2="99960" y2="22617"/>
                        <a14:foregroundMark x1="22254" y1="85501" x2="22092" y2="91882"/>
                        <a14:foregroundMark x1="34733" y1="91801" x2="31462" y2="94184"/>
                        <a14:foregroundMark x1="37520" y1="49838" x2="37439" y2="52383"/>
                        <a14:foregroundMark x1="53958" y1="50040" x2="53958" y2="53918"/>
                        <a14:foregroundMark x1="66155" y1="94992" x2="64378" y2="964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5270" y="0"/>
            <a:ext cx="5976730" cy="59767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0c3bea74f87540de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115338"/>
            <a:ext cx="12192000" cy="1742661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004735cf6f4e486f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7b9715359093474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5857459" y="1189049"/>
            <a:ext cx="3399183" cy="1107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0ba7814b52614f9f" cstate="screen">
            <a:extLst>
              <a:ext uri="{BEBA8EAE-BF5A-486C-A8C5-ECC9F3942E4B}">
                <a14:imgProps xmlns:a14="http://schemas.microsoft.com/office/drawing/2010/main">
                  <a14:imgLayer r:embed="R598ecc93003b48b3">
                    <a14:imgEffect>
                      <a14:backgroundRemoval t="2141" b="96405" l="9976" r="99960">
                        <a14:foregroundMark x1="66438" y1="8966" x2="67488" y2="2141"/>
                        <a14:foregroundMark x1="91357" y1="36995" x2="99960" y2="22617"/>
                        <a14:foregroundMark x1="22254" y1="85501" x2="22092" y2="91882"/>
                        <a14:foregroundMark x1="34733" y1="91801" x2="31462" y2="94184"/>
                        <a14:foregroundMark x1="37520" y1="49838" x2="37439" y2="52383"/>
                        <a14:foregroundMark x1="53958" y1="50040" x2="53958" y2="53918"/>
                        <a14:foregroundMark x1="66155" y1="94992" x2="64378" y2="964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5270" y="0"/>
            <a:ext cx="5976730" cy="597673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1dabfca7eb32488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115338"/>
            <a:ext cx="12192000" cy="1742661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21c655e72520401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ab7b8490cf70457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5f9b14a97b40485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-1"/>
            <a:ext cx="12192000" cy="68579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9cb8d5a4d6d34f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5115338"/>
            <a:ext cx="12192000" cy="174266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30B49744-D613-4340-BBA5-88E2B21C81C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b6ebd5bb55dc4c97a6dbaf6ee7fe4329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b6ebd5bb55dc4c97a6dbaf6ee7fe4329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b6ebd5bb55dc4c97a6dbaf6ee7fe4329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ca63ee5c40143f0" /><Relationship Type="http://schemas.openxmlformats.org/officeDocument/2006/relationships/slideLayout" Target="/ppt/slideLayouts/slideLayout1.xml" Id="R5a9c0014fd6e479a" /><Relationship Type="http://schemas.openxmlformats.org/officeDocument/2006/relationships/slideLayout" Target="/ppt/slideLayouts/slideLayout2.xml" Id="Rd590a91ef6d74004" /><Relationship Type="http://schemas.openxmlformats.org/officeDocument/2006/relationships/slideLayout" Target="/ppt/slideLayouts/slideLayout3.xml" Id="R7f2456570a7548fb" /><Relationship Type="http://schemas.openxmlformats.org/officeDocument/2006/relationships/slideLayout" Target="/ppt/slideLayouts/slideLayout4.xml" Id="Rb6cc504c673e442c" /><Relationship Type="http://schemas.openxmlformats.org/officeDocument/2006/relationships/slideLayout" Target="/ppt/slideLayouts/slideLayout5.xml" Id="R96503e04fa244f8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4439A-B2AF-447C-A53A-36355FCC98C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6360-32F0-47D3-AC51-43FBD5F2183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7f2456570a7548fb"/>
    <p:sldLayoutId id="2147483650" r:id="Rd590a91ef6d74004"/>
    <p:sldLayoutId id="2147483649" r:id="R5a9c0014fd6e479a"/>
    <p:sldLayoutId id="2147483653" r:id="R96503e04fa244f86"/>
    <p:sldLayoutId id="2147483652" r:id="Rb6cc504c673e442c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3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7.bin" Id="R7def949ddf8c4848" /><Relationship Type="http://schemas.openxmlformats.org/officeDocument/2006/relationships/slideLayout" Target="/ppt/slideLayouts/slideLayout3.xml" Id="R0e60aacc2a2943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c7f2fe78144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61c60e54c14c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8.bin" Id="Re8f7d3ee5cd44ed2" /><Relationship Type="http://schemas.openxmlformats.org/officeDocument/2006/relationships/image" Target="/ppt/media/image9.bin" Id="Rf224c2e3cf3f41a5" /><Relationship Type="http://schemas.openxmlformats.org/officeDocument/2006/relationships/slideLayout" Target="/ppt/slideLayouts/slideLayout4.xml" Id="R1a5dc7601c84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93f5395284a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8.bin" Id="R3ef2a79270a74727" /><Relationship Type="http://schemas.openxmlformats.org/officeDocument/2006/relationships/image" Target="/ppt/media/image10.bin" Id="R4280bbe413724b2a" /><Relationship Type="http://schemas.openxmlformats.org/officeDocument/2006/relationships/image" Target="/ppt/media/image11.bin" Id="Rfb924b5083fc47a7" /><Relationship Type="http://schemas.openxmlformats.org/officeDocument/2006/relationships/slideLayout" Target="/ppt/slideLayouts/slideLayout4.xml" Id="R67caceeaeb91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8.bin" Id="Rd7b2082198b04380" /><Relationship Type="http://schemas.openxmlformats.org/officeDocument/2006/relationships/image" Target="/ppt/media/image12.bin" Id="R265b5a484a064705" /><Relationship Type="http://schemas.openxmlformats.org/officeDocument/2006/relationships/notesSlide" Target="/ppt/notesSlides/notesSlide1.xml" Id="Rd58aa3925d174862" /><Relationship Type="http://schemas.openxmlformats.org/officeDocument/2006/relationships/slideLayout" Target="/ppt/slideLayouts/slideLayout4.xml" Id="R35b2e23e114d44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8.bin" Id="R1e07631d8d8f40d0" /><Relationship Type="http://schemas.openxmlformats.org/officeDocument/2006/relationships/image" Target="/ppt/media/image13.bin" Id="R15eadcb39d8d4800" /><Relationship Type="http://schemas.microsoft.com/office/2007/relationships/hdphoto" Target="/ppt/slides/udata/data3.wdp" Id="R8b8ff0683c004fe2" /><Relationship Type="http://schemas.openxmlformats.org/officeDocument/2006/relationships/slideLayout" Target="/ppt/slideLayouts/slideLayout4.xml" Id="R8fa12fbdd75244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8.bin" Id="Ra91d341f598345d3" /><Relationship Type="http://schemas.openxmlformats.org/officeDocument/2006/relationships/image" Target="/ppt/media/image14.bin" Id="R3a37abbc826c48d0" /><Relationship Type="http://schemas.openxmlformats.org/officeDocument/2006/relationships/notesSlide" Target="/ppt/notesSlides/notesSlide2.xml" Id="Rd93cc7cf069f4fa2" /><Relationship Type="http://schemas.openxmlformats.org/officeDocument/2006/relationships/slideLayout" Target="/ppt/slideLayouts/slideLayout4.xml" Id="R6ff5fb78c67840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8.bin" Id="Rea7fb3f2dba540c5" /><Relationship Type="http://schemas.openxmlformats.org/officeDocument/2006/relationships/image" Target="/ppt/media/image15.bin" Id="Raadc37202f604da7" /><Relationship Type="http://schemas.microsoft.com/office/2007/relationships/hdphoto" Target="/ppt/slides/udata/data4.wdp" Id="R3a882b79db8142db" /><Relationship Type="http://schemas.openxmlformats.org/officeDocument/2006/relationships/slideLayout" Target="/ppt/slideLayouts/slideLayout4.xml" Id="Raec2a8a565bc4e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8.bin" Id="R83268f83e72040f3" /><Relationship Type="http://schemas.openxmlformats.org/officeDocument/2006/relationships/image" Target="/ppt/media/image16.bin" Id="Rdcf7390fc3d340c0" /><Relationship Type="http://schemas.openxmlformats.org/officeDocument/2006/relationships/image" Target="/ppt/media/image17.bin" Id="R4dbb0e8d7ce94c6e" /><Relationship Type="http://schemas.openxmlformats.org/officeDocument/2006/relationships/slideLayout" Target="/ppt/slideLayouts/slideLayout4.xml" Id="Rb0efb7a8d5e64a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8.bin" Id="R1cc55f7a70c14bc1" /><Relationship Type="http://schemas.openxmlformats.org/officeDocument/2006/relationships/image" Target="/ppt/media/image18.bin" Id="R502c8c2255bf426d" /><Relationship Type="http://schemas.microsoft.com/office/2007/relationships/hdphoto" Target="/ppt/slides/udata/data5.wdp" Id="Re4eb7e8023054d00" /><Relationship Type="http://schemas.openxmlformats.org/officeDocument/2006/relationships/slideLayout" Target="/ppt/slideLayouts/slideLayout4.xml" Id="R01941e38e63b47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8.bin" Id="R49acd450286d40b3" /><Relationship Type="http://schemas.openxmlformats.org/officeDocument/2006/relationships/image" Target="/ppt/media/image19.bin" Id="R0fa1ff219a744d5d" /><Relationship Type="http://schemas.openxmlformats.org/officeDocument/2006/relationships/image" Target="/ppt/media/image20.bin" Id="Rcc973ee755da4c85" /><Relationship Type="http://schemas.openxmlformats.org/officeDocument/2006/relationships/image" Target="/ppt/media/image21.bin" Id="Rb53341f1e2e94c58" /><Relationship Type="http://schemas.openxmlformats.org/officeDocument/2006/relationships/slideLayout" Target="/ppt/slideLayouts/slideLayout4.xml" Id="Re1511319467142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8.bin" Id="R8083a8a553db433c" /><Relationship Type="http://schemas.openxmlformats.org/officeDocument/2006/relationships/image" Target="/ppt/media/image22.bin" Id="Rbd4836cda5a7450f" /><Relationship Type="http://schemas.openxmlformats.org/officeDocument/2006/relationships/image" Target="/ppt/media/image23.bin" Id="Ra94816e6efd64b84" /><Relationship Type="http://schemas.openxmlformats.org/officeDocument/2006/relationships/slideLayout" Target="/ppt/slideLayouts/slideLayout4.xml" Id="R4e93ad6c1eae4e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8.bin" Id="R07ec58209eac4b49" /><Relationship Type="http://schemas.openxmlformats.org/officeDocument/2006/relationships/image" Target="/ppt/media/image24.bin" Id="R272c4511d7e8470b" /><Relationship Type="http://schemas.openxmlformats.org/officeDocument/2006/relationships/notesSlide" Target="/ppt/notesSlides/notesSlide3.xml" Id="Ra52d36a6552e49e6" /><Relationship Type="http://schemas.openxmlformats.org/officeDocument/2006/relationships/slideLayout" Target="/ppt/slideLayouts/slideLayout4.xml" Id="Rdcd48bfdc5c84e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79c2356684f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8.bin" Id="R12a7117398034b2c" /><Relationship Type="http://schemas.openxmlformats.org/officeDocument/2006/relationships/image" Target="/ppt/media/image25.bin" Id="R35e3427d7bfd4ab0" /><Relationship Type="http://schemas.openxmlformats.org/officeDocument/2006/relationships/image" Target="/ppt/media/image26.bin" Id="R95c61daddaa44308" /><Relationship Type="http://schemas.openxmlformats.org/officeDocument/2006/relationships/image" Target="/ppt/media/image27.bin" Id="R0600d8d83b484590" /><Relationship Type="http://schemas.openxmlformats.org/officeDocument/2006/relationships/slideLayout" Target="/ppt/slideLayouts/slideLayout4.xml" Id="Raada94039f6a4d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8.bin" Id="Rf2004109c7104528" /><Relationship Type="http://schemas.openxmlformats.org/officeDocument/2006/relationships/image" Target="/ppt/media/image28.bin" Id="R1cac2ca3ff0c4175" /><Relationship Type="http://schemas.openxmlformats.org/officeDocument/2006/relationships/slideLayout" Target="/ppt/slideLayouts/slideLayout4.xml" Id="R31a501608e7843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8.bin" Id="R14972c0079a04a3d" /><Relationship Type="http://schemas.openxmlformats.org/officeDocument/2006/relationships/image" Target="/ppt/media/image29.bin" Id="Rb53c119c5b4545eb" /><Relationship Type="http://schemas.openxmlformats.org/officeDocument/2006/relationships/image" Target="/ppt/media/image30.bin" Id="R01a3604809464ad8" /><Relationship Type="http://schemas.openxmlformats.org/officeDocument/2006/relationships/image" Target="/ppt/media/image31.bin" Id="Ra1f010909e3a412c" /><Relationship Type="http://schemas.openxmlformats.org/officeDocument/2006/relationships/image" Target="/ppt/media/image32.bin" Id="R1015801a0b5543dc" /><Relationship Type="http://schemas.openxmlformats.org/officeDocument/2006/relationships/slideLayout" Target="/ppt/slideLayouts/slideLayout4.xml" Id="Rc7b60d306d6342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8d4e348ce40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8.bin" Id="R9cc9a1775c144626" /><Relationship Type="http://schemas.openxmlformats.org/officeDocument/2006/relationships/image" Target="/ppt/media/image33.bin" Id="R2f87d77184e34426" /><Relationship Type="http://schemas.openxmlformats.org/officeDocument/2006/relationships/image" Target="/ppt/media/image34.bin" Id="Rb9ef8cb4c391464a" /><Relationship Type="http://schemas.microsoft.com/office/2007/relationships/hdphoto" Target="/ppt/slides/udata/data6.wdp" Id="R2a7af25a08044220" /><Relationship Type="http://schemas.openxmlformats.org/officeDocument/2006/relationships/slideLayout" Target="/ppt/slideLayouts/slideLayout4.xml" Id="R27dd277e1fff4d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8.bin" Id="R825406e1bdc74fef" /><Relationship Type="http://schemas.openxmlformats.org/officeDocument/2006/relationships/slideLayout" Target="/ppt/slideLayouts/slideLayout4.xml" Id="R64a836cf12274c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8.bin" Id="Rcc7b8ccfd45d4974" /><Relationship Type="http://schemas.openxmlformats.org/officeDocument/2006/relationships/image" Target="/ppt/media/image35.bin" Id="Rd28476ac73144205" /><Relationship Type="http://schemas.openxmlformats.org/officeDocument/2006/relationships/image" Target="/ppt/media/image36.bin" Id="R4663b53299294fcc" /><Relationship Type="http://schemas.openxmlformats.org/officeDocument/2006/relationships/slideLayout" Target="/ppt/slideLayouts/slideLayout4.xml" Id="R70299368ca4042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8.bin" Id="Re0c1d64cc04346ba" /><Relationship Type="http://schemas.openxmlformats.org/officeDocument/2006/relationships/image" Target="/ppt/media/image37.bin" Id="R073984dd8cf34cd6" /><Relationship Type="http://schemas.openxmlformats.org/officeDocument/2006/relationships/notesSlide" Target="/ppt/notesSlides/notesSlide4.xml" Id="Rb82a28982a9e462e" /><Relationship Type="http://schemas.openxmlformats.org/officeDocument/2006/relationships/slideLayout" Target="/ppt/slideLayouts/slideLayout4.xml" Id="R463260b05fd7458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7.bin" Id="R6630f871b69c48e5" /><Relationship Type="http://schemas.openxmlformats.org/officeDocument/2006/relationships/slideLayout" Target="/ppt/slideLayouts/slideLayout3.xml" Id="R4839e416391345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d4911fd5d5d54012a9ab4349f37d2f99" /><Relationship Type="http://schemas.openxmlformats.org/officeDocument/2006/relationships/image" Target="/ppt/media/image38.bin" Id="Ra38ecc4e94f14042" /><Relationship Type="http://schemas.openxmlformats.org/officeDocument/2006/relationships/image" Target="/ppt/media/image39.bin" Id="Rf2396c8b173847fa" /><Relationship Type="http://schemas.openxmlformats.org/officeDocument/2006/relationships/image" Target="/ppt/media/image40.bin" Id="Rd9c9641d0866418c" /><Relationship Type="http://schemas.openxmlformats.org/officeDocument/2006/relationships/customXml" Target="/ppt/customXML/item.xml" Id="R431ed15d00684901" /><Relationship Type="http://schemas.openxmlformats.org/officeDocument/2006/relationships/customXml" Target="/ppt/customXML/item2.xml" Id="Rd2a1f405833b42b8" /><Relationship Type="http://schemas.openxmlformats.org/officeDocument/2006/relationships/slideLayout" Target="/ppt/slideLayouts/slideLayout1.xml" Id="Rfa7d5ac0f4204ed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a77070f65db745f0a51b4da6a0b2b912" /><Relationship Type="http://schemas.openxmlformats.org/officeDocument/2006/relationships/image" Target="/ppt/media/image41.bin" Id="Red4eac404a454a01" /><Relationship Type="http://schemas.openxmlformats.org/officeDocument/2006/relationships/image" Target="/ppt/media/image42.bin" Id="Ra3079d382ee140fe" /><Relationship Type="http://schemas.openxmlformats.org/officeDocument/2006/relationships/image" Target="/ppt/media/image43.bin" Id="R12a455c3940044f5" /><Relationship Type="http://schemas.openxmlformats.org/officeDocument/2006/relationships/image" Target="/ppt/media/image39.bin" Id="Rd6b2fe5e6c1a44d2" /><Relationship Type="http://schemas.openxmlformats.org/officeDocument/2006/relationships/image" Target="/ppt/media/image44.bin" Id="R7f1b021234bc4e40" /><Relationship Type="http://schemas.openxmlformats.org/officeDocument/2006/relationships/image" Target="/ppt/media/image45.bin" Id="R60786f3c4afe488c" /><Relationship Type="http://schemas.openxmlformats.org/officeDocument/2006/relationships/image" Target="/ppt/media/image40.bin" Id="R8ae3c8aab6ed4551" /><Relationship Type="http://schemas.openxmlformats.org/officeDocument/2006/relationships/customXml" Target="/ppt/customXML/item3.xml" Id="Rb293f857b9af4254" /><Relationship Type="http://schemas.openxmlformats.org/officeDocument/2006/relationships/customXml" Target="/ppt/customXML/item4.xml" Id="R50cf4f6ed5964fa7" /><Relationship Type="http://schemas.openxmlformats.org/officeDocument/2006/relationships/customXml" Target="/ppt/customXML/item5.xml" Id="R4554e772a7154730" /><Relationship Type="http://schemas.openxmlformats.org/officeDocument/2006/relationships/slideLayout" Target="/ppt/slideLayouts/slideLayout1.xml" Id="R2482b7cc97cd4f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46.bin" Id="R91f7131be7534da4" /><Relationship Type="http://schemas.openxmlformats.org/officeDocument/2006/relationships/image" Target="/ppt/media/image47.bin" Id="R6ab57dfa4f49417a" /><Relationship Type="http://schemas.openxmlformats.org/officeDocument/2006/relationships/image" Target="/ppt/media/image45.bin" Id="R53c0a911e8c84421" /><Relationship Type="http://schemas.openxmlformats.org/officeDocument/2006/relationships/image" Target="/ppt/media/image48.bin" Id="R99ed92347d13494f" /><Relationship Type="http://schemas.openxmlformats.org/officeDocument/2006/relationships/customXml" Target="/ppt/customXML/item6.xml" Id="R0aed548fde6c4e0d" /><Relationship Type="http://schemas.openxmlformats.org/officeDocument/2006/relationships/customXml" Target="/ppt/customXML/item7.xml" Id="R5abfb96ae9884780" /><Relationship Type="http://schemas.openxmlformats.org/officeDocument/2006/relationships/customXml" Target="/ppt/customXML/item8.xml" Id="R307162ac04a44c07" /><Relationship Type="http://schemas.openxmlformats.org/officeDocument/2006/relationships/slideLayout" Target="/ppt/slideLayouts/slideLayout3.xml" Id="Raa227aac3eff46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6f69450b8d784e48a903bbeb77ea79f2" /><Relationship Type="http://schemas.openxmlformats.org/officeDocument/2006/relationships/hyperlink" Target="https://storyset.com/" TargetMode="External" Id="Rc930a23bcded4343a0e7699846dbe0fb" /><Relationship Type="http://schemas.openxmlformats.org/officeDocument/2006/relationships/slideLayout" Target="/ppt/slideLayouts/slideLayout1.xml" Id="R7a927984c80843fe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05408" y="1408908"/>
            <a:ext cx="6626087" cy="250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96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火尖枪下</a:t>
            </a:r>
            <a:endParaRPr lang="en-US" altLang="zh-CN" sz="9600" dirty="0">
              <a:solidFill>
                <a:srgbClr val="617BC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安景臣毛笔行书" panose="02010601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96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的XX火花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18050" y="686663"/>
            <a:ext cx="4651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rgbClr val="D04B3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三极童画简体" panose="00000500000000000000" pitchFamily="2" charset="-122"/>
              </a:rPr>
              <a:t>哪吒XX美术课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318050" y="3752321"/>
            <a:ext cx="5711689" cy="835130"/>
            <a:chOff x="384311" y="3752321"/>
            <a:chExt cx="5711689" cy="835130"/>
          </a:xfrm>
        </p:grpSpPr>
        <p:sp>
          <p:nvSpPr>
            <p:cNvPr id="9" name="文本框 8"/>
            <p:cNvSpPr txBox="1"/>
            <p:nvPr/>
          </p:nvSpPr>
          <p:spPr>
            <a:xfrm>
              <a:off x="384311" y="3752321"/>
              <a:ext cx="57116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教学目标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/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课程导入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/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绘画XX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/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Calibri"/>
                </a:rPr>
                <a:t>绘画步骤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84311" y="4089622"/>
              <a:ext cx="4452733" cy="497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哪吒出生奇异，一身神器，能变化三头六臂又或三头八臂，为莲花化身，最早由佛教护法军神“那咤”演变而成。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68712" y="5048316"/>
            <a:ext cx="3943681" cy="400776"/>
            <a:chOff x="4218469" y="4278277"/>
            <a:chExt cx="3943681" cy="400776"/>
          </a:xfrm>
        </p:grpSpPr>
        <p:grpSp>
          <p:nvGrpSpPr>
            <p:cNvPr id="13" name="组合 12"/>
            <p:cNvGrpSpPr/>
            <p:nvPr/>
          </p:nvGrpSpPr>
          <p:grpSpPr>
            <a:xfrm>
              <a:off x="4218469" y="4290730"/>
              <a:ext cx="1736905" cy="388323"/>
              <a:chOff x="4389201" y="4278278"/>
              <a:chExt cx="1736905" cy="388323"/>
            </a:xfrm>
          </p:grpSpPr>
          <p:sp>
            <p:nvSpPr>
              <p:cNvPr id="17" name="矩形: 圆角 16"/>
              <p:cNvSpPr/>
              <p:nvPr/>
            </p:nvSpPr>
            <p:spPr>
              <a:xfrm>
                <a:off x="4389201" y="4278278"/>
                <a:ext cx="1638053" cy="388323"/>
              </a:xfrm>
              <a:prstGeom prst="roundRect">
                <a:avLst/>
              </a:prstGeom>
              <a:solidFill>
                <a:srgbClr val="617B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4487516" y="4318551"/>
                <a:ext cx="16385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讲述人：XX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PPT </a:t>
                </a: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6335477" y="4278277"/>
              <a:ext cx="1826673" cy="388323"/>
              <a:chOff x="6263066" y="4265823"/>
              <a:chExt cx="1826673" cy="388323"/>
            </a:xfrm>
          </p:grpSpPr>
          <p:sp>
            <p:nvSpPr>
              <p:cNvPr id="15" name="矩形: 圆角 14"/>
              <p:cNvSpPr/>
              <p:nvPr/>
            </p:nvSpPr>
            <p:spPr>
              <a:xfrm>
                <a:off x="6263066" y="4265823"/>
                <a:ext cx="1638053" cy="388323"/>
              </a:xfrm>
              <a:prstGeom prst="roundRect">
                <a:avLst/>
              </a:prstGeom>
              <a:solidFill>
                <a:srgbClr val="617B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6270010" y="4318550"/>
                <a:ext cx="18197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日期：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20××.××.××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6009860" y="4576404"/>
            <a:ext cx="424071" cy="666073"/>
            <a:chOff x="6009860" y="4576404"/>
            <a:chExt cx="424071" cy="666073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7def949ddf8c484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09860" y="4576404"/>
              <a:ext cx="424071" cy="666073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6037229" y="4630283"/>
              <a:ext cx="369332" cy="43048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安景臣毛笔行书" panose="02010601030101010101" pitchFamily="2" charset="-122"/>
                </a:rPr>
                <a:t>哪吒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2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31" presetClass="entr" presetSubtype="0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965061" y="564847"/>
            <a:ext cx="5404716" cy="1708160"/>
            <a:chOff x="965061" y="564847"/>
            <a:chExt cx="5404716" cy="1708160"/>
          </a:xfrm>
        </p:grpSpPr>
        <p:sp>
          <p:nvSpPr>
            <p:cNvPr id="3" name="文本框 2"/>
            <p:cNvSpPr txBox="1"/>
            <p:nvPr/>
          </p:nvSpPr>
          <p:spPr>
            <a:xfrm>
              <a:off x="965061" y="564847"/>
              <a:ext cx="3058299" cy="1708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0500" dirty="0">
                  <a:solidFill>
                    <a:srgbClr val="617BC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安景臣毛笔行书" panose="02010601030101010101" pitchFamily="2" charset="-122"/>
                </a:rPr>
                <a:t>目录</a:t>
              </a:r>
              <a:endParaRPr lang="en-US" altLang="zh-CN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23360" y="1582615"/>
              <a:ext cx="23464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b="1" dirty="0">
                  <a:solidFill>
                    <a:srgbClr val="D04B39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三极童画简体" panose="00000500000000000000" pitchFamily="2" charset="-122"/>
                </a:rPr>
                <a:t>/CONTENTS</a:t>
              </a:r>
              <a:endParaRPr lang="zh-CN" altLang="en-US" sz="2000" b="1" dirty="0">
                <a:solidFill>
                  <a:srgbClr val="D04B3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三极童画简体" panose="00000500000000000000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990475" y="2815343"/>
            <a:ext cx="3396007" cy="2204478"/>
            <a:chOff x="1899035" y="2829411"/>
            <a:chExt cx="3396007" cy="2204478"/>
          </a:xfrm>
        </p:grpSpPr>
        <p:grpSp>
          <p:nvGrpSpPr>
            <p:cNvPr id="13" name="组合 12"/>
            <p:cNvGrpSpPr/>
            <p:nvPr/>
          </p:nvGrpSpPr>
          <p:grpSpPr>
            <a:xfrm>
              <a:off x="1899035" y="2829411"/>
              <a:ext cx="3396007" cy="697680"/>
              <a:chOff x="1913207" y="2767555"/>
              <a:chExt cx="3396007" cy="697680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913207" y="2817055"/>
                <a:ext cx="647114" cy="601394"/>
                <a:chOff x="1842868" y="2827606"/>
                <a:chExt cx="647114" cy="601394"/>
              </a:xfrm>
            </p:grpSpPr>
            <p:sp>
              <p:nvSpPr>
                <p:cNvPr id="7" name="椭圆 6"/>
                <p:cNvSpPr/>
                <p:nvPr/>
              </p:nvSpPr>
              <p:spPr>
                <a:xfrm>
                  <a:off x="1842868" y="2827606"/>
                  <a:ext cx="647114" cy="601394"/>
                </a:xfrm>
                <a:prstGeom prst="ellipse">
                  <a:avLst/>
                </a:prstGeom>
                <a:solidFill>
                  <a:srgbClr val="617BC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1862495" y="2866693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 panose="02000000000000000000" charset="-122"/>
                    </a:rPr>
                    <a:t>01</a:t>
                  </a:r>
                  <a:endPara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endParaRPr>
                </a:p>
              </p:txBody>
            </p:sp>
          </p:grpSp>
          <p:sp>
            <p:nvSpPr>
              <p:cNvPr id="10" name="文本框 9"/>
              <p:cNvSpPr txBox="1"/>
              <p:nvPr/>
            </p:nvSpPr>
            <p:spPr>
              <a:xfrm>
                <a:off x="2737506" y="2767555"/>
                <a:ext cx="25717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哪吒教学目标</a:t>
                </a: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2749000" y="3219014"/>
                <a:ext cx="244756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0" i="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Nezha</a:t>
                </a:r>
                <a:r>
                  <a:rPr lang="en-US" altLang="zh-CN" sz="1000" b="0" i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 Teaching Objectives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1899035" y="4086209"/>
              <a:ext cx="3396007" cy="697680"/>
              <a:chOff x="1913207" y="2767555"/>
              <a:chExt cx="3396007" cy="69768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1913207" y="2817055"/>
                <a:ext cx="647114" cy="601394"/>
                <a:chOff x="1842868" y="2827606"/>
                <a:chExt cx="647114" cy="601394"/>
              </a:xfrm>
            </p:grpSpPr>
            <p:sp>
              <p:nvSpPr>
                <p:cNvPr id="18" name="椭圆 17"/>
                <p:cNvSpPr/>
                <p:nvPr/>
              </p:nvSpPr>
              <p:spPr>
                <a:xfrm>
                  <a:off x="1842868" y="2827606"/>
                  <a:ext cx="647114" cy="601394"/>
                </a:xfrm>
                <a:prstGeom prst="ellipse">
                  <a:avLst/>
                </a:prstGeom>
                <a:solidFill>
                  <a:srgbClr val="617BC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1862495" y="2866693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 panose="02000000000000000000" charset="-122"/>
                    </a:rPr>
                    <a:t>02</a:t>
                  </a:r>
                  <a:endPara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endParaRPr>
                </a:p>
              </p:txBody>
            </p:sp>
          </p:grpSp>
          <p:sp>
            <p:nvSpPr>
              <p:cNvPr id="16" name="文本框 15"/>
              <p:cNvSpPr txBox="1"/>
              <p:nvPr/>
            </p:nvSpPr>
            <p:spPr>
              <a:xfrm>
                <a:off x="2737506" y="2767555"/>
                <a:ext cx="25717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哪吒课程导入</a:t>
                </a: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749000" y="3219014"/>
                <a:ext cx="244756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0" i="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Nezha</a:t>
                </a:r>
                <a:r>
                  <a:rPr lang="en-US" altLang="zh-CN" sz="1000" b="0" i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 course import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  <p:cxnSp>
          <p:nvCxnSpPr>
            <p:cNvPr id="45" name="直接连接符 44"/>
            <p:cNvCxnSpPr/>
            <p:nvPr/>
          </p:nvCxnSpPr>
          <p:spPr>
            <a:xfrm>
              <a:off x="1976511" y="3833446"/>
              <a:ext cx="3318531" cy="0"/>
            </a:xfrm>
            <a:prstGeom prst="line">
              <a:avLst/>
            </a:prstGeom>
            <a:ln w="12700">
              <a:solidFill>
                <a:srgbClr val="D04B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1976510" y="5033889"/>
              <a:ext cx="3318531" cy="0"/>
            </a:xfrm>
            <a:prstGeom prst="line">
              <a:avLst/>
            </a:prstGeom>
            <a:ln w="12700">
              <a:solidFill>
                <a:srgbClr val="D04B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/>
          <p:cNvGrpSpPr/>
          <p:nvPr/>
        </p:nvGrpSpPr>
        <p:grpSpPr>
          <a:xfrm>
            <a:off x="6728042" y="2815343"/>
            <a:ext cx="3396007" cy="2204478"/>
            <a:chOff x="1899035" y="2829411"/>
            <a:chExt cx="3396007" cy="2204478"/>
          </a:xfrm>
        </p:grpSpPr>
        <p:grpSp>
          <p:nvGrpSpPr>
            <p:cNvPr id="49" name="组合 48"/>
            <p:cNvGrpSpPr/>
            <p:nvPr/>
          </p:nvGrpSpPr>
          <p:grpSpPr>
            <a:xfrm>
              <a:off x="1899035" y="2829411"/>
              <a:ext cx="3396007" cy="697680"/>
              <a:chOff x="1913207" y="2767555"/>
              <a:chExt cx="3396007" cy="697680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1913207" y="2817055"/>
                <a:ext cx="647114" cy="601394"/>
                <a:chOff x="1842868" y="2827606"/>
                <a:chExt cx="647114" cy="601394"/>
              </a:xfrm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1842868" y="2827606"/>
                  <a:ext cx="647114" cy="601394"/>
                </a:xfrm>
                <a:prstGeom prst="ellipse">
                  <a:avLst/>
                </a:prstGeom>
                <a:solidFill>
                  <a:srgbClr val="617BC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文本框 61"/>
                <p:cNvSpPr txBox="1"/>
                <p:nvPr/>
              </p:nvSpPr>
              <p:spPr>
                <a:xfrm>
                  <a:off x="1862495" y="2866693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 panose="02000000000000000000" charset="-122"/>
                    </a:rPr>
                    <a:t>03</a:t>
                  </a:r>
                  <a:endPara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endParaRPr>
                </a:p>
              </p:txBody>
            </p:sp>
          </p:grpSp>
          <p:sp>
            <p:nvSpPr>
              <p:cNvPr id="59" name="文本框 58"/>
              <p:cNvSpPr txBox="1"/>
              <p:nvPr/>
            </p:nvSpPr>
            <p:spPr>
              <a:xfrm>
                <a:off x="2737506" y="2767555"/>
                <a:ext cx="25717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哪吒绘画XX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2749000" y="3219014"/>
                <a:ext cx="244756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0" i="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Nezha's</a:t>
                </a:r>
                <a:r>
                  <a:rPr lang="en-US" altLang="zh-CN" sz="1000" b="0" i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 painting material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1899035" y="4086209"/>
              <a:ext cx="3396007" cy="697680"/>
              <a:chOff x="1913207" y="2767555"/>
              <a:chExt cx="3396007" cy="697680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1913207" y="2817055"/>
                <a:ext cx="647114" cy="601394"/>
                <a:chOff x="1842868" y="2827606"/>
                <a:chExt cx="647114" cy="601394"/>
              </a:xfrm>
            </p:grpSpPr>
            <p:sp>
              <p:nvSpPr>
                <p:cNvPr id="56" name="椭圆 55"/>
                <p:cNvSpPr/>
                <p:nvPr/>
              </p:nvSpPr>
              <p:spPr>
                <a:xfrm>
                  <a:off x="1842868" y="2827606"/>
                  <a:ext cx="647114" cy="601394"/>
                </a:xfrm>
                <a:prstGeom prst="ellipse">
                  <a:avLst/>
                </a:prstGeom>
                <a:solidFill>
                  <a:srgbClr val="617BC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1862495" y="2866693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 panose="02000000000000000000" charset="-122"/>
                    </a:rPr>
                    <a:t>04</a:t>
                  </a:r>
                  <a:endPara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endParaRPr>
                </a:p>
              </p:txBody>
            </p:sp>
          </p:grpSp>
          <p:sp>
            <p:nvSpPr>
              <p:cNvPr id="54" name="文本框 53"/>
              <p:cNvSpPr txBox="1"/>
              <p:nvPr/>
            </p:nvSpPr>
            <p:spPr>
              <a:xfrm>
                <a:off x="2737506" y="2767555"/>
                <a:ext cx="25717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哪吒绘画步骤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2749000" y="3219014"/>
                <a:ext cx="244756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0" i="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Nezha</a:t>
                </a:r>
                <a:r>
                  <a:rPr lang="en-US" altLang="zh-CN" sz="1000" b="0" i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 painting steps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  <p:cxnSp>
          <p:nvCxnSpPr>
            <p:cNvPr id="51" name="直接连接符 50"/>
            <p:cNvCxnSpPr/>
            <p:nvPr/>
          </p:nvCxnSpPr>
          <p:spPr>
            <a:xfrm>
              <a:off x="1976511" y="3833446"/>
              <a:ext cx="3318531" cy="0"/>
            </a:xfrm>
            <a:prstGeom prst="line">
              <a:avLst/>
            </a:prstGeom>
            <a:ln w="12700">
              <a:solidFill>
                <a:srgbClr val="D04B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1976510" y="5033889"/>
              <a:ext cx="3318531" cy="0"/>
            </a:xfrm>
            <a:prstGeom prst="line">
              <a:avLst/>
            </a:prstGeom>
            <a:ln w="12700">
              <a:solidFill>
                <a:srgbClr val="D04B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6421" y="2006785"/>
            <a:ext cx="6096918" cy="2729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哪吒</a:t>
            </a:r>
            <a:endParaRPr lang="en-US" altLang="zh-CN" sz="10500" dirty="0">
              <a:solidFill>
                <a:srgbClr val="617BC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安景臣毛笔行书" panose="02010601030101010101" pitchFamily="2" charset="-122"/>
            </a:endParaRPr>
          </a:p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教学目标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8795" y="4536729"/>
            <a:ext cx="4092171" cy="49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+mn-ea"/>
              </a:rPr>
              <a:t>哪吒出生奇异，一身神器，能变化三头六臂又或三头八臂，为莲花化身，最早由佛教护法军神“那咤”演变而成。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81708" y="911859"/>
            <a:ext cx="2566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rgbClr val="D04B3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三极童画简体" panose="00000500000000000000" pitchFamily="2" charset="-122"/>
              </a:rPr>
              <a:t>PART 01</a:t>
            </a:r>
            <a:endParaRPr lang="zh-CN" altLang="en-US" sz="3600" b="1" dirty="0">
              <a:solidFill>
                <a:srgbClr val="D04B39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三极童画简体" panose="00000500000000000000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0" presetClass="entr" presetSubtype="0" dur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e8f7d3ee5cd44e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  <a:sym typeface="等线"/>
              </a:rPr>
              <a:t>教学目标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41943" y="1929988"/>
            <a:ext cx="3370037" cy="3702429"/>
            <a:chOff x="1041943" y="1929988"/>
            <a:chExt cx="3370037" cy="3702429"/>
          </a:xfrm>
        </p:grpSpPr>
        <p:sp>
          <p:nvSpPr>
            <p:cNvPr id="7" name="文本框 6"/>
            <p:cNvSpPr txBox="1"/>
            <p:nvPr/>
          </p:nvSpPr>
          <p:spPr>
            <a:xfrm>
              <a:off x="1051560" y="2289579"/>
              <a:ext cx="3360420" cy="33428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0" fontAlgn="auto">
                <a:lnSpc>
                  <a:spcPct val="200000"/>
                </a:lnSpc>
              </a:pP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表现出人物的造型特点，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了解哪吒的故事情节，学习卡通人物，提高色彩审美，学习马克笔叠色技法完成画面。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通过观察概括出哪吒的外形外貌特点，表现出人物的造型。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41943" y="1929988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D04B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01</a:t>
              </a:r>
              <a:endParaRPr lang="zh-CN" altLang="en-US" sz="2800" b="1" dirty="0">
                <a:solidFill>
                  <a:srgbClr val="D04B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849599" y="4357860"/>
            <a:ext cx="6525302" cy="1126847"/>
            <a:chOff x="4790985" y="4505570"/>
            <a:chExt cx="6525302" cy="1126847"/>
          </a:xfrm>
        </p:grpSpPr>
        <p:sp>
          <p:nvSpPr>
            <p:cNvPr id="10" name="文本框 9"/>
            <p:cNvSpPr txBox="1"/>
            <p:nvPr/>
          </p:nvSpPr>
          <p:spPr>
            <a:xfrm>
              <a:off x="5500469" y="4505570"/>
              <a:ext cx="5815818" cy="11268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体现出人物的神态。通过富有特点的五官的刻画，表现出人物的表情、神态，让画面更加生动。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790985" y="4656283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D04B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02</a:t>
              </a:r>
              <a:endParaRPr lang="zh-CN" altLang="en-US" sz="2800" b="1" dirty="0">
                <a:solidFill>
                  <a:srgbClr val="D04B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f224c2e3cf3f41a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43510" y="1808641"/>
            <a:ext cx="6858000" cy="21523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6421" y="2006785"/>
            <a:ext cx="6096918" cy="2729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哪吒</a:t>
            </a:r>
            <a:endParaRPr lang="en-US" altLang="zh-CN" sz="10500" dirty="0">
              <a:solidFill>
                <a:srgbClr val="617BC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安景臣毛笔行书" panose="02010601030101010101" pitchFamily="2" charset="-122"/>
            </a:endParaRPr>
          </a:p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课程导入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8795" y="4536729"/>
            <a:ext cx="4092171" cy="49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+mn-ea"/>
              </a:rPr>
              <a:t>哪吒出生奇异，一身神器，能变化三头六臂又或三头八臂，为莲花化身，最早由佛教护法军神“那咤”演变而成。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81708" y="911859"/>
            <a:ext cx="2566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rgbClr val="D04B3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三极童画简体" panose="00000500000000000000" pitchFamily="2" charset="-122"/>
              </a:rPr>
              <a:t>PART 02</a:t>
            </a:r>
            <a:endParaRPr lang="zh-CN" altLang="en-US" sz="3600" b="1" dirty="0">
              <a:solidFill>
                <a:srgbClr val="D04B39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三极童画简体" panose="00000500000000000000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0" presetClass="entr" presetSubtype="0" dur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3ef2a79270a747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课程导入</a:t>
            </a:r>
            <a:endParaRPr lang="zh-CN" altLang="zh-CN" dirty="0">
              <a:sym typeface="等线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991266" y="1850111"/>
            <a:ext cx="3796031" cy="3660306"/>
            <a:chOff x="6951685" y="2068161"/>
            <a:chExt cx="3796031" cy="3660306"/>
          </a:xfrm>
        </p:grpSpPr>
        <p:sp>
          <p:nvSpPr>
            <p:cNvPr id="13" name="矩形: 圆角 12"/>
            <p:cNvSpPr/>
            <p:nvPr/>
          </p:nvSpPr>
          <p:spPr>
            <a:xfrm>
              <a:off x="6951685" y="2546252"/>
              <a:ext cx="3739075" cy="3182215"/>
            </a:xfrm>
            <a:prstGeom prst="roundRect">
              <a:avLst>
                <a:gd name="adj" fmla="val 5394"/>
              </a:avLst>
            </a:prstGeom>
            <a:noFill/>
            <a:ln>
              <a:solidFill>
                <a:srgbClr val="D04B3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008641" y="2900898"/>
              <a:ext cx="3739075" cy="2472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大家有没有看过，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+mn-ea"/>
              </a:endParaRPr>
            </a:p>
            <a:p>
              <a:pPr marL="0" marR="0" indent="0" algn="ctr" defTabSz="914400" rtl="0" fontAlgn="auto" latinLnBrk="0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哪吒这部电影呢？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+mn-ea"/>
              </a:endParaRPr>
            </a:p>
            <a:p>
              <a:pPr marL="0" marR="0" indent="0" algn="ctr" defTabSz="914400" rtl="0" fontAlgn="auto" latinLnBrk="0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哪吒是中国古代神话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+mn-ea"/>
              </a:endParaRPr>
            </a:p>
            <a:p>
              <a:pPr marL="0" marR="0" indent="0" algn="ctr" defTabSz="914400" rtl="0" fontAlgn="auto" latinLnBrk="0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和民间传说中的重要人物！</a:t>
              </a:r>
              <a:endParaRPr kumimoji="0" lang="zh-CN" altLang="en-US" sz="2000" b="1" u="none" strike="noStrike" cap="none" spc="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Calibri"/>
              </a:endParaRPr>
            </a:p>
          </p:txBody>
        </p:sp>
        <p:sp>
          <p:nvSpPr>
            <p:cNvPr id="10" name="矩形 10"/>
            <p:cNvSpPr>
              <a:spLocks noChangeAspect="1"/>
            </p:cNvSpPr>
            <p:nvPr/>
          </p:nvSpPr>
          <p:spPr>
            <a:xfrm>
              <a:off x="8426548" y="2068161"/>
              <a:ext cx="717452" cy="779519"/>
            </a:xfrm>
            <a:custGeom>
              <a:avLst/>
              <a:gdLst>
                <a:gd name="connsiteX0" fmla="*/ 653528 w 1305333"/>
                <a:gd name="connsiteY0" fmla="*/ 0 h 1424419"/>
                <a:gd name="connsiteX1" fmla="*/ 757287 w 1305333"/>
                <a:gd name="connsiteY1" fmla="*/ 32444 h 1424419"/>
                <a:gd name="connsiteX2" fmla="*/ 1206876 w 1305333"/>
                <a:gd name="connsiteY2" fmla="*/ 284945 h 1424419"/>
                <a:gd name="connsiteX3" fmla="*/ 1233464 w 1305333"/>
                <a:gd name="connsiteY3" fmla="*/ 306775 h 1424419"/>
                <a:gd name="connsiteX4" fmla="*/ 1299728 w 1305333"/>
                <a:gd name="connsiteY4" fmla="*/ 452301 h 1424419"/>
                <a:gd name="connsiteX5" fmla="*/ 1303099 w 1305333"/>
                <a:gd name="connsiteY5" fmla="*/ 495558 h 1424419"/>
                <a:gd name="connsiteX6" fmla="*/ 1303099 w 1305333"/>
                <a:gd name="connsiteY6" fmla="*/ 952393 h 1424419"/>
                <a:gd name="connsiteX7" fmla="*/ 1299356 w 1305333"/>
                <a:gd name="connsiteY7" fmla="*/ 974248 h 1424419"/>
                <a:gd name="connsiteX8" fmla="*/ 1193590 w 1305333"/>
                <a:gd name="connsiteY8" fmla="*/ 1159518 h 1424419"/>
                <a:gd name="connsiteX9" fmla="*/ 1188747 w 1305333"/>
                <a:gd name="connsiteY9" fmla="*/ 1163476 h 1424419"/>
                <a:gd name="connsiteX10" fmla="*/ 792288 w 1305333"/>
                <a:gd name="connsiteY10" fmla="*/ 1385653 h 1424419"/>
                <a:gd name="connsiteX11" fmla="*/ 522686 w 1305333"/>
                <a:gd name="connsiteY11" fmla="*/ 1384922 h 1424419"/>
                <a:gd name="connsiteX12" fmla="*/ 80344 w 1305333"/>
                <a:gd name="connsiteY12" fmla="*/ 1139323 h 1424419"/>
                <a:gd name="connsiteX13" fmla="*/ 68397 w 1305333"/>
                <a:gd name="connsiteY13" fmla="*/ 1130059 h 1424419"/>
                <a:gd name="connsiteX14" fmla="*/ 667 w 1305333"/>
                <a:gd name="connsiteY14" fmla="*/ 999105 h 1424419"/>
                <a:gd name="connsiteX15" fmla="*/ 0 w 1305333"/>
                <a:gd name="connsiteY15" fmla="*/ 972364 h 1424419"/>
                <a:gd name="connsiteX16" fmla="*/ 2496 w 1305333"/>
                <a:gd name="connsiteY16" fmla="*/ 463106 h 1424419"/>
                <a:gd name="connsiteX17" fmla="*/ 2458 w 1305333"/>
                <a:gd name="connsiteY17" fmla="*/ 429563 h 1424419"/>
                <a:gd name="connsiteX18" fmla="*/ 75248 w 1305333"/>
                <a:gd name="connsiteY18" fmla="*/ 303202 h 1424419"/>
                <a:gd name="connsiteX19" fmla="*/ 103465 w 1305333"/>
                <a:gd name="connsiteY19" fmla="*/ 288252 h 1424419"/>
                <a:gd name="connsiteX20" fmla="*/ 541533 w 1305333"/>
                <a:gd name="connsiteY20" fmla="*/ 38110 h 1424419"/>
                <a:gd name="connsiteX21" fmla="*/ 653528 w 1305333"/>
                <a:gd name="connsiteY21" fmla="*/ 0 h 1424419"/>
                <a:gd name="connsiteX0-1" fmla="*/ 653528 w 1305333"/>
                <a:gd name="connsiteY0-2" fmla="*/ 0 h 1424419"/>
                <a:gd name="connsiteX1-3" fmla="*/ 757287 w 1305333"/>
                <a:gd name="connsiteY1-4" fmla="*/ 32444 h 1424419"/>
                <a:gd name="connsiteX2-5" fmla="*/ 1206876 w 1305333"/>
                <a:gd name="connsiteY2-6" fmla="*/ 284945 h 1424419"/>
                <a:gd name="connsiteX3-7" fmla="*/ 1233464 w 1305333"/>
                <a:gd name="connsiteY3-8" fmla="*/ 306775 h 1424419"/>
                <a:gd name="connsiteX4-9" fmla="*/ 1301712 w 1305333"/>
                <a:gd name="connsiteY4-10" fmla="*/ 442384 h 1424419"/>
                <a:gd name="connsiteX5-11" fmla="*/ 1303099 w 1305333"/>
                <a:gd name="connsiteY5-12" fmla="*/ 495558 h 1424419"/>
                <a:gd name="connsiteX6-13" fmla="*/ 1303099 w 1305333"/>
                <a:gd name="connsiteY6-14" fmla="*/ 952393 h 1424419"/>
                <a:gd name="connsiteX7-15" fmla="*/ 1299356 w 1305333"/>
                <a:gd name="connsiteY7-16" fmla="*/ 974248 h 1424419"/>
                <a:gd name="connsiteX8-17" fmla="*/ 1193590 w 1305333"/>
                <a:gd name="connsiteY8-18" fmla="*/ 1159518 h 1424419"/>
                <a:gd name="connsiteX9-19" fmla="*/ 1188747 w 1305333"/>
                <a:gd name="connsiteY9-20" fmla="*/ 1163476 h 1424419"/>
                <a:gd name="connsiteX10-21" fmla="*/ 792288 w 1305333"/>
                <a:gd name="connsiteY10-22" fmla="*/ 1385653 h 1424419"/>
                <a:gd name="connsiteX11-23" fmla="*/ 522686 w 1305333"/>
                <a:gd name="connsiteY11-24" fmla="*/ 1384922 h 1424419"/>
                <a:gd name="connsiteX12-25" fmla="*/ 80344 w 1305333"/>
                <a:gd name="connsiteY12-26" fmla="*/ 1139323 h 1424419"/>
                <a:gd name="connsiteX13-27" fmla="*/ 68397 w 1305333"/>
                <a:gd name="connsiteY13-28" fmla="*/ 1130059 h 1424419"/>
                <a:gd name="connsiteX14-29" fmla="*/ 667 w 1305333"/>
                <a:gd name="connsiteY14-30" fmla="*/ 999105 h 1424419"/>
                <a:gd name="connsiteX15-31" fmla="*/ 0 w 1305333"/>
                <a:gd name="connsiteY15-32" fmla="*/ 972364 h 1424419"/>
                <a:gd name="connsiteX16-33" fmla="*/ 2496 w 1305333"/>
                <a:gd name="connsiteY16-34" fmla="*/ 463106 h 1424419"/>
                <a:gd name="connsiteX17-35" fmla="*/ 2458 w 1305333"/>
                <a:gd name="connsiteY17-36" fmla="*/ 429563 h 1424419"/>
                <a:gd name="connsiteX18-37" fmla="*/ 75248 w 1305333"/>
                <a:gd name="connsiteY18-38" fmla="*/ 303202 h 1424419"/>
                <a:gd name="connsiteX19-39" fmla="*/ 103465 w 1305333"/>
                <a:gd name="connsiteY19-40" fmla="*/ 288252 h 1424419"/>
                <a:gd name="connsiteX20-41" fmla="*/ 541533 w 1305333"/>
                <a:gd name="connsiteY20-42" fmla="*/ 38110 h 1424419"/>
                <a:gd name="connsiteX21-43" fmla="*/ 653528 w 1305333"/>
                <a:gd name="connsiteY21-44" fmla="*/ 0 h 1424419"/>
                <a:gd name="connsiteX0-45" fmla="*/ 653528 w 1305333"/>
                <a:gd name="connsiteY0-46" fmla="*/ 0 h 1424419"/>
                <a:gd name="connsiteX1-47" fmla="*/ 757287 w 1305333"/>
                <a:gd name="connsiteY1-48" fmla="*/ 32444 h 1424419"/>
                <a:gd name="connsiteX2-49" fmla="*/ 1206876 w 1305333"/>
                <a:gd name="connsiteY2-50" fmla="*/ 284945 h 1424419"/>
                <a:gd name="connsiteX3-51" fmla="*/ 1233464 w 1305333"/>
                <a:gd name="connsiteY3-52" fmla="*/ 306775 h 1424419"/>
                <a:gd name="connsiteX4-53" fmla="*/ 1301712 w 1305333"/>
                <a:gd name="connsiteY4-54" fmla="*/ 442384 h 1424419"/>
                <a:gd name="connsiteX5-55" fmla="*/ 1303099 w 1305333"/>
                <a:gd name="connsiteY5-56" fmla="*/ 495558 h 1424419"/>
                <a:gd name="connsiteX6-57" fmla="*/ 1303099 w 1305333"/>
                <a:gd name="connsiteY6-58" fmla="*/ 952393 h 1424419"/>
                <a:gd name="connsiteX7-59" fmla="*/ 1299356 w 1305333"/>
                <a:gd name="connsiteY7-60" fmla="*/ 974248 h 1424419"/>
                <a:gd name="connsiteX8-61" fmla="*/ 1193590 w 1305333"/>
                <a:gd name="connsiteY8-62" fmla="*/ 1159518 h 1424419"/>
                <a:gd name="connsiteX9-63" fmla="*/ 1188747 w 1305333"/>
                <a:gd name="connsiteY9-64" fmla="*/ 1163476 h 1424419"/>
                <a:gd name="connsiteX10-65" fmla="*/ 792288 w 1305333"/>
                <a:gd name="connsiteY10-66" fmla="*/ 1385653 h 1424419"/>
                <a:gd name="connsiteX11-67" fmla="*/ 522686 w 1305333"/>
                <a:gd name="connsiteY11-68" fmla="*/ 1384922 h 1424419"/>
                <a:gd name="connsiteX12-69" fmla="*/ 80344 w 1305333"/>
                <a:gd name="connsiteY12-70" fmla="*/ 1139323 h 1424419"/>
                <a:gd name="connsiteX13-71" fmla="*/ 68397 w 1305333"/>
                <a:gd name="connsiteY13-72" fmla="*/ 1130059 h 1424419"/>
                <a:gd name="connsiteX14-73" fmla="*/ 667 w 1305333"/>
                <a:gd name="connsiteY14-74" fmla="*/ 999105 h 1424419"/>
                <a:gd name="connsiteX15-75" fmla="*/ 0 w 1305333"/>
                <a:gd name="connsiteY15-76" fmla="*/ 972364 h 1424419"/>
                <a:gd name="connsiteX16-77" fmla="*/ 2496 w 1305333"/>
                <a:gd name="connsiteY16-78" fmla="*/ 463106 h 1424419"/>
                <a:gd name="connsiteX17-79" fmla="*/ 2458 w 1305333"/>
                <a:gd name="connsiteY17-80" fmla="*/ 429563 h 1424419"/>
                <a:gd name="connsiteX18-81" fmla="*/ 75248 w 1305333"/>
                <a:gd name="connsiteY18-82" fmla="*/ 303202 h 1424419"/>
                <a:gd name="connsiteX19-83" fmla="*/ 103465 w 1305333"/>
                <a:gd name="connsiteY19-84" fmla="*/ 288252 h 1424419"/>
                <a:gd name="connsiteX20-85" fmla="*/ 541533 w 1305333"/>
                <a:gd name="connsiteY20-86" fmla="*/ 38110 h 1424419"/>
                <a:gd name="connsiteX21-87" fmla="*/ 653528 w 1305333"/>
                <a:gd name="connsiteY21-88" fmla="*/ 0 h 1424419"/>
                <a:gd name="connsiteX0-89" fmla="*/ 653528 w 1306046"/>
                <a:gd name="connsiteY0-90" fmla="*/ 0 h 1424419"/>
                <a:gd name="connsiteX1-91" fmla="*/ 757287 w 1306046"/>
                <a:gd name="connsiteY1-92" fmla="*/ 32444 h 1424419"/>
                <a:gd name="connsiteX2-93" fmla="*/ 1206876 w 1306046"/>
                <a:gd name="connsiteY2-94" fmla="*/ 284945 h 1424419"/>
                <a:gd name="connsiteX3-95" fmla="*/ 1233464 w 1306046"/>
                <a:gd name="connsiteY3-96" fmla="*/ 306775 h 1424419"/>
                <a:gd name="connsiteX4-97" fmla="*/ 1301712 w 1306046"/>
                <a:gd name="connsiteY4-98" fmla="*/ 442384 h 1424419"/>
                <a:gd name="connsiteX5-99" fmla="*/ 1303099 w 1306046"/>
                <a:gd name="connsiteY5-100" fmla="*/ 495558 h 1424419"/>
                <a:gd name="connsiteX6-101" fmla="*/ 1303099 w 1306046"/>
                <a:gd name="connsiteY6-102" fmla="*/ 952393 h 1424419"/>
                <a:gd name="connsiteX7-103" fmla="*/ 1305306 w 1306046"/>
                <a:gd name="connsiteY7-104" fmla="*/ 990115 h 1424419"/>
                <a:gd name="connsiteX8-105" fmla="*/ 1193590 w 1306046"/>
                <a:gd name="connsiteY8-106" fmla="*/ 1159518 h 1424419"/>
                <a:gd name="connsiteX9-107" fmla="*/ 1188747 w 1306046"/>
                <a:gd name="connsiteY9-108" fmla="*/ 1163476 h 1424419"/>
                <a:gd name="connsiteX10-109" fmla="*/ 792288 w 1306046"/>
                <a:gd name="connsiteY10-110" fmla="*/ 1385653 h 1424419"/>
                <a:gd name="connsiteX11-111" fmla="*/ 522686 w 1306046"/>
                <a:gd name="connsiteY11-112" fmla="*/ 1384922 h 1424419"/>
                <a:gd name="connsiteX12-113" fmla="*/ 80344 w 1306046"/>
                <a:gd name="connsiteY12-114" fmla="*/ 1139323 h 1424419"/>
                <a:gd name="connsiteX13-115" fmla="*/ 68397 w 1306046"/>
                <a:gd name="connsiteY13-116" fmla="*/ 1130059 h 1424419"/>
                <a:gd name="connsiteX14-117" fmla="*/ 667 w 1306046"/>
                <a:gd name="connsiteY14-118" fmla="*/ 999105 h 1424419"/>
                <a:gd name="connsiteX15-119" fmla="*/ 0 w 1306046"/>
                <a:gd name="connsiteY15-120" fmla="*/ 972364 h 1424419"/>
                <a:gd name="connsiteX16-121" fmla="*/ 2496 w 1306046"/>
                <a:gd name="connsiteY16-122" fmla="*/ 463106 h 1424419"/>
                <a:gd name="connsiteX17-123" fmla="*/ 2458 w 1306046"/>
                <a:gd name="connsiteY17-124" fmla="*/ 429563 h 1424419"/>
                <a:gd name="connsiteX18-125" fmla="*/ 75248 w 1306046"/>
                <a:gd name="connsiteY18-126" fmla="*/ 303202 h 1424419"/>
                <a:gd name="connsiteX19-127" fmla="*/ 103465 w 1306046"/>
                <a:gd name="connsiteY19-128" fmla="*/ 288252 h 1424419"/>
                <a:gd name="connsiteX20-129" fmla="*/ 541533 w 1306046"/>
                <a:gd name="connsiteY20-130" fmla="*/ 38110 h 1424419"/>
                <a:gd name="connsiteX21-131" fmla="*/ 653528 w 1306046"/>
                <a:gd name="connsiteY21-132" fmla="*/ 0 h 1424419"/>
                <a:gd name="connsiteX0-133" fmla="*/ 653528 w 1305333"/>
                <a:gd name="connsiteY0-134" fmla="*/ 0 h 1424419"/>
                <a:gd name="connsiteX1-135" fmla="*/ 757287 w 1305333"/>
                <a:gd name="connsiteY1-136" fmla="*/ 32444 h 1424419"/>
                <a:gd name="connsiteX2-137" fmla="*/ 1206876 w 1305333"/>
                <a:gd name="connsiteY2-138" fmla="*/ 284945 h 1424419"/>
                <a:gd name="connsiteX3-139" fmla="*/ 1233464 w 1305333"/>
                <a:gd name="connsiteY3-140" fmla="*/ 306775 h 1424419"/>
                <a:gd name="connsiteX4-141" fmla="*/ 1301712 w 1305333"/>
                <a:gd name="connsiteY4-142" fmla="*/ 442384 h 1424419"/>
                <a:gd name="connsiteX5-143" fmla="*/ 1303099 w 1305333"/>
                <a:gd name="connsiteY5-144" fmla="*/ 495558 h 1424419"/>
                <a:gd name="connsiteX6-145" fmla="*/ 1303099 w 1305333"/>
                <a:gd name="connsiteY6-146" fmla="*/ 952393 h 1424419"/>
                <a:gd name="connsiteX7-147" fmla="*/ 1305306 w 1305333"/>
                <a:gd name="connsiteY7-148" fmla="*/ 990115 h 1424419"/>
                <a:gd name="connsiteX8-149" fmla="*/ 1193590 w 1305333"/>
                <a:gd name="connsiteY8-150" fmla="*/ 1159518 h 1424419"/>
                <a:gd name="connsiteX9-151" fmla="*/ 1188747 w 1305333"/>
                <a:gd name="connsiteY9-152" fmla="*/ 1163476 h 1424419"/>
                <a:gd name="connsiteX10-153" fmla="*/ 792288 w 1305333"/>
                <a:gd name="connsiteY10-154" fmla="*/ 1385653 h 1424419"/>
                <a:gd name="connsiteX11-155" fmla="*/ 522686 w 1305333"/>
                <a:gd name="connsiteY11-156" fmla="*/ 1384922 h 1424419"/>
                <a:gd name="connsiteX12-157" fmla="*/ 80344 w 1305333"/>
                <a:gd name="connsiteY12-158" fmla="*/ 1139323 h 1424419"/>
                <a:gd name="connsiteX13-159" fmla="*/ 68397 w 1305333"/>
                <a:gd name="connsiteY13-160" fmla="*/ 1130059 h 1424419"/>
                <a:gd name="connsiteX14-161" fmla="*/ 667 w 1305333"/>
                <a:gd name="connsiteY14-162" fmla="*/ 999105 h 1424419"/>
                <a:gd name="connsiteX15-163" fmla="*/ 0 w 1305333"/>
                <a:gd name="connsiteY15-164" fmla="*/ 972364 h 1424419"/>
                <a:gd name="connsiteX16-165" fmla="*/ 2496 w 1305333"/>
                <a:gd name="connsiteY16-166" fmla="*/ 463106 h 1424419"/>
                <a:gd name="connsiteX17-167" fmla="*/ 2458 w 1305333"/>
                <a:gd name="connsiteY17-168" fmla="*/ 429563 h 1424419"/>
                <a:gd name="connsiteX18-169" fmla="*/ 75248 w 1305333"/>
                <a:gd name="connsiteY18-170" fmla="*/ 303202 h 1424419"/>
                <a:gd name="connsiteX19-171" fmla="*/ 103465 w 1305333"/>
                <a:gd name="connsiteY19-172" fmla="*/ 288252 h 1424419"/>
                <a:gd name="connsiteX20-173" fmla="*/ 541533 w 1305333"/>
                <a:gd name="connsiteY20-174" fmla="*/ 38110 h 1424419"/>
                <a:gd name="connsiteX21-175" fmla="*/ 653528 w 1305333"/>
                <a:gd name="connsiteY21-176" fmla="*/ 0 h 1424419"/>
                <a:gd name="connsiteX0-177" fmla="*/ 653528 w 1305333"/>
                <a:gd name="connsiteY0-178" fmla="*/ 0 h 1424419"/>
                <a:gd name="connsiteX1-179" fmla="*/ 757287 w 1305333"/>
                <a:gd name="connsiteY1-180" fmla="*/ 32444 h 1424419"/>
                <a:gd name="connsiteX2-181" fmla="*/ 1206876 w 1305333"/>
                <a:gd name="connsiteY2-182" fmla="*/ 284945 h 1424419"/>
                <a:gd name="connsiteX3-183" fmla="*/ 1233464 w 1305333"/>
                <a:gd name="connsiteY3-184" fmla="*/ 306775 h 1424419"/>
                <a:gd name="connsiteX4-185" fmla="*/ 1301712 w 1305333"/>
                <a:gd name="connsiteY4-186" fmla="*/ 442384 h 1424419"/>
                <a:gd name="connsiteX5-187" fmla="*/ 1303099 w 1305333"/>
                <a:gd name="connsiteY5-188" fmla="*/ 495558 h 1424419"/>
                <a:gd name="connsiteX6-189" fmla="*/ 1303099 w 1305333"/>
                <a:gd name="connsiteY6-190" fmla="*/ 952393 h 1424419"/>
                <a:gd name="connsiteX7-191" fmla="*/ 1305306 w 1305333"/>
                <a:gd name="connsiteY7-192" fmla="*/ 990115 h 1424419"/>
                <a:gd name="connsiteX8-193" fmla="*/ 1193590 w 1305333"/>
                <a:gd name="connsiteY8-194" fmla="*/ 1159518 h 1424419"/>
                <a:gd name="connsiteX9-195" fmla="*/ 1172881 w 1305333"/>
                <a:gd name="connsiteY9-196" fmla="*/ 1179342 h 1424419"/>
                <a:gd name="connsiteX10-197" fmla="*/ 792288 w 1305333"/>
                <a:gd name="connsiteY10-198" fmla="*/ 1385653 h 1424419"/>
                <a:gd name="connsiteX11-199" fmla="*/ 522686 w 1305333"/>
                <a:gd name="connsiteY11-200" fmla="*/ 1384922 h 1424419"/>
                <a:gd name="connsiteX12-201" fmla="*/ 80344 w 1305333"/>
                <a:gd name="connsiteY12-202" fmla="*/ 1139323 h 1424419"/>
                <a:gd name="connsiteX13-203" fmla="*/ 68397 w 1305333"/>
                <a:gd name="connsiteY13-204" fmla="*/ 1130059 h 1424419"/>
                <a:gd name="connsiteX14-205" fmla="*/ 667 w 1305333"/>
                <a:gd name="connsiteY14-206" fmla="*/ 999105 h 1424419"/>
                <a:gd name="connsiteX15-207" fmla="*/ 0 w 1305333"/>
                <a:gd name="connsiteY15-208" fmla="*/ 972364 h 1424419"/>
                <a:gd name="connsiteX16-209" fmla="*/ 2496 w 1305333"/>
                <a:gd name="connsiteY16-210" fmla="*/ 463106 h 1424419"/>
                <a:gd name="connsiteX17-211" fmla="*/ 2458 w 1305333"/>
                <a:gd name="connsiteY17-212" fmla="*/ 429563 h 1424419"/>
                <a:gd name="connsiteX18-213" fmla="*/ 75248 w 1305333"/>
                <a:gd name="connsiteY18-214" fmla="*/ 303202 h 1424419"/>
                <a:gd name="connsiteX19-215" fmla="*/ 103465 w 1305333"/>
                <a:gd name="connsiteY19-216" fmla="*/ 288252 h 1424419"/>
                <a:gd name="connsiteX20-217" fmla="*/ 541533 w 1305333"/>
                <a:gd name="connsiteY20-218" fmla="*/ 38110 h 1424419"/>
                <a:gd name="connsiteX21-219" fmla="*/ 653528 w 1305333"/>
                <a:gd name="connsiteY21-220" fmla="*/ 0 h 1424419"/>
                <a:gd name="connsiteX0-221" fmla="*/ 653528 w 1305333"/>
                <a:gd name="connsiteY0-222" fmla="*/ 0 h 1424419"/>
                <a:gd name="connsiteX1-223" fmla="*/ 757287 w 1305333"/>
                <a:gd name="connsiteY1-224" fmla="*/ 32444 h 1424419"/>
                <a:gd name="connsiteX2-225" fmla="*/ 1206876 w 1305333"/>
                <a:gd name="connsiteY2-226" fmla="*/ 284945 h 1424419"/>
                <a:gd name="connsiteX3-227" fmla="*/ 1233464 w 1305333"/>
                <a:gd name="connsiteY3-228" fmla="*/ 306775 h 1424419"/>
                <a:gd name="connsiteX4-229" fmla="*/ 1301712 w 1305333"/>
                <a:gd name="connsiteY4-230" fmla="*/ 442384 h 1424419"/>
                <a:gd name="connsiteX5-231" fmla="*/ 1303099 w 1305333"/>
                <a:gd name="connsiteY5-232" fmla="*/ 495558 h 1424419"/>
                <a:gd name="connsiteX6-233" fmla="*/ 1303099 w 1305333"/>
                <a:gd name="connsiteY6-234" fmla="*/ 952393 h 1424419"/>
                <a:gd name="connsiteX7-235" fmla="*/ 1305306 w 1305333"/>
                <a:gd name="connsiteY7-236" fmla="*/ 990115 h 1424419"/>
                <a:gd name="connsiteX8-237" fmla="*/ 1193590 w 1305333"/>
                <a:gd name="connsiteY8-238" fmla="*/ 1159518 h 1424419"/>
                <a:gd name="connsiteX9-239" fmla="*/ 1172881 w 1305333"/>
                <a:gd name="connsiteY9-240" fmla="*/ 1179342 h 1424419"/>
                <a:gd name="connsiteX10-241" fmla="*/ 792288 w 1305333"/>
                <a:gd name="connsiteY10-242" fmla="*/ 1385653 h 1424419"/>
                <a:gd name="connsiteX11-243" fmla="*/ 522686 w 1305333"/>
                <a:gd name="connsiteY11-244" fmla="*/ 1384922 h 1424419"/>
                <a:gd name="connsiteX12-245" fmla="*/ 80344 w 1305333"/>
                <a:gd name="connsiteY12-246" fmla="*/ 1139323 h 1424419"/>
                <a:gd name="connsiteX13-247" fmla="*/ 68397 w 1305333"/>
                <a:gd name="connsiteY13-248" fmla="*/ 1130059 h 1424419"/>
                <a:gd name="connsiteX14-249" fmla="*/ 667 w 1305333"/>
                <a:gd name="connsiteY14-250" fmla="*/ 999105 h 1424419"/>
                <a:gd name="connsiteX15-251" fmla="*/ 0 w 1305333"/>
                <a:gd name="connsiteY15-252" fmla="*/ 972364 h 1424419"/>
                <a:gd name="connsiteX16-253" fmla="*/ 2496 w 1305333"/>
                <a:gd name="connsiteY16-254" fmla="*/ 463106 h 1424419"/>
                <a:gd name="connsiteX17-255" fmla="*/ 2458 w 1305333"/>
                <a:gd name="connsiteY17-256" fmla="*/ 429563 h 1424419"/>
                <a:gd name="connsiteX18-257" fmla="*/ 75248 w 1305333"/>
                <a:gd name="connsiteY18-258" fmla="*/ 303202 h 1424419"/>
                <a:gd name="connsiteX19-259" fmla="*/ 103465 w 1305333"/>
                <a:gd name="connsiteY19-260" fmla="*/ 288252 h 1424419"/>
                <a:gd name="connsiteX20-261" fmla="*/ 541533 w 1305333"/>
                <a:gd name="connsiteY20-262" fmla="*/ 38110 h 1424419"/>
                <a:gd name="connsiteX21-263" fmla="*/ 653528 w 1305333"/>
                <a:gd name="connsiteY21-264" fmla="*/ 0 h 1424419"/>
                <a:gd name="connsiteX0-265" fmla="*/ 653528 w 1305333"/>
                <a:gd name="connsiteY0-266" fmla="*/ 0 h 1424419"/>
                <a:gd name="connsiteX1-267" fmla="*/ 757287 w 1305333"/>
                <a:gd name="connsiteY1-268" fmla="*/ 32444 h 1424419"/>
                <a:gd name="connsiteX2-269" fmla="*/ 1206876 w 1305333"/>
                <a:gd name="connsiteY2-270" fmla="*/ 284945 h 1424419"/>
                <a:gd name="connsiteX3-271" fmla="*/ 1233464 w 1305333"/>
                <a:gd name="connsiteY3-272" fmla="*/ 306775 h 1424419"/>
                <a:gd name="connsiteX4-273" fmla="*/ 1301712 w 1305333"/>
                <a:gd name="connsiteY4-274" fmla="*/ 442384 h 1424419"/>
                <a:gd name="connsiteX5-275" fmla="*/ 1303099 w 1305333"/>
                <a:gd name="connsiteY5-276" fmla="*/ 495558 h 1424419"/>
                <a:gd name="connsiteX6-277" fmla="*/ 1303099 w 1305333"/>
                <a:gd name="connsiteY6-278" fmla="*/ 952393 h 1424419"/>
                <a:gd name="connsiteX7-279" fmla="*/ 1305306 w 1305333"/>
                <a:gd name="connsiteY7-280" fmla="*/ 990115 h 1424419"/>
                <a:gd name="connsiteX8-281" fmla="*/ 1193590 w 1305333"/>
                <a:gd name="connsiteY8-282" fmla="*/ 1159518 h 1424419"/>
                <a:gd name="connsiteX9-283" fmla="*/ 1172881 w 1305333"/>
                <a:gd name="connsiteY9-284" fmla="*/ 1179342 h 1424419"/>
                <a:gd name="connsiteX10-285" fmla="*/ 792288 w 1305333"/>
                <a:gd name="connsiteY10-286" fmla="*/ 1385653 h 1424419"/>
                <a:gd name="connsiteX11-287" fmla="*/ 522686 w 1305333"/>
                <a:gd name="connsiteY11-288" fmla="*/ 1384922 h 1424419"/>
                <a:gd name="connsiteX12-289" fmla="*/ 80344 w 1305333"/>
                <a:gd name="connsiteY12-290" fmla="*/ 1139323 h 1424419"/>
                <a:gd name="connsiteX13-291" fmla="*/ 68397 w 1305333"/>
                <a:gd name="connsiteY13-292" fmla="*/ 1130059 h 1424419"/>
                <a:gd name="connsiteX14-293" fmla="*/ 667 w 1305333"/>
                <a:gd name="connsiteY14-294" fmla="*/ 999105 h 1424419"/>
                <a:gd name="connsiteX15-295" fmla="*/ 0 w 1305333"/>
                <a:gd name="connsiteY15-296" fmla="*/ 972364 h 1424419"/>
                <a:gd name="connsiteX16-297" fmla="*/ 2496 w 1305333"/>
                <a:gd name="connsiteY16-298" fmla="*/ 463106 h 1424419"/>
                <a:gd name="connsiteX17-299" fmla="*/ 2458 w 1305333"/>
                <a:gd name="connsiteY17-300" fmla="*/ 429563 h 1424419"/>
                <a:gd name="connsiteX18-301" fmla="*/ 75248 w 1305333"/>
                <a:gd name="connsiteY18-302" fmla="*/ 303202 h 1424419"/>
                <a:gd name="connsiteX19-303" fmla="*/ 103465 w 1305333"/>
                <a:gd name="connsiteY19-304" fmla="*/ 288252 h 1424419"/>
                <a:gd name="connsiteX20-305" fmla="*/ 541533 w 1305333"/>
                <a:gd name="connsiteY20-306" fmla="*/ 38110 h 1424419"/>
                <a:gd name="connsiteX21-307" fmla="*/ 653528 w 1305333"/>
                <a:gd name="connsiteY21-308" fmla="*/ 0 h 1424419"/>
                <a:gd name="connsiteX0-309" fmla="*/ 653528 w 1305333"/>
                <a:gd name="connsiteY0-310" fmla="*/ 0 h 1424419"/>
                <a:gd name="connsiteX1-311" fmla="*/ 757287 w 1305333"/>
                <a:gd name="connsiteY1-312" fmla="*/ 32444 h 1424419"/>
                <a:gd name="connsiteX2-313" fmla="*/ 1206876 w 1305333"/>
                <a:gd name="connsiteY2-314" fmla="*/ 284945 h 1424419"/>
                <a:gd name="connsiteX3-315" fmla="*/ 1233464 w 1305333"/>
                <a:gd name="connsiteY3-316" fmla="*/ 306775 h 1424419"/>
                <a:gd name="connsiteX4-317" fmla="*/ 1301712 w 1305333"/>
                <a:gd name="connsiteY4-318" fmla="*/ 442384 h 1424419"/>
                <a:gd name="connsiteX5-319" fmla="*/ 1303099 w 1305333"/>
                <a:gd name="connsiteY5-320" fmla="*/ 495558 h 1424419"/>
                <a:gd name="connsiteX6-321" fmla="*/ 1303099 w 1305333"/>
                <a:gd name="connsiteY6-322" fmla="*/ 952393 h 1424419"/>
                <a:gd name="connsiteX7-323" fmla="*/ 1305306 w 1305333"/>
                <a:gd name="connsiteY7-324" fmla="*/ 990115 h 1424419"/>
                <a:gd name="connsiteX8-325" fmla="*/ 1193590 w 1305333"/>
                <a:gd name="connsiteY8-326" fmla="*/ 1159518 h 1424419"/>
                <a:gd name="connsiteX9-327" fmla="*/ 1172881 w 1305333"/>
                <a:gd name="connsiteY9-328" fmla="*/ 1179342 h 1424419"/>
                <a:gd name="connsiteX10-329" fmla="*/ 792288 w 1305333"/>
                <a:gd name="connsiteY10-330" fmla="*/ 1385653 h 1424419"/>
                <a:gd name="connsiteX11-331" fmla="*/ 522686 w 1305333"/>
                <a:gd name="connsiteY11-332" fmla="*/ 1384922 h 1424419"/>
                <a:gd name="connsiteX12-333" fmla="*/ 80344 w 1305333"/>
                <a:gd name="connsiteY12-334" fmla="*/ 1139323 h 1424419"/>
                <a:gd name="connsiteX13-335" fmla="*/ 68397 w 1305333"/>
                <a:gd name="connsiteY13-336" fmla="*/ 1130059 h 1424419"/>
                <a:gd name="connsiteX14-337" fmla="*/ 667 w 1305333"/>
                <a:gd name="connsiteY14-338" fmla="*/ 999105 h 1424419"/>
                <a:gd name="connsiteX15-339" fmla="*/ 0 w 1305333"/>
                <a:gd name="connsiteY15-340" fmla="*/ 972364 h 1424419"/>
                <a:gd name="connsiteX16-341" fmla="*/ 2496 w 1305333"/>
                <a:gd name="connsiteY16-342" fmla="*/ 463106 h 1424419"/>
                <a:gd name="connsiteX17-343" fmla="*/ 2458 w 1305333"/>
                <a:gd name="connsiteY17-344" fmla="*/ 429563 h 1424419"/>
                <a:gd name="connsiteX18-345" fmla="*/ 75248 w 1305333"/>
                <a:gd name="connsiteY18-346" fmla="*/ 303202 h 1424419"/>
                <a:gd name="connsiteX19-347" fmla="*/ 103465 w 1305333"/>
                <a:gd name="connsiteY19-348" fmla="*/ 288252 h 1424419"/>
                <a:gd name="connsiteX20-349" fmla="*/ 541533 w 1305333"/>
                <a:gd name="connsiteY20-350" fmla="*/ 38110 h 1424419"/>
                <a:gd name="connsiteX21-351" fmla="*/ 653528 w 1305333"/>
                <a:gd name="connsiteY21-352" fmla="*/ 0 h 1424419"/>
                <a:gd name="connsiteX0-353" fmla="*/ 653528 w 1305333"/>
                <a:gd name="connsiteY0-354" fmla="*/ 0 h 1424419"/>
                <a:gd name="connsiteX1-355" fmla="*/ 757287 w 1305333"/>
                <a:gd name="connsiteY1-356" fmla="*/ 32444 h 1424419"/>
                <a:gd name="connsiteX2-357" fmla="*/ 1206876 w 1305333"/>
                <a:gd name="connsiteY2-358" fmla="*/ 284945 h 1424419"/>
                <a:gd name="connsiteX3-359" fmla="*/ 1233464 w 1305333"/>
                <a:gd name="connsiteY3-360" fmla="*/ 306775 h 1424419"/>
                <a:gd name="connsiteX4-361" fmla="*/ 1301712 w 1305333"/>
                <a:gd name="connsiteY4-362" fmla="*/ 442384 h 1424419"/>
                <a:gd name="connsiteX5-363" fmla="*/ 1303099 w 1305333"/>
                <a:gd name="connsiteY5-364" fmla="*/ 495558 h 1424419"/>
                <a:gd name="connsiteX6-365" fmla="*/ 1303099 w 1305333"/>
                <a:gd name="connsiteY6-366" fmla="*/ 952393 h 1424419"/>
                <a:gd name="connsiteX7-367" fmla="*/ 1305306 w 1305333"/>
                <a:gd name="connsiteY7-368" fmla="*/ 990115 h 1424419"/>
                <a:gd name="connsiteX8-369" fmla="*/ 1193590 w 1305333"/>
                <a:gd name="connsiteY8-370" fmla="*/ 1159518 h 1424419"/>
                <a:gd name="connsiteX9-371" fmla="*/ 1172881 w 1305333"/>
                <a:gd name="connsiteY9-372" fmla="*/ 1179342 h 1424419"/>
                <a:gd name="connsiteX10-373" fmla="*/ 792288 w 1305333"/>
                <a:gd name="connsiteY10-374" fmla="*/ 1385653 h 1424419"/>
                <a:gd name="connsiteX11-375" fmla="*/ 522686 w 1305333"/>
                <a:gd name="connsiteY11-376" fmla="*/ 1384922 h 1424419"/>
                <a:gd name="connsiteX12-377" fmla="*/ 80344 w 1305333"/>
                <a:gd name="connsiteY12-378" fmla="*/ 1139323 h 1424419"/>
                <a:gd name="connsiteX13-379" fmla="*/ 68397 w 1305333"/>
                <a:gd name="connsiteY13-380" fmla="*/ 1130059 h 1424419"/>
                <a:gd name="connsiteX14-381" fmla="*/ 667 w 1305333"/>
                <a:gd name="connsiteY14-382" fmla="*/ 999105 h 1424419"/>
                <a:gd name="connsiteX15-383" fmla="*/ 0 w 1305333"/>
                <a:gd name="connsiteY15-384" fmla="*/ 972364 h 1424419"/>
                <a:gd name="connsiteX16-385" fmla="*/ 2496 w 1305333"/>
                <a:gd name="connsiteY16-386" fmla="*/ 463106 h 1424419"/>
                <a:gd name="connsiteX17-387" fmla="*/ 2458 w 1305333"/>
                <a:gd name="connsiteY17-388" fmla="*/ 429563 h 1424419"/>
                <a:gd name="connsiteX18-389" fmla="*/ 75248 w 1305333"/>
                <a:gd name="connsiteY18-390" fmla="*/ 303202 h 1424419"/>
                <a:gd name="connsiteX19-391" fmla="*/ 106293 w 1305333"/>
                <a:gd name="connsiteY19-392" fmla="*/ 282597 h 1424419"/>
                <a:gd name="connsiteX20-393" fmla="*/ 541533 w 1305333"/>
                <a:gd name="connsiteY20-394" fmla="*/ 38110 h 1424419"/>
                <a:gd name="connsiteX21-395" fmla="*/ 653528 w 1305333"/>
                <a:gd name="connsiteY21-396" fmla="*/ 0 h 1424419"/>
                <a:gd name="connsiteX0-397" fmla="*/ 653528 w 1305333"/>
                <a:gd name="connsiteY0-398" fmla="*/ 0 h 1424419"/>
                <a:gd name="connsiteX1-399" fmla="*/ 757287 w 1305333"/>
                <a:gd name="connsiteY1-400" fmla="*/ 32444 h 1424419"/>
                <a:gd name="connsiteX2-401" fmla="*/ 1206876 w 1305333"/>
                <a:gd name="connsiteY2-402" fmla="*/ 284945 h 1424419"/>
                <a:gd name="connsiteX3-403" fmla="*/ 1237706 w 1305333"/>
                <a:gd name="connsiteY3-404" fmla="*/ 306775 h 1424419"/>
                <a:gd name="connsiteX4-405" fmla="*/ 1301712 w 1305333"/>
                <a:gd name="connsiteY4-406" fmla="*/ 442384 h 1424419"/>
                <a:gd name="connsiteX5-407" fmla="*/ 1303099 w 1305333"/>
                <a:gd name="connsiteY5-408" fmla="*/ 495558 h 1424419"/>
                <a:gd name="connsiteX6-409" fmla="*/ 1303099 w 1305333"/>
                <a:gd name="connsiteY6-410" fmla="*/ 952393 h 1424419"/>
                <a:gd name="connsiteX7-411" fmla="*/ 1305306 w 1305333"/>
                <a:gd name="connsiteY7-412" fmla="*/ 990115 h 1424419"/>
                <a:gd name="connsiteX8-413" fmla="*/ 1193590 w 1305333"/>
                <a:gd name="connsiteY8-414" fmla="*/ 1159518 h 1424419"/>
                <a:gd name="connsiteX9-415" fmla="*/ 1172881 w 1305333"/>
                <a:gd name="connsiteY9-416" fmla="*/ 1179342 h 1424419"/>
                <a:gd name="connsiteX10-417" fmla="*/ 792288 w 1305333"/>
                <a:gd name="connsiteY10-418" fmla="*/ 1385653 h 1424419"/>
                <a:gd name="connsiteX11-419" fmla="*/ 522686 w 1305333"/>
                <a:gd name="connsiteY11-420" fmla="*/ 1384922 h 1424419"/>
                <a:gd name="connsiteX12-421" fmla="*/ 80344 w 1305333"/>
                <a:gd name="connsiteY12-422" fmla="*/ 1139323 h 1424419"/>
                <a:gd name="connsiteX13-423" fmla="*/ 68397 w 1305333"/>
                <a:gd name="connsiteY13-424" fmla="*/ 1130059 h 1424419"/>
                <a:gd name="connsiteX14-425" fmla="*/ 667 w 1305333"/>
                <a:gd name="connsiteY14-426" fmla="*/ 999105 h 1424419"/>
                <a:gd name="connsiteX15-427" fmla="*/ 0 w 1305333"/>
                <a:gd name="connsiteY15-428" fmla="*/ 972364 h 1424419"/>
                <a:gd name="connsiteX16-429" fmla="*/ 2496 w 1305333"/>
                <a:gd name="connsiteY16-430" fmla="*/ 463106 h 1424419"/>
                <a:gd name="connsiteX17-431" fmla="*/ 2458 w 1305333"/>
                <a:gd name="connsiteY17-432" fmla="*/ 429563 h 1424419"/>
                <a:gd name="connsiteX18-433" fmla="*/ 75248 w 1305333"/>
                <a:gd name="connsiteY18-434" fmla="*/ 303202 h 1424419"/>
                <a:gd name="connsiteX19-435" fmla="*/ 106293 w 1305333"/>
                <a:gd name="connsiteY19-436" fmla="*/ 282597 h 1424419"/>
                <a:gd name="connsiteX20-437" fmla="*/ 541533 w 1305333"/>
                <a:gd name="connsiteY20-438" fmla="*/ 38110 h 1424419"/>
                <a:gd name="connsiteX21-439" fmla="*/ 653528 w 1305333"/>
                <a:gd name="connsiteY21-440" fmla="*/ 0 h 1424419"/>
                <a:gd name="connsiteX0-441" fmla="*/ 653528 w 1305333"/>
                <a:gd name="connsiteY0-442" fmla="*/ 0 h 1424419"/>
                <a:gd name="connsiteX1-443" fmla="*/ 757287 w 1305333"/>
                <a:gd name="connsiteY1-444" fmla="*/ 32444 h 1424419"/>
                <a:gd name="connsiteX2-445" fmla="*/ 1206876 w 1305333"/>
                <a:gd name="connsiteY2-446" fmla="*/ 284945 h 1424419"/>
                <a:gd name="connsiteX3-447" fmla="*/ 1237706 w 1305333"/>
                <a:gd name="connsiteY3-448" fmla="*/ 306775 h 1424419"/>
                <a:gd name="connsiteX4-449" fmla="*/ 1301712 w 1305333"/>
                <a:gd name="connsiteY4-450" fmla="*/ 442384 h 1424419"/>
                <a:gd name="connsiteX5-451" fmla="*/ 1303099 w 1305333"/>
                <a:gd name="connsiteY5-452" fmla="*/ 495558 h 1424419"/>
                <a:gd name="connsiteX6-453" fmla="*/ 1303099 w 1305333"/>
                <a:gd name="connsiteY6-454" fmla="*/ 952393 h 1424419"/>
                <a:gd name="connsiteX7-455" fmla="*/ 1305306 w 1305333"/>
                <a:gd name="connsiteY7-456" fmla="*/ 990115 h 1424419"/>
                <a:gd name="connsiteX8-457" fmla="*/ 1211970 w 1305333"/>
                <a:gd name="connsiteY8-458" fmla="*/ 1149621 h 1424419"/>
                <a:gd name="connsiteX9-459" fmla="*/ 1172881 w 1305333"/>
                <a:gd name="connsiteY9-460" fmla="*/ 1179342 h 1424419"/>
                <a:gd name="connsiteX10-461" fmla="*/ 792288 w 1305333"/>
                <a:gd name="connsiteY10-462" fmla="*/ 1385653 h 1424419"/>
                <a:gd name="connsiteX11-463" fmla="*/ 522686 w 1305333"/>
                <a:gd name="connsiteY11-464" fmla="*/ 1384922 h 1424419"/>
                <a:gd name="connsiteX12-465" fmla="*/ 80344 w 1305333"/>
                <a:gd name="connsiteY12-466" fmla="*/ 1139323 h 1424419"/>
                <a:gd name="connsiteX13-467" fmla="*/ 68397 w 1305333"/>
                <a:gd name="connsiteY13-468" fmla="*/ 1130059 h 1424419"/>
                <a:gd name="connsiteX14-469" fmla="*/ 667 w 1305333"/>
                <a:gd name="connsiteY14-470" fmla="*/ 999105 h 1424419"/>
                <a:gd name="connsiteX15-471" fmla="*/ 0 w 1305333"/>
                <a:gd name="connsiteY15-472" fmla="*/ 972364 h 1424419"/>
                <a:gd name="connsiteX16-473" fmla="*/ 2496 w 1305333"/>
                <a:gd name="connsiteY16-474" fmla="*/ 463106 h 1424419"/>
                <a:gd name="connsiteX17-475" fmla="*/ 2458 w 1305333"/>
                <a:gd name="connsiteY17-476" fmla="*/ 429563 h 1424419"/>
                <a:gd name="connsiteX18-477" fmla="*/ 75248 w 1305333"/>
                <a:gd name="connsiteY18-478" fmla="*/ 303202 h 1424419"/>
                <a:gd name="connsiteX19-479" fmla="*/ 106293 w 1305333"/>
                <a:gd name="connsiteY19-480" fmla="*/ 282597 h 1424419"/>
                <a:gd name="connsiteX20-481" fmla="*/ 541533 w 1305333"/>
                <a:gd name="connsiteY20-482" fmla="*/ 38110 h 1424419"/>
                <a:gd name="connsiteX21-483" fmla="*/ 653528 w 1305333"/>
                <a:gd name="connsiteY21-484" fmla="*/ 0 h 1424419"/>
                <a:gd name="connsiteX0-485" fmla="*/ 653528 w 1305333"/>
                <a:gd name="connsiteY0-486" fmla="*/ 0 h 1424419"/>
                <a:gd name="connsiteX1-487" fmla="*/ 757287 w 1305333"/>
                <a:gd name="connsiteY1-488" fmla="*/ 32444 h 1424419"/>
                <a:gd name="connsiteX2-489" fmla="*/ 1206876 w 1305333"/>
                <a:gd name="connsiteY2-490" fmla="*/ 284945 h 1424419"/>
                <a:gd name="connsiteX3-491" fmla="*/ 1237706 w 1305333"/>
                <a:gd name="connsiteY3-492" fmla="*/ 306775 h 1424419"/>
                <a:gd name="connsiteX4-493" fmla="*/ 1301712 w 1305333"/>
                <a:gd name="connsiteY4-494" fmla="*/ 442384 h 1424419"/>
                <a:gd name="connsiteX5-495" fmla="*/ 1303099 w 1305333"/>
                <a:gd name="connsiteY5-496" fmla="*/ 495558 h 1424419"/>
                <a:gd name="connsiteX6-497" fmla="*/ 1303099 w 1305333"/>
                <a:gd name="connsiteY6-498" fmla="*/ 952393 h 1424419"/>
                <a:gd name="connsiteX7-499" fmla="*/ 1305306 w 1305333"/>
                <a:gd name="connsiteY7-500" fmla="*/ 990115 h 1424419"/>
                <a:gd name="connsiteX8-501" fmla="*/ 1236006 w 1305333"/>
                <a:gd name="connsiteY8-502" fmla="*/ 1160932 h 1424419"/>
                <a:gd name="connsiteX9-503" fmla="*/ 1172881 w 1305333"/>
                <a:gd name="connsiteY9-504" fmla="*/ 1179342 h 1424419"/>
                <a:gd name="connsiteX10-505" fmla="*/ 792288 w 1305333"/>
                <a:gd name="connsiteY10-506" fmla="*/ 1385653 h 1424419"/>
                <a:gd name="connsiteX11-507" fmla="*/ 522686 w 1305333"/>
                <a:gd name="connsiteY11-508" fmla="*/ 1384922 h 1424419"/>
                <a:gd name="connsiteX12-509" fmla="*/ 80344 w 1305333"/>
                <a:gd name="connsiteY12-510" fmla="*/ 1139323 h 1424419"/>
                <a:gd name="connsiteX13-511" fmla="*/ 68397 w 1305333"/>
                <a:gd name="connsiteY13-512" fmla="*/ 1130059 h 1424419"/>
                <a:gd name="connsiteX14-513" fmla="*/ 667 w 1305333"/>
                <a:gd name="connsiteY14-514" fmla="*/ 999105 h 1424419"/>
                <a:gd name="connsiteX15-515" fmla="*/ 0 w 1305333"/>
                <a:gd name="connsiteY15-516" fmla="*/ 972364 h 1424419"/>
                <a:gd name="connsiteX16-517" fmla="*/ 2496 w 1305333"/>
                <a:gd name="connsiteY16-518" fmla="*/ 463106 h 1424419"/>
                <a:gd name="connsiteX17-519" fmla="*/ 2458 w 1305333"/>
                <a:gd name="connsiteY17-520" fmla="*/ 429563 h 1424419"/>
                <a:gd name="connsiteX18-521" fmla="*/ 75248 w 1305333"/>
                <a:gd name="connsiteY18-522" fmla="*/ 303202 h 1424419"/>
                <a:gd name="connsiteX19-523" fmla="*/ 106293 w 1305333"/>
                <a:gd name="connsiteY19-524" fmla="*/ 282597 h 1424419"/>
                <a:gd name="connsiteX20-525" fmla="*/ 541533 w 1305333"/>
                <a:gd name="connsiteY20-526" fmla="*/ 38110 h 1424419"/>
                <a:gd name="connsiteX21-527" fmla="*/ 653528 w 1305333"/>
                <a:gd name="connsiteY21-528" fmla="*/ 0 h 1424419"/>
                <a:gd name="connsiteX0-529" fmla="*/ 653528 w 1313169"/>
                <a:gd name="connsiteY0-530" fmla="*/ 0 h 1424419"/>
                <a:gd name="connsiteX1-531" fmla="*/ 757287 w 1313169"/>
                <a:gd name="connsiteY1-532" fmla="*/ 32444 h 1424419"/>
                <a:gd name="connsiteX2-533" fmla="*/ 1206876 w 1313169"/>
                <a:gd name="connsiteY2-534" fmla="*/ 284945 h 1424419"/>
                <a:gd name="connsiteX3-535" fmla="*/ 1237706 w 1313169"/>
                <a:gd name="connsiteY3-536" fmla="*/ 306775 h 1424419"/>
                <a:gd name="connsiteX4-537" fmla="*/ 1301712 w 1313169"/>
                <a:gd name="connsiteY4-538" fmla="*/ 442384 h 1424419"/>
                <a:gd name="connsiteX5-539" fmla="*/ 1303099 w 1313169"/>
                <a:gd name="connsiteY5-540" fmla="*/ 495558 h 1424419"/>
                <a:gd name="connsiteX6-541" fmla="*/ 1303099 w 1313169"/>
                <a:gd name="connsiteY6-542" fmla="*/ 952393 h 1424419"/>
                <a:gd name="connsiteX7-543" fmla="*/ 1305306 w 1313169"/>
                <a:gd name="connsiteY7-544" fmla="*/ 990115 h 1424419"/>
                <a:gd name="connsiteX8-545" fmla="*/ 1271352 w 1313169"/>
                <a:gd name="connsiteY8-546" fmla="*/ 1142552 h 1424419"/>
                <a:gd name="connsiteX9-547" fmla="*/ 1172881 w 1313169"/>
                <a:gd name="connsiteY9-548" fmla="*/ 1179342 h 1424419"/>
                <a:gd name="connsiteX10-549" fmla="*/ 792288 w 1313169"/>
                <a:gd name="connsiteY10-550" fmla="*/ 1385653 h 1424419"/>
                <a:gd name="connsiteX11-551" fmla="*/ 522686 w 1313169"/>
                <a:gd name="connsiteY11-552" fmla="*/ 1384922 h 1424419"/>
                <a:gd name="connsiteX12-553" fmla="*/ 80344 w 1313169"/>
                <a:gd name="connsiteY12-554" fmla="*/ 1139323 h 1424419"/>
                <a:gd name="connsiteX13-555" fmla="*/ 68397 w 1313169"/>
                <a:gd name="connsiteY13-556" fmla="*/ 1130059 h 1424419"/>
                <a:gd name="connsiteX14-557" fmla="*/ 667 w 1313169"/>
                <a:gd name="connsiteY14-558" fmla="*/ 999105 h 1424419"/>
                <a:gd name="connsiteX15-559" fmla="*/ 0 w 1313169"/>
                <a:gd name="connsiteY15-560" fmla="*/ 972364 h 1424419"/>
                <a:gd name="connsiteX16-561" fmla="*/ 2496 w 1313169"/>
                <a:gd name="connsiteY16-562" fmla="*/ 463106 h 1424419"/>
                <a:gd name="connsiteX17-563" fmla="*/ 2458 w 1313169"/>
                <a:gd name="connsiteY17-564" fmla="*/ 429563 h 1424419"/>
                <a:gd name="connsiteX18-565" fmla="*/ 75248 w 1313169"/>
                <a:gd name="connsiteY18-566" fmla="*/ 303202 h 1424419"/>
                <a:gd name="connsiteX19-567" fmla="*/ 106293 w 1313169"/>
                <a:gd name="connsiteY19-568" fmla="*/ 282597 h 1424419"/>
                <a:gd name="connsiteX20-569" fmla="*/ 541533 w 1313169"/>
                <a:gd name="connsiteY20-570" fmla="*/ 38110 h 1424419"/>
                <a:gd name="connsiteX21-571" fmla="*/ 653528 w 1313169"/>
                <a:gd name="connsiteY21-572" fmla="*/ 0 h 1424419"/>
                <a:gd name="connsiteX0-573" fmla="*/ 653528 w 1306267"/>
                <a:gd name="connsiteY0-574" fmla="*/ 0 h 1424419"/>
                <a:gd name="connsiteX1-575" fmla="*/ 757287 w 1306267"/>
                <a:gd name="connsiteY1-576" fmla="*/ 32444 h 1424419"/>
                <a:gd name="connsiteX2-577" fmla="*/ 1206876 w 1306267"/>
                <a:gd name="connsiteY2-578" fmla="*/ 284945 h 1424419"/>
                <a:gd name="connsiteX3-579" fmla="*/ 1237706 w 1306267"/>
                <a:gd name="connsiteY3-580" fmla="*/ 306775 h 1424419"/>
                <a:gd name="connsiteX4-581" fmla="*/ 1301712 w 1306267"/>
                <a:gd name="connsiteY4-582" fmla="*/ 442384 h 1424419"/>
                <a:gd name="connsiteX5-583" fmla="*/ 1303099 w 1306267"/>
                <a:gd name="connsiteY5-584" fmla="*/ 495558 h 1424419"/>
                <a:gd name="connsiteX6-585" fmla="*/ 1303099 w 1306267"/>
                <a:gd name="connsiteY6-586" fmla="*/ 952393 h 1424419"/>
                <a:gd name="connsiteX7-587" fmla="*/ 1305306 w 1306267"/>
                <a:gd name="connsiteY7-588" fmla="*/ 990115 h 1424419"/>
                <a:gd name="connsiteX8-589" fmla="*/ 1255800 w 1306267"/>
                <a:gd name="connsiteY8-590" fmla="*/ 1142552 h 1424419"/>
                <a:gd name="connsiteX9-591" fmla="*/ 1172881 w 1306267"/>
                <a:gd name="connsiteY9-592" fmla="*/ 1179342 h 1424419"/>
                <a:gd name="connsiteX10-593" fmla="*/ 792288 w 1306267"/>
                <a:gd name="connsiteY10-594" fmla="*/ 1385653 h 1424419"/>
                <a:gd name="connsiteX11-595" fmla="*/ 522686 w 1306267"/>
                <a:gd name="connsiteY11-596" fmla="*/ 1384922 h 1424419"/>
                <a:gd name="connsiteX12-597" fmla="*/ 80344 w 1306267"/>
                <a:gd name="connsiteY12-598" fmla="*/ 1139323 h 1424419"/>
                <a:gd name="connsiteX13-599" fmla="*/ 68397 w 1306267"/>
                <a:gd name="connsiteY13-600" fmla="*/ 1130059 h 1424419"/>
                <a:gd name="connsiteX14-601" fmla="*/ 667 w 1306267"/>
                <a:gd name="connsiteY14-602" fmla="*/ 999105 h 1424419"/>
                <a:gd name="connsiteX15-603" fmla="*/ 0 w 1306267"/>
                <a:gd name="connsiteY15-604" fmla="*/ 972364 h 1424419"/>
                <a:gd name="connsiteX16-605" fmla="*/ 2496 w 1306267"/>
                <a:gd name="connsiteY16-606" fmla="*/ 463106 h 1424419"/>
                <a:gd name="connsiteX17-607" fmla="*/ 2458 w 1306267"/>
                <a:gd name="connsiteY17-608" fmla="*/ 429563 h 1424419"/>
                <a:gd name="connsiteX18-609" fmla="*/ 75248 w 1306267"/>
                <a:gd name="connsiteY18-610" fmla="*/ 303202 h 1424419"/>
                <a:gd name="connsiteX19-611" fmla="*/ 106293 w 1306267"/>
                <a:gd name="connsiteY19-612" fmla="*/ 282597 h 1424419"/>
                <a:gd name="connsiteX20-613" fmla="*/ 541533 w 1306267"/>
                <a:gd name="connsiteY20-614" fmla="*/ 38110 h 1424419"/>
                <a:gd name="connsiteX21-615" fmla="*/ 653528 w 1306267"/>
                <a:gd name="connsiteY21-616" fmla="*/ 0 h 1424419"/>
                <a:gd name="connsiteX0-617" fmla="*/ 653528 w 1306267"/>
                <a:gd name="connsiteY0-618" fmla="*/ 0 h 1424419"/>
                <a:gd name="connsiteX1-619" fmla="*/ 757287 w 1306267"/>
                <a:gd name="connsiteY1-620" fmla="*/ 32444 h 1424419"/>
                <a:gd name="connsiteX2-621" fmla="*/ 1206876 w 1306267"/>
                <a:gd name="connsiteY2-622" fmla="*/ 284945 h 1424419"/>
                <a:gd name="connsiteX3-623" fmla="*/ 1237706 w 1306267"/>
                <a:gd name="connsiteY3-624" fmla="*/ 306775 h 1424419"/>
                <a:gd name="connsiteX4-625" fmla="*/ 1301712 w 1306267"/>
                <a:gd name="connsiteY4-626" fmla="*/ 442384 h 1424419"/>
                <a:gd name="connsiteX5-627" fmla="*/ 1303099 w 1306267"/>
                <a:gd name="connsiteY5-628" fmla="*/ 495558 h 1424419"/>
                <a:gd name="connsiteX6-629" fmla="*/ 1303099 w 1306267"/>
                <a:gd name="connsiteY6-630" fmla="*/ 952393 h 1424419"/>
                <a:gd name="connsiteX7-631" fmla="*/ 1305306 w 1306267"/>
                <a:gd name="connsiteY7-632" fmla="*/ 990115 h 1424419"/>
                <a:gd name="connsiteX8-633" fmla="*/ 1255800 w 1306267"/>
                <a:gd name="connsiteY8-634" fmla="*/ 1142552 h 1424419"/>
                <a:gd name="connsiteX9-635" fmla="*/ 1172881 w 1306267"/>
                <a:gd name="connsiteY9-636" fmla="*/ 1179342 h 1424419"/>
                <a:gd name="connsiteX10-637" fmla="*/ 792288 w 1306267"/>
                <a:gd name="connsiteY10-638" fmla="*/ 1385653 h 1424419"/>
                <a:gd name="connsiteX11-639" fmla="*/ 522686 w 1306267"/>
                <a:gd name="connsiteY11-640" fmla="*/ 1384922 h 1424419"/>
                <a:gd name="connsiteX12-641" fmla="*/ 80344 w 1306267"/>
                <a:gd name="connsiteY12-642" fmla="*/ 1139323 h 1424419"/>
                <a:gd name="connsiteX13-643" fmla="*/ 61328 w 1306267"/>
                <a:gd name="connsiteY13-644" fmla="*/ 1127231 h 1424419"/>
                <a:gd name="connsiteX14-645" fmla="*/ 667 w 1306267"/>
                <a:gd name="connsiteY14-646" fmla="*/ 999105 h 1424419"/>
                <a:gd name="connsiteX15-647" fmla="*/ 0 w 1306267"/>
                <a:gd name="connsiteY15-648" fmla="*/ 972364 h 1424419"/>
                <a:gd name="connsiteX16-649" fmla="*/ 2496 w 1306267"/>
                <a:gd name="connsiteY16-650" fmla="*/ 463106 h 1424419"/>
                <a:gd name="connsiteX17-651" fmla="*/ 2458 w 1306267"/>
                <a:gd name="connsiteY17-652" fmla="*/ 429563 h 1424419"/>
                <a:gd name="connsiteX18-653" fmla="*/ 75248 w 1306267"/>
                <a:gd name="connsiteY18-654" fmla="*/ 303202 h 1424419"/>
                <a:gd name="connsiteX19-655" fmla="*/ 106293 w 1306267"/>
                <a:gd name="connsiteY19-656" fmla="*/ 282597 h 1424419"/>
                <a:gd name="connsiteX20-657" fmla="*/ 541533 w 1306267"/>
                <a:gd name="connsiteY20-658" fmla="*/ 38110 h 1424419"/>
                <a:gd name="connsiteX21-659" fmla="*/ 653528 w 1306267"/>
                <a:gd name="connsiteY21-660" fmla="*/ 0 h 1424419"/>
                <a:gd name="connsiteX0-661" fmla="*/ 653528 w 1306267"/>
                <a:gd name="connsiteY0-662" fmla="*/ 0 h 1424419"/>
                <a:gd name="connsiteX1-663" fmla="*/ 757287 w 1306267"/>
                <a:gd name="connsiteY1-664" fmla="*/ 32444 h 1424419"/>
                <a:gd name="connsiteX2-665" fmla="*/ 1206876 w 1306267"/>
                <a:gd name="connsiteY2-666" fmla="*/ 284945 h 1424419"/>
                <a:gd name="connsiteX3-667" fmla="*/ 1237706 w 1306267"/>
                <a:gd name="connsiteY3-668" fmla="*/ 306775 h 1424419"/>
                <a:gd name="connsiteX4-669" fmla="*/ 1301712 w 1306267"/>
                <a:gd name="connsiteY4-670" fmla="*/ 442384 h 1424419"/>
                <a:gd name="connsiteX5-671" fmla="*/ 1303099 w 1306267"/>
                <a:gd name="connsiteY5-672" fmla="*/ 495558 h 1424419"/>
                <a:gd name="connsiteX6-673" fmla="*/ 1303099 w 1306267"/>
                <a:gd name="connsiteY6-674" fmla="*/ 952393 h 1424419"/>
                <a:gd name="connsiteX7-675" fmla="*/ 1305306 w 1306267"/>
                <a:gd name="connsiteY7-676" fmla="*/ 990115 h 1424419"/>
                <a:gd name="connsiteX8-677" fmla="*/ 1255800 w 1306267"/>
                <a:gd name="connsiteY8-678" fmla="*/ 1142552 h 1424419"/>
                <a:gd name="connsiteX9-679" fmla="*/ 1172881 w 1306267"/>
                <a:gd name="connsiteY9-680" fmla="*/ 1179342 h 1424419"/>
                <a:gd name="connsiteX10-681" fmla="*/ 792288 w 1306267"/>
                <a:gd name="connsiteY10-682" fmla="*/ 1385653 h 1424419"/>
                <a:gd name="connsiteX11-683" fmla="*/ 522686 w 1306267"/>
                <a:gd name="connsiteY11-684" fmla="*/ 1384922 h 1424419"/>
                <a:gd name="connsiteX12-685" fmla="*/ 80344 w 1306267"/>
                <a:gd name="connsiteY12-686" fmla="*/ 1139323 h 1424419"/>
                <a:gd name="connsiteX13-687" fmla="*/ 61328 w 1306267"/>
                <a:gd name="connsiteY13-688" fmla="*/ 1127231 h 1424419"/>
                <a:gd name="connsiteX14-689" fmla="*/ 667 w 1306267"/>
                <a:gd name="connsiteY14-690" fmla="*/ 999105 h 1424419"/>
                <a:gd name="connsiteX15-691" fmla="*/ 0 w 1306267"/>
                <a:gd name="connsiteY15-692" fmla="*/ 972364 h 1424419"/>
                <a:gd name="connsiteX16-693" fmla="*/ 2496 w 1306267"/>
                <a:gd name="connsiteY16-694" fmla="*/ 463106 h 1424419"/>
                <a:gd name="connsiteX17-695" fmla="*/ 2458 w 1306267"/>
                <a:gd name="connsiteY17-696" fmla="*/ 429563 h 1424419"/>
                <a:gd name="connsiteX18-697" fmla="*/ 75248 w 1306267"/>
                <a:gd name="connsiteY18-698" fmla="*/ 303202 h 1424419"/>
                <a:gd name="connsiteX19-699" fmla="*/ 106293 w 1306267"/>
                <a:gd name="connsiteY19-700" fmla="*/ 282597 h 1424419"/>
                <a:gd name="connsiteX20-701" fmla="*/ 541533 w 1306267"/>
                <a:gd name="connsiteY20-702" fmla="*/ 38110 h 1424419"/>
                <a:gd name="connsiteX21-703" fmla="*/ 653528 w 1306267"/>
                <a:gd name="connsiteY21-704" fmla="*/ 0 h 1424419"/>
                <a:gd name="connsiteX0-705" fmla="*/ 653528 w 1306267"/>
                <a:gd name="connsiteY0-706" fmla="*/ 0 h 1424419"/>
                <a:gd name="connsiteX1-707" fmla="*/ 757287 w 1306267"/>
                <a:gd name="connsiteY1-708" fmla="*/ 32444 h 1424419"/>
                <a:gd name="connsiteX2-709" fmla="*/ 1206876 w 1306267"/>
                <a:gd name="connsiteY2-710" fmla="*/ 284945 h 1424419"/>
                <a:gd name="connsiteX3-711" fmla="*/ 1237706 w 1306267"/>
                <a:gd name="connsiteY3-712" fmla="*/ 306775 h 1424419"/>
                <a:gd name="connsiteX4-713" fmla="*/ 1301712 w 1306267"/>
                <a:gd name="connsiteY4-714" fmla="*/ 442384 h 1424419"/>
                <a:gd name="connsiteX5-715" fmla="*/ 1303099 w 1306267"/>
                <a:gd name="connsiteY5-716" fmla="*/ 495558 h 1424419"/>
                <a:gd name="connsiteX6-717" fmla="*/ 1303099 w 1306267"/>
                <a:gd name="connsiteY6-718" fmla="*/ 952393 h 1424419"/>
                <a:gd name="connsiteX7-719" fmla="*/ 1305306 w 1306267"/>
                <a:gd name="connsiteY7-720" fmla="*/ 990115 h 1424419"/>
                <a:gd name="connsiteX8-721" fmla="*/ 1255800 w 1306267"/>
                <a:gd name="connsiteY8-722" fmla="*/ 1142552 h 1424419"/>
                <a:gd name="connsiteX9-723" fmla="*/ 1172881 w 1306267"/>
                <a:gd name="connsiteY9-724" fmla="*/ 1179342 h 1424419"/>
                <a:gd name="connsiteX10-725" fmla="*/ 792288 w 1306267"/>
                <a:gd name="connsiteY10-726" fmla="*/ 1385653 h 1424419"/>
                <a:gd name="connsiteX11-727" fmla="*/ 522686 w 1306267"/>
                <a:gd name="connsiteY11-728" fmla="*/ 1384922 h 1424419"/>
                <a:gd name="connsiteX12-729" fmla="*/ 90241 w 1306267"/>
                <a:gd name="connsiteY12-730" fmla="*/ 1150634 h 1424419"/>
                <a:gd name="connsiteX13-731" fmla="*/ 61328 w 1306267"/>
                <a:gd name="connsiteY13-732" fmla="*/ 1127231 h 1424419"/>
                <a:gd name="connsiteX14-733" fmla="*/ 667 w 1306267"/>
                <a:gd name="connsiteY14-734" fmla="*/ 999105 h 1424419"/>
                <a:gd name="connsiteX15-735" fmla="*/ 0 w 1306267"/>
                <a:gd name="connsiteY15-736" fmla="*/ 972364 h 1424419"/>
                <a:gd name="connsiteX16-737" fmla="*/ 2496 w 1306267"/>
                <a:gd name="connsiteY16-738" fmla="*/ 463106 h 1424419"/>
                <a:gd name="connsiteX17-739" fmla="*/ 2458 w 1306267"/>
                <a:gd name="connsiteY17-740" fmla="*/ 429563 h 1424419"/>
                <a:gd name="connsiteX18-741" fmla="*/ 75248 w 1306267"/>
                <a:gd name="connsiteY18-742" fmla="*/ 303202 h 1424419"/>
                <a:gd name="connsiteX19-743" fmla="*/ 106293 w 1306267"/>
                <a:gd name="connsiteY19-744" fmla="*/ 282597 h 1424419"/>
                <a:gd name="connsiteX20-745" fmla="*/ 541533 w 1306267"/>
                <a:gd name="connsiteY20-746" fmla="*/ 38110 h 1424419"/>
                <a:gd name="connsiteX21-747" fmla="*/ 653528 w 1306267"/>
                <a:gd name="connsiteY21-748" fmla="*/ 0 h 1424419"/>
                <a:gd name="connsiteX0-749" fmla="*/ 653528 w 1306267"/>
                <a:gd name="connsiteY0-750" fmla="*/ 0 h 1424419"/>
                <a:gd name="connsiteX1-751" fmla="*/ 757287 w 1306267"/>
                <a:gd name="connsiteY1-752" fmla="*/ 32444 h 1424419"/>
                <a:gd name="connsiteX2-753" fmla="*/ 1206876 w 1306267"/>
                <a:gd name="connsiteY2-754" fmla="*/ 284945 h 1424419"/>
                <a:gd name="connsiteX3-755" fmla="*/ 1237706 w 1306267"/>
                <a:gd name="connsiteY3-756" fmla="*/ 306775 h 1424419"/>
                <a:gd name="connsiteX4-757" fmla="*/ 1301712 w 1306267"/>
                <a:gd name="connsiteY4-758" fmla="*/ 442384 h 1424419"/>
                <a:gd name="connsiteX5-759" fmla="*/ 1303099 w 1306267"/>
                <a:gd name="connsiteY5-760" fmla="*/ 495558 h 1424419"/>
                <a:gd name="connsiteX6-761" fmla="*/ 1303099 w 1306267"/>
                <a:gd name="connsiteY6-762" fmla="*/ 952393 h 1424419"/>
                <a:gd name="connsiteX7-763" fmla="*/ 1305306 w 1306267"/>
                <a:gd name="connsiteY7-764" fmla="*/ 990115 h 1424419"/>
                <a:gd name="connsiteX8-765" fmla="*/ 1255800 w 1306267"/>
                <a:gd name="connsiteY8-766" fmla="*/ 1142552 h 1424419"/>
                <a:gd name="connsiteX9-767" fmla="*/ 1172881 w 1306267"/>
                <a:gd name="connsiteY9-768" fmla="*/ 1179342 h 1424419"/>
                <a:gd name="connsiteX10-769" fmla="*/ 792288 w 1306267"/>
                <a:gd name="connsiteY10-770" fmla="*/ 1385653 h 1424419"/>
                <a:gd name="connsiteX11-771" fmla="*/ 522686 w 1306267"/>
                <a:gd name="connsiteY11-772" fmla="*/ 1384922 h 1424419"/>
                <a:gd name="connsiteX12-773" fmla="*/ 90241 w 1306267"/>
                <a:gd name="connsiteY12-774" fmla="*/ 1150634 h 1424419"/>
                <a:gd name="connsiteX13-775" fmla="*/ 61328 w 1306267"/>
                <a:gd name="connsiteY13-776" fmla="*/ 1127231 h 1424419"/>
                <a:gd name="connsiteX14-777" fmla="*/ 667 w 1306267"/>
                <a:gd name="connsiteY14-778" fmla="*/ 999105 h 1424419"/>
                <a:gd name="connsiteX15-779" fmla="*/ 0 w 1306267"/>
                <a:gd name="connsiteY15-780" fmla="*/ 972364 h 1424419"/>
                <a:gd name="connsiteX16-781" fmla="*/ 2496 w 1306267"/>
                <a:gd name="connsiteY16-782" fmla="*/ 463106 h 1424419"/>
                <a:gd name="connsiteX17-783" fmla="*/ 2458 w 1306267"/>
                <a:gd name="connsiteY17-784" fmla="*/ 429563 h 1424419"/>
                <a:gd name="connsiteX18-785" fmla="*/ 75248 w 1306267"/>
                <a:gd name="connsiteY18-786" fmla="*/ 303202 h 1424419"/>
                <a:gd name="connsiteX19-787" fmla="*/ 106293 w 1306267"/>
                <a:gd name="connsiteY19-788" fmla="*/ 282597 h 1424419"/>
                <a:gd name="connsiteX20-789" fmla="*/ 541533 w 1306267"/>
                <a:gd name="connsiteY20-790" fmla="*/ 38110 h 1424419"/>
                <a:gd name="connsiteX21-791" fmla="*/ 653528 w 1306267"/>
                <a:gd name="connsiteY21-792" fmla="*/ 0 h 1424419"/>
                <a:gd name="connsiteX0-793" fmla="*/ 653528 w 1306267"/>
                <a:gd name="connsiteY0-794" fmla="*/ 0 h 1424419"/>
                <a:gd name="connsiteX1-795" fmla="*/ 757287 w 1306267"/>
                <a:gd name="connsiteY1-796" fmla="*/ 32444 h 1424419"/>
                <a:gd name="connsiteX2-797" fmla="*/ 1206876 w 1306267"/>
                <a:gd name="connsiteY2-798" fmla="*/ 284945 h 1424419"/>
                <a:gd name="connsiteX3-799" fmla="*/ 1237706 w 1306267"/>
                <a:gd name="connsiteY3-800" fmla="*/ 306775 h 1424419"/>
                <a:gd name="connsiteX4-801" fmla="*/ 1301712 w 1306267"/>
                <a:gd name="connsiteY4-802" fmla="*/ 442384 h 1424419"/>
                <a:gd name="connsiteX5-803" fmla="*/ 1303099 w 1306267"/>
                <a:gd name="connsiteY5-804" fmla="*/ 495558 h 1424419"/>
                <a:gd name="connsiteX6-805" fmla="*/ 1303099 w 1306267"/>
                <a:gd name="connsiteY6-806" fmla="*/ 952393 h 1424419"/>
                <a:gd name="connsiteX7-807" fmla="*/ 1305306 w 1306267"/>
                <a:gd name="connsiteY7-808" fmla="*/ 990115 h 1424419"/>
                <a:gd name="connsiteX8-809" fmla="*/ 1255800 w 1306267"/>
                <a:gd name="connsiteY8-810" fmla="*/ 1142552 h 1424419"/>
                <a:gd name="connsiteX9-811" fmla="*/ 1172881 w 1306267"/>
                <a:gd name="connsiteY9-812" fmla="*/ 1179342 h 1424419"/>
                <a:gd name="connsiteX10-813" fmla="*/ 792288 w 1306267"/>
                <a:gd name="connsiteY10-814" fmla="*/ 1385653 h 1424419"/>
                <a:gd name="connsiteX11-815" fmla="*/ 522686 w 1306267"/>
                <a:gd name="connsiteY11-816" fmla="*/ 1384922 h 1424419"/>
                <a:gd name="connsiteX12-817" fmla="*/ 90241 w 1306267"/>
                <a:gd name="connsiteY12-818" fmla="*/ 1150634 h 1424419"/>
                <a:gd name="connsiteX13-819" fmla="*/ 61328 w 1306267"/>
                <a:gd name="connsiteY13-820" fmla="*/ 1127231 h 1424419"/>
                <a:gd name="connsiteX14-821" fmla="*/ 667 w 1306267"/>
                <a:gd name="connsiteY14-822" fmla="*/ 999105 h 1424419"/>
                <a:gd name="connsiteX15-823" fmla="*/ 0 w 1306267"/>
                <a:gd name="connsiteY15-824" fmla="*/ 972364 h 1424419"/>
                <a:gd name="connsiteX16-825" fmla="*/ 2496 w 1306267"/>
                <a:gd name="connsiteY16-826" fmla="*/ 463106 h 1424419"/>
                <a:gd name="connsiteX17-827" fmla="*/ 2458 w 1306267"/>
                <a:gd name="connsiteY17-828" fmla="*/ 429563 h 1424419"/>
                <a:gd name="connsiteX18-829" fmla="*/ 75248 w 1306267"/>
                <a:gd name="connsiteY18-830" fmla="*/ 303202 h 1424419"/>
                <a:gd name="connsiteX19-831" fmla="*/ 106293 w 1306267"/>
                <a:gd name="connsiteY19-832" fmla="*/ 282597 h 1424419"/>
                <a:gd name="connsiteX20-833" fmla="*/ 541533 w 1306267"/>
                <a:gd name="connsiteY20-834" fmla="*/ 38110 h 1424419"/>
                <a:gd name="connsiteX21-835" fmla="*/ 653528 w 1306267"/>
                <a:gd name="connsiteY21-836" fmla="*/ 0 h 1424419"/>
                <a:gd name="connsiteX0-837" fmla="*/ 653528 w 1306267"/>
                <a:gd name="connsiteY0-838" fmla="*/ 0 h 1424419"/>
                <a:gd name="connsiteX1-839" fmla="*/ 757287 w 1306267"/>
                <a:gd name="connsiteY1-840" fmla="*/ 32444 h 1424419"/>
                <a:gd name="connsiteX2-841" fmla="*/ 1206876 w 1306267"/>
                <a:gd name="connsiteY2-842" fmla="*/ 284945 h 1424419"/>
                <a:gd name="connsiteX3-843" fmla="*/ 1237706 w 1306267"/>
                <a:gd name="connsiteY3-844" fmla="*/ 306775 h 1424419"/>
                <a:gd name="connsiteX4-845" fmla="*/ 1301712 w 1306267"/>
                <a:gd name="connsiteY4-846" fmla="*/ 442384 h 1424419"/>
                <a:gd name="connsiteX5-847" fmla="*/ 1303099 w 1306267"/>
                <a:gd name="connsiteY5-848" fmla="*/ 495558 h 1424419"/>
                <a:gd name="connsiteX6-849" fmla="*/ 1303099 w 1306267"/>
                <a:gd name="connsiteY6-850" fmla="*/ 952393 h 1424419"/>
                <a:gd name="connsiteX7-851" fmla="*/ 1305306 w 1306267"/>
                <a:gd name="connsiteY7-852" fmla="*/ 990115 h 1424419"/>
                <a:gd name="connsiteX8-853" fmla="*/ 1255800 w 1306267"/>
                <a:gd name="connsiteY8-854" fmla="*/ 1142552 h 1424419"/>
                <a:gd name="connsiteX9-855" fmla="*/ 1172881 w 1306267"/>
                <a:gd name="connsiteY9-856" fmla="*/ 1179342 h 1424419"/>
                <a:gd name="connsiteX10-857" fmla="*/ 792288 w 1306267"/>
                <a:gd name="connsiteY10-858" fmla="*/ 1385653 h 1424419"/>
                <a:gd name="connsiteX11-859" fmla="*/ 522686 w 1306267"/>
                <a:gd name="connsiteY11-860" fmla="*/ 1384922 h 1424419"/>
                <a:gd name="connsiteX12-861" fmla="*/ 90241 w 1306267"/>
                <a:gd name="connsiteY12-862" fmla="*/ 1150634 h 1424419"/>
                <a:gd name="connsiteX13-863" fmla="*/ 61328 w 1306267"/>
                <a:gd name="connsiteY13-864" fmla="*/ 1127231 h 1424419"/>
                <a:gd name="connsiteX14-865" fmla="*/ 667 w 1306267"/>
                <a:gd name="connsiteY14-866" fmla="*/ 999105 h 1424419"/>
                <a:gd name="connsiteX15-867" fmla="*/ 0 w 1306267"/>
                <a:gd name="connsiteY15-868" fmla="*/ 972364 h 1424419"/>
                <a:gd name="connsiteX16-869" fmla="*/ 2496 w 1306267"/>
                <a:gd name="connsiteY16-870" fmla="*/ 463106 h 1424419"/>
                <a:gd name="connsiteX17-871" fmla="*/ 2458 w 1306267"/>
                <a:gd name="connsiteY17-872" fmla="*/ 429563 h 1424419"/>
                <a:gd name="connsiteX18-873" fmla="*/ 75248 w 1306267"/>
                <a:gd name="connsiteY18-874" fmla="*/ 303202 h 1424419"/>
                <a:gd name="connsiteX19-875" fmla="*/ 106293 w 1306267"/>
                <a:gd name="connsiteY19-876" fmla="*/ 282597 h 1424419"/>
                <a:gd name="connsiteX20-877" fmla="*/ 541533 w 1306267"/>
                <a:gd name="connsiteY20-878" fmla="*/ 38110 h 1424419"/>
                <a:gd name="connsiteX21-879" fmla="*/ 653528 w 1306267"/>
                <a:gd name="connsiteY21-880" fmla="*/ 0 h 1424419"/>
                <a:gd name="connsiteX0-881" fmla="*/ 653528 w 1306267"/>
                <a:gd name="connsiteY0-882" fmla="*/ 0 h 1424419"/>
                <a:gd name="connsiteX1-883" fmla="*/ 757287 w 1306267"/>
                <a:gd name="connsiteY1-884" fmla="*/ 32444 h 1424419"/>
                <a:gd name="connsiteX2-885" fmla="*/ 1206876 w 1306267"/>
                <a:gd name="connsiteY2-886" fmla="*/ 284945 h 1424419"/>
                <a:gd name="connsiteX3-887" fmla="*/ 1237706 w 1306267"/>
                <a:gd name="connsiteY3-888" fmla="*/ 306775 h 1424419"/>
                <a:gd name="connsiteX4-889" fmla="*/ 1301712 w 1306267"/>
                <a:gd name="connsiteY4-890" fmla="*/ 442384 h 1424419"/>
                <a:gd name="connsiteX5-891" fmla="*/ 1303099 w 1306267"/>
                <a:gd name="connsiteY5-892" fmla="*/ 495558 h 1424419"/>
                <a:gd name="connsiteX6-893" fmla="*/ 1303099 w 1306267"/>
                <a:gd name="connsiteY6-894" fmla="*/ 952393 h 1424419"/>
                <a:gd name="connsiteX7-895" fmla="*/ 1305306 w 1306267"/>
                <a:gd name="connsiteY7-896" fmla="*/ 990115 h 1424419"/>
                <a:gd name="connsiteX8-897" fmla="*/ 1255800 w 1306267"/>
                <a:gd name="connsiteY8-898" fmla="*/ 1142552 h 1424419"/>
                <a:gd name="connsiteX9-899" fmla="*/ 1172881 w 1306267"/>
                <a:gd name="connsiteY9-900" fmla="*/ 1179342 h 1424419"/>
                <a:gd name="connsiteX10-901" fmla="*/ 792288 w 1306267"/>
                <a:gd name="connsiteY10-902" fmla="*/ 1385653 h 1424419"/>
                <a:gd name="connsiteX11-903" fmla="*/ 522686 w 1306267"/>
                <a:gd name="connsiteY11-904" fmla="*/ 1384922 h 1424419"/>
                <a:gd name="connsiteX12-905" fmla="*/ 90241 w 1306267"/>
                <a:gd name="connsiteY12-906" fmla="*/ 1150634 h 1424419"/>
                <a:gd name="connsiteX13-907" fmla="*/ 55672 w 1306267"/>
                <a:gd name="connsiteY13-908" fmla="*/ 1124403 h 1424419"/>
                <a:gd name="connsiteX14-909" fmla="*/ 667 w 1306267"/>
                <a:gd name="connsiteY14-910" fmla="*/ 999105 h 1424419"/>
                <a:gd name="connsiteX15-911" fmla="*/ 0 w 1306267"/>
                <a:gd name="connsiteY15-912" fmla="*/ 972364 h 1424419"/>
                <a:gd name="connsiteX16-913" fmla="*/ 2496 w 1306267"/>
                <a:gd name="connsiteY16-914" fmla="*/ 463106 h 1424419"/>
                <a:gd name="connsiteX17-915" fmla="*/ 2458 w 1306267"/>
                <a:gd name="connsiteY17-916" fmla="*/ 429563 h 1424419"/>
                <a:gd name="connsiteX18-917" fmla="*/ 75248 w 1306267"/>
                <a:gd name="connsiteY18-918" fmla="*/ 303202 h 1424419"/>
                <a:gd name="connsiteX19-919" fmla="*/ 106293 w 1306267"/>
                <a:gd name="connsiteY19-920" fmla="*/ 282597 h 1424419"/>
                <a:gd name="connsiteX20-921" fmla="*/ 541533 w 1306267"/>
                <a:gd name="connsiteY20-922" fmla="*/ 38110 h 1424419"/>
                <a:gd name="connsiteX21-923" fmla="*/ 653528 w 1306267"/>
                <a:gd name="connsiteY21-924" fmla="*/ 0 h 1424419"/>
                <a:gd name="connsiteX0-925" fmla="*/ 653528 w 1306267"/>
                <a:gd name="connsiteY0-926" fmla="*/ 0 h 1424419"/>
                <a:gd name="connsiteX1-927" fmla="*/ 757287 w 1306267"/>
                <a:gd name="connsiteY1-928" fmla="*/ 32444 h 1424419"/>
                <a:gd name="connsiteX2-929" fmla="*/ 1206876 w 1306267"/>
                <a:gd name="connsiteY2-930" fmla="*/ 284945 h 1424419"/>
                <a:gd name="connsiteX3-931" fmla="*/ 1237706 w 1306267"/>
                <a:gd name="connsiteY3-932" fmla="*/ 306775 h 1424419"/>
                <a:gd name="connsiteX4-933" fmla="*/ 1301712 w 1306267"/>
                <a:gd name="connsiteY4-934" fmla="*/ 442384 h 1424419"/>
                <a:gd name="connsiteX5-935" fmla="*/ 1303099 w 1306267"/>
                <a:gd name="connsiteY5-936" fmla="*/ 495558 h 1424419"/>
                <a:gd name="connsiteX6-937" fmla="*/ 1303099 w 1306267"/>
                <a:gd name="connsiteY6-938" fmla="*/ 952393 h 1424419"/>
                <a:gd name="connsiteX7-939" fmla="*/ 1305306 w 1306267"/>
                <a:gd name="connsiteY7-940" fmla="*/ 990115 h 1424419"/>
                <a:gd name="connsiteX8-941" fmla="*/ 1255800 w 1306267"/>
                <a:gd name="connsiteY8-942" fmla="*/ 1142552 h 1424419"/>
                <a:gd name="connsiteX9-943" fmla="*/ 1172881 w 1306267"/>
                <a:gd name="connsiteY9-944" fmla="*/ 1179342 h 1424419"/>
                <a:gd name="connsiteX10-945" fmla="*/ 792288 w 1306267"/>
                <a:gd name="connsiteY10-946" fmla="*/ 1385653 h 1424419"/>
                <a:gd name="connsiteX11-947" fmla="*/ 522686 w 1306267"/>
                <a:gd name="connsiteY11-948" fmla="*/ 1384922 h 1424419"/>
                <a:gd name="connsiteX12-949" fmla="*/ 90241 w 1306267"/>
                <a:gd name="connsiteY12-950" fmla="*/ 1150634 h 1424419"/>
                <a:gd name="connsiteX13-951" fmla="*/ 55672 w 1306267"/>
                <a:gd name="connsiteY13-952" fmla="*/ 1124403 h 1424419"/>
                <a:gd name="connsiteX14-953" fmla="*/ 667 w 1306267"/>
                <a:gd name="connsiteY14-954" fmla="*/ 999105 h 1424419"/>
                <a:gd name="connsiteX15-955" fmla="*/ 0 w 1306267"/>
                <a:gd name="connsiteY15-956" fmla="*/ 972364 h 1424419"/>
                <a:gd name="connsiteX16-957" fmla="*/ 2496 w 1306267"/>
                <a:gd name="connsiteY16-958" fmla="*/ 463106 h 1424419"/>
                <a:gd name="connsiteX17-959" fmla="*/ 2458 w 1306267"/>
                <a:gd name="connsiteY17-960" fmla="*/ 429563 h 1424419"/>
                <a:gd name="connsiteX18-961" fmla="*/ 75248 w 1306267"/>
                <a:gd name="connsiteY18-962" fmla="*/ 303202 h 1424419"/>
                <a:gd name="connsiteX19-963" fmla="*/ 106293 w 1306267"/>
                <a:gd name="connsiteY19-964" fmla="*/ 282597 h 1424419"/>
                <a:gd name="connsiteX20-965" fmla="*/ 541533 w 1306267"/>
                <a:gd name="connsiteY20-966" fmla="*/ 38110 h 1424419"/>
                <a:gd name="connsiteX21-967" fmla="*/ 653528 w 1306267"/>
                <a:gd name="connsiteY21-968" fmla="*/ 0 h 1424419"/>
                <a:gd name="connsiteX0-969" fmla="*/ 653528 w 1306267"/>
                <a:gd name="connsiteY0-970" fmla="*/ 0 h 1424419"/>
                <a:gd name="connsiteX1-971" fmla="*/ 757287 w 1306267"/>
                <a:gd name="connsiteY1-972" fmla="*/ 32444 h 1424419"/>
                <a:gd name="connsiteX2-973" fmla="*/ 1206876 w 1306267"/>
                <a:gd name="connsiteY2-974" fmla="*/ 284945 h 1424419"/>
                <a:gd name="connsiteX3-975" fmla="*/ 1237706 w 1306267"/>
                <a:gd name="connsiteY3-976" fmla="*/ 306775 h 1424419"/>
                <a:gd name="connsiteX4-977" fmla="*/ 1301712 w 1306267"/>
                <a:gd name="connsiteY4-978" fmla="*/ 442384 h 1424419"/>
                <a:gd name="connsiteX5-979" fmla="*/ 1303099 w 1306267"/>
                <a:gd name="connsiteY5-980" fmla="*/ 495558 h 1424419"/>
                <a:gd name="connsiteX6-981" fmla="*/ 1303099 w 1306267"/>
                <a:gd name="connsiteY6-982" fmla="*/ 952393 h 1424419"/>
                <a:gd name="connsiteX7-983" fmla="*/ 1305306 w 1306267"/>
                <a:gd name="connsiteY7-984" fmla="*/ 990115 h 1424419"/>
                <a:gd name="connsiteX8-985" fmla="*/ 1255800 w 1306267"/>
                <a:gd name="connsiteY8-986" fmla="*/ 1142552 h 1424419"/>
                <a:gd name="connsiteX9-987" fmla="*/ 1172881 w 1306267"/>
                <a:gd name="connsiteY9-988" fmla="*/ 1179342 h 1424419"/>
                <a:gd name="connsiteX10-989" fmla="*/ 792288 w 1306267"/>
                <a:gd name="connsiteY10-990" fmla="*/ 1385653 h 1424419"/>
                <a:gd name="connsiteX11-991" fmla="*/ 522686 w 1306267"/>
                <a:gd name="connsiteY11-992" fmla="*/ 1384922 h 1424419"/>
                <a:gd name="connsiteX12-993" fmla="*/ 90241 w 1306267"/>
                <a:gd name="connsiteY12-994" fmla="*/ 1150634 h 1424419"/>
                <a:gd name="connsiteX13-995" fmla="*/ 55672 w 1306267"/>
                <a:gd name="connsiteY13-996" fmla="*/ 1124403 h 1424419"/>
                <a:gd name="connsiteX14-997" fmla="*/ 667 w 1306267"/>
                <a:gd name="connsiteY14-998" fmla="*/ 999105 h 1424419"/>
                <a:gd name="connsiteX15-999" fmla="*/ 0 w 1306267"/>
                <a:gd name="connsiteY15-1000" fmla="*/ 972364 h 1424419"/>
                <a:gd name="connsiteX16-1001" fmla="*/ 2496 w 1306267"/>
                <a:gd name="connsiteY16-1002" fmla="*/ 463106 h 1424419"/>
                <a:gd name="connsiteX17-1003" fmla="*/ 2458 w 1306267"/>
                <a:gd name="connsiteY17-1004" fmla="*/ 429563 h 1424419"/>
                <a:gd name="connsiteX18-1005" fmla="*/ 75248 w 1306267"/>
                <a:gd name="connsiteY18-1006" fmla="*/ 303202 h 1424419"/>
                <a:gd name="connsiteX19-1007" fmla="*/ 106293 w 1306267"/>
                <a:gd name="connsiteY19-1008" fmla="*/ 282597 h 1424419"/>
                <a:gd name="connsiteX20-1009" fmla="*/ 541533 w 1306267"/>
                <a:gd name="connsiteY20-1010" fmla="*/ 38110 h 1424419"/>
                <a:gd name="connsiteX21-1011" fmla="*/ 653528 w 1306267"/>
                <a:gd name="connsiteY21-1012" fmla="*/ 0 h 1424419"/>
                <a:gd name="connsiteX0-1013" fmla="*/ 653528 w 1306267"/>
                <a:gd name="connsiteY0-1014" fmla="*/ 0 h 1424419"/>
                <a:gd name="connsiteX1-1015" fmla="*/ 757287 w 1306267"/>
                <a:gd name="connsiteY1-1016" fmla="*/ 32444 h 1424419"/>
                <a:gd name="connsiteX2-1017" fmla="*/ 1206876 w 1306267"/>
                <a:gd name="connsiteY2-1018" fmla="*/ 284945 h 1424419"/>
                <a:gd name="connsiteX3-1019" fmla="*/ 1237706 w 1306267"/>
                <a:gd name="connsiteY3-1020" fmla="*/ 306775 h 1424419"/>
                <a:gd name="connsiteX4-1021" fmla="*/ 1301712 w 1306267"/>
                <a:gd name="connsiteY4-1022" fmla="*/ 442384 h 1424419"/>
                <a:gd name="connsiteX5-1023" fmla="*/ 1303099 w 1306267"/>
                <a:gd name="connsiteY5-1024" fmla="*/ 495558 h 1424419"/>
                <a:gd name="connsiteX6-1025" fmla="*/ 1303099 w 1306267"/>
                <a:gd name="connsiteY6-1026" fmla="*/ 952393 h 1424419"/>
                <a:gd name="connsiteX7-1027" fmla="*/ 1305306 w 1306267"/>
                <a:gd name="connsiteY7-1028" fmla="*/ 990115 h 1424419"/>
                <a:gd name="connsiteX8-1029" fmla="*/ 1255800 w 1306267"/>
                <a:gd name="connsiteY8-1030" fmla="*/ 1142552 h 1424419"/>
                <a:gd name="connsiteX9-1031" fmla="*/ 1172881 w 1306267"/>
                <a:gd name="connsiteY9-1032" fmla="*/ 1179342 h 1424419"/>
                <a:gd name="connsiteX10-1033" fmla="*/ 792288 w 1306267"/>
                <a:gd name="connsiteY10-1034" fmla="*/ 1385653 h 1424419"/>
                <a:gd name="connsiteX11-1035" fmla="*/ 522686 w 1306267"/>
                <a:gd name="connsiteY11-1036" fmla="*/ 1384922 h 1424419"/>
                <a:gd name="connsiteX12-1037" fmla="*/ 90241 w 1306267"/>
                <a:gd name="connsiteY12-1038" fmla="*/ 1150634 h 1424419"/>
                <a:gd name="connsiteX13-1039" fmla="*/ 55672 w 1306267"/>
                <a:gd name="connsiteY13-1040" fmla="*/ 1124403 h 1424419"/>
                <a:gd name="connsiteX14-1041" fmla="*/ 667 w 1306267"/>
                <a:gd name="connsiteY14-1042" fmla="*/ 999105 h 1424419"/>
                <a:gd name="connsiteX15-1043" fmla="*/ 0 w 1306267"/>
                <a:gd name="connsiteY15-1044" fmla="*/ 972364 h 1424419"/>
                <a:gd name="connsiteX16-1045" fmla="*/ 2496 w 1306267"/>
                <a:gd name="connsiteY16-1046" fmla="*/ 463106 h 1424419"/>
                <a:gd name="connsiteX17-1047" fmla="*/ 2458 w 1306267"/>
                <a:gd name="connsiteY17-1048" fmla="*/ 429563 h 1424419"/>
                <a:gd name="connsiteX18-1049" fmla="*/ 75248 w 1306267"/>
                <a:gd name="connsiteY18-1050" fmla="*/ 303202 h 1424419"/>
                <a:gd name="connsiteX19-1051" fmla="*/ 106293 w 1306267"/>
                <a:gd name="connsiteY19-1052" fmla="*/ 282597 h 1424419"/>
                <a:gd name="connsiteX20-1053" fmla="*/ 541533 w 1306267"/>
                <a:gd name="connsiteY20-1054" fmla="*/ 38110 h 1424419"/>
                <a:gd name="connsiteX21-1055" fmla="*/ 653528 w 1306267"/>
                <a:gd name="connsiteY21-1056" fmla="*/ 0 h 1424419"/>
                <a:gd name="connsiteX0-1057" fmla="*/ 653528 w 1306267"/>
                <a:gd name="connsiteY0-1058" fmla="*/ 0 h 1424419"/>
                <a:gd name="connsiteX1-1059" fmla="*/ 757287 w 1306267"/>
                <a:gd name="connsiteY1-1060" fmla="*/ 32444 h 1424419"/>
                <a:gd name="connsiteX2-1061" fmla="*/ 1206876 w 1306267"/>
                <a:gd name="connsiteY2-1062" fmla="*/ 284945 h 1424419"/>
                <a:gd name="connsiteX3-1063" fmla="*/ 1237706 w 1306267"/>
                <a:gd name="connsiteY3-1064" fmla="*/ 306775 h 1424419"/>
                <a:gd name="connsiteX4-1065" fmla="*/ 1301712 w 1306267"/>
                <a:gd name="connsiteY4-1066" fmla="*/ 442384 h 1424419"/>
                <a:gd name="connsiteX5-1067" fmla="*/ 1303099 w 1306267"/>
                <a:gd name="connsiteY5-1068" fmla="*/ 495558 h 1424419"/>
                <a:gd name="connsiteX6-1069" fmla="*/ 1303099 w 1306267"/>
                <a:gd name="connsiteY6-1070" fmla="*/ 952393 h 1424419"/>
                <a:gd name="connsiteX7-1071" fmla="*/ 1305306 w 1306267"/>
                <a:gd name="connsiteY7-1072" fmla="*/ 990115 h 1424419"/>
                <a:gd name="connsiteX8-1073" fmla="*/ 1255800 w 1306267"/>
                <a:gd name="connsiteY8-1074" fmla="*/ 1142552 h 1424419"/>
                <a:gd name="connsiteX9-1075" fmla="*/ 1172881 w 1306267"/>
                <a:gd name="connsiteY9-1076" fmla="*/ 1179342 h 1424419"/>
                <a:gd name="connsiteX10-1077" fmla="*/ 792288 w 1306267"/>
                <a:gd name="connsiteY10-1078" fmla="*/ 1385653 h 1424419"/>
                <a:gd name="connsiteX11-1079" fmla="*/ 522686 w 1306267"/>
                <a:gd name="connsiteY11-1080" fmla="*/ 1384922 h 1424419"/>
                <a:gd name="connsiteX12-1081" fmla="*/ 90241 w 1306267"/>
                <a:gd name="connsiteY12-1082" fmla="*/ 1150634 h 1424419"/>
                <a:gd name="connsiteX13-1083" fmla="*/ 55672 w 1306267"/>
                <a:gd name="connsiteY13-1084" fmla="*/ 1124403 h 1424419"/>
                <a:gd name="connsiteX14-1085" fmla="*/ 667 w 1306267"/>
                <a:gd name="connsiteY14-1086" fmla="*/ 999105 h 1424419"/>
                <a:gd name="connsiteX15-1087" fmla="*/ 0 w 1306267"/>
                <a:gd name="connsiteY15-1088" fmla="*/ 972364 h 1424419"/>
                <a:gd name="connsiteX16-1089" fmla="*/ 2496 w 1306267"/>
                <a:gd name="connsiteY16-1090" fmla="*/ 463106 h 1424419"/>
                <a:gd name="connsiteX17-1091" fmla="*/ 2458 w 1306267"/>
                <a:gd name="connsiteY17-1092" fmla="*/ 429563 h 1424419"/>
                <a:gd name="connsiteX18-1093" fmla="*/ 75248 w 1306267"/>
                <a:gd name="connsiteY18-1094" fmla="*/ 303202 h 1424419"/>
                <a:gd name="connsiteX19-1095" fmla="*/ 106293 w 1306267"/>
                <a:gd name="connsiteY19-1096" fmla="*/ 282597 h 1424419"/>
                <a:gd name="connsiteX20-1097" fmla="*/ 541533 w 1306267"/>
                <a:gd name="connsiteY20-1098" fmla="*/ 38110 h 1424419"/>
                <a:gd name="connsiteX21-1099" fmla="*/ 653528 w 1306267"/>
                <a:gd name="connsiteY21-1100" fmla="*/ 0 h 1424419"/>
                <a:gd name="connsiteX0-1101" fmla="*/ 653528 w 1306267"/>
                <a:gd name="connsiteY0-1102" fmla="*/ 0 h 1424419"/>
                <a:gd name="connsiteX1-1103" fmla="*/ 757287 w 1306267"/>
                <a:gd name="connsiteY1-1104" fmla="*/ 32444 h 1424419"/>
                <a:gd name="connsiteX2-1105" fmla="*/ 1206876 w 1306267"/>
                <a:gd name="connsiteY2-1106" fmla="*/ 284945 h 1424419"/>
                <a:gd name="connsiteX3-1107" fmla="*/ 1237706 w 1306267"/>
                <a:gd name="connsiteY3-1108" fmla="*/ 306775 h 1424419"/>
                <a:gd name="connsiteX4-1109" fmla="*/ 1301712 w 1306267"/>
                <a:gd name="connsiteY4-1110" fmla="*/ 442384 h 1424419"/>
                <a:gd name="connsiteX5-1111" fmla="*/ 1303099 w 1306267"/>
                <a:gd name="connsiteY5-1112" fmla="*/ 495558 h 1424419"/>
                <a:gd name="connsiteX6-1113" fmla="*/ 1303099 w 1306267"/>
                <a:gd name="connsiteY6-1114" fmla="*/ 952393 h 1424419"/>
                <a:gd name="connsiteX7-1115" fmla="*/ 1305306 w 1306267"/>
                <a:gd name="connsiteY7-1116" fmla="*/ 990115 h 1424419"/>
                <a:gd name="connsiteX8-1117" fmla="*/ 1255800 w 1306267"/>
                <a:gd name="connsiteY8-1118" fmla="*/ 1142552 h 1424419"/>
                <a:gd name="connsiteX9-1119" fmla="*/ 1172881 w 1306267"/>
                <a:gd name="connsiteY9-1120" fmla="*/ 1179342 h 1424419"/>
                <a:gd name="connsiteX10-1121" fmla="*/ 792288 w 1306267"/>
                <a:gd name="connsiteY10-1122" fmla="*/ 1385653 h 1424419"/>
                <a:gd name="connsiteX11-1123" fmla="*/ 522686 w 1306267"/>
                <a:gd name="connsiteY11-1124" fmla="*/ 1384922 h 1424419"/>
                <a:gd name="connsiteX12-1125" fmla="*/ 90241 w 1306267"/>
                <a:gd name="connsiteY12-1126" fmla="*/ 1150634 h 1424419"/>
                <a:gd name="connsiteX13-1127" fmla="*/ 48904 w 1306267"/>
                <a:gd name="connsiteY13-1128" fmla="*/ 1124403 h 1424419"/>
                <a:gd name="connsiteX14-1129" fmla="*/ 667 w 1306267"/>
                <a:gd name="connsiteY14-1130" fmla="*/ 999105 h 1424419"/>
                <a:gd name="connsiteX15-1131" fmla="*/ 0 w 1306267"/>
                <a:gd name="connsiteY15-1132" fmla="*/ 972364 h 1424419"/>
                <a:gd name="connsiteX16-1133" fmla="*/ 2496 w 1306267"/>
                <a:gd name="connsiteY16-1134" fmla="*/ 463106 h 1424419"/>
                <a:gd name="connsiteX17-1135" fmla="*/ 2458 w 1306267"/>
                <a:gd name="connsiteY17-1136" fmla="*/ 429563 h 1424419"/>
                <a:gd name="connsiteX18-1137" fmla="*/ 75248 w 1306267"/>
                <a:gd name="connsiteY18-1138" fmla="*/ 303202 h 1424419"/>
                <a:gd name="connsiteX19-1139" fmla="*/ 106293 w 1306267"/>
                <a:gd name="connsiteY19-1140" fmla="*/ 282597 h 1424419"/>
                <a:gd name="connsiteX20-1141" fmla="*/ 541533 w 1306267"/>
                <a:gd name="connsiteY20-1142" fmla="*/ 38110 h 1424419"/>
                <a:gd name="connsiteX21-1143" fmla="*/ 653528 w 1306267"/>
                <a:gd name="connsiteY21-1144" fmla="*/ 0 h 1424419"/>
                <a:gd name="connsiteX0-1145" fmla="*/ 653528 w 1306267"/>
                <a:gd name="connsiteY0-1146" fmla="*/ 0 h 1424419"/>
                <a:gd name="connsiteX1-1147" fmla="*/ 757287 w 1306267"/>
                <a:gd name="connsiteY1-1148" fmla="*/ 32444 h 1424419"/>
                <a:gd name="connsiteX2-1149" fmla="*/ 1206876 w 1306267"/>
                <a:gd name="connsiteY2-1150" fmla="*/ 284945 h 1424419"/>
                <a:gd name="connsiteX3-1151" fmla="*/ 1237706 w 1306267"/>
                <a:gd name="connsiteY3-1152" fmla="*/ 306775 h 1424419"/>
                <a:gd name="connsiteX4-1153" fmla="*/ 1301712 w 1306267"/>
                <a:gd name="connsiteY4-1154" fmla="*/ 442384 h 1424419"/>
                <a:gd name="connsiteX5-1155" fmla="*/ 1303099 w 1306267"/>
                <a:gd name="connsiteY5-1156" fmla="*/ 495558 h 1424419"/>
                <a:gd name="connsiteX6-1157" fmla="*/ 1303099 w 1306267"/>
                <a:gd name="connsiteY6-1158" fmla="*/ 952393 h 1424419"/>
                <a:gd name="connsiteX7-1159" fmla="*/ 1305306 w 1306267"/>
                <a:gd name="connsiteY7-1160" fmla="*/ 990115 h 1424419"/>
                <a:gd name="connsiteX8-1161" fmla="*/ 1255800 w 1306267"/>
                <a:gd name="connsiteY8-1162" fmla="*/ 1142552 h 1424419"/>
                <a:gd name="connsiteX9-1163" fmla="*/ 1172881 w 1306267"/>
                <a:gd name="connsiteY9-1164" fmla="*/ 1179342 h 1424419"/>
                <a:gd name="connsiteX10-1165" fmla="*/ 792288 w 1306267"/>
                <a:gd name="connsiteY10-1166" fmla="*/ 1385653 h 1424419"/>
                <a:gd name="connsiteX11-1167" fmla="*/ 522686 w 1306267"/>
                <a:gd name="connsiteY11-1168" fmla="*/ 1384922 h 1424419"/>
                <a:gd name="connsiteX12-1169" fmla="*/ 90241 w 1306267"/>
                <a:gd name="connsiteY12-1170" fmla="*/ 1150634 h 1424419"/>
                <a:gd name="connsiteX13-1171" fmla="*/ 48904 w 1306267"/>
                <a:gd name="connsiteY13-1172" fmla="*/ 1124403 h 1424419"/>
                <a:gd name="connsiteX14-1173" fmla="*/ 667 w 1306267"/>
                <a:gd name="connsiteY14-1174" fmla="*/ 999105 h 1424419"/>
                <a:gd name="connsiteX15-1175" fmla="*/ 0 w 1306267"/>
                <a:gd name="connsiteY15-1176" fmla="*/ 972364 h 1424419"/>
                <a:gd name="connsiteX16-1177" fmla="*/ 2496 w 1306267"/>
                <a:gd name="connsiteY16-1178" fmla="*/ 463106 h 1424419"/>
                <a:gd name="connsiteX17-1179" fmla="*/ 2458 w 1306267"/>
                <a:gd name="connsiteY17-1180" fmla="*/ 429563 h 1424419"/>
                <a:gd name="connsiteX18-1181" fmla="*/ 75248 w 1306267"/>
                <a:gd name="connsiteY18-1182" fmla="*/ 303202 h 1424419"/>
                <a:gd name="connsiteX19-1183" fmla="*/ 106293 w 1306267"/>
                <a:gd name="connsiteY19-1184" fmla="*/ 282597 h 1424419"/>
                <a:gd name="connsiteX20-1185" fmla="*/ 541533 w 1306267"/>
                <a:gd name="connsiteY20-1186" fmla="*/ 38110 h 1424419"/>
                <a:gd name="connsiteX21-1187" fmla="*/ 653528 w 1306267"/>
                <a:gd name="connsiteY21-1188" fmla="*/ 0 h 1424419"/>
                <a:gd name="connsiteX0-1189" fmla="*/ 653528 w 1306267"/>
                <a:gd name="connsiteY0-1190" fmla="*/ 0 h 1424419"/>
                <a:gd name="connsiteX1-1191" fmla="*/ 757287 w 1306267"/>
                <a:gd name="connsiteY1-1192" fmla="*/ 32444 h 1424419"/>
                <a:gd name="connsiteX2-1193" fmla="*/ 1206876 w 1306267"/>
                <a:gd name="connsiteY2-1194" fmla="*/ 284945 h 1424419"/>
                <a:gd name="connsiteX3-1195" fmla="*/ 1237706 w 1306267"/>
                <a:gd name="connsiteY3-1196" fmla="*/ 306775 h 1424419"/>
                <a:gd name="connsiteX4-1197" fmla="*/ 1301712 w 1306267"/>
                <a:gd name="connsiteY4-1198" fmla="*/ 442384 h 1424419"/>
                <a:gd name="connsiteX5-1199" fmla="*/ 1303099 w 1306267"/>
                <a:gd name="connsiteY5-1200" fmla="*/ 495558 h 1424419"/>
                <a:gd name="connsiteX6-1201" fmla="*/ 1303099 w 1306267"/>
                <a:gd name="connsiteY6-1202" fmla="*/ 952393 h 1424419"/>
                <a:gd name="connsiteX7-1203" fmla="*/ 1305306 w 1306267"/>
                <a:gd name="connsiteY7-1204" fmla="*/ 990115 h 1424419"/>
                <a:gd name="connsiteX8-1205" fmla="*/ 1255800 w 1306267"/>
                <a:gd name="connsiteY8-1206" fmla="*/ 1142552 h 1424419"/>
                <a:gd name="connsiteX9-1207" fmla="*/ 1172881 w 1306267"/>
                <a:gd name="connsiteY9-1208" fmla="*/ 1179342 h 1424419"/>
                <a:gd name="connsiteX10-1209" fmla="*/ 792288 w 1306267"/>
                <a:gd name="connsiteY10-1210" fmla="*/ 1385653 h 1424419"/>
                <a:gd name="connsiteX11-1211" fmla="*/ 522686 w 1306267"/>
                <a:gd name="connsiteY11-1212" fmla="*/ 1384922 h 1424419"/>
                <a:gd name="connsiteX12-1213" fmla="*/ 90241 w 1306267"/>
                <a:gd name="connsiteY12-1214" fmla="*/ 1150634 h 1424419"/>
                <a:gd name="connsiteX13-1215" fmla="*/ 48904 w 1306267"/>
                <a:gd name="connsiteY13-1216" fmla="*/ 1124403 h 1424419"/>
                <a:gd name="connsiteX14-1217" fmla="*/ 667 w 1306267"/>
                <a:gd name="connsiteY14-1218" fmla="*/ 999105 h 1424419"/>
                <a:gd name="connsiteX15-1219" fmla="*/ 0 w 1306267"/>
                <a:gd name="connsiteY15-1220" fmla="*/ 972364 h 1424419"/>
                <a:gd name="connsiteX16-1221" fmla="*/ 2496 w 1306267"/>
                <a:gd name="connsiteY16-1222" fmla="*/ 463106 h 1424419"/>
                <a:gd name="connsiteX17-1223" fmla="*/ 2458 w 1306267"/>
                <a:gd name="connsiteY17-1224" fmla="*/ 429563 h 1424419"/>
                <a:gd name="connsiteX18-1225" fmla="*/ 75248 w 1306267"/>
                <a:gd name="connsiteY18-1226" fmla="*/ 303202 h 1424419"/>
                <a:gd name="connsiteX19-1227" fmla="*/ 106293 w 1306267"/>
                <a:gd name="connsiteY19-1228" fmla="*/ 282597 h 1424419"/>
                <a:gd name="connsiteX20-1229" fmla="*/ 541533 w 1306267"/>
                <a:gd name="connsiteY20-1230" fmla="*/ 38110 h 1424419"/>
                <a:gd name="connsiteX21-1231" fmla="*/ 653528 w 1306267"/>
                <a:gd name="connsiteY21-1232" fmla="*/ 0 h 1424419"/>
                <a:gd name="connsiteX0-1233" fmla="*/ 653528 w 1306267"/>
                <a:gd name="connsiteY0-1234" fmla="*/ 0 h 1424419"/>
                <a:gd name="connsiteX1-1235" fmla="*/ 757287 w 1306267"/>
                <a:gd name="connsiteY1-1236" fmla="*/ 32444 h 1424419"/>
                <a:gd name="connsiteX2-1237" fmla="*/ 1206876 w 1306267"/>
                <a:gd name="connsiteY2-1238" fmla="*/ 284945 h 1424419"/>
                <a:gd name="connsiteX3-1239" fmla="*/ 1237706 w 1306267"/>
                <a:gd name="connsiteY3-1240" fmla="*/ 306775 h 1424419"/>
                <a:gd name="connsiteX4-1241" fmla="*/ 1301712 w 1306267"/>
                <a:gd name="connsiteY4-1242" fmla="*/ 442384 h 1424419"/>
                <a:gd name="connsiteX5-1243" fmla="*/ 1303099 w 1306267"/>
                <a:gd name="connsiteY5-1244" fmla="*/ 495558 h 1424419"/>
                <a:gd name="connsiteX6-1245" fmla="*/ 1303099 w 1306267"/>
                <a:gd name="connsiteY6-1246" fmla="*/ 952393 h 1424419"/>
                <a:gd name="connsiteX7-1247" fmla="*/ 1305306 w 1306267"/>
                <a:gd name="connsiteY7-1248" fmla="*/ 990115 h 1424419"/>
                <a:gd name="connsiteX8-1249" fmla="*/ 1255800 w 1306267"/>
                <a:gd name="connsiteY8-1250" fmla="*/ 1142552 h 1424419"/>
                <a:gd name="connsiteX9-1251" fmla="*/ 1172881 w 1306267"/>
                <a:gd name="connsiteY9-1252" fmla="*/ 1179342 h 1424419"/>
                <a:gd name="connsiteX10-1253" fmla="*/ 792288 w 1306267"/>
                <a:gd name="connsiteY10-1254" fmla="*/ 1385653 h 1424419"/>
                <a:gd name="connsiteX11-1255" fmla="*/ 522686 w 1306267"/>
                <a:gd name="connsiteY11-1256" fmla="*/ 1384922 h 1424419"/>
                <a:gd name="connsiteX12-1257" fmla="*/ 90241 w 1306267"/>
                <a:gd name="connsiteY12-1258" fmla="*/ 1150634 h 1424419"/>
                <a:gd name="connsiteX13-1259" fmla="*/ 48904 w 1306267"/>
                <a:gd name="connsiteY13-1260" fmla="*/ 1124403 h 1424419"/>
                <a:gd name="connsiteX14-1261" fmla="*/ 667 w 1306267"/>
                <a:gd name="connsiteY14-1262" fmla="*/ 999105 h 1424419"/>
                <a:gd name="connsiteX15-1263" fmla="*/ 0 w 1306267"/>
                <a:gd name="connsiteY15-1264" fmla="*/ 972364 h 1424419"/>
                <a:gd name="connsiteX16-1265" fmla="*/ 2496 w 1306267"/>
                <a:gd name="connsiteY16-1266" fmla="*/ 463106 h 1424419"/>
                <a:gd name="connsiteX17-1267" fmla="*/ 2458 w 1306267"/>
                <a:gd name="connsiteY17-1268" fmla="*/ 429563 h 1424419"/>
                <a:gd name="connsiteX18-1269" fmla="*/ 75248 w 1306267"/>
                <a:gd name="connsiteY18-1270" fmla="*/ 303202 h 1424419"/>
                <a:gd name="connsiteX19-1271" fmla="*/ 106293 w 1306267"/>
                <a:gd name="connsiteY19-1272" fmla="*/ 282597 h 1424419"/>
                <a:gd name="connsiteX20-1273" fmla="*/ 541533 w 1306267"/>
                <a:gd name="connsiteY20-1274" fmla="*/ 38110 h 1424419"/>
                <a:gd name="connsiteX21-1275" fmla="*/ 653528 w 1306267"/>
                <a:gd name="connsiteY21-1276" fmla="*/ 0 h 1424419"/>
                <a:gd name="connsiteX0-1277" fmla="*/ 653528 w 1306267"/>
                <a:gd name="connsiteY0-1278" fmla="*/ 0 h 1424419"/>
                <a:gd name="connsiteX1-1279" fmla="*/ 757287 w 1306267"/>
                <a:gd name="connsiteY1-1280" fmla="*/ 32444 h 1424419"/>
                <a:gd name="connsiteX2-1281" fmla="*/ 1206876 w 1306267"/>
                <a:gd name="connsiteY2-1282" fmla="*/ 284945 h 1424419"/>
                <a:gd name="connsiteX3-1283" fmla="*/ 1237706 w 1306267"/>
                <a:gd name="connsiteY3-1284" fmla="*/ 306775 h 1424419"/>
                <a:gd name="connsiteX4-1285" fmla="*/ 1301712 w 1306267"/>
                <a:gd name="connsiteY4-1286" fmla="*/ 442384 h 1424419"/>
                <a:gd name="connsiteX5-1287" fmla="*/ 1303099 w 1306267"/>
                <a:gd name="connsiteY5-1288" fmla="*/ 495558 h 1424419"/>
                <a:gd name="connsiteX6-1289" fmla="*/ 1303099 w 1306267"/>
                <a:gd name="connsiteY6-1290" fmla="*/ 952393 h 1424419"/>
                <a:gd name="connsiteX7-1291" fmla="*/ 1305306 w 1306267"/>
                <a:gd name="connsiteY7-1292" fmla="*/ 990115 h 1424419"/>
                <a:gd name="connsiteX8-1293" fmla="*/ 1255800 w 1306267"/>
                <a:gd name="connsiteY8-1294" fmla="*/ 1142552 h 1424419"/>
                <a:gd name="connsiteX9-1295" fmla="*/ 1172881 w 1306267"/>
                <a:gd name="connsiteY9-1296" fmla="*/ 1179342 h 1424419"/>
                <a:gd name="connsiteX10-1297" fmla="*/ 792288 w 1306267"/>
                <a:gd name="connsiteY10-1298" fmla="*/ 1385653 h 1424419"/>
                <a:gd name="connsiteX11-1299" fmla="*/ 522686 w 1306267"/>
                <a:gd name="connsiteY11-1300" fmla="*/ 1384922 h 1424419"/>
                <a:gd name="connsiteX12-1301" fmla="*/ 97009 w 1306267"/>
                <a:gd name="connsiteY12-1302" fmla="*/ 1161462 h 1424419"/>
                <a:gd name="connsiteX13-1303" fmla="*/ 48904 w 1306267"/>
                <a:gd name="connsiteY13-1304" fmla="*/ 1124403 h 1424419"/>
                <a:gd name="connsiteX14-1305" fmla="*/ 667 w 1306267"/>
                <a:gd name="connsiteY14-1306" fmla="*/ 999105 h 1424419"/>
                <a:gd name="connsiteX15-1307" fmla="*/ 0 w 1306267"/>
                <a:gd name="connsiteY15-1308" fmla="*/ 972364 h 1424419"/>
                <a:gd name="connsiteX16-1309" fmla="*/ 2496 w 1306267"/>
                <a:gd name="connsiteY16-1310" fmla="*/ 463106 h 1424419"/>
                <a:gd name="connsiteX17-1311" fmla="*/ 2458 w 1306267"/>
                <a:gd name="connsiteY17-1312" fmla="*/ 429563 h 1424419"/>
                <a:gd name="connsiteX18-1313" fmla="*/ 75248 w 1306267"/>
                <a:gd name="connsiteY18-1314" fmla="*/ 303202 h 1424419"/>
                <a:gd name="connsiteX19-1315" fmla="*/ 106293 w 1306267"/>
                <a:gd name="connsiteY19-1316" fmla="*/ 282597 h 1424419"/>
                <a:gd name="connsiteX20-1317" fmla="*/ 541533 w 1306267"/>
                <a:gd name="connsiteY20-1318" fmla="*/ 38110 h 1424419"/>
                <a:gd name="connsiteX21-1319" fmla="*/ 653528 w 1306267"/>
                <a:gd name="connsiteY21-1320" fmla="*/ 0 h 1424419"/>
                <a:gd name="connsiteX0-1321" fmla="*/ 653528 w 1306267"/>
                <a:gd name="connsiteY0-1322" fmla="*/ 0 h 1424419"/>
                <a:gd name="connsiteX1-1323" fmla="*/ 757287 w 1306267"/>
                <a:gd name="connsiteY1-1324" fmla="*/ 32444 h 1424419"/>
                <a:gd name="connsiteX2-1325" fmla="*/ 1206876 w 1306267"/>
                <a:gd name="connsiteY2-1326" fmla="*/ 284945 h 1424419"/>
                <a:gd name="connsiteX3-1327" fmla="*/ 1237706 w 1306267"/>
                <a:gd name="connsiteY3-1328" fmla="*/ 306775 h 1424419"/>
                <a:gd name="connsiteX4-1329" fmla="*/ 1301712 w 1306267"/>
                <a:gd name="connsiteY4-1330" fmla="*/ 442384 h 1424419"/>
                <a:gd name="connsiteX5-1331" fmla="*/ 1303099 w 1306267"/>
                <a:gd name="connsiteY5-1332" fmla="*/ 495558 h 1424419"/>
                <a:gd name="connsiteX6-1333" fmla="*/ 1303099 w 1306267"/>
                <a:gd name="connsiteY6-1334" fmla="*/ 952393 h 1424419"/>
                <a:gd name="connsiteX7-1335" fmla="*/ 1305306 w 1306267"/>
                <a:gd name="connsiteY7-1336" fmla="*/ 990115 h 1424419"/>
                <a:gd name="connsiteX8-1337" fmla="*/ 1255800 w 1306267"/>
                <a:gd name="connsiteY8-1338" fmla="*/ 1142552 h 1424419"/>
                <a:gd name="connsiteX9-1339" fmla="*/ 1172881 w 1306267"/>
                <a:gd name="connsiteY9-1340" fmla="*/ 1179342 h 1424419"/>
                <a:gd name="connsiteX10-1341" fmla="*/ 792288 w 1306267"/>
                <a:gd name="connsiteY10-1342" fmla="*/ 1385653 h 1424419"/>
                <a:gd name="connsiteX11-1343" fmla="*/ 522686 w 1306267"/>
                <a:gd name="connsiteY11-1344" fmla="*/ 1384922 h 1424419"/>
                <a:gd name="connsiteX12-1345" fmla="*/ 97009 w 1306267"/>
                <a:gd name="connsiteY12-1346" fmla="*/ 1161462 h 1424419"/>
                <a:gd name="connsiteX13-1347" fmla="*/ 48904 w 1306267"/>
                <a:gd name="connsiteY13-1348" fmla="*/ 1124403 h 1424419"/>
                <a:gd name="connsiteX14-1349" fmla="*/ 667 w 1306267"/>
                <a:gd name="connsiteY14-1350" fmla="*/ 999105 h 1424419"/>
                <a:gd name="connsiteX15-1351" fmla="*/ 0 w 1306267"/>
                <a:gd name="connsiteY15-1352" fmla="*/ 972364 h 1424419"/>
                <a:gd name="connsiteX16-1353" fmla="*/ 2496 w 1306267"/>
                <a:gd name="connsiteY16-1354" fmla="*/ 463106 h 1424419"/>
                <a:gd name="connsiteX17-1355" fmla="*/ 2458 w 1306267"/>
                <a:gd name="connsiteY17-1356" fmla="*/ 429563 h 1424419"/>
                <a:gd name="connsiteX18-1357" fmla="*/ 75248 w 1306267"/>
                <a:gd name="connsiteY18-1358" fmla="*/ 303202 h 1424419"/>
                <a:gd name="connsiteX19-1359" fmla="*/ 106293 w 1306267"/>
                <a:gd name="connsiteY19-1360" fmla="*/ 282597 h 1424419"/>
                <a:gd name="connsiteX20-1361" fmla="*/ 541533 w 1306267"/>
                <a:gd name="connsiteY20-1362" fmla="*/ 38110 h 1424419"/>
                <a:gd name="connsiteX21-1363" fmla="*/ 653528 w 1306267"/>
                <a:gd name="connsiteY21-1364" fmla="*/ 0 h 1424419"/>
                <a:gd name="connsiteX0-1365" fmla="*/ 653528 w 1306267"/>
                <a:gd name="connsiteY0-1366" fmla="*/ 0 h 1424419"/>
                <a:gd name="connsiteX1-1367" fmla="*/ 757287 w 1306267"/>
                <a:gd name="connsiteY1-1368" fmla="*/ 32444 h 1424419"/>
                <a:gd name="connsiteX2-1369" fmla="*/ 1206876 w 1306267"/>
                <a:gd name="connsiteY2-1370" fmla="*/ 284945 h 1424419"/>
                <a:gd name="connsiteX3-1371" fmla="*/ 1237706 w 1306267"/>
                <a:gd name="connsiteY3-1372" fmla="*/ 306775 h 1424419"/>
                <a:gd name="connsiteX4-1373" fmla="*/ 1301712 w 1306267"/>
                <a:gd name="connsiteY4-1374" fmla="*/ 442384 h 1424419"/>
                <a:gd name="connsiteX5-1375" fmla="*/ 1303099 w 1306267"/>
                <a:gd name="connsiteY5-1376" fmla="*/ 495558 h 1424419"/>
                <a:gd name="connsiteX6-1377" fmla="*/ 1303099 w 1306267"/>
                <a:gd name="connsiteY6-1378" fmla="*/ 952393 h 1424419"/>
                <a:gd name="connsiteX7-1379" fmla="*/ 1305306 w 1306267"/>
                <a:gd name="connsiteY7-1380" fmla="*/ 990115 h 1424419"/>
                <a:gd name="connsiteX8-1381" fmla="*/ 1255800 w 1306267"/>
                <a:gd name="connsiteY8-1382" fmla="*/ 1142552 h 1424419"/>
                <a:gd name="connsiteX9-1383" fmla="*/ 1172881 w 1306267"/>
                <a:gd name="connsiteY9-1384" fmla="*/ 1179342 h 1424419"/>
                <a:gd name="connsiteX10-1385" fmla="*/ 792288 w 1306267"/>
                <a:gd name="connsiteY10-1386" fmla="*/ 1385653 h 1424419"/>
                <a:gd name="connsiteX11-1387" fmla="*/ 522686 w 1306267"/>
                <a:gd name="connsiteY11-1388" fmla="*/ 1384922 h 1424419"/>
                <a:gd name="connsiteX12-1389" fmla="*/ 97009 w 1306267"/>
                <a:gd name="connsiteY12-1390" fmla="*/ 1161462 h 1424419"/>
                <a:gd name="connsiteX13-1391" fmla="*/ 44843 w 1306267"/>
                <a:gd name="connsiteY13-1392" fmla="*/ 1118989 h 1424419"/>
                <a:gd name="connsiteX14-1393" fmla="*/ 667 w 1306267"/>
                <a:gd name="connsiteY14-1394" fmla="*/ 999105 h 1424419"/>
                <a:gd name="connsiteX15-1395" fmla="*/ 0 w 1306267"/>
                <a:gd name="connsiteY15-1396" fmla="*/ 972364 h 1424419"/>
                <a:gd name="connsiteX16-1397" fmla="*/ 2496 w 1306267"/>
                <a:gd name="connsiteY16-1398" fmla="*/ 463106 h 1424419"/>
                <a:gd name="connsiteX17-1399" fmla="*/ 2458 w 1306267"/>
                <a:gd name="connsiteY17-1400" fmla="*/ 429563 h 1424419"/>
                <a:gd name="connsiteX18-1401" fmla="*/ 75248 w 1306267"/>
                <a:gd name="connsiteY18-1402" fmla="*/ 303202 h 1424419"/>
                <a:gd name="connsiteX19-1403" fmla="*/ 106293 w 1306267"/>
                <a:gd name="connsiteY19-1404" fmla="*/ 282597 h 1424419"/>
                <a:gd name="connsiteX20-1405" fmla="*/ 541533 w 1306267"/>
                <a:gd name="connsiteY20-1406" fmla="*/ 38110 h 1424419"/>
                <a:gd name="connsiteX21-1407" fmla="*/ 653528 w 1306267"/>
                <a:gd name="connsiteY21-1408" fmla="*/ 0 h 1424419"/>
                <a:gd name="connsiteX0-1409" fmla="*/ 653528 w 1306267"/>
                <a:gd name="connsiteY0-1410" fmla="*/ 0 h 1424419"/>
                <a:gd name="connsiteX1-1411" fmla="*/ 757287 w 1306267"/>
                <a:gd name="connsiteY1-1412" fmla="*/ 32444 h 1424419"/>
                <a:gd name="connsiteX2-1413" fmla="*/ 1206876 w 1306267"/>
                <a:gd name="connsiteY2-1414" fmla="*/ 284945 h 1424419"/>
                <a:gd name="connsiteX3-1415" fmla="*/ 1237706 w 1306267"/>
                <a:gd name="connsiteY3-1416" fmla="*/ 306775 h 1424419"/>
                <a:gd name="connsiteX4-1417" fmla="*/ 1301712 w 1306267"/>
                <a:gd name="connsiteY4-1418" fmla="*/ 442384 h 1424419"/>
                <a:gd name="connsiteX5-1419" fmla="*/ 1303099 w 1306267"/>
                <a:gd name="connsiteY5-1420" fmla="*/ 495558 h 1424419"/>
                <a:gd name="connsiteX6-1421" fmla="*/ 1303099 w 1306267"/>
                <a:gd name="connsiteY6-1422" fmla="*/ 952393 h 1424419"/>
                <a:gd name="connsiteX7-1423" fmla="*/ 1305306 w 1306267"/>
                <a:gd name="connsiteY7-1424" fmla="*/ 990115 h 1424419"/>
                <a:gd name="connsiteX8-1425" fmla="*/ 1255800 w 1306267"/>
                <a:gd name="connsiteY8-1426" fmla="*/ 1142552 h 1424419"/>
                <a:gd name="connsiteX9-1427" fmla="*/ 1172881 w 1306267"/>
                <a:gd name="connsiteY9-1428" fmla="*/ 1179342 h 1424419"/>
                <a:gd name="connsiteX10-1429" fmla="*/ 792288 w 1306267"/>
                <a:gd name="connsiteY10-1430" fmla="*/ 1385653 h 1424419"/>
                <a:gd name="connsiteX11-1431" fmla="*/ 522686 w 1306267"/>
                <a:gd name="connsiteY11-1432" fmla="*/ 1384922 h 1424419"/>
                <a:gd name="connsiteX12-1433" fmla="*/ 97009 w 1306267"/>
                <a:gd name="connsiteY12-1434" fmla="*/ 1161462 h 1424419"/>
                <a:gd name="connsiteX13-1435" fmla="*/ 44843 w 1306267"/>
                <a:gd name="connsiteY13-1436" fmla="*/ 1118989 h 1424419"/>
                <a:gd name="connsiteX14-1437" fmla="*/ 667 w 1306267"/>
                <a:gd name="connsiteY14-1438" fmla="*/ 999105 h 1424419"/>
                <a:gd name="connsiteX15-1439" fmla="*/ 0 w 1306267"/>
                <a:gd name="connsiteY15-1440" fmla="*/ 972364 h 1424419"/>
                <a:gd name="connsiteX16-1441" fmla="*/ 2496 w 1306267"/>
                <a:gd name="connsiteY16-1442" fmla="*/ 463106 h 1424419"/>
                <a:gd name="connsiteX17-1443" fmla="*/ 2458 w 1306267"/>
                <a:gd name="connsiteY17-1444" fmla="*/ 429563 h 1424419"/>
                <a:gd name="connsiteX18-1445" fmla="*/ 75248 w 1306267"/>
                <a:gd name="connsiteY18-1446" fmla="*/ 303202 h 1424419"/>
                <a:gd name="connsiteX19-1447" fmla="*/ 106293 w 1306267"/>
                <a:gd name="connsiteY19-1448" fmla="*/ 282597 h 1424419"/>
                <a:gd name="connsiteX20-1449" fmla="*/ 541533 w 1306267"/>
                <a:gd name="connsiteY20-1450" fmla="*/ 38110 h 1424419"/>
                <a:gd name="connsiteX21-1451" fmla="*/ 653528 w 1306267"/>
                <a:gd name="connsiteY21-1452" fmla="*/ 0 h 1424419"/>
                <a:gd name="connsiteX0-1453" fmla="*/ 653528 w 1306267"/>
                <a:gd name="connsiteY0-1454" fmla="*/ 0 h 1424419"/>
                <a:gd name="connsiteX1-1455" fmla="*/ 757287 w 1306267"/>
                <a:gd name="connsiteY1-1456" fmla="*/ 32444 h 1424419"/>
                <a:gd name="connsiteX2-1457" fmla="*/ 1206876 w 1306267"/>
                <a:gd name="connsiteY2-1458" fmla="*/ 284945 h 1424419"/>
                <a:gd name="connsiteX3-1459" fmla="*/ 1237706 w 1306267"/>
                <a:gd name="connsiteY3-1460" fmla="*/ 306775 h 1424419"/>
                <a:gd name="connsiteX4-1461" fmla="*/ 1301712 w 1306267"/>
                <a:gd name="connsiteY4-1462" fmla="*/ 442384 h 1424419"/>
                <a:gd name="connsiteX5-1463" fmla="*/ 1303099 w 1306267"/>
                <a:gd name="connsiteY5-1464" fmla="*/ 495558 h 1424419"/>
                <a:gd name="connsiteX6-1465" fmla="*/ 1303099 w 1306267"/>
                <a:gd name="connsiteY6-1466" fmla="*/ 952393 h 1424419"/>
                <a:gd name="connsiteX7-1467" fmla="*/ 1305306 w 1306267"/>
                <a:gd name="connsiteY7-1468" fmla="*/ 990115 h 1424419"/>
                <a:gd name="connsiteX8-1469" fmla="*/ 1255800 w 1306267"/>
                <a:gd name="connsiteY8-1470" fmla="*/ 1142552 h 1424419"/>
                <a:gd name="connsiteX9-1471" fmla="*/ 1172881 w 1306267"/>
                <a:gd name="connsiteY9-1472" fmla="*/ 1179342 h 1424419"/>
                <a:gd name="connsiteX10-1473" fmla="*/ 792288 w 1306267"/>
                <a:gd name="connsiteY10-1474" fmla="*/ 1385653 h 1424419"/>
                <a:gd name="connsiteX11-1475" fmla="*/ 522686 w 1306267"/>
                <a:gd name="connsiteY11-1476" fmla="*/ 1384922 h 1424419"/>
                <a:gd name="connsiteX12-1477" fmla="*/ 97009 w 1306267"/>
                <a:gd name="connsiteY12-1478" fmla="*/ 1161462 h 1424419"/>
                <a:gd name="connsiteX13-1479" fmla="*/ 44843 w 1306267"/>
                <a:gd name="connsiteY13-1480" fmla="*/ 1118989 h 1424419"/>
                <a:gd name="connsiteX14-1481" fmla="*/ 667 w 1306267"/>
                <a:gd name="connsiteY14-1482" fmla="*/ 999105 h 1424419"/>
                <a:gd name="connsiteX15-1483" fmla="*/ 0 w 1306267"/>
                <a:gd name="connsiteY15-1484" fmla="*/ 972364 h 1424419"/>
                <a:gd name="connsiteX16-1485" fmla="*/ 2496 w 1306267"/>
                <a:gd name="connsiteY16-1486" fmla="*/ 463106 h 1424419"/>
                <a:gd name="connsiteX17-1487" fmla="*/ 2458 w 1306267"/>
                <a:gd name="connsiteY17-1488" fmla="*/ 429563 h 1424419"/>
                <a:gd name="connsiteX18-1489" fmla="*/ 75248 w 1306267"/>
                <a:gd name="connsiteY18-1490" fmla="*/ 303202 h 1424419"/>
                <a:gd name="connsiteX19-1491" fmla="*/ 106293 w 1306267"/>
                <a:gd name="connsiteY19-1492" fmla="*/ 282597 h 1424419"/>
                <a:gd name="connsiteX20-1493" fmla="*/ 541533 w 1306267"/>
                <a:gd name="connsiteY20-1494" fmla="*/ 38110 h 1424419"/>
                <a:gd name="connsiteX21-1495" fmla="*/ 653528 w 1306267"/>
                <a:gd name="connsiteY21-1496" fmla="*/ 0 h 1424419"/>
                <a:gd name="connsiteX0-1497" fmla="*/ 653528 w 1306267"/>
                <a:gd name="connsiteY0-1498" fmla="*/ 0 h 1424419"/>
                <a:gd name="connsiteX1-1499" fmla="*/ 757287 w 1306267"/>
                <a:gd name="connsiteY1-1500" fmla="*/ 32444 h 1424419"/>
                <a:gd name="connsiteX2-1501" fmla="*/ 1206876 w 1306267"/>
                <a:gd name="connsiteY2-1502" fmla="*/ 284945 h 1424419"/>
                <a:gd name="connsiteX3-1503" fmla="*/ 1237706 w 1306267"/>
                <a:gd name="connsiteY3-1504" fmla="*/ 306775 h 1424419"/>
                <a:gd name="connsiteX4-1505" fmla="*/ 1301712 w 1306267"/>
                <a:gd name="connsiteY4-1506" fmla="*/ 442384 h 1424419"/>
                <a:gd name="connsiteX5-1507" fmla="*/ 1303099 w 1306267"/>
                <a:gd name="connsiteY5-1508" fmla="*/ 495558 h 1424419"/>
                <a:gd name="connsiteX6-1509" fmla="*/ 1303099 w 1306267"/>
                <a:gd name="connsiteY6-1510" fmla="*/ 952393 h 1424419"/>
                <a:gd name="connsiteX7-1511" fmla="*/ 1305306 w 1306267"/>
                <a:gd name="connsiteY7-1512" fmla="*/ 990115 h 1424419"/>
                <a:gd name="connsiteX8-1513" fmla="*/ 1255800 w 1306267"/>
                <a:gd name="connsiteY8-1514" fmla="*/ 1142552 h 1424419"/>
                <a:gd name="connsiteX9-1515" fmla="*/ 1172881 w 1306267"/>
                <a:gd name="connsiteY9-1516" fmla="*/ 1179342 h 1424419"/>
                <a:gd name="connsiteX10-1517" fmla="*/ 792288 w 1306267"/>
                <a:gd name="connsiteY10-1518" fmla="*/ 1385653 h 1424419"/>
                <a:gd name="connsiteX11-1519" fmla="*/ 522686 w 1306267"/>
                <a:gd name="connsiteY11-1520" fmla="*/ 1384922 h 1424419"/>
                <a:gd name="connsiteX12-1521" fmla="*/ 94302 w 1306267"/>
                <a:gd name="connsiteY12-1522" fmla="*/ 1158755 h 1424419"/>
                <a:gd name="connsiteX13-1523" fmla="*/ 44843 w 1306267"/>
                <a:gd name="connsiteY13-1524" fmla="*/ 1118989 h 1424419"/>
                <a:gd name="connsiteX14-1525" fmla="*/ 667 w 1306267"/>
                <a:gd name="connsiteY14-1526" fmla="*/ 999105 h 1424419"/>
                <a:gd name="connsiteX15-1527" fmla="*/ 0 w 1306267"/>
                <a:gd name="connsiteY15-1528" fmla="*/ 972364 h 1424419"/>
                <a:gd name="connsiteX16-1529" fmla="*/ 2496 w 1306267"/>
                <a:gd name="connsiteY16-1530" fmla="*/ 463106 h 1424419"/>
                <a:gd name="connsiteX17-1531" fmla="*/ 2458 w 1306267"/>
                <a:gd name="connsiteY17-1532" fmla="*/ 429563 h 1424419"/>
                <a:gd name="connsiteX18-1533" fmla="*/ 75248 w 1306267"/>
                <a:gd name="connsiteY18-1534" fmla="*/ 303202 h 1424419"/>
                <a:gd name="connsiteX19-1535" fmla="*/ 106293 w 1306267"/>
                <a:gd name="connsiteY19-1536" fmla="*/ 282597 h 1424419"/>
                <a:gd name="connsiteX20-1537" fmla="*/ 541533 w 1306267"/>
                <a:gd name="connsiteY20-1538" fmla="*/ 38110 h 1424419"/>
                <a:gd name="connsiteX21-1539" fmla="*/ 653528 w 1306267"/>
                <a:gd name="connsiteY21-1540" fmla="*/ 0 h 1424419"/>
                <a:gd name="connsiteX0-1541" fmla="*/ 653528 w 1306267"/>
                <a:gd name="connsiteY0-1542" fmla="*/ 0 h 1424419"/>
                <a:gd name="connsiteX1-1543" fmla="*/ 757287 w 1306267"/>
                <a:gd name="connsiteY1-1544" fmla="*/ 32444 h 1424419"/>
                <a:gd name="connsiteX2-1545" fmla="*/ 1206876 w 1306267"/>
                <a:gd name="connsiteY2-1546" fmla="*/ 284945 h 1424419"/>
                <a:gd name="connsiteX3-1547" fmla="*/ 1237706 w 1306267"/>
                <a:gd name="connsiteY3-1548" fmla="*/ 306775 h 1424419"/>
                <a:gd name="connsiteX4-1549" fmla="*/ 1301712 w 1306267"/>
                <a:gd name="connsiteY4-1550" fmla="*/ 442384 h 1424419"/>
                <a:gd name="connsiteX5-1551" fmla="*/ 1303099 w 1306267"/>
                <a:gd name="connsiteY5-1552" fmla="*/ 495558 h 1424419"/>
                <a:gd name="connsiteX6-1553" fmla="*/ 1303099 w 1306267"/>
                <a:gd name="connsiteY6-1554" fmla="*/ 952393 h 1424419"/>
                <a:gd name="connsiteX7-1555" fmla="*/ 1305306 w 1306267"/>
                <a:gd name="connsiteY7-1556" fmla="*/ 990115 h 1424419"/>
                <a:gd name="connsiteX8-1557" fmla="*/ 1255800 w 1306267"/>
                <a:gd name="connsiteY8-1558" fmla="*/ 1142552 h 1424419"/>
                <a:gd name="connsiteX9-1559" fmla="*/ 1172881 w 1306267"/>
                <a:gd name="connsiteY9-1560" fmla="*/ 1179342 h 1424419"/>
                <a:gd name="connsiteX10-1561" fmla="*/ 792288 w 1306267"/>
                <a:gd name="connsiteY10-1562" fmla="*/ 1385653 h 1424419"/>
                <a:gd name="connsiteX11-1563" fmla="*/ 522686 w 1306267"/>
                <a:gd name="connsiteY11-1564" fmla="*/ 1384922 h 1424419"/>
                <a:gd name="connsiteX12-1565" fmla="*/ 94302 w 1306267"/>
                <a:gd name="connsiteY12-1566" fmla="*/ 1158755 h 1424419"/>
                <a:gd name="connsiteX13-1567" fmla="*/ 39429 w 1306267"/>
                <a:gd name="connsiteY13-1568" fmla="*/ 1117635 h 1424419"/>
                <a:gd name="connsiteX14-1569" fmla="*/ 667 w 1306267"/>
                <a:gd name="connsiteY14-1570" fmla="*/ 999105 h 1424419"/>
                <a:gd name="connsiteX15-1571" fmla="*/ 0 w 1306267"/>
                <a:gd name="connsiteY15-1572" fmla="*/ 972364 h 1424419"/>
                <a:gd name="connsiteX16-1573" fmla="*/ 2496 w 1306267"/>
                <a:gd name="connsiteY16-1574" fmla="*/ 463106 h 1424419"/>
                <a:gd name="connsiteX17-1575" fmla="*/ 2458 w 1306267"/>
                <a:gd name="connsiteY17-1576" fmla="*/ 429563 h 1424419"/>
                <a:gd name="connsiteX18-1577" fmla="*/ 75248 w 1306267"/>
                <a:gd name="connsiteY18-1578" fmla="*/ 303202 h 1424419"/>
                <a:gd name="connsiteX19-1579" fmla="*/ 106293 w 1306267"/>
                <a:gd name="connsiteY19-1580" fmla="*/ 282597 h 1424419"/>
                <a:gd name="connsiteX20-1581" fmla="*/ 541533 w 1306267"/>
                <a:gd name="connsiteY20-1582" fmla="*/ 38110 h 1424419"/>
                <a:gd name="connsiteX21-1583" fmla="*/ 653528 w 1306267"/>
                <a:gd name="connsiteY21-1584" fmla="*/ 0 h 1424419"/>
                <a:gd name="connsiteX0-1585" fmla="*/ 653528 w 1305333"/>
                <a:gd name="connsiteY0-1586" fmla="*/ 0 h 1424419"/>
                <a:gd name="connsiteX1-1587" fmla="*/ 757287 w 1305333"/>
                <a:gd name="connsiteY1-1588" fmla="*/ 32444 h 1424419"/>
                <a:gd name="connsiteX2-1589" fmla="*/ 1206876 w 1305333"/>
                <a:gd name="connsiteY2-1590" fmla="*/ 284945 h 1424419"/>
                <a:gd name="connsiteX3-1591" fmla="*/ 1237706 w 1305333"/>
                <a:gd name="connsiteY3-1592" fmla="*/ 306775 h 1424419"/>
                <a:gd name="connsiteX4-1593" fmla="*/ 1301712 w 1305333"/>
                <a:gd name="connsiteY4-1594" fmla="*/ 442384 h 1424419"/>
                <a:gd name="connsiteX5-1595" fmla="*/ 1303099 w 1305333"/>
                <a:gd name="connsiteY5-1596" fmla="*/ 495558 h 1424419"/>
                <a:gd name="connsiteX6-1597" fmla="*/ 1303099 w 1305333"/>
                <a:gd name="connsiteY6-1598" fmla="*/ 952393 h 1424419"/>
                <a:gd name="connsiteX7-1599" fmla="*/ 1305306 w 1305333"/>
                <a:gd name="connsiteY7-1600" fmla="*/ 990115 h 1424419"/>
                <a:gd name="connsiteX8-1601" fmla="*/ 1227376 w 1305333"/>
                <a:gd name="connsiteY8-1602" fmla="*/ 1152027 h 1424419"/>
                <a:gd name="connsiteX9-1603" fmla="*/ 1172881 w 1305333"/>
                <a:gd name="connsiteY9-1604" fmla="*/ 1179342 h 1424419"/>
                <a:gd name="connsiteX10-1605" fmla="*/ 792288 w 1305333"/>
                <a:gd name="connsiteY10-1606" fmla="*/ 1385653 h 1424419"/>
                <a:gd name="connsiteX11-1607" fmla="*/ 522686 w 1305333"/>
                <a:gd name="connsiteY11-1608" fmla="*/ 1384922 h 1424419"/>
                <a:gd name="connsiteX12-1609" fmla="*/ 94302 w 1305333"/>
                <a:gd name="connsiteY12-1610" fmla="*/ 1158755 h 1424419"/>
                <a:gd name="connsiteX13-1611" fmla="*/ 39429 w 1305333"/>
                <a:gd name="connsiteY13-1612" fmla="*/ 1117635 h 1424419"/>
                <a:gd name="connsiteX14-1613" fmla="*/ 667 w 1305333"/>
                <a:gd name="connsiteY14-1614" fmla="*/ 999105 h 1424419"/>
                <a:gd name="connsiteX15-1615" fmla="*/ 0 w 1305333"/>
                <a:gd name="connsiteY15-1616" fmla="*/ 972364 h 1424419"/>
                <a:gd name="connsiteX16-1617" fmla="*/ 2496 w 1305333"/>
                <a:gd name="connsiteY16-1618" fmla="*/ 463106 h 1424419"/>
                <a:gd name="connsiteX17-1619" fmla="*/ 2458 w 1305333"/>
                <a:gd name="connsiteY17-1620" fmla="*/ 429563 h 1424419"/>
                <a:gd name="connsiteX18-1621" fmla="*/ 75248 w 1305333"/>
                <a:gd name="connsiteY18-1622" fmla="*/ 303202 h 1424419"/>
                <a:gd name="connsiteX19-1623" fmla="*/ 106293 w 1305333"/>
                <a:gd name="connsiteY19-1624" fmla="*/ 282597 h 1424419"/>
                <a:gd name="connsiteX20-1625" fmla="*/ 541533 w 1305333"/>
                <a:gd name="connsiteY20-1626" fmla="*/ 38110 h 1424419"/>
                <a:gd name="connsiteX21-1627" fmla="*/ 653528 w 1305333"/>
                <a:gd name="connsiteY21-1628" fmla="*/ 0 h 1424419"/>
                <a:gd name="connsiteX0-1629" fmla="*/ 653528 w 1305333"/>
                <a:gd name="connsiteY0-1630" fmla="*/ 0 h 1424419"/>
                <a:gd name="connsiteX1-1631" fmla="*/ 757287 w 1305333"/>
                <a:gd name="connsiteY1-1632" fmla="*/ 32444 h 1424419"/>
                <a:gd name="connsiteX2-1633" fmla="*/ 1206876 w 1305333"/>
                <a:gd name="connsiteY2-1634" fmla="*/ 284945 h 1424419"/>
                <a:gd name="connsiteX3-1635" fmla="*/ 1237706 w 1305333"/>
                <a:gd name="connsiteY3-1636" fmla="*/ 306775 h 1424419"/>
                <a:gd name="connsiteX4-1637" fmla="*/ 1301712 w 1305333"/>
                <a:gd name="connsiteY4-1638" fmla="*/ 442384 h 1424419"/>
                <a:gd name="connsiteX5-1639" fmla="*/ 1303099 w 1305333"/>
                <a:gd name="connsiteY5-1640" fmla="*/ 495558 h 1424419"/>
                <a:gd name="connsiteX6-1641" fmla="*/ 1303099 w 1305333"/>
                <a:gd name="connsiteY6-1642" fmla="*/ 952393 h 1424419"/>
                <a:gd name="connsiteX7-1643" fmla="*/ 1302599 w 1305333"/>
                <a:gd name="connsiteY7-1644" fmla="*/ 1003650 h 1424419"/>
                <a:gd name="connsiteX8-1645" fmla="*/ 1227376 w 1305333"/>
                <a:gd name="connsiteY8-1646" fmla="*/ 1152027 h 1424419"/>
                <a:gd name="connsiteX9-1647" fmla="*/ 1172881 w 1305333"/>
                <a:gd name="connsiteY9-1648" fmla="*/ 1179342 h 1424419"/>
                <a:gd name="connsiteX10-1649" fmla="*/ 792288 w 1305333"/>
                <a:gd name="connsiteY10-1650" fmla="*/ 1385653 h 1424419"/>
                <a:gd name="connsiteX11-1651" fmla="*/ 522686 w 1305333"/>
                <a:gd name="connsiteY11-1652" fmla="*/ 1384922 h 1424419"/>
                <a:gd name="connsiteX12-1653" fmla="*/ 94302 w 1305333"/>
                <a:gd name="connsiteY12-1654" fmla="*/ 1158755 h 1424419"/>
                <a:gd name="connsiteX13-1655" fmla="*/ 39429 w 1305333"/>
                <a:gd name="connsiteY13-1656" fmla="*/ 1117635 h 1424419"/>
                <a:gd name="connsiteX14-1657" fmla="*/ 667 w 1305333"/>
                <a:gd name="connsiteY14-1658" fmla="*/ 999105 h 1424419"/>
                <a:gd name="connsiteX15-1659" fmla="*/ 0 w 1305333"/>
                <a:gd name="connsiteY15-1660" fmla="*/ 972364 h 1424419"/>
                <a:gd name="connsiteX16-1661" fmla="*/ 2496 w 1305333"/>
                <a:gd name="connsiteY16-1662" fmla="*/ 463106 h 1424419"/>
                <a:gd name="connsiteX17-1663" fmla="*/ 2458 w 1305333"/>
                <a:gd name="connsiteY17-1664" fmla="*/ 429563 h 1424419"/>
                <a:gd name="connsiteX18-1665" fmla="*/ 75248 w 1305333"/>
                <a:gd name="connsiteY18-1666" fmla="*/ 303202 h 1424419"/>
                <a:gd name="connsiteX19-1667" fmla="*/ 106293 w 1305333"/>
                <a:gd name="connsiteY19-1668" fmla="*/ 282597 h 1424419"/>
                <a:gd name="connsiteX20-1669" fmla="*/ 541533 w 1305333"/>
                <a:gd name="connsiteY20-1670" fmla="*/ 38110 h 1424419"/>
                <a:gd name="connsiteX21-1671" fmla="*/ 653528 w 1305333"/>
                <a:gd name="connsiteY21-1672" fmla="*/ 0 h 1424419"/>
                <a:gd name="connsiteX0-1673" fmla="*/ 653528 w 1305080"/>
                <a:gd name="connsiteY0-1674" fmla="*/ 0 h 1424419"/>
                <a:gd name="connsiteX1-1675" fmla="*/ 757287 w 1305080"/>
                <a:gd name="connsiteY1-1676" fmla="*/ 32444 h 1424419"/>
                <a:gd name="connsiteX2-1677" fmla="*/ 1206876 w 1305080"/>
                <a:gd name="connsiteY2-1678" fmla="*/ 284945 h 1424419"/>
                <a:gd name="connsiteX3-1679" fmla="*/ 1237706 w 1305080"/>
                <a:gd name="connsiteY3-1680" fmla="*/ 306775 h 1424419"/>
                <a:gd name="connsiteX4-1681" fmla="*/ 1301712 w 1305080"/>
                <a:gd name="connsiteY4-1682" fmla="*/ 442384 h 1424419"/>
                <a:gd name="connsiteX5-1683" fmla="*/ 1303099 w 1305080"/>
                <a:gd name="connsiteY5-1684" fmla="*/ 495558 h 1424419"/>
                <a:gd name="connsiteX6-1685" fmla="*/ 1301746 w 1305080"/>
                <a:gd name="connsiteY6-1686" fmla="*/ 953747 h 1424419"/>
                <a:gd name="connsiteX7-1687" fmla="*/ 1302599 w 1305080"/>
                <a:gd name="connsiteY7-1688" fmla="*/ 1003650 h 1424419"/>
                <a:gd name="connsiteX8-1689" fmla="*/ 1227376 w 1305080"/>
                <a:gd name="connsiteY8-1690" fmla="*/ 1152027 h 1424419"/>
                <a:gd name="connsiteX9-1691" fmla="*/ 1172881 w 1305080"/>
                <a:gd name="connsiteY9-1692" fmla="*/ 1179342 h 1424419"/>
                <a:gd name="connsiteX10-1693" fmla="*/ 792288 w 1305080"/>
                <a:gd name="connsiteY10-1694" fmla="*/ 1385653 h 1424419"/>
                <a:gd name="connsiteX11-1695" fmla="*/ 522686 w 1305080"/>
                <a:gd name="connsiteY11-1696" fmla="*/ 1384922 h 1424419"/>
                <a:gd name="connsiteX12-1697" fmla="*/ 94302 w 1305080"/>
                <a:gd name="connsiteY12-1698" fmla="*/ 1158755 h 1424419"/>
                <a:gd name="connsiteX13-1699" fmla="*/ 39429 w 1305080"/>
                <a:gd name="connsiteY13-1700" fmla="*/ 1117635 h 1424419"/>
                <a:gd name="connsiteX14-1701" fmla="*/ 667 w 1305080"/>
                <a:gd name="connsiteY14-1702" fmla="*/ 999105 h 1424419"/>
                <a:gd name="connsiteX15-1703" fmla="*/ 0 w 1305080"/>
                <a:gd name="connsiteY15-1704" fmla="*/ 972364 h 1424419"/>
                <a:gd name="connsiteX16-1705" fmla="*/ 2496 w 1305080"/>
                <a:gd name="connsiteY16-1706" fmla="*/ 463106 h 1424419"/>
                <a:gd name="connsiteX17-1707" fmla="*/ 2458 w 1305080"/>
                <a:gd name="connsiteY17-1708" fmla="*/ 429563 h 1424419"/>
                <a:gd name="connsiteX18-1709" fmla="*/ 75248 w 1305080"/>
                <a:gd name="connsiteY18-1710" fmla="*/ 303202 h 1424419"/>
                <a:gd name="connsiteX19-1711" fmla="*/ 106293 w 1305080"/>
                <a:gd name="connsiteY19-1712" fmla="*/ 282597 h 1424419"/>
                <a:gd name="connsiteX20-1713" fmla="*/ 541533 w 1305080"/>
                <a:gd name="connsiteY20-1714" fmla="*/ 38110 h 1424419"/>
                <a:gd name="connsiteX21-1715" fmla="*/ 653528 w 1305080"/>
                <a:gd name="connsiteY21-1716" fmla="*/ 0 h 1424419"/>
                <a:gd name="connsiteX0-1717" fmla="*/ 653528 w 1305299"/>
                <a:gd name="connsiteY0-1718" fmla="*/ 0 h 1424419"/>
                <a:gd name="connsiteX1-1719" fmla="*/ 757287 w 1305299"/>
                <a:gd name="connsiteY1-1720" fmla="*/ 32444 h 1424419"/>
                <a:gd name="connsiteX2-1721" fmla="*/ 1206876 w 1305299"/>
                <a:gd name="connsiteY2-1722" fmla="*/ 284945 h 1424419"/>
                <a:gd name="connsiteX3-1723" fmla="*/ 1237706 w 1305299"/>
                <a:gd name="connsiteY3-1724" fmla="*/ 306775 h 1424419"/>
                <a:gd name="connsiteX4-1725" fmla="*/ 1301712 w 1305299"/>
                <a:gd name="connsiteY4-1726" fmla="*/ 442384 h 1424419"/>
                <a:gd name="connsiteX5-1727" fmla="*/ 1303099 w 1305299"/>
                <a:gd name="connsiteY5-1728" fmla="*/ 495558 h 1424419"/>
                <a:gd name="connsiteX6-1729" fmla="*/ 1301746 w 1305299"/>
                <a:gd name="connsiteY6-1730" fmla="*/ 953747 h 1424419"/>
                <a:gd name="connsiteX7-1731" fmla="*/ 1302599 w 1305299"/>
                <a:gd name="connsiteY7-1732" fmla="*/ 1003650 h 1424419"/>
                <a:gd name="connsiteX8-1733" fmla="*/ 1227376 w 1305299"/>
                <a:gd name="connsiteY8-1734" fmla="*/ 1152027 h 1424419"/>
                <a:gd name="connsiteX9-1735" fmla="*/ 1172881 w 1305299"/>
                <a:gd name="connsiteY9-1736" fmla="*/ 1179342 h 1424419"/>
                <a:gd name="connsiteX10-1737" fmla="*/ 792288 w 1305299"/>
                <a:gd name="connsiteY10-1738" fmla="*/ 1385653 h 1424419"/>
                <a:gd name="connsiteX11-1739" fmla="*/ 522686 w 1305299"/>
                <a:gd name="connsiteY11-1740" fmla="*/ 1384922 h 1424419"/>
                <a:gd name="connsiteX12-1741" fmla="*/ 94302 w 1305299"/>
                <a:gd name="connsiteY12-1742" fmla="*/ 1158755 h 1424419"/>
                <a:gd name="connsiteX13-1743" fmla="*/ 39429 w 1305299"/>
                <a:gd name="connsiteY13-1744" fmla="*/ 1117635 h 1424419"/>
                <a:gd name="connsiteX14-1745" fmla="*/ 667 w 1305299"/>
                <a:gd name="connsiteY14-1746" fmla="*/ 999105 h 1424419"/>
                <a:gd name="connsiteX15-1747" fmla="*/ 0 w 1305299"/>
                <a:gd name="connsiteY15-1748" fmla="*/ 972364 h 1424419"/>
                <a:gd name="connsiteX16-1749" fmla="*/ 2496 w 1305299"/>
                <a:gd name="connsiteY16-1750" fmla="*/ 463106 h 1424419"/>
                <a:gd name="connsiteX17-1751" fmla="*/ 2458 w 1305299"/>
                <a:gd name="connsiteY17-1752" fmla="*/ 429563 h 1424419"/>
                <a:gd name="connsiteX18-1753" fmla="*/ 75248 w 1305299"/>
                <a:gd name="connsiteY18-1754" fmla="*/ 303202 h 1424419"/>
                <a:gd name="connsiteX19-1755" fmla="*/ 106293 w 1305299"/>
                <a:gd name="connsiteY19-1756" fmla="*/ 282597 h 1424419"/>
                <a:gd name="connsiteX20-1757" fmla="*/ 541533 w 1305299"/>
                <a:gd name="connsiteY20-1758" fmla="*/ 38110 h 1424419"/>
                <a:gd name="connsiteX21-1759" fmla="*/ 653528 w 1305299"/>
                <a:gd name="connsiteY21-1760" fmla="*/ 0 h 1424419"/>
                <a:gd name="connsiteX0-1761" fmla="*/ 653528 w 1306646"/>
                <a:gd name="connsiteY0-1762" fmla="*/ 0 h 1424419"/>
                <a:gd name="connsiteX1-1763" fmla="*/ 757287 w 1306646"/>
                <a:gd name="connsiteY1-1764" fmla="*/ 32444 h 1424419"/>
                <a:gd name="connsiteX2-1765" fmla="*/ 1206876 w 1306646"/>
                <a:gd name="connsiteY2-1766" fmla="*/ 284945 h 1424419"/>
                <a:gd name="connsiteX3-1767" fmla="*/ 1237706 w 1306646"/>
                <a:gd name="connsiteY3-1768" fmla="*/ 306775 h 1424419"/>
                <a:gd name="connsiteX4-1769" fmla="*/ 1301712 w 1306646"/>
                <a:gd name="connsiteY4-1770" fmla="*/ 442384 h 1424419"/>
                <a:gd name="connsiteX5-1771" fmla="*/ 1303099 w 1306646"/>
                <a:gd name="connsiteY5-1772" fmla="*/ 495558 h 1424419"/>
                <a:gd name="connsiteX6-1773" fmla="*/ 1301746 w 1306646"/>
                <a:gd name="connsiteY6-1774" fmla="*/ 953747 h 1424419"/>
                <a:gd name="connsiteX7-1775" fmla="*/ 1302599 w 1306646"/>
                <a:gd name="connsiteY7-1776" fmla="*/ 1003650 h 1424419"/>
                <a:gd name="connsiteX8-1777" fmla="*/ 1227376 w 1306646"/>
                <a:gd name="connsiteY8-1778" fmla="*/ 1152027 h 1424419"/>
                <a:gd name="connsiteX9-1779" fmla="*/ 1172881 w 1306646"/>
                <a:gd name="connsiteY9-1780" fmla="*/ 1179342 h 1424419"/>
                <a:gd name="connsiteX10-1781" fmla="*/ 792288 w 1306646"/>
                <a:gd name="connsiteY10-1782" fmla="*/ 1385653 h 1424419"/>
                <a:gd name="connsiteX11-1783" fmla="*/ 522686 w 1306646"/>
                <a:gd name="connsiteY11-1784" fmla="*/ 1384922 h 1424419"/>
                <a:gd name="connsiteX12-1785" fmla="*/ 94302 w 1306646"/>
                <a:gd name="connsiteY12-1786" fmla="*/ 1158755 h 1424419"/>
                <a:gd name="connsiteX13-1787" fmla="*/ 39429 w 1306646"/>
                <a:gd name="connsiteY13-1788" fmla="*/ 1117635 h 1424419"/>
                <a:gd name="connsiteX14-1789" fmla="*/ 667 w 1306646"/>
                <a:gd name="connsiteY14-1790" fmla="*/ 999105 h 1424419"/>
                <a:gd name="connsiteX15-1791" fmla="*/ 0 w 1306646"/>
                <a:gd name="connsiteY15-1792" fmla="*/ 972364 h 1424419"/>
                <a:gd name="connsiteX16-1793" fmla="*/ 2496 w 1306646"/>
                <a:gd name="connsiteY16-1794" fmla="*/ 463106 h 1424419"/>
                <a:gd name="connsiteX17-1795" fmla="*/ 2458 w 1306646"/>
                <a:gd name="connsiteY17-1796" fmla="*/ 429563 h 1424419"/>
                <a:gd name="connsiteX18-1797" fmla="*/ 75248 w 1306646"/>
                <a:gd name="connsiteY18-1798" fmla="*/ 303202 h 1424419"/>
                <a:gd name="connsiteX19-1799" fmla="*/ 106293 w 1306646"/>
                <a:gd name="connsiteY19-1800" fmla="*/ 282597 h 1424419"/>
                <a:gd name="connsiteX20-1801" fmla="*/ 541533 w 1306646"/>
                <a:gd name="connsiteY20-1802" fmla="*/ 38110 h 1424419"/>
                <a:gd name="connsiteX21-1803" fmla="*/ 653528 w 1306646"/>
                <a:gd name="connsiteY21-1804" fmla="*/ 0 h 1424419"/>
                <a:gd name="connsiteX0-1805" fmla="*/ 653528 w 1305299"/>
                <a:gd name="connsiteY0-1806" fmla="*/ 0 h 1424419"/>
                <a:gd name="connsiteX1-1807" fmla="*/ 757287 w 1305299"/>
                <a:gd name="connsiteY1-1808" fmla="*/ 32444 h 1424419"/>
                <a:gd name="connsiteX2-1809" fmla="*/ 1206876 w 1305299"/>
                <a:gd name="connsiteY2-1810" fmla="*/ 284945 h 1424419"/>
                <a:gd name="connsiteX3-1811" fmla="*/ 1237706 w 1305299"/>
                <a:gd name="connsiteY3-1812" fmla="*/ 306775 h 1424419"/>
                <a:gd name="connsiteX4-1813" fmla="*/ 1301712 w 1305299"/>
                <a:gd name="connsiteY4-1814" fmla="*/ 442384 h 1424419"/>
                <a:gd name="connsiteX5-1815" fmla="*/ 1303099 w 1305299"/>
                <a:gd name="connsiteY5-1816" fmla="*/ 495558 h 1424419"/>
                <a:gd name="connsiteX6-1817" fmla="*/ 1301746 w 1305299"/>
                <a:gd name="connsiteY6-1818" fmla="*/ 953747 h 1424419"/>
                <a:gd name="connsiteX7-1819" fmla="*/ 1302599 w 1305299"/>
                <a:gd name="connsiteY7-1820" fmla="*/ 1003650 h 1424419"/>
                <a:gd name="connsiteX8-1821" fmla="*/ 1227376 w 1305299"/>
                <a:gd name="connsiteY8-1822" fmla="*/ 1152027 h 1424419"/>
                <a:gd name="connsiteX9-1823" fmla="*/ 1172881 w 1305299"/>
                <a:gd name="connsiteY9-1824" fmla="*/ 1179342 h 1424419"/>
                <a:gd name="connsiteX10-1825" fmla="*/ 792288 w 1305299"/>
                <a:gd name="connsiteY10-1826" fmla="*/ 1385653 h 1424419"/>
                <a:gd name="connsiteX11-1827" fmla="*/ 522686 w 1305299"/>
                <a:gd name="connsiteY11-1828" fmla="*/ 1384922 h 1424419"/>
                <a:gd name="connsiteX12-1829" fmla="*/ 94302 w 1305299"/>
                <a:gd name="connsiteY12-1830" fmla="*/ 1158755 h 1424419"/>
                <a:gd name="connsiteX13-1831" fmla="*/ 39429 w 1305299"/>
                <a:gd name="connsiteY13-1832" fmla="*/ 1117635 h 1424419"/>
                <a:gd name="connsiteX14-1833" fmla="*/ 667 w 1305299"/>
                <a:gd name="connsiteY14-1834" fmla="*/ 999105 h 1424419"/>
                <a:gd name="connsiteX15-1835" fmla="*/ 0 w 1305299"/>
                <a:gd name="connsiteY15-1836" fmla="*/ 972364 h 1424419"/>
                <a:gd name="connsiteX16-1837" fmla="*/ 2496 w 1305299"/>
                <a:gd name="connsiteY16-1838" fmla="*/ 463106 h 1424419"/>
                <a:gd name="connsiteX17-1839" fmla="*/ 2458 w 1305299"/>
                <a:gd name="connsiteY17-1840" fmla="*/ 429563 h 1424419"/>
                <a:gd name="connsiteX18-1841" fmla="*/ 75248 w 1305299"/>
                <a:gd name="connsiteY18-1842" fmla="*/ 303202 h 1424419"/>
                <a:gd name="connsiteX19-1843" fmla="*/ 106293 w 1305299"/>
                <a:gd name="connsiteY19-1844" fmla="*/ 282597 h 1424419"/>
                <a:gd name="connsiteX20-1845" fmla="*/ 541533 w 1305299"/>
                <a:gd name="connsiteY20-1846" fmla="*/ 38110 h 1424419"/>
                <a:gd name="connsiteX21-1847" fmla="*/ 653528 w 1305299"/>
                <a:gd name="connsiteY21-1848" fmla="*/ 0 h 1424419"/>
                <a:gd name="connsiteX0-1849" fmla="*/ 653528 w 1304127"/>
                <a:gd name="connsiteY0-1850" fmla="*/ 0 h 1424419"/>
                <a:gd name="connsiteX1-1851" fmla="*/ 757287 w 1304127"/>
                <a:gd name="connsiteY1-1852" fmla="*/ 32444 h 1424419"/>
                <a:gd name="connsiteX2-1853" fmla="*/ 1206876 w 1304127"/>
                <a:gd name="connsiteY2-1854" fmla="*/ 284945 h 1424419"/>
                <a:gd name="connsiteX3-1855" fmla="*/ 1237706 w 1304127"/>
                <a:gd name="connsiteY3-1856" fmla="*/ 306775 h 1424419"/>
                <a:gd name="connsiteX4-1857" fmla="*/ 1301712 w 1304127"/>
                <a:gd name="connsiteY4-1858" fmla="*/ 442384 h 1424419"/>
                <a:gd name="connsiteX5-1859" fmla="*/ 1303099 w 1304127"/>
                <a:gd name="connsiteY5-1860" fmla="*/ 495558 h 1424419"/>
                <a:gd name="connsiteX6-1861" fmla="*/ 1301746 w 1304127"/>
                <a:gd name="connsiteY6-1862" fmla="*/ 953747 h 1424419"/>
                <a:gd name="connsiteX7-1863" fmla="*/ 1302599 w 1304127"/>
                <a:gd name="connsiteY7-1864" fmla="*/ 1003650 h 1424419"/>
                <a:gd name="connsiteX8-1865" fmla="*/ 1227376 w 1304127"/>
                <a:gd name="connsiteY8-1866" fmla="*/ 1152027 h 1424419"/>
                <a:gd name="connsiteX9-1867" fmla="*/ 1172881 w 1304127"/>
                <a:gd name="connsiteY9-1868" fmla="*/ 1179342 h 1424419"/>
                <a:gd name="connsiteX10-1869" fmla="*/ 792288 w 1304127"/>
                <a:gd name="connsiteY10-1870" fmla="*/ 1385653 h 1424419"/>
                <a:gd name="connsiteX11-1871" fmla="*/ 522686 w 1304127"/>
                <a:gd name="connsiteY11-1872" fmla="*/ 1384922 h 1424419"/>
                <a:gd name="connsiteX12-1873" fmla="*/ 94302 w 1304127"/>
                <a:gd name="connsiteY12-1874" fmla="*/ 1158755 h 1424419"/>
                <a:gd name="connsiteX13-1875" fmla="*/ 39429 w 1304127"/>
                <a:gd name="connsiteY13-1876" fmla="*/ 1117635 h 1424419"/>
                <a:gd name="connsiteX14-1877" fmla="*/ 667 w 1304127"/>
                <a:gd name="connsiteY14-1878" fmla="*/ 999105 h 1424419"/>
                <a:gd name="connsiteX15-1879" fmla="*/ 0 w 1304127"/>
                <a:gd name="connsiteY15-1880" fmla="*/ 972364 h 1424419"/>
                <a:gd name="connsiteX16-1881" fmla="*/ 2496 w 1304127"/>
                <a:gd name="connsiteY16-1882" fmla="*/ 463106 h 1424419"/>
                <a:gd name="connsiteX17-1883" fmla="*/ 2458 w 1304127"/>
                <a:gd name="connsiteY17-1884" fmla="*/ 429563 h 1424419"/>
                <a:gd name="connsiteX18-1885" fmla="*/ 75248 w 1304127"/>
                <a:gd name="connsiteY18-1886" fmla="*/ 303202 h 1424419"/>
                <a:gd name="connsiteX19-1887" fmla="*/ 106293 w 1304127"/>
                <a:gd name="connsiteY19-1888" fmla="*/ 282597 h 1424419"/>
                <a:gd name="connsiteX20-1889" fmla="*/ 541533 w 1304127"/>
                <a:gd name="connsiteY20-1890" fmla="*/ 38110 h 1424419"/>
                <a:gd name="connsiteX21-1891" fmla="*/ 653528 w 1304127"/>
                <a:gd name="connsiteY21-1892" fmla="*/ 0 h 1424419"/>
                <a:gd name="connsiteX0-1893" fmla="*/ 653528 w 1306101"/>
                <a:gd name="connsiteY0-1894" fmla="*/ 0 h 1424419"/>
                <a:gd name="connsiteX1-1895" fmla="*/ 757287 w 1306101"/>
                <a:gd name="connsiteY1-1896" fmla="*/ 32444 h 1424419"/>
                <a:gd name="connsiteX2-1897" fmla="*/ 1206876 w 1306101"/>
                <a:gd name="connsiteY2-1898" fmla="*/ 284945 h 1424419"/>
                <a:gd name="connsiteX3-1899" fmla="*/ 1237706 w 1306101"/>
                <a:gd name="connsiteY3-1900" fmla="*/ 306775 h 1424419"/>
                <a:gd name="connsiteX4-1901" fmla="*/ 1305773 w 1306101"/>
                <a:gd name="connsiteY4-1902" fmla="*/ 442384 h 1424419"/>
                <a:gd name="connsiteX5-1903" fmla="*/ 1303099 w 1306101"/>
                <a:gd name="connsiteY5-1904" fmla="*/ 495558 h 1424419"/>
                <a:gd name="connsiteX6-1905" fmla="*/ 1301746 w 1306101"/>
                <a:gd name="connsiteY6-1906" fmla="*/ 953747 h 1424419"/>
                <a:gd name="connsiteX7-1907" fmla="*/ 1302599 w 1306101"/>
                <a:gd name="connsiteY7-1908" fmla="*/ 1003650 h 1424419"/>
                <a:gd name="connsiteX8-1909" fmla="*/ 1227376 w 1306101"/>
                <a:gd name="connsiteY8-1910" fmla="*/ 1152027 h 1424419"/>
                <a:gd name="connsiteX9-1911" fmla="*/ 1172881 w 1306101"/>
                <a:gd name="connsiteY9-1912" fmla="*/ 1179342 h 1424419"/>
                <a:gd name="connsiteX10-1913" fmla="*/ 792288 w 1306101"/>
                <a:gd name="connsiteY10-1914" fmla="*/ 1385653 h 1424419"/>
                <a:gd name="connsiteX11-1915" fmla="*/ 522686 w 1306101"/>
                <a:gd name="connsiteY11-1916" fmla="*/ 1384922 h 1424419"/>
                <a:gd name="connsiteX12-1917" fmla="*/ 94302 w 1306101"/>
                <a:gd name="connsiteY12-1918" fmla="*/ 1158755 h 1424419"/>
                <a:gd name="connsiteX13-1919" fmla="*/ 39429 w 1306101"/>
                <a:gd name="connsiteY13-1920" fmla="*/ 1117635 h 1424419"/>
                <a:gd name="connsiteX14-1921" fmla="*/ 667 w 1306101"/>
                <a:gd name="connsiteY14-1922" fmla="*/ 999105 h 1424419"/>
                <a:gd name="connsiteX15-1923" fmla="*/ 0 w 1306101"/>
                <a:gd name="connsiteY15-1924" fmla="*/ 972364 h 1424419"/>
                <a:gd name="connsiteX16-1925" fmla="*/ 2496 w 1306101"/>
                <a:gd name="connsiteY16-1926" fmla="*/ 463106 h 1424419"/>
                <a:gd name="connsiteX17-1927" fmla="*/ 2458 w 1306101"/>
                <a:gd name="connsiteY17-1928" fmla="*/ 429563 h 1424419"/>
                <a:gd name="connsiteX18-1929" fmla="*/ 75248 w 1306101"/>
                <a:gd name="connsiteY18-1930" fmla="*/ 303202 h 1424419"/>
                <a:gd name="connsiteX19-1931" fmla="*/ 106293 w 1306101"/>
                <a:gd name="connsiteY19-1932" fmla="*/ 282597 h 1424419"/>
                <a:gd name="connsiteX20-1933" fmla="*/ 541533 w 1306101"/>
                <a:gd name="connsiteY20-1934" fmla="*/ 38110 h 1424419"/>
                <a:gd name="connsiteX21-1935" fmla="*/ 653528 w 1306101"/>
                <a:gd name="connsiteY21-1936" fmla="*/ 0 h 1424419"/>
                <a:gd name="connsiteX0-1937" fmla="*/ 653528 w 1304819"/>
                <a:gd name="connsiteY0-1938" fmla="*/ 0 h 1424419"/>
                <a:gd name="connsiteX1-1939" fmla="*/ 757287 w 1304819"/>
                <a:gd name="connsiteY1-1940" fmla="*/ 32444 h 1424419"/>
                <a:gd name="connsiteX2-1941" fmla="*/ 1206876 w 1304819"/>
                <a:gd name="connsiteY2-1942" fmla="*/ 284945 h 1424419"/>
                <a:gd name="connsiteX3-1943" fmla="*/ 1237706 w 1304819"/>
                <a:gd name="connsiteY3-1944" fmla="*/ 306775 h 1424419"/>
                <a:gd name="connsiteX4-1945" fmla="*/ 1304420 w 1304819"/>
                <a:gd name="connsiteY4-1946" fmla="*/ 434263 h 1424419"/>
                <a:gd name="connsiteX5-1947" fmla="*/ 1303099 w 1304819"/>
                <a:gd name="connsiteY5-1948" fmla="*/ 495558 h 1424419"/>
                <a:gd name="connsiteX6-1949" fmla="*/ 1301746 w 1304819"/>
                <a:gd name="connsiteY6-1950" fmla="*/ 953747 h 1424419"/>
                <a:gd name="connsiteX7-1951" fmla="*/ 1302599 w 1304819"/>
                <a:gd name="connsiteY7-1952" fmla="*/ 1003650 h 1424419"/>
                <a:gd name="connsiteX8-1953" fmla="*/ 1227376 w 1304819"/>
                <a:gd name="connsiteY8-1954" fmla="*/ 1152027 h 1424419"/>
                <a:gd name="connsiteX9-1955" fmla="*/ 1172881 w 1304819"/>
                <a:gd name="connsiteY9-1956" fmla="*/ 1179342 h 1424419"/>
                <a:gd name="connsiteX10-1957" fmla="*/ 792288 w 1304819"/>
                <a:gd name="connsiteY10-1958" fmla="*/ 1385653 h 1424419"/>
                <a:gd name="connsiteX11-1959" fmla="*/ 522686 w 1304819"/>
                <a:gd name="connsiteY11-1960" fmla="*/ 1384922 h 1424419"/>
                <a:gd name="connsiteX12-1961" fmla="*/ 94302 w 1304819"/>
                <a:gd name="connsiteY12-1962" fmla="*/ 1158755 h 1424419"/>
                <a:gd name="connsiteX13-1963" fmla="*/ 39429 w 1304819"/>
                <a:gd name="connsiteY13-1964" fmla="*/ 1117635 h 1424419"/>
                <a:gd name="connsiteX14-1965" fmla="*/ 667 w 1304819"/>
                <a:gd name="connsiteY14-1966" fmla="*/ 999105 h 1424419"/>
                <a:gd name="connsiteX15-1967" fmla="*/ 0 w 1304819"/>
                <a:gd name="connsiteY15-1968" fmla="*/ 972364 h 1424419"/>
                <a:gd name="connsiteX16-1969" fmla="*/ 2496 w 1304819"/>
                <a:gd name="connsiteY16-1970" fmla="*/ 463106 h 1424419"/>
                <a:gd name="connsiteX17-1971" fmla="*/ 2458 w 1304819"/>
                <a:gd name="connsiteY17-1972" fmla="*/ 429563 h 1424419"/>
                <a:gd name="connsiteX18-1973" fmla="*/ 75248 w 1304819"/>
                <a:gd name="connsiteY18-1974" fmla="*/ 303202 h 1424419"/>
                <a:gd name="connsiteX19-1975" fmla="*/ 106293 w 1304819"/>
                <a:gd name="connsiteY19-1976" fmla="*/ 282597 h 1424419"/>
                <a:gd name="connsiteX20-1977" fmla="*/ 541533 w 1304819"/>
                <a:gd name="connsiteY20-1978" fmla="*/ 38110 h 1424419"/>
                <a:gd name="connsiteX21-1979" fmla="*/ 653528 w 1304819"/>
                <a:gd name="connsiteY21-1980" fmla="*/ 0 h 1424419"/>
                <a:gd name="connsiteX0-1981" fmla="*/ 653528 w 1306525"/>
                <a:gd name="connsiteY0-1982" fmla="*/ 0 h 1424419"/>
                <a:gd name="connsiteX1-1983" fmla="*/ 757287 w 1306525"/>
                <a:gd name="connsiteY1-1984" fmla="*/ 32444 h 1424419"/>
                <a:gd name="connsiteX2-1985" fmla="*/ 1206876 w 1306525"/>
                <a:gd name="connsiteY2-1986" fmla="*/ 284945 h 1424419"/>
                <a:gd name="connsiteX3-1987" fmla="*/ 1237706 w 1306525"/>
                <a:gd name="connsiteY3-1988" fmla="*/ 306775 h 1424419"/>
                <a:gd name="connsiteX4-1989" fmla="*/ 1304420 w 1306525"/>
                <a:gd name="connsiteY4-1990" fmla="*/ 434263 h 1424419"/>
                <a:gd name="connsiteX5-1991" fmla="*/ 1305806 w 1306525"/>
                <a:gd name="connsiteY5-1992" fmla="*/ 519922 h 1424419"/>
                <a:gd name="connsiteX6-1993" fmla="*/ 1301746 w 1306525"/>
                <a:gd name="connsiteY6-1994" fmla="*/ 953747 h 1424419"/>
                <a:gd name="connsiteX7-1995" fmla="*/ 1302599 w 1306525"/>
                <a:gd name="connsiteY7-1996" fmla="*/ 1003650 h 1424419"/>
                <a:gd name="connsiteX8-1997" fmla="*/ 1227376 w 1306525"/>
                <a:gd name="connsiteY8-1998" fmla="*/ 1152027 h 1424419"/>
                <a:gd name="connsiteX9-1999" fmla="*/ 1172881 w 1306525"/>
                <a:gd name="connsiteY9-2000" fmla="*/ 1179342 h 1424419"/>
                <a:gd name="connsiteX10-2001" fmla="*/ 792288 w 1306525"/>
                <a:gd name="connsiteY10-2002" fmla="*/ 1385653 h 1424419"/>
                <a:gd name="connsiteX11-2003" fmla="*/ 522686 w 1306525"/>
                <a:gd name="connsiteY11-2004" fmla="*/ 1384922 h 1424419"/>
                <a:gd name="connsiteX12-2005" fmla="*/ 94302 w 1306525"/>
                <a:gd name="connsiteY12-2006" fmla="*/ 1158755 h 1424419"/>
                <a:gd name="connsiteX13-2007" fmla="*/ 39429 w 1306525"/>
                <a:gd name="connsiteY13-2008" fmla="*/ 1117635 h 1424419"/>
                <a:gd name="connsiteX14-2009" fmla="*/ 667 w 1306525"/>
                <a:gd name="connsiteY14-2010" fmla="*/ 999105 h 1424419"/>
                <a:gd name="connsiteX15-2011" fmla="*/ 0 w 1306525"/>
                <a:gd name="connsiteY15-2012" fmla="*/ 972364 h 1424419"/>
                <a:gd name="connsiteX16-2013" fmla="*/ 2496 w 1306525"/>
                <a:gd name="connsiteY16-2014" fmla="*/ 463106 h 1424419"/>
                <a:gd name="connsiteX17-2015" fmla="*/ 2458 w 1306525"/>
                <a:gd name="connsiteY17-2016" fmla="*/ 429563 h 1424419"/>
                <a:gd name="connsiteX18-2017" fmla="*/ 75248 w 1306525"/>
                <a:gd name="connsiteY18-2018" fmla="*/ 303202 h 1424419"/>
                <a:gd name="connsiteX19-2019" fmla="*/ 106293 w 1306525"/>
                <a:gd name="connsiteY19-2020" fmla="*/ 282597 h 1424419"/>
                <a:gd name="connsiteX20-2021" fmla="*/ 541533 w 1306525"/>
                <a:gd name="connsiteY20-2022" fmla="*/ 38110 h 1424419"/>
                <a:gd name="connsiteX21-2023" fmla="*/ 653528 w 1306525"/>
                <a:gd name="connsiteY21-2024" fmla="*/ 0 h 1424419"/>
                <a:gd name="connsiteX0-2025" fmla="*/ 653528 w 1305814"/>
                <a:gd name="connsiteY0-2026" fmla="*/ 0 h 1424419"/>
                <a:gd name="connsiteX1-2027" fmla="*/ 757287 w 1305814"/>
                <a:gd name="connsiteY1-2028" fmla="*/ 32444 h 1424419"/>
                <a:gd name="connsiteX2-2029" fmla="*/ 1206876 w 1305814"/>
                <a:gd name="connsiteY2-2030" fmla="*/ 284945 h 1424419"/>
                <a:gd name="connsiteX3-2031" fmla="*/ 1237706 w 1305814"/>
                <a:gd name="connsiteY3-2032" fmla="*/ 306775 h 1424419"/>
                <a:gd name="connsiteX4-2033" fmla="*/ 1304420 w 1305814"/>
                <a:gd name="connsiteY4-2034" fmla="*/ 434263 h 1424419"/>
                <a:gd name="connsiteX5-2035" fmla="*/ 1305806 w 1305814"/>
                <a:gd name="connsiteY5-2036" fmla="*/ 519922 h 1424419"/>
                <a:gd name="connsiteX6-2037" fmla="*/ 1301746 w 1305814"/>
                <a:gd name="connsiteY6-2038" fmla="*/ 953747 h 1424419"/>
                <a:gd name="connsiteX7-2039" fmla="*/ 1302599 w 1305814"/>
                <a:gd name="connsiteY7-2040" fmla="*/ 1003650 h 1424419"/>
                <a:gd name="connsiteX8-2041" fmla="*/ 1227376 w 1305814"/>
                <a:gd name="connsiteY8-2042" fmla="*/ 1152027 h 1424419"/>
                <a:gd name="connsiteX9-2043" fmla="*/ 1172881 w 1305814"/>
                <a:gd name="connsiteY9-2044" fmla="*/ 1179342 h 1424419"/>
                <a:gd name="connsiteX10-2045" fmla="*/ 792288 w 1305814"/>
                <a:gd name="connsiteY10-2046" fmla="*/ 1385653 h 1424419"/>
                <a:gd name="connsiteX11-2047" fmla="*/ 522686 w 1305814"/>
                <a:gd name="connsiteY11-2048" fmla="*/ 1384922 h 1424419"/>
                <a:gd name="connsiteX12-2049" fmla="*/ 94302 w 1305814"/>
                <a:gd name="connsiteY12-2050" fmla="*/ 1158755 h 1424419"/>
                <a:gd name="connsiteX13-2051" fmla="*/ 39429 w 1305814"/>
                <a:gd name="connsiteY13-2052" fmla="*/ 1117635 h 1424419"/>
                <a:gd name="connsiteX14-2053" fmla="*/ 667 w 1305814"/>
                <a:gd name="connsiteY14-2054" fmla="*/ 999105 h 1424419"/>
                <a:gd name="connsiteX15-2055" fmla="*/ 0 w 1305814"/>
                <a:gd name="connsiteY15-2056" fmla="*/ 972364 h 1424419"/>
                <a:gd name="connsiteX16-2057" fmla="*/ 2496 w 1305814"/>
                <a:gd name="connsiteY16-2058" fmla="*/ 463106 h 1424419"/>
                <a:gd name="connsiteX17-2059" fmla="*/ 2458 w 1305814"/>
                <a:gd name="connsiteY17-2060" fmla="*/ 429563 h 1424419"/>
                <a:gd name="connsiteX18-2061" fmla="*/ 75248 w 1305814"/>
                <a:gd name="connsiteY18-2062" fmla="*/ 303202 h 1424419"/>
                <a:gd name="connsiteX19-2063" fmla="*/ 106293 w 1305814"/>
                <a:gd name="connsiteY19-2064" fmla="*/ 282597 h 1424419"/>
                <a:gd name="connsiteX20-2065" fmla="*/ 541533 w 1305814"/>
                <a:gd name="connsiteY20-2066" fmla="*/ 38110 h 1424419"/>
                <a:gd name="connsiteX21-2067" fmla="*/ 653528 w 1305814"/>
                <a:gd name="connsiteY21-2068" fmla="*/ 0 h 1424419"/>
                <a:gd name="connsiteX0-2069" fmla="*/ 653528 w 1305814"/>
                <a:gd name="connsiteY0-2070" fmla="*/ 0 h 1424419"/>
                <a:gd name="connsiteX1-2071" fmla="*/ 757287 w 1305814"/>
                <a:gd name="connsiteY1-2072" fmla="*/ 32444 h 1424419"/>
                <a:gd name="connsiteX2-2073" fmla="*/ 1206876 w 1305814"/>
                <a:gd name="connsiteY2-2074" fmla="*/ 284945 h 1424419"/>
                <a:gd name="connsiteX3-2075" fmla="*/ 1237706 w 1305814"/>
                <a:gd name="connsiteY3-2076" fmla="*/ 306775 h 1424419"/>
                <a:gd name="connsiteX4-2077" fmla="*/ 1304420 w 1305814"/>
                <a:gd name="connsiteY4-2078" fmla="*/ 434263 h 1424419"/>
                <a:gd name="connsiteX5-2079" fmla="*/ 1305806 w 1305814"/>
                <a:gd name="connsiteY5-2080" fmla="*/ 519922 h 1424419"/>
                <a:gd name="connsiteX6-2081" fmla="*/ 1301746 w 1305814"/>
                <a:gd name="connsiteY6-2082" fmla="*/ 953747 h 1424419"/>
                <a:gd name="connsiteX7-2083" fmla="*/ 1302599 w 1305814"/>
                <a:gd name="connsiteY7-2084" fmla="*/ 1003650 h 1424419"/>
                <a:gd name="connsiteX8-2085" fmla="*/ 1227376 w 1305814"/>
                <a:gd name="connsiteY8-2086" fmla="*/ 1152027 h 1424419"/>
                <a:gd name="connsiteX9-2087" fmla="*/ 1172881 w 1305814"/>
                <a:gd name="connsiteY9-2088" fmla="*/ 1179342 h 1424419"/>
                <a:gd name="connsiteX10-2089" fmla="*/ 792288 w 1305814"/>
                <a:gd name="connsiteY10-2090" fmla="*/ 1385653 h 1424419"/>
                <a:gd name="connsiteX11-2091" fmla="*/ 522686 w 1305814"/>
                <a:gd name="connsiteY11-2092" fmla="*/ 1384922 h 1424419"/>
                <a:gd name="connsiteX12-2093" fmla="*/ 94302 w 1305814"/>
                <a:gd name="connsiteY12-2094" fmla="*/ 1158755 h 1424419"/>
                <a:gd name="connsiteX13-2095" fmla="*/ 39429 w 1305814"/>
                <a:gd name="connsiteY13-2096" fmla="*/ 1117635 h 1424419"/>
                <a:gd name="connsiteX14-2097" fmla="*/ 667 w 1305814"/>
                <a:gd name="connsiteY14-2098" fmla="*/ 999105 h 1424419"/>
                <a:gd name="connsiteX15-2099" fmla="*/ 0 w 1305814"/>
                <a:gd name="connsiteY15-2100" fmla="*/ 972364 h 1424419"/>
                <a:gd name="connsiteX16-2101" fmla="*/ 2496 w 1305814"/>
                <a:gd name="connsiteY16-2102" fmla="*/ 463106 h 1424419"/>
                <a:gd name="connsiteX17-2103" fmla="*/ 2458 w 1305814"/>
                <a:gd name="connsiteY17-2104" fmla="*/ 429563 h 1424419"/>
                <a:gd name="connsiteX18-2105" fmla="*/ 75248 w 1305814"/>
                <a:gd name="connsiteY18-2106" fmla="*/ 303202 h 1424419"/>
                <a:gd name="connsiteX19-2107" fmla="*/ 106293 w 1305814"/>
                <a:gd name="connsiteY19-2108" fmla="*/ 282597 h 1424419"/>
                <a:gd name="connsiteX20-2109" fmla="*/ 541533 w 1305814"/>
                <a:gd name="connsiteY20-2110" fmla="*/ 38110 h 1424419"/>
                <a:gd name="connsiteX21-2111" fmla="*/ 653528 w 1305814"/>
                <a:gd name="connsiteY21-2112" fmla="*/ 0 h 1424419"/>
                <a:gd name="connsiteX0-2113" fmla="*/ 653528 w 1305814"/>
                <a:gd name="connsiteY0-2114" fmla="*/ 0 h 1424419"/>
                <a:gd name="connsiteX1-2115" fmla="*/ 757287 w 1305814"/>
                <a:gd name="connsiteY1-2116" fmla="*/ 32444 h 1424419"/>
                <a:gd name="connsiteX2-2117" fmla="*/ 1206876 w 1305814"/>
                <a:gd name="connsiteY2-2118" fmla="*/ 284945 h 1424419"/>
                <a:gd name="connsiteX3-2119" fmla="*/ 1237706 w 1305814"/>
                <a:gd name="connsiteY3-2120" fmla="*/ 306775 h 1424419"/>
                <a:gd name="connsiteX4-2121" fmla="*/ 1304420 w 1305814"/>
                <a:gd name="connsiteY4-2122" fmla="*/ 434263 h 1424419"/>
                <a:gd name="connsiteX5-2123" fmla="*/ 1305806 w 1305814"/>
                <a:gd name="connsiteY5-2124" fmla="*/ 519922 h 1424419"/>
                <a:gd name="connsiteX6-2125" fmla="*/ 1301746 w 1305814"/>
                <a:gd name="connsiteY6-2126" fmla="*/ 953747 h 1424419"/>
                <a:gd name="connsiteX7-2127" fmla="*/ 1302599 w 1305814"/>
                <a:gd name="connsiteY7-2128" fmla="*/ 1003650 h 1424419"/>
                <a:gd name="connsiteX8-2129" fmla="*/ 1227376 w 1305814"/>
                <a:gd name="connsiteY8-2130" fmla="*/ 1152027 h 1424419"/>
                <a:gd name="connsiteX9-2131" fmla="*/ 1174235 w 1305814"/>
                <a:gd name="connsiteY9-2132" fmla="*/ 1184756 h 1424419"/>
                <a:gd name="connsiteX10-2133" fmla="*/ 792288 w 1305814"/>
                <a:gd name="connsiteY10-2134" fmla="*/ 1385653 h 1424419"/>
                <a:gd name="connsiteX11-2135" fmla="*/ 522686 w 1305814"/>
                <a:gd name="connsiteY11-2136" fmla="*/ 1384922 h 1424419"/>
                <a:gd name="connsiteX12-2137" fmla="*/ 94302 w 1305814"/>
                <a:gd name="connsiteY12-2138" fmla="*/ 1158755 h 1424419"/>
                <a:gd name="connsiteX13-2139" fmla="*/ 39429 w 1305814"/>
                <a:gd name="connsiteY13-2140" fmla="*/ 1117635 h 1424419"/>
                <a:gd name="connsiteX14-2141" fmla="*/ 667 w 1305814"/>
                <a:gd name="connsiteY14-2142" fmla="*/ 999105 h 1424419"/>
                <a:gd name="connsiteX15-2143" fmla="*/ 0 w 1305814"/>
                <a:gd name="connsiteY15-2144" fmla="*/ 972364 h 1424419"/>
                <a:gd name="connsiteX16-2145" fmla="*/ 2496 w 1305814"/>
                <a:gd name="connsiteY16-2146" fmla="*/ 463106 h 1424419"/>
                <a:gd name="connsiteX17-2147" fmla="*/ 2458 w 1305814"/>
                <a:gd name="connsiteY17-2148" fmla="*/ 429563 h 1424419"/>
                <a:gd name="connsiteX18-2149" fmla="*/ 75248 w 1305814"/>
                <a:gd name="connsiteY18-2150" fmla="*/ 303202 h 1424419"/>
                <a:gd name="connsiteX19-2151" fmla="*/ 106293 w 1305814"/>
                <a:gd name="connsiteY19-2152" fmla="*/ 282597 h 1424419"/>
                <a:gd name="connsiteX20-2153" fmla="*/ 541533 w 1305814"/>
                <a:gd name="connsiteY20-2154" fmla="*/ 38110 h 1424419"/>
                <a:gd name="connsiteX21-2155" fmla="*/ 653528 w 1305814"/>
                <a:gd name="connsiteY21-2156" fmla="*/ 0 h 1424419"/>
                <a:gd name="connsiteX0-2157" fmla="*/ 653528 w 1305814"/>
                <a:gd name="connsiteY0-2158" fmla="*/ 0 h 1424419"/>
                <a:gd name="connsiteX1-2159" fmla="*/ 757287 w 1305814"/>
                <a:gd name="connsiteY1-2160" fmla="*/ 32444 h 1424419"/>
                <a:gd name="connsiteX2-2161" fmla="*/ 1206876 w 1305814"/>
                <a:gd name="connsiteY2-2162" fmla="*/ 284945 h 1424419"/>
                <a:gd name="connsiteX3-2163" fmla="*/ 1237706 w 1305814"/>
                <a:gd name="connsiteY3-2164" fmla="*/ 306775 h 1424419"/>
                <a:gd name="connsiteX4-2165" fmla="*/ 1304420 w 1305814"/>
                <a:gd name="connsiteY4-2166" fmla="*/ 434263 h 1424419"/>
                <a:gd name="connsiteX5-2167" fmla="*/ 1305806 w 1305814"/>
                <a:gd name="connsiteY5-2168" fmla="*/ 519922 h 1424419"/>
                <a:gd name="connsiteX6-2169" fmla="*/ 1301746 w 1305814"/>
                <a:gd name="connsiteY6-2170" fmla="*/ 953747 h 1424419"/>
                <a:gd name="connsiteX7-2171" fmla="*/ 1302599 w 1305814"/>
                <a:gd name="connsiteY7-2172" fmla="*/ 1003650 h 1424419"/>
                <a:gd name="connsiteX8-2173" fmla="*/ 1227376 w 1305814"/>
                <a:gd name="connsiteY8-2174" fmla="*/ 1152027 h 1424419"/>
                <a:gd name="connsiteX9-2175" fmla="*/ 1174235 w 1305814"/>
                <a:gd name="connsiteY9-2176" fmla="*/ 1184756 h 1424419"/>
                <a:gd name="connsiteX10-2177" fmla="*/ 792288 w 1305814"/>
                <a:gd name="connsiteY10-2178" fmla="*/ 1385653 h 1424419"/>
                <a:gd name="connsiteX11-2179" fmla="*/ 522686 w 1305814"/>
                <a:gd name="connsiteY11-2180" fmla="*/ 1384922 h 1424419"/>
                <a:gd name="connsiteX12-2181" fmla="*/ 94302 w 1305814"/>
                <a:gd name="connsiteY12-2182" fmla="*/ 1158755 h 1424419"/>
                <a:gd name="connsiteX13-2183" fmla="*/ 39429 w 1305814"/>
                <a:gd name="connsiteY13-2184" fmla="*/ 1117635 h 1424419"/>
                <a:gd name="connsiteX14-2185" fmla="*/ 667 w 1305814"/>
                <a:gd name="connsiteY14-2186" fmla="*/ 999105 h 1424419"/>
                <a:gd name="connsiteX15-2187" fmla="*/ 0 w 1305814"/>
                <a:gd name="connsiteY15-2188" fmla="*/ 972364 h 1424419"/>
                <a:gd name="connsiteX16-2189" fmla="*/ 2496 w 1305814"/>
                <a:gd name="connsiteY16-2190" fmla="*/ 463106 h 1424419"/>
                <a:gd name="connsiteX17-2191" fmla="*/ 2458 w 1305814"/>
                <a:gd name="connsiteY17-2192" fmla="*/ 429563 h 1424419"/>
                <a:gd name="connsiteX18-2193" fmla="*/ 75248 w 1305814"/>
                <a:gd name="connsiteY18-2194" fmla="*/ 303202 h 1424419"/>
                <a:gd name="connsiteX19-2195" fmla="*/ 106293 w 1305814"/>
                <a:gd name="connsiteY19-2196" fmla="*/ 282597 h 1424419"/>
                <a:gd name="connsiteX20-2197" fmla="*/ 541533 w 1305814"/>
                <a:gd name="connsiteY20-2198" fmla="*/ 38110 h 1424419"/>
                <a:gd name="connsiteX21-2199" fmla="*/ 653528 w 1305814"/>
                <a:gd name="connsiteY21-2200" fmla="*/ 0 h 1424419"/>
                <a:gd name="connsiteX0-2201" fmla="*/ 653528 w 1305814"/>
                <a:gd name="connsiteY0-2202" fmla="*/ 0 h 1427408"/>
                <a:gd name="connsiteX1-2203" fmla="*/ 757287 w 1305814"/>
                <a:gd name="connsiteY1-2204" fmla="*/ 32444 h 1427408"/>
                <a:gd name="connsiteX2-2205" fmla="*/ 1206876 w 1305814"/>
                <a:gd name="connsiteY2-2206" fmla="*/ 284945 h 1427408"/>
                <a:gd name="connsiteX3-2207" fmla="*/ 1237706 w 1305814"/>
                <a:gd name="connsiteY3-2208" fmla="*/ 306775 h 1427408"/>
                <a:gd name="connsiteX4-2209" fmla="*/ 1304420 w 1305814"/>
                <a:gd name="connsiteY4-2210" fmla="*/ 434263 h 1427408"/>
                <a:gd name="connsiteX5-2211" fmla="*/ 1305806 w 1305814"/>
                <a:gd name="connsiteY5-2212" fmla="*/ 519922 h 1427408"/>
                <a:gd name="connsiteX6-2213" fmla="*/ 1301746 w 1305814"/>
                <a:gd name="connsiteY6-2214" fmla="*/ 953747 h 1427408"/>
                <a:gd name="connsiteX7-2215" fmla="*/ 1302599 w 1305814"/>
                <a:gd name="connsiteY7-2216" fmla="*/ 1003650 h 1427408"/>
                <a:gd name="connsiteX8-2217" fmla="*/ 1227376 w 1305814"/>
                <a:gd name="connsiteY8-2218" fmla="*/ 1152027 h 1427408"/>
                <a:gd name="connsiteX9-2219" fmla="*/ 1174235 w 1305814"/>
                <a:gd name="connsiteY9-2220" fmla="*/ 1184756 h 1427408"/>
                <a:gd name="connsiteX10-2221" fmla="*/ 792288 w 1305814"/>
                <a:gd name="connsiteY10-2222" fmla="*/ 1385653 h 1427408"/>
                <a:gd name="connsiteX11-2223" fmla="*/ 517719 w 1305814"/>
                <a:gd name="connsiteY11-2224" fmla="*/ 1389889 h 1427408"/>
                <a:gd name="connsiteX12-2225" fmla="*/ 94302 w 1305814"/>
                <a:gd name="connsiteY12-2226" fmla="*/ 1158755 h 1427408"/>
                <a:gd name="connsiteX13-2227" fmla="*/ 39429 w 1305814"/>
                <a:gd name="connsiteY13-2228" fmla="*/ 1117635 h 1427408"/>
                <a:gd name="connsiteX14-2229" fmla="*/ 667 w 1305814"/>
                <a:gd name="connsiteY14-2230" fmla="*/ 999105 h 1427408"/>
                <a:gd name="connsiteX15-2231" fmla="*/ 0 w 1305814"/>
                <a:gd name="connsiteY15-2232" fmla="*/ 972364 h 1427408"/>
                <a:gd name="connsiteX16-2233" fmla="*/ 2496 w 1305814"/>
                <a:gd name="connsiteY16-2234" fmla="*/ 463106 h 1427408"/>
                <a:gd name="connsiteX17-2235" fmla="*/ 2458 w 1305814"/>
                <a:gd name="connsiteY17-2236" fmla="*/ 429563 h 1427408"/>
                <a:gd name="connsiteX18-2237" fmla="*/ 75248 w 1305814"/>
                <a:gd name="connsiteY18-2238" fmla="*/ 303202 h 1427408"/>
                <a:gd name="connsiteX19-2239" fmla="*/ 106293 w 1305814"/>
                <a:gd name="connsiteY19-2240" fmla="*/ 282597 h 1427408"/>
                <a:gd name="connsiteX20-2241" fmla="*/ 541533 w 1305814"/>
                <a:gd name="connsiteY20-2242" fmla="*/ 38110 h 1427408"/>
                <a:gd name="connsiteX21-2243" fmla="*/ 653528 w 1305814"/>
                <a:gd name="connsiteY21-2244" fmla="*/ 0 h 1427408"/>
                <a:gd name="connsiteX0-2245" fmla="*/ 653528 w 1305814"/>
                <a:gd name="connsiteY0-2246" fmla="*/ 0 h 1427408"/>
                <a:gd name="connsiteX1-2247" fmla="*/ 757287 w 1305814"/>
                <a:gd name="connsiteY1-2248" fmla="*/ 32444 h 1427408"/>
                <a:gd name="connsiteX2-2249" fmla="*/ 1206876 w 1305814"/>
                <a:gd name="connsiteY2-2250" fmla="*/ 284945 h 1427408"/>
                <a:gd name="connsiteX3-2251" fmla="*/ 1237706 w 1305814"/>
                <a:gd name="connsiteY3-2252" fmla="*/ 306775 h 1427408"/>
                <a:gd name="connsiteX4-2253" fmla="*/ 1304420 w 1305814"/>
                <a:gd name="connsiteY4-2254" fmla="*/ 434263 h 1427408"/>
                <a:gd name="connsiteX5-2255" fmla="*/ 1305806 w 1305814"/>
                <a:gd name="connsiteY5-2256" fmla="*/ 519922 h 1427408"/>
                <a:gd name="connsiteX6-2257" fmla="*/ 1301746 w 1305814"/>
                <a:gd name="connsiteY6-2258" fmla="*/ 953747 h 1427408"/>
                <a:gd name="connsiteX7-2259" fmla="*/ 1302599 w 1305814"/>
                <a:gd name="connsiteY7-2260" fmla="*/ 1003650 h 1427408"/>
                <a:gd name="connsiteX8-2261" fmla="*/ 1227376 w 1305814"/>
                <a:gd name="connsiteY8-2262" fmla="*/ 1152027 h 1427408"/>
                <a:gd name="connsiteX9-2263" fmla="*/ 1174235 w 1305814"/>
                <a:gd name="connsiteY9-2264" fmla="*/ 1184756 h 1427408"/>
                <a:gd name="connsiteX10-2265" fmla="*/ 792288 w 1305814"/>
                <a:gd name="connsiteY10-2266" fmla="*/ 1385653 h 1427408"/>
                <a:gd name="connsiteX11-2267" fmla="*/ 517719 w 1305814"/>
                <a:gd name="connsiteY11-2268" fmla="*/ 1389889 h 1427408"/>
                <a:gd name="connsiteX12-2269" fmla="*/ 94302 w 1305814"/>
                <a:gd name="connsiteY12-2270" fmla="*/ 1158755 h 1427408"/>
                <a:gd name="connsiteX13-2271" fmla="*/ 39429 w 1305814"/>
                <a:gd name="connsiteY13-2272" fmla="*/ 1117635 h 1427408"/>
                <a:gd name="connsiteX14-2273" fmla="*/ 667 w 1305814"/>
                <a:gd name="connsiteY14-2274" fmla="*/ 999105 h 1427408"/>
                <a:gd name="connsiteX15-2275" fmla="*/ 0 w 1305814"/>
                <a:gd name="connsiteY15-2276" fmla="*/ 972364 h 1427408"/>
                <a:gd name="connsiteX16-2277" fmla="*/ 2496 w 1305814"/>
                <a:gd name="connsiteY16-2278" fmla="*/ 463106 h 1427408"/>
                <a:gd name="connsiteX17-2279" fmla="*/ 2458 w 1305814"/>
                <a:gd name="connsiteY17-2280" fmla="*/ 429563 h 1427408"/>
                <a:gd name="connsiteX18-2281" fmla="*/ 75248 w 1305814"/>
                <a:gd name="connsiteY18-2282" fmla="*/ 303202 h 1427408"/>
                <a:gd name="connsiteX19-2283" fmla="*/ 106293 w 1305814"/>
                <a:gd name="connsiteY19-2284" fmla="*/ 282597 h 1427408"/>
                <a:gd name="connsiteX20-2285" fmla="*/ 541533 w 1305814"/>
                <a:gd name="connsiteY20-2286" fmla="*/ 38110 h 1427408"/>
                <a:gd name="connsiteX21-2287" fmla="*/ 653528 w 1305814"/>
                <a:gd name="connsiteY21-2288" fmla="*/ 0 h 1427408"/>
                <a:gd name="connsiteX0-2289" fmla="*/ 653528 w 1305814"/>
                <a:gd name="connsiteY0-2290" fmla="*/ 0 h 1421591"/>
                <a:gd name="connsiteX1-2291" fmla="*/ 757287 w 1305814"/>
                <a:gd name="connsiteY1-2292" fmla="*/ 32444 h 1421591"/>
                <a:gd name="connsiteX2-2293" fmla="*/ 1206876 w 1305814"/>
                <a:gd name="connsiteY2-2294" fmla="*/ 284945 h 1421591"/>
                <a:gd name="connsiteX3-2295" fmla="*/ 1237706 w 1305814"/>
                <a:gd name="connsiteY3-2296" fmla="*/ 306775 h 1421591"/>
                <a:gd name="connsiteX4-2297" fmla="*/ 1304420 w 1305814"/>
                <a:gd name="connsiteY4-2298" fmla="*/ 434263 h 1421591"/>
                <a:gd name="connsiteX5-2299" fmla="*/ 1305806 w 1305814"/>
                <a:gd name="connsiteY5-2300" fmla="*/ 519922 h 1421591"/>
                <a:gd name="connsiteX6-2301" fmla="*/ 1301746 w 1305814"/>
                <a:gd name="connsiteY6-2302" fmla="*/ 953747 h 1421591"/>
                <a:gd name="connsiteX7-2303" fmla="*/ 1302599 w 1305814"/>
                <a:gd name="connsiteY7-2304" fmla="*/ 1003650 h 1421591"/>
                <a:gd name="connsiteX8-2305" fmla="*/ 1227376 w 1305814"/>
                <a:gd name="connsiteY8-2306" fmla="*/ 1152027 h 1421591"/>
                <a:gd name="connsiteX9-2307" fmla="*/ 1174235 w 1305814"/>
                <a:gd name="connsiteY9-2308" fmla="*/ 1184756 h 1421591"/>
                <a:gd name="connsiteX10-2309" fmla="*/ 792288 w 1305814"/>
                <a:gd name="connsiteY10-2310" fmla="*/ 1385653 h 1421591"/>
                <a:gd name="connsiteX11-2311" fmla="*/ 502818 w 1305814"/>
                <a:gd name="connsiteY11-2312" fmla="*/ 1379955 h 1421591"/>
                <a:gd name="connsiteX12-2313" fmla="*/ 94302 w 1305814"/>
                <a:gd name="connsiteY12-2314" fmla="*/ 1158755 h 1421591"/>
                <a:gd name="connsiteX13-2315" fmla="*/ 39429 w 1305814"/>
                <a:gd name="connsiteY13-2316" fmla="*/ 1117635 h 1421591"/>
                <a:gd name="connsiteX14-2317" fmla="*/ 667 w 1305814"/>
                <a:gd name="connsiteY14-2318" fmla="*/ 999105 h 1421591"/>
                <a:gd name="connsiteX15-2319" fmla="*/ 0 w 1305814"/>
                <a:gd name="connsiteY15-2320" fmla="*/ 972364 h 1421591"/>
                <a:gd name="connsiteX16-2321" fmla="*/ 2496 w 1305814"/>
                <a:gd name="connsiteY16-2322" fmla="*/ 463106 h 1421591"/>
                <a:gd name="connsiteX17-2323" fmla="*/ 2458 w 1305814"/>
                <a:gd name="connsiteY17-2324" fmla="*/ 429563 h 1421591"/>
                <a:gd name="connsiteX18-2325" fmla="*/ 75248 w 1305814"/>
                <a:gd name="connsiteY18-2326" fmla="*/ 303202 h 1421591"/>
                <a:gd name="connsiteX19-2327" fmla="*/ 106293 w 1305814"/>
                <a:gd name="connsiteY19-2328" fmla="*/ 282597 h 1421591"/>
                <a:gd name="connsiteX20-2329" fmla="*/ 541533 w 1305814"/>
                <a:gd name="connsiteY20-2330" fmla="*/ 38110 h 1421591"/>
                <a:gd name="connsiteX21-2331" fmla="*/ 653528 w 1305814"/>
                <a:gd name="connsiteY21-2332" fmla="*/ 0 h 1421591"/>
                <a:gd name="connsiteX0-2333" fmla="*/ 653528 w 1305814"/>
                <a:gd name="connsiteY0-2334" fmla="*/ 0 h 1423589"/>
                <a:gd name="connsiteX1-2335" fmla="*/ 757287 w 1305814"/>
                <a:gd name="connsiteY1-2336" fmla="*/ 32444 h 1423589"/>
                <a:gd name="connsiteX2-2337" fmla="*/ 1206876 w 1305814"/>
                <a:gd name="connsiteY2-2338" fmla="*/ 284945 h 1423589"/>
                <a:gd name="connsiteX3-2339" fmla="*/ 1237706 w 1305814"/>
                <a:gd name="connsiteY3-2340" fmla="*/ 306775 h 1423589"/>
                <a:gd name="connsiteX4-2341" fmla="*/ 1304420 w 1305814"/>
                <a:gd name="connsiteY4-2342" fmla="*/ 434263 h 1423589"/>
                <a:gd name="connsiteX5-2343" fmla="*/ 1305806 w 1305814"/>
                <a:gd name="connsiteY5-2344" fmla="*/ 519922 h 1423589"/>
                <a:gd name="connsiteX6-2345" fmla="*/ 1301746 w 1305814"/>
                <a:gd name="connsiteY6-2346" fmla="*/ 953747 h 1423589"/>
                <a:gd name="connsiteX7-2347" fmla="*/ 1302599 w 1305814"/>
                <a:gd name="connsiteY7-2348" fmla="*/ 1003650 h 1423589"/>
                <a:gd name="connsiteX8-2349" fmla="*/ 1227376 w 1305814"/>
                <a:gd name="connsiteY8-2350" fmla="*/ 1152027 h 1423589"/>
                <a:gd name="connsiteX9-2351" fmla="*/ 1174235 w 1305814"/>
                <a:gd name="connsiteY9-2352" fmla="*/ 1184756 h 1423589"/>
                <a:gd name="connsiteX10-2353" fmla="*/ 792288 w 1305814"/>
                <a:gd name="connsiteY10-2354" fmla="*/ 1385653 h 1423589"/>
                <a:gd name="connsiteX11-2355" fmla="*/ 502818 w 1305814"/>
                <a:gd name="connsiteY11-2356" fmla="*/ 1379955 h 1423589"/>
                <a:gd name="connsiteX12-2357" fmla="*/ 94302 w 1305814"/>
                <a:gd name="connsiteY12-2358" fmla="*/ 1158755 h 1423589"/>
                <a:gd name="connsiteX13-2359" fmla="*/ 39429 w 1305814"/>
                <a:gd name="connsiteY13-2360" fmla="*/ 1117635 h 1423589"/>
                <a:gd name="connsiteX14-2361" fmla="*/ 667 w 1305814"/>
                <a:gd name="connsiteY14-2362" fmla="*/ 999105 h 1423589"/>
                <a:gd name="connsiteX15-2363" fmla="*/ 0 w 1305814"/>
                <a:gd name="connsiteY15-2364" fmla="*/ 972364 h 1423589"/>
                <a:gd name="connsiteX16-2365" fmla="*/ 2496 w 1305814"/>
                <a:gd name="connsiteY16-2366" fmla="*/ 463106 h 1423589"/>
                <a:gd name="connsiteX17-2367" fmla="*/ 2458 w 1305814"/>
                <a:gd name="connsiteY17-2368" fmla="*/ 429563 h 1423589"/>
                <a:gd name="connsiteX18-2369" fmla="*/ 75248 w 1305814"/>
                <a:gd name="connsiteY18-2370" fmla="*/ 303202 h 1423589"/>
                <a:gd name="connsiteX19-2371" fmla="*/ 106293 w 1305814"/>
                <a:gd name="connsiteY19-2372" fmla="*/ 282597 h 1423589"/>
                <a:gd name="connsiteX20-2373" fmla="*/ 541533 w 1305814"/>
                <a:gd name="connsiteY20-2374" fmla="*/ 38110 h 1423589"/>
                <a:gd name="connsiteX21-2375" fmla="*/ 653528 w 1305814"/>
                <a:gd name="connsiteY21-2376" fmla="*/ 0 h 142358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</a:cxnLst>
              <a:rect l="l" t="t" r="r" b="b"/>
              <a:pathLst>
                <a:path w="1305814" h="1423589">
                  <a:moveTo>
                    <a:pt x="653528" y="0"/>
                  </a:moveTo>
                  <a:cubicBezTo>
                    <a:pt x="684553" y="-1"/>
                    <a:pt x="736057" y="24011"/>
                    <a:pt x="757287" y="32444"/>
                  </a:cubicBezTo>
                  <a:lnTo>
                    <a:pt x="1206876" y="284945"/>
                  </a:lnTo>
                  <a:cubicBezTo>
                    <a:pt x="1213399" y="291230"/>
                    <a:pt x="1233090" y="301119"/>
                    <a:pt x="1237706" y="306775"/>
                  </a:cubicBezTo>
                  <a:cubicBezTo>
                    <a:pt x="1285405" y="341141"/>
                    <a:pt x="1301367" y="360355"/>
                    <a:pt x="1304420" y="434263"/>
                  </a:cubicBezTo>
                  <a:cubicBezTo>
                    <a:pt x="1306256" y="435452"/>
                    <a:pt x="1303756" y="518852"/>
                    <a:pt x="1305806" y="519922"/>
                  </a:cubicBezTo>
                  <a:cubicBezTo>
                    <a:pt x="1306028" y="563787"/>
                    <a:pt x="1301771" y="907207"/>
                    <a:pt x="1301746" y="953747"/>
                  </a:cubicBezTo>
                  <a:cubicBezTo>
                    <a:pt x="1301579" y="970833"/>
                    <a:pt x="1302766" y="986564"/>
                    <a:pt x="1302599" y="1003650"/>
                  </a:cubicBezTo>
                  <a:cubicBezTo>
                    <a:pt x="1298075" y="1097264"/>
                    <a:pt x="1299308" y="1117497"/>
                    <a:pt x="1227376" y="1152027"/>
                  </a:cubicBezTo>
                  <a:cubicBezTo>
                    <a:pt x="1229069" y="1151612"/>
                    <a:pt x="1262992" y="1133636"/>
                    <a:pt x="1174235" y="1184756"/>
                  </a:cubicBezTo>
                  <a:cubicBezTo>
                    <a:pt x="1102911" y="1225835"/>
                    <a:pt x="986013" y="1283805"/>
                    <a:pt x="792288" y="1385653"/>
                  </a:cubicBezTo>
                  <a:cubicBezTo>
                    <a:pt x="702978" y="1424034"/>
                    <a:pt x="634560" y="1449454"/>
                    <a:pt x="502818" y="1379955"/>
                  </a:cubicBezTo>
                  <a:cubicBezTo>
                    <a:pt x="358670" y="1301859"/>
                    <a:pt x="241278" y="1242506"/>
                    <a:pt x="94302" y="1158755"/>
                  </a:cubicBezTo>
                  <a:cubicBezTo>
                    <a:pt x="64301" y="1138833"/>
                    <a:pt x="61069" y="1137739"/>
                    <a:pt x="39429" y="1117635"/>
                  </a:cubicBezTo>
                  <a:cubicBezTo>
                    <a:pt x="9399" y="1091481"/>
                    <a:pt x="81" y="1056313"/>
                    <a:pt x="667" y="999105"/>
                  </a:cubicBezTo>
                  <a:cubicBezTo>
                    <a:pt x="445" y="990191"/>
                    <a:pt x="222" y="981278"/>
                    <a:pt x="0" y="972364"/>
                  </a:cubicBezTo>
                  <a:lnTo>
                    <a:pt x="2496" y="463106"/>
                  </a:lnTo>
                  <a:cubicBezTo>
                    <a:pt x="2483" y="451925"/>
                    <a:pt x="2471" y="440744"/>
                    <a:pt x="2458" y="429563"/>
                  </a:cubicBezTo>
                  <a:cubicBezTo>
                    <a:pt x="2770" y="365277"/>
                    <a:pt x="14732" y="348090"/>
                    <a:pt x="75248" y="303202"/>
                  </a:cubicBezTo>
                  <a:lnTo>
                    <a:pt x="106293" y="282597"/>
                  </a:lnTo>
                  <a:lnTo>
                    <a:pt x="541533" y="38110"/>
                  </a:lnTo>
                  <a:cubicBezTo>
                    <a:pt x="582751" y="12487"/>
                    <a:pt x="613897" y="0"/>
                    <a:pt x="653528" y="0"/>
                  </a:cubicBezTo>
                  <a:close/>
                </a:path>
              </a:pathLst>
            </a:custGeom>
            <a:solidFill>
              <a:srgbClr val="D04B39"/>
            </a:solidFill>
            <a:ln>
              <a:noFill/>
            </a:ln>
            <a:effectLst/>
          </p:spPr>
          <p:txBody>
            <a:bodyPr anchor="ctr"/>
            <a:lstStyle/>
            <a:p>
              <a:pPr algn="ctr" defTabSz="914400"/>
              <a:endParaRPr lang="en-US" altLang="zh-CN" sz="4265">
                <a:solidFill>
                  <a:schemeClr val="bg1"/>
                </a:solidFill>
                <a:latin typeface="Aa语文老师的字" panose="02010600010101010101" charset="-122"/>
                <a:ea typeface="Aa语文老师的字" panose="02010600010101010101" charset="-122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4280bbe413724b2a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90201" y="2262847"/>
              <a:ext cx="390145" cy="390145"/>
            </a:xfrm>
            <a:prstGeom prst="rect">
              <a:avLst/>
            </a:prstGeom>
          </p:spPr>
        </p:pic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fb924b5083fc47a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1173813">
            <a:off x="1562611" y="2511104"/>
            <a:ext cx="4227928" cy="28164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d7b2082198b0438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</a:t>
            </a:r>
            <a:endParaRPr lang="zh-CN" altLang="zh-CN" dirty="0">
              <a:sym typeface="等线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556493" y="1873323"/>
            <a:ext cx="9079013" cy="3689335"/>
            <a:chOff x="1551619" y="1845188"/>
            <a:chExt cx="9079013" cy="3689335"/>
          </a:xfrm>
        </p:grpSpPr>
        <p:sp>
          <p:nvSpPr>
            <p:cNvPr id="3" name="文本框 2"/>
            <p:cNvSpPr txBox="1"/>
            <p:nvPr/>
          </p:nvSpPr>
          <p:spPr>
            <a:xfrm>
              <a:off x="1551619" y="3159113"/>
              <a:ext cx="2516358" cy="2130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0" lang="zh-CN" altLang="en-US" u="none" strike="noStrike" cap="none" spc="0" normalizeH="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Calibri"/>
                </a:rPr>
                <a:t>哪吒是魔丸转世，李靖的儿子。因为魔丸转世的身份，他遭到了陈塘关百姓的歧视、排斥、嘲笑和敌对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821041" y="3072377"/>
              <a:ext cx="2516358" cy="2130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0" lang="zh-CN" altLang="en-US" u="none" strike="noStrike" cap="none" spc="0" normalizeH="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Calibri"/>
                </a:rPr>
                <a:t>也因此，他性格孤僻、冷漠、叛逆、憋屈、玩世不恭，时不时就要跑出门大闹陈塘关百姓，让大家也不得安生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114274" y="4079174"/>
              <a:ext cx="2516358" cy="12999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u="none" strike="noStrike" cap="none" spc="0" normalizeH="0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Calibri"/>
                </a:rPr>
                <a:t>玩世不恭的外表下，哪吒比谁都孤独，比谁都希望得到认可</a:t>
              </a:r>
            </a:p>
          </p:txBody>
        </p:sp>
        <p:sp>
          <p:nvSpPr>
            <p:cNvPr id="10" name="Freeform 7"/>
            <p:cNvSpPr/>
            <p:nvPr/>
          </p:nvSpPr>
          <p:spPr>
            <a:xfrm>
              <a:off x="1556238" y="2269608"/>
              <a:ext cx="9074393" cy="1257619"/>
            </a:xfrm>
            <a:custGeom>
              <a:avLst/>
              <a:gdLst>
                <a:gd name="connsiteX0" fmla="*/ 0 w 6781800"/>
                <a:gd name="connsiteY0" fmla="*/ 299838 h 1215160"/>
                <a:gd name="connsiteX1" fmla="*/ 2705100 w 6781800"/>
                <a:gd name="connsiteY1" fmla="*/ 52188 h 1215160"/>
                <a:gd name="connsiteX2" fmla="*/ 5619750 w 6781800"/>
                <a:gd name="connsiteY2" fmla="*/ 1195188 h 1215160"/>
                <a:gd name="connsiteX3" fmla="*/ 6781800 w 6781800"/>
                <a:gd name="connsiteY3" fmla="*/ 757038 h 1215160"/>
                <a:gd name="connsiteX0-1" fmla="*/ 0 w 6038850"/>
                <a:gd name="connsiteY0-2" fmla="*/ 299838 h 1304686"/>
                <a:gd name="connsiteX1-3" fmla="*/ 2705100 w 6038850"/>
                <a:gd name="connsiteY1-4" fmla="*/ 52188 h 1304686"/>
                <a:gd name="connsiteX2-5" fmla="*/ 5619750 w 6038850"/>
                <a:gd name="connsiteY2-6" fmla="*/ 1195188 h 1304686"/>
                <a:gd name="connsiteX3-7" fmla="*/ 6038850 w 6038850"/>
                <a:gd name="connsiteY3-8" fmla="*/ 1176138 h 1304686"/>
                <a:gd name="connsiteX0-9" fmla="*/ 0 w 6038850"/>
                <a:gd name="connsiteY0-10" fmla="*/ 287550 h 1218694"/>
                <a:gd name="connsiteX1-11" fmla="*/ 2705100 w 6038850"/>
                <a:gd name="connsiteY1-12" fmla="*/ 39900 h 1218694"/>
                <a:gd name="connsiteX2-13" fmla="*/ 4832350 w 6038850"/>
                <a:gd name="connsiteY2-14" fmla="*/ 1005100 h 1218694"/>
                <a:gd name="connsiteX3-15" fmla="*/ 6038850 w 6038850"/>
                <a:gd name="connsiteY3-16" fmla="*/ 1163850 h 1218694"/>
                <a:gd name="connsiteX0-17" fmla="*/ 0 w 6038850"/>
                <a:gd name="connsiteY0-18" fmla="*/ 287550 h 1225494"/>
                <a:gd name="connsiteX1-19" fmla="*/ 2705100 w 6038850"/>
                <a:gd name="connsiteY1-20" fmla="*/ 39900 h 1225494"/>
                <a:gd name="connsiteX2-21" fmla="*/ 4832350 w 6038850"/>
                <a:gd name="connsiteY2-22" fmla="*/ 1005100 h 1225494"/>
                <a:gd name="connsiteX3-23" fmla="*/ 6038850 w 6038850"/>
                <a:gd name="connsiteY3-24" fmla="*/ 1163850 h 12254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6038850" h="1225494">
                  <a:moveTo>
                    <a:pt x="0" y="287550"/>
                  </a:moveTo>
                  <a:cubicBezTo>
                    <a:pt x="884237" y="89112"/>
                    <a:pt x="1899708" y="-79692"/>
                    <a:pt x="2705100" y="39900"/>
                  </a:cubicBezTo>
                  <a:cubicBezTo>
                    <a:pt x="3510492" y="159492"/>
                    <a:pt x="4371975" y="786025"/>
                    <a:pt x="4832350" y="1005100"/>
                  </a:cubicBezTo>
                  <a:cubicBezTo>
                    <a:pt x="5292725" y="1224175"/>
                    <a:pt x="5829300" y="1285558"/>
                    <a:pt x="6038850" y="1163850"/>
                  </a:cubicBezTo>
                </a:path>
              </a:pathLst>
            </a:custGeom>
            <a:ln w="12700" cmpd="sng">
              <a:solidFill>
                <a:schemeClr val="accent3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+mj-ea"/>
                <a:ea typeface="+mj-ea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265b5a484a06470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731190" y="1845188"/>
              <a:ext cx="724487" cy="84883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265b5a484a06470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452172" y="1929988"/>
              <a:ext cx="724487" cy="84883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265b5a484a06470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010208" y="2898417"/>
              <a:ext cx="724487" cy="848839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/>
          </p:nvCxnSpPr>
          <p:spPr>
            <a:xfrm flipH="1">
              <a:off x="2814415" y="2778827"/>
              <a:ext cx="0" cy="379828"/>
            </a:xfrm>
            <a:prstGeom prst="line">
              <a:avLst/>
            </a:prstGeom>
            <a:ln w="12700">
              <a:solidFill>
                <a:srgbClr val="D04B39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6106033" y="2692549"/>
              <a:ext cx="0" cy="379828"/>
            </a:xfrm>
            <a:prstGeom prst="line">
              <a:avLst/>
            </a:prstGeom>
            <a:ln w="12700">
              <a:solidFill>
                <a:srgbClr val="D04B39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9372451" y="3730331"/>
              <a:ext cx="0" cy="379828"/>
            </a:xfrm>
            <a:prstGeom prst="line">
              <a:avLst/>
            </a:prstGeom>
            <a:ln w="12700">
              <a:solidFill>
                <a:srgbClr val="D04B39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: 圆角 18"/>
            <p:cNvSpPr/>
            <p:nvPr/>
          </p:nvSpPr>
          <p:spPr>
            <a:xfrm>
              <a:off x="2433487" y="5402750"/>
              <a:ext cx="752622" cy="61833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717122" y="5317311"/>
              <a:ext cx="752622" cy="61833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8996140" y="5472690"/>
              <a:ext cx="752622" cy="61833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1e07631d8d8f40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529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哪吒的身世背景</a:t>
            </a:r>
            <a:endParaRPr lang="zh-CN" altLang="zh-CN" dirty="0">
              <a:sym typeface="等线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15eadcb39d8d4800" cstate="screen">
            <a:extLst>
              <a:ext uri="{BEBA8EAE-BF5A-486C-A8C5-ECC9F3942E4B}">
                <a14:imgProps xmlns:a14="http://schemas.microsoft.com/office/drawing/2010/main">
                  <a14:imgLayer r:embed="R8b8ff0683c004fe2">
                    <a14:imgEffect>
                      <a14:backgroundRemoval t="1763" b="99355" l="0" r="99526">
                        <a14:foregroundMark x1="41684" y1="5116" x2="56211" y2="6750"/>
                        <a14:foregroundMark x1="31684" y1="36071" x2="35947" y2="51290"/>
                        <a14:foregroundMark x1="35947" y1="51290" x2="36632" y2="51978"/>
                        <a14:foregroundMark x1="47368" y1="1849" x2="51263" y2="1849"/>
                        <a14:foregroundMark x1="52316" y1="52966" x2="70632" y2="70335"/>
                        <a14:foregroundMark x1="70632" y1="70335" x2="70895" y2="71410"/>
                        <a14:foregroundMark x1="78263" y1="62683" x2="82158" y2="74162"/>
                        <a14:foregroundMark x1="82158" y1="74162" x2="81579" y2="76010"/>
                        <a14:foregroundMark x1="5737" y1="61694" x2="31474" y2="75451"/>
                        <a14:foregroundMark x1="31474" y1="75451" x2="35263" y2="84695"/>
                        <a14:foregroundMark x1="44789" y1="57782" x2="45053" y2="80482"/>
                        <a14:foregroundMark x1="30211" y1="69003" x2="52211" y2="70421"/>
                        <a14:foregroundMark x1="1263" y1="61608" x2="3368" y2="65649"/>
                        <a14:foregroundMark x1="29526" y1="66939" x2="65053" y2="68057"/>
                        <a14:foregroundMark x1="36053" y1="72528" x2="23474" y2="88349"/>
                        <a14:foregroundMark x1="23474" y1="88349" x2="26947" y2="96776"/>
                        <a14:foregroundMark x1="26947" y1="96776" x2="51737" y2="97979"/>
                        <a14:foregroundMark x1="51737" y1="97979" x2="57421" y2="96174"/>
                        <a14:foregroundMark x1="36368" y1="31599" x2="37947" y2="45486"/>
                        <a14:foregroundMark x1="66895" y1="64875" x2="74737" y2="69390"/>
                        <a14:foregroundMark x1="74737" y1="69390" x2="75316" y2="76354"/>
                        <a14:foregroundMark x1="20947" y1="91788" x2="28105" y2="98667"/>
                        <a14:foregroundMark x1="28105" y1="98667" x2="42737" y2="99957"/>
                        <a14:foregroundMark x1="50211" y1="99871" x2="61211" y2="99355"/>
                        <a14:foregroundMark x1="61211" y1="99355" x2="73211" y2="93895"/>
                        <a14:foregroundMark x1="73211" y1="93895" x2="73053" y2="92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75818" y="1556718"/>
            <a:ext cx="3439550" cy="4211038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259057" y="2061597"/>
            <a:ext cx="5188339" cy="1600640"/>
            <a:chOff x="1259058" y="2422720"/>
            <a:chExt cx="5188339" cy="1600640"/>
          </a:xfrm>
        </p:grpSpPr>
        <p:sp>
          <p:nvSpPr>
            <p:cNvPr id="3" name="文本框 2"/>
            <p:cNvSpPr txBox="1"/>
            <p:nvPr/>
          </p:nvSpPr>
          <p:spPr>
            <a:xfrm>
              <a:off x="1612509" y="2882929"/>
              <a:ext cx="4591343" cy="8844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3000"/>
                </a:spcAft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哪吒是托塔天王李靖的第三个儿子，母亲是殷夫人。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259058" y="2674534"/>
              <a:ext cx="5188339" cy="1348826"/>
            </a:xfrm>
            <a:prstGeom prst="roundRect">
              <a:avLst/>
            </a:prstGeom>
            <a:noFill/>
            <a:ln>
              <a:solidFill>
                <a:srgbClr val="D04B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心形 11"/>
            <p:cNvSpPr/>
            <p:nvPr/>
          </p:nvSpPr>
          <p:spPr>
            <a:xfrm>
              <a:off x="1525025" y="2422720"/>
              <a:ext cx="443132" cy="356011"/>
            </a:xfrm>
            <a:prstGeom prst="heart">
              <a:avLst/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867635" y="4055719"/>
            <a:ext cx="5188339" cy="1608051"/>
            <a:chOff x="1259057" y="3869136"/>
            <a:chExt cx="5188339" cy="1608051"/>
          </a:xfrm>
        </p:grpSpPr>
        <p:sp>
          <p:nvSpPr>
            <p:cNvPr id="9" name="文本框 8"/>
            <p:cNvSpPr txBox="1"/>
            <p:nvPr/>
          </p:nvSpPr>
          <p:spPr>
            <a:xfrm>
              <a:off x="1612508" y="4360538"/>
              <a:ext cx="4591343" cy="8844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3000"/>
                </a:spcAft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传说中，哪吒是灵珠子转世，出生时是一个肉球，后被李靖用剑劈开，才现出真身。</a:t>
              </a:r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1259057" y="4128361"/>
              <a:ext cx="5188339" cy="1348826"/>
            </a:xfrm>
            <a:prstGeom prst="roundRect">
              <a:avLst/>
            </a:prstGeom>
            <a:noFill/>
            <a:ln>
              <a:solidFill>
                <a:srgbClr val="D04B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心形 12"/>
            <p:cNvSpPr/>
            <p:nvPr/>
          </p:nvSpPr>
          <p:spPr>
            <a:xfrm>
              <a:off x="1525025" y="3869136"/>
              <a:ext cx="443132" cy="356011"/>
            </a:xfrm>
            <a:prstGeom prst="heart">
              <a:avLst/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a91d341f598345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5784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哪吒的传奇故事</a:t>
            </a:r>
            <a:endParaRPr lang="zh-CN" altLang="zh-CN" dirty="0">
              <a:sym typeface="等线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129807" y="2229728"/>
            <a:ext cx="3010487" cy="3756075"/>
            <a:chOff x="7736059" y="2264898"/>
            <a:chExt cx="3010487" cy="3756075"/>
          </a:xfrm>
        </p:grpSpPr>
        <p:sp>
          <p:nvSpPr>
            <p:cNvPr id="15" name="矩形 14"/>
            <p:cNvSpPr/>
            <p:nvPr/>
          </p:nvSpPr>
          <p:spPr>
            <a:xfrm>
              <a:off x="7736059" y="2609557"/>
              <a:ext cx="3010486" cy="341141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/>
            <p:cNvSpPr/>
            <p:nvPr/>
          </p:nvSpPr>
          <p:spPr>
            <a:xfrm>
              <a:off x="8309317" y="2264898"/>
              <a:ext cx="1863970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助周伐纣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907362" y="3010464"/>
              <a:ext cx="2667880" cy="796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哪吒在《封神演义》中助周武王伐纣，立下赫赫战功</a:t>
              </a: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3a37abbc826c48d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>
              <a:fillRect/>
            </a:stretch>
          </p:blipFill>
          <p:spPr>
            <a:xfrm>
              <a:off x="7736060" y="5085471"/>
              <a:ext cx="3010486" cy="935501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4590755" y="1677996"/>
            <a:ext cx="3010486" cy="3756075"/>
            <a:chOff x="4590757" y="2264898"/>
            <a:chExt cx="3010486" cy="3756075"/>
          </a:xfrm>
        </p:grpSpPr>
        <p:sp>
          <p:nvSpPr>
            <p:cNvPr id="14" name="矩形 13"/>
            <p:cNvSpPr/>
            <p:nvPr/>
          </p:nvSpPr>
          <p:spPr>
            <a:xfrm>
              <a:off x="4590757" y="2609557"/>
              <a:ext cx="3010486" cy="341141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2"/>
            <p:cNvSpPr/>
            <p:nvPr/>
          </p:nvSpPr>
          <p:spPr>
            <a:xfrm>
              <a:off x="5164015" y="2264898"/>
              <a:ext cx="1863970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莲花化身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762060" y="3010464"/>
              <a:ext cx="2667880" cy="1165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哪吒死后，其师太乙真人用莲花和莲藕为他重塑肉身，使他复活</a:t>
              </a: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3a37abbc826c48d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>
              <a:fillRect/>
            </a:stretch>
          </p:blipFill>
          <p:spPr>
            <a:xfrm>
              <a:off x="4590757" y="5085471"/>
              <a:ext cx="3010486" cy="935501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1051705" y="2222695"/>
            <a:ext cx="3010487" cy="3763108"/>
            <a:chOff x="1445454" y="2264898"/>
            <a:chExt cx="3010487" cy="3763108"/>
          </a:xfrm>
        </p:grpSpPr>
        <p:sp>
          <p:nvSpPr>
            <p:cNvPr id="13" name="矩形 12"/>
            <p:cNvSpPr/>
            <p:nvPr/>
          </p:nvSpPr>
          <p:spPr>
            <a:xfrm>
              <a:off x="1445455" y="2595489"/>
              <a:ext cx="3010486" cy="3411416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: 圆角 1"/>
            <p:cNvSpPr/>
            <p:nvPr/>
          </p:nvSpPr>
          <p:spPr>
            <a:xfrm>
              <a:off x="2018713" y="2264898"/>
              <a:ext cx="1863970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大闹东海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16758" y="3010464"/>
              <a:ext cx="2667880" cy="2261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哪吒在东海洗澡时，用混天绫搅动海水，惊动了东海蛇王。蛇王派三太子敖丙前来查看，结果被哪吒打死。蛇王大怒，水淹陈塘关，哪吒为救百姓，自刎谢罪</a:t>
              </a: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3a37abbc826c48d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>
              <a:fillRect/>
            </a:stretch>
          </p:blipFill>
          <p:spPr>
            <a:xfrm>
              <a:off x="1445454" y="5092505"/>
              <a:ext cx="3010486" cy="935501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ea7fb3f2dba540c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哪吒文化影响</a:t>
            </a:r>
            <a:endParaRPr lang="zh-CN" altLang="zh-CN" dirty="0">
              <a:sym typeface="等线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aadc37202f604da7" cstate="screen">
            <a:extLst>
              <a:ext uri="{BEBA8EAE-BF5A-486C-A8C5-ECC9F3942E4B}">
                <a14:imgProps xmlns:a14="http://schemas.microsoft.com/office/drawing/2010/main">
                  <a14:imgLayer r:embed="R3a882b79db8142db">
                    <a14:imgEffect>
                      <a14:backgroundRemoval t="882" b="100000" l="1220" r="97154">
                        <a14:foregroundMark x1="56021" y1="79629" x2="63747" y2="81392"/>
                        <a14:foregroundMark x1="63028" y1="68306" x2="79387" y2="60650"/>
                        <a14:foregroundMark x1="79387" y1="60650" x2="80951" y2="59118"/>
                        <a14:foregroundMark x1="79762" y1="52900" x2="97154" y2="63944"/>
                        <a14:foregroundMark x1="32530" y1="10951" x2="47670" y2="1067"/>
                        <a14:foregroundMark x1="47670" y1="1067" x2="56084" y2="6357"/>
                        <a14:foregroundMark x1="56084" y1="6357" x2="60588" y2="14153"/>
                        <a14:foregroundMark x1="60588" y1="14153" x2="60807" y2="15684"/>
                        <a14:foregroundMark x1="66750" y1="6497" x2="73569" y2="6357"/>
                        <a14:foregroundMark x1="73569" y1="6357" x2="76196" y2="6357"/>
                        <a14:foregroundMark x1="38411" y1="2227" x2="54238" y2="928"/>
                        <a14:foregroundMark x1="54238" y1="928" x2="55708" y2="928"/>
                        <a14:foregroundMark x1="1251" y1="15916" x2="8008" y2="186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1560" y="2202633"/>
            <a:ext cx="5229412" cy="352400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6638779" y="2202633"/>
            <a:ext cx="4501661" cy="3583088"/>
            <a:chOff x="6638779" y="2162286"/>
            <a:chExt cx="4501661" cy="3583088"/>
          </a:xfrm>
        </p:grpSpPr>
        <p:sp>
          <p:nvSpPr>
            <p:cNvPr id="3" name="文本框 2"/>
            <p:cNvSpPr txBox="1"/>
            <p:nvPr/>
          </p:nvSpPr>
          <p:spPr>
            <a:xfrm>
              <a:off x="6638779" y="2793476"/>
              <a:ext cx="4501661" cy="29518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哪吒在中国文化中象征着勇敢、正义和反抗精神。哪吒的形象在文学、戏剧、电影、动画等艺术形式中广泛出现，如《封神演义》、动画电影《哪吒之魔童降世》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《哪吒之魔童闹海》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等。哪吒的故事不仅在中国广为流传，也在东亚其他国家和地区有着深远的影响。</a:t>
              </a: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693560" y="2162286"/>
              <a:ext cx="631190" cy="631190"/>
              <a:chOff x="9204642" y="1438536"/>
              <a:chExt cx="631190" cy="631190"/>
            </a:xfrm>
          </p:grpSpPr>
          <p:sp>
            <p:nvSpPr>
              <p:cNvPr id="7" name="菱形 6"/>
              <p:cNvSpPr/>
              <p:nvPr/>
            </p:nvSpPr>
            <p:spPr>
              <a:xfrm>
                <a:off x="9204642" y="1438536"/>
                <a:ext cx="631190" cy="631190"/>
              </a:xfrm>
              <a:prstGeom prst="diamond">
                <a:avLst/>
              </a:prstGeom>
              <a:solidFill>
                <a:srgbClr val="D04B39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  <p:sp>
            <p:nvSpPr>
              <p:cNvPr id="9" name="稻壳儿流芳广告出品 http://chn.docer.com/works?userid=401746942"/>
              <p:cNvSpPr>
                <a:spLocks noChangeAspect="1" noEditPoints="1"/>
              </p:cNvSpPr>
              <p:nvPr/>
            </p:nvSpPr>
            <p:spPr bwMode="auto">
              <a:xfrm>
                <a:off x="9397682" y="1636021"/>
                <a:ext cx="244475" cy="244475"/>
              </a:xfrm>
              <a:custGeom>
                <a:avLst/>
                <a:gdLst>
                  <a:gd name="T0" fmla="*/ 571 w 690"/>
                  <a:gd name="T1" fmla="*/ 6 h 690"/>
                  <a:gd name="T2" fmla="*/ 598 w 690"/>
                  <a:gd name="T3" fmla="*/ 14 h 690"/>
                  <a:gd name="T4" fmla="*/ 598 w 690"/>
                  <a:gd name="T5" fmla="*/ 14 h 690"/>
                  <a:gd name="T6" fmla="*/ 676 w 690"/>
                  <a:gd name="T7" fmla="*/ 92 h 690"/>
                  <a:gd name="T8" fmla="*/ 676 w 690"/>
                  <a:gd name="T9" fmla="*/ 92 h 690"/>
                  <a:gd name="T10" fmla="*/ 683 w 690"/>
                  <a:gd name="T11" fmla="*/ 119 h 690"/>
                  <a:gd name="T12" fmla="*/ 580 w 690"/>
                  <a:gd name="T13" fmla="*/ 211 h 690"/>
                  <a:gd name="T14" fmla="*/ 505 w 690"/>
                  <a:gd name="T15" fmla="*/ 223 h 690"/>
                  <a:gd name="T16" fmla="*/ 487 w 690"/>
                  <a:gd name="T17" fmla="*/ 500 h 690"/>
                  <a:gd name="T18" fmla="*/ 339 w 690"/>
                  <a:gd name="T19" fmla="*/ 562 h 690"/>
                  <a:gd name="T20" fmla="*/ 128 w 690"/>
                  <a:gd name="T21" fmla="*/ 352 h 690"/>
                  <a:gd name="T22" fmla="*/ 339 w 690"/>
                  <a:gd name="T23" fmla="*/ 141 h 690"/>
                  <a:gd name="T24" fmla="*/ 493 w 690"/>
                  <a:gd name="T25" fmla="*/ 160 h 690"/>
                  <a:gd name="T26" fmla="*/ 483 w 690"/>
                  <a:gd name="T27" fmla="*/ 95 h 690"/>
                  <a:gd name="T28" fmla="*/ 611 w 690"/>
                  <a:gd name="T29" fmla="*/ 269 h 690"/>
                  <a:gd name="T30" fmla="*/ 663 w 690"/>
                  <a:gd name="T31" fmla="*/ 253 h 690"/>
                  <a:gd name="T32" fmla="*/ 677 w 690"/>
                  <a:gd name="T33" fmla="*/ 352 h 690"/>
                  <a:gd name="T34" fmla="*/ 339 w 690"/>
                  <a:gd name="T35" fmla="*/ 690 h 690"/>
                  <a:gd name="T36" fmla="*/ 0 w 690"/>
                  <a:gd name="T37" fmla="*/ 352 h 690"/>
                  <a:gd name="T38" fmla="*/ 339 w 690"/>
                  <a:gd name="T39" fmla="*/ 13 h 690"/>
                  <a:gd name="T40" fmla="*/ 437 w 690"/>
                  <a:gd name="T41" fmla="*/ 27 h 690"/>
                  <a:gd name="T42" fmla="*/ 422 w 690"/>
                  <a:gd name="T43" fmla="*/ 79 h 690"/>
                  <a:gd name="T44" fmla="*/ 339 w 690"/>
                  <a:gd name="T45" fmla="*/ 66 h 690"/>
                  <a:gd name="T46" fmla="*/ 54 w 690"/>
                  <a:gd name="T47" fmla="*/ 352 h 690"/>
                  <a:gd name="T48" fmla="*/ 339 w 690"/>
                  <a:gd name="T49" fmla="*/ 636 h 690"/>
                  <a:gd name="T50" fmla="*/ 623 w 690"/>
                  <a:gd name="T51" fmla="*/ 352 h 690"/>
                  <a:gd name="T52" fmla="*/ 611 w 690"/>
                  <a:gd name="T53" fmla="*/ 269 h 690"/>
                  <a:gd name="T54" fmla="*/ 339 w 690"/>
                  <a:gd name="T55" fmla="*/ 255 h 690"/>
                  <a:gd name="T56" fmla="*/ 444 w 690"/>
                  <a:gd name="T57" fmla="*/ 208 h 690"/>
                  <a:gd name="T58" fmla="*/ 213 w 690"/>
                  <a:gd name="T59" fmla="*/ 225 h 690"/>
                  <a:gd name="T60" fmla="*/ 213 w 690"/>
                  <a:gd name="T61" fmla="*/ 225 h 690"/>
                  <a:gd name="T62" fmla="*/ 213 w 690"/>
                  <a:gd name="T63" fmla="*/ 477 h 690"/>
                  <a:gd name="T64" fmla="*/ 464 w 690"/>
                  <a:gd name="T65" fmla="*/ 478 h 690"/>
                  <a:gd name="T66" fmla="*/ 517 w 690"/>
                  <a:gd name="T67" fmla="*/ 352 h 690"/>
                  <a:gd name="T68" fmla="*/ 423 w 690"/>
                  <a:gd name="T69" fmla="*/ 304 h 690"/>
                  <a:gd name="T70" fmla="*/ 407 w 690"/>
                  <a:gd name="T71" fmla="*/ 420 h 690"/>
                  <a:gd name="T72" fmla="*/ 339 w 690"/>
                  <a:gd name="T73" fmla="*/ 448 h 690"/>
                  <a:gd name="T74" fmla="*/ 271 w 690"/>
                  <a:gd name="T75" fmla="*/ 420 h 690"/>
                  <a:gd name="T76" fmla="*/ 271 w 690"/>
                  <a:gd name="T77" fmla="*/ 283 h 690"/>
                  <a:gd name="T78" fmla="*/ 339 w 690"/>
                  <a:gd name="T79" fmla="*/ 255 h 690"/>
                  <a:gd name="T80" fmla="*/ 361 w 690"/>
                  <a:gd name="T81" fmla="*/ 291 h 690"/>
                  <a:gd name="T82" fmla="*/ 293 w 690"/>
                  <a:gd name="T83" fmla="*/ 306 h 690"/>
                  <a:gd name="T84" fmla="*/ 274 w 690"/>
                  <a:gd name="T85" fmla="*/ 352 h 690"/>
                  <a:gd name="T86" fmla="*/ 339 w 690"/>
                  <a:gd name="T87" fmla="*/ 416 h 690"/>
                  <a:gd name="T88" fmla="*/ 384 w 690"/>
                  <a:gd name="T89" fmla="*/ 397 h 690"/>
                  <a:gd name="T90" fmla="*/ 399 w 690"/>
                  <a:gd name="T91" fmla="*/ 329 h 690"/>
                  <a:gd name="T92" fmla="*/ 320 w 690"/>
                  <a:gd name="T93" fmla="*/ 370 h 690"/>
                  <a:gd name="T94" fmla="*/ 361 w 690"/>
                  <a:gd name="T95" fmla="*/ 291 h 690"/>
                  <a:gd name="T96" fmla="*/ 574 w 690"/>
                  <a:gd name="T97" fmla="*/ 49 h 690"/>
                  <a:gd name="T98" fmla="*/ 522 w 690"/>
                  <a:gd name="T99" fmla="*/ 145 h 690"/>
                  <a:gd name="T100" fmla="*/ 574 w 690"/>
                  <a:gd name="T101" fmla="*/ 49 h 690"/>
                  <a:gd name="T102" fmla="*/ 606 w 690"/>
                  <a:gd name="T103" fmla="*/ 106 h 690"/>
                  <a:gd name="T104" fmla="*/ 579 w 690"/>
                  <a:gd name="T105" fmla="*/ 177 h 690"/>
                  <a:gd name="T106" fmla="*/ 606 w 690"/>
                  <a:gd name="T107" fmla="*/ 106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90" h="690">
                    <a:moveTo>
                      <a:pt x="483" y="95"/>
                    </a:moveTo>
                    <a:cubicBezTo>
                      <a:pt x="571" y="6"/>
                      <a:pt x="571" y="6"/>
                      <a:pt x="571" y="6"/>
                    </a:cubicBezTo>
                    <a:cubicBezTo>
                      <a:pt x="578" y="0"/>
                      <a:pt x="588" y="0"/>
                      <a:pt x="594" y="6"/>
                    </a:cubicBezTo>
                    <a:cubicBezTo>
                      <a:pt x="596" y="9"/>
                      <a:pt x="598" y="11"/>
                      <a:pt x="598" y="14"/>
                    </a:cubicBezTo>
                    <a:cubicBezTo>
                      <a:pt x="598" y="14"/>
                      <a:pt x="598" y="14"/>
                      <a:pt x="598" y="14"/>
                    </a:cubicBezTo>
                    <a:cubicBezTo>
                      <a:pt x="598" y="14"/>
                      <a:pt x="598" y="14"/>
                      <a:pt x="598" y="14"/>
                    </a:cubicBezTo>
                    <a:cubicBezTo>
                      <a:pt x="615" y="75"/>
                      <a:pt x="615" y="75"/>
                      <a:pt x="615" y="75"/>
                    </a:cubicBezTo>
                    <a:cubicBezTo>
                      <a:pt x="676" y="92"/>
                      <a:pt x="676" y="92"/>
                      <a:pt x="676" y="92"/>
                    </a:cubicBezTo>
                    <a:cubicBezTo>
                      <a:pt x="676" y="92"/>
                      <a:pt x="676" y="92"/>
                      <a:pt x="676" y="92"/>
                    </a:cubicBezTo>
                    <a:cubicBezTo>
                      <a:pt x="676" y="92"/>
                      <a:pt x="676" y="92"/>
                      <a:pt x="676" y="92"/>
                    </a:cubicBezTo>
                    <a:cubicBezTo>
                      <a:pt x="679" y="93"/>
                      <a:pt x="681" y="94"/>
                      <a:pt x="683" y="96"/>
                    </a:cubicBezTo>
                    <a:cubicBezTo>
                      <a:pt x="690" y="102"/>
                      <a:pt x="690" y="112"/>
                      <a:pt x="683" y="119"/>
                    </a:cubicBezTo>
                    <a:cubicBezTo>
                      <a:pt x="596" y="207"/>
                      <a:pt x="596" y="207"/>
                      <a:pt x="596" y="207"/>
                    </a:cubicBezTo>
                    <a:cubicBezTo>
                      <a:pt x="591" y="211"/>
                      <a:pt x="586" y="212"/>
                      <a:pt x="580" y="211"/>
                    </a:cubicBezTo>
                    <a:cubicBezTo>
                      <a:pt x="530" y="198"/>
                      <a:pt x="530" y="198"/>
                      <a:pt x="530" y="198"/>
                    </a:cubicBezTo>
                    <a:cubicBezTo>
                      <a:pt x="505" y="223"/>
                      <a:pt x="505" y="223"/>
                      <a:pt x="505" y="223"/>
                    </a:cubicBezTo>
                    <a:cubicBezTo>
                      <a:pt x="533" y="258"/>
                      <a:pt x="549" y="303"/>
                      <a:pt x="549" y="352"/>
                    </a:cubicBezTo>
                    <a:cubicBezTo>
                      <a:pt x="549" y="409"/>
                      <a:pt x="526" y="462"/>
                      <a:pt x="487" y="500"/>
                    </a:cubicBezTo>
                    <a:cubicBezTo>
                      <a:pt x="487" y="500"/>
                      <a:pt x="487" y="500"/>
                      <a:pt x="487" y="500"/>
                    </a:cubicBezTo>
                    <a:cubicBezTo>
                      <a:pt x="448" y="539"/>
                      <a:pt x="396" y="562"/>
                      <a:pt x="339" y="562"/>
                    </a:cubicBezTo>
                    <a:cubicBezTo>
                      <a:pt x="281" y="562"/>
                      <a:pt x="228" y="538"/>
                      <a:pt x="190" y="500"/>
                    </a:cubicBezTo>
                    <a:cubicBezTo>
                      <a:pt x="152" y="462"/>
                      <a:pt x="128" y="409"/>
                      <a:pt x="128" y="352"/>
                    </a:cubicBezTo>
                    <a:cubicBezTo>
                      <a:pt x="128" y="293"/>
                      <a:pt x="152" y="241"/>
                      <a:pt x="190" y="203"/>
                    </a:cubicBezTo>
                    <a:cubicBezTo>
                      <a:pt x="228" y="165"/>
                      <a:pt x="281" y="141"/>
                      <a:pt x="339" y="141"/>
                    </a:cubicBezTo>
                    <a:cubicBezTo>
                      <a:pt x="387" y="141"/>
                      <a:pt x="432" y="157"/>
                      <a:pt x="467" y="185"/>
                    </a:cubicBezTo>
                    <a:cubicBezTo>
                      <a:pt x="493" y="160"/>
                      <a:pt x="493" y="160"/>
                      <a:pt x="493" y="160"/>
                    </a:cubicBezTo>
                    <a:cubicBezTo>
                      <a:pt x="479" y="110"/>
                      <a:pt x="479" y="110"/>
                      <a:pt x="479" y="110"/>
                    </a:cubicBezTo>
                    <a:cubicBezTo>
                      <a:pt x="478" y="105"/>
                      <a:pt x="479" y="98"/>
                      <a:pt x="483" y="95"/>
                    </a:cubicBezTo>
                    <a:close/>
                    <a:moveTo>
                      <a:pt x="611" y="269"/>
                    </a:moveTo>
                    <a:cubicBezTo>
                      <a:pt x="611" y="269"/>
                      <a:pt x="611" y="269"/>
                      <a:pt x="611" y="269"/>
                    </a:cubicBezTo>
                    <a:cubicBezTo>
                      <a:pt x="607" y="254"/>
                      <a:pt x="615" y="239"/>
                      <a:pt x="629" y="235"/>
                    </a:cubicBezTo>
                    <a:cubicBezTo>
                      <a:pt x="643" y="231"/>
                      <a:pt x="658" y="239"/>
                      <a:pt x="663" y="253"/>
                    </a:cubicBezTo>
                    <a:cubicBezTo>
                      <a:pt x="667" y="269"/>
                      <a:pt x="671" y="285"/>
                      <a:pt x="673" y="302"/>
                    </a:cubicBezTo>
                    <a:cubicBezTo>
                      <a:pt x="676" y="318"/>
                      <a:pt x="677" y="335"/>
                      <a:pt x="677" y="352"/>
                    </a:cubicBezTo>
                    <a:cubicBezTo>
                      <a:pt x="677" y="445"/>
                      <a:pt x="639" y="529"/>
                      <a:pt x="578" y="590"/>
                    </a:cubicBezTo>
                    <a:cubicBezTo>
                      <a:pt x="517" y="651"/>
                      <a:pt x="432" y="690"/>
                      <a:pt x="339" y="690"/>
                    </a:cubicBezTo>
                    <a:cubicBezTo>
                      <a:pt x="245" y="690"/>
                      <a:pt x="161" y="651"/>
                      <a:pt x="100" y="590"/>
                    </a:cubicBezTo>
                    <a:cubicBezTo>
                      <a:pt x="39" y="529"/>
                      <a:pt x="0" y="445"/>
                      <a:pt x="0" y="352"/>
                    </a:cubicBezTo>
                    <a:cubicBezTo>
                      <a:pt x="0" y="258"/>
                      <a:pt x="39" y="173"/>
                      <a:pt x="100" y="112"/>
                    </a:cubicBezTo>
                    <a:cubicBezTo>
                      <a:pt x="161" y="51"/>
                      <a:pt x="245" y="13"/>
                      <a:pt x="339" y="13"/>
                    </a:cubicBezTo>
                    <a:cubicBezTo>
                      <a:pt x="355" y="13"/>
                      <a:pt x="372" y="14"/>
                      <a:pt x="388" y="17"/>
                    </a:cubicBezTo>
                    <a:cubicBezTo>
                      <a:pt x="405" y="19"/>
                      <a:pt x="422" y="23"/>
                      <a:pt x="437" y="27"/>
                    </a:cubicBezTo>
                    <a:cubicBezTo>
                      <a:pt x="451" y="31"/>
                      <a:pt x="459" y="47"/>
                      <a:pt x="455" y="61"/>
                    </a:cubicBezTo>
                    <a:cubicBezTo>
                      <a:pt x="451" y="75"/>
                      <a:pt x="436" y="83"/>
                      <a:pt x="422" y="79"/>
                    </a:cubicBezTo>
                    <a:cubicBezTo>
                      <a:pt x="408" y="75"/>
                      <a:pt x="394" y="72"/>
                      <a:pt x="381" y="70"/>
                    </a:cubicBezTo>
                    <a:cubicBezTo>
                      <a:pt x="367" y="68"/>
                      <a:pt x="353" y="66"/>
                      <a:pt x="339" y="66"/>
                    </a:cubicBezTo>
                    <a:cubicBezTo>
                      <a:pt x="260" y="66"/>
                      <a:pt x="189" y="98"/>
                      <a:pt x="138" y="150"/>
                    </a:cubicBezTo>
                    <a:cubicBezTo>
                      <a:pt x="86" y="202"/>
                      <a:pt x="54" y="273"/>
                      <a:pt x="54" y="352"/>
                    </a:cubicBezTo>
                    <a:cubicBezTo>
                      <a:pt x="54" y="430"/>
                      <a:pt x="86" y="501"/>
                      <a:pt x="138" y="553"/>
                    </a:cubicBezTo>
                    <a:cubicBezTo>
                      <a:pt x="189" y="604"/>
                      <a:pt x="260" y="636"/>
                      <a:pt x="339" y="636"/>
                    </a:cubicBezTo>
                    <a:cubicBezTo>
                      <a:pt x="417" y="636"/>
                      <a:pt x="489" y="604"/>
                      <a:pt x="540" y="553"/>
                    </a:cubicBezTo>
                    <a:cubicBezTo>
                      <a:pt x="591" y="501"/>
                      <a:pt x="623" y="430"/>
                      <a:pt x="623" y="352"/>
                    </a:cubicBezTo>
                    <a:cubicBezTo>
                      <a:pt x="623" y="337"/>
                      <a:pt x="622" y="323"/>
                      <a:pt x="620" y="310"/>
                    </a:cubicBezTo>
                    <a:cubicBezTo>
                      <a:pt x="618" y="295"/>
                      <a:pt x="615" y="282"/>
                      <a:pt x="611" y="269"/>
                    </a:cubicBezTo>
                    <a:close/>
                    <a:moveTo>
                      <a:pt x="339" y="255"/>
                    </a:moveTo>
                    <a:cubicBezTo>
                      <a:pt x="339" y="255"/>
                      <a:pt x="339" y="255"/>
                      <a:pt x="339" y="255"/>
                    </a:cubicBezTo>
                    <a:cubicBezTo>
                      <a:pt x="356" y="255"/>
                      <a:pt x="372" y="259"/>
                      <a:pt x="386" y="267"/>
                    </a:cubicBezTo>
                    <a:cubicBezTo>
                      <a:pt x="444" y="208"/>
                      <a:pt x="444" y="208"/>
                      <a:pt x="444" y="208"/>
                    </a:cubicBezTo>
                    <a:cubicBezTo>
                      <a:pt x="415" y="186"/>
                      <a:pt x="378" y="174"/>
                      <a:pt x="339" y="174"/>
                    </a:cubicBezTo>
                    <a:cubicBezTo>
                      <a:pt x="290" y="174"/>
                      <a:pt x="245" y="193"/>
                      <a:pt x="213" y="225"/>
                    </a:cubicBezTo>
                    <a:cubicBezTo>
                      <a:pt x="213" y="225"/>
                      <a:pt x="213" y="225"/>
                      <a:pt x="213" y="225"/>
                    </a:cubicBezTo>
                    <a:cubicBezTo>
                      <a:pt x="213" y="225"/>
                      <a:pt x="213" y="225"/>
                      <a:pt x="213" y="225"/>
                    </a:cubicBezTo>
                    <a:cubicBezTo>
                      <a:pt x="181" y="258"/>
                      <a:pt x="161" y="302"/>
                      <a:pt x="161" y="352"/>
                    </a:cubicBezTo>
                    <a:cubicBezTo>
                      <a:pt x="161" y="400"/>
                      <a:pt x="181" y="445"/>
                      <a:pt x="213" y="477"/>
                    </a:cubicBezTo>
                    <a:cubicBezTo>
                      <a:pt x="245" y="509"/>
                      <a:pt x="290" y="529"/>
                      <a:pt x="339" y="529"/>
                    </a:cubicBezTo>
                    <a:cubicBezTo>
                      <a:pt x="388" y="529"/>
                      <a:pt x="432" y="510"/>
                      <a:pt x="464" y="478"/>
                    </a:cubicBezTo>
                    <a:cubicBezTo>
                      <a:pt x="465" y="477"/>
                      <a:pt x="465" y="477"/>
                      <a:pt x="465" y="477"/>
                    </a:cubicBezTo>
                    <a:cubicBezTo>
                      <a:pt x="497" y="445"/>
                      <a:pt x="517" y="400"/>
                      <a:pt x="517" y="352"/>
                    </a:cubicBezTo>
                    <a:cubicBezTo>
                      <a:pt x="517" y="312"/>
                      <a:pt x="504" y="275"/>
                      <a:pt x="482" y="246"/>
                    </a:cubicBezTo>
                    <a:cubicBezTo>
                      <a:pt x="423" y="304"/>
                      <a:pt x="423" y="304"/>
                      <a:pt x="423" y="304"/>
                    </a:cubicBezTo>
                    <a:cubicBezTo>
                      <a:pt x="431" y="319"/>
                      <a:pt x="436" y="334"/>
                      <a:pt x="436" y="352"/>
                    </a:cubicBezTo>
                    <a:cubicBezTo>
                      <a:pt x="436" y="378"/>
                      <a:pt x="425" y="402"/>
                      <a:pt x="407" y="420"/>
                    </a:cubicBezTo>
                    <a:cubicBezTo>
                      <a:pt x="407" y="420"/>
                      <a:pt x="407" y="420"/>
                      <a:pt x="407" y="420"/>
                    </a:cubicBezTo>
                    <a:cubicBezTo>
                      <a:pt x="389" y="437"/>
                      <a:pt x="365" y="448"/>
                      <a:pt x="339" y="448"/>
                    </a:cubicBezTo>
                    <a:cubicBezTo>
                      <a:pt x="312" y="448"/>
                      <a:pt x="288" y="437"/>
                      <a:pt x="271" y="420"/>
                    </a:cubicBezTo>
                    <a:cubicBezTo>
                      <a:pt x="271" y="420"/>
                      <a:pt x="271" y="420"/>
                      <a:pt x="271" y="420"/>
                    </a:cubicBezTo>
                    <a:cubicBezTo>
                      <a:pt x="253" y="402"/>
                      <a:pt x="242" y="378"/>
                      <a:pt x="242" y="352"/>
                    </a:cubicBezTo>
                    <a:cubicBezTo>
                      <a:pt x="242" y="325"/>
                      <a:pt x="253" y="300"/>
                      <a:pt x="271" y="283"/>
                    </a:cubicBezTo>
                    <a:cubicBezTo>
                      <a:pt x="271" y="283"/>
                      <a:pt x="271" y="283"/>
                      <a:pt x="271" y="283"/>
                    </a:cubicBezTo>
                    <a:cubicBezTo>
                      <a:pt x="288" y="265"/>
                      <a:pt x="312" y="255"/>
                      <a:pt x="339" y="255"/>
                    </a:cubicBezTo>
                    <a:close/>
                    <a:moveTo>
                      <a:pt x="361" y="291"/>
                    </a:moveTo>
                    <a:cubicBezTo>
                      <a:pt x="361" y="291"/>
                      <a:pt x="361" y="291"/>
                      <a:pt x="361" y="291"/>
                    </a:cubicBezTo>
                    <a:cubicBezTo>
                      <a:pt x="354" y="288"/>
                      <a:pt x="347" y="287"/>
                      <a:pt x="339" y="287"/>
                    </a:cubicBezTo>
                    <a:cubicBezTo>
                      <a:pt x="321" y="287"/>
                      <a:pt x="305" y="294"/>
                      <a:pt x="293" y="306"/>
                    </a:cubicBezTo>
                    <a:cubicBezTo>
                      <a:pt x="293" y="306"/>
                      <a:pt x="293" y="306"/>
                      <a:pt x="293" y="306"/>
                    </a:cubicBezTo>
                    <a:cubicBezTo>
                      <a:pt x="282" y="317"/>
                      <a:pt x="274" y="334"/>
                      <a:pt x="274" y="352"/>
                    </a:cubicBezTo>
                    <a:cubicBezTo>
                      <a:pt x="274" y="369"/>
                      <a:pt x="282" y="385"/>
                      <a:pt x="293" y="397"/>
                    </a:cubicBezTo>
                    <a:cubicBezTo>
                      <a:pt x="305" y="408"/>
                      <a:pt x="321" y="416"/>
                      <a:pt x="339" y="416"/>
                    </a:cubicBezTo>
                    <a:cubicBezTo>
                      <a:pt x="357" y="416"/>
                      <a:pt x="373" y="408"/>
                      <a:pt x="384" y="397"/>
                    </a:cubicBezTo>
                    <a:cubicBezTo>
                      <a:pt x="384" y="397"/>
                      <a:pt x="384" y="397"/>
                      <a:pt x="384" y="397"/>
                    </a:cubicBezTo>
                    <a:cubicBezTo>
                      <a:pt x="396" y="385"/>
                      <a:pt x="403" y="369"/>
                      <a:pt x="403" y="352"/>
                    </a:cubicBezTo>
                    <a:cubicBezTo>
                      <a:pt x="403" y="343"/>
                      <a:pt x="402" y="336"/>
                      <a:pt x="399" y="329"/>
                    </a:cubicBezTo>
                    <a:cubicBezTo>
                      <a:pt x="358" y="370"/>
                      <a:pt x="358" y="370"/>
                      <a:pt x="358" y="370"/>
                    </a:cubicBezTo>
                    <a:cubicBezTo>
                      <a:pt x="347" y="381"/>
                      <a:pt x="330" y="381"/>
                      <a:pt x="320" y="370"/>
                    </a:cubicBezTo>
                    <a:cubicBezTo>
                      <a:pt x="309" y="360"/>
                      <a:pt x="309" y="343"/>
                      <a:pt x="320" y="332"/>
                    </a:cubicBezTo>
                    <a:cubicBezTo>
                      <a:pt x="361" y="291"/>
                      <a:pt x="361" y="291"/>
                      <a:pt x="361" y="291"/>
                    </a:cubicBezTo>
                    <a:close/>
                    <a:moveTo>
                      <a:pt x="574" y="49"/>
                    </a:moveTo>
                    <a:cubicBezTo>
                      <a:pt x="574" y="49"/>
                      <a:pt x="574" y="49"/>
                      <a:pt x="574" y="49"/>
                    </a:cubicBezTo>
                    <a:cubicBezTo>
                      <a:pt x="513" y="111"/>
                      <a:pt x="513" y="111"/>
                      <a:pt x="513" y="111"/>
                    </a:cubicBezTo>
                    <a:cubicBezTo>
                      <a:pt x="522" y="145"/>
                      <a:pt x="522" y="145"/>
                      <a:pt x="522" y="145"/>
                    </a:cubicBezTo>
                    <a:cubicBezTo>
                      <a:pt x="584" y="84"/>
                      <a:pt x="584" y="84"/>
                      <a:pt x="584" y="84"/>
                    </a:cubicBezTo>
                    <a:cubicBezTo>
                      <a:pt x="574" y="49"/>
                      <a:pt x="574" y="49"/>
                      <a:pt x="574" y="49"/>
                    </a:cubicBezTo>
                    <a:close/>
                    <a:moveTo>
                      <a:pt x="606" y="106"/>
                    </a:moveTo>
                    <a:cubicBezTo>
                      <a:pt x="606" y="106"/>
                      <a:pt x="606" y="106"/>
                      <a:pt x="606" y="106"/>
                    </a:cubicBezTo>
                    <a:cubicBezTo>
                      <a:pt x="545" y="168"/>
                      <a:pt x="545" y="168"/>
                      <a:pt x="545" y="168"/>
                    </a:cubicBezTo>
                    <a:cubicBezTo>
                      <a:pt x="579" y="177"/>
                      <a:pt x="579" y="177"/>
                      <a:pt x="579" y="177"/>
                    </a:cubicBezTo>
                    <a:cubicBezTo>
                      <a:pt x="641" y="116"/>
                      <a:pt x="641" y="116"/>
                      <a:pt x="641" y="116"/>
                    </a:cubicBezTo>
                    <a:cubicBezTo>
                      <a:pt x="606" y="106"/>
                      <a:pt x="606" y="106"/>
                      <a:pt x="606" y="1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393939"/>
                  </a:solidFill>
                  <a:effectLst/>
                  <a:uLnTx/>
                  <a:uFillTx/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p:grpSp>
        <p:sp>
          <p:nvSpPr>
            <p:cNvPr id="11" name="矩形: 圆角 10"/>
            <p:cNvSpPr/>
            <p:nvPr/>
          </p:nvSpPr>
          <p:spPr>
            <a:xfrm>
              <a:off x="6693560" y="5430130"/>
              <a:ext cx="703384" cy="45719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83268f83e72040f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哪吒的本尊</a:t>
            </a:r>
            <a:endParaRPr lang="zh-CN" altLang="zh-CN" dirty="0">
              <a:sym typeface="等线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813578" y="1958810"/>
            <a:ext cx="2779979" cy="3833445"/>
            <a:chOff x="4767338" y="2054562"/>
            <a:chExt cx="2657323" cy="3692089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dcf7390fc3d340c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67338" y="2054562"/>
              <a:ext cx="2657323" cy="3692089"/>
            </a:xfrm>
            <a:prstGeom prst="plaque">
              <a:avLst>
                <a:gd name="adj" fmla="val 7403"/>
              </a:avLst>
            </a:prstGeom>
          </p:spPr>
        </p:pic>
        <p:sp>
          <p:nvSpPr>
            <p:cNvPr id="6" name="缺角矩形 5"/>
            <p:cNvSpPr/>
            <p:nvPr/>
          </p:nvSpPr>
          <p:spPr>
            <a:xfrm>
              <a:off x="4767338" y="2054562"/>
              <a:ext cx="2657323" cy="3692089"/>
            </a:xfrm>
            <a:prstGeom prst="plaque">
              <a:avLst>
                <a:gd name="adj" fmla="val 7138"/>
              </a:avLst>
            </a:prstGeom>
            <a:noFill/>
            <a:ln w="47625" cmpd="thickThin">
              <a:solidFill>
                <a:srgbClr val="D04B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267852" y="2287565"/>
            <a:ext cx="5751927" cy="3279261"/>
            <a:chOff x="1310055" y="2280531"/>
            <a:chExt cx="5751927" cy="3279261"/>
          </a:xfrm>
        </p:grpSpPr>
        <p:sp>
          <p:nvSpPr>
            <p:cNvPr id="12" name="文本框 11"/>
            <p:cNvSpPr txBox="1"/>
            <p:nvPr/>
          </p:nvSpPr>
          <p:spPr>
            <a:xfrm>
              <a:off x="1310055" y="3200677"/>
              <a:ext cx="5625317" cy="1715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哪吒出生奇异，一身神器，能变化三头六臂又或三头八臂，为莲花化身，最早由佛教护法军神“那咤”演变而成，后被道教所吸纳，在神仙谱中被归类为“忠武战神”之位，属于武神一系。</a:t>
              </a: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1310055" y="3080825"/>
              <a:ext cx="5751927" cy="0"/>
            </a:xfrm>
            <a:prstGeom prst="line">
              <a:avLst/>
            </a:prstGeom>
            <a:ln w="15875">
              <a:solidFill>
                <a:srgbClr val="D04B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iṩļíḑé"/>
            <p:cNvGrpSpPr/>
            <p:nvPr/>
          </p:nvGrpSpPr>
          <p:grpSpPr>
            <a:xfrm>
              <a:off x="5162624" y="5149594"/>
              <a:ext cx="1866752" cy="410198"/>
              <a:chOff x="2296383" y="1636689"/>
              <a:chExt cx="1866752" cy="410198"/>
            </a:xfrm>
          </p:grpSpPr>
          <p:grpSp>
            <p:nvGrpSpPr>
              <p:cNvPr id="19" name="ïṩľiḓé"/>
              <p:cNvGrpSpPr/>
              <p:nvPr/>
            </p:nvGrpSpPr>
            <p:grpSpPr>
              <a:xfrm>
                <a:off x="2296383" y="1636689"/>
                <a:ext cx="410200" cy="410198"/>
                <a:chOff x="6470043" y="1482403"/>
                <a:chExt cx="410200" cy="410198"/>
              </a:xfrm>
            </p:grpSpPr>
            <p:sp>
              <p:nvSpPr>
                <p:cNvPr id="26" name="îsḻîḍê"/>
                <p:cNvSpPr/>
                <p:nvPr/>
              </p:nvSpPr>
              <p:spPr>
                <a:xfrm>
                  <a:off x="6470043" y="1482403"/>
                  <a:ext cx="410200" cy="410198"/>
                </a:xfrm>
                <a:prstGeom prst="ellipse">
                  <a:avLst/>
                </a:prstGeom>
                <a:solidFill>
                  <a:srgbClr val="D04B39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7" name="îSlîḓé"/>
                <p:cNvSpPr/>
                <p:nvPr/>
              </p:nvSpPr>
              <p:spPr>
                <a:xfrm>
                  <a:off x="6586143" y="1626338"/>
                  <a:ext cx="178001" cy="141741"/>
                </a:xfrm>
                <a:custGeom>
                  <a:avLst/>
                  <a:gdLst>
                    <a:gd name="connsiteX0" fmla="*/ 515342 w 514350"/>
                    <a:gd name="connsiteY0" fmla="*/ 621 h 409575"/>
                    <a:gd name="connsiteX1" fmla="*/ 515342 w 514350"/>
                    <a:gd name="connsiteY1" fmla="*/ 353046 h 409575"/>
                    <a:gd name="connsiteX2" fmla="*/ 192159 w 514350"/>
                    <a:gd name="connsiteY2" fmla="*/ 353046 h 409575"/>
                    <a:gd name="connsiteX3" fmla="*/ 115387 w 514350"/>
                    <a:gd name="connsiteY3" fmla="*/ 410196 h 409575"/>
                    <a:gd name="connsiteX4" fmla="*/ 115387 w 514350"/>
                    <a:gd name="connsiteY4" fmla="*/ 353046 h 409575"/>
                    <a:gd name="connsiteX5" fmla="*/ 992 w 514350"/>
                    <a:gd name="connsiteY5" fmla="*/ 353046 h 409575"/>
                    <a:gd name="connsiteX6" fmla="*/ 992 w 514350"/>
                    <a:gd name="connsiteY6" fmla="*/ 621 h 409575"/>
                    <a:gd name="connsiteX7" fmla="*/ 515342 w 514350"/>
                    <a:gd name="connsiteY7" fmla="*/ 621 h 409575"/>
                    <a:gd name="connsiteX8" fmla="*/ 124817 w 514350"/>
                    <a:gd name="connsiteY8" fmla="*/ 143496 h 409575"/>
                    <a:gd name="connsiteX9" fmla="*/ 91480 w 514350"/>
                    <a:gd name="connsiteY9" fmla="*/ 176834 h 409575"/>
                    <a:gd name="connsiteX10" fmla="*/ 124817 w 514350"/>
                    <a:gd name="connsiteY10" fmla="*/ 210171 h 409575"/>
                    <a:gd name="connsiteX11" fmla="*/ 158155 w 514350"/>
                    <a:gd name="connsiteY11" fmla="*/ 176834 h 409575"/>
                    <a:gd name="connsiteX12" fmla="*/ 124817 w 514350"/>
                    <a:gd name="connsiteY12" fmla="*/ 143496 h 409575"/>
                    <a:gd name="connsiteX13" fmla="*/ 258167 w 514350"/>
                    <a:gd name="connsiteY13" fmla="*/ 143496 h 409575"/>
                    <a:gd name="connsiteX14" fmla="*/ 224830 w 514350"/>
                    <a:gd name="connsiteY14" fmla="*/ 176834 h 409575"/>
                    <a:gd name="connsiteX15" fmla="*/ 258167 w 514350"/>
                    <a:gd name="connsiteY15" fmla="*/ 210171 h 409575"/>
                    <a:gd name="connsiteX16" fmla="*/ 291505 w 514350"/>
                    <a:gd name="connsiteY16" fmla="*/ 176834 h 409575"/>
                    <a:gd name="connsiteX17" fmla="*/ 258167 w 514350"/>
                    <a:gd name="connsiteY17" fmla="*/ 143496 h 409575"/>
                    <a:gd name="connsiteX18" fmla="*/ 391517 w 514350"/>
                    <a:gd name="connsiteY18" fmla="*/ 143496 h 409575"/>
                    <a:gd name="connsiteX19" fmla="*/ 358180 w 514350"/>
                    <a:gd name="connsiteY19" fmla="*/ 176834 h 409575"/>
                    <a:gd name="connsiteX20" fmla="*/ 391517 w 514350"/>
                    <a:gd name="connsiteY20" fmla="*/ 210171 h 409575"/>
                    <a:gd name="connsiteX21" fmla="*/ 424855 w 514350"/>
                    <a:gd name="connsiteY21" fmla="*/ 176834 h 409575"/>
                    <a:gd name="connsiteX22" fmla="*/ 391517 w 514350"/>
                    <a:gd name="connsiteY22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514350" h="409575">
                      <a:moveTo>
                        <a:pt x="515342" y="621"/>
                      </a:moveTo>
                      <a:lnTo>
                        <a:pt x="515342" y="353046"/>
                      </a:ln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992" y="353046"/>
                      </a:lnTo>
                      <a:lnTo>
                        <a:pt x="992" y="621"/>
                      </a:lnTo>
                      <a:lnTo>
                        <a:pt x="515342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  <p:grpSp>
            <p:nvGrpSpPr>
              <p:cNvPr id="20" name="íśliḍé"/>
              <p:cNvGrpSpPr/>
              <p:nvPr/>
            </p:nvGrpSpPr>
            <p:grpSpPr>
              <a:xfrm>
                <a:off x="3024659" y="1636689"/>
                <a:ext cx="410200" cy="410198"/>
                <a:chOff x="6470043" y="1482403"/>
                <a:chExt cx="410200" cy="410198"/>
              </a:xfrm>
            </p:grpSpPr>
            <p:sp>
              <p:nvSpPr>
                <p:cNvPr id="24" name="îṣľiḍê"/>
                <p:cNvSpPr/>
                <p:nvPr/>
              </p:nvSpPr>
              <p:spPr>
                <a:xfrm>
                  <a:off x="6470043" y="1482403"/>
                  <a:ext cx="410200" cy="410198"/>
                </a:xfrm>
                <a:prstGeom prst="ellipse">
                  <a:avLst/>
                </a:prstGeom>
                <a:solidFill>
                  <a:srgbClr val="D04B39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5" name="iṣḷíḍé"/>
                <p:cNvSpPr/>
                <p:nvPr/>
              </p:nvSpPr>
              <p:spPr>
                <a:xfrm>
                  <a:off x="6586143" y="1624100"/>
                  <a:ext cx="178001" cy="146215"/>
                </a:xfrm>
                <a:custGeom>
                  <a:avLst/>
                  <a:gdLst>
                    <a:gd name="connsiteX0" fmla="*/ 96626 w 533400"/>
                    <a:gd name="connsiteY0" fmla="*/ 133971 h 438150"/>
                    <a:gd name="connsiteX1" fmla="*/ 125201 w 533400"/>
                    <a:gd name="connsiteY1" fmla="*/ 286371 h 438150"/>
                    <a:gd name="connsiteX2" fmla="*/ 410951 w 533400"/>
                    <a:gd name="connsiteY2" fmla="*/ 286371 h 438150"/>
                    <a:gd name="connsiteX3" fmla="*/ 439526 w 533400"/>
                    <a:gd name="connsiteY3" fmla="*/ 133971 h 438150"/>
                    <a:gd name="connsiteX4" fmla="*/ 534776 w 533400"/>
                    <a:gd name="connsiteY4" fmla="*/ 133971 h 438150"/>
                    <a:gd name="connsiteX5" fmla="*/ 515726 w 533400"/>
                    <a:gd name="connsiteY5" fmla="*/ 381621 h 438150"/>
                    <a:gd name="connsiteX6" fmla="*/ 458576 w 533400"/>
                    <a:gd name="connsiteY6" fmla="*/ 381621 h 438150"/>
                    <a:gd name="connsiteX7" fmla="*/ 458576 w 533400"/>
                    <a:gd name="connsiteY7" fmla="*/ 438771 h 438150"/>
                    <a:gd name="connsiteX8" fmla="*/ 439526 w 533400"/>
                    <a:gd name="connsiteY8" fmla="*/ 438771 h 438150"/>
                    <a:gd name="connsiteX9" fmla="*/ 439526 w 533400"/>
                    <a:gd name="connsiteY9" fmla="*/ 381621 h 438150"/>
                    <a:gd name="connsiteX10" fmla="*/ 96626 w 533400"/>
                    <a:gd name="connsiteY10" fmla="*/ 381621 h 438150"/>
                    <a:gd name="connsiteX11" fmla="*/ 96626 w 533400"/>
                    <a:gd name="connsiteY11" fmla="*/ 438771 h 438150"/>
                    <a:gd name="connsiteX12" fmla="*/ 77576 w 533400"/>
                    <a:gd name="connsiteY12" fmla="*/ 438771 h 438150"/>
                    <a:gd name="connsiteX13" fmla="*/ 77576 w 533400"/>
                    <a:gd name="connsiteY13" fmla="*/ 381621 h 438150"/>
                    <a:gd name="connsiteX14" fmla="*/ 20426 w 533400"/>
                    <a:gd name="connsiteY14" fmla="*/ 381621 h 438150"/>
                    <a:gd name="connsiteX15" fmla="*/ 1376 w 533400"/>
                    <a:gd name="connsiteY15" fmla="*/ 133971 h 438150"/>
                    <a:gd name="connsiteX16" fmla="*/ 96626 w 533400"/>
                    <a:gd name="connsiteY16" fmla="*/ 133971 h 438150"/>
                    <a:gd name="connsiteX17" fmla="*/ 487151 w 533400"/>
                    <a:gd name="connsiteY17" fmla="*/ 621 h 438150"/>
                    <a:gd name="connsiteX18" fmla="*/ 487151 w 533400"/>
                    <a:gd name="connsiteY18" fmla="*/ 114921 h 438150"/>
                    <a:gd name="connsiteX19" fmla="*/ 425239 w 533400"/>
                    <a:gd name="connsiteY19" fmla="*/ 114921 h 438150"/>
                    <a:gd name="connsiteX20" fmla="*/ 396664 w 533400"/>
                    <a:gd name="connsiteY20" fmla="*/ 267321 h 438150"/>
                    <a:gd name="connsiteX21" fmla="*/ 139489 w 533400"/>
                    <a:gd name="connsiteY21" fmla="*/ 267321 h 438150"/>
                    <a:gd name="connsiteX22" fmla="*/ 110914 w 533400"/>
                    <a:gd name="connsiteY22" fmla="*/ 114921 h 438150"/>
                    <a:gd name="connsiteX23" fmla="*/ 58526 w 533400"/>
                    <a:gd name="connsiteY23" fmla="*/ 114921 h 438150"/>
                    <a:gd name="connsiteX24" fmla="*/ 58526 w 533400"/>
                    <a:gd name="connsiteY24" fmla="*/ 621 h 438150"/>
                    <a:gd name="connsiteX25" fmla="*/ 487151 w 533400"/>
                    <a:gd name="connsiteY2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33400" h="438150">
                      <a:moveTo>
                        <a:pt x="96626" y="133971"/>
                      </a:moveTo>
                      <a:lnTo>
                        <a:pt x="125201" y="286371"/>
                      </a:lnTo>
                      <a:lnTo>
                        <a:pt x="410951" y="286371"/>
                      </a:lnTo>
                      <a:lnTo>
                        <a:pt x="439526" y="133971"/>
                      </a:lnTo>
                      <a:lnTo>
                        <a:pt x="534776" y="133971"/>
                      </a:lnTo>
                      <a:lnTo>
                        <a:pt x="515726" y="381621"/>
                      </a:lnTo>
                      <a:lnTo>
                        <a:pt x="458576" y="381621"/>
                      </a:lnTo>
                      <a:lnTo>
                        <a:pt x="458576" y="438771"/>
                      </a:lnTo>
                      <a:lnTo>
                        <a:pt x="439526" y="438771"/>
                      </a:lnTo>
                      <a:lnTo>
                        <a:pt x="439526" y="381621"/>
                      </a:lnTo>
                      <a:lnTo>
                        <a:pt x="96626" y="381621"/>
                      </a:lnTo>
                      <a:lnTo>
                        <a:pt x="96626" y="438771"/>
                      </a:lnTo>
                      <a:lnTo>
                        <a:pt x="77576" y="438771"/>
                      </a:lnTo>
                      <a:lnTo>
                        <a:pt x="77576" y="381621"/>
                      </a:lnTo>
                      <a:lnTo>
                        <a:pt x="20426" y="381621"/>
                      </a:lnTo>
                      <a:lnTo>
                        <a:pt x="1376" y="133971"/>
                      </a:lnTo>
                      <a:lnTo>
                        <a:pt x="96626" y="133971"/>
                      </a:lnTo>
                      <a:close/>
                      <a:moveTo>
                        <a:pt x="487151" y="621"/>
                      </a:moveTo>
                      <a:lnTo>
                        <a:pt x="487151" y="114921"/>
                      </a:lnTo>
                      <a:lnTo>
                        <a:pt x="425239" y="114921"/>
                      </a:lnTo>
                      <a:lnTo>
                        <a:pt x="396664" y="267321"/>
                      </a:lnTo>
                      <a:lnTo>
                        <a:pt x="139489" y="267321"/>
                      </a:lnTo>
                      <a:lnTo>
                        <a:pt x="110914" y="114921"/>
                      </a:lnTo>
                      <a:lnTo>
                        <a:pt x="58526" y="114921"/>
                      </a:lnTo>
                      <a:lnTo>
                        <a:pt x="58526" y="621"/>
                      </a:lnTo>
                      <a:lnTo>
                        <a:pt x="487151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  <p:grpSp>
            <p:nvGrpSpPr>
              <p:cNvPr id="21" name="ï$ľîďe"/>
              <p:cNvGrpSpPr/>
              <p:nvPr/>
            </p:nvGrpSpPr>
            <p:grpSpPr>
              <a:xfrm>
                <a:off x="3752935" y="1636689"/>
                <a:ext cx="410200" cy="410198"/>
                <a:chOff x="6470043" y="1482403"/>
                <a:chExt cx="410200" cy="410198"/>
              </a:xfrm>
            </p:grpSpPr>
            <p:sp>
              <p:nvSpPr>
                <p:cNvPr id="22" name="íş1íḋè"/>
                <p:cNvSpPr/>
                <p:nvPr/>
              </p:nvSpPr>
              <p:spPr>
                <a:xfrm>
                  <a:off x="6470043" y="1482403"/>
                  <a:ext cx="410200" cy="410198"/>
                </a:xfrm>
                <a:prstGeom prst="ellipse">
                  <a:avLst/>
                </a:prstGeom>
                <a:solidFill>
                  <a:srgbClr val="D04B39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3" name="iṡļíďé"/>
                <p:cNvSpPr/>
                <p:nvPr/>
              </p:nvSpPr>
              <p:spPr>
                <a:xfrm>
                  <a:off x="6586143" y="1609797"/>
                  <a:ext cx="178001" cy="174822"/>
                </a:xfrm>
                <a:custGeom>
                  <a:avLst/>
                  <a:gdLst>
                    <a:gd name="connsiteX0" fmla="*/ 372339 w 533400"/>
                    <a:gd name="connsiteY0" fmla="*/ 276846 h 523875"/>
                    <a:gd name="connsiteX1" fmla="*/ 372339 w 533400"/>
                    <a:gd name="connsiteY1" fmla="*/ 524496 h 523875"/>
                    <a:gd name="connsiteX2" fmla="*/ 162789 w 533400"/>
                    <a:gd name="connsiteY2" fmla="*/ 524496 h 523875"/>
                    <a:gd name="connsiteX3" fmla="*/ 162789 w 533400"/>
                    <a:gd name="connsiteY3" fmla="*/ 276846 h 523875"/>
                    <a:gd name="connsiteX4" fmla="*/ 372339 w 533400"/>
                    <a:gd name="connsiteY4" fmla="*/ 276846 h 523875"/>
                    <a:gd name="connsiteX5" fmla="*/ 143739 w 533400"/>
                    <a:gd name="connsiteY5" fmla="*/ 114921 h 523875"/>
                    <a:gd name="connsiteX6" fmla="*/ 143739 w 533400"/>
                    <a:gd name="connsiteY6" fmla="*/ 153021 h 523875"/>
                    <a:gd name="connsiteX7" fmla="*/ 391389 w 533400"/>
                    <a:gd name="connsiteY7" fmla="*/ 153021 h 523875"/>
                    <a:gd name="connsiteX8" fmla="*/ 391389 w 533400"/>
                    <a:gd name="connsiteY8" fmla="*/ 114921 h 523875"/>
                    <a:gd name="connsiteX9" fmla="*/ 534264 w 533400"/>
                    <a:gd name="connsiteY9" fmla="*/ 114921 h 523875"/>
                    <a:gd name="connsiteX10" fmla="*/ 534264 w 533400"/>
                    <a:gd name="connsiteY10" fmla="*/ 410196 h 523875"/>
                    <a:gd name="connsiteX11" fmla="*/ 391389 w 533400"/>
                    <a:gd name="connsiteY11" fmla="*/ 410196 h 523875"/>
                    <a:gd name="connsiteX12" fmla="*/ 391389 w 533400"/>
                    <a:gd name="connsiteY12" fmla="*/ 257796 h 523875"/>
                    <a:gd name="connsiteX13" fmla="*/ 143739 w 533400"/>
                    <a:gd name="connsiteY13" fmla="*/ 257796 h 523875"/>
                    <a:gd name="connsiteX14" fmla="*/ 143739 w 533400"/>
                    <a:gd name="connsiteY14" fmla="*/ 410196 h 523875"/>
                    <a:gd name="connsiteX15" fmla="*/ 864 w 533400"/>
                    <a:gd name="connsiteY15" fmla="*/ 410196 h 523875"/>
                    <a:gd name="connsiteX16" fmla="*/ 864 w 533400"/>
                    <a:gd name="connsiteY16" fmla="*/ 186359 h 523875"/>
                    <a:gd name="connsiteX17" fmla="*/ 67539 w 533400"/>
                    <a:gd name="connsiteY17" fmla="*/ 114921 h 523875"/>
                    <a:gd name="connsiteX18" fmla="*/ 143739 w 533400"/>
                    <a:gd name="connsiteY18" fmla="*/ 114921 h 523875"/>
                    <a:gd name="connsiteX19" fmla="*/ 462827 w 533400"/>
                    <a:gd name="connsiteY19" fmla="*/ 172071 h 523875"/>
                    <a:gd name="connsiteX20" fmla="*/ 448539 w 533400"/>
                    <a:gd name="connsiteY20" fmla="*/ 186359 h 523875"/>
                    <a:gd name="connsiteX21" fmla="*/ 462827 w 533400"/>
                    <a:gd name="connsiteY21" fmla="*/ 200646 h 523875"/>
                    <a:gd name="connsiteX22" fmla="*/ 477114 w 533400"/>
                    <a:gd name="connsiteY22" fmla="*/ 186359 h 523875"/>
                    <a:gd name="connsiteX23" fmla="*/ 462827 w 533400"/>
                    <a:gd name="connsiteY23" fmla="*/ 172071 h 523875"/>
                    <a:gd name="connsiteX24" fmla="*/ 372339 w 533400"/>
                    <a:gd name="connsiteY24" fmla="*/ 621 h 523875"/>
                    <a:gd name="connsiteX25" fmla="*/ 372339 w 533400"/>
                    <a:gd name="connsiteY25" fmla="*/ 133971 h 523875"/>
                    <a:gd name="connsiteX26" fmla="*/ 162789 w 533400"/>
                    <a:gd name="connsiteY26" fmla="*/ 133971 h 523875"/>
                    <a:gd name="connsiteX27" fmla="*/ 162789 w 533400"/>
                    <a:gd name="connsiteY27" fmla="*/ 621 h 523875"/>
                    <a:gd name="connsiteX28" fmla="*/ 372339 w 533400"/>
                    <a:gd name="connsiteY28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533400" h="523875">
                      <a:moveTo>
                        <a:pt x="372339" y="276846"/>
                      </a:moveTo>
                      <a:lnTo>
                        <a:pt x="372339" y="524496"/>
                      </a:lnTo>
                      <a:lnTo>
                        <a:pt x="162789" y="524496"/>
                      </a:lnTo>
                      <a:lnTo>
                        <a:pt x="162789" y="276846"/>
                      </a:lnTo>
                      <a:lnTo>
                        <a:pt x="372339" y="276846"/>
                      </a:lnTo>
                      <a:close/>
                      <a:moveTo>
                        <a:pt x="143739" y="114921"/>
                      </a:moveTo>
                      <a:lnTo>
                        <a:pt x="143739" y="153021"/>
                      </a:lnTo>
                      <a:lnTo>
                        <a:pt x="391389" y="153021"/>
                      </a:lnTo>
                      <a:lnTo>
                        <a:pt x="391389" y="114921"/>
                      </a:lnTo>
                      <a:lnTo>
                        <a:pt x="534264" y="114921"/>
                      </a:lnTo>
                      <a:lnTo>
                        <a:pt x="534264" y="410196"/>
                      </a:lnTo>
                      <a:lnTo>
                        <a:pt x="391389" y="410196"/>
                      </a:lnTo>
                      <a:lnTo>
                        <a:pt x="391389" y="257796"/>
                      </a:lnTo>
                      <a:lnTo>
                        <a:pt x="143739" y="257796"/>
                      </a:lnTo>
                      <a:lnTo>
                        <a:pt x="143739" y="410196"/>
                      </a:lnTo>
                      <a:lnTo>
                        <a:pt x="864" y="410196"/>
                      </a:lnTo>
                      <a:lnTo>
                        <a:pt x="864" y="186359"/>
                      </a:lnTo>
                      <a:lnTo>
                        <a:pt x="67539" y="114921"/>
                      </a:ln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4921" y="172071"/>
                        <a:pt x="448539" y="178453"/>
                        <a:pt x="448539" y="186359"/>
                      </a:cubicBezTo>
                      <a:cubicBezTo>
                        <a:pt x="448539" y="194264"/>
                        <a:pt x="454921" y="200646"/>
                        <a:pt x="462827" y="200646"/>
                      </a:cubicBezTo>
                      <a:cubicBezTo>
                        <a:pt x="470732" y="200646"/>
                        <a:pt x="477114" y="194264"/>
                        <a:pt x="477114" y="186359"/>
                      </a:cubicBezTo>
                      <a:cubicBezTo>
                        <a:pt x="477114" y="178453"/>
                        <a:pt x="470732" y="172071"/>
                        <a:pt x="462827" y="172071"/>
                      </a:cubicBezTo>
                      <a:close/>
                      <a:moveTo>
                        <a:pt x="372339" y="621"/>
                      </a:moveTo>
                      <a:lnTo>
                        <a:pt x="372339" y="133971"/>
                      </a:lnTo>
                      <a:lnTo>
                        <a:pt x="162789" y="133971"/>
                      </a:lnTo>
                      <a:lnTo>
                        <a:pt x="162789" y="621"/>
                      </a:lnTo>
                      <a:lnTo>
                        <a:pt x="372339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4dbb0e8d7ce94c6e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13802" y="2280531"/>
              <a:ext cx="534572" cy="566847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1cc55f7a70c14bc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2263" y="703384"/>
            <a:ext cx="47601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</a:t>
            </a:r>
            <a:r>
              <a:rPr lang="zh-CN" altLang="en-US" noProof="1">
                <a:sym typeface="方正仿宋_GB2312" panose="02000000000000000000" charset="-122"/>
              </a:rPr>
              <a:t>儿童时</a:t>
            </a:r>
            <a:r>
              <a:rPr lang="zh-CN" altLang="en-US" dirty="0">
                <a:sym typeface="Calibri"/>
              </a:rPr>
              <a:t>的基本特征</a:t>
            </a:r>
            <a:endParaRPr lang="zh-CN" altLang="zh-CN" dirty="0">
              <a:sym typeface="等线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369254" y="1856935"/>
            <a:ext cx="9608237" cy="4093697"/>
            <a:chOff x="1369254" y="1807698"/>
            <a:chExt cx="9608237" cy="4093697"/>
          </a:xfrm>
        </p:grpSpPr>
        <p:sp>
          <p:nvSpPr>
            <p:cNvPr id="4" name="文本框 3"/>
            <p:cNvSpPr txBox="1"/>
            <p:nvPr/>
          </p:nvSpPr>
          <p:spPr>
            <a:xfrm>
              <a:off x="1369254" y="3109326"/>
              <a:ext cx="3198641" cy="21685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前额一头齐齐的刘海，头顶扎着双鬏发型，两双很大的XX眼，浓重的眼妆加上略微恐怖的一排排板牙（常露出邪魅的笑容，表情略带一丝可爱）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78850" y="3109326"/>
              <a:ext cx="3198641" cy="2546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额头中间有一个代表火焰的红印记，脖子上套着金项圈（乾坤圈），身穿莲花图案红衣马甲，火焰花纹的棕色七分裤，系着黄色腰带，身材比较矮X。</a:t>
              </a:r>
              <a:r>
                <a:rPr lang="zh-CN" altLang="en-US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Calibri"/>
                </a:rPr>
                <a:t>手经常插到裤袋里</a:t>
              </a:r>
              <a:endParaRPr kumimoji="0" lang="zh-CN" altLang="en-US" i="0" u="none" strike="noStrike" cap="none" spc="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Calibri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502c8c2255bf426d" cstate="screen">
              <a:extLst>
                <a:ext uri="{BEBA8EAE-BF5A-486C-A8C5-ECC9F3942E4B}">
                  <a14:imgProps xmlns:a14="http://schemas.microsoft.com/office/drawing/2010/main">
                    <a14:imgLayer r:embed="Re4eb7e8023054d00">
                      <a14:imgEffect>
                        <a14:backgroundRemoval t="3540" b="97387" l="0" r="99540">
                          <a14:foregroundMark x1="12874" y1="5352" x2="23908" y2="9440"/>
                          <a14:foregroundMark x1="43372" y1="4172" x2="54636" y2="4720"/>
                          <a14:foregroundMark x1="78008" y1="4509" x2="79157" y2="3540"/>
                          <a14:foregroundMark x1="35785" y1="91108" x2="37931" y2="95491"/>
                          <a14:foregroundMark x1="56245" y1="97429" x2="60536" y2="97345"/>
                          <a14:foregroundMark x1="34636" y1="97219" x2="39923" y2="97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048153" y="1807698"/>
              <a:ext cx="2250439" cy="4093697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3905940" y="2369602"/>
              <a:ext cx="661955" cy="653502"/>
              <a:chOff x="3335074" y="2095282"/>
              <a:chExt cx="661955" cy="653502"/>
            </a:xfrm>
          </p:grpSpPr>
          <p:sp>
            <p:nvSpPr>
              <p:cNvPr id="11" name="圆角矩形 22"/>
              <p:cNvSpPr/>
              <p:nvPr/>
            </p:nvSpPr>
            <p:spPr>
              <a:xfrm rot="5400000">
                <a:off x="3339301" y="2091055"/>
                <a:ext cx="653502" cy="661955"/>
              </a:xfrm>
              <a:prstGeom prst="roundRect">
                <a:avLst>
                  <a:gd name="adj" fmla="val 30000"/>
                </a:avLst>
              </a:prstGeom>
              <a:solidFill>
                <a:srgbClr val="D04B39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2" name="任意多边形 23"/>
              <p:cNvSpPr/>
              <p:nvPr/>
            </p:nvSpPr>
            <p:spPr bwMode="auto">
              <a:xfrm>
                <a:off x="3514851" y="2269110"/>
                <a:ext cx="302404" cy="305842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  <a:gd name="connsiteX53" fmla="*/ 373273 h 605239"/>
                  <a:gd name="connsiteY53" fmla="*/ 373273 h 605239"/>
                  <a:gd name="connsiteX54" fmla="*/ 373273 h 605239"/>
                  <a:gd name="connsiteY54" fmla="*/ 373273 h 605239"/>
                  <a:gd name="connsiteX55" fmla="*/ 373273 h 605239"/>
                  <a:gd name="connsiteY55" fmla="*/ 373273 h 605239"/>
                  <a:gd name="connsiteX56" fmla="*/ 373273 h 605239"/>
                  <a:gd name="connsiteY56" fmla="*/ 373273 h 605239"/>
                  <a:gd name="connsiteX57" fmla="*/ 373273 h 605239"/>
                  <a:gd name="connsiteY57" fmla="*/ 373273 h 605239"/>
                  <a:gd name="connsiteX58" fmla="*/ 373273 h 605239"/>
                  <a:gd name="connsiteY58" fmla="*/ 373273 h 605239"/>
                  <a:gd name="connsiteX59" fmla="*/ 373273 h 605239"/>
                  <a:gd name="connsiteY59" fmla="*/ 373273 h 605239"/>
                  <a:gd name="connsiteX60" fmla="*/ 373273 h 605239"/>
                  <a:gd name="connsiteY60" fmla="*/ 373273 h 605239"/>
                  <a:gd name="connsiteX61" fmla="*/ 373273 h 605239"/>
                  <a:gd name="connsiteY61" fmla="*/ 373273 h 605239"/>
                  <a:gd name="connsiteX62" fmla="*/ 373273 h 605239"/>
                  <a:gd name="connsiteY62" fmla="*/ 373273 h 605239"/>
                  <a:gd name="connsiteX63" fmla="*/ 373273 h 605239"/>
                  <a:gd name="connsiteY63" fmla="*/ 373273 h 605239"/>
                  <a:gd name="connsiteX64" fmla="*/ 373273 h 605239"/>
                  <a:gd name="connsiteY64" fmla="*/ 373273 h 605239"/>
                  <a:gd name="connsiteX65" fmla="*/ 373273 h 605239"/>
                  <a:gd name="connsiteY65" fmla="*/ 373273 h 605239"/>
                  <a:gd name="connsiteX66" fmla="*/ 373273 h 605239"/>
                  <a:gd name="connsiteY66" fmla="*/ 373273 h 605239"/>
                  <a:gd name="connsiteX67" fmla="*/ 373273 h 605239"/>
                  <a:gd name="connsiteY67" fmla="*/ 373273 h 605239"/>
                  <a:gd name="connsiteX68" fmla="*/ 373273 h 605239"/>
                  <a:gd name="connsiteY68" fmla="*/ 373273 h 605239"/>
                  <a:gd name="connsiteX69" fmla="*/ 373273 h 605239"/>
                  <a:gd name="connsiteY69" fmla="*/ 373273 h 605239"/>
                  <a:gd name="connsiteX70" fmla="*/ 373273 h 605239"/>
                  <a:gd name="connsiteY70" fmla="*/ 373273 h 605239"/>
                  <a:gd name="connsiteX71" fmla="*/ 373273 h 605239"/>
                  <a:gd name="connsiteY71" fmla="*/ 373273 h 605239"/>
                  <a:gd name="connsiteX72" fmla="*/ 373273 h 605239"/>
                  <a:gd name="connsiteY72" fmla="*/ 373273 h 605239"/>
                  <a:gd name="connsiteX73" fmla="*/ 373273 h 605239"/>
                  <a:gd name="connsiteY73" fmla="*/ 373273 h 605239"/>
                  <a:gd name="connsiteX74" fmla="*/ 373273 h 605239"/>
                  <a:gd name="connsiteY74" fmla="*/ 373273 h 605239"/>
                  <a:gd name="connsiteX75" fmla="*/ 373273 h 605239"/>
                  <a:gd name="connsiteY75" fmla="*/ 373273 h 605239"/>
                  <a:gd name="connsiteX76" fmla="*/ 373273 h 605239"/>
                  <a:gd name="connsiteY76" fmla="*/ 373273 h 605239"/>
                  <a:gd name="connsiteX77" fmla="*/ 373273 h 605239"/>
                  <a:gd name="connsiteY77" fmla="*/ 373273 h 605239"/>
                  <a:gd name="connsiteX78" fmla="*/ 373273 h 605239"/>
                  <a:gd name="connsiteY78" fmla="*/ 373273 h 605239"/>
                  <a:gd name="connsiteX79" fmla="*/ 373273 h 605239"/>
                  <a:gd name="connsiteY79" fmla="*/ 373273 h 605239"/>
                  <a:gd name="connsiteX80" fmla="*/ 373273 h 605239"/>
                  <a:gd name="connsiteY80" fmla="*/ 373273 h 605239"/>
                  <a:gd name="connsiteX81" fmla="*/ 373273 h 605239"/>
                  <a:gd name="connsiteY81" fmla="*/ 373273 h 605239"/>
                  <a:gd name="connsiteX82" fmla="*/ 373273 h 605239"/>
                  <a:gd name="connsiteY82" fmla="*/ 373273 h 605239"/>
                  <a:gd name="connsiteX83" fmla="*/ 373273 h 605239"/>
                  <a:gd name="connsiteY83" fmla="*/ 373273 h 605239"/>
                  <a:gd name="connsiteX84" fmla="*/ 373273 h 605239"/>
                  <a:gd name="connsiteY84" fmla="*/ 373273 h 605239"/>
                  <a:gd name="connsiteX85" fmla="*/ 373273 h 605239"/>
                  <a:gd name="connsiteY85" fmla="*/ 373273 h 605239"/>
                  <a:gd name="connsiteX86" fmla="*/ 373273 h 605239"/>
                  <a:gd name="connsiteY86" fmla="*/ 373273 h 605239"/>
                  <a:gd name="connsiteX87" fmla="*/ 373273 h 605239"/>
                  <a:gd name="connsiteY87" fmla="*/ 373273 h 605239"/>
                  <a:gd name="connsiteX88" fmla="*/ 373273 h 605239"/>
                  <a:gd name="connsiteY88" fmla="*/ 373273 h 605239"/>
                  <a:gd name="connsiteX89" fmla="*/ 373273 h 605239"/>
                  <a:gd name="connsiteY89" fmla="*/ 373273 h 605239"/>
                  <a:gd name="connsiteX90" fmla="*/ 373273 h 605239"/>
                  <a:gd name="connsiteY90" fmla="*/ 373273 h 605239"/>
                  <a:gd name="connsiteX91" fmla="*/ 373273 h 605239"/>
                  <a:gd name="connsiteY91" fmla="*/ 373273 h 605239"/>
                  <a:gd name="connsiteX92" fmla="*/ 373273 h 605239"/>
                  <a:gd name="connsiteY92" fmla="*/ 373273 h 605239"/>
                  <a:gd name="connsiteX93" fmla="*/ 373273 h 605239"/>
                  <a:gd name="connsiteY93" fmla="*/ 373273 h 605239"/>
                  <a:gd name="connsiteX94" fmla="*/ 373273 h 605239"/>
                  <a:gd name="connsiteY94" fmla="*/ 373273 h 605239"/>
                  <a:gd name="connsiteX95" fmla="*/ 373273 h 605239"/>
                  <a:gd name="connsiteY95" fmla="*/ 373273 h 605239"/>
                  <a:gd name="connsiteX96" fmla="*/ 373273 h 605239"/>
                  <a:gd name="connsiteY96" fmla="*/ 373273 h 605239"/>
                  <a:gd name="connsiteX97" fmla="*/ 373273 h 605239"/>
                  <a:gd name="connsiteY97" fmla="*/ 373273 h 605239"/>
                  <a:gd name="connsiteX98" fmla="*/ 373273 h 605239"/>
                  <a:gd name="connsiteY98" fmla="*/ 373273 h 605239"/>
                  <a:gd name="connsiteX99" fmla="*/ 373273 h 605239"/>
                  <a:gd name="connsiteY99" fmla="*/ 373273 h 605239"/>
                  <a:gd name="connsiteX100" fmla="*/ 373273 h 605239"/>
                  <a:gd name="connsiteY100" fmla="*/ 373273 h 605239"/>
                  <a:gd name="connsiteX101" fmla="*/ 373273 h 605239"/>
                  <a:gd name="connsiteY101" fmla="*/ 373273 h 605239"/>
                  <a:gd name="connsiteX102" fmla="*/ 373273 h 605239"/>
                  <a:gd name="connsiteY102" fmla="*/ 373273 h 605239"/>
                  <a:gd name="connsiteX103" fmla="*/ 373273 h 605239"/>
                  <a:gd name="connsiteY103" fmla="*/ 373273 h 605239"/>
                  <a:gd name="connsiteX104" fmla="*/ 373273 h 605239"/>
                  <a:gd name="connsiteY104" fmla="*/ 373273 h 605239"/>
                  <a:gd name="connsiteX105" fmla="*/ 373273 h 605239"/>
                  <a:gd name="connsiteY105" fmla="*/ 373273 h 605239"/>
                  <a:gd name="connsiteX106" fmla="*/ 373273 h 605239"/>
                  <a:gd name="connsiteY106" fmla="*/ 373273 h 605239"/>
                  <a:gd name="connsiteX107" fmla="*/ 373273 h 605239"/>
                  <a:gd name="connsiteY107" fmla="*/ 373273 h 605239"/>
                  <a:gd name="connsiteX108" fmla="*/ 373273 h 605239"/>
                  <a:gd name="connsiteY108" fmla="*/ 373273 h 605239"/>
                  <a:gd name="connsiteX109" fmla="*/ 373273 h 605239"/>
                  <a:gd name="connsiteY109" fmla="*/ 373273 h 605239"/>
                  <a:gd name="connsiteX110" fmla="*/ 373273 h 605239"/>
                  <a:gd name="connsiteY110" fmla="*/ 373273 h 605239"/>
                  <a:gd name="connsiteX111" fmla="*/ 373273 h 605239"/>
                  <a:gd name="connsiteY111" fmla="*/ 373273 h 605239"/>
                  <a:gd name="connsiteX112" fmla="*/ 373273 h 605239"/>
                  <a:gd name="connsiteY112" fmla="*/ 373273 h 605239"/>
                  <a:gd name="connsiteX113" fmla="*/ 373273 h 605239"/>
                  <a:gd name="connsiteY113" fmla="*/ 373273 h 605239"/>
                  <a:gd name="connsiteX114" fmla="*/ 373273 h 605239"/>
                  <a:gd name="connsiteY114" fmla="*/ 373273 h 605239"/>
                  <a:gd name="connsiteX115" fmla="*/ 373273 h 605239"/>
                  <a:gd name="connsiteY115" fmla="*/ 373273 h 605239"/>
                  <a:gd name="connsiteX116" fmla="*/ 373273 h 605239"/>
                  <a:gd name="connsiteY116" fmla="*/ 373273 h 605239"/>
                  <a:gd name="connsiteX117" fmla="*/ 373273 h 605239"/>
                  <a:gd name="connsiteY117" fmla="*/ 373273 h 605239"/>
                  <a:gd name="connsiteX118" fmla="*/ 373273 h 605239"/>
                  <a:gd name="connsiteY118" fmla="*/ 373273 h 605239"/>
                  <a:gd name="connsiteX119" fmla="*/ 373273 h 605239"/>
                  <a:gd name="connsiteY119" fmla="*/ 373273 h 605239"/>
                  <a:gd name="connsiteX120" fmla="*/ 373273 h 605239"/>
                  <a:gd name="connsiteY120" fmla="*/ 373273 h 605239"/>
                  <a:gd name="connsiteX121" fmla="*/ 373273 h 605239"/>
                  <a:gd name="connsiteY121" fmla="*/ 373273 h 605239"/>
                  <a:gd name="connsiteX122" fmla="*/ 373273 h 605239"/>
                  <a:gd name="connsiteY122" fmla="*/ 373273 h 605239"/>
                  <a:gd name="connsiteX123" fmla="*/ 373273 h 605239"/>
                  <a:gd name="connsiteY123" fmla="*/ 373273 h 605239"/>
                  <a:gd name="connsiteX124" fmla="*/ 373273 h 605239"/>
                  <a:gd name="connsiteY124" fmla="*/ 373273 h 605239"/>
                  <a:gd name="connsiteX125" fmla="*/ 373273 h 605239"/>
                  <a:gd name="connsiteY125" fmla="*/ 373273 h 605239"/>
                  <a:gd name="connsiteX126" fmla="*/ 373273 h 605239"/>
                  <a:gd name="connsiteY126" fmla="*/ 373273 h 605239"/>
                  <a:gd name="connsiteX127" fmla="*/ 373273 h 605239"/>
                  <a:gd name="connsiteY127" fmla="*/ 373273 h 605239"/>
                  <a:gd name="connsiteX128" fmla="*/ 373273 h 605239"/>
                  <a:gd name="connsiteY128" fmla="*/ 373273 h 605239"/>
                  <a:gd name="connsiteX129" fmla="*/ 373273 h 605239"/>
                  <a:gd name="connsiteY129" fmla="*/ 373273 h 605239"/>
                  <a:gd name="connsiteX130" fmla="*/ 373273 h 605239"/>
                  <a:gd name="connsiteY130" fmla="*/ 373273 h 605239"/>
                  <a:gd name="connsiteX131" fmla="*/ 373273 h 605239"/>
                  <a:gd name="connsiteY131" fmla="*/ 373273 h 605239"/>
                  <a:gd name="connsiteX132" fmla="*/ 373273 h 605239"/>
                  <a:gd name="connsiteY132" fmla="*/ 373273 h 605239"/>
                  <a:gd name="connsiteX133" fmla="*/ 373273 h 605239"/>
                  <a:gd name="connsiteY133" fmla="*/ 373273 h 605239"/>
                  <a:gd name="connsiteX134" fmla="*/ 373273 h 605239"/>
                  <a:gd name="connsiteY134" fmla="*/ 373273 h 605239"/>
                  <a:gd name="connsiteX135" fmla="*/ 373273 h 605239"/>
                  <a:gd name="connsiteY135" fmla="*/ 373273 h 605239"/>
                  <a:gd name="connsiteX136" fmla="*/ 373273 h 605239"/>
                  <a:gd name="connsiteY136" fmla="*/ 373273 h 605239"/>
                  <a:gd name="connsiteX137" fmla="*/ 373273 h 605239"/>
                  <a:gd name="connsiteY137" fmla="*/ 373273 h 605239"/>
                  <a:gd name="connsiteX138" fmla="*/ 373273 h 605239"/>
                  <a:gd name="connsiteY138" fmla="*/ 373273 h 605239"/>
                  <a:gd name="connsiteX139" fmla="*/ 373273 h 605239"/>
                  <a:gd name="connsiteY139" fmla="*/ 373273 h 605239"/>
                  <a:gd name="connsiteX140" fmla="*/ 373273 h 605239"/>
                  <a:gd name="connsiteY140" fmla="*/ 373273 h 605239"/>
                  <a:gd name="connsiteX141" fmla="*/ 373273 h 605239"/>
                  <a:gd name="connsiteY141" fmla="*/ 373273 h 605239"/>
                  <a:gd name="connsiteX142" fmla="*/ 373273 h 605239"/>
                  <a:gd name="connsiteY142" fmla="*/ 373273 h 605239"/>
                  <a:gd name="connsiteX143" fmla="*/ 373273 h 605239"/>
                  <a:gd name="connsiteY143" fmla="*/ 373273 h 605239"/>
                  <a:gd name="connsiteX144" fmla="*/ 373273 h 605239"/>
                  <a:gd name="connsiteY144" fmla="*/ 373273 h 605239"/>
                  <a:gd name="connsiteX145" fmla="*/ 373273 h 605239"/>
                  <a:gd name="connsiteY145" fmla="*/ 373273 h 605239"/>
                  <a:gd name="connsiteX146" fmla="*/ 373273 h 605239"/>
                  <a:gd name="connsiteY146" fmla="*/ 373273 h 605239"/>
                  <a:gd name="connsiteX147" fmla="*/ 373273 h 605239"/>
                  <a:gd name="connsiteY147" fmla="*/ 373273 h 605239"/>
                  <a:gd name="connsiteX148" fmla="*/ 373273 h 605239"/>
                  <a:gd name="connsiteY148" fmla="*/ 373273 h 605239"/>
                  <a:gd name="connsiteX149" fmla="*/ 373273 h 605239"/>
                  <a:gd name="connsiteY149" fmla="*/ 373273 h 605239"/>
                  <a:gd name="connsiteX150" fmla="*/ 373273 h 605239"/>
                  <a:gd name="connsiteY150" fmla="*/ 373273 h 605239"/>
                  <a:gd name="connsiteX151" fmla="*/ 373273 h 605239"/>
                  <a:gd name="connsiteY151" fmla="*/ 373273 h 605239"/>
                  <a:gd name="connsiteX152" fmla="*/ 373273 h 605239"/>
                  <a:gd name="connsiteY152" fmla="*/ 373273 h 605239"/>
                  <a:gd name="connsiteX153" fmla="*/ 373273 h 605239"/>
                  <a:gd name="connsiteY153" fmla="*/ 373273 h 605239"/>
                  <a:gd name="connsiteX154" fmla="*/ 373273 h 605239"/>
                  <a:gd name="connsiteY154" fmla="*/ 373273 h 605239"/>
                  <a:gd name="connsiteX155" fmla="*/ 373273 h 605239"/>
                  <a:gd name="connsiteY155" fmla="*/ 373273 h 605239"/>
                  <a:gd name="connsiteX156" fmla="*/ 373273 h 605239"/>
                  <a:gd name="connsiteY156" fmla="*/ 373273 h 605239"/>
                  <a:gd name="connsiteX157" fmla="*/ 373273 h 605239"/>
                  <a:gd name="connsiteY157" fmla="*/ 373273 h 605239"/>
                  <a:gd name="connsiteX158" fmla="*/ 373273 h 605239"/>
                  <a:gd name="connsiteY158" fmla="*/ 373273 h 605239"/>
                  <a:gd name="connsiteX159" fmla="*/ 373273 h 605239"/>
                  <a:gd name="connsiteY159" fmla="*/ 373273 h 605239"/>
                  <a:gd name="connsiteX160" fmla="*/ 373273 h 605239"/>
                  <a:gd name="connsiteY160" fmla="*/ 373273 h 605239"/>
                  <a:gd name="connsiteX161" fmla="*/ 373273 h 605239"/>
                  <a:gd name="connsiteY161" fmla="*/ 373273 h 605239"/>
                  <a:gd name="connsiteX162" fmla="*/ 373273 h 605239"/>
                  <a:gd name="connsiteY162" fmla="*/ 373273 h 605239"/>
                  <a:gd name="connsiteX163" fmla="*/ 373273 h 605239"/>
                  <a:gd name="connsiteY163" fmla="*/ 373273 h 605239"/>
                  <a:gd name="connsiteX164" fmla="*/ 373273 h 605239"/>
                  <a:gd name="connsiteY164" fmla="*/ 373273 h 605239"/>
                  <a:gd name="connsiteX165" fmla="*/ 373273 h 605239"/>
                  <a:gd name="connsiteY165" fmla="*/ 373273 h 605239"/>
                  <a:gd name="connsiteX166" fmla="*/ 373273 h 605239"/>
                  <a:gd name="connsiteY166" fmla="*/ 373273 h 605239"/>
                  <a:gd name="connsiteX167" fmla="*/ 373273 h 605239"/>
                  <a:gd name="connsiteY167" fmla="*/ 373273 h 605239"/>
                  <a:gd name="connsiteX168" fmla="*/ 373273 h 605239"/>
                  <a:gd name="connsiteY168" fmla="*/ 373273 h 605239"/>
                  <a:gd name="connsiteX169" fmla="*/ 373273 h 605239"/>
                  <a:gd name="connsiteY169" fmla="*/ 373273 h 605239"/>
                  <a:gd name="connsiteX170" fmla="*/ 373273 h 605239"/>
                  <a:gd name="connsiteY170" fmla="*/ 373273 h 605239"/>
                  <a:gd name="connsiteX171" fmla="*/ 373273 h 605239"/>
                  <a:gd name="connsiteY171" fmla="*/ 373273 h 605239"/>
                  <a:gd name="connsiteX172" fmla="*/ 373273 h 605239"/>
                  <a:gd name="connsiteY172" fmla="*/ 373273 h 605239"/>
                  <a:gd name="connsiteX173" fmla="*/ 373273 h 605239"/>
                  <a:gd name="connsiteY173" fmla="*/ 373273 h 605239"/>
                  <a:gd name="connsiteX174" fmla="*/ 373273 h 605239"/>
                  <a:gd name="connsiteY174" fmla="*/ 373273 h 605239"/>
                  <a:gd name="connsiteX175" fmla="*/ 373273 h 605239"/>
                  <a:gd name="connsiteY175" fmla="*/ 373273 h 605239"/>
                  <a:gd name="connsiteX176" fmla="*/ 373273 h 605239"/>
                  <a:gd name="connsiteY176" fmla="*/ 373273 h 605239"/>
                  <a:gd name="connsiteX177" fmla="*/ 373273 h 605239"/>
                  <a:gd name="connsiteY177" fmla="*/ 373273 h 605239"/>
                  <a:gd name="connsiteX178" fmla="*/ 373273 h 605239"/>
                  <a:gd name="connsiteY178" fmla="*/ 373273 h 605239"/>
                  <a:gd name="connsiteX179" fmla="*/ 373273 h 605239"/>
                  <a:gd name="connsiteY179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</a:cxnLst>
                <a:rect l="l" t="t" r="r" b="b"/>
                <a:pathLst>
                  <a:path w="604587" h="603651">
                    <a:moveTo>
                      <a:pt x="257199" y="365875"/>
                    </a:moveTo>
                    <a:cubicBezTo>
                      <a:pt x="203026" y="403332"/>
                      <a:pt x="128443" y="465960"/>
                      <a:pt x="131295" y="514953"/>
                    </a:cubicBezTo>
                    <a:cubicBezTo>
                      <a:pt x="132645" y="537277"/>
                      <a:pt x="150653" y="556006"/>
                      <a:pt x="184868" y="570989"/>
                    </a:cubicBezTo>
                    <a:cubicBezTo>
                      <a:pt x="202425" y="578630"/>
                      <a:pt x="217882" y="582376"/>
                      <a:pt x="231088" y="582376"/>
                    </a:cubicBezTo>
                    <a:cubicBezTo>
                      <a:pt x="247445" y="582376"/>
                      <a:pt x="260050" y="576532"/>
                      <a:pt x="269805" y="564396"/>
                    </a:cubicBezTo>
                    <a:cubicBezTo>
                      <a:pt x="302969" y="522894"/>
                      <a:pt x="293215" y="424607"/>
                      <a:pt x="284811" y="371418"/>
                    </a:cubicBezTo>
                    <a:cubicBezTo>
                      <a:pt x="282260" y="378011"/>
                      <a:pt x="279409" y="384753"/>
                      <a:pt x="276407" y="391795"/>
                    </a:cubicBezTo>
                    <a:cubicBezTo>
                      <a:pt x="255398" y="439740"/>
                      <a:pt x="232738" y="476148"/>
                      <a:pt x="225535" y="473001"/>
                    </a:cubicBezTo>
                    <a:cubicBezTo>
                      <a:pt x="218482" y="469855"/>
                      <a:pt x="229587" y="428503"/>
                      <a:pt x="250596" y="380558"/>
                    </a:cubicBezTo>
                    <a:cubicBezTo>
                      <a:pt x="252697" y="375464"/>
                      <a:pt x="254948" y="370669"/>
                      <a:pt x="257199" y="365875"/>
                    </a:cubicBezTo>
                    <a:close/>
                    <a:moveTo>
                      <a:pt x="465039" y="311188"/>
                    </a:moveTo>
                    <a:cubicBezTo>
                      <a:pt x="434276" y="311188"/>
                      <a:pt x="403362" y="314634"/>
                      <a:pt x="379352" y="318230"/>
                    </a:cubicBezTo>
                    <a:cubicBezTo>
                      <a:pt x="384154" y="320027"/>
                      <a:pt x="388956" y="322125"/>
                      <a:pt x="393908" y="324223"/>
                    </a:cubicBezTo>
                    <a:cubicBezTo>
                      <a:pt x="441929" y="345199"/>
                      <a:pt x="478395" y="367822"/>
                      <a:pt x="475243" y="375014"/>
                    </a:cubicBezTo>
                    <a:cubicBezTo>
                      <a:pt x="472092" y="382056"/>
                      <a:pt x="430674" y="370969"/>
                      <a:pt x="382653" y="349993"/>
                    </a:cubicBezTo>
                    <a:cubicBezTo>
                      <a:pt x="375600" y="346996"/>
                      <a:pt x="368847" y="343850"/>
                      <a:pt x="362395" y="340853"/>
                    </a:cubicBezTo>
                    <a:cubicBezTo>
                      <a:pt x="398410" y="394042"/>
                      <a:pt x="462338" y="472552"/>
                      <a:pt x="513060" y="472552"/>
                    </a:cubicBezTo>
                    <a:cubicBezTo>
                      <a:pt x="536620" y="472552"/>
                      <a:pt x="556428" y="454573"/>
                      <a:pt x="571885" y="419063"/>
                    </a:cubicBezTo>
                    <a:cubicBezTo>
                      <a:pt x="585691" y="387450"/>
                      <a:pt x="587041" y="362728"/>
                      <a:pt x="575937" y="345648"/>
                    </a:cubicBezTo>
                    <a:cubicBezTo>
                      <a:pt x="561080" y="323174"/>
                      <a:pt x="522814" y="311188"/>
                      <a:pt x="465039" y="311188"/>
                    </a:cubicBezTo>
                    <a:close/>
                    <a:moveTo>
                      <a:pt x="299824" y="259207"/>
                    </a:moveTo>
                    <a:cubicBezTo>
                      <a:pt x="300874" y="259207"/>
                      <a:pt x="301925" y="259357"/>
                      <a:pt x="302975" y="259507"/>
                    </a:cubicBezTo>
                    <a:cubicBezTo>
                      <a:pt x="304025" y="259656"/>
                      <a:pt x="305226" y="259656"/>
                      <a:pt x="306276" y="259806"/>
                    </a:cubicBezTo>
                    <a:cubicBezTo>
                      <a:pt x="309727" y="260405"/>
                      <a:pt x="313178" y="261154"/>
                      <a:pt x="316479" y="262652"/>
                    </a:cubicBezTo>
                    <a:cubicBezTo>
                      <a:pt x="320380" y="264299"/>
                      <a:pt x="323682" y="266696"/>
                      <a:pt x="326682" y="269242"/>
                    </a:cubicBezTo>
                    <a:cubicBezTo>
                      <a:pt x="328333" y="270590"/>
                      <a:pt x="329833" y="271938"/>
                      <a:pt x="331184" y="273586"/>
                    </a:cubicBezTo>
                    <a:cubicBezTo>
                      <a:pt x="332234" y="274784"/>
                      <a:pt x="333134" y="275982"/>
                      <a:pt x="334035" y="277180"/>
                    </a:cubicBezTo>
                    <a:cubicBezTo>
                      <a:pt x="335535" y="279277"/>
                      <a:pt x="336736" y="281524"/>
                      <a:pt x="337786" y="283920"/>
                    </a:cubicBezTo>
                    <a:cubicBezTo>
                      <a:pt x="338686" y="286167"/>
                      <a:pt x="339436" y="288413"/>
                      <a:pt x="340037" y="290660"/>
                    </a:cubicBezTo>
                    <a:cubicBezTo>
                      <a:pt x="340187" y="291559"/>
                      <a:pt x="340637" y="292308"/>
                      <a:pt x="340787" y="293206"/>
                    </a:cubicBezTo>
                    <a:cubicBezTo>
                      <a:pt x="341387" y="296501"/>
                      <a:pt x="341387" y="299796"/>
                      <a:pt x="341237" y="303092"/>
                    </a:cubicBezTo>
                    <a:cubicBezTo>
                      <a:pt x="341237" y="303541"/>
                      <a:pt x="341237" y="303990"/>
                      <a:pt x="341087" y="304290"/>
                    </a:cubicBezTo>
                    <a:cubicBezTo>
                      <a:pt x="340787" y="308633"/>
                      <a:pt x="339887" y="313127"/>
                      <a:pt x="338086" y="317320"/>
                    </a:cubicBezTo>
                    <a:cubicBezTo>
                      <a:pt x="336736" y="320316"/>
                      <a:pt x="334935" y="323012"/>
                      <a:pt x="333134" y="325558"/>
                    </a:cubicBezTo>
                    <a:cubicBezTo>
                      <a:pt x="332084" y="326906"/>
                      <a:pt x="331034" y="328254"/>
                      <a:pt x="329833" y="329452"/>
                    </a:cubicBezTo>
                    <a:cubicBezTo>
                      <a:pt x="329683" y="329602"/>
                      <a:pt x="329533" y="329602"/>
                      <a:pt x="329383" y="329752"/>
                    </a:cubicBezTo>
                    <a:cubicBezTo>
                      <a:pt x="327883" y="331399"/>
                      <a:pt x="326232" y="332747"/>
                      <a:pt x="324582" y="334095"/>
                    </a:cubicBezTo>
                    <a:cubicBezTo>
                      <a:pt x="323081" y="335144"/>
                      <a:pt x="321581" y="336192"/>
                      <a:pt x="319930" y="336941"/>
                    </a:cubicBezTo>
                    <a:cubicBezTo>
                      <a:pt x="317830" y="338139"/>
                      <a:pt x="315579" y="339188"/>
                      <a:pt x="313328" y="339937"/>
                    </a:cubicBezTo>
                    <a:cubicBezTo>
                      <a:pt x="311678" y="340536"/>
                      <a:pt x="310027" y="340985"/>
                      <a:pt x="308227" y="341285"/>
                    </a:cubicBezTo>
                    <a:cubicBezTo>
                      <a:pt x="305976" y="341734"/>
                      <a:pt x="303575" y="342033"/>
                      <a:pt x="301174" y="342183"/>
                    </a:cubicBezTo>
                    <a:cubicBezTo>
                      <a:pt x="300724" y="342183"/>
                      <a:pt x="300274" y="342333"/>
                      <a:pt x="299824" y="342333"/>
                    </a:cubicBezTo>
                    <a:cubicBezTo>
                      <a:pt x="298324" y="342333"/>
                      <a:pt x="296973" y="342033"/>
                      <a:pt x="295473" y="341884"/>
                    </a:cubicBezTo>
                    <a:cubicBezTo>
                      <a:pt x="291271" y="341434"/>
                      <a:pt x="287220" y="340536"/>
                      <a:pt x="283169" y="338738"/>
                    </a:cubicBezTo>
                    <a:cubicBezTo>
                      <a:pt x="279868" y="337241"/>
                      <a:pt x="276717" y="335293"/>
                      <a:pt x="273866" y="332897"/>
                    </a:cubicBezTo>
                    <a:cubicBezTo>
                      <a:pt x="273116" y="332298"/>
                      <a:pt x="272365" y="331699"/>
                      <a:pt x="271615" y="331100"/>
                    </a:cubicBezTo>
                    <a:cubicBezTo>
                      <a:pt x="269064" y="328703"/>
                      <a:pt x="266814" y="326157"/>
                      <a:pt x="264863" y="323162"/>
                    </a:cubicBezTo>
                    <a:cubicBezTo>
                      <a:pt x="264863" y="323162"/>
                      <a:pt x="264713" y="323012"/>
                      <a:pt x="264713" y="322862"/>
                    </a:cubicBezTo>
                    <a:cubicBezTo>
                      <a:pt x="263363" y="320615"/>
                      <a:pt x="262162" y="318369"/>
                      <a:pt x="261112" y="315972"/>
                    </a:cubicBezTo>
                    <a:cubicBezTo>
                      <a:pt x="260662" y="314624"/>
                      <a:pt x="260362" y="313276"/>
                      <a:pt x="259912" y="311779"/>
                    </a:cubicBezTo>
                    <a:cubicBezTo>
                      <a:pt x="259461" y="309981"/>
                      <a:pt x="259011" y="308184"/>
                      <a:pt x="258711" y="306387"/>
                    </a:cubicBezTo>
                    <a:cubicBezTo>
                      <a:pt x="258561" y="304739"/>
                      <a:pt x="258411" y="303092"/>
                      <a:pt x="258411" y="301444"/>
                    </a:cubicBezTo>
                    <a:cubicBezTo>
                      <a:pt x="258261" y="298748"/>
                      <a:pt x="258561" y="296202"/>
                      <a:pt x="259011" y="293506"/>
                    </a:cubicBezTo>
                    <a:cubicBezTo>
                      <a:pt x="259611" y="290361"/>
                      <a:pt x="260362" y="287215"/>
                      <a:pt x="261712" y="284220"/>
                    </a:cubicBezTo>
                    <a:cubicBezTo>
                      <a:pt x="263513" y="279876"/>
                      <a:pt x="266214" y="276132"/>
                      <a:pt x="269214" y="272837"/>
                    </a:cubicBezTo>
                    <a:cubicBezTo>
                      <a:pt x="269965" y="271938"/>
                      <a:pt x="270865" y="270890"/>
                      <a:pt x="271915" y="269991"/>
                    </a:cubicBezTo>
                    <a:cubicBezTo>
                      <a:pt x="271915" y="269991"/>
                      <a:pt x="272065" y="269991"/>
                      <a:pt x="272065" y="269841"/>
                    </a:cubicBezTo>
                    <a:cubicBezTo>
                      <a:pt x="274016" y="268044"/>
                      <a:pt x="276117" y="266546"/>
                      <a:pt x="278367" y="265198"/>
                    </a:cubicBezTo>
                    <a:cubicBezTo>
                      <a:pt x="279118" y="264749"/>
                      <a:pt x="280018" y="264299"/>
                      <a:pt x="280768" y="264000"/>
                    </a:cubicBezTo>
                    <a:cubicBezTo>
                      <a:pt x="284369" y="262053"/>
                      <a:pt x="288120" y="260705"/>
                      <a:pt x="292172" y="259956"/>
                    </a:cubicBezTo>
                    <a:cubicBezTo>
                      <a:pt x="293072" y="259806"/>
                      <a:pt x="294122" y="259656"/>
                      <a:pt x="295173" y="259507"/>
                    </a:cubicBezTo>
                    <a:cubicBezTo>
                      <a:pt x="296673" y="259357"/>
                      <a:pt x="298324" y="259207"/>
                      <a:pt x="299824" y="259207"/>
                    </a:cubicBezTo>
                    <a:close/>
                    <a:moveTo>
                      <a:pt x="323228" y="252006"/>
                    </a:moveTo>
                    <a:cubicBezTo>
                      <a:pt x="323228" y="252455"/>
                      <a:pt x="323378" y="253055"/>
                      <a:pt x="323528" y="253504"/>
                    </a:cubicBezTo>
                    <a:cubicBezTo>
                      <a:pt x="323828" y="253204"/>
                      <a:pt x="324278" y="252905"/>
                      <a:pt x="324728" y="252605"/>
                    </a:cubicBezTo>
                    <a:cubicBezTo>
                      <a:pt x="324128" y="252455"/>
                      <a:pt x="323678" y="252156"/>
                      <a:pt x="323228" y="252006"/>
                    </a:cubicBezTo>
                    <a:close/>
                    <a:moveTo>
                      <a:pt x="254348" y="180088"/>
                    </a:moveTo>
                    <a:cubicBezTo>
                      <a:pt x="249396" y="182036"/>
                      <a:pt x="255998" y="210354"/>
                      <a:pt x="268904" y="243166"/>
                    </a:cubicBezTo>
                    <a:cubicBezTo>
                      <a:pt x="270555" y="247361"/>
                      <a:pt x="272206" y="251257"/>
                      <a:pt x="273856" y="255002"/>
                    </a:cubicBezTo>
                    <a:cubicBezTo>
                      <a:pt x="272806" y="255751"/>
                      <a:pt x="271905" y="256501"/>
                      <a:pt x="270855" y="257250"/>
                    </a:cubicBezTo>
                    <a:cubicBezTo>
                      <a:pt x="266803" y="254403"/>
                      <a:pt x="262301" y="251107"/>
                      <a:pt x="257499" y="247661"/>
                    </a:cubicBezTo>
                    <a:cubicBezTo>
                      <a:pt x="260651" y="252305"/>
                      <a:pt x="263652" y="256800"/>
                      <a:pt x="266203" y="260846"/>
                    </a:cubicBezTo>
                    <a:cubicBezTo>
                      <a:pt x="266203" y="260846"/>
                      <a:pt x="266353" y="260846"/>
                      <a:pt x="266353" y="260846"/>
                    </a:cubicBezTo>
                    <a:cubicBezTo>
                      <a:pt x="265603" y="261445"/>
                      <a:pt x="264852" y="262044"/>
                      <a:pt x="264252" y="262643"/>
                    </a:cubicBezTo>
                    <a:cubicBezTo>
                      <a:pt x="262601" y="264292"/>
                      <a:pt x="261101" y="265790"/>
                      <a:pt x="259600" y="267588"/>
                    </a:cubicBezTo>
                    <a:cubicBezTo>
                      <a:pt x="256899" y="270884"/>
                      <a:pt x="254498" y="274630"/>
                      <a:pt x="252547" y="278675"/>
                    </a:cubicBezTo>
                    <a:cubicBezTo>
                      <a:pt x="252397" y="279125"/>
                      <a:pt x="252097" y="279424"/>
                      <a:pt x="251947" y="279874"/>
                    </a:cubicBezTo>
                    <a:cubicBezTo>
                      <a:pt x="251797" y="280323"/>
                      <a:pt x="251797" y="280623"/>
                      <a:pt x="251647" y="281072"/>
                    </a:cubicBezTo>
                    <a:cubicBezTo>
                      <a:pt x="250446" y="284069"/>
                      <a:pt x="249396" y="287065"/>
                      <a:pt x="248795" y="290062"/>
                    </a:cubicBezTo>
                    <a:cubicBezTo>
                      <a:pt x="247895" y="294407"/>
                      <a:pt x="247595" y="298902"/>
                      <a:pt x="247895" y="303247"/>
                    </a:cubicBezTo>
                    <a:cubicBezTo>
                      <a:pt x="243093" y="304146"/>
                      <a:pt x="237691" y="305045"/>
                      <a:pt x="231838" y="305944"/>
                    </a:cubicBezTo>
                    <a:cubicBezTo>
                      <a:pt x="237991" y="307142"/>
                      <a:pt x="243543" y="308191"/>
                      <a:pt x="248345" y="309240"/>
                    </a:cubicBezTo>
                    <a:cubicBezTo>
                      <a:pt x="248495" y="309540"/>
                      <a:pt x="248495" y="309689"/>
                      <a:pt x="248495" y="309989"/>
                    </a:cubicBezTo>
                    <a:cubicBezTo>
                      <a:pt x="245044" y="311188"/>
                      <a:pt x="241592" y="312536"/>
                      <a:pt x="238141" y="313885"/>
                    </a:cubicBezTo>
                    <a:cubicBezTo>
                      <a:pt x="205126" y="326920"/>
                      <a:pt x="179916" y="341303"/>
                      <a:pt x="181866" y="346247"/>
                    </a:cubicBezTo>
                    <a:cubicBezTo>
                      <a:pt x="183817" y="351042"/>
                      <a:pt x="212180" y="344599"/>
                      <a:pt x="245044" y="331564"/>
                    </a:cubicBezTo>
                    <a:cubicBezTo>
                      <a:pt x="248495" y="330216"/>
                      <a:pt x="251947" y="328867"/>
                      <a:pt x="255248" y="327519"/>
                    </a:cubicBezTo>
                    <a:cubicBezTo>
                      <a:pt x="256149" y="329017"/>
                      <a:pt x="257199" y="330515"/>
                      <a:pt x="258400" y="332014"/>
                    </a:cubicBezTo>
                    <a:cubicBezTo>
                      <a:pt x="255398" y="336359"/>
                      <a:pt x="251947" y="341153"/>
                      <a:pt x="248045" y="346547"/>
                    </a:cubicBezTo>
                    <a:cubicBezTo>
                      <a:pt x="253147" y="342951"/>
                      <a:pt x="258099" y="339805"/>
                      <a:pt x="262301" y="337108"/>
                    </a:cubicBezTo>
                    <a:cubicBezTo>
                      <a:pt x="264252" y="339056"/>
                      <a:pt x="266503" y="340853"/>
                      <a:pt x="268754" y="342502"/>
                    </a:cubicBezTo>
                    <a:cubicBezTo>
                      <a:pt x="271905" y="344749"/>
                      <a:pt x="275357" y="346847"/>
                      <a:pt x="278959" y="348495"/>
                    </a:cubicBezTo>
                    <a:cubicBezTo>
                      <a:pt x="283160" y="350293"/>
                      <a:pt x="287512" y="351341"/>
                      <a:pt x="292014" y="352091"/>
                    </a:cubicBezTo>
                    <a:cubicBezTo>
                      <a:pt x="294565" y="352540"/>
                      <a:pt x="297116" y="352840"/>
                      <a:pt x="299818" y="352840"/>
                    </a:cubicBezTo>
                    <a:cubicBezTo>
                      <a:pt x="301018" y="352840"/>
                      <a:pt x="302068" y="352690"/>
                      <a:pt x="303269" y="352690"/>
                    </a:cubicBezTo>
                    <a:cubicBezTo>
                      <a:pt x="304169" y="358233"/>
                      <a:pt x="305370" y="364676"/>
                      <a:pt x="306420" y="372018"/>
                    </a:cubicBezTo>
                    <a:cubicBezTo>
                      <a:pt x="307921" y="364227"/>
                      <a:pt x="309422" y="357335"/>
                      <a:pt x="310622" y="351641"/>
                    </a:cubicBezTo>
                    <a:cubicBezTo>
                      <a:pt x="311072" y="351491"/>
                      <a:pt x="311372" y="351491"/>
                      <a:pt x="311823" y="351341"/>
                    </a:cubicBezTo>
                    <a:cubicBezTo>
                      <a:pt x="313023" y="354937"/>
                      <a:pt x="314524" y="358683"/>
                      <a:pt x="315874" y="362429"/>
                    </a:cubicBezTo>
                    <a:cubicBezTo>
                      <a:pt x="328930" y="395391"/>
                      <a:pt x="343336" y="420412"/>
                      <a:pt x="348288" y="418614"/>
                    </a:cubicBezTo>
                    <a:cubicBezTo>
                      <a:pt x="353241" y="416666"/>
                      <a:pt x="346638" y="388349"/>
                      <a:pt x="333582" y="355387"/>
                    </a:cubicBezTo>
                    <a:cubicBezTo>
                      <a:pt x="332081" y="351491"/>
                      <a:pt x="330431" y="347746"/>
                      <a:pt x="328930" y="344000"/>
                    </a:cubicBezTo>
                    <a:cubicBezTo>
                      <a:pt x="329080" y="343850"/>
                      <a:pt x="329380" y="343700"/>
                      <a:pt x="329530" y="343550"/>
                    </a:cubicBezTo>
                    <a:cubicBezTo>
                      <a:pt x="334482" y="346996"/>
                      <a:pt x="340485" y="351192"/>
                      <a:pt x="347088" y="355986"/>
                    </a:cubicBezTo>
                    <a:cubicBezTo>
                      <a:pt x="342736" y="349543"/>
                      <a:pt x="338834" y="343700"/>
                      <a:pt x="335683" y="338606"/>
                    </a:cubicBezTo>
                    <a:cubicBezTo>
                      <a:pt x="335983" y="338306"/>
                      <a:pt x="336283" y="337857"/>
                      <a:pt x="336733" y="337557"/>
                    </a:cubicBezTo>
                    <a:cubicBezTo>
                      <a:pt x="337484" y="336658"/>
                      <a:pt x="338384" y="335759"/>
                      <a:pt x="339285" y="334860"/>
                    </a:cubicBezTo>
                    <a:cubicBezTo>
                      <a:pt x="339435" y="334561"/>
                      <a:pt x="339735" y="334261"/>
                      <a:pt x="340035" y="333961"/>
                    </a:cubicBezTo>
                    <a:cubicBezTo>
                      <a:pt x="340935" y="332913"/>
                      <a:pt x="341686" y="331864"/>
                      <a:pt x="342436" y="330665"/>
                    </a:cubicBezTo>
                    <a:cubicBezTo>
                      <a:pt x="344387" y="327819"/>
                      <a:pt x="346338" y="324822"/>
                      <a:pt x="347688" y="321526"/>
                    </a:cubicBezTo>
                    <a:cubicBezTo>
                      <a:pt x="349639" y="317031"/>
                      <a:pt x="350689" y="312386"/>
                      <a:pt x="351440" y="307592"/>
                    </a:cubicBezTo>
                    <a:cubicBezTo>
                      <a:pt x="351590" y="305494"/>
                      <a:pt x="352040" y="303247"/>
                      <a:pt x="352040" y="301149"/>
                    </a:cubicBezTo>
                    <a:cubicBezTo>
                      <a:pt x="352490" y="300999"/>
                      <a:pt x="352940" y="300850"/>
                      <a:pt x="353541" y="300850"/>
                    </a:cubicBezTo>
                    <a:cubicBezTo>
                      <a:pt x="359093" y="299801"/>
                      <a:pt x="365546" y="298752"/>
                      <a:pt x="372749" y="297703"/>
                    </a:cubicBezTo>
                    <a:cubicBezTo>
                      <a:pt x="365096" y="296205"/>
                      <a:pt x="358643" y="294856"/>
                      <a:pt x="352940" y="293658"/>
                    </a:cubicBezTo>
                    <a:cubicBezTo>
                      <a:pt x="352790" y="292160"/>
                      <a:pt x="352790" y="290661"/>
                      <a:pt x="352490" y="289313"/>
                    </a:cubicBezTo>
                    <a:cubicBezTo>
                      <a:pt x="356392" y="287815"/>
                      <a:pt x="360444" y="286316"/>
                      <a:pt x="364495" y="284668"/>
                    </a:cubicBezTo>
                    <a:cubicBezTo>
                      <a:pt x="397510" y="271783"/>
                      <a:pt x="422721" y="257250"/>
                      <a:pt x="420770" y="252455"/>
                    </a:cubicBezTo>
                    <a:cubicBezTo>
                      <a:pt x="418819" y="247511"/>
                      <a:pt x="390457" y="254103"/>
                      <a:pt x="357592" y="266988"/>
                    </a:cubicBezTo>
                    <a:cubicBezTo>
                      <a:pt x="353541" y="268637"/>
                      <a:pt x="349789" y="270135"/>
                      <a:pt x="346037" y="271783"/>
                    </a:cubicBezTo>
                    <a:cubicBezTo>
                      <a:pt x="349039" y="267438"/>
                      <a:pt x="352640" y="262494"/>
                      <a:pt x="356542" y="256950"/>
                    </a:cubicBezTo>
                    <a:cubicBezTo>
                      <a:pt x="351290" y="260546"/>
                      <a:pt x="346338" y="263842"/>
                      <a:pt x="341986" y="266689"/>
                    </a:cubicBezTo>
                    <a:cubicBezTo>
                      <a:pt x="341385" y="267138"/>
                      <a:pt x="340785" y="267438"/>
                      <a:pt x="340035" y="267887"/>
                    </a:cubicBezTo>
                    <a:cubicBezTo>
                      <a:pt x="337634" y="264891"/>
                      <a:pt x="334933" y="262194"/>
                      <a:pt x="331931" y="259797"/>
                    </a:cubicBezTo>
                    <a:cubicBezTo>
                      <a:pt x="328480" y="257100"/>
                      <a:pt x="324878" y="254703"/>
                      <a:pt x="320677" y="252905"/>
                    </a:cubicBezTo>
                    <a:cubicBezTo>
                      <a:pt x="317075" y="251406"/>
                      <a:pt x="313323" y="250358"/>
                      <a:pt x="309572" y="249608"/>
                    </a:cubicBezTo>
                    <a:cubicBezTo>
                      <a:pt x="306720" y="249009"/>
                      <a:pt x="303869" y="248710"/>
                      <a:pt x="301018" y="248710"/>
                    </a:cubicBezTo>
                    <a:cubicBezTo>
                      <a:pt x="300868" y="248260"/>
                      <a:pt x="300718" y="247811"/>
                      <a:pt x="300718" y="247211"/>
                    </a:cubicBezTo>
                    <a:cubicBezTo>
                      <a:pt x="299818" y="242567"/>
                      <a:pt x="299067" y="237323"/>
                      <a:pt x="298167" y="231629"/>
                    </a:cubicBezTo>
                    <a:cubicBezTo>
                      <a:pt x="296966" y="237622"/>
                      <a:pt x="295916" y="243016"/>
                      <a:pt x="294865" y="247811"/>
                    </a:cubicBezTo>
                    <a:cubicBezTo>
                      <a:pt x="293665" y="247960"/>
                      <a:pt x="292464" y="247960"/>
                      <a:pt x="291264" y="248260"/>
                    </a:cubicBezTo>
                    <a:cubicBezTo>
                      <a:pt x="289763" y="244365"/>
                      <a:pt x="288263" y="240319"/>
                      <a:pt x="286762" y="236274"/>
                    </a:cubicBezTo>
                    <a:cubicBezTo>
                      <a:pt x="273706" y="203312"/>
                      <a:pt x="259300" y="178141"/>
                      <a:pt x="254348" y="180088"/>
                    </a:cubicBezTo>
                    <a:close/>
                    <a:moveTo>
                      <a:pt x="91527" y="130945"/>
                    </a:moveTo>
                    <a:cubicBezTo>
                      <a:pt x="67967" y="130945"/>
                      <a:pt x="48159" y="149074"/>
                      <a:pt x="32702" y="184583"/>
                    </a:cubicBezTo>
                    <a:cubicBezTo>
                      <a:pt x="18896" y="216197"/>
                      <a:pt x="17546" y="240918"/>
                      <a:pt x="28650" y="257999"/>
                    </a:cubicBezTo>
                    <a:cubicBezTo>
                      <a:pt x="43507" y="280473"/>
                      <a:pt x="81773" y="292309"/>
                      <a:pt x="139548" y="292309"/>
                    </a:cubicBezTo>
                    <a:cubicBezTo>
                      <a:pt x="173613" y="292309"/>
                      <a:pt x="208128" y="288114"/>
                      <a:pt x="232888" y="284219"/>
                    </a:cubicBezTo>
                    <a:cubicBezTo>
                      <a:pt x="225085" y="281372"/>
                      <a:pt x="216982" y="278076"/>
                      <a:pt x="208728" y="274330"/>
                    </a:cubicBezTo>
                    <a:cubicBezTo>
                      <a:pt x="160707" y="253504"/>
                      <a:pt x="124242" y="230880"/>
                      <a:pt x="127393" y="223688"/>
                    </a:cubicBezTo>
                    <a:cubicBezTo>
                      <a:pt x="130544" y="216646"/>
                      <a:pt x="171962" y="227734"/>
                      <a:pt x="219983" y="248560"/>
                    </a:cubicBezTo>
                    <a:cubicBezTo>
                      <a:pt x="226286" y="251406"/>
                      <a:pt x="232288" y="254103"/>
                      <a:pt x="238141" y="256800"/>
                    </a:cubicBezTo>
                    <a:cubicBezTo>
                      <a:pt x="201525" y="203911"/>
                      <a:pt x="140299" y="130945"/>
                      <a:pt x="91527" y="130945"/>
                    </a:cubicBezTo>
                    <a:close/>
                    <a:moveTo>
                      <a:pt x="373499" y="21121"/>
                    </a:moveTo>
                    <a:cubicBezTo>
                      <a:pt x="357142" y="21121"/>
                      <a:pt x="344537" y="26965"/>
                      <a:pt x="334783" y="39251"/>
                    </a:cubicBezTo>
                    <a:cubicBezTo>
                      <a:pt x="302969" y="78955"/>
                      <a:pt x="310622" y="170649"/>
                      <a:pt x="318726" y="225037"/>
                    </a:cubicBezTo>
                    <a:cubicBezTo>
                      <a:pt x="321127" y="219193"/>
                      <a:pt x="323528" y="213051"/>
                      <a:pt x="326229" y="206908"/>
                    </a:cubicBezTo>
                    <a:cubicBezTo>
                      <a:pt x="347238" y="158963"/>
                      <a:pt x="369898" y="122555"/>
                      <a:pt x="377101" y="125701"/>
                    </a:cubicBezTo>
                    <a:cubicBezTo>
                      <a:pt x="384154" y="128847"/>
                      <a:pt x="373049" y="170200"/>
                      <a:pt x="352040" y="218145"/>
                    </a:cubicBezTo>
                    <a:cubicBezTo>
                      <a:pt x="348438" y="226535"/>
                      <a:pt x="344837" y="234476"/>
                      <a:pt x="341085" y="241967"/>
                    </a:cubicBezTo>
                    <a:cubicBezTo>
                      <a:pt x="395559" y="205259"/>
                      <a:pt x="476294" y="139635"/>
                      <a:pt x="473292" y="88544"/>
                    </a:cubicBezTo>
                    <a:cubicBezTo>
                      <a:pt x="471942" y="66369"/>
                      <a:pt x="453934" y="47491"/>
                      <a:pt x="419719" y="32658"/>
                    </a:cubicBezTo>
                    <a:cubicBezTo>
                      <a:pt x="402162" y="25017"/>
                      <a:pt x="386705" y="21121"/>
                      <a:pt x="373499" y="21121"/>
                    </a:cubicBezTo>
                    <a:close/>
                    <a:moveTo>
                      <a:pt x="363633" y="558"/>
                    </a:moveTo>
                    <a:cubicBezTo>
                      <a:pt x="382053" y="-1615"/>
                      <a:pt x="403662" y="2543"/>
                      <a:pt x="428123" y="13181"/>
                    </a:cubicBezTo>
                    <a:cubicBezTo>
                      <a:pt x="470291" y="31609"/>
                      <a:pt x="492651" y="56481"/>
                      <a:pt x="494452" y="87345"/>
                    </a:cubicBezTo>
                    <a:cubicBezTo>
                      <a:pt x="495352" y="103826"/>
                      <a:pt x="490100" y="120757"/>
                      <a:pt x="480946" y="137388"/>
                    </a:cubicBezTo>
                    <a:cubicBezTo>
                      <a:pt x="520863" y="118509"/>
                      <a:pt x="560030" y="124952"/>
                      <a:pt x="585841" y="190576"/>
                    </a:cubicBezTo>
                    <a:cubicBezTo>
                      <a:pt x="611652" y="256051"/>
                      <a:pt x="587342" y="287365"/>
                      <a:pt x="545323" y="300550"/>
                    </a:cubicBezTo>
                    <a:cubicBezTo>
                      <a:pt x="567533" y="308041"/>
                      <a:pt x="583890" y="319129"/>
                      <a:pt x="593644" y="334111"/>
                    </a:cubicBezTo>
                    <a:cubicBezTo>
                      <a:pt x="608951" y="357484"/>
                      <a:pt x="608201" y="388798"/>
                      <a:pt x="591393" y="427454"/>
                    </a:cubicBezTo>
                    <a:cubicBezTo>
                      <a:pt x="572185" y="471503"/>
                      <a:pt x="545774" y="493827"/>
                      <a:pt x="513060" y="493827"/>
                    </a:cubicBezTo>
                    <a:cubicBezTo>
                      <a:pt x="497903" y="493827"/>
                      <a:pt x="482296" y="488583"/>
                      <a:pt x="466990" y="480043"/>
                    </a:cubicBezTo>
                    <a:cubicBezTo>
                      <a:pt x="485898" y="519897"/>
                      <a:pt x="479445" y="559152"/>
                      <a:pt x="413717" y="584923"/>
                    </a:cubicBezTo>
                    <a:cubicBezTo>
                      <a:pt x="348138" y="610693"/>
                      <a:pt x="316775" y="586271"/>
                      <a:pt x="303419" y="544319"/>
                    </a:cubicBezTo>
                    <a:cubicBezTo>
                      <a:pt x="299217" y="557055"/>
                      <a:pt x="293665" y="568442"/>
                      <a:pt x="286312" y="577581"/>
                    </a:cubicBezTo>
                    <a:cubicBezTo>
                      <a:pt x="272506" y="594961"/>
                      <a:pt x="253898" y="603651"/>
                      <a:pt x="231088" y="603651"/>
                    </a:cubicBezTo>
                    <a:cubicBezTo>
                      <a:pt x="215031" y="603651"/>
                      <a:pt x="196573" y="599156"/>
                      <a:pt x="176314" y="590316"/>
                    </a:cubicBezTo>
                    <a:cubicBezTo>
                      <a:pt x="134146" y="572037"/>
                      <a:pt x="111936" y="547016"/>
                      <a:pt x="110136" y="516152"/>
                    </a:cubicBezTo>
                    <a:cubicBezTo>
                      <a:pt x="109235" y="499671"/>
                      <a:pt x="114487" y="482890"/>
                      <a:pt x="123641" y="466259"/>
                    </a:cubicBezTo>
                    <a:cubicBezTo>
                      <a:pt x="83724" y="485137"/>
                      <a:pt x="44557" y="478545"/>
                      <a:pt x="18746" y="413070"/>
                    </a:cubicBezTo>
                    <a:cubicBezTo>
                      <a:pt x="-7065" y="347596"/>
                      <a:pt x="17245" y="316282"/>
                      <a:pt x="59264" y="302947"/>
                    </a:cubicBezTo>
                    <a:cubicBezTo>
                      <a:pt x="37054" y="295606"/>
                      <a:pt x="20697" y="284518"/>
                      <a:pt x="10943" y="269536"/>
                    </a:cubicBezTo>
                    <a:cubicBezTo>
                      <a:pt x="-4364" y="246162"/>
                      <a:pt x="-3614" y="214699"/>
                      <a:pt x="13194" y="176043"/>
                    </a:cubicBezTo>
                    <a:cubicBezTo>
                      <a:pt x="32402" y="132144"/>
                      <a:pt x="58813" y="109819"/>
                      <a:pt x="91527" y="109819"/>
                    </a:cubicBezTo>
                    <a:cubicBezTo>
                      <a:pt x="106684" y="109819"/>
                      <a:pt x="122291" y="115063"/>
                      <a:pt x="137597" y="123454"/>
                    </a:cubicBezTo>
                    <a:cubicBezTo>
                      <a:pt x="118689" y="83599"/>
                      <a:pt x="125142" y="44494"/>
                      <a:pt x="190870" y="18724"/>
                    </a:cubicBezTo>
                    <a:cubicBezTo>
                      <a:pt x="256449" y="-7046"/>
                      <a:pt x="287812" y="17226"/>
                      <a:pt x="301168" y="59327"/>
                    </a:cubicBezTo>
                    <a:cubicBezTo>
                      <a:pt x="305220" y="46592"/>
                      <a:pt x="310772" y="35205"/>
                      <a:pt x="318275" y="25916"/>
                    </a:cubicBezTo>
                    <a:cubicBezTo>
                      <a:pt x="329981" y="11233"/>
                      <a:pt x="345212" y="2730"/>
                      <a:pt x="363633" y="5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7778849" y="2369602"/>
              <a:ext cx="661955" cy="653502"/>
              <a:chOff x="3335074" y="2095282"/>
              <a:chExt cx="661955" cy="653502"/>
            </a:xfrm>
          </p:grpSpPr>
          <p:sp>
            <p:nvSpPr>
              <p:cNvPr id="15" name="圆角矩形 22"/>
              <p:cNvSpPr/>
              <p:nvPr/>
            </p:nvSpPr>
            <p:spPr>
              <a:xfrm rot="5400000">
                <a:off x="3339301" y="2091055"/>
                <a:ext cx="653502" cy="661955"/>
              </a:xfrm>
              <a:prstGeom prst="roundRect">
                <a:avLst>
                  <a:gd name="adj" fmla="val 30000"/>
                </a:avLst>
              </a:prstGeom>
              <a:solidFill>
                <a:srgbClr val="D04B39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" name="任意多边形 23"/>
              <p:cNvSpPr/>
              <p:nvPr/>
            </p:nvSpPr>
            <p:spPr bwMode="auto">
              <a:xfrm>
                <a:off x="3514851" y="2269110"/>
                <a:ext cx="302404" cy="305842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  <a:gd name="connsiteX53" fmla="*/ 373273 h 605239"/>
                  <a:gd name="connsiteY53" fmla="*/ 373273 h 605239"/>
                  <a:gd name="connsiteX54" fmla="*/ 373273 h 605239"/>
                  <a:gd name="connsiteY54" fmla="*/ 373273 h 605239"/>
                  <a:gd name="connsiteX55" fmla="*/ 373273 h 605239"/>
                  <a:gd name="connsiteY55" fmla="*/ 373273 h 605239"/>
                  <a:gd name="connsiteX56" fmla="*/ 373273 h 605239"/>
                  <a:gd name="connsiteY56" fmla="*/ 373273 h 605239"/>
                  <a:gd name="connsiteX57" fmla="*/ 373273 h 605239"/>
                  <a:gd name="connsiteY57" fmla="*/ 373273 h 605239"/>
                  <a:gd name="connsiteX58" fmla="*/ 373273 h 605239"/>
                  <a:gd name="connsiteY58" fmla="*/ 373273 h 605239"/>
                  <a:gd name="connsiteX59" fmla="*/ 373273 h 605239"/>
                  <a:gd name="connsiteY59" fmla="*/ 373273 h 605239"/>
                  <a:gd name="connsiteX60" fmla="*/ 373273 h 605239"/>
                  <a:gd name="connsiteY60" fmla="*/ 373273 h 605239"/>
                  <a:gd name="connsiteX61" fmla="*/ 373273 h 605239"/>
                  <a:gd name="connsiteY61" fmla="*/ 373273 h 605239"/>
                  <a:gd name="connsiteX62" fmla="*/ 373273 h 605239"/>
                  <a:gd name="connsiteY62" fmla="*/ 373273 h 605239"/>
                  <a:gd name="connsiteX63" fmla="*/ 373273 h 605239"/>
                  <a:gd name="connsiteY63" fmla="*/ 373273 h 605239"/>
                  <a:gd name="connsiteX64" fmla="*/ 373273 h 605239"/>
                  <a:gd name="connsiteY64" fmla="*/ 373273 h 605239"/>
                  <a:gd name="connsiteX65" fmla="*/ 373273 h 605239"/>
                  <a:gd name="connsiteY65" fmla="*/ 373273 h 605239"/>
                  <a:gd name="connsiteX66" fmla="*/ 373273 h 605239"/>
                  <a:gd name="connsiteY66" fmla="*/ 373273 h 605239"/>
                  <a:gd name="connsiteX67" fmla="*/ 373273 h 605239"/>
                  <a:gd name="connsiteY67" fmla="*/ 373273 h 605239"/>
                  <a:gd name="connsiteX68" fmla="*/ 373273 h 605239"/>
                  <a:gd name="connsiteY68" fmla="*/ 373273 h 605239"/>
                  <a:gd name="connsiteX69" fmla="*/ 373273 h 605239"/>
                  <a:gd name="connsiteY69" fmla="*/ 373273 h 605239"/>
                  <a:gd name="connsiteX70" fmla="*/ 373273 h 605239"/>
                  <a:gd name="connsiteY70" fmla="*/ 373273 h 605239"/>
                  <a:gd name="connsiteX71" fmla="*/ 373273 h 605239"/>
                  <a:gd name="connsiteY71" fmla="*/ 373273 h 605239"/>
                  <a:gd name="connsiteX72" fmla="*/ 373273 h 605239"/>
                  <a:gd name="connsiteY72" fmla="*/ 373273 h 605239"/>
                  <a:gd name="connsiteX73" fmla="*/ 373273 h 605239"/>
                  <a:gd name="connsiteY73" fmla="*/ 373273 h 605239"/>
                  <a:gd name="connsiteX74" fmla="*/ 373273 h 605239"/>
                  <a:gd name="connsiteY74" fmla="*/ 373273 h 605239"/>
                  <a:gd name="connsiteX75" fmla="*/ 373273 h 605239"/>
                  <a:gd name="connsiteY75" fmla="*/ 373273 h 605239"/>
                  <a:gd name="connsiteX76" fmla="*/ 373273 h 605239"/>
                  <a:gd name="connsiteY76" fmla="*/ 373273 h 605239"/>
                  <a:gd name="connsiteX77" fmla="*/ 373273 h 605239"/>
                  <a:gd name="connsiteY77" fmla="*/ 373273 h 605239"/>
                  <a:gd name="connsiteX78" fmla="*/ 373273 h 605239"/>
                  <a:gd name="connsiteY78" fmla="*/ 373273 h 605239"/>
                  <a:gd name="connsiteX79" fmla="*/ 373273 h 605239"/>
                  <a:gd name="connsiteY79" fmla="*/ 373273 h 605239"/>
                  <a:gd name="connsiteX80" fmla="*/ 373273 h 605239"/>
                  <a:gd name="connsiteY80" fmla="*/ 373273 h 605239"/>
                  <a:gd name="connsiteX81" fmla="*/ 373273 h 605239"/>
                  <a:gd name="connsiteY81" fmla="*/ 373273 h 605239"/>
                  <a:gd name="connsiteX82" fmla="*/ 373273 h 605239"/>
                  <a:gd name="connsiteY82" fmla="*/ 373273 h 605239"/>
                  <a:gd name="connsiteX83" fmla="*/ 373273 h 605239"/>
                  <a:gd name="connsiteY83" fmla="*/ 373273 h 605239"/>
                  <a:gd name="connsiteX84" fmla="*/ 373273 h 605239"/>
                  <a:gd name="connsiteY84" fmla="*/ 373273 h 605239"/>
                  <a:gd name="connsiteX85" fmla="*/ 373273 h 605239"/>
                  <a:gd name="connsiteY85" fmla="*/ 373273 h 605239"/>
                  <a:gd name="connsiteX86" fmla="*/ 373273 h 605239"/>
                  <a:gd name="connsiteY86" fmla="*/ 373273 h 605239"/>
                  <a:gd name="connsiteX87" fmla="*/ 373273 h 605239"/>
                  <a:gd name="connsiteY87" fmla="*/ 373273 h 605239"/>
                  <a:gd name="connsiteX88" fmla="*/ 373273 h 605239"/>
                  <a:gd name="connsiteY88" fmla="*/ 373273 h 605239"/>
                  <a:gd name="connsiteX89" fmla="*/ 373273 h 605239"/>
                  <a:gd name="connsiteY89" fmla="*/ 373273 h 605239"/>
                  <a:gd name="connsiteX90" fmla="*/ 373273 h 605239"/>
                  <a:gd name="connsiteY90" fmla="*/ 373273 h 605239"/>
                  <a:gd name="connsiteX91" fmla="*/ 373273 h 605239"/>
                  <a:gd name="connsiteY91" fmla="*/ 373273 h 605239"/>
                  <a:gd name="connsiteX92" fmla="*/ 373273 h 605239"/>
                  <a:gd name="connsiteY92" fmla="*/ 373273 h 605239"/>
                  <a:gd name="connsiteX93" fmla="*/ 373273 h 605239"/>
                  <a:gd name="connsiteY93" fmla="*/ 373273 h 605239"/>
                  <a:gd name="connsiteX94" fmla="*/ 373273 h 605239"/>
                  <a:gd name="connsiteY94" fmla="*/ 373273 h 605239"/>
                  <a:gd name="connsiteX95" fmla="*/ 373273 h 605239"/>
                  <a:gd name="connsiteY95" fmla="*/ 373273 h 605239"/>
                  <a:gd name="connsiteX96" fmla="*/ 373273 h 605239"/>
                  <a:gd name="connsiteY96" fmla="*/ 373273 h 605239"/>
                  <a:gd name="connsiteX97" fmla="*/ 373273 h 605239"/>
                  <a:gd name="connsiteY97" fmla="*/ 373273 h 605239"/>
                  <a:gd name="connsiteX98" fmla="*/ 373273 h 605239"/>
                  <a:gd name="connsiteY98" fmla="*/ 373273 h 605239"/>
                  <a:gd name="connsiteX99" fmla="*/ 373273 h 605239"/>
                  <a:gd name="connsiteY99" fmla="*/ 373273 h 605239"/>
                  <a:gd name="connsiteX100" fmla="*/ 373273 h 605239"/>
                  <a:gd name="connsiteY100" fmla="*/ 373273 h 605239"/>
                  <a:gd name="connsiteX101" fmla="*/ 373273 h 605239"/>
                  <a:gd name="connsiteY101" fmla="*/ 373273 h 605239"/>
                  <a:gd name="connsiteX102" fmla="*/ 373273 h 605239"/>
                  <a:gd name="connsiteY102" fmla="*/ 373273 h 605239"/>
                  <a:gd name="connsiteX103" fmla="*/ 373273 h 605239"/>
                  <a:gd name="connsiteY103" fmla="*/ 373273 h 605239"/>
                  <a:gd name="connsiteX104" fmla="*/ 373273 h 605239"/>
                  <a:gd name="connsiteY104" fmla="*/ 373273 h 605239"/>
                  <a:gd name="connsiteX105" fmla="*/ 373273 h 605239"/>
                  <a:gd name="connsiteY105" fmla="*/ 373273 h 605239"/>
                  <a:gd name="connsiteX106" fmla="*/ 373273 h 605239"/>
                  <a:gd name="connsiteY106" fmla="*/ 373273 h 605239"/>
                  <a:gd name="connsiteX107" fmla="*/ 373273 h 605239"/>
                  <a:gd name="connsiteY107" fmla="*/ 373273 h 605239"/>
                  <a:gd name="connsiteX108" fmla="*/ 373273 h 605239"/>
                  <a:gd name="connsiteY108" fmla="*/ 373273 h 605239"/>
                  <a:gd name="connsiteX109" fmla="*/ 373273 h 605239"/>
                  <a:gd name="connsiteY109" fmla="*/ 373273 h 605239"/>
                  <a:gd name="connsiteX110" fmla="*/ 373273 h 605239"/>
                  <a:gd name="connsiteY110" fmla="*/ 373273 h 605239"/>
                  <a:gd name="connsiteX111" fmla="*/ 373273 h 605239"/>
                  <a:gd name="connsiteY111" fmla="*/ 373273 h 605239"/>
                  <a:gd name="connsiteX112" fmla="*/ 373273 h 605239"/>
                  <a:gd name="connsiteY112" fmla="*/ 373273 h 605239"/>
                  <a:gd name="connsiteX113" fmla="*/ 373273 h 605239"/>
                  <a:gd name="connsiteY113" fmla="*/ 373273 h 605239"/>
                  <a:gd name="connsiteX114" fmla="*/ 373273 h 605239"/>
                  <a:gd name="connsiteY114" fmla="*/ 373273 h 605239"/>
                  <a:gd name="connsiteX115" fmla="*/ 373273 h 605239"/>
                  <a:gd name="connsiteY115" fmla="*/ 373273 h 605239"/>
                  <a:gd name="connsiteX116" fmla="*/ 373273 h 605239"/>
                  <a:gd name="connsiteY116" fmla="*/ 373273 h 605239"/>
                  <a:gd name="connsiteX117" fmla="*/ 373273 h 605239"/>
                  <a:gd name="connsiteY117" fmla="*/ 373273 h 605239"/>
                  <a:gd name="connsiteX118" fmla="*/ 373273 h 605239"/>
                  <a:gd name="connsiteY118" fmla="*/ 373273 h 605239"/>
                  <a:gd name="connsiteX119" fmla="*/ 373273 h 605239"/>
                  <a:gd name="connsiteY119" fmla="*/ 373273 h 605239"/>
                  <a:gd name="connsiteX120" fmla="*/ 373273 h 605239"/>
                  <a:gd name="connsiteY120" fmla="*/ 373273 h 605239"/>
                  <a:gd name="connsiteX121" fmla="*/ 373273 h 605239"/>
                  <a:gd name="connsiteY121" fmla="*/ 373273 h 605239"/>
                  <a:gd name="connsiteX122" fmla="*/ 373273 h 605239"/>
                  <a:gd name="connsiteY122" fmla="*/ 373273 h 605239"/>
                  <a:gd name="connsiteX123" fmla="*/ 373273 h 605239"/>
                  <a:gd name="connsiteY123" fmla="*/ 373273 h 605239"/>
                  <a:gd name="connsiteX124" fmla="*/ 373273 h 605239"/>
                  <a:gd name="connsiteY124" fmla="*/ 373273 h 605239"/>
                  <a:gd name="connsiteX125" fmla="*/ 373273 h 605239"/>
                  <a:gd name="connsiteY125" fmla="*/ 373273 h 605239"/>
                  <a:gd name="connsiteX126" fmla="*/ 373273 h 605239"/>
                  <a:gd name="connsiteY126" fmla="*/ 373273 h 605239"/>
                  <a:gd name="connsiteX127" fmla="*/ 373273 h 605239"/>
                  <a:gd name="connsiteY127" fmla="*/ 373273 h 605239"/>
                  <a:gd name="connsiteX128" fmla="*/ 373273 h 605239"/>
                  <a:gd name="connsiteY128" fmla="*/ 373273 h 605239"/>
                  <a:gd name="connsiteX129" fmla="*/ 373273 h 605239"/>
                  <a:gd name="connsiteY129" fmla="*/ 373273 h 605239"/>
                  <a:gd name="connsiteX130" fmla="*/ 373273 h 605239"/>
                  <a:gd name="connsiteY130" fmla="*/ 373273 h 605239"/>
                  <a:gd name="connsiteX131" fmla="*/ 373273 h 605239"/>
                  <a:gd name="connsiteY131" fmla="*/ 373273 h 605239"/>
                  <a:gd name="connsiteX132" fmla="*/ 373273 h 605239"/>
                  <a:gd name="connsiteY132" fmla="*/ 373273 h 605239"/>
                  <a:gd name="connsiteX133" fmla="*/ 373273 h 605239"/>
                  <a:gd name="connsiteY133" fmla="*/ 373273 h 605239"/>
                  <a:gd name="connsiteX134" fmla="*/ 373273 h 605239"/>
                  <a:gd name="connsiteY134" fmla="*/ 373273 h 605239"/>
                  <a:gd name="connsiteX135" fmla="*/ 373273 h 605239"/>
                  <a:gd name="connsiteY135" fmla="*/ 373273 h 605239"/>
                  <a:gd name="connsiteX136" fmla="*/ 373273 h 605239"/>
                  <a:gd name="connsiteY136" fmla="*/ 373273 h 605239"/>
                  <a:gd name="connsiteX137" fmla="*/ 373273 h 605239"/>
                  <a:gd name="connsiteY137" fmla="*/ 373273 h 605239"/>
                  <a:gd name="connsiteX138" fmla="*/ 373273 h 605239"/>
                  <a:gd name="connsiteY138" fmla="*/ 373273 h 605239"/>
                  <a:gd name="connsiteX139" fmla="*/ 373273 h 605239"/>
                  <a:gd name="connsiteY139" fmla="*/ 373273 h 605239"/>
                  <a:gd name="connsiteX140" fmla="*/ 373273 h 605239"/>
                  <a:gd name="connsiteY140" fmla="*/ 373273 h 605239"/>
                  <a:gd name="connsiteX141" fmla="*/ 373273 h 605239"/>
                  <a:gd name="connsiteY141" fmla="*/ 373273 h 605239"/>
                  <a:gd name="connsiteX142" fmla="*/ 373273 h 605239"/>
                  <a:gd name="connsiteY142" fmla="*/ 373273 h 605239"/>
                  <a:gd name="connsiteX143" fmla="*/ 373273 h 605239"/>
                  <a:gd name="connsiteY143" fmla="*/ 373273 h 605239"/>
                  <a:gd name="connsiteX144" fmla="*/ 373273 h 605239"/>
                  <a:gd name="connsiteY144" fmla="*/ 373273 h 605239"/>
                  <a:gd name="connsiteX145" fmla="*/ 373273 h 605239"/>
                  <a:gd name="connsiteY145" fmla="*/ 373273 h 605239"/>
                  <a:gd name="connsiteX146" fmla="*/ 373273 h 605239"/>
                  <a:gd name="connsiteY146" fmla="*/ 373273 h 605239"/>
                  <a:gd name="connsiteX147" fmla="*/ 373273 h 605239"/>
                  <a:gd name="connsiteY147" fmla="*/ 373273 h 605239"/>
                  <a:gd name="connsiteX148" fmla="*/ 373273 h 605239"/>
                  <a:gd name="connsiteY148" fmla="*/ 373273 h 605239"/>
                  <a:gd name="connsiteX149" fmla="*/ 373273 h 605239"/>
                  <a:gd name="connsiteY149" fmla="*/ 373273 h 605239"/>
                  <a:gd name="connsiteX150" fmla="*/ 373273 h 605239"/>
                  <a:gd name="connsiteY150" fmla="*/ 373273 h 605239"/>
                  <a:gd name="connsiteX151" fmla="*/ 373273 h 605239"/>
                  <a:gd name="connsiteY151" fmla="*/ 373273 h 605239"/>
                  <a:gd name="connsiteX152" fmla="*/ 373273 h 605239"/>
                  <a:gd name="connsiteY152" fmla="*/ 373273 h 605239"/>
                  <a:gd name="connsiteX153" fmla="*/ 373273 h 605239"/>
                  <a:gd name="connsiteY153" fmla="*/ 373273 h 605239"/>
                  <a:gd name="connsiteX154" fmla="*/ 373273 h 605239"/>
                  <a:gd name="connsiteY154" fmla="*/ 373273 h 605239"/>
                  <a:gd name="connsiteX155" fmla="*/ 373273 h 605239"/>
                  <a:gd name="connsiteY155" fmla="*/ 373273 h 605239"/>
                  <a:gd name="connsiteX156" fmla="*/ 373273 h 605239"/>
                  <a:gd name="connsiteY156" fmla="*/ 373273 h 605239"/>
                  <a:gd name="connsiteX157" fmla="*/ 373273 h 605239"/>
                  <a:gd name="connsiteY157" fmla="*/ 373273 h 605239"/>
                  <a:gd name="connsiteX158" fmla="*/ 373273 h 605239"/>
                  <a:gd name="connsiteY158" fmla="*/ 373273 h 605239"/>
                  <a:gd name="connsiteX159" fmla="*/ 373273 h 605239"/>
                  <a:gd name="connsiteY159" fmla="*/ 373273 h 605239"/>
                  <a:gd name="connsiteX160" fmla="*/ 373273 h 605239"/>
                  <a:gd name="connsiteY160" fmla="*/ 373273 h 605239"/>
                  <a:gd name="connsiteX161" fmla="*/ 373273 h 605239"/>
                  <a:gd name="connsiteY161" fmla="*/ 373273 h 605239"/>
                  <a:gd name="connsiteX162" fmla="*/ 373273 h 605239"/>
                  <a:gd name="connsiteY162" fmla="*/ 373273 h 605239"/>
                  <a:gd name="connsiteX163" fmla="*/ 373273 h 605239"/>
                  <a:gd name="connsiteY163" fmla="*/ 373273 h 605239"/>
                  <a:gd name="connsiteX164" fmla="*/ 373273 h 605239"/>
                  <a:gd name="connsiteY164" fmla="*/ 373273 h 605239"/>
                  <a:gd name="connsiteX165" fmla="*/ 373273 h 605239"/>
                  <a:gd name="connsiteY165" fmla="*/ 373273 h 605239"/>
                  <a:gd name="connsiteX166" fmla="*/ 373273 h 605239"/>
                  <a:gd name="connsiteY166" fmla="*/ 373273 h 605239"/>
                  <a:gd name="connsiteX167" fmla="*/ 373273 h 605239"/>
                  <a:gd name="connsiteY167" fmla="*/ 373273 h 605239"/>
                  <a:gd name="connsiteX168" fmla="*/ 373273 h 605239"/>
                  <a:gd name="connsiteY168" fmla="*/ 373273 h 605239"/>
                  <a:gd name="connsiteX169" fmla="*/ 373273 h 605239"/>
                  <a:gd name="connsiteY169" fmla="*/ 373273 h 605239"/>
                  <a:gd name="connsiteX170" fmla="*/ 373273 h 605239"/>
                  <a:gd name="connsiteY170" fmla="*/ 373273 h 605239"/>
                  <a:gd name="connsiteX171" fmla="*/ 373273 h 605239"/>
                  <a:gd name="connsiteY171" fmla="*/ 373273 h 605239"/>
                  <a:gd name="connsiteX172" fmla="*/ 373273 h 605239"/>
                  <a:gd name="connsiteY172" fmla="*/ 373273 h 605239"/>
                  <a:gd name="connsiteX173" fmla="*/ 373273 h 605239"/>
                  <a:gd name="connsiteY173" fmla="*/ 373273 h 605239"/>
                  <a:gd name="connsiteX174" fmla="*/ 373273 h 605239"/>
                  <a:gd name="connsiteY174" fmla="*/ 373273 h 605239"/>
                  <a:gd name="connsiteX175" fmla="*/ 373273 h 605239"/>
                  <a:gd name="connsiteY175" fmla="*/ 373273 h 605239"/>
                  <a:gd name="connsiteX176" fmla="*/ 373273 h 605239"/>
                  <a:gd name="connsiteY176" fmla="*/ 373273 h 605239"/>
                  <a:gd name="connsiteX177" fmla="*/ 373273 h 605239"/>
                  <a:gd name="connsiteY177" fmla="*/ 373273 h 605239"/>
                  <a:gd name="connsiteX178" fmla="*/ 373273 h 605239"/>
                  <a:gd name="connsiteY178" fmla="*/ 373273 h 605239"/>
                  <a:gd name="connsiteX179" fmla="*/ 373273 h 605239"/>
                  <a:gd name="connsiteY179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</a:cxnLst>
                <a:rect l="l" t="t" r="r" b="b"/>
                <a:pathLst>
                  <a:path w="604587" h="603651">
                    <a:moveTo>
                      <a:pt x="257199" y="365875"/>
                    </a:moveTo>
                    <a:cubicBezTo>
                      <a:pt x="203026" y="403332"/>
                      <a:pt x="128443" y="465960"/>
                      <a:pt x="131295" y="514953"/>
                    </a:cubicBezTo>
                    <a:cubicBezTo>
                      <a:pt x="132645" y="537277"/>
                      <a:pt x="150653" y="556006"/>
                      <a:pt x="184868" y="570989"/>
                    </a:cubicBezTo>
                    <a:cubicBezTo>
                      <a:pt x="202425" y="578630"/>
                      <a:pt x="217882" y="582376"/>
                      <a:pt x="231088" y="582376"/>
                    </a:cubicBezTo>
                    <a:cubicBezTo>
                      <a:pt x="247445" y="582376"/>
                      <a:pt x="260050" y="576532"/>
                      <a:pt x="269805" y="564396"/>
                    </a:cubicBezTo>
                    <a:cubicBezTo>
                      <a:pt x="302969" y="522894"/>
                      <a:pt x="293215" y="424607"/>
                      <a:pt x="284811" y="371418"/>
                    </a:cubicBezTo>
                    <a:cubicBezTo>
                      <a:pt x="282260" y="378011"/>
                      <a:pt x="279409" y="384753"/>
                      <a:pt x="276407" y="391795"/>
                    </a:cubicBezTo>
                    <a:cubicBezTo>
                      <a:pt x="255398" y="439740"/>
                      <a:pt x="232738" y="476148"/>
                      <a:pt x="225535" y="473001"/>
                    </a:cubicBezTo>
                    <a:cubicBezTo>
                      <a:pt x="218482" y="469855"/>
                      <a:pt x="229587" y="428503"/>
                      <a:pt x="250596" y="380558"/>
                    </a:cubicBezTo>
                    <a:cubicBezTo>
                      <a:pt x="252697" y="375464"/>
                      <a:pt x="254948" y="370669"/>
                      <a:pt x="257199" y="365875"/>
                    </a:cubicBezTo>
                    <a:close/>
                    <a:moveTo>
                      <a:pt x="465039" y="311188"/>
                    </a:moveTo>
                    <a:cubicBezTo>
                      <a:pt x="434276" y="311188"/>
                      <a:pt x="403362" y="314634"/>
                      <a:pt x="379352" y="318230"/>
                    </a:cubicBezTo>
                    <a:cubicBezTo>
                      <a:pt x="384154" y="320027"/>
                      <a:pt x="388956" y="322125"/>
                      <a:pt x="393908" y="324223"/>
                    </a:cubicBezTo>
                    <a:cubicBezTo>
                      <a:pt x="441929" y="345199"/>
                      <a:pt x="478395" y="367822"/>
                      <a:pt x="475243" y="375014"/>
                    </a:cubicBezTo>
                    <a:cubicBezTo>
                      <a:pt x="472092" y="382056"/>
                      <a:pt x="430674" y="370969"/>
                      <a:pt x="382653" y="349993"/>
                    </a:cubicBezTo>
                    <a:cubicBezTo>
                      <a:pt x="375600" y="346996"/>
                      <a:pt x="368847" y="343850"/>
                      <a:pt x="362395" y="340853"/>
                    </a:cubicBezTo>
                    <a:cubicBezTo>
                      <a:pt x="398410" y="394042"/>
                      <a:pt x="462338" y="472552"/>
                      <a:pt x="513060" y="472552"/>
                    </a:cubicBezTo>
                    <a:cubicBezTo>
                      <a:pt x="536620" y="472552"/>
                      <a:pt x="556428" y="454573"/>
                      <a:pt x="571885" y="419063"/>
                    </a:cubicBezTo>
                    <a:cubicBezTo>
                      <a:pt x="585691" y="387450"/>
                      <a:pt x="587041" y="362728"/>
                      <a:pt x="575937" y="345648"/>
                    </a:cubicBezTo>
                    <a:cubicBezTo>
                      <a:pt x="561080" y="323174"/>
                      <a:pt x="522814" y="311188"/>
                      <a:pt x="465039" y="311188"/>
                    </a:cubicBezTo>
                    <a:close/>
                    <a:moveTo>
                      <a:pt x="299824" y="259207"/>
                    </a:moveTo>
                    <a:cubicBezTo>
                      <a:pt x="300874" y="259207"/>
                      <a:pt x="301925" y="259357"/>
                      <a:pt x="302975" y="259507"/>
                    </a:cubicBezTo>
                    <a:cubicBezTo>
                      <a:pt x="304025" y="259656"/>
                      <a:pt x="305226" y="259656"/>
                      <a:pt x="306276" y="259806"/>
                    </a:cubicBezTo>
                    <a:cubicBezTo>
                      <a:pt x="309727" y="260405"/>
                      <a:pt x="313178" y="261154"/>
                      <a:pt x="316479" y="262652"/>
                    </a:cubicBezTo>
                    <a:cubicBezTo>
                      <a:pt x="320380" y="264299"/>
                      <a:pt x="323682" y="266696"/>
                      <a:pt x="326682" y="269242"/>
                    </a:cubicBezTo>
                    <a:cubicBezTo>
                      <a:pt x="328333" y="270590"/>
                      <a:pt x="329833" y="271938"/>
                      <a:pt x="331184" y="273586"/>
                    </a:cubicBezTo>
                    <a:cubicBezTo>
                      <a:pt x="332234" y="274784"/>
                      <a:pt x="333134" y="275982"/>
                      <a:pt x="334035" y="277180"/>
                    </a:cubicBezTo>
                    <a:cubicBezTo>
                      <a:pt x="335535" y="279277"/>
                      <a:pt x="336736" y="281524"/>
                      <a:pt x="337786" y="283920"/>
                    </a:cubicBezTo>
                    <a:cubicBezTo>
                      <a:pt x="338686" y="286167"/>
                      <a:pt x="339436" y="288413"/>
                      <a:pt x="340037" y="290660"/>
                    </a:cubicBezTo>
                    <a:cubicBezTo>
                      <a:pt x="340187" y="291559"/>
                      <a:pt x="340637" y="292308"/>
                      <a:pt x="340787" y="293206"/>
                    </a:cubicBezTo>
                    <a:cubicBezTo>
                      <a:pt x="341387" y="296501"/>
                      <a:pt x="341387" y="299796"/>
                      <a:pt x="341237" y="303092"/>
                    </a:cubicBezTo>
                    <a:cubicBezTo>
                      <a:pt x="341237" y="303541"/>
                      <a:pt x="341237" y="303990"/>
                      <a:pt x="341087" y="304290"/>
                    </a:cubicBezTo>
                    <a:cubicBezTo>
                      <a:pt x="340787" y="308633"/>
                      <a:pt x="339887" y="313127"/>
                      <a:pt x="338086" y="317320"/>
                    </a:cubicBezTo>
                    <a:cubicBezTo>
                      <a:pt x="336736" y="320316"/>
                      <a:pt x="334935" y="323012"/>
                      <a:pt x="333134" y="325558"/>
                    </a:cubicBezTo>
                    <a:cubicBezTo>
                      <a:pt x="332084" y="326906"/>
                      <a:pt x="331034" y="328254"/>
                      <a:pt x="329833" y="329452"/>
                    </a:cubicBezTo>
                    <a:cubicBezTo>
                      <a:pt x="329683" y="329602"/>
                      <a:pt x="329533" y="329602"/>
                      <a:pt x="329383" y="329752"/>
                    </a:cubicBezTo>
                    <a:cubicBezTo>
                      <a:pt x="327883" y="331399"/>
                      <a:pt x="326232" y="332747"/>
                      <a:pt x="324582" y="334095"/>
                    </a:cubicBezTo>
                    <a:cubicBezTo>
                      <a:pt x="323081" y="335144"/>
                      <a:pt x="321581" y="336192"/>
                      <a:pt x="319930" y="336941"/>
                    </a:cubicBezTo>
                    <a:cubicBezTo>
                      <a:pt x="317830" y="338139"/>
                      <a:pt x="315579" y="339188"/>
                      <a:pt x="313328" y="339937"/>
                    </a:cubicBezTo>
                    <a:cubicBezTo>
                      <a:pt x="311678" y="340536"/>
                      <a:pt x="310027" y="340985"/>
                      <a:pt x="308227" y="341285"/>
                    </a:cubicBezTo>
                    <a:cubicBezTo>
                      <a:pt x="305976" y="341734"/>
                      <a:pt x="303575" y="342033"/>
                      <a:pt x="301174" y="342183"/>
                    </a:cubicBezTo>
                    <a:cubicBezTo>
                      <a:pt x="300724" y="342183"/>
                      <a:pt x="300274" y="342333"/>
                      <a:pt x="299824" y="342333"/>
                    </a:cubicBezTo>
                    <a:cubicBezTo>
                      <a:pt x="298324" y="342333"/>
                      <a:pt x="296973" y="342033"/>
                      <a:pt x="295473" y="341884"/>
                    </a:cubicBezTo>
                    <a:cubicBezTo>
                      <a:pt x="291271" y="341434"/>
                      <a:pt x="287220" y="340536"/>
                      <a:pt x="283169" y="338738"/>
                    </a:cubicBezTo>
                    <a:cubicBezTo>
                      <a:pt x="279868" y="337241"/>
                      <a:pt x="276717" y="335293"/>
                      <a:pt x="273866" y="332897"/>
                    </a:cubicBezTo>
                    <a:cubicBezTo>
                      <a:pt x="273116" y="332298"/>
                      <a:pt x="272365" y="331699"/>
                      <a:pt x="271615" y="331100"/>
                    </a:cubicBezTo>
                    <a:cubicBezTo>
                      <a:pt x="269064" y="328703"/>
                      <a:pt x="266814" y="326157"/>
                      <a:pt x="264863" y="323162"/>
                    </a:cubicBezTo>
                    <a:cubicBezTo>
                      <a:pt x="264863" y="323162"/>
                      <a:pt x="264713" y="323012"/>
                      <a:pt x="264713" y="322862"/>
                    </a:cubicBezTo>
                    <a:cubicBezTo>
                      <a:pt x="263363" y="320615"/>
                      <a:pt x="262162" y="318369"/>
                      <a:pt x="261112" y="315972"/>
                    </a:cubicBezTo>
                    <a:cubicBezTo>
                      <a:pt x="260662" y="314624"/>
                      <a:pt x="260362" y="313276"/>
                      <a:pt x="259912" y="311779"/>
                    </a:cubicBezTo>
                    <a:cubicBezTo>
                      <a:pt x="259461" y="309981"/>
                      <a:pt x="259011" y="308184"/>
                      <a:pt x="258711" y="306387"/>
                    </a:cubicBezTo>
                    <a:cubicBezTo>
                      <a:pt x="258561" y="304739"/>
                      <a:pt x="258411" y="303092"/>
                      <a:pt x="258411" y="301444"/>
                    </a:cubicBezTo>
                    <a:cubicBezTo>
                      <a:pt x="258261" y="298748"/>
                      <a:pt x="258561" y="296202"/>
                      <a:pt x="259011" y="293506"/>
                    </a:cubicBezTo>
                    <a:cubicBezTo>
                      <a:pt x="259611" y="290361"/>
                      <a:pt x="260362" y="287215"/>
                      <a:pt x="261712" y="284220"/>
                    </a:cubicBezTo>
                    <a:cubicBezTo>
                      <a:pt x="263513" y="279876"/>
                      <a:pt x="266214" y="276132"/>
                      <a:pt x="269214" y="272837"/>
                    </a:cubicBezTo>
                    <a:cubicBezTo>
                      <a:pt x="269965" y="271938"/>
                      <a:pt x="270865" y="270890"/>
                      <a:pt x="271915" y="269991"/>
                    </a:cubicBezTo>
                    <a:cubicBezTo>
                      <a:pt x="271915" y="269991"/>
                      <a:pt x="272065" y="269991"/>
                      <a:pt x="272065" y="269841"/>
                    </a:cubicBezTo>
                    <a:cubicBezTo>
                      <a:pt x="274016" y="268044"/>
                      <a:pt x="276117" y="266546"/>
                      <a:pt x="278367" y="265198"/>
                    </a:cubicBezTo>
                    <a:cubicBezTo>
                      <a:pt x="279118" y="264749"/>
                      <a:pt x="280018" y="264299"/>
                      <a:pt x="280768" y="264000"/>
                    </a:cubicBezTo>
                    <a:cubicBezTo>
                      <a:pt x="284369" y="262053"/>
                      <a:pt x="288120" y="260705"/>
                      <a:pt x="292172" y="259956"/>
                    </a:cubicBezTo>
                    <a:cubicBezTo>
                      <a:pt x="293072" y="259806"/>
                      <a:pt x="294122" y="259656"/>
                      <a:pt x="295173" y="259507"/>
                    </a:cubicBezTo>
                    <a:cubicBezTo>
                      <a:pt x="296673" y="259357"/>
                      <a:pt x="298324" y="259207"/>
                      <a:pt x="299824" y="259207"/>
                    </a:cubicBezTo>
                    <a:close/>
                    <a:moveTo>
                      <a:pt x="323228" y="252006"/>
                    </a:moveTo>
                    <a:cubicBezTo>
                      <a:pt x="323228" y="252455"/>
                      <a:pt x="323378" y="253055"/>
                      <a:pt x="323528" y="253504"/>
                    </a:cubicBezTo>
                    <a:cubicBezTo>
                      <a:pt x="323828" y="253204"/>
                      <a:pt x="324278" y="252905"/>
                      <a:pt x="324728" y="252605"/>
                    </a:cubicBezTo>
                    <a:cubicBezTo>
                      <a:pt x="324128" y="252455"/>
                      <a:pt x="323678" y="252156"/>
                      <a:pt x="323228" y="252006"/>
                    </a:cubicBezTo>
                    <a:close/>
                    <a:moveTo>
                      <a:pt x="254348" y="180088"/>
                    </a:moveTo>
                    <a:cubicBezTo>
                      <a:pt x="249396" y="182036"/>
                      <a:pt x="255998" y="210354"/>
                      <a:pt x="268904" y="243166"/>
                    </a:cubicBezTo>
                    <a:cubicBezTo>
                      <a:pt x="270555" y="247361"/>
                      <a:pt x="272206" y="251257"/>
                      <a:pt x="273856" y="255002"/>
                    </a:cubicBezTo>
                    <a:cubicBezTo>
                      <a:pt x="272806" y="255751"/>
                      <a:pt x="271905" y="256501"/>
                      <a:pt x="270855" y="257250"/>
                    </a:cubicBezTo>
                    <a:cubicBezTo>
                      <a:pt x="266803" y="254403"/>
                      <a:pt x="262301" y="251107"/>
                      <a:pt x="257499" y="247661"/>
                    </a:cubicBezTo>
                    <a:cubicBezTo>
                      <a:pt x="260651" y="252305"/>
                      <a:pt x="263652" y="256800"/>
                      <a:pt x="266203" y="260846"/>
                    </a:cubicBezTo>
                    <a:cubicBezTo>
                      <a:pt x="266203" y="260846"/>
                      <a:pt x="266353" y="260846"/>
                      <a:pt x="266353" y="260846"/>
                    </a:cubicBezTo>
                    <a:cubicBezTo>
                      <a:pt x="265603" y="261445"/>
                      <a:pt x="264852" y="262044"/>
                      <a:pt x="264252" y="262643"/>
                    </a:cubicBezTo>
                    <a:cubicBezTo>
                      <a:pt x="262601" y="264292"/>
                      <a:pt x="261101" y="265790"/>
                      <a:pt x="259600" y="267588"/>
                    </a:cubicBezTo>
                    <a:cubicBezTo>
                      <a:pt x="256899" y="270884"/>
                      <a:pt x="254498" y="274630"/>
                      <a:pt x="252547" y="278675"/>
                    </a:cubicBezTo>
                    <a:cubicBezTo>
                      <a:pt x="252397" y="279125"/>
                      <a:pt x="252097" y="279424"/>
                      <a:pt x="251947" y="279874"/>
                    </a:cubicBezTo>
                    <a:cubicBezTo>
                      <a:pt x="251797" y="280323"/>
                      <a:pt x="251797" y="280623"/>
                      <a:pt x="251647" y="281072"/>
                    </a:cubicBezTo>
                    <a:cubicBezTo>
                      <a:pt x="250446" y="284069"/>
                      <a:pt x="249396" y="287065"/>
                      <a:pt x="248795" y="290062"/>
                    </a:cubicBezTo>
                    <a:cubicBezTo>
                      <a:pt x="247895" y="294407"/>
                      <a:pt x="247595" y="298902"/>
                      <a:pt x="247895" y="303247"/>
                    </a:cubicBezTo>
                    <a:cubicBezTo>
                      <a:pt x="243093" y="304146"/>
                      <a:pt x="237691" y="305045"/>
                      <a:pt x="231838" y="305944"/>
                    </a:cubicBezTo>
                    <a:cubicBezTo>
                      <a:pt x="237991" y="307142"/>
                      <a:pt x="243543" y="308191"/>
                      <a:pt x="248345" y="309240"/>
                    </a:cubicBezTo>
                    <a:cubicBezTo>
                      <a:pt x="248495" y="309540"/>
                      <a:pt x="248495" y="309689"/>
                      <a:pt x="248495" y="309989"/>
                    </a:cubicBezTo>
                    <a:cubicBezTo>
                      <a:pt x="245044" y="311188"/>
                      <a:pt x="241592" y="312536"/>
                      <a:pt x="238141" y="313885"/>
                    </a:cubicBezTo>
                    <a:cubicBezTo>
                      <a:pt x="205126" y="326920"/>
                      <a:pt x="179916" y="341303"/>
                      <a:pt x="181866" y="346247"/>
                    </a:cubicBezTo>
                    <a:cubicBezTo>
                      <a:pt x="183817" y="351042"/>
                      <a:pt x="212180" y="344599"/>
                      <a:pt x="245044" y="331564"/>
                    </a:cubicBezTo>
                    <a:cubicBezTo>
                      <a:pt x="248495" y="330216"/>
                      <a:pt x="251947" y="328867"/>
                      <a:pt x="255248" y="327519"/>
                    </a:cubicBezTo>
                    <a:cubicBezTo>
                      <a:pt x="256149" y="329017"/>
                      <a:pt x="257199" y="330515"/>
                      <a:pt x="258400" y="332014"/>
                    </a:cubicBezTo>
                    <a:cubicBezTo>
                      <a:pt x="255398" y="336359"/>
                      <a:pt x="251947" y="341153"/>
                      <a:pt x="248045" y="346547"/>
                    </a:cubicBezTo>
                    <a:cubicBezTo>
                      <a:pt x="253147" y="342951"/>
                      <a:pt x="258099" y="339805"/>
                      <a:pt x="262301" y="337108"/>
                    </a:cubicBezTo>
                    <a:cubicBezTo>
                      <a:pt x="264252" y="339056"/>
                      <a:pt x="266503" y="340853"/>
                      <a:pt x="268754" y="342502"/>
                    </a:cubicBezTo>
                    <a:cubicBezTo>
                      <a:pt x="271905" y="344749"/>
                      <a:pt x="275357" y="346847"/>
                      <a:pt x="278959" y="348495"/>
                    </a:cubicBezTo>
                    <a:cubicBezTo>
                      <a:pt x="283160" y="350293"/>
                      <a:pt x="287512" y="351341"/>
                      <a:pt x="292014" y="352091"/>
                    </a:cubicBezTo>
                    <a:cubicBezTo>
                      <a:pt x="294565" y="352540"/>
                      <a:pt x="297116" y="352840"/>
                      <a:pt x="299818" y="352840"/>
                    </a:cubicBezTo>
                    <a:cubicBezTo>
                      <a:pt x="301018" y="352840"/>
                      <a:pt x="302068" y="352690"/>
                      <a:pt x="303269" y="352690"/>
                    </a:cubicBezTo>
                    <a:cubicBezTo>
                      <a:pt x="304169" y="358233"/>
                      <a:pt x="305370" y="364676"/>
                      <a:pt x="306420" y="372018"/>
                    </a:cubicBezTo>
                    <a:cubicBezTo>
                      <a:pt x="307921" y="364227"/>
                      <a:pt x="309422" y="357335"/>
                      <a:pt x="310622" y="351641"/>
                    </a:cubicBezTo>
                    <a:cubicBezTo>
                      <a:pt x="311072" y="351491"/>
                      <a:pt x="311372" y="351491"/>
                      <a:pt x="311823" y="351341"/>
                    </a:cubicBezTo>
                    <a:cubicBezTo>
                      <a:pt x="313023" y="354937"/>
                      <a:pt x="314524" y="358683"/>
                      <a:pt x="315874" y="362429"/>
                    </a:cubicBezTo>
                    <a:cubicBezTo>
                      <a:pt x="328930" y="395391"/>
                      <a:pt x="343336" y="420412"/>
                      <a:pt x="348288" y="418614"/>
                    </a:cubicBezTo>
                    <a:cubicBezTo>
                      <a:pt x="353241" y="416666"/>
                      <a:pt x="346638" y="388349"/>
                      <a:pt x="333582" y="355387"/>
                    </a:cubicBezTo>
                    <a:cubicBezTo>
                      <a:pt x="332081" y="351491"/>
                      <a:pt x="330431" y="347746"/>
                      <a:pt x="328930" y="344000"/>
                    </a:cubicBezTo>
                    <a:cubicBezTo>
                      <a:pt x="329080" y="343850"/>
                      <a:pt x="329380" y="343700"/>
                      <a:pt x="329530" y="343550"/>
                    </a:cubicBezTo>
                    <a:cubicBezTo>
                      <a:pt x="334482" y="346996"/>
                      <a:pt x="340485" y="351192"/>
                      <a:pt x="347088" y="355986"/>
                    </a:cubicBezTo>
                    <a:cubicBezTo>
                      <a:pt x="342736" y="349543"/>
                      <a:pt x="338834" y="343700"/>
                      <a:pt x="335683" y="338606"/>
                    </a:cubicBezTo>
                    <a:cubicBezTo>
                      <a:pt x="335983" y="338306"/>
                      <a:pt x="336283" y="337857"/>
                      <a:pt x="336733" y="337557"/>
                    </a:cubicBezTo>
                    <a:cubicBezTo>
                      <a:pt x="337484" y="336658"/>
                      <a:pt x="338384" y="335759"/>
                      <a:pt x="339285" y="334860"/>
                    </a:cubicBezTo>
                    <a:cubicBezTo>
                      <a:pt x="339435" y="334561"/>
                      <a:pt x="339735" y="334261"/>
                      <a:pt x="340035" y="333961"/>
                    </a:cubicBezTo>
                    <a:cubicBezTo>
                      <a:pt x="340935" y="332913"/>
                      <a:pt x="341686" y="331864"/>
                      <a:pt x="342436" y="330665"/>
                    </a:cubicBezTo>
                    <a:cubicBezTo>
                      <a:pt x="344387" y="327819"/>
                      <a:pt x="346338" y="324822"/>
                      <a:pt x="347688" y="321526"/>
                    </a:cubicBezTo>
                    <a:cubicBezTo>
                      <a:pt x="349639" y="317031"/>
                      <a:pt x="350689" y="312386"/>
                      <a:pt x="351440" y="307592"/>
                    </a:cubicBezTo>
                    <a:cubicBezTo>
                      <a:pt x="351590" y="305494"/>
                      <a:pt x="352040" y="303247"/>
                      <a:pt x="352040" y="301149"/>
                    </a:cubicBezTo>
                    <a:cubicBezTo>
                      <a:pt x="352490" y="300999"/>
                      <a:pt x="352940" y="300850"/>
                      <a:pt x="353541" y="300850"/>
                    </a:cubicBezTo>
                    <a:cubicBezTo>
                      <a:pt x="359093" y="299801"/>
                      <a:pt x="365546" y="298752"/>
                      <a:pt x="372749" y="297703"/>
                    </a:cubicBezTo>
                    <a:cubicBezTo>
                      <a:pt x="365096" y="296205"/>
                      <a:pt x="358643" y="294856"/>
                      <a:pt x="352940" y="293658"/>
                    </a:cubicBezTo>
                    <a:cubicBezTo>
                      <a:pt x="352790" y="292160"/>
                      <a:pt x="352790" y="290661"/>
                      <a:pt x="352490" y="289313"/>
                    </a:cubicBezTo>
                    <a:cubicBezTo>
                      <a:pt x="356392" y="287815"/>
                      <a:pt x="360444" y="286316"/>
                      <a:pt x="364495" y="284668"/>
                    </a:cubicBezTo>
                    <a:cubicBezTo>
                      <a:pt x="397510" y="271783"/>
                      <a:pt x="422721" y="257250"/>
                      <a:pt x="420770" y="252455"/>
                    </a:cubicBezTo>
                    <a:cubicBezTo>
                      <a:pt x="418819" y="247511"/>
                      <a:pt x="390457" y="254103"/>
                      <a:pt x="357592" y="266988"/>
                    </a:cubicBezTo>
                    <a:cubicBezTo>
                      <a:pt x="353541" y="268637"/>
                      <a:pt x="349789" y="270135"/>
                      <a:pt x="346037" y="271783"/>
                    </a:cubicBezTo>
                    <a:cubicBezTo>
                      <a:pt x="349039" y="267438"/>
                      <a:pt x="352640" y="262494"/>
                      <a:pt x="356542" y="256950"/>
                    </a:cubicBezTo>
                    <a:cubicBezTo>
                      <a:pt x="351290" y="260546"/>
                      <a:pt x="346338" y="263842"/>
                      <a:pt x="341986" y="266689"/>
                    </a:cubicBezTo>
                    <a:cubicBezTo>
                      <a:pt x="341385" y="267138"/>
                      <a:pt x="340785" y="267438"/>
                      <a:pt x="340035" y="267887"/>
                    </a:cubicBezTo>
                    <a:cubicBezTo>
                      <a:pt x="337634" y="264891"/>
                      <a:pt x="334933" y="262194"/>
                      <a:pt x="331931" y="259797"/>
                    </a:cubicBezTo>
                    <a:cubicBezTo>
                      <a:pt x="328480" y="257100"/>
                      <a:pt x="324878" y="254703"/>
                      <a:pt x="320677" y="252905"/>
                    </a:cubicBezTo>
                    <a:cubicBezTo>
                      <a:pt x="317075" y="251406"/>
                      <a:pt x="313323" y="250358"/>
                      <a:pt x="309572" y="249608"/>
                    </a:cubicBezTo>
                    <a:cubicBezTo>
                      <a:pt x="306720" y="249009"/>
                      <a:pt x="303869" y="248710"/>
                      <a:pt x="301018" y="248710"/>
                    </a:cubicBezTo>
                    <a:cubicBezTo>
                      <a:pt x="300868" y="248260"/>
                      <a:pt x="300718" y="247811"/>
                      <a:pt x="300718" y="247211"/>
                    </a:cubicBezTo>
                    <a:cubicBezTo>
                      <a:pt x="299818" y="242567"/>
                      <a:pt x="299067" y="237323"/>
                      <a:pt x="298167" y="231629"/>
                    </a:cubicBezTo>
                    <a:cubicBezTo>
                      <a:pt x="296966" y="237622"/>
                      <a:pt x="295916" y="243016"/>
                      <a:pt x="294865" y="247811"/>
                    </a:cubicBezTo>
                    <a:cubicBezTo>
                      <a:pt x="293665" y="247960"/>
                      <a:pt x="292464" y="247960"/>
                      <a:pt x="291264" y="248260"/>
                    </a:cubicBezTo>
                    <a:cubicBezTo>
                      <a:pt x="289763" y="244365"/>
                      <a:pt x="288263" y="240319"/>
                      <a:pt x="286762" y="236274"/>
                    </a:cubicBezTo>
                    <a:cubicBezTo>
                      <a:pt x="273706" y="203312"/>
                      <a:pt x="259300" y="178141"/>
                      <a:pt x="254348" y="180088"/>
                    </a:cubicBezTo>
                    <a:close/>
                    <a:moveTo>
                      <a:pt x="91527" y="130945"/>
                    </a:moveTo>
                    <a:cubicBezTo>
                      <a:pt x="67967" y="130945"/>
                      <a:pt x="48159" y="149074"/>
                      <a:pt x="32702" y="184583"/>
                    </a:cubicBezTo>
                    <a:cubicBezTo>
                      <a:pt x="18896" y="216197"/>
                      <a:pt x="17546" y="240918"/>
                      <a:pt x="28650" y="257999"/>
                    </a:cubicBezTo>
                    <a:cubicBezTo>
                      <a:pt x="43507" y="280473"/>
                      <a:pt x="81773" y="292309"/>
                      <a:pt x="139548" y="292309"/>
                    </a:cubicBezTo>
                    <a:cubicBezTo>
                      <a:pt x="173613" y="292309"/>
                      <a:pt x="208128" y="288114"/>
                      <a:pt x="232888" y="284219"/>
                    </a:cubicBezTo>
                    <a:cubicBezTo>
                      <a:pt x="225085" y="281372"/>
                      <a:pt x="216982" y="278076"/>
                      <a:pt x="208728" y="274330"/>
                    </a:cubicBezTo>
                    <a:cubicBezTo>
                      <a:pt x="160707" y="253504"/>
                      <a:pt x="124242" y="230880"/>
                      <a:pt x="127393" y="223688"/>
                    </a:cubicBezTo>
                    <a:cubicBezTo>
                      <a:pt x="130544" y="216646"/>
                      <a:pt x="171962" y="227734"/>
                      <a:pt x="219983" y="248560"/>
                    </a:cubicBezTo>
                    <a:cubicBezTo>
                      <a:pt x="226286" y="251406"/>
                      <a:pt x="232288" y="254103"/>
                      <a:pt x="238141" y="256800"/>
                    </a:cubicBezTo>
                    <a:cubicBezTo>
                      <a:pt x="201525" y="203911"/>
                      <a:pt x="140299" y="130945"/>
                      <a:pt x="91527" y="130945"/>
                    </a:cubicBezTo>
                    <a:close/>
                    <a:moveTo>
                      <a:pt x="373499" y="21121"/>
                    </a:moveTo>
                    <a:cubicBezTo>
                      <a:pt x="357142" y="21121"/>
                      <a:pt x="344537" y="26965"/>
                      <a:pt x="334783" y="39251"/>
                    </a:cubicBezTo>
                    <a:cubicBezTo>
                      <a:pt x="302969" y="78955"/>
                      <a:pt x="310622" y="170649"/>
                      <a:pt x="318726" y="225037"/>
                    </a:cubicBezTo>
                    <a:cubicBezTo>
                      <a:pt x="321127" y="219193"/>
                      <a:pt x="323528" y="213051"/>
                      <a:pt x="326229" y="206908"/>
                    </a:cubicBezTo>
                    <a:cubicBezTo>
                      <a:pt x="347238" y="158963"/>
                      <a:pt x="369898" y="122555"/>
                      <a:pt x="377101" y="125701"/>
                    </a:cubicBezTo>
                    <a:cubicBezTo>
                      <a:pt x="384154" y="128847"/>
                      <a:pt x="373049" y="170200"/>
                      <a:pt x="352040" y="218145"/>
                    </a:cubicBezTo>
                    <a:cubicBezTo>
                      <a:pt x="348438" y="226535"/>
                      <a:pt x="344837" y="234476"/>
                      <a:pt x="341085" y="241967"/>
                    </a:cubicBezTo>
                    <a:cubicBezTo>
                      <a:pt x="395559" y="205259"/>
                      <a:pt x="476294" y="139635"/>
                      <a:pt x="473292" y="88544"/>
                    </a:cubicBezTo>
                    <a:cubicBezTo>
                      <a:pt x="471942" y="66369"/>
                      <a:pt x="453934" y="47491"/>
                      <a:pt x="419719" y="32658"/>
                    </a:cubicBezTo>
                    <a:cubicBezTo>
                      <a:pt x="402162" y="25017"/>
                      <a:pt x="386705" y="21121"/>
                      <a:pt x="373499" y="21121"/>
                    </a:cubicBezTo>
                    <a:close/>
                    <a:moveTo>
                      <a:pt x="363633" y="558"/>
                    </a:moveTo>
                    <a:cubicBezTo>
                      <a:pt x="382053" y="-1615"/>
                      <a:pt x="403662" y="2543"/>
                      <a:pt x="428123" y="13181"/>
                    </a:cubicBezTo>
                    <a:cubicBezTo>
                      <a:pt x="470291" y="31609"/>
                      <a:pt x="492651" y="56481"/>
                      <a:pt x="494452" y="87345"/>
                    </a:cubicBezTo>
                    <a:cubicBezTo>
                      <a:pt x="495352" y="103826"/>
                      <a:pt x="490100" y="120757"/>
                      <a:pt x="480946" y="137388"/>
                    </a:cubicBezTo>
                    <a:cubicBezTo>
                      <a:pt x="520863" y="118509"/>
                      <a:pt x="560030" y="124952"/>
                      <a:pt x="585841" y="190576"/>
                    </a:cubicBezTo>
                    <a:cubicBezTo>
                      <a:pt x="611652" y="256051"/>
                      <a:pt x="587342" y="287365"/>
                      <a:pt x="545323" y="300550"/>
                    </a:cubicBezTo>
                    <a:cubicBezTo>
                      <a:pt x="567533" y="308041"/>
                      <a:pt x="583890" y="319129"/>
                      <a:pt x="593644" y="334111"/>
                    </a:cubicBezTo>
                    <a:cubicBezTo>
                      <a:pt x="608951" y="357484"/>
                      <a:pt x="608201" y="388798"/>
                      <a:pt x="591393" y="427454"/>
                    </a:cubicBezTo>
                    <a:cubicBezTo>
                      <a:pt x="572185" y="471503"/>
                      <a:pt x="545774" y="493827"/>
                      <a:pt x="513060" y="493827"/>
                    </a:cubicBezTo>
                    <a:cubicBezTo>
                      <a:pt x="497903" y="493827"/>
                      <a:pt x="482296" y="488583"/>
                      <a:pt x="466990" y="480043"/>
                    </a:cubicBezTo>
                    <a:cubicBezTo>
                      <a:pt x="485898" y="519897"/>
                      <a:pt x="479445" y="559152"/>
                      <a:pt x="413717" y="584923"/>
                    </a:cubicBezTo>
                    <a:cubicBezTo>
                      <a:pt x="348138" y="610693"/>
                      <a:pt x="316775" y="586271"/>
                      <a:pt x="303419" y="544319"/>
                    </a:cubicBezTo>
                    <a:cubicBezTo>
                      <a:pt x="299217" y="557055"/>
                      <a:pt x="293665" y="568442"/>
                      <a:pt x="286312" y="577581"/>
                    </a:cubicBezTo>
                    <a:cubicBezTo>
                      <a:pt x="272506" y="594961"/>
                      <a:pt x="253898" y="603651"/>
                      <a:pt x="231088" y="603651"/>
                    </a:cubicBezTo>
                    <a:cubicBezTo>
                      <a:pt x="215031" y="603651"/>
                      <a:pt x="196573" y="599156"/>
                      <a:pt x="176314" y="590316"/>
                    </a:cubicBezTo>
                    <a:cubicBezTo>
                      <a:pt x="134146" y="572037"/>
                      <a:pt x="111936" y="547016"/>
                      <a:pt x="110136" y="516152"/>
                    </a:cubicBezTo>
                    <a:cubicBezTo>
                      <a:pt x="109235" y="499671"/>
                      <a:pt x="114487" y="482890"/>
                      <a:pt x="123641" y="466259"/>
                    </a:cubicBezTo>
                    <a:cubicBezTo>
                      <a:pt x="83724" y="485137"/>
                      <a:pt x="44557" y="478545"/>
                      <a:pt x="18746" y="413070"/>
                    </a:cubicBezTo>
                    <a:cubicBezTo>
                      <a:pt x="-7065" y="347596"/>
                      <a:pt x="17245" y="316282"/>
                      <a:pt x="59264" y="302947"/>
                    </a:cubicBezTo>
                    <a:cubicBezTo>
                      <a:pt x="37054" y="295606"/>
                      <a:pt x="20697" y="284518"/>
                      <a:pt x="10943" y="269536"/>
                    </a:cubicBezTo>
                    <a:cubicBezTo>
                      <a:pt x="-4364" y="246162"/>
                      <a:pt x="-3614" y="214699"/>
                      <a:pt x="13194" y="176043"/>
                    </a:cubicBezTo>
                    <a:cubicBezTo>
                      <a:pt x="32402" y="132144"/>
                      <a:pt x="58813" y="109819"/>
                      <a:pt x="91527" y="109819"/>
                    </a:cubicBezTo>
                    <a:cubicBezTo>
                      <a:pt x="106684" y="109819"/>
                      <a:pt x="122291" y="115063"/>
                      <a:pt x="137597" y="123454"/>
                    </a:cubicBezTo>
                    <a:cubicBezTo>
                      <a:pt x="118689" y="83599"/>
                      <a:pt x="125142" y="44494"/>
                      <a:pt x="190870" y="18724"/>
                    </a:cubicBezTo>
                    <a:cubicBezTo>
                      <a:pt x="256449" y="-7046"/>
                      <a:pt x="287812" y="17226"/>
                      <a:pt x="301168" y="59327"/>
                    </a:cubicBezTo>
                    <a:cubicBezTo>
                      <a:pt x="305220" y="46592"/>
                      <a:pt x="310772" y="35205"/>
                      <a:pt x="318275" y="25916"/>
                    </a:cubicBezTo>
                    <a:cubicBezTo>
                      <a:pt x="329981" y="11233"/>
                      <a:pt x="345212" y="2730"/>
                      <a:pt x="363633" y="5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49acd450286d40b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2263" y="703384"/>
            <a:ext cx="47601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</a:t>
            </a:r>
            <a:r>
              <a:rPr lang="zh-CN" altLang="en-US" noProof="1">
                <a:sym typeface="等线"/>
              </a:rPr>
              <a:t>少年</a:t>
            </a:r>
            <a:r>
              <a:rPr lang="zh-CN" altLang="en-US" noProof="1">
                <a:sym typeface="方正仿宋_GB2312" panose="02000000000000000000" charset="-122"/>
              </a:rPr>
              <a:t>时</a:t>
            </a:r>
            <a:r>
              <a:rPr lang="zh-CN" altLang="en-US" dirty="0">
                <a:sym typeface="Calibri"/>
              </a:rPr>
              <a:t>的基本特征</a:t>
            </a:r>
            <a:endParaRPr lang="zh-CN" altLang="zh-CN" dirty="0">
              <a:sym typeface="等线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0fa1ff219a744d5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6096" y="2159391"/>
            <a:ext cx="1963139" cy="35028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cc973ee755da4c8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8859" y="2159391"/>
            <a:ext cx="1963139" cy="350285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5957805" y="2070807"/>
            <a:ext cx="5008099" cy="3591439"/>
            <a:chOff x="6161649" y="2070806"/>
            <a:chExt cx="5008099" cy="3591439"/>
          </a:xfrm>
        </p:grpSpPr>
        <p:sp>
          <p:nvSpPr>
            <p:cNvPr id="9" name="文本框 8"/>
            <p:cNvSpPr txBox="1"/>
            <p:nvPr/>
          </p:nvSpPr>
          <p:spPr>
            <a:xfrm>
              <a:off x="6471273" y="2809913"/>
              <a:ext cx="4388847" cy="2546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魔化的变身形态（真身），取下乾坤圈后变成高大的少年外形，发型似火焰一般竖起，具有白眼（丧失理智时）、冷酷眼神（非丧理智）两种状态，耳朵变尖，皮肤黑了一点，双眼后太阳穴出现火焰印，两边肩膀上也各有两火焰印，光脚</a:t>
              </a:r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6161649" y="2504048"/>
              <a:ext cx="5008099" cy="3158197"/>
            </a:xfrm>
            <a:prstGeom prst="roundRect">
              <a:avLst>
                <a:gd name="adj" fmla="val 5350"/>
              </a:avLst>
            </a:prstGeom>
            <a:noFill/>
            <a:ln>
              <a:solidFill>
                <a:srgbClr val="D04B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b53341f1e2e94c5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23205" y="2070806"/>
              <a:ext cx="684984" cy="689619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8083a8a553db433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2263" y="703384"/>
            <a:ext cx="47601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</a:t>
            </a:r>
            <a:r>
              <a:rPr lang="zh-CN" altLang="en-US" noProof="1">
                <a:sym typeface="等线"/>
              </a:rPr>
              <a:t>衣服颜色</a:t>
            </a:r>
            <a:r>
              <a:rPr lang="zh-CN" altLang="en-US" dirty="0">
                <a:sym typeface="Calibri"/>
              </a:rPr>
              <a:t>特征</a:t>
            </a:r>
            <a:endParaRPr lang="zh-CN" altLang="zh-CN" dirty="0">
              <a:sym typeface="等线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548618" y="1799368"/>
            <a:ext cx="8897816" cy="1962443"/>
            <a:chOff x="1477107" y="1793677"/>
            <a:chExt cx="8897816" cy="1962443"/>
          </a:xfrm>
        </p:grpSpPr>
        <p:grpSp>
          <p:nvGrpSpPr>
            <p:cNvPr id="15" name="组合 14"/>
            <p:cNvGrpSpPr/>
            <p:nvPr/>
          </p:nvGrpSpPr>
          <p:grpSpPr>
            <a:xfrm>
              <a:off x="3706837" y="2085217"/>
              <a:ext cx="6668086" cy="1512276"/>
              <a:chOff x="3151163" y="2222696"/>
              <a:chExt cx="6668086" cy="1512276"/>
            </a:xfrm>
          </p:grpSpPr>
          <p:sp>
            <p:nvSpPr>
              <p:cNvPr id="4" name="文本框 3"/>
              <p:cNvSpPr txBox="1"/>
              <p:nvPr/>
            </p:nvSpPr>
            <p:spPr>
              <a:xfrm>
                <a:off x="3217399" y="2328595"/>
                <a:ext cx="6601850" cy="1126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以红色为主色调，象征活力、勇气和正义，同时搭配金色或白色装饰。常穿着短款上衣或无袖马甲，便于行动。</a:t>
                </a: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3151163" y="2222696"/>
                <a:ext cx="6590714" cy="1512276"/>
                <a:chOff x="3151163" y="2222696"/>
                <a:chExt cx="6590714" cy="1432560"/>
              </a:xfrm>
            </p:grpSpPr>
            <p:cxnSp>
              <p:nvCxnSpPr>
                <p:cNvPr id="9" name="直接连接符 8"/>
                <p:cNvCxnSpPr/>
                <p:nvPr/>
              </p:nvCxnSpPr>
              <p:spPr>
                <a:xfrm>
                  <a:off x="3151163" y="2222696"/>
                  <a:ext cx="6590714" cy="0"/>
                </a:xfrm>
                <a:prstGeom prst="line">
                  <a:avLst/>
                </a:prstGeom>
                <a:ln w="25400" cmpd="dbl">
                  <a:solidFill>
                    <a:srgbClr val="D04B3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连接符 9"/>
                <p:cNvCxnSpPr/>
                <p:nvPr/>
              </p:nvCxnSpPr>
              <p:spPr>
                <a:xfrm>
                  <a:off x="3151163" y="3655256"/>
                  <a:ext cx="6590714" cy="0"/>
                </a:xfrm>
                <a:prstGeom prst="line">
                  <a:avLst/>
                </a:prstGeom>
                <a:ln w="25400" cmpd="dbl">
                  <a:solidFill>
                    <a:srgbClr val="D04B3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bd4836cda5a7450f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7107" y="1793677"/>
              <a:ext cx="2074986" cy="1962443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1778392" y="3885322"/>
            <a:ext cx="8857956" cy="1962444"/>
            <a:chOff x="1667022" y="3849016"/>
            <a:chExt cx="8857956" cy="1962444"/>
          </a:xfrm>
        </p:grpSpPr>
        <p:grpSp>
          <p:nvGrpSpPr>
            <p:cNvPr id="16" name="组合 15"/>
            <p:cNvGrpSpPr/>
            <p:nvPr/>
          </p:nvGrpSpPr>
          <p:grpSpPr>
            <a:xfrm>
              <a:off x="1667022" y="4198361"/>
              <a:ext cx="6668086" cy="1512276"/>
              <a:chOff x="3151163" y="4344573"/>
              <a:chExt cx="6668086" cy="1512276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3217399" y="4463367"/>
                <a:ext cx="6601850" cy="1126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穿着短裤或短裙，露出X腿，显得轻便灵活。肩部常披着混天绫（红色绸带），随风飘动，既美观又具有战斗功能。</a:t>
                </a: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3151163" y="4344573"/>
                <a:ext cx="6590714" cy="1512276"/>
                <a:chOff x="3151163" y="2222696"/>
                <a:chExt cx="6590714" cy="1432560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>
                  <a:off x="3151163" y="2222696"/>
                  <a:ext cx="6590714" cy="0"/>
                </a:xfrm>
                <a:prstGeom prst="line">
                  <a:avLst/>
                </a:prstGeom>
                <a:ln w="25400" cmpd="dbl">
                  <a:solidFill>
                    <a:srgbClr val="D04B3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3151163" y="3655256"/>
                  <a:ext cx="6590714" cy="0"/>
                </a:xfrm>
                <a:prstGeom prst="line">
                  <a:avLst/>
                </a:prstGeom>
                <a:ln w="25400" cmpd="dbl">
                  <a:solidFill>
                    <a:srgbClr val="D04B3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a94816e6efd64b8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49992" y="3849016"/>
              <a:ext cx="2074986" cy="1962444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07ec58209eac4b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哪吒的配饰</a:t>
            </a:r>
            <a:endParaRPr lang="zh-CN" altLang="zh-CN" dirty="0">
              <a:sym typeface="等线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272c4511d7e8470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68508" y="1476707"/>
            <a:ext cx="4854984" cy="340438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77547" y="4939611"/>
            <a:ext cx="9236905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rPr>
              <a:t>       乾坤圈通常挂在脖子上或拿在手中。风火轮踩在脚下，火焰环绕，象征其飞行能力。火尖枪手持长枪，枪头火焰缭绕，威风凛凛。莲花元素，由于哪吒复活时是用莲花和莲藕重塑肉身，因此他的服饰或背景中常带有莲花图案，象征纯洁与重生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320207" y="3130070"/>
            <a:ext cx="2696601" cy="509545"/>
            <a:chOff x="2191922" y="2813538"/>
            <a:chExt cx="2696601" cy="509545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3362178" y="2813538"/>
              <a:ext cx="1526345" cy="30949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2191922" y="2922973"/>
              <a:ext cx="10744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D04B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乾坤圈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108874" y="3731237"/>
            <a:ext cx="3547695" cy="592234"/>
            <a:chOff x="7108874" y="3731237"/>
            <a:chExt cx="3547695" cy="592234"/>
          </a:xfrm>
        </p:grpSpPr>
        <p:cxnSp>
          <p:nvCxnSpPr>
            <p:cNvPr id="14" name="直接连接符 13"/>
            <p:cNvCxnSpPr/>
            <p:nvPr/>
          </p:nvCxnSpPr>
          <p:spPr>
            <a:xfrm flipV="1">
              <a:off x="7108874" y="3976602"/>
              <a:ext cx="2309446" cy="3468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582149" y="3731237"/>
              <a:ext cx="10744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D04B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风火轮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675099" y="2081180"/>
            <a:ext cx="2196694" cy="1033917"/>
            <a:chOff x="7675099" y="2081180"/>
            <a:chExt cx="2196694" cy="1033917"/>
          </a:xfrm>
        </p:grpSpPr>
        <p:cxnSp>
          <p:nvCxnSpPr>
            <p:cNvPr id="17" name="直接连接符 16"/>
            <p:cNvCxnSpPr/>
            <p:nvPr/>
          </p:nvCxnSpPr>
          <p:spPr>
            <a:xfrm flipV="1">
              <a:off x="7675099" y="2356338"/>
              <a:ext cx="1001997" cy="75875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8797373" y="2081180"/>
              <a:ext cx="10744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D04B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火尖枪</a:t>
              </a: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6421" y="2006785"/>
            <a:ext cx="6096918" cy="2729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哪吒</a:t>
            </a:r>
            <a:endParaRPr lang="en-US" altLang="zh-CN" sz="10500" dirty="0">
              <a:solidFill>
                <a:srgbClr val="617BC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安景臣毛笔行书" panose="02010601030101010101" pitchFamily="2" charset="-122"/>
            </a:endParaRPr>
          </a:p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绘画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8795" y="4536729"/>
            <a:ext cx="4092171" cy="49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+mn-ea"/>
              </a:rPr>
              <a:t>哪吒出生奇异，一身神器，能变化三头六臂又或三头八臂，为莲花化身，最早由佛教护法军神“那咤”演变而成。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81708" y="911859"/>
            <a:ext cx="2566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rgbClr val="D04B3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三极童画简体" panose="00000500000000000000" pitchFamily="2" charset="-122"/>
              </a:rPr>
              <a:t>PART 03</a:t>
            </a:r>
            <a:endParaRPr lang="zh-CN" altLang="en-US" sz="3600" b="1" dirty="0">
              <a:solidFill>
                <a:srgbClr val="D04B39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三极童画简体" panose="00000500000000000000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0" presetClass="entr" presetSubtype="0" dur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12a7117398034b2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参考</a:t>
            </a:r>
            <a:endParaRPr lang="zh-CN" altLang="zh-CN" dirty="0">
              <a:sym typeface="等线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131126" y="2100551"/>
            <a:ext cx="2532186" cy="3392075"/>
            <a:chOff x="8074854" y="1869242"/>
            <a:chExt cx="2532186" cy="3392075"/>
          </a:xfrm>
        </p:grpSpPr>
        <p:sp>
          <p:nvSpPr>
            <p:cNvPr id="4" name="矩形: 圆角 3"/>
            <p:cNvSpPr/>
            <p:nvPr/>
          </p:nvSpPr>
          <p:spPr>
            <a:xfrm>
              <a:off x="8292904" y="1869242"/>
              <a:ext cx="2096086" cy="523220"/>
            </a:xfrm>
            <a:prstGeom prst="roundRect">
              <a:avLst/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插入XX三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35e3427d7bfd4ab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4854" y="2729131"/>
              <a:ext cx="2532186" cy="2532186"/>
            </a:xfrm>
            <a:prstGeom prst="roundRect">
              <a:avLst/>
            </a:prstGeom>
            <a:ln w="12700">
              <a:solidFill>
                <a:srgbClr val="D04B39"/>
              </a:solidFill>
            </a:ln>
          </p:spPr>
        </p:pic>
      </p:grpSp>
      <p:grpSp>
        <p:nvGrpSpPr>
          <p:cNvPr id="21" name="组合 20"/>
          <p:cNvGrpSpPr/>
          <p:nvPr/>
        </p:nvGrpSpPr>
        <p:grpSpPr>
          <a:xfrm>
            <a:off x="4829907" y="2100552"/>
            <a:ext cx="2532185" cy="3392074"/>
            <a:chOff x="4829907" y="1869242"/>
            <a:chExt cx="2532185" cy="3392074"/>
          </a:xfrm>
        </p:grpSpPr>
        <p:sp>
          <p:nvSpPr>
            <p:cNvPr id="2" name="矩形: 圆角 1"/>
            <p:cNvSpPr/>
            <p:nvPr/>
          </p:nvSpPr>
          <p:spPr>
            <a:xfrm>
              <a:off x="5047957" y="4738096"/>
              <a:ext cx="2096086" cy="523220"/>
            </a:xfrm>
            <a:prstGeom prst="roundRect">
              <a:avLst/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插入XX二</a:t>
              </a: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95c61daddaa4430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9907" y="1869242"/>
              <a:ext cx="2532185" cy="2532185"/>
            </a:xfrm>
            <a:prstGeom prst="roundRect">
              <a:avLst/>
            </a:prstGeom>
            <a:ln w="12700">
              <a:solidFill>
                <a:srgbClr val="D04B39"/>
              </a:solidFill>
            </a:ln>
          </p:spPr>
        </p:pic>
      </p:grpSp>
      <p:grpSp>
        <p:nvGrpSpPr>
          <p:cNvPr id="23" name="组合 22"/>
          <p:cNvGrpSpPr/>
          <p:nvPr/>
        </p:nvGrpSpPr>
        <p:grpSpPr>
          <a:xfrm>
            <a:off x="1528688" y="2102313"/>
            <a:ext cx="2532185" cy="3392074"/>
            <a:chOff x="1584959" y="1869242"/>
            <a:chExt cx="2532185" cy="3392074"/>
          </a:xfrm>
        </p:grpSpPr>
        <p:sp>
          <p:nvSpPr>
            <p:cNvPr id="3" name="矩形: 圆角 2"/>
            <p:cNvSpPr/>
            <p:nvPr/>
          </p:nvSpPr>
          <p:spPr>
            <a:xfrm>
              <a:off x="1803009" y="1869242"/>
              <a:ext cx="2096086" cy="523220"/>
            </a:xfrm>
            <a:prstGeom prst="roundRect">
              <a:avLst/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插入XX一</a:t>
              </a: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0600d8d83b48459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84959" y="2729131"/>
              <a:ext cx="2532185" cy="2532185"/>
            </a:xfrm>
            <a:prstGeom prst="roundRect">
              <a:avLst/>
            </a:prstGeom>
            <a:ln w="12700">
              <a:solidFill>
                <a:srgbClr val="D04B39"/>
              </a:solidFill>
            </a:ln>
          </p:spPr>
        </p:pic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f2004109c71045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参考</a:t>
            </a:r>
            <a:endParaRPr lang="zh-CN" altLang="zh-CN" dirty="0">
              <a:sym typeface="等线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299481" y="1814930"/>
            <a:ext cx="7593037" cy="4072398"/>
            <a:chOff x="2299481" y="1814930"/>
            <a:chExt cx="7593037" cy="407239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1cac2ca3ff0c417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99481" y="1814930"/>
              <a:ext cx="7593037" cy="4072398"/>
            </a:xfrm>
            <a:prstGeom prst="rect">
              <a:avLst/>
            </a:prstGeom>
          </p:spPr>
        </p:pic>
        <p:sp>
          <p:nvSpPr>
            <p:cNvPr id="4" name="矩形: 圆角 3"/>
            <p:cNvSpPr/>
            <p:nvPr/>
          </p:nvSpPr>
          <p:spPr>
            <a:xfrm>
              <a:off x="4655232" y="4332041"/>
              <a:ext cx="2881533" cy="598685"/>
            </a:xfrm>
            <a:prstGeom prst="roundRect">
              <a:avLst/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插入相关XX</a:t>
              </a: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14972c0079a04a3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参考</a:t>
            </a:r>
            <a:endParaRPr lang="zh-CN" altLang="zh-CN" dirty="0">
              <a:sym typeface="等线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265064" y="1831514"/>
            <a:ext cx="3708666" cy="1852927"/>
            <a:chOff x="1818394" y="1941833"/>
            <a:chExt cx="3708666" cy="1852927"/>
          </a:xfrm>
        </p:grpSpPr>
        <p:grpSp>
          <p:nvGrpSpPr>
            <p:cNvPr id="17" name="组合 16"/>
            <p:cNvGrpSpPr/>
            <p:nvPr/>
          </p:nvGrpSpPr>
          <p:grpSpPr>
            <a:xfrm>
              <a:off x="1818394" y="1941833"/>
              <a:ext cx="1857227" cy="1852927"/>
              <a:chOff x="3295502" y="2796445"/>
              <a:chExt cx="1857227" cy="1852927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b53c119c5b4545eb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573370" y="3115994"/>
                <a:ext cx="1294052" cy="1357532"/>
              </a:xfrm>
              <a:prstGeom prst="rect">
                <a:avLst/>
              </a:prstGeom>
            </p:spPr>
          </p:pic>
          <p:sp>
            <p:nvSpPr>
              <p:cNvPr id="12" name="椭圆 11"/>
              <p:cNvSpPr/>
              <p:nvPr/>
            </p:nvSpPr>
            <p:spPr>
              <a:xfrm>
                <a:off x="3295502" y="2796445"/>
                <a:ext cx="1857227" cy="1852927"/>
              </a:xfrm>
              <a:prstGeom prst="ellipse">
                <a:avLst/>
              </a:prstGeom>
              <a:noFill/>
              <a:ln w="25400" cmpd="dbl">
                <a:solidFill>
                  <a:srgbClr val="D04B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矩形: 圆角 19"/>
            <p:cNvSpPr/>
            <p:nvPr/>
          </p:nvSpPr>
          <p:spPr>
            <a:xfrm>
              <a:off x="3430974" y="3032945"/>
              <a:ext cx="2096086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插入XX一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096000" y="1803376"/>
            <a:ext cx="3696142" cy="1852927"/>
            <a:chOff x="6037385" y="1941832"/>
            <a:chExt cx="3696142" cy="1852927"/>
          </a:xfrm>
        </p:grpSpPr>
        <p:grpSp>
          <p:nvGrpSpPr>
            <p:cNvPr id="19" name="组合 18"/>
            <p:cNvGrpSpPr/>
            <p:nvPr/>
          </p:nvGrpSpPr>
          <p:grpSpPr>
            <a:xfrm>
              <a:off x="6037385" y="1941832"/>
              <a:ext cx="1857227" cy="1852927"/>
              <a:chOff x="7515808" y="2796444"/>
              <a:chExt cx="1857227" cy="1852927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01a3604809464a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772981" y="3115994"/>
                <a:ext cx="1342883" cy="1357532"/>
              </a:xfrm>
              <a:prstGeom prst="rect">
                <a:avLst/>
              </a:prstGeom>
            </p:spPr>
          </p:pic>
          <p:sp>
            <p:nvSpPr>
              <p:cNvPr id="14" name="椭圆 13"/>
              <p:cNvSpPr/>
              <p:nvPr/>
            </p:nvSpPr>
            <p:spPr>
              <a:xfrm>
                <a:off x="7515808" y="2796444"/>
                <a:ext cx="1857227" cy="1852927"/>
              </a:xfrm>
              <a:prstGeom prst="ellipse">
                <a:avLst/>
              </a:prstGeom>
              <a:noFill/>
              <a:ln w="25400" cmpd="dbl">
                <a:solidFill>
                  <a:srgbClr val="D04B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" name="矩形: 圆角 20"/>
            <p:cNvSpPr/>
            <p:nvPr/>
          </p:nvSpPr>
          <p:spPr>
            <a:xfrm>
              <a:off x="7637441" y="3032945"/>
              <a:ext cx="2096086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插入XX二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657031" y="3972029"/>
            <a:ext cx="3696142" cy="1852927"/>
            <a:chOff x="3550404" y="4013301"/>
            <a:chExt cx="3696142" cy="1852927"/>
          </a:xfrm>
        </p:grpSpPr>
        <p:grpSp>
          <p:nvGrpSpPr>
            <p:cNvPr id="18" name="组合 17"/>
            <p:cNvGrpSpPr/>
            <p:nvPr/>
          </p:nvGrpSpPr>
          <p:grpSpPr>
            <a:xfrm>
              <a:off x="3550404" y="4013301"/>
              <a:ext cx="1857227" cy="1852927"/>
              <a:chOff x="5419722" y="2796445"/>
              <a:chExt cx="1857227" cy="1852927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a1f010909e3a412c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676895" y="3081810"/>
                <a:ext cx="1342883" cy="1391715"/>
              </a:xfrm>
              <a:prstGeom prst="rect">
                <a:avLst/>
              </a:prstGeom>
            </p:spPr>
          </p:pic>
          <p:sp>
            <p:nvSpPr>
              <p:cNvPr id="13" name="椭圆 12"/>
              <p:cNvSpPr/>
              <p:nvPr/>
            </p:nvSpPr>
            <p:spPr>
              <a:xfrm>
                <a:off x="5419722" y="2796445"/>
                <a:ext cx="1857227" cy="1852927"/>
              </a:xfrm>
              <a:prstGeom prst="ellipse">
                <a:avLst/>
              </a:prstGeom>
              <a:noFill/>
              <a:ln w="25400" cmpd="dbl">
                <a:solidFill>
                  <a:srgbClr val="D04B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矩形: 圆角 21"/>
            <p:cNvSpPr/>
            <p:nvPr/>
          </p:nvSpPr>
          <p:spPr>
            <a:xfrm>
              <a:off x="5150460" y="5084484"/>
              <a:ext cx="2096086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插入XX三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499108" y="3972028"/>
            <a:ext cx="3731314" cy="1852927"/>
            <a:chOff x="7637441" y="4013301"/>
            <a:chExt cx="3731314" cy="1852927"/>
          </a:xfrm>
        </p:grpSpPr>
        <p:grpSp>
          <p:nvGrpSpPr>
            <p:cNvPr id="16" name="组合 15"/>
            <p:cNvGrpSpPr/>
            <p:nvPr/>
          </p:nvGrpSpPr>
          <p:grpSpPr>
            <a:xfrm>
              <a:off x="7637441" y="4013301"/>
              <a:ext cx="1857227" cy="1852927"/>
              <a:chOff x="9640028" y="2796443"/>
              <a:chExt cx="1857227" cy="1852927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1015801a0b5543dc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932372" y="3081810"/>
                <a:ext cx="1342884" cy="1396599"/>
              </a:xfrm>
              <a:prstGeom prst="rect">
                <a:avLst/>
              </a:prstGeom>
            </p:spPr>
          </p:pic>
          <p:sp>
            <p:nvSpPr>
              <p:cNvPr id="15" name="椭圆 14"/>
              <p:cNvSpPr/>
              <p:nvPr/>
            </p:nvSpPr>
            <p:spPr>
              <a:xfrm>
                <a:off x="9640028" y="2796443"/>
                <a:ext cx="1857227" cy="1852927"/>
              </a:xfrm>
              <a:prstGeom prst="ellipse">
                <a:avLst/>
              </a:prstGeom>
              <a:noFill/>
              <a:ln w="25400" cmpd="dbl">
                <a:solidFill>
                  <a:srgbClr val="D04B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矩形: 圆角 22"/>
            <p:cNvSpPr/>
            <p:nvPr/>
          </p:nvSpPr>
          <p:spPr>
            <a:xfrm>
              <a:off x="9272669" y="5084484"/>
              <a:ext cx="2096086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插入XX四</a:t>
              </a:r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6421" y="2006785"/>
            <a:ext cx="6096918" cy="2729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哪吒</a:t>
            </a:r>
            <a:endParaRPr lang="en-US" altLang="zh-CN" sz="10500" dirty="0">
              <a:solidFill>
                <a:srgbClr val="617BC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安景臣毛笔行书" panose="02010601030101010101" pitchFamily="2" charset="-122"/>
            </a:endParaRPr>
          </a:p>
          <a:p>
            <a:pPr algn="ctr">
              <a:lnSpc>
                <a:spcPct val="80000"/>
              </a:lnSpc>
            </a:pPr>
            <a:r>
              <a:rPr lang="zh-CN" altLang="en-US" sz="105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绘画步骤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8795" y="4536729"/>
            <a:ext cx="4092171" cy="49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+mn-ea"/>
              </a:rPr>
              <a:t>哪吒出生奇异，一身神器，能变化三头六臂又或三头八臂，为莲花化身，最早由佛教护法军神“那咤”演变而成。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81708" y="911859"/>
            <a:ext cx="2566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b="1" dirty="0">
                <a:solidFill>
                  <a:srgbClr val="D04B3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三极童画简体" panose="00000500000000000000" pitchFamily="2" charset="-122"/>
              </a:rPr>
              <a:t>PART 04</a:t>
            </a:r>
            <a:endParaRPr lang="zh-CN" altLang="en-US" sz="3600" b="1" dirty="0">
              <a:solidFill>
                <a:srgbClr val="D04B39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三极童画简体" panose="00000500000000000000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0" presetClass="entr" presetSubtype="0" dur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9cc9a1775c1446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哪吒绘画步骤</a:t>
            </a:r>
            <a:endParaRPr lang="zh-CN" altLang="zh-CN" dirty="0">
              <a:sym typeface="等线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549704" y="1769214"/>
            <a:ext cx="5226149" cy="3953189"/>
            <a:chOff x="5120639" y="1544681"/>
            <a:chExt cx="5226149" cy="3953189"/>
          </a:xfrm>
        </p:grpSpPr>
        <p:sp>
          <p:nvSpPr>
            <p:cNvPr id="6" name="云形 5"/>
            <p:cNvSpPr/>
            <p:nvPr/>
          </p:nvSpPr>
          <p:spPr>
            <a:xfrm>
              <a:off x="5120639" y="2004646"/>
              <a:ext cx="5226149" cy="3493224"/>
            </a:xfrm>
            <a:prstGeom prst="cloud">
              <a:avLst/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03802" y="2803338"/>
              <a:ext cx="3965331" cy="1895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Calibri"/>
                </a:rPr>
                <a:t>哪吒的形象既充满童真，又带有神性和英雄气概，是中国传统文化中极具代表性的少年英雄形象。我们今天一起来画一画吧！</a:t>
              </a:r>
            </a:p>
          </p:txBody>
        </p:sp>
        <p:sp>
          <p:nvSpPr>
            <p:cNvPr id="9" name="矩形 10"/>
            <p:cNvSpPr>
              <a:spLocks noChangeAspect="1"/>
            </p:cNvSpPr>
            <p:nvPr/>
          </p:nvSpPr>
          <p:spPr>
            <a:xfrm>
              <a:off x="8466128" y="1544681"/>
              <a:ext cx="846683" cy="919930"/>
            </a:xfrm>
            <a:custGeom>
              <a:avLst/>
              <a:gdLst>
                <a:gd name="connsiteX0" fmla="*/ 653528 w 1305333"/>
                <a:gd name="connsiteY0" fmla="*/ 0 h 1424419"/>
                <a:gd name="connsiteX1" fmla="*/ 757287 w 1305333"/>
                <a:gd name="connsiteY1" fmla="*/ 32444 h 1424419"/>
                <a:gd name="connsiteX2" fmla="*/ 1206876 w 1305333"/>
                <a:gd name="connsiteY2" fmla="*/ 284945 h 1424419"/>
                <a:gd name="connsiteX3" fmla="*/ 1233464 w 1305333"/>
                <a:gd name="connsiteY3" fmla="*/ 306775 h 1424419"/>
                <a:gd name="connsiteX4" fmla="*/ 1299728 w 1305333"/>
                <a:gd name="connsiteY4" fmla="*/ 452301 h 1424419"/>
                <a:gd name="connsiteX5" fmla="*/ 1303099 w 1305333"/>
                <a:gd name="connsiteY5" fmla="*/ 495558 h 1424419"/>
                <a:gd name="connsiteX6" fmla="*/ 1303099 w 1305333"/>
                <a:gd name="connsiteY6" fmla="*/ 952393 h 1424419"/>
                <a:gd name="connsiteX7" fmla="*/ 1299356 w 1305333"/>
                <a:gd name="connsiteY7" fmla="*/ 974248 h 1424419"/>
                <a:gd name="connsiteX8" fmla="*/ 1193590 w 1305333"/>
                <a:gd name="connsiteY8" fmla="*/ 1159518 h 1424419"/>
                <a:gd name="connsiteX9" fmla="*/ 1188747 w 1305333"/>
                <a:gd name="connsiteY9" fmla="*/ 1163476 h 1424419"/>
                <a:gd name="connsiteX10" fmla="*/ 792288 w 1305333"/>
                <a:gd name="connsiteY10" fmla="*/ 1385653 h 1424419"/>
                <a:gd name="connsiteX11" fmla="*/ 522686 w 1305333"/>
                <a:gd name="connsiteY11" fmla="*/ 1384922 h 1424419"/>
                <a:gd name="connsiteX12" fmla="*/ 80344 w 1305333"/>
                <a:gd name="connsiteY12" fmla="*/ 1139323 h 1424419"/>
                <a:gd name="connsiteX13" fmla="*/ 68397 w 1305333"/>
                <a:gd name="connsiteY13" fmla="*/ 1130059 h 1424419"/>
                <a:gd name="connsiteX14" fmla="*/ 667 w 1305333"/>
                <a:gd name="connsiteY14" fmla="*/ 999105 h 1424419"/>
                <a:gd name="connsiteX15" fmla="*/ 0 w 1305333"/>
                <a:gd name="connsiteY15" fmla="*/ 972364 h 1424419"/>
                <a:gd name="connsiteX16" fmla="*/ 2496 w 1305333"/>
                <a:gd name="connsiteY16" fmla="*/ 463106 h 1424419"/>
                <a:gd name="connsiteX17" fmla="*/ 2458 w 1305333"/>
                <a:gd name="connsiteY17" fmla="*/ 429563 h 1424419"/>
                <a:gd name="connsiteX18" fmla="*/ 75248 w 1305333"/>
                <a:gd name="connsiteY18" fmla="*/ 303202 h 1424419"/>
                <a:gd name="connsiteX19" fmla="*/ 103465 w 1305333"/>
                <a:gd name="connsiteY19" fmla="*/ 288252 h 1424419"/>
                <a:gd name="connsiteX20" fmla="*/ 541533 w 1305333"/>
                <a:gd name="connsiteY20" fmla="*/ 38110 h 1424419"/>
                <a:gd name="connsiteX21" fmla="*/ 653528 w 1305333"/>
                <a:gd name="connsiteY21" fmla="*/ 0 h 1424419"/>
                <a:gd name="connsiteX0-1" fmla="*/ 653528 w 1305333"/>
                <a:gd name="connsiteY0-2" fmla="*/ 0 h 1424419"/>
                <a:gd name="connsiteX1-3" fmla="*/ 757287 w 1305333"/>
                <a:gd name="connsiteY1-4" fmla="*/ 32444 h 1424419"/>
                <a:gd name="connsiteX2-5" fmla="*/ 1206876 w 1305333"/>
                <a:gd name="connsiteY2-6" fmla="*/ 284945 h 1424419"/>
                <a:gd name="connsiteX3-7" fmla="*/ 1233464 w 1305333"/>
                <a:gd name="connsiteY3-8" fmla="*/ 306775 h 1424419"/>
                <a:gd name="connsiteX4-9" fmla="*/ 1301712 w 1305333"/>
                <a:gd name="connsiteY4-10" fmla="*/ 442384 h 1424419"/>
                <a:gd name="connsiteX5-11" fmla="*/ 1303099 w 1305333"/>
                <a:gd name="connsiteY5-12" fmla="*/ 495558 h 1424419"/>
                <a:gd name="connsiteX6-13" fmla="*/ 1303099 w 1305333"/>
                <a:gd name="connsiteY6-14" fmla="*/ 952393 h 1424419"/>
                <a:gd name="connsiteX7-15" fmla="*/ 1299356 w 1305333"/>
                <a:gd name="connsiteY7-16" fmla="*/ 974248 h 1424419"/>
                <a:gd name="connsiteX8-17" fmla="*/ 1193590 w 1305333"/>
                <a:gd name="connsiteY8-18" fmla="*/ 1159518 h 1424419"/>
                <a:gd name="connsiteX9-19" fmla="*/ 1188747 w 1305333"/>
                <a:gd name="connsiteY9-20" fmla="*/ 1163476 h 1424419"/>
                <a:gd name="connsiteX10-21" fmla="*/ 792288 w 1305333"/>
                <a:gd name="connsiteY10-22" fmla="*/ 1385653 h 1424419"/>
                <a:gd name="connsiteX11-23" fmla="*/ 522686 w 1305333"/>
                <a:gd name="connsiteY11-24" fmla="*/ 1384922 h 1424419"/>
                <a:gd name="connsiteX12-25" fmla="*/ 80344 w 1305333"/>
                <a:gd name="connsiteY12-26" fmla="*/ 1139323 h 1424419"/>
                <a:gd name="connsiteX13-27" fmla="*/ 68397 w 1305333"/>
                <a:gd name="connsiteY13-28" fmla="*/ 1130059 h 1424419"/>
                <a:gd name="connsiteX14-29" fmla="*/ 667 w 1305333"/>
                <a:gd name="connsiteY14-30" fmla="*/ 999105 h 1424419"/>
                <a:gd name="connsiteX15-31" fmla="*/ 0 w 1305333"/>
                <a:gd name="connsiteY15-32" fmla="*/ 972364 h 1424419"/>
                <a:gd name="connsiteX16-33" fmla="*/ 2496 w 1305333"/>
                <a:gd name="connsiteY16-34" fmla="*/ 463106 h 1424419"/>
                <a:gd name="connsiteX17-35" fmla="*/ 2458 w 1305333"/>
                <a:gd name="connsiteY17-36" fmla="*/ 429563 h 1424419"/>
                <a:gd name="connsiteX18-37" fmla="*/ 75248 w 1305333"/>
                <a:gd name="connsiteY18-38" fmla="*/ 303202 h 1424419"/>
                <a:gd name="connsiteX19-39" fmla="*/ 103465 w 1305333"/>
                <a:gd name="connsiteY19-40" fmla="*/ 288252 h 1424419"/>
                <a:gd name="connsiteX20-41" fmla="*/ 541533 w 1305333"/>
                <a:gd name="connsiteY20-42" fmla="*/ 38110 h 1424419"/>
                <a:gd name="connsiteX21-43" fmla="*/ 653528 w 1305333"/>
                <a:gd name="connsiteY21-44" fmla="*/ 0 h 1424419"/>
                <a:gd name="connsiteX0-45" fmla="*/ 653528 w 1305333"/>
                <a:gd name="connsiteY0-46" fmla="*/ 0 h 1424419"/>
                <a:gd name="connsiteX1-47" fmla="*/ 757287 w 1305333"/>
                <a:gd name="connsiteY1-48" fmla="*/ 32444 h 1424419"/>
                <a:gd name="connsiteX2-49" fmla="*/ 1206876 w 1305333"/>
                <a:gd name="connsiteY2-50" fmla="*/ 284945 h 1424419"/>
                <a:gd name="connsiteX3-51" fmla="*/ 1233464 w 1305333"/>
                <a:gd name="connsiteY3-52" fmla="*/ 306775 h 1424419"/>
                <a:gd name="connsiteX4-53" fmla="*/ 1301712 w 1305333"/>
                <a:gd name="connsiteY4-54" fmla="*/ 442384 h 1424419"/>
                <a:gd name="connsiteX5-55" fmla="*/ 1303099 w 1305333"/>
                <a:gd name="connsiteY5-56" fmla="*/ 495558 h 1424419"/>
                <a:gd name="connsiteX6-57" fmla="*/ 1303099 w 1305333"/>
                <a:gd name="connsiteY6-58" fmla="*/ 952393 h 1424419"/>
                <a:gd name="connsiteX7-59" fmla="*/ 1299356 w 1305333"/>
                <a:gd name="connsiteY7-60" fmla="*/ 974248 h 1424419"/>
                <a:gd name="connsiteX8-61" fmla="*/ 1193590 w 1305333"/>
                <a:gd name="connsiteY8-62" fmla="*/ 1159518 h 1424419"/>
                <a:gd name="connsiteX9-63" fmla="*/ 1188747 w 1305333"/>
                <a:gd name="connsiteY9-64" fmla="*/ 1163476 h 1424419"/>
                <a:gd name="connsiteX10-65" fmla="*/ 792288 w 1305333"/>
                <a:gd name="connsiteY10-66" fmla="*/ 1385653 h 1424419"/>
                <a:gd name="connsiteX11-67" fmla="*/ 522686 w 1305333"/>
                <a:gd name="connsiteY11-68" fmla="*/ 1384922 h 1424419"/>
                <a:gd name="connsiteX12-69" fmla="*/ 80344 w 1305333"/>
                <a:gd name="connsiteY12-70" fmla="*/ 1139323 h 1424419"/>
                <a:gd name="connsiteX13-71" fmla="*/ 68397 w 1305333"/>
                <a:gd name="connsiteY13-72" fmla="*/ 1130059 h 1424419"/>
                <a:gd name="connsiteX14-73" fmla="*/ 667 w 1305333"/>
                <a:gd name="connsiteY14-74" fmla="*/ 999105 h 1424419"/>
                <a:gd name="connsiteX15-75" fmla="*/ 0 w 1305333"/>
                <a:gd name="connsiteY15-76" fmla="*/ 972364 h 1424419"/>
                <a:gd name="connsiteX16-77" fmla="*/ 2496 w 1305333"/>
                <a:gd name="connsiteY16-78" fmla="*/ 463106 h 1424419"/>
                <a:gd name="connsiteX17-79" fmla="*/ 2458 w 1305333"/>
                <a:gd name="connsiteY17-80" fmla="*/ 429563 h 1424419"/>
                <a:gd name="connsiteX18-81" fmla="*/ 75248 w 1305333"/>
                <a:gd name="connsiteY18-82" fmla="*/ 303202 h 1424419"/>
                <a:gd name="connsiteX19-83" fmla="*/ 103465 w 1305333"/>
                <a:gd name="connsiteY19-84" fmla="*/ 288252 h 1424419"/>
                <a:gd name="connsiteX20-85" fmla="*/ 541533 w 1305333"/>
                <a:gd name="connsiteY20-86" fmla="*/ 38110 h 1424419"/>
                <a:gd name="connsiteX21-87" fmla="*/ 653528 w 1305333"/>
                <a:gd name="connsiteY21-88" fmla="*/ 0 h 1424419"/>
                <a:gd name="connsiteX0-89" fmla="*/ 653528 w 1306046"/>
                <a:gd name="connsiteY0-90" fmla="*/ 0 h 1424419"/>
                <a:gd name="connsiteX1-91" fmla="*/ 757287 w 1306046"/>
                <a:gd name="connsiteY1-92" fmla="*/ 32444 h 1424419"/>
                <a:gd name="connsiteX2-93" fmla="*/ 1206876 w 1306046"/>
                <a:gd name="connsiteY2-94" fmla="*/ 284945 h 1424419"/>
                <a:gd name="connsiteX3-95" fmla="*/ 1233464 w 1306046"/>
                <a:gd name="connsiteY3-96" fmla="*/ 306775 h 1424419"/>
                <a:gd name="connsiteX4-97" fmla="*/ 1301712 w 1306046"/>
                <a:gd name="connsiteY4-98" fmla="*/ 442384 h 1424419"/>
                <a:gd name="connsiteX5-99" fmla="*/ 1303099 w 1306046"/>
                <a:gd name="connsiteY5-100" fmla="*/ 495558 h 1424419"/>
                <a:gd name="connsiteX6-101" fmla="*/ 1303099 w 1306046"/>
                <a:gd name="connsiteY6-102" fmla="*/ 952393 h 1424419"/>
                <a:gd name="connsiteX7-103" fmla="*/ 1305306 w 1306046"/>
                <a:gd name="connsiteY7-104" fmla="*/ 990115 h 1424419"/>
                <a:gd name="connsiteX8-105" fmla="*/ 1193590 w 1306046"/>
                <a:gd name="connsiteY8-106" fmla="*/ 1159518 h 1424419"/>
                <a:gd name="connsiteX9-107" fmla="*/ 1188747 w 1306046"/>
                <a:gd name="connsiteY9-108" fmla="*/ 1163476 h 1424419"/>
                <a:gd name="connsiteX10-109" fmla="*/ 792288 w 1306046"/>
                <a:gd name="connsiteY10-110" fmla="*/ 1385653 h 1424419"/>
                <a:gd name="connsiteX11-111" fmla="*/ 522686 w 1306046"/>
                <a:gd name="connsiteY11-112" fmla="*/ 1384922 h 1424419"/>
                <a:gd name="connsiteX12-113" fmla="*/ 80344 w 1306046"/>
                <a:gd name="connsiteY12-114" fmla="*/ 1139323 h 1424419"/>
                <a:gd name="connsiteX13-115" fmla="*/ 68397 w 1306046"/>
                <a:gd name="connsiteY13-116" fmla="*/ 1130059 h 1424419"/>
                <a:gd name="connsiteX14-117" fmla="*/ 667 w 1306046"/>
                <a:gd name="connsiteY14-118" fmla="*/ 999105 h 1424419"/>
                <a:gd name="connsiteX15-119" fmla="*/ 0 w 1306046"/>
                <a:gd name="connsiteY15-120" fmla="*/ 972364 h 1424419"/>
                <a:gd name="connsiteX16-121" fmla="*/ 2496 w 1306046"/>
                <a:gd name="connsiteY16-122" fmla="*/ 463106 h 1424419"/>
                <a:gd name="connsiteX17-123" fmla="*/ 2458 w 1306046"/>
                <a:gd name="connsiteY17-124" fmla="*/ 429563 h 1424419"/>
                <a:gd name="connsiteX18-125" fmla="*/ 75248 w 1306046"/>
                <a:gd name="connsiteY18-126" fmla="*/ 303202 h 1424419"/>
                <a:gd name="connsiteX19-127" fmla="*/ 103465 w 1306046"/>
                <a:gd name="connsiteY19-128" fmla="*/ 288252 h 1424419"/>
                <a:gd name="connsiteX20-129" fmla="*/ 541533 w 1306046"/>
                <a:gd name="connsiteY20-130" fmla="*/ 38110 h 1424419"/>
                <a:gd name="connsiteX21-131" fmla="*/ 653528 w 1306046"/>
                <a:gd name="connsiteY21-132" fmla="*/ 0 h 1424419"/>
                <a:gd name="connsiteX0-133" fmla="*/ 653528 w 1305333"/>
                <a:gd name="connsiteY0-134" fmla="*/ 0 h 1424419"/>
                <a:gd name="connsiteX1-135" fmla="*/ 757287 w 1305333"/>
                <a:gd name="connsiteY1-136" fmla="*/ 32444 h 1424419"/>
                <a:gd name="connsiteX2-137" fmla="*/ 1206876 w 1305333"/>
                <a:gd name="connsiteY2-138" fmla="*/ 284945 h 1424419"/>
                <a:gd name="connsiteX3-139" fmla="*/ 1233464 w 1305333"/>
                <a:gd name="connsiteY3-140" fmla="*/ 306775 h 1424419"/>
                <a:gd name="connsiteX4-141" fmla="*/ 1301712 w 1305333"/>
                <a:gd name="connsiteY4-142" fmla="*/ 442384 h 1424419"/>
                <a:gd name="connsiteX5-143" fmla="*/ 1303099 w 1305333"/>
                <a:gd name="connsiteY5-144" fmla="*/ 495558 h 1424419"/>
                <a:gd name="connsiteX6-145" fmla="*/ 1303099 w 1305333"/>
                <a:gd name="connsiteY6-146" fmla="*/ 952393 h 1424419"/>
                <a:gd name="connsiteX7-147" fmla="*/ 1305306 w 1305333"/>
                <a:gd name="connsiteY7-148" fmla="*/ 990115 h 1424419"/>
                <a:gd name="connsiteX8-149" fmla="*/ 1193590 w 1305333"/>
                <a:gd name="connsiteY8-150" fmla="*/ 1159518 h 1424419"/>
                <a:gd name="connsiteX9-151" fmla="*/ 1188747 w 1305333"/>
                <a:gd name="connsiteY9-152" fmla="*/ 1163476 h 1424419"/>
                <a:gd name="connsiteX10-153" fmla="*/ 792288 w 1305333"/>
                <a:gd name="connsiteY10-154" fmla="*/ 1385653 h 1424419"/>
                <a:gd name="connsiteX11-155" fmla="*/ 522686 w 1305333"/>
                <a:gd name="connsiteY11-156" fmla="*/ 1384922 h 1424419"/>
                <a:gd name="connsiteX12-157" fmla="*/ 80344 w 1305333"/>
                <a:gd name="connsiteY12-158" fmla="*/ 1139323 h 1424419"/>
                <a:gd name="connsiteX13-159" fmla="*/ 68397 w 1305333"/>
                <a:gd name="connsiteY13-160" fmla="*/ 1130059 h 1424419"/>
                <a:gd name="connsiteX14-161" fmla="*/ 667 w 1305333"/>
                <a:gd name="connsiteY14-162" fmla="*/ 999105 h 1424419"/>
                <a:gd name="connsiteX15-163" fmla="*/ 0 w 1305333"/>
                <a:gd name="connsiteY15-164" fmla="*/ 972364 h 1424419"/>
                <a:gd name="connsiteX16-165" fmla="*/ 2496 w 1305333"/>
                <a:gd name="connsiteY16-166" fmla="*/ 463106 h 1424419"/>
                <a:gd name="connsiteX17-167" fmla="*/ 2458 w 1305333"/>
                <a:gd name="connsiteY17-168" fmla="*/ 429563 h 1424419"/>
                <a:gd name="connsiteX18-169" fmla="*/ 75248 w 1305333"/>
                <a:gd name="connsiteY18-170" fmla="*/ 303202 h 1424419"/>
                <a:gd name="connsiteX19-171" fmla="*/ 103465 w 1305333"/>
                <a:gd name="connsiteY19-172" fmla="*/ 288252 h 1424419"/>
                <a:gd name="connsiteX20-173" fmla="*/ 541533 w 1305333"/>
                <a:gd name="connsiteY20-174" fmla="*/ 38110 h 1424419"/>
                <a:gd name="connsiteX21-175" fmla="*/ 653528 w 1305333"/>
                <a:gd name="connsiteY21-176" fmla="*/ 0 h 1424419"/>
                <a:gd name="connsiteX0-177" fmla="*/ 653528 w 1305333"/>
                <a:gd name="connsiteY0-178" fmla="*/ 0 h 1424419"/>
                <a:gd name="connsiteX1-179" fmla="*/ 757287 w 1305333"/>
                <a:gd name="connsiteY1-180" fmla="*/ 32444 h 1424419"/>
                <a:gd name="connsiteX2-181" fmla="*/ 1206876 w 1305333"/>
                <a:gd name="connsiteY2-182" fmla="*/ 284945 h 1424419"/>
                <a:gd name="connsiteX3-183" fmla="*/ 1233464 w 1305333"/>
                <a:gd name="connsiteY3-184" fmla="*/ 306775 h 1424419"/>
                <a:gd name="connsiteX4-185" fmla="*/ 1301712 w 1305333"/>
                <a:gd name="connsiteY4-186" fmla="*/ 442384 h 1424419"/>
                <a:gd name="connsiteX5-187" fmla="*/ 1303099 w 1305333"/>
                <a:gd name="connsiteY5-188" fmla="*/ 495558 h 1424419"/>
                <a:gd name="connsiteX6-189" fmla="*/ 1303099 w 1305333"/>
                <a:gd name="connsiteY6-190" fmla="*/ 952393 h 1424419"/>
                <a:gd name="connsiteX7-191" fmla="*/ 1305306 w 1305333"/>
                <a:gd name="connsiteY7-192" fmla="*/ 990115 h 1424419"/>
                <a:gd name="connsiteX8-193" fmla="*/ 1193590 w 1305333"/>
                <a:gd name="connsiteY8-194" fmla="*/ 1159518 h 1424419"/>
                <a:gd name="connsiteX9-195" fmla="*/ 1172881 w 1305333"/>
                <a:gd name="connsiteY9-196" fmla="*/ 1179342 h 1424419"/>
                <a:gd name="connsiteX10-197" fmla="*/ 792288 w 1305333"/>
                <a:gd name="connsiteY10-198" fmla="*/ 1385653 h 1424419"/>
                <a:gd name="connsiteX11-199" fmla="*/ 522686 w 1305333"/>
                <a:gd name="connsiteY11-200" fmla="*/ 1384922 h 1424419"/>
                <a:gd name="connsiteX12-201" fmla="*/ 80344 w 1305333"/>
                <a:gd name="connsiteY12-202" fmla="*/ 1139323 h 1424419"/>
                <a:gd name="connsiteX13-203" fmla="*/ 68397 w 1305333"/>
                <a:gd name="connsiteY13-204" fmla="*/ 1130059 h 1424419"/>
                <a:gd name="connsiteX14-205" fmla="*/ 667 w 1305333"/>
                <a:gd name="connsiteY14-206" fmla="*/ 999105 h 1424419"/>
                <a:gd name="connsiteX15-207" fmla="*/ 0 w 1305333"/>
                <a:gd name="connsiteY15-208" fmla="*/ 972364 h 1424419"/>
                <a:gd name="connsiteX16-209" fmla="*/ 2496 w 1305333"/>
                <a:gd name="connsiteY16-210" fmla="*/ 463106 h 1424419"/>
                <a:gd name="connsiteX17-211" fmla="*/ 2458 w 1305333"/>
                <a:gd name="connsiteY17-212" fmla="*/ 429563 h 1424419"/>
                <a:gd name="connsiteX18-213" fmla="*/ 75248 w 1305333"/>
                <a:gd name="connsiteY18-214" fmla="*/ 303202 h 1424419"/>
                <a:gd name="connsiteX19-215" fmla="*/ 103465 w 1305333"/>
                <a:gd name="connsiteY19-216" fmla="*/ 288252 h 1424419"/>
                <a:gd name="connsiteX20-217" fmla="*/ 541533 w 1305333"/>
                <a:gd name="connsiteY20-218" fmla="*/ 38110 h 1424419"/>
                <a:gd name="connsiteX21-219" fmla="*/ 653528 w 1305333"/>
                <a:gd name="connsiteY21-220" fmla="*/ 0 h 1424419"/>
                <a:gd name="connsiteX0-221" fmla="*/ 653528 w 1305333"/>
                <a:gd name="connsiteY0-222" fmla="*/ 0 h 1424419"/>
                <a:gd name="connsiteX1-223" fmla="*/ 757287 w 1305333"/>
                <a:gd name="connsiteY1-224" fmla="*/ 32444 h 1424419"/>
                <a:gd name="connsiteX2-225" fmla="*/ 1206876 w 1305333"/>
                <a:gd name="connsiteY2-226" fmla="*/ 284945 h 1424419"/>
                <a:gd name="connsiteX3-227" fmla="*/ 1233464 w 1305333"/>
                <a:gd name="connsiteY3-228" fmla="*/ 306775 h 1424419"/>
                <a:gd name="connsiteX4-229" fmla="*/ 1301712 w 1305333"/>
                <a:gd name="connsiteY4-230" fmla="*/ 442384 h 1424419"/>
                <a:gd name="connsiteX5-231" fmla="*/ 1303099 w 1305333"/>
                <a:gd name="connsiteY5-232" fmla="*/ 495558 h 1424419"/>
                <a:gd name="connsiteX6-233" fmla="*/ 1303099 w 1305333"/>
                <a:gd name="connsiteY6-234" fmla="*/ 952393 h 1424419"/>
                <a:gd name="connsiteX7-235" fmla="*/ 1305306 w 1305333"/>
                <a:gd name="connsiteY7-236" fmla="*/ 990115 h 1424419"/>
                <a:gd name="connsiteX8-237" fmla="*/ 1193590 w 1305333"/>
                <a:gd name="connsiteY8-238" fmla="*/ 1159518 h 1424419"/>
                <a:gd name="connsiteX9-239" fmla="*/ 1172881 w 1305333"/>
                <a:gd name="connsiteY9-240" fmla="*/ 1179342 h 1424419"/>
                <a:gd name="connsiteX10-241" fmla="*/ 792288 w 1305333"/>
                <a:gd name="connsiteY10-242" fmla="*/ 1385653 h 1424419"/>
                <a:gd name="connsiteX11-243" fmla="*/ 522686 w 1305333"/>
                <a:gd name="connsiteY11-244" fmla="*/ 1384922 h 1424419"/>
                <a:gd name="connsiteX12-245" fmla="*/ 80344 w 1305333"/>
                <a:gd name="connsiteY12-246" fmla="*/ 1139323 h 1424419"/>
                <a:gd name="connsiteX13-247" fmla="*/ 68397 w 1305333"/>
                <a:gd name="connsiteY13-248" fmla="*/ 1130059 h 1424419"/>
                <a:gd name="connsiteX14-249" fmla="*/ 667 w 1305333"/>
                <a:gd name="connsiteY14-250" fmla="*/ 999105 h 1424419"/>
                <a:gd name="connsiteX15-251" fmla="*/ 0 w 1305333"/>
                <a:gd name="connsiteY15-252" fmla="*/ 972364 h 1424419"/>
                <a:gd name="connsiteX16-253" fmla="*/ 2496 w 1305333"/>
                <a:gd name="connsiteY16-254" fmla="*/ 463106 h 1424419"/>
                <a:gd name="connsiteX17-255" fmla="*/ 2458 w 1305333"/>
                <a:gd name="connsiteY17-256" fmla="*/ 429563 h 1424419"/>
                <a:gd name="connsiteX18-257" fmla="*/ 75248 w 1305333"/>
                <a:gd name="connsiteY18-258" fmla="*/ 303202 h 1424419"/>
                <a:gd name="connsiteX19-259" fmla="*/ 103465 w 1305333"/>
                <a:gd name="connsiteY19-260" fmla="*/ 288252 h 1424419"/>
                <a:gd name="connsiteX20-261" fmla="*/ 541533 w 1305333"/>
                <a:gd name="connsiteY20-262" fmla="*/ 38110 h 1424419"/>
                <a:gd name="connsiteX21-263" fmla="*/ 653528 w 1305333"/>
                <a:gd name="connsiteY21-264" fmla="*/ 0 h 1424419"/>
                <a:gd name="connsiteX0-265" fmla="*/ 653528 w 1305333"/>
                <a:gd name="connsiteY0-266" fmla="*/ 0 h 1424419"/>
                <a:gd name="connsiteX1-267" fmla="*/ 757287 w 1305333"/>
                <a:gd name="connsiteY1-268" fmla="*/ 32444 h 1424419"/>
                <a:gd name="connsiteX2-269" fmla="*/ 1206876 w 1305333"/>
                <a:gd name="connsiteY2-270" fmla="*/ 284945 h 1424419"/>
                <a:gd name="connsiteX3-271" fmla="*/ 1233464 w 1305333"/>
                <a:gd name="connsiteY3-272" fmla="*/ 306775 h 1424419"/>
                <a:gd name="connsiteX4-273" fmla="*/ 1301712 w 1305333"/>
                <a:gd name="connsiteY4-274" fmla="*/ 442384 h 1424419"/>
                <a:gd name="connsiteX5-275" fmla="*/ 1303099 w 1305333"/>
                <a:gd name="connsiteY5-276" fmla="*/ 495558 h 1424419"/>
                <a:gd name="connsiteX6-277" fmla="*/ 1303099 w 1305333"/>
                <a:gd name="connsiteY6-278" fmla="*/ 952393 h 1424419"/>
                <a:gd name="connsiteX7-279" fmla="*/ 1305306 w 1305333"/>
                <a:gd name="connsiteY7-280" fmla="*/ 990115 h 1424419"/>
                <a:gd name="connsiteX8-281" fmla="*/ 1193590 w 1305333"/>
                <a:gd name="connsiteY8-282" fmla="*/ 1159518 h 1424419"/>
                <a:gd name="connsiteX9-283" fmla="*/ 1172881 w 1305333"/>
                <a:gd name="connsiteY9-284" fmla="*/ 1179342 h 1424419"/>
                <a:gd name="connsiteX10-285" fmla="*/ 792288 w 1305333"/>
                <a:gd name="connsiteY10-286" fmla="*/ 1385653 h 1424419"/>
                <a:gd name="connsiteX11-287" fmla="*/ 522686 w 1305333"/>
                <a:gd name="connsiteY11-288" fmla="*/ 1384922 h 1424419"/>
                <a:gd name="connsiteX12-289" fmla="*/ 80344 w 1305333"/>
                <a:gd name="connsiteY12-290" fmla="*/ 1139323 h 1424419"/>
                <a:gd name="connsiteX13-291" fmla="*/ 68397 w 1305333"/>
                <a:gd name="connsiteY13-292" fmla="*/ 1130059 h 1424419"/>
                <a:gd name="connsiteX14-293" fmla="*/ 667 w 1305333"/>
                <a:gd name="connsiteY14-294" fmla="*/ 999105 h 1424419"/>
                <a:gd name="connsiteX15-295" fmla="*/ 0 w 1305333"/>
                <a:gd name="connsiteY15-296" fmla="*/ 972364 h 1424419"/>
                <a:gd name="connsiteX16-297" fmla="*/ 2496 w 1305333"/>
                <a:gd name="connsiteY16-298" fmla="*/ 463106 h 1424419"/>
                <a:gd name="connsiteX17-299" fmla="*/ 2458 w 1305333"/>
                <a:gd name="connsiteY17-300" fmla="*/ 429563 h 1424419"/>
                <a:gd name="connsiteX18-301" fmla="*/ 75248 w 1305333"/>
                <a:gd name="connsiteY18-302" fmla="*/ 303202 h 1424419"/>
                <a:gd name="connsiteX19-303" fmla="*/ 103465 w 1305333"/>
                <a:gd name="connsiteY19-304" fmla="*/ 288252 h 1424419"/>
                <a:gd name="connsiteX20-305" fmla="*/ 541533 w 1305333"/>
                <a:gd name="connsiteY20-306" fmla="*/ 38110 h 1424419"/>
                <a:gd name="connsiteX21-307" fmla="*/ 653528 w 1305333"/>
                <a:gd name="connsiteY21-308" fmla="*/ 0 h 1424419"/>
                <a:gd name="connsiteX0-309" fmla="*/ 653528 w 1305333"/>
                <a:gd name="connsiteY0-310" fmla="*/ 0 h 1424419"/>
                <a:gd name="connsiteX1-311" fmla="*/ 757287 w 1305333"/>
                <a:gd name="connsiteY1-312" fmla="*/ 32444 h 1424419"/>
                <a:gd name="connsiteX2-313" fmla="*/ 1206876 w 1305333"/>
                <a:gd name="connsiteY2-314" fmla="*/ 284945 h 1424419"/>
                <a:gd name="connsiteX3-315" fmla="*/ 1233464 w 1305333"/>
                <a:gd name="connsiteY3-316" fmla="*/ 306775 h 1424419"/>
                <a:gd name="connsiteX4-317" fmla="*/ 1301712 w 1305333"/>
                <a:gd name="connsiteY4-318" fmla="*/ 442384 h 1424419"/>
                <a:gd name="connsiteX5-319" fmla="*/ 1303099 w 1305333"/>
                <a:gd name="connsiteY5-320" fmla="*/ 495558 h 1424419"/>
                <a:gd name="connsiteX6-321" fmla="*/ 1303099 w 1305333"/>
                <a:gd name="connsiteY6-322" fmla="*/ 952393 h 1424419"/>
                <a:gd name="connsiteX7-323" fmla="*/ 1305306 w 1305333"/>
                <a:gd name="connsiteY7-324" fmla="*/ 990115 h 1424419"/>
                <a:gd name="connsiteX8-325" fmla="*/ 1193590 w 1305333"/>
                <a:gd name="connsiteY8-326" fmla="*/ 1159518 h 1424419"/>
                <a:gd name="connsiteX9-327" fmla="*/ 1172881 w 1305333"/>
                <a:gd name="connsiteY9-328" fmla="*/ 1179342 h 1424419"/>
                <a:gd name="connsiteX10-329" fmla="*/ 792288 w 1305333"/>
                <a:gd name="connsiteY10-330" fmla="*/ 1385653 h 1424419"/>
                <a:gd name="connsiteX11-331" fmla="*/ 522686 w 1305333"/>
                <a:gd name="connsiteY11-332" fmla="*/ 1384922 h 1424419"/>
                <a:gd name="connsiteX12-333" fmla="*/ 80344 w 1305333"/>
                <a:gd name="connsiteY12-334" fmla="*/ 1139323 h 1424419"/>
                <a:gd name="connsiteX13-335" fmla="*/ 68397 w 1305333"/>
                <a:gd name="connsiteY13-336" fmla="*/ 1130059 h 1424419"/>
                <a:gd name="connsiteX14-337" fmla="*/ 667 w 1305333"/>
                <a:gd name="connsiteY14-338" fmla="*/ 999105 h 1424419"/>
                <a:gd name="connsiteX15-339" fmla="*/ 0 w 1305333"/>
                <a:gd name="connsiteY15-340" fmla="*/ 972364 h 1424419"/>
                <a:gd name="connsiteX16-341" fmla="*/ 2496 w 1305333"/>
                <a:gd name="connsiteY16-342" fmla="*/ 463106 h 1424419"/>
                <a:gd name="connsiteX17-343" fmla="*/ 2458 w 1305333"/>
                <a:gd name="connsiteY17-344" fmla="*/ 429563 h 1424419"/>
                <a:gd name="connsiteX18-345" fmla="*/ 75248 w 1305333"/>
                <a:gd name="connsiteY18-346" fmla="*/ 303202 h 1424419"/>
                <a:gd name="connsiteX19-347" fmla="*/ 103465 w 1305333"/>
                <a:gd name="connsiteY19-348" fmla="*/ 288252 h 1424419"/>
                <a:gd name="connsiteX20-349" fmla="*/ 541533 w 1305333"/>
                <a:gd name="connsiteY20-350" fmla="*/ 38110 h 1424419"/>
                <a:gd name="connsiteX21-351" fmla="*/ 653528 w 1305333"/>
                <a:gd name="connsiteY21-352" fmla="*/ 0 h 1424419"/>
                <a:gd name="connsiteX0-353" fmla="*/ 653528 w 1305333"/>
                <a:gd name="connsiteY0-354" fmla="*/ 0 h 1424419"/>
                <a:gd name="connsiteX1-355" fmla="*/ 757287 w 1305333"/>
                <a:gd name="connsiteY1-356" fmla="*/ 32444 h 1424419"/>
                <a:gd name="connsiteX2-357" fmla="*/ 1206876 w 1305333"/>
                <a:gd name="connsiteY2-358" fmla="*/ 284945 h 1424419"/>
                <a:gd name="connsiteX3-359" fmla="*/ 1233464 w 1305333"/>
                <a:gd name="connsiteY3-360" fmla="*/ 306775 h 1424419"/>
                <a:gd name="connsiteX4-361" fmla="*/ 1301712 w 1305333"/>
                <a:gd name="connsiteY4-362" fmla="*/ 442384 h 1424419"/>
                <a:gd name="connsiteX5-363" fmla="*/ 1303099 w 1305333"/>
                <a:gd name="connsiteY5-364" fmla="*/ 495558 h 1424419"/>
                <a:gd name="connsiteX6-365" fmla="*/ 1303099 w 1305333"/>
                <a:gd name="connsiteY6-366" fmla="*/ 952393 h 1424419"/>
                <a:gd name="connsiteX7-367" fmla="*/ 1305306 w 1305333"/>
                <a:gd name="connsiteY7-368" fmla="*/ 990115 h 1424419"/>
                <a:gd name="connsiteX8-369" fmla="*/ 1193590 w 1305333"/>
                <a:gd name="connsiteY8-370" fmla="*/ 1159518 h 1424419"/>
                <a:gd name="connsiteX9-371" fmla="*/ 1172881 w 1305333"/>
                <a:gd name="connsiteY9-372" fmla="*/ 1179342 h 1424419"/>
                <a:gd name="connsiteX10-373" fmla="*/ 792288 w 1305333"/>
                <a:gd name="connsiteY10-374" fmla="*/ 1385653 h 1424419"/>
                <a:gd name="connsiteX11-375" fmla="*/ 522686 w 1305333"/>
                <a:gd name="connsiteY11-376" fmla="*/ 1384922 h 1424419"/>
                <a:gd name="connsiteX12-377" fmla="*/ 80344 w 1305333"/>
                <a:gd name="connsiteY12-378" fmla="*/ 1139323 h 1424419"/>
                <a:gd name="connsiteX13-379" fmla="*/ 68397 w 1305333"/>
                <a:gd name="connsiteY13-380" fmla="*/ 1130059 h 1424419"/>
                <a:gd name="connsiteX14-381" fmla="*/ 667 w 1305333"/>
                <a:gd name="connsiteY14-382" fmla="*/ 999105 h 1424419"/>
                <a:gd name="connsiteX15-383" fmla="*/ 0 w 1305333"/>
                <a:gd name="connsiteY15-384" fmla="*/ 972364 h 1424419"/>
                <a:gd name="connsiteX16-385" fmla="*/ 2496 w 1305333"/>
                <a:gd name="connsiteY16-386" fmla="*/ 463106 h 1424419"/>
                <a:gd name="connsiteX17-387" fmla="*/ 2458 w 1305333"/>
                <a:gd name="connsiteY17-388" fmla="*/ 429563 h 1424419"/>
                <a:gd name="connsiteX18-389" fmla="*/ 75248 w 1305333"/>
                <a:gd name="connsiteY18-390" fmla="*/ 303202 h 1424419"/>
                <a:gd name="connsiteX19-391" fmla="*/ 106293 w 1305333"/>
                <a:gd name="connsiteY19-392" fmla="*/ 282597 h 1424419"/>
                <a:gd name="connsiteX20-393" fmla="*/ 541533 w 1305333"/>
                <a:gd name="connsiteY20-394" fmla="*/ 38110 h 1424419"/>
                <a:gd name="connsiteX21-395" fmla="*/ 653528 w 1305333"/>
                <a:gd name="connsiteY21-396" fmla="*/ 0 h 1424419"/>
                <a:gd name="connsiteX0-397" fmla="*/ 653528 w 1305333"/>
                <a:gd name="connsiteY0-398" fmla="*/ 0 h 1424419"/>
                <a:gd name="connsiteX1-399" fmla="*/ 757287 w 1305333"/>
                <a:gd name="connsiteY1-400" fmla="*/ 32444 h 1424419"/>
                <a:gd name="connsiteX2-401" fmla="*/ 1206876 w 1305333"/>
                <a:gd name="connsiteY2-402" fmla="*/ 284945 h 1424419"/>
                <a:gd name="connsiteX3-403" fmla="*/ 1237706 w 1305333"/>
                <a:gd name="connsiteY3-404" fmla="*/ 306775 h 1424419"/>
                <a:gd name="connsiteX4-405" fmla="*/ 1301712 w 1305333"/>
                <a:gd name="connsiteY4-406" fmla="*/ 442384 h 1424419"/>
                <a:gd name="connsiteX5-407" fmla="*/ 1303099 w 1305333"/>
                <a:gd name="connsiteY5-408" fmla="*/ 495558 h 1424419"/>
                <a:gd name="connsiteX6-409" fmla="*/ 1303099 w 1305333"/>
                <a:gd name="connsiteY6-410" fmla="*/ 952393 h 1424419"/>
                <a:gd name="connsiteX7-411" fmla="*/ 1305306 w 1305333"/>
                <a:gd name="connsiteY7-412" fmla="*/ 990115 h 1424419"/>
                <a:gd name="connsiteX8-413" fmla="*/ 1193590 w 1305333"/>
                <a:gd name="connsiteY8-414" fmla="*/ 1159518 h 1424419"/>
                <a:gd name="connsiteX9-415" fmla="*/ 1172881 w 1305333"/>
                <a:gd name="connsiteY9-416" fmla="*/ 1179342 h 1424419"/>
                <a:gd name="connsiteX10-417" fmla="*/ 792288 w 1305333"/>
                <a:gd name="connsiteY10-418" fmla="*/ 1385653 h 1424419"/>
                <a:gd name="connsiteX11-419" fmla="*/ 522686 w 1305333"/>
                <a:gd name="connsiteY11-420" fmla="*/ 1384922 h 1424419"/>
                <a:gd name="connsiteX12-421" fmla="*/ 80344 w 1305333"/>
                <a:gd name="connsiteY12-422" fmla="*/ 1139323 h 1424419"/>
                <a:gd name="connsiteX13-423" fmla="*/ 68397 w 1305333"/>
                <a:gd name="connsiteY13-424" fmla="*/ 1130059 h 1424419"/>
                <a:gd name="connsiteX14-425" fmla="*/ 667 w 1305333"/>
                <a:gd name="connsiteY14-426" fmla="*/ 999105 h 1424419"/>
                <a:gd name="connsiteX15-427" fmla="*/ 0 w 1305333"/>
                <a:gd name="connsiteY15-428" fmla="*/ 972364 h 1424419"/>
                <a:gd name="connsiteX16-429" fmla="*/ 2496 w 1305333"/>
                <a:gd name="connsiteY16-430" fmla="*/ 463106 h 1424419"/>
                <a:gd name="connsiteX17-431" fmla="*/ 2458 w 1305333"/>
                <a:gd name="connsiteY17-432" fmla="*/ 429563 h 1424419"/>
                <a:gd name="connsiteX18-433" fmla="*/ 75248 w 1305333"/>
                <a:gd name="connsiteY18-434" fmla="*/ 303202 h 1424419"/>
                <a:gd name="connsiteX19-435" fmla="*/ 106293 w 1305333"/>
                <a:gd name="connsiteY19-436" fmla="*/ 282597 h 1424419"/>
                <a:gd name="connsiteX20-437" fmla="*/ 541533 w 1305333"/>
                <a:gd name="connsiteY20-438" fmla="*/ 38110 h 1424419"/>
                <a:gd name="connsiteX21-439" fmla="*/ 653528 w 1305333"/>
                <a:gd name="connsiteY21-440" fmla="*/ 0 h 1424419"/>
                <a:gd name="connsiteX0-441" fmla="*/ 653528 w 1305333"/>
                <a:gd name="connsiteY0-442" fmla="*/ 0 h 1424419"/>
                <a:gd name="connsiteX1-443" fmla="*/ 757287 w 1305333"/>
                <a:gd name="connsiteY1-444" fmla="*/ 32444 h 1424419"/>
                <a:gd name="connsiteX2-445" fmla="*/ 1206876 w 1305333"/>
                <a:gd name="connsiteY2-446" fmla="*/ 284945 h 1424419"/>
                <a:gd name="connsiteX3-447" fmla="*/ 1237706 w 1305333"/>
                <a:gd name="connsiteY3-448" fmla="*/ 306775 h 1424419"/>
                <a:gd name="connsiteX4-449" fmla="*/ 1301712 w 1305333"/>
                <a:gd name="connsiteY4-450" fmla="*/ 442384 h 1424419"/>
                <a:gd name="connsiteX5-451" fmla="*/ 1303099 w 1305333"/>
                <a:gd name="connsiteY5-452" fmla="*/ 495558 h 1424419"/>
                <a:gd name="connsiteX6-453" fmla="*/ 1303099 w 1305333"/>
                <a:gd name="connsiteY6-454" fmla="*/ 952393 h 1424419"/>
                <a:gd name="connsiteX7-455" fmla="*/ 1305306 w 1305333"/>
                <a:gd name="connsiteY7-456" fmla="*/ 990115 h 1424419"/>
                <a:gd name="connsiteX8-457" fmla="*/ 1211970 w 1305333"/>
                <a:gd name="connsiteY8-458" fmla="*/ 1149621 h 1424419"/>
                <a:gd name="connsiteX9-459" fmla="*/ 1172881 w 1305333"/>
                <a:gd name="connsiteY9-460" fmla="*/ 1179342 h 1424419"/>
                <a:gd name="connsiteX10-461" fmla="*/ 792288 w 1305333"/>
                <a:gd name="connsiteY10-462" fmla="*/ 1385653 h 1424419"/>
                <a:gd name="connsiteX11-463" fmla="*/ 522686 w 1305333"/>
                <a:gd name="connsiteY11-464" fmla="*/ 1384922 h 1424419"/>
                <a:gd name="connsiteX12-465" fmla="*/ 80344 w 1305333"/>
                <a:gd name="connsiteY12-466" fmla="*/ 1139323 h 1424419"/>
                <a:gd name="connsiteX13-467" fmla="*/ 68397 w 1305333"/>
                <a:gd name="connsiteY13-468" fmla="*/ 1130059 h 1424419"/>
                <a:gd name="connsiteX14-469" fmla="*/ 667 w 1305333"/>
                <a:gd name="connsiteY14-470" fmla="*/ 999105 h 1424419"/>
                <a:gd name="connsiteX15-471" fmla="*/ 0 w 1305333"/>
                <a:gd name="connsiteY15-472" fmla="*/ 972364 h 1424419"/>
                <a:gd name="connsiteX16-473" fmla="*/ 2496 w 1305333"/>
                <a:gd name="connsiteY16-474" fmla="*/ 463106 h 1424419"/>
                <a:gd name="connsiteX17-475" fmla="*/ 2458 w 1305333"/>
                <a:gd name="connsiteY17-476" fmla="*/ 429563 h 1424419"/>
                <a:gd name="connsiteX18-477" fmla="*/ 75248 w 1305333"/>
                <a:gd name="connsiteY18-478" fmla="*/ 303202 h 1424419"/>
                <a:gd name="connsiteX19-479" fmla="*/ 106293 w 1305333"/>
                <a:gd name="connsiteY19-480" fmla="*/ 282597 h 1424419"/>
                <a:gd name="connsiteX20-481" fmla="*/ 541533 w 1305333"/>
                <a:gd name="connsiteY20-482" fmla="*/ 38110 h 1424419"/>
                <a:gd name="connsiteX21-483" fmla="*/ 653528 w 1305333"/>
                <a:gd name="connsiteY21-484" fmla="*/ 0 h 1424419"/>
                <a:gd name="connsiteX0-485" fmla="*/ 653528 w 1305333"/>
                <a:gd name="connsiteY0-486" fmla="*/ 0 h 1424419"/>
                <a:gd name="connsiteX1-487" fmla="*/ 757287 w 1305333"/>
                <a:gd name="connsiteY1-488" fmla="*/ 32444 h 1424419"/>
                <a:gd name="connsiteX2-489" fmla="*/ 1206876 w 1305333"/>
                <a:gd name="connsiteY2-490" fmla="*/ 284945 h 1424419"/>
                <a:gd name="connsiteX3-491" fmla="*/ 1237706 w 1305333"/>
                <a:gd name="connsiteY3-492" fmla="*/ 306775 h 1424419"/>
                <a:gd name="connsiteX4-493" fmla="*/ 1301712 w 1305333"/>
                <a:gd name="connsiteY4-494" fmla="*/ 442384 h 1424419"/>
                <a:gd name="connsiteX5-495" fmla="*/ 1303099 w 1305333"/>
                <a:gd name="connsiteY5-496" fmla="*/ 495558 h 1424419"/>
                <a:gd name="connsiteX6-497" fmla="*/ 1303099 w 1305333"/>
                <a:gd name="connsiteY6-498" fmla="*/ 952393 h 1424419"/>
                <a:gd name="connsiteX7-499" fmla="*/ 1305306 w 1305333"/>
                <a:gd name="connsiteY7-500" fmla="*/ 990115 h 1424419"/>
                <a:gd name="connsiteX8-501" fmla="*/ 1236006 w 1305333"/>
                <a:gd name="connsiteY8-502" fmla="*/ 1160932 h 1424419"/>
                <a:gd name="connsiteX9-503" fmla="*/ 1172881 w 1305333"/>
                <a:gd name="connsiteY9-504" fmla="*/ 1179342 h 1424419"/>
                <a:gd name="connsiteX10-505" fmla="*/ 792288 w 1305333"/>
                <a:gd name="connsiteY10-506" fmla="*/ 1385653 h 1424419"/>
                <a:gd name="connsiteX11-507" fmla="*/ 522686 w 1305333"/>
                <a:gd name="connsiteY11-508" fmla="*/ 1384922 h 1424419"/>
                <a:gd name="connsiteX12-509" fmla="*/ 80344 w 1305333"/>
                <a:gd name="connsiteY12-510" fmla="*/ 1139323 h 1424419"/>
                <a:gd name="connsiteX13-511" fmla="*/ 68397 w 1305333"/>
                <a:gd name="connsiteY13-512" fmla="*/ 1130059 h 1424419"/>
                <a:gd name="connsiteX14-513" fmla="*/ 667 w 1305333"/>
                <a:gd name="connsiteY14-514" fmla="*/ 999105 h 1424419"/>
                <a:gd name="connsiteX15-515" fmla="*/ 0 w 1305333"/>
                <a:gd name="connsiteY15-516" fmla="*/ 972364 h 1424419"/>
                <a:gd name="connsiteX16-517" fmla="*/ 2496 w 1305333"/>
                <a:gd name="connsiteY16-518" fmla="*/ 463106 h 1424419"/>
                <a:gd name="connsiteX17-519" fmla="*/ 2458 w 1305333"/>
                <a:gd name="connsiteY17-520" fmla="*/ 429563 h 1424419"/>
                <a:gd name="connsiteX18-521" fmla="*/ 75248 w 1305333"/>
                <a:gd name="connsiteY18-522" fmla="*/ 303202 h 1424419"/>
                <a:gd name="connsiteX19-523" fmla="*/ 106293 w 1305333"/>
                <a:gd name="connsiteY19-524" fmla="*/ 282597 h 1424419"/>
                <a:gd name="connsiteX20-525" fmla="*/ 541533 w 1305333"/>
                <a:gd name="connsiteY20-526" fmla="*/ 38110 h 1424419"/>
                <a:gd name="connsiteX21-527" fmla="*/ 653528 w 1305333"/>
                <a:gd name="connsiteY21-528" fmla="*/ 0 h 1424419"/>
                <a:gd name="connsiteX0-529" fmla="*/ 653528 w 1313169"/>
                <a:gd name="connsiteY0-530" fmla="*/ 0 h 1424419"/>
                <a:gd name="connsiteX1-531" fmla="*/ 757287 w 1313169"/>
                <a:gd name="connsiteY1-532" fmla="*/ 32444 h 1424419"/>
                <a:gd name="connsiteX2-533" fmla="*/ 1206876 w 1313169"/>
                <a:gd name="connsiteY2-534" fmla="*/ 284945 h 1424419"/>
                <a:gd name="connsiteX3-535" fmla="*/ 1237706 w 1313169"/>
                <a:gd name="connsiteY3-536" fmla="*/ 306775 h 1424419"/>
                <a:gd name="connsiteX4-537" fmla="*/ 1301712 w 1313169"/>
                <a:gd name="connsiteY4-538" fmla="*/ 442384 h 1424419"/>
                <a:gd name="connsiteX5-539" fmla="*/ 1303099 w 1313169"/>
                <a:gd name="connsiteY5-540" fmla="*/ 495558 h 1424419"/>
                <a:gd name="connsiteX6-541" fmla="*/ 1303099 w 1313169"/>
                <a:gd name="connsiteY6-542" fmla="*/ 952393 h 1424419"/>
                <a:gd name="connsiteX7-543" fmla="*/ 1305306 w 1313169"/>
                <a:gd name="connsiteY7-544" fmla="*/ 990115 h 1424419"/>
                <a:gd name="connsiteX8-545" fmla="*/ 1271352 w 1313169"/>
                <a:gd name="connsiteY8-546" fmla="*/ 1142552 h 1424419"/>
                <a:gd name="connsiteX9-547" fmla="*/ 1172881 w 1313169"/>
                <a:gd name="connsiteY9-548" fmla="*/ 1179342 h 1424419"/>
                <a:gd name="connsiteX10-549" fmla="*/ 792288 w 1313169"/>
                <a:gd name="connsiteY10-550" fmla="*/ 1385653 h 1424419"/>
                <a:gd name="connsiteX11-551" fmla="*/ 522686 w 1313169"/>
                <a:gd name="connsiteY11-552" fmla="*/ 1384922 h 1424419"/>
                <a:gd name="connsiteX12-553" fmla="*/ 80344 w 1313169"/>
                <a:gd name="connsiteY12-554" fmla="*/ 1139323 h 1424419"/>
                <a:gd name="connsiteX13-555" fmla="*/ 68397 w 1313169"/>
                <a:gd name="connsiteY13-556" fmla="*/ 1130059 h 1424419"/>
                <a:gd name="connsiteX14-557" fmla="*/ 667 w 1313169"/>
                <a:gd name="connsiteY14-558" fmla="*/ 999105 h 1424419"/>
                <a:gd name="connsiteX15-559" fmla="*/ 0 w 1313169"/>
                <a:gd name="connsiteY15-560" fmla="*/ 972364 h 1424419"/>
                <a:gd name="connsiteX16-561" fmla="*/ 2496 w 1313169"/>
                <a:gd name="connsiteY16-562" fmla="*/ 463106 h 1424419"/>
                <a:gd name="connsiteX17-563" fmla="*/ 2458 w 1313169"/>
                <a:gd name="connsiteY17-564" fmla="*/ 429563 h 1424419"/>
                <a:gd name="connsiteX18-565" fmla="*/ 75248 w 1313169"/>
                <a:gd name="connsiteY18-566" fmla="*/ 303202 h 1424419"/>
                <a:gd name="connsiteX19-567" fmla="*/ 106293 w 1313169"/>
                <a:gd name="connsiteY19-568" fmla="*/ 282597 h 1424419"/>
                <a:gd name="connsiteX20-569" fmla="*/ 541533 w 1313169"/>
                <a:gd name="connsiteY20-570" fmla="*/ 38110 h 1424419"/>
                <a:gd name="connsiteX21-571" fmla="*/ 653528 w 1313169"/>
                <a:gd name="connsiteY21-572" fmla="*/ 0 h 1424419"/>
                <a:gd name="connsiteX0-573" fmla="*/ 653528 w 1306267"/>
                <a:gd name="connsiteY0-574" fmla="*/ 0 h 1424419"/>
                <a:gd name="connsiteX1-575" fmla="*/ 757287 w 1306267"/>
                <a:gd name="connsiteY1-576" fmla="*/ 32444 h 1424419"/>
                <a:gd name="connsiteX2-577" fmla="*/ 1206876 w 1306267"/>
                <a:gd name="connsiteY2-578" fmla="*/ 284945 h 1424419"/>
                <a:gd name="connsiteX3-579" fmla="*/ 1237706 w 1306267"/>
                <a:gd name="connsiteY3-580" fmla="*/ 306775 h 1424419"/>
                <a:gd name="connsiteX4-581" fmla="*/ 1301712 w 1306267"/>
                <a:gd name="connsiteY4-582" fmla="*/ 442384 h 1424419"/>
                <a:gd name="connsiteX5-583" fmla="*/ 1303099 w 1306267"/>
                <a:gd name="connsiteY5-584" fmla="*/ 495558 h 1424419"/>
                <a:gd name="connsiteX6-585" fmla="*/ 1303099 w 1306267"/>
                <a:gd name="connsiteY6-586" fmla="*/ 952393 h 1424419"/>
                <a:gd name="connsiteX7-587" fmla="*/ 1305306 w 1306267"/>
                <a:gd name="connsiteY7-588" fmla="*/ 990115 h 1424419"/>
                <a:gd name="connsiteX8-589" fmla="*/ 1255800 w 1306267"/>
                <a:gd name="connsiteY8-590" fmla="*/ 1142552 h 1424419"/>
                <a:gd name="connsiteX9-591" fmla="*/ 1172881 w 1306267"/>
                <a:gd name="connsiteY9-592" fmla="*/ 1179342 h 1424419"/>
                <a:gd name="connsiteX10-593" fmla="*/ 792288 w 1306267"/>
                <a:gd name="connsiteY10-594" fmla="*/ 1385653 h 1424419"/>
                <a:gd name="connsiteX11-595" fmla="*/ 522686 w 1306267"/>
                <a:gd name="connsiteY11-596" fmla="*/ 1384922 h 1424419"/>
                <a:gd name="connsiteX12-597" fmla="*/ 80344 w 1306267"/>
                <a:gd name="connsiteY12-598" fmla="*/ 1139323 h 1424419"/>
                <a:gd name="connsiteX13-599" fmla="*/ 68397 w 1306267"/>
                <a:gd name="connsiteY13-600" fmla="*/ 1130059 h 1424419"/>
                <a:gd name="connsiteX14-601" fmla="*/ 667 w 1306267"/>
                <a:gd name="connsiteY14-602" fmla="*/ 999105 h 1424419"/>
                <a:gd name="connsiteX15-603" fmla="*/ 0 w 1306267"/>
                <a:gd name="connsiteY15-604" fmla="*/ 972364 h 1424419"/>
                <a:gd name="connsiteX16-605" fmla="*/ 2496 w 1306267"/>
                <a:gd name="connsiteY16-606" fmla="*/ 463106 h 1424419"/>
                <a:gd name="connsiteX17-607" fmla="*/ 2458 w 1306267"/>
                <a:gd name="connsiteY17-608" fmla="*/ 429563 h 1424419"/>
                <a:gd name="connsiteX18-609" fmla="*/ 75248 w 1306267"/>
                <a:gd name="connsiteY18-610" fmla="*/ 303202 h 1424419"/>
                <a:gd name="connsiteX19-611" fmla="*/ 106293 w 1306267"/>
                <a:gd name="connsiteY19-612" fmla="*/ 282597 h 1424419"/>
                <a:gd name="connsiteX20-613" fmla="*/ 541533 w 1306267"/>
                <a:gd name="connsiteY20-614" fmla="*/ 38110 h 1424419"/>
                <a:gd name="connsiteX21-615" fmla="*/ 653528 w 1306267"/>
                <a:gd name="connsiteY21-616" fmla="*/ 0 h 1424419"/>
                <a:gd name="connsiteX0-617" fmla="*/ 653528 w 1306267"/>
                <a:gd name="connsiteY0-618" fmla="*/ 0 h 1424419"/>
                <a:gd name="connsiteX1-619" fmla="*/ 757287 w 1306267"/>
                <a:gd name="connsiteY1-620" fmla="*/ 32444 h 1424419"/>
                <a:gd name="connsiteX2-621" fmla="*/ 1206876 w 1306267"/>
                <a:gd name="connsiteY2-622" fmla="*/ 284945 h 1424419"/>
                <a:gd name="connsiteX3-623" fmla="*/ 1237706 w 1306267"/>
                <a:gd name="connsiteY3-624" fmla="*/ 306775 h 1424419"/>
                <a:gd name="connsiteX4-625" fmla="*/ 1301712 w 1306267"/>
                <a:gd name="connsiteY4-626" fmla="*/ 442384 h 1424419"/>
                <a:gd name="connsiteX5-627" fmla="*/ 1303099 w 1306267"/>
                <a:gd name="connsiteY5-628" fmla="*/ 495558 h 1424419"/>
                <a:gd name="connsiteX6-629" fmla="*/ 1303099 w 1306267"/>
                <a:gd name="connsiteY6-630" fmla="*/ 952393 h 1424419"/>
                <a:gd name="connsiteX7-631" fmla="*/ 1305306 w 1306267"/>
                <a:gd name="connsiteY7-632" fmla="*/ 990115 h 1424419"/>
                <a:gd name="connsiteX8-633" fmla="*/ 1255800 w 1306267"/>
                <a:gd name="connsiteY8-634" fmla="*/ 1142552 h 1424419"/>
                <a:gd name="connsiteX9-635" fmla="*/ 1172881 w 1306267"/>
                <a:gd name="connsiteY9-636" fmla="*/ 1179342 h 1424419"/>
                <a:gd name="connsiteX10-637" fmla="*/ 792288 w 1306267"/>
                <a:gd name="connsiteY10-638" fmla="*/ 1385653 h 1424419"/>
                <a:gd name="connsiteX11-639" fmla="*/ 522686 w 1306267"/>
                <a:gd name="connsiteY11-640" fmla="*/ 1384922 h 1424419"/>
                <a:gd name="connsiteX12-641" fmla="*/ 80344 w 1306267"/>
                <a:gd name="connsiteY12-642" fmla="*/ 1139323 h 1424419"/>
                <a:gd name="connsiteX13-643" fmla="*/ 61328 w 1306267"/>
                <a:gd name="connsiteY13-644" fmla="*/ 1127231 h 1424419"/>
                <a:gd name="connsiteX14-645" fmla="*/ 667 w 1306267"/>
                <a:gd name="connsiteY14-646" fmla="*/ 999105 h 1424419"/>
                <a:gd name="connsiteX15-647" fmla="*/ 0 w 1306267"/>
                <a:gd name="connsiteY15-648" fmla="*/ 972364 h 1424419"/>
                <a:gd name="connsiteX16-649" fmla="*/ 2496 w 1306267"/>
                <a:gd name="connsiteY16-650" fmla="*/ 463106 h 1424419"/>
                <a:gd name="connsiteX17-651" fmla="*/ 2458 w 1306267"/>
                <a:gd name="connsiteY17-652" fmla="*/ 429563 h 1424419"/>
                <a:gd name="connsiteX18-653" fmla="*/ 75248 w 1306267"/>
                <a:gd name="connsiteY18-654" fmla="*/ 303202 h 1424419"/>
                <a:gd name="connsiteX19-655" fmla="*/ 106293 w 1306267"/>
                <a:gd name="connsiteY19-656" fmla="*/ 282597 h 1424419"/>
                <a:gd name="connsiteX20-657" fmla="*/ 541533 w 1306267"/>
                <a:gd name="connsiteY20-658" fmla="*/ 38110 h 1424419"/>
                <a:gd name="connsiteX21-659" fmla="*/ 653528 w 1306267"/>
                <a:gd name="connsiteY21-660" fmla="*/ 0 h 1424419"/>
                <a:gd name="connsiteX0-661" fmla="*/ 653528 w 1306267"/>
                <a:gd name="connsiteY0-662" fmla="*/ 0 h 1424419"/>
                <a:gd name="connsiteX1-663" fmla="*/ 757287 w 1306267"/>
                <a:gd name="connsiteY1-664" fmla="*/ 32444 h 1424419"/>
                <a:gd name="connsiteX2-665" fmla="*/ 1206876 w 1306267"/>
                <a:gd name="connsiteY2-666" fmla="*/ 284945 h 1424419"/>
                <a:gd name="connsiteX3-667" fmla="*/ 1237706 w 1306267"/>
                <a:gd name="connsiteY3-668" fmla="*/ 306775 h 1424419"/>
                <a:gd name="connsiteX4-669" fmla="*/ 1301712 w 1306267"/>
                <a:gd name="connsiteY4-670" fmla="*/ 442384 h 1424419"/>
                <a:gd name="connsiteX5-671" fmla="*/ 1303099 w 1306267"/>
                <a:gd name="connsiteY5-672" fmla="*/ 495558 h 1424419"/>
                <a:gd name="connsiteX6-673" fmla="*/ 1303099 w 1306267"/>
                <a:gd name="connsiteY6-674" fmla="*/ 952393 h 1424419"/>
                <a:gd name="connsiteX7-675" fmla="*/ 1305306 w 1306267"/>
                <a:gd name="connsiteY7-676" fmla="*/ 990115 h 1424419"/>
                <a:gd name="connsiteX8-677" fmla="*/ 1255800 w 1306267"/>
                <a:gd name="connsiteY8-678" fmla="*/ 1142552 h 1424419"/>
                <a:gd name="connsiteX9-679" fmla="*/ 1172881 w 1306267"/>
                <a:gd name="connsiteY9-680" fmla="*/ 1179342 h 1424419"/>
                <a:gd name="connsiteX10-681" fmla="*/ 792288 w 1306267"/>
                <a:gd name="connsiteY10-682" fmla="*/ 1385653 h 1424419"/>
                <a:gd name="connsiteX11-683" fmla="*/ 522686 w 1306267"/>
                <a:gd name="connsiteY11-684" fmla="*/ 1384922 h 1424419"/>
                <a:gd name="connsiteX12-685" fmla="*/ 80344 w 1306267"/>
                <a:gd name="connsiteY12-686" fmla="*/ 1139323 h 1424419"/>
                <a:gd name="connsiteX13-687" fmla="*/ 61328 w 1306267"/>
                <a:gd name="connsiteY13-688" fmla="*/ 1127231 h 1424419"/>
                <a:gd name="connsiteX14-689" fmla="*/ 667 w 1306267"/>
                <a:gd name="connsiteY14-690" fmla="*/ 999105 h 1424419"/>
                <a:gd name="connsiteX15-691" fmla="*/ 0 w 1306267"/>
                <a:gd name="connsiteY15-692" fmla="*/ 972364 h 1424419"/>
                <a:gd name="connsiteX16-693" fmla="*/ 2496 w 1306267"/>
                <a:gd name="connsiteY16-694" fmla="*/ 463106 h 1424419"/>
                <a:gd name="connsiteX17-695" fmla="*/ 2458 w 1306267"/>
                <a:gd name="connsiteY17-696" fmla="*/ 429563 h 1424419"/>
                <a:gd name="connsiteX18-697" fmla="*/ 75248 w 1306267"/>
                <a:gd name="connsiteY18-698" fmla="*/ 303202 h 1424419"/>
                <a:gd name="connsiteX19-699" fmla="*/ 106293 w 1306267"/>
                <a:gd name="connsiteY19-700" fmla="*/ 282597 h 1424419"/>
                <a:gd name="connsiteX20-701" fmla="*/ 541533 w 1306267"/>
                <a:gd name="connsiteY20-702" fmla="*/ 38110 h 1424419"/>
                <a:gd name="connsiteX21-703" fmla="*/ 653528 w 1306267"/>
                <a:gd name="connsiteY21-704" fmla="*/ 0 h 1424419"/>
                <a:gd name="connsiteX0-705" fmla="*/ 653528 w 1306267"/>
                <a:gd name="connsiteY0-706" fmla="*/ 0 h 1424419"/>
                <a:gd name="connsiteX1-707" fmla="*/ 757287 w 1306267"/>
                <a:gd name="connsiteY1-708" fmla="*/ 32444 h 1424419"/>
                <a:gd name="connsiteX2-709" fmla="*/ 1206876 w 1306267"/>
                <a:gd name="connsiteY2-710" fmla="*/ 284945 h 1424419"/>
                <a:gd name="connsiteX3-711" fmla="*/ 1237706 w 1306267"/>
                <a:gd name="connsiteY3-712" fmla="*/ 306775 h 1424419"/>
                <a:gd name="connsiteX4-713" fmla="*/ 1301712 w 1306267"/>
                <a:gd name="connsiteY4-714" fmla="*/ 442384 h 1424419"/>
                <a:gd name="connsiteX5-715" fmla="*/ 1303099 w 1306267"/>
                <a:gd name="connsiteY5-716" fmla="*/ 495558 h 1424419"/>
                <a:gd name="connsiteX6-717" fmla="*/ 1303099 w 1306267"/>
                <a:gd name="connsiteY6-718" fmla="*/ 952393 h 1424419"/>
                <a:gd name="connsiteX7-719" fmla="*/ 1305306 w 1306267"/>
                <a:gd name="connsiteY7-720" fmla="*/ 990115 h 1424419"/>
                <a:gd name="connsiteX8-721" fmla="*/ 1255800 w 1306267"/>
                <a:gd name="connsiteY8-722" fmla="*/ 1142552 h 1424419"/>
                <a:gd name="connsiteX9-723" fmla="*/ 1172881 w 1306267"/>
                <a:gd name="connsiteY9-724" fmla="*/ 1179342 h 1424419"/>
                <a:gd name="connsiteX10-725" fmla="*/ 792288 w 1306267"/>
                <a:gd name="connsiteY10-726" fmla="*/ 1385653 h 1424419"/>
                <a:gd name="connsiteX11-727" fmla="*/ 522686 w 1306267"/>
                <a:gd name="connsiteY11-728" fmla="*/ 1384922 h 1424419"/>
                <a:gd name="connsiteX12-729" fmla="*/ 90241 w 1306267"/>
                <a:gd name="connsiteY12-730" fmla="*/ 1150634 h 1424419"/>
                <a:gd name="connsiteX13-731" fmla="*/ 61328 w 1306267"/>
                <a:gd name="connsiteY13-732" fmla="*/ 1127231 h 1424419"/>
                <a:gd name="connsiteX14-733" fmla="*/ 667 w 1306267"/>
                <a:gd name="connsiteY14-734" fmla="*/ 999105 h 1424419"/>
                <a:gd name="connsiteX15-735" fmla="*/ 0 w 1306267"/>
                <a:gd name="connsiteY15-736" fmla="*/ 972364 h 1424419"/>
                <a:gd name="connsiteX16-737" fmla="*/ 2496 w 1306267"/>
                <a:gd name="connsiteY16-738" fmla="*/ 463106 h 1424419"/>
                <a:gd name="connsiteX17-739" fmla="*/ 2458 w 1306267"/>
                <a:gd name="connsiteY17-740" fmla="*/ 429563 h 1424419"/>
                <a:gd name="connsiteX18-741" fmla="*/ 75248 w 1306267"/>
                <a:gd name="connsiteY18-742" fmla="*/ 303202 h 1424419"/>
                <a:gd name="connsiteX19-743" fmla="*/ 106293 w 1306267"/>
                <a:gd name="connsiteY19-744" fmla="*/ 282597 h 1424419"/>
                <a:gd name="connsiteX20-745" fmla="*/ 541533 w 1306267"/>
                <a:gd name="connsiteY20-746" fmla="*/ 38110 h 1424419"/>
                <a:gd name="connsiteX21-747" fmla="*/ 653528 w 1306267"/>
                <a:gd name="connsiteY21-748" fmla="*/ 0 h 1424419"/>
                <a:gd name="connsiteX0-749" fmla="*/ 653528 w 1306267"/>
                <a:gd name="connsiteY0-750" fmla="*/ 0 h 1424419"/>
                <a:gd name="connsiteX1-751" fmla="*/ 757287 w 1306267"/>
                <a:gd name="connsiteY1-752" fmla="*/ 32444 h 1424419"/>
                <a:gd name="connsiteX2-753" fmla="*/ 1206876 w 1306267"/>
                <a:gd name="connsiteY2-754" fmla="*/ 284945 h 1424419"/>
                <a:gd name="connsiteX3-755" fmla="*/ 1237706 w 1306267"/>
                <a:gd name="connsiteY3-756" fmla="*/ 306775 h 1424419"/>
                <a:gd name="connsiteX4-757" fmla="*/ 1301712 w 1306267"/>
                <a:gd name="connsiteY4-758" fmla="*/ 442384 h 1424419"/>
                <a:gd name="connsiteX5-759" fmla="*/ 1303099 w 1306267"/>
                <a:gd name="connsiteY5-760" fmla="*/ 495558 h 1424419"/>
                <a:gd name="connsiteX6-761" fmla="*/ 1303099 w 1306267"/>
                <a:gd name="connsiteY6-762" fmla="*/ 952393 h 1424419"/>
                <a:gd name="connsiteX7-763" fmla="*/ 1305306 w 1306267"/>
                <a:gd name="connsiteY7-764" fmla="*/ 990115 h 1424419"/>
                <a:gd name="connsiteX8-765" fmla="*/ 1255800 w 1306267"/>
                <a:gd name="connsiteY8-766" fmla="*/ 1142552 h 1424419"/>
                <a:gd name="connsiteX9-767" fmla="*/ 1172881 w 1306267"/>
                <a:gd name="connsiteY9-768" fmla="*/ 1179342 h 1424419"/>
                <a:gd name="connsiteX10-769" fmla="*/ 792288 w 1306267"/>
                <a:gd name="connsiteY10-770" fmla="*/ 1385653 h 1424419"/>
                <a:gd name="connsiteX11-771" fmla="*/ 522686 w 1306267"/>
                <a:gd name="connsiteY11-772" fmla="*/ 1384922 h 1424419"/>
                <a:gd name="connsiteX12-773" fmla="*/ 90241 w 1306267"/>
                <a:gd name="connsiteY12-774" fmla="*/ 1150634 h 1424419"/>
                <a:gd name="connsiteX13-775" fmla="*/ 61328 w 1306267"/>
                <a:gd name="connsiteY13-776" fmla="*/ 1127231 h 1424419"/>
                <a:gd name="connsiteX14-777" fmla="*/ 667 w 1306267"/>
                <a:gd name="connsiteY14-778" fmla="*/ 999105 h 1424419"/>
                <a:gd name="connsiteX15-779" fmla="*/ 0 w 1306267"/>
                <a:gd name="connsiteY15-780" fmla="*/ 972364 h 1424419"/>
                <a:gd name="connsiteX16-781" fmla="*/ 2496 w 1306267"/>
                <a:gd name="connsiteY16-782" fmla="*/ 463106 h 1424419"/>
                <a:gd name="connsiteX17-783" fmla="*/ 2458 w 1306267"/>
                <a:gd name="connsiteY17-784" fmla="*/ 429563 h 1424419"/>
                <a:gd name="connsiteX18-785" fmla="*/ 75248 w 1306267"/>
                <a:gd name="connsiteY18-786" fmla="*/ 303202 h 1424419"/>
                <a:gd name="connsiteX19-787" fmla="*/ 106293 w 1306267"/>
                <a:gd name="connsiteY19-788" fmla="*/ 282597 h 1424419"/>
                <a:gd name="connsiteX20-789" fmla="*/ 541533 w 1306267"/>
                <a:gd name="connsiteY20-790" fmla="*/ 38110 h 1424419"/>
                <a:gd name="connsiteX21-791" fmla="*/ 653528 w 1306267"/>
                <a:gd name="connsiteY21-792" fmla="*/ 0 h 1424419"/>
                <a:gd name="connsiteX0-793" fmla="*/ 653528 w 1306267"/>
                <a:gd name="connsiteY0-794" fmla="*/ 0 h 1424419"/>
                <a:gd name="connsiteX1-795" fmla="*/ 757287 w 1306267"/>
                <a:gd name="connsiteY1-796" fmla="*/ 32444 h 1424419"/>
                <a:gd name="connsiteX2-797" fmla="*/ 1206876 w 1306267"/>
                <a:gd name="connsiteY2-798" fmla="*/ 284945 h 1424419"/>
                <a:gd name="connsiteX3-799" fmla="*/ 1237706 w 1306267"/>
                <a:gd name="connsiteY3-800" fmla="*/ 306775 h 1424419"/>
                <a:gd name="connsiteX4-801" fmla="*/ 1301712 w 1306267"/>
                <a:gd name="connsiteY4-802" fmla="*/ 442384 h 1424419"/>
                <a:gd name="connsiteX5-803" fmla="*/ 1303099 w 1306267"/>
                <a:gd name="connsiteY5-804" fmla="*/ 495558 h 1424419"/>
                <a:gd name="connsiteX6-805" fmla="*/ 1303099 w 1306267"/>
                <a:gd name="connsiteY6-806" fmla="*/ 952393 h 1424419"/>
                <a:gd name="connsiteX7-807" fmla="*/ 1305306 w 1306267"/>
                <a:gd name="connsiteY7-808" fmla="*/ 990115 h 1424419"/>
                <a:gd name="connsiteX8-809" fmla="*/ 1255800 w 1306267"/>
                <a:gd name="connsiteY8-810" fmla="*/ 1142552 h 1424419"/>
                <a:gd name="connsiteX9-811" fmla="*/ 1172881 w 1306267"/>
                <a:gd name="connsiteY9-812" fmla="*/ 1179342 h 1424419"/>
                <a:gd name="connsiteX10-813" fmla="*/ 792288 w 1306267"/>
                <a:gd name="connsiteY10-814" fmla="*/ 1385653 h 1424419"/>
                <a:gd name="connsiteX11-815" fmla="*/ 522686 w 1306267"/>
                <a:gd name="connsiteY11-816" fmla="*/ 1384922 h 1424419"/>
                <a:gd name="connsiteX12-817" fmla="*/ 90241 w 1306267"/>
                <a:gd name="connsiteY12-818" fmla="*/ 1150634 h 1424419"/>
                <a:gd name="connsiteX13-819" fmla="*/ 61328 w 1306267"/>
                <a:gd name="connsiteY13-820" fmla="*/ 1127231 h 1424419"/>
                <a:gd name="connsiteX14-821" fmla="*/ 667 w 1306267"/>
                <a:gd name="connsiteY14-822" fmla="*/ 999105 h 1424419"/>
                <a:gd name="connsiteX15-823" fmla="*/ 0 w 1306267"/>
                <a:gd name="connsiteY15-824" fmla="*/ 972364 h 1424419"/>
                <a:gd name="connsiteX16-825" fmla="*/ 2496 w 1306267"/>
                <a:gd name="connsiteY16-826" fmla="*/ 463106 h 1424419"/>
                <a:gd name="connsiteX17-827" fmla="*/ 2458 w 1306267"/>
                <a:gd name="connsiteY17-828" fmla="*/ 429563 h 1424419"/>
                <a:gd name="connsiteX18-829" fmla="*/ 75248 w 1306267"/>
                <a:gd name="connsiteY18-830" fmla="*/ 303202 h 1424419"/>
                <a:gd name="connsiteX19-831" fmla="*/ 106293 w 1306267"/>
                <a:gd name="connsiteY19-832" fmla="*/ 282597 h 1424419"/>
                <a:gd name="connsiteX20-833" fmla="*/ 541533 w 1306267"/>
                <a:gd name="connsiteY20-834" fmla="*/ 38110 h 1424419"/>
                <a:gd name="connsiteX21-835" fmla="*/ 653528 w 1306267"/>
                <a:gd name="connsiteY21-836" fmla="*/ 0 h 1424419"/>
                <a:gd name="connsiteX0-837" fmla="*/ 653528 w 1306267"/>
                <a:gd name="connsiteY0-838" fmla="*/ 0 h 1424419"/>
                <a:gd name="connsiteX1-839" fmla="*/ 757287 w 1306267"/>
                <a:gd name="connsiteY1-840" fmla="*/ 32444 h 1424419"/>
                <a:gd name="connsiteX2-841" fmla="*/ 1206876 w 1306267"/>
                <a:gd name="connsiteY2-842" fmla="*/ 284945 h 1424419"/>
                <a:gd name="connsiteX3-843" fmla="*/ 1237706 w 1306267"/>
                <a:gd name="connsiteY3-844" fmla="*/ 306775 h 1424419"/>
                <a:gd name="connsiteX4-845" fmla="*/ 1301712 w 1306267"/>
                <a:gd name="connsiteY4-846" fmla="*/ 442384 h 1424419"/>
                <a:gd name="connsiteX5-847" fmla="*/ 1303099 w 1306267"/>
                <a:gd name="connsiteY5-848" fmla="*/ 495558 h 1424419"/>
                <a:gd name="connsiteX6-849" fmla="*/ 1303099 w 1306267"/>
                <a:gd name="connsiteY6-850" fmla="*/ 952393 h 1424419"/>
                <a:gd name="connsiteX7-851" fmla="*/ 1305306 w 1306267"/>
                <a:gd name="connsiteY7-852" fmla="*/ 990115 h 1424419"/>
                <a:gd name="connsiteX8-853" fmla="*/ 1255800 w 1306267"/>
                <a:gd name="connsiteY8-854" fmla="*/ 1142552 h 1424419"/>
                <a:gd name="connsiteX9-855" fmla="*/ 1172881 w 1306267"/>
                <a:gd name="connsiteY9-856" fmla="*/ 1179342 h 1424419"/>
                <a:gd name="connsiteX10-857" fmla="*/ 792288 w 1306267"/>
                <a:gd name="connsiteY10-858" fmla="*/ 1385653 h 1424419"/>
                <a:gd name="connsiteX11-859" fmla="*/ 522686 w 1306267"/>
                <a:gd name="connsiteY11-860" fmla="*/ 1384922 h 1424419"/>
                <a:gd name="connsiteX12-861" fmla="*/ 90241 w 1306267"/>
                <a:gd name="connsiteY12-862" fmla="*/ 1150634 h 1424419"/>
                <a:gd name="connsiteX13-863" fmla="*/ 61328 w 1306267"/>
                <a:gd name="connsiteY13-864" fmla="*/ 1127231 h 1424419"/>
                <a:gd name="connsiteX14-865" fmla="*/ 667 w 1306267"/>
                <a:gd name="connsiteY14-866" fmla="*/ 999105 h 1424419"/>
                <a:gd name="connsiteX15-867" fmla="*/ 0 w 1306267"/>
                <a:gd name="connsiteY15-868" fmla="*/ 972364 h 1424419"/>
                <a:gd name="connsiteX16-869" fmla="*/ 2496 w 1306267"/>
                <a:gd name="connsiteY16-870" fmla="*/ 463106 h 1424419"/>
                <a:gd name="connsiteX17-871" fmla="*/ 2458 w 1306267"/>
                <a:gd name="connsiteY17-872" fmla="*/ 429563 h 1424419"/>
                <a:gd name="connsiteX18-873" fmla="*/ 75248 w 1306267"/>
                <a:gd name="connsiteY18-874" fmla="*/ 303202 h 1424419"/>
                <a:gd name="connsiteX19-875" fmla="*/ 106293 w 1306267"/>
                <a:gd name="connsiteY19-876" fmla="*/ 282597 h 1424419"/>
                <a:gd name="connsiteX20-877" fmla="*/ 541533 w 1306267"/>
                <a:gd name="connsiteY20-878" fmla="*/ 38110 h 1424419"/>
                <a:gd name="connsiteX21-879" fmla="*/ 653528 w 1306267"/>
                <a:gd name="connsiteY21-880" fmla="*/ 0 h 1424419"/>
                <a:gd name="connsiteX0-881" fmla="*/ 653528 w 1306267"/>
                <a:gd name="connsiteY0-882" fmla="*/ 0 h 1424419"/>
                <a:gd name="connsiteX1-883" fmla="*/ 757287 w 1306267"/>
                <a:gd name="connsiteY1-884" fmla="*/ 32444 h 1424419"/>
                <a:gd name="connsiteX2-885" fmla="*/ 1206876 w 1306267"/>
                <a:gd name="connsiteY2-886" fmla="*/ 284945 h 1424419"/>
                <a:gd name="connsiteX3-887" fmla="*/ 1237706 w 1306267"/>
                <a:gd name="connsiteY3-888" fmla="*/ 306775 h 1424419"/>
                <a:gd name="connsiteX4-889" fmla="*/ 1301712 w 1306267"/>
                <a:gd name="connsiteY4-890" fmla="*/ 442384 h 1424419"/>
                <a:gd name="connsiteX5-891" fmla="*/ 1303099 w 1306267"/>
                <a:gd name="connsiteY5-892" fmla="*/ 495558 h 1424419"/>
                <a:gd name="connsiteX6-893" fmla="*/ 1303099 w 1306267"/>
                <a:gd name="connsiteY6-894" fmla="*/ 952393 h 1424419"/>
                <a:gd name="connsiteX7-895" fmla="*/ 1305306 w 1306267"/>
                <a:gd name="connsiteY7-896" fmla="*/ 990115 h 1424419"/>
                <a:gd name="connsiteX8-897" fmla="*/ 1255800 w 1306267"/>
                <a:gd name="connsiteY8-898" fmla="*/ 1142552 h 1424419"/>
                <a:gd name="connsiteX9-899" fmla="*/ 1172881 w 1306267"/>
                <a:gd name="connsiteY9-900" fmla="*/ 1179342 h 1424419"/>
                <a:gd name="connsiteX10-901" fmla="*/ 792288 w 1306267"/>
                <a:gd name="connsiteY10-902" fmla="*/ 1385653 h 1424419"/>
                <a:gd name="connsiteX11-903" fmla="*/ 522686 w 1306267"/>
                <a:gd name="connsiteY11-904" fmla="*/ 1384922 h 1424419"/>
                <a:gd name="connsiteX12-905" fmla="*/ 90241 w 1306267"/>
                <a:gd name="connsiteY12-906" fmla="*/ 1150634 h 1424419"/>
                <a:gd name="connsiteX13-907" fmla="*/ 55672 w 1306267"/>
                <a:gd name="connsiteY13-908" fmla="*/ 1124403 h 1424419"/>
                <a:gd name="connsiteX14-909" fmla="*/ 667 w 1306267"/>
                <a:gd name="connsiteY14-910" fmla="*/ 999105 h 1424419"/>
                <a:gd name="connsiteX15-911" fmla="*/ 0 w 1306267"/>
                <a:gd name="connsiteY15-912" fmla="*/ 972364 h 1424419"/>
                <a:gd name="connsiteX16-913" fmla="*/ 2496 w 1306267"/>
                <a:gd name="connsiteY16-914" fmla="*/ 463106 h 1424419"/>
                <a:gd name="connsiteX17-915" fmla="*/ 2458 w 1306267"/>
                <a:gd name="connsiteY17-916" fmla="*/ 429563 h 1424419"/>
                <a:gd name="connsiteX18-917" fmla="*/ 75248 w 1306267"/>
                <a:gd name="connsiteY18-918" fmla="*/ 303202 h 1424419"/>
                <a:gd name="connsiteX19-919" fmla="*/ 106293 w 1306267"/>
                <a:gd name="connsiteY19-920" fmla="*/ 282597 h 1424419"/>
                <a:gd name="connsiteX20-921" fmla="*/ 541533 w 1306267"/>
                <a:gd name="connsiteY20-922" fmla="*/ 38110 h 1424419"/>
                <a:gd name="connsiteX21-923" fmla="*/ 653528 w 1306267"/>
                <a:gd name="connsiteY21-924" fmla="*/ 0 h 1424419"/>
                <a:gd name="connsiteX0-925" fmla="*/ 653528 w 1306267"/>
                <a:gd name="connsiteY0-926" fmla="*/ 0 h 1424419"/>
                <a:gd name="connsiteX1-927" fmla="*/ 757287 w 1306267"/>
                <a:gd name="connsiteY1-928" fmla="*/ 32444 h 1424419"/>
                <a:gd name="connsiteX2-929" fmla="*/ 1206876 w 1306267"/>
                <a:gd name="connsiteY2-930" fmla="*/ 284945 h 1424419"/>
                <a:gd name="connsiteX3-931" fmla="*/ 1237706 w 1306267"/>
                <a:gd name="connsiteY3-932" fmla="*/ 306775 h 1424419"/>
                <a:gd name="connsiteX4-933" fmla="*/ 1301712 w 1306267"/>
                <a:gd name="connsiteY4-934" fmla="*/ 442384 h 1424419"/>
                <a:gd name="connsiteX5-935" fmla="*/ 1303099 w 1306267"/>
                <a:gd name="connsiteY5-936" fmla="*/ 495558 h 1424419"/>
                <a:gd name="connsiteX6-937" fmla="*/ 1303099 w 1306267"/>
                <a:gd name="connsiteY6-938" fmla="*/ 952393 h 1424419"/>
                <a:gd name="connsiteX7-939" fmla="*/ 1305306 w 1306267"/>
                <a:gd name="connsiteY7-940" fmla="*/ 990115 h 1424419"/>
                <a:gd name="connsiteX8-941" fmla="*/ 1255800 w 1306267"/>
                <a:gd name="connsiteY8-942" fmla="*/ 1142552 h 1424419"/>
                <a:gd name="connsiteX9-943" fmla="*/ 1172881 w 1306267"/>
                <a:gd name="connsiteY9-944" fmla="*/ 1179342 h 1424419"/>
                <a:gd name="connsiteX10-945" fmla="*/ 792288 w 1306267"/>
                <a:gd name="connsiteY10-946" fmla="*/ 1385653 h 1424419"/>
                <a:gd name="connsiteX11-947" fmla="*/ 522686 w 1306267"/>
                <a:gd name="connsiteY11-948" fmla="*/ 1384922 h 1424419"/>
                <a:gd name="connsiteX12-949" fmla="*/ 90241 w 1306267"/>
                <a:gd name="connsiteY12-950" fmla="*/ 1150634 h 1424419"/>
                <a:gd name="connsiteX13-951" fmla="*/ 55672 w 1306267"/>
                <a:gd name="connsiteY13-952" fmla="*/ 1124403 h 1424419"/>
                <a:gd name="connsiteX14-953" fmla="*/ 667 w 1306267"/>
                <a:gd name="connsiteY14-954" fmla="*/ 999105 h 1424419"/>
                <a:gd name="connsiteX15-955" fmla="*/ 0 w 1306267"/>
                <a:gd name="connsiteY15-956" fmla="*/ 972364 h 1424419"/>
                <a:gd name="connsiteX16-957" fmla="*/ 2496 w 1306267"/>
                <a:gd name="connsiteY16-958" fmla="*/ 463106 h 1424419"/>
                <a:gd name="connsiteX17-959" fmla="*/ 2458 w 1306267"/>
                <a:gd name="connsiteY17-960" fmla="*/ 429563 h 1424419"/>
                <a:gd name="connsiteX18-961" fmla="*/ 75248 w 1306267"/>
                <a:gd name="connsiteY18-962" fmla="*/ 303202 h 1424419"/>
                <a:gd name="connsiteX19-963" fmla="*/ 106293 w 1306267"/>
                <a:gd name="connsiteY19-964" fmla="*/ 282597 h 1424419"/>
                <a:gd name="connsiteX20-965" fmla="*/ 541533 w 1306267"/>
                <a:gd name="connsiteY20-966" fmla="*/ 38110 h 1424419"/>
                <a:gd name="connsiteX21-967" fmla="*/ 653528 w 1306267"/>
                <a:gd name="connsiteY21-968" fmla="*/ 0 h 1424419"/>
                <a:gd name="connsiteX0-969" fmla="*/ 653528 w 1306267"/>
                <a:gd name="connsiteY0-970" fmla="*/ 0 h 1424419"/>
                <a:gd name="connsiteX1-971" fmla="*/ 757287 w 1306267"/>
                <a:gd name="connsiteY1-972" fmla="*/ 32444 h 1424419"/>
                <a:gd name="connsiteX2-973" fmla="*/ 1206876 w 1306267"/>
                <a:gd name="connsiteY2-974" fmla="*/ 284945 h 1424419"/>
                <a:gd name="connsiteX3-975" fmla="*/ 1237706 w 1306267"/>
                <a:gd name="connsiteY3-976" fmla="*/ 306775 h 1424419"/>
                <a:gd name="connsiteX4-977" fmla="*/ 1301712 w 1306267"/>
                <a:gd name="connsiteY4-978" fmla="*/ 442384 h 1424419"/>
                <a:gd name="connsiteX5-979" fmla="*/ 1303099 w 1306267"/>
                <a:gd name="connsiteY5-980" fmla="*/ 495558 h 1424419"/>
                <a:gd name="connsiteX6-981" fmla="*/ 1303099 w 1306267"/>
                <a:gd name="connsiteY6-982" fmla="*/ 952393 h 1424419"/>
                <a:gd name="connsiteX7-983" fmla="*/ 1305306 w 1306267"/>
                <a:gd name="connsiteY7-984" fmla="*/ 990115 h 1424419"/>
                <a:gd name="connsiteX8-985" fmla="*/ 1255800 w 1306267"/>
                <a:gd name="connsiteY8-986" fmla="*/ 1142552 h 1424419"/>
                <a:gd name="connsiteX9-987" fmla="*/ 1172881 w 1306267"/>
                <a:gd name="connsiteY9-988" fmla="*/ 1179342 h 1424419"/>
                <a:gd name="connsiteX10-989" fmla="*/ 792288 w 1306267"/>
                <a:gd name="connsiteY10-990" fmla="*/ 1385653 h 1424419"/>
                <a:gd name="connsiteX11-991" fmla="*/ 522686 w 1306267"/>
                <a:gd name="connsiteY11-992" fmla="*/ 1384922 h 1424419"/>
                <a:gd name="connsiteX12-993" fmla="*/ 90241 w 1306267"/>
                <a:gd name="connsiteY12-994" fmla="*/ 1150634 h 1424419"/>
                <a:gd name="connsiteX13-995" fmla="*/ 55672 w 1306267"/>
                <a:gd name="connsiteY13-996" fmla="*/ 1124403 h 1424419"/>
                <a:gd name="connsiteX14-997" fmla="*/ 667 w 1306267"/>
                <a:gd name="connsiteY14-998" fmla="*/ 999105 h 1424419"/>
                <a:gd name="connsiteX15-999" fmla="*/ 0 w 1306267"/>
                <a:gd name="connsiteY15-1000" fmla="*/ 972364 h 1424419"/>
                <a:gd name="connsiteX16-1001" fmla="*/ 2496 w 1306267"/>
                <a:gd name="connsiteY16-1002" fmla="*/ 463106 h 1424419"/>
                <a:gd name="connsiteX17-1003" fmla="*/ 2458 w 1306267"/>
                <a:gd name="connsiteY17-1004" fmla="*/ 429563 h 1424419"/>
                <a:gd name="connsiteX18-1005" fmla="*/ 75248 w 1306267"/>
                <a:gd name="connsiteY18-1006" fmla="*/ 303202 h 1424419"/>
                <a:gd name="connsiteX19-1007" fmla="*/ 106293 w 1306267"/>
                <a:gd name="connsiteY19-1008" fmla="*/ 282597 h 1424419"/>
                <a:gd name="connsiteX20-1009" fmla="*/ 541533 w 1306267"/>
                <a:gd name="connsiteY20-1010" fmla="*/ 38110 h 1424419"/>
                <a:gd name="connsiteX21-1011" fmla="*/ 653528 w 1306267"/>
                <a:gd name="connsiteY21-1012" fmla="*/ 0 h 1424419"/>
                <a:gd name="connsiteX0-1013" fmla="*/ 653528 w 1306267"/>
                <a:gd name="connsiteY0-1014" fmla="*/ 0 h 1424419"/>
                <a:gd name="connsiteX1-1015" fmla="*/ 757287 w 1306267"/>
                <a:gd name="connsiteY1-1016" fmla="*/ 32444 h 1424419"/>
                <a:gd name="connsiteX2-1017" fmla="*/ 1206876 w 1306267"/>
                <a:gd name="connsiteY2-1018" fmla="*/ 284945 h 1424419"/>
                <a:gd name="connsiteX3-1019" fmla="*/ 1237706 w 1306267"/>
                <a:gd name="connsiteY3-1020" fmla="*/ 306775 h 1424419"/>
                <a:gd name="connsiteX4-1021" fmla="*/ 1301712 w 1306267"/>
                <a:gd name="connsiteY4-1022" fmla="*/ 442384 h 1424419"/>
                <a:gd name="connsiteX5-1023" fmla="*/ 1303099 w 1306267"/>
                <a:gd name="connsiteY5-1024" fmla="*/ 495558 h 1424419"/>
                <a:gd name="connsiteX6-1025" fmla="*/ 1303099 w 1306267"/>
                <a:gd name="connsiteY6-1026" fmla="*/ 952393 h 1424419"/>
                <a:gd name="connsiteX7-1027" fmla="*/ 1305306 w 1306267"/>
                <a:gd name="connsiteY7-1028" fmla="*/ 990115 h 1424419"/>
                <a:gd name="connsiteX8-1029" fmla="*/ 1255800 w 1306267"/>
                <a:gd name="connsiteY8-1030" fmla="*/ 1142552 h 1424419"/>
                <a:gd name="connsiteX9-1031" fmla="*/ 1172881 w 1306267"/>
                <a:gd name="connsiteY9-1032" fmla="*/ 1179342 h 1424419"/>
                <a:gd name="connsiteX10-1033" fmla="*/ 792288 w 1306267"/>
                <a:gd name="connsiteY10-1034" fmla="*/ 1385653 h 1424419"/>
                <a:gd name="connsiteX11-1035" fmla="*/ 522686 w 1306267"/>
                <a:gd name="connsiteY11-1036" fmla="*/ 1384922 h 1424419"/>
                <a:gd name="connsiteX12-1037" fmla="*/ 90241 w 1306267"/>
                <a:gd name="connsiteY12-1038" fmla="*/ 1150634 h 1424419"/>
                <a:gd name="connsiteX13-1039" fmla="*/ 55672 w 1306267"/>
                <a:gd name="connsiteY13-1040" fmla="*/ 1124403 h 1424419"/>
                <a:gd name="connsiteX14-1041" fmla="*/ 667 w 1306267"/>
                <a:gd name="connsiteY14-1042" fmla="*/ 999105 h 1424419"/>
                <a:gd name="connsiteX15-1043" fmla="*/ 0 w 1306267"/>
                <a:gd name="connsiteY15-1044" fmla="*/ 972364 h 1424419"/>
                <a:gd name="connsiteX16-1045" fmla="*/ 2496 w 1306267"/>
                <a:gd name="connsiteY16-1046" fmla="*/ 463106 h 1424419"/>
                <a:gd name="connsiteX17-1047" fmla="*/ 2458 w 1306267"/>
                <a:gd name="connsiteY17-1048" fmla="*/ 429563 h 1424419"/>
                <a:gd name="connsiteX18-1049" fmla="*/ 75248 w 1306267"/>
                <a:gd name="connsiteY18-1050" fmla="*/ 303202 h 1424419"/>
                <a:gd name="connsiteX19-1051" fmla="*/ 106293 w 1306267"/>
                <a:gd name="connsiteY19-1052" fmla="*/ 282597 h 1424419"/>
                <a:gd name="connsiteX20-1053" fmla="*/ 541533 w 1306267"/>
                <a:gd name="connsiteY20-1054" fmla="*/ 38110 h 1424419"/>
                <a:gd name="connsiteX21-1055" fmla="*/ 653528 w 1306267"/>
                <a:gd name="connsiteY21-1056" fmla="*/ 0 h 1424419"/>
                <a:gd name="connsiteX0-1057" fmla="*/ 653528 w 1306267"/>
                <a:gd name="connsiteY0-1058" fmla="*/ 0 h 1424419"/>
                <a:gd name="connsiteX1-1059" fmla="*/ 757287 w 1306267"/>
                <a:gd name="connsiteY1-1060" fmla="*/ 32444 h 1424419"/>
                <a:gd name="connsiteX2-1061" fmla="*/ 1206876 w 1306267"/>
                <a:gd name="connsiteY2-1062" fmla="*/ 284945 h 1424419"/>
                <a:gd name="connsiteX3-1063" fmla="*/ 1237706 w 1306267"/>
                <a:gd name="connsiteY3-1064" fmla="*/ 306775 h 1424419"/>
                <a:gd name="connsiteX4-1065" fmla="*/ 1301712 w 1306267"/>
                <a:gd name="connsiteY4-1066" fmla="*/ 442384 h 1424419"/>
                <a:gd name="connsiteX5-1067" fmla="*/ 1303099 w 1306267"/>
                <a:gd name="connsiteY5-1068" fmla="*/ 495558 h 1424419"/>
                <a:gd name="connsiteX6-1069" fmla="*/ 1303099 w 1306267"/>
                <a:gd name="connsiteY6-1070" fmla="*/ 952393 h 1424419"/>
                <a:gd name="connsiteX7-1071" fmla="*/ 1305306 w 1306267"/>
                <a:gd name="connsiteY7-1072" fmla="*/ 990115 h 1424419"/>
                <a:gd name="connsiteX8-1073" fmla="*/ 1255800 w 1306267"/>
                <a:gd name="connsiteY8-1074" fmla="*/ 1142552 h 1424419"/>
                <a:gd name="connsiteX9-1075" fmla="*/ 1172881 w 1306267"/>
                <a:gd name="connsiteY9-1076" fmla="*/ 1179342 h 1424419"/>
                <a:gd name="connsiteX10-1077" fmla="*/ 792288 w 1306267"/>
                <a:gd name="connsiteY10-1078" fmla="*/ 1385653 h 1424419"/>
                <a:gd name="connsiteX11-1079" fmla="*/ 522686 w 1306267"/>
                <a:gd name="connsiteY11-1080" fmla="*/ 1384922 h 1424419"/>
                <a:gd name="connsiteX12-1081" fmla="*/ 90241 w 1306267"/>
                <a:gd name="connsiteY12-1082" fmla="*/ 1150634 h 1424419"/>
                <a:gd name="connsiteX13-1083" fmla="*/ 55672 w 1306267"/>
                <a:gd name="connsiteY13-1084" fmla="*/ 1124403 h 1424419"/>
                <a:gd name="connsiteX14-1085" fmla="*/ 667 w 1306267"/>
                <a:gd name="connsiteY14-1086" fmla="*/ 999105 h 1424419"/>
                <a:gd name="connsiteX15-1087" fmla="*/ 0 w 1306267"/>
                <a:gd name="connsiteY15-1088" fmla="*/ 972364 h 1424419"/>
                <a:gd name="connsiteX16-1089" fmla="*/ 2496 w 1306267"/>
                <a:gd name="connsiteY16-1090" fmla="*/ 463106 h 1424419"/>
                <a:gd name="connsiteX17-1091" fmla="*/ 2458 w 1306267"/>
                <a:gd name="connsiteY17-1092" fmla="*/ 429563 h 1424419"/>
                <a:gd name="connsiteX18-1093" fmla="*/ 75248 w 1306267"/>
                <a:gd name="connsiteY18-1094" fmla="*/ 303202 h 1424419"/>
                <a:gd name="connsiteX19-1095" fmla="*/ 106293 w 1306267"/>
                <a:gd name="connsiteY19-1096" fmla="*/ 282597 h 1424419"/>
                <a:gd name="connsiteX20-1097" fmla="*/ 541533 w 1306267"/>
                <a:gd name="connsiteY20-1098" fmla="*/ 38110 h 1424419"/>
                <a:gd name="connsiteX21-1099" fmla="*/ 653528 w 1306267"/>
                <a:gd name="connsiteY21-1100" fmla="*/ 0 h 1424419"/>
                <a:gd name="connsiteX0-1101" fmla="*/ 653528 w 1306267"/>
                <a:gd name="connsiteY0-1102" fmla="*/ 0 h 1424419"/>
                <a:gd name="connsiteX1-1103" fmla="*/ 757287 w 1306267"/>
                <a:gd name="connsiteY1-1104" fmla="*/ 32444 h 1424419"/>
                <a:gd name="connsiteX2-1105" fmla="*/ 1206876 w 1306267"/>
                <a:gd name="connsiteY2-1106" fmla="*/ 284945 h 1424419"/>
                <a:gd name="connsiteX3-1107" fmla="*/ 1237706 w 1306267"/>
                <a:gd name="connsiteY3-1108" fmla="*/ 306775 h 1424419"/>
                <a:gd name="connsiteX4-1109" fmla="*/ 1301712 w 1306267"/>
                <a:gd name="connsiteY4-1110" fmla="*/ 442384 h 1424419"/>
                <a:gd name="connsiteX5-1111" fmla="*/ 1303099 w 1306267"/>
                <a:gd name="connsiteY5-1112" fmla="*/ 495558 h 1424419"/>
                <a:gd name="connsiteX6-1113" fmla="*/ 1303099 w 1306267"/>
                <a:gd name="connsiteY6-1114" fmla="*/ 952393 h 1424419"/>
                <a:gd name="connsiteX7-1115" fmla="*/ 1305306 w 1306267"/>
                <a:gd name="connsiteY7-1116" fmla="*/ 990115 h 1424419"/>
                <a:gd name="connsiteX8-1117" fmla="*/ 1255800 w 1306267"/>
                <a:gd name="connsiteY8-1118" fmla="*/ 1142552 h 1424419"/>
                <a:gd name="connsiteX9-1119" fmla="*/ 1172881 w 1306267"/>
                <a:gd name="connsiteY9-1120" fmla="*/ 1179342 h 1424419"/>
                <a:gd name="connsiteX10-1121" fmla="*/ 792288 w 1306267"/>
                <a:gd name="connsiteY10-1122" fmla="*/ 1385653 h 1424419"/>
                <a:gd name="connsiteX11-1123" fmla="*/ 522686 w 1306267"/>
                <a:gd name="connsiteY11-1124" fmla="*/ 1384922 h 1424419"/>
                <a:gd name="connsiteX12-1125" fmla="*/ 90241 w 1306267"/>
                <a:gd name="connsiteY12-1126" fmla="*/ 1150634 h 1424419"/>
                <a:gd name="connsiteX13-1127" fmla="*/ 48904 w 1306267"/>
                <a:gd name="connsiteY13-1128" fmla="*/ 1124403 h 1424419"/>
                <a:gd name="connsiteX14-1129" fmla="*/ 667 w 1306267"/>
                <a:gd name="connsiteY14-1130" fmla="*/ 999105 h 1424419"/>
                <a:gd name="connsiteX15-1131" fmla="*/ 0 w 1306267"/>
                <a:gd name="connsiteY15-1132" fmla="*/ 972364 h 1424419"/>
                <a:gd name="connsiteX16-1133" fmla="*/ 2496 w 1306267"/>
                <a:gd name="connsiteY16-1134" fmla="*/ 463106 h 1424419"/>
                <a:gd name="connsiteX17-1135" fmla="*/ 2458 w 1306267"/>
                <a:gd name="connsiteY17-1136" fmla="*/ 429563 h 1424419"/>
                <a:gd name="connsiteX18-1137" fmla="*/ 75248 w 1306267"/>
                <a:gd name="connsiteY18-1138" fmla="*/ 303202 h 1424419"/>
                <a:gd name="connsiteX19-1139" fmla="*/ 106293 w 1306267"/>
                <a:gd name="connsiteY19-1140" fmla="*/ 282597 h 1424419"/>
                <a:gd name="connsiteX20-1141" fmla="*/ 541533 w 1306267"/>
                <a:gd name="connsiteY20-1142" fmla="*/ 38110 h 1424419"/>
                <a:gd name="connsiteX21-1143" fmla="*/ 653528 w 1306267"/>
                <a:gd name="connsiteY21-1144" fmla="*/ 0 h 1424419"/>
                <a:gd name="connsiteX0-1145" fmla="*/ 653528 w 1306267"/>
                <a:gd name="connsiteY0-1146" fmla="*/ 0 h 1424419"/>
                <a:gd name="connsiteX1-1147" fmla="*/ 757287 w 1306267"/>
                <a:gd name="connsiteY1-1148" fmla="*/ 32444 h 1424419"/>
                <a:gd name="connsiteX2-1149" fmla="*/ 1206876 w 1306267"/>
                <a:gd name="connsiteY2-1150" fmla="*/ 284945 h 1424419"/>
                <a:gd name="connsiteX3-1151" fmla="*/ 1237706 w 1306267"/>
                <a:gd name="connsiteY3-1152" fmla="*/ 306775 h 1424419"/>
                <a:gd name="connsiteX4-1153" fmla="*/ 1301712 w 1306267"/>
                <a:gd name="connsiteY4-1154" fmla="*/ 442384 h 1424419"/>
                <a:gd name="connsiteX5-1155" fmla="*/ 1303099 w 1306267"/>
                <a:gd name="connsiteY5-1156" fmla="*/ 495558 h 1424419"/>
                <a:gd name="connsiteX6-1157" fmla="*/ 1303099 w 1306267"/>
                <a:gd name="connsiteY6-1158" fmla="*/ 952393 h 1424419"/>
                <a:gd name="connsiteX7-1159" fmla="*/ 1305306 w 1306267"/>
                <a:gd name="connsiteY7-1160" fmla="*/ 990115 h 1424419"/>
                <a:gd name="connsiteX8-1161" fmla="*/ 1255800 w 1306267"/>
                <a:gd name="connsiteY8-1162" fmla="*/ 1142552 h 1424419"/>
                <a:gd name="connsiteX9-1163" fmla="*/ 1172881 w 1306267"/>
                <a:gd name="connsiteY9-1164" fmla="*/ 1179342 h 1424419"/>
                <a:gd name="connsiteX10-1165" fmla="*/ 792288 w 1306267"/>
                <a:gd name="connsiteY10-1166" fmla="*/ 1385653 h 1424419"/>
                <a:gd name="connsiteX11-1167" fmla="*/ 522686 w 1306267"/>
                <a:gd name="connsiteY11-1168" fmla="*/ 1384922 h 1424419"/>
                <a:gd name="connsiteX12-1169" fmla="*/ 90241 w 1306267"/>
                <a:gd name="connsiteY12-1170" fmla="*/ 1150634 h 1424419"/>
                <a:gd name="connsiteX13-1171" fmla="*/ 48904 w 1306267"/>
                <a:gd name="connsiteY13-1172" fmla="*/ 1124403 h 1424419"/>
                <a:gd name="connsiteX14-1173" fmla="*/ 667 w 1306267"/>
                <a:gd name="connsiteY14-1174" fmla="*/ 999105 h 1424419"/>
                <a:gd name="connsiteX15-1175" fmla="*/ 0 w 1306267"/>
                <a:gd name="connsiteY15-1176" fmla="*/ 972364 h 1424419"/>
                <a:gd name="connsiteX16-1177" fmla="*/ 2496 w 1306267"/>
                <a:gd name="connsiteY16-1178" fmla="*/ 463106 h 1424419"/>
                <a:gd name="connsiteX17-1179" fmla="*/ 2458 w 1306267"/>
                <a:gd name="connsiteY17-1180" fmla="*/ 429563 h 1424419"/>
                <a:gd name="connsiteX18-1181" fmla="*/ 75248 w 1306267"/>
                <a:gd name="connsiteY18-1182" fmla="*/ 303202 h 1424419"/>
                <a:gd name="connsiteX19-1183" fmla="*/ 106293 w 1306267"/>
                <a:gd name="connsiteY19-1184" fmla="*/ 282597 h 1424419"/>
                <a:gd name="connsiteX20-1185" fmla="*/ 541533 w 1306267"/>
                <a:gd name="connsiteY20-1186" fmla="*/ 38110 h 1424419"/>
                <a:gd name="connsiteX21-1187" fmla="*/ 653528 w 1306267"/>
                <a:gd name="connsiteY21-1188" fmla="*/ 0 h 1424419"/>
                <a:gd name="connsiteX0-1189" fmla="*/ 653528 w 1306267"/>
                <a:gd name="connsiteY0-1190" fmla="*/ 0 h 1424419"/>
                <a:gd name="connsiteX1-1191" fmla="*/ 757287 w 1306267"/>
                <a:gd name="connsiteY1-1192" fmla="*/ 32444 h 1424419"/>
                <a:gd name="connsiteX2-1193" fmla="*/ 1206876 w 1306267"/>
                <a:gd name="connsiteY2-1194" fmla="*/ 284945 h 1424419"/>
                <a:gd name="connsiteX3-1195" fmla="*/ 1237706 w 1306267"/>
                <a:gd name="connsiteY3-1196" fmla="*/ 306775 h 1424419"/>
                <a:gd name="connsiteX4-1197" fmla="*/ 1301712 w 1306267"/>
                <a:gd name="connsiteY4-1198" fmla="*/ 442384 h 1424419"/>
                <a:gd name="connsiteX5-1199" fmla="*/ 1303099 w 1306267"/>
                <a:gd name="connsiteY5-1200" fmla="*/ 495558 h 1424419"/>
                <a:gd name="connsiteX6-1201" fmla="*/ 1303099 w 1306267"/>
                <a:gd name="connsiteY6-1202" fmla="*/ 952393 h 1424419"/>
                <a:gd name="connsiteX7-1203" fmla="*/ 1305306 w 1306267"/>
                <a:gd name="connsiteY7-1204" fmla="*/ 990115 h 1424419"/>
                <a:gd name="connsiteX8-1205" fmla="*/ 1255800 w 1306267"/>
                <a:gd name="connsiteY8-1206" fmla="*/ 1142552 h 1424419"/>
                <a:gd name="connsiteX9-1207" fmla="*/ 1172881 w 1306267"/>
                <a:gd name="connsiteY9-1208" fmla="*/ 1179342 h 1424419"/>
                <a:gd name="connsiteX10-1209" fmla="*/ 792288 w 1306267"/>
                <a:gd name="connsiteY10-1210" fmla="*/ 1385653 h 1424419"/>
                <a:gd name="connsiteX11-1211" fmla="*/ 522686 w 1306267"/>
                <a:gd name="connsiteY11-1212" fmla="*/ 1384922 h 1424419"/>
                <a:gd name="connsiteX12-1213" fmla="*/ 90241 w 1306267"/>
                <a:gd name="connsiteY12-1214" fmla="*/ 1150634 h 1424419"/>
                <a:gd name="connsiteX13-1215" fmla="*/ 48904 w 1306267"/>
                <a:gd name="connsiteY13-1216" fmla="*/ 1124403 h 1424419"/>
                <a:gd name="connsiteX14-1217" fmla="*/ 667 w 1306267"/>
                <a:gd name="connsiteY14-1218" fmla="*/ 999105 h 1424419"/>
                <a:gd name="connsiteX15-1219" fmla="*/ 0 w 1306267"/>
                <a:gd name="connsiteY15-1220" fmla="*/ 972364 h 1424419"/>
                <a:gd name="connsiteX16-1221" fmla="*/ 2496 w 1306267"/>
                <a:gd name="connsiteY16-1222" fmla="*/ 463106 h 1424419"/>
                <a:gd name="connsiteX17-1223" fmla="*/ 2458 w 1306267"/>
                <a:gd name="connsiteY17-1224" fmla="*/ 429563 h 1424419"/>
                <a:gd name="connsiteX18-1225" fmla="*/ 75248 w 1306267"/>
                <a:gd name="connsiteY18-1226" fmla="*/ 303202 h 1424419"/>
                <a:gd name="connsiteX19-1227" fmla="*/ 106293 w 1306267"/>
                <a:gd name="connsiteY19-1228" fmla="*/ 282597 h 1424419"/>
                <a:gd name="connsiteX20-1229" fmla="*/ 541533 w 1306267"/>
                <a:gd name="connsiteY20-1230" fmla="*/ 38110 h 1424419"/>
                <a:gd name="connsiteX21-1231" fmla="*/ 653528 w 1306267"/>
                <a:gd name="connsiteY21-1232" fmla="*/ 0 h 1424419"/>
                <a:gd name="connsiteX0-1233" fmla="*/ 653528 w 1306267"/>
                <a:gd name="connsiteY0-1234" fmla="*/ 0 h 1424419"/>
                <a:gd name="connsiteX1-1235" fmla="*/ 757287 w 1306267"/>
                <a:gd name="connsiteY1-1236" fmla="*/ 32444 h 1424419"/>
                <a:gd name="connsiteX2-1237" fmla="*/ 1206876 w 1306267"/>
                <a:gd name="connsiteY2-1238" fmla="*/ 284945 h 1424419"/>
                <a:gd name="connsiteX3-1239" fmla="*/ 1237706 w 1306267"/>
                <a:gd name="connsiteY3-1240" fmla="*/ 306775 h 1424419"/>
                <a:gd name="connsiteX4-1241" fmla="*/ 1301712 w 1306267"/>
                <a:gd name="connsiteY4-1242" fmla="*/ 442384 h 1424419"/>
                <a:gd name="connsiteX5-1243" fmla="*/ 1303099 w 1306267"/>
                <a:gd name="connsiteY5-1244" fmla="*/ 495558 h 1424419"/>
                <a:gd name="connsiteX6-1245" fmla="*/ 1303099 w 1306267"/>
                <a:gd name="connsiteY6-1246" fmla="*/ 952393 h 1424419"/>
                <a:gd name="connsiteX7-1247" fmla="*/ 1305306 w 1306267"/>
                <a:gd name="connsiteY7-1248" fmla="*/ 990115 h 1424419"/>
                <a:gd name="connsiteX8-1249" fmla="*/ 1255800 w 1306267"/>
                <a:gd name="connsiteY8-1250" fmla="*/ 1142552 h 1424419"/>
                <a:gd name="connsiteX9-1251" fmla="*/ 1172881 w 1306267"/>
                <a:gd name="connsiteY9-1252" fmla="*/ 1179342 h 1424419"/>
                <a:gd name="connsiteX10-1253" fmla="*/ 792288 w 1306267"/>
                <a:gd name="connsiteY10-1254" fmla="*/ 1385653 h 1424419"/>
                <a:gd name="connsiteX11-1255" fmla="*/ 522686 w 1306267"/>
                <a:gd name="connsiteY11-1256" fmla="*/ 1384922 h 1424419"/>
                <a:gd name="connsiteX12-1257" fmla="*/ 90241 w 1306267"/>
                <a:gd name="connsiteY12-1258" fmla="*/ 1150634 h 1424419"/>
                <a:gd name="connsiteX13-1259" fmla="*/ 48904 w 1306267"/>
                <a:gd name="connsiteY13-1260" fmla="*/ 1124403 h 1424419"/>
                <a:gd name="connsiteX14-1261" fmla="*/ 667 w 1306267"/>
                <a:gd name="connsiteY14-1262" fmla="*/ 999105 h 1424419"/>
                <a:gd name="connsiteX15-1263" fmla="*/ 0 w 1306267"/>
                <a:gd name="connsiteY15-1264" fmla="*/ 972364 h 1424419"/>
                <a:gd name="connsiteX16-1265" fmla="*/ 2496 w 1306267"/>
                <a:gd name="connsiteY16-1266" fmla="*/ 463106 h 1424419"/>
                <a:gd name="connsiteX17-1267" fmla="*/ 2458 w 1306267"/>
                <a:gd name="connsiteY17-1268" fmla="*/ 429563 h 1424419"/>
                <a:gd name="connsiteX18-1269" fmla="*/ 75248 w 1306267"/>
                <a:gd name="connsiteY18-1270" fmla="*/ 303202 h 1424419"/>
                <a:gd name="connsiteX19-1271" fmla="*/ 106293 w 1306267"/>
                <a:gd name="connsiteY19-1272" fmla="*/ 282597 h 1424419"/>
                <a:gd name="connsiteX20-1273" fmla="*/ 541533 w 1306267"/>
                <a:gd name="connsiteY20-1274" fmla="*/ 38110 h 1424419"/>
                <a:gd name="connsiteX21-1275" fmla="*/ 653528 w 1306267"/>
                <a:gd name="connsiteY21-1276" fmla="*/ 0 h 1424419"/>
                <a:gd name="connsiteX0-1277" fmla="*/ 653528 w 1306267"/>
                <a:gd name="connsiteY0-1278" fmla="*/ 0 h 1424419"/>
                <a:gd name="connsiteX1-1279" fmla="*/ 757287 w 1306267"/>
                <a:gd name="connsiteY1-1280" fmla="*/ 32444 h 1424419"/>
                <a:gd name="connsiteX2-1281" fmla="*/ 1206876 w 1306267"/>
                <a:gd name="connsiteY2-1282" fmla="*/ 284945 h 1424419"/>
                <a:gd name="connsiteX3-1283" fmla="*/ 1237706 w 1306267"/>
                <a:gd name="connsiteY3-1284" fmla="*/ 306775 h 1424419"/>
                <a:gd name="connsiteX4-1285" fmla="*/ 1301712 w 1306267"/>
                <a:gd name="connsiteY4-1286" fmla="*/ 442384 h 1424419"/>
                <a:gd name="connsiteX5-1287" fmla="*/ 1303099 w 1306267"/>
                <a:gd name="connsiteY5-1288" fmla="*/ 495558 h 1424419"/>
                <a:gd name="connsiteX6-1289" fmla="*/ 1303099 w 1306267"/>
                <a:gd name="connsiteY6-1290" fmla="*/ 952393 h 1424419"/>
                <a:gd name="connsiteX7-1291" fmla="*/ 1305306 w 1306267"/>
                <a:gd name="connsiteY7-1292" fmla="*/ 990115 h 1424419"/>
                <a:gd name="connsiteX8-1293" fmla="*/ 1255800 w 1306267"/>
                <a:gd name="connsiteY8-1294" fmla="*/ 1142552 h 1424419"/>
                <a:gd name="connsiteX9-1295" fmla="*/ 1172881 w 1306267"/>
                <a:gd name="connsiteY9-1296" fmla="*/ 1179342 h 1424419"/>
                <a:gd name="connsiteX10-1297" fmla="*/ 792288 w 1306267"/>
                <a:gd name="connsiteY10-1298" fmla="*/ 1385653 h 1424419"/>
                <a:gd name="connsiteX11-1299" fmla="*/ 522686 w 1306267"/>
                <a:gd name="connsiteY11-1300" fmla="*/ 1384922 h 1424419"/>
                <a:gd name="connsiteX12-1301" fmla="*/ 97009 w 1306267"/>
                <a:gd name="connsiteY12-1302" fmla="*/ 1161462 h 1424419"/>
                <a:gd name="connsiteX13-1303" fmla="*/ 48904 w 1306267"/>
                <a:gd name="connsiteY13-1304" fmla="*/ 1124403 h 1424419"/>
                <a:gd name="connsiteX14-1305" fmla="*/ 667 w 1306267"/>
                <a:gd name="connsiteY14-1306" fmla="*/ 999105 h 1424419"/>
                <a:gd name="connsiteX15-1307" fmla="*/ 0 w 1306267"/>
                <a:gd name="connsiteY15-1308" fmla="*/ 972364 h 1424419"/>
                <a:gd name="connsiteX16-1309" fmla="*/ 2496 w 1306267"/>
                <a:gd name="connsiteY16-1310" fmla="*/ 463106 h 1424419"/>
                <a:gd name="connsiteX17-1311" fmla="*/ 2458 w 1306267"/>
                <a:gd name="connsiteY17-1312" fmla="*/ 429563 h 1424419"/>
                <a:gd name="connsiteX18-1313" fmla="*/ 75248 w 1306267"/>
                <a:gd name="connsiteY18-1314" fmla="*/ 303202 h 1424419"/>
                <a:gd name="connsiteX19-1315" fmla="*/ 106293 w 1306267"/>
                <a:gd name="connsiteY19-1316" fmla="*/ 282597 h 1424419"/>
                <a:gd name="connsiteX20-1317" fmla="*/ 541533 w 1306267"/>
                <a:gd name="connsiteY20-1318" fmla="*/ 38110 h 1424419"/>
                <a:gd name="connsiteX21-1319" fmla="*/ 653528 w 1306267"/>
                <a:gd name="connsiteY21-1320" fmla="*/ 0 h 1424419"/>
                <a:gd name="connsiteX0-1321" fmla="*/ 653528 w 1306267"/>
                <a:gd name="connsiteY0-1322" fmla="*/ 0 h 1424419"/>
                <a:gd name="connsiteX1-1323" fmla="*/ 757287 w 1306267"/>
                <a:gd name="connsiteY1-1324" fmla="*/ 32444 h 1424419"/>
                <a:gd name="connsiteX2-1325" fmla="*/ 1206876 w 1306267"/>
                <a:gd name="connsiteY2-1326" fmla="*/ 284945 h 1424419"/>
                <a:gd name="connsiteX3-1327" fmla="*/ 1237706 w 1306267"/>
                <a:gd name="connsiteY3-1328" fmla="*/ 306775 h 1424419"/>
                <a:gd name="connsiteX4-1329" fmla="*/ 1301712 w 1306267"/>
                <a:gd name="connsiteY4-1330" fmla="*/ 442384 h 1424419"/>
                <a:gd name="connsiteX5-1331" fmla="*/ 1303099 w 1306267"/>
                <a:gd name="connsiteY5-1332" fmla="*/ 495558 h 1424419"/>
                <a:gd name="connsiteX6-1333" fmla="*/ 1303099 w 1306267"/>
                <a:gd name="connsiteY6-1334" fmla="*/ 952393 h 1424419"/>
                <a:gd name="connsiteX7-1335" fmla="*/ 1305306 w 1306267"/>
                <a:gd name="connsiteY7-1336" fmla="*/ 990115 h 1424419"/>
                <a:gd name="connsiteX8-1337" fmla="*/ 1255800 w 1306267"/>
                <a:gd name="connsiteY8-1338" fmla="*/ 1142552 h 1424419"/>
                <a:gd name="connsiteX9-1339" fmla="*/ 1172881 w 1306267"/>
                <a:gd name="connsiteY9-1340" fmla="*/ 1179342 h 1424419"/>
                <a:gd name="connsiteX10-1341" fmla="*/ 792288 w 1306267"/>
                <a:gd name="connsiteY10-1342" fmla="*/ 1385653 h 1424419"/>
                <a:gd name="connsiteX11-1343" fmla="*/ 522686 w 1306267"/>
                <a:gd name="connsiteY11-1344" fmla="*/ 1384922 h 1424419"/>
                <a:gd name="connsiteX12-1345" fmla="*/ 97009 w 1306267"/>
                <a:gd name="connsiteY12-1346" fmla="*/ 1161462 h 1424419"/>
                <a:gd name="connsiteX13-1347" fmla="*/ 48904 w 1306267"/>
                <a:gd name="connsiteY13-1348" fmla="*/ 1124403 h 1424419"/>
                <a:gd name="connsiteX14-1349" fmla="*/ 667 w 1306267"/>
                <a:gd name="connsiteY14-1350" fmla="*/ 999105 h 1424419"/>
                <a:gd name="connsiteX15-1351" fmla="*/ 0 w 1306267"/>
                <a:gd name="connsiteY15-1352" fmla="*/ 972364 h 1424419"/>
                <a:gd name="connsiteX16-1353" fmla="*/ 2496 w 1306267"/>
                <a:gd name="connsiteY16-1354" fmla="*/ 463106 h 1424419"/>
                <a:gd name="connsiteX17-1355" fmla="*/ 2458 w 1306267"/>
                <a:gd name="connsiteY17-1356" fmla="*/ 429563 h 1424419"/>
                <a:gd name="connsiteX18-1357" fmla="*/ 75248 w 1306267"/>
                <a:gd name="connsiteY18-1358" fmla="*/ 303202 h 1424419"/>
                <a:gd name="connsiteX19-1359" fmla="*/ 106293 w 1306267"/>
                <a:gd name="connsiteY19-1360" fmla="*/ 282597 h 1424419"/>
                <a:gd name="connsiteX20-1361" fmla="*/ 541533 w 1306267"/>
                <a:gd name="connsiteY20-1362" fmla="*/ 38110 h 1424419"/>
                <a:gd name="connsiteX21-1363" fmla="*/ 653528 w 1306267"/>
                <a:gd name="connsiteY21-1364" fmla="*/ 0 h 1424419"/>
                <a:gd name="connsiteX0-1365" fmla="*/ 653528 w 1306267"/>
                <a:gd name="connsiteY0-1366" fmla="*/ 0 h 1424419"/>
                <a:gd name="connsiteX1-1367" fmla="*/ 757287 w 1306267"/>
                <a:gd name="connsiteY1-1368" fmla="*/ 32444 h 1424419"/>
                <a:gd name="connsiteX2-1369" fmla="*/ 1206876 w 1306267"/>
                <a:gd name="connsiteY2-1370" fmla="*/ 284945 h 1424419"/>
                <a:gd name="connsiteX3-1371" fmla="*/ 1237706 w 1306267"/>
                <a:gd name="connsiteY3-1372" fmla="*/ 306775 h 1424419"/>
                <a:gd name="connsiteX4-1373" fmla="*/ 1301712 w 1306267"/>
                <a:gd name="connsiteY4-1374" fmla="*/ 442384 h 1424419"/>
                <a:gd name="connsiteX5-1375" fmla="*/ 1303099 w 1306267"/>
                <a:gd name="connsiteY5-1376" fmla="*/ 495558 h 1424419"/>
                <a:gd name="connsiteX6-1377" fmla="*/ 1303099 w 1306267"/>
                <a:gd name="connsiteY6-1378" fmla="*/ 952393 h 1424419"/>
                <a:gd name="connsiteX7-1379" fmla="*/ 1305306 w 1306267"/>
                <a:gd name="connsiteY7-1380" fmla="*/ 990115 h 1424419"/>
                <a:gd name="connsiteX8-1381" fmla="*/ 1255800 w 1306267"/>
                <a:gd name="connsiteY8-1382" fmla="*/ 1142552 h 1424419"/>
                <a:gd name="connsiteX9-1383" fmla="*/ 1172881 w 1306267"/>
                <a:gd name="connsiteY9-1384" fmla="*/ 1179342 h 1424419"/>
                <a:gd name="connsiteX10-1385" fmla="*/ 792288 w 1306267"/>
                <a:gd name="connsiteY10-1386" fmla="*/ 1385653 h 1424419"/>
                <a:gd name="connsiteX11-1387" fmla="*/ 522686 w 1306267"/>
                <a:gd name="connsiteY11-1388" fmla="*/ 1384922 h 1424419"/>
                <a:gd name="connsiteX12-1389" fmla="*/ 97009 w 1306267"/>
                <a:gd name="connsiteY12-1390" fmla="*/ 1161462 h 1424419"/>
                <a:gd name="connsiteX13-1391" fmla="*/ 44843 w 1306267"/>
                <a:gd name="connsiteY13-1392" fmla="*/ 1118989 h 1424419"/>
                <a:gd name="connsiteX14-1393" fmla="*/ 667 w 1306267"/>
                <a:gd name="connsiteY14-1394" fmla="*/ 999105 h 1424419"/>
                <a:gd name="connsiteX15-1395" fmla="*/ 0 w 1306267"/>
                <a:gd name="connsiteY15-1396" fmla="*/ 972364 h 1424419"/>
                <a:gd name="connsiteX16-1397" fmla="*/ 2496 w 1306267"/>
                <a:gd name="connsiteY16-1398" fmla="*/ 463106 h 1424419"/>
                <a:gd name="connsiteX17-1399" fmla="*/ 2458 w 1306267"/>
                <a:gd name="connsiteY17-1400" fmla="*/ 429563 h 1424419"/>
                <a:gd name="connsiteX18-1401" fmla="*/ 75248 w 1306267"/>
                <a:gd name="connsiteY18-1402" fmla="*/ 303202 h 1424419"/>
                <a:gd name="connsiteX19-1403" fmla="*/ 106293 w 1306267"/>
                <a:gd name="connsiteY19-1404" fmla="*/ 282597 h 1424419"/>
                <a:gd name="connsiteX20-1405" fmla="*/ 541533 w 1306267"/>
                <a:gd name="connsiteY20-1406" fmla="*/ 38110 h 1424419"/>
                <a:gd name="connsiteX21-1407" fmla="*/ 653528 w 1306267"/>
                <a:gd name="connsiteY21-1408" fmla="*/ 0 h 1424419"/>
                <a:gd name="connsiteX0-1409" fmla="*/ 653528 w 1306267"/>
                <a:gd name="connsiteY0-1410" fmla="*/ 0 h 1424419"/>
                <a:gd name="connsiteX1-1411" fmla="*/ 757287 w 1306267"/>
                <a:gd name="connsiteY1-1412" fmla="*/ 32444 h 1424419"/>
                <a:gd name="connsiteX2-1413" fmla="*/ 1206876 w 1306267"/>
                <a:gd name="connsiteY2-1414" fmla="*/ 284945 h 1424419"/>
                <a:gd name="connsiteX3-1415" fmla="*/ 1237706 w 1306267"/>
                <a:gd name="connsiteY3-1416" fmla="*/ 306775 h 1424419"/>
                <a:gd name="connsiteX4-1417" fmla="*/ 1301712 w 1306267"/>
                <a:gd name="connsiteY4-1418" fmla="*/ 442384 h 1424419"/>
                <a:gd name="connsiteX5-1419" fmla="*/ 1303099 w 1306267"/>
                <a:gd name="connsiteY5-1420" fmla="*/ 495558 h 1424419"/>
                <a:gd name="connsiteX6-1421" fmla="*/ 1303099 w 1306267"/>
                <a:gd name="connsiteY6-1422" fmla="*/ 952393 h 1424419"/>
                <a:gd name="connsiteX7-1423" fmla="*/ 1305306 w 1306267"/>
                <a:gd name="connsiteY7-1424" fmla="*/ 990115 h 1424419"/>
                <a:gd name="connsiteX8-1425" fmla="*/ 1255800 w 1306267"/>
                <a:gd name="connsiteY8-1426" fmla="*/ 1142552 h 1424419"/>
                <a:gd name="connsiteX9-1427" fmla="*/ 1172881 w 1306267"/>
                <a:gd name="connsiteY9-1428" fmla="*/ 1179342 h 1424419"/>
                <a:gd name="connsiteX10-1429" fmla="*/ 792288 w 1306267"/>
                <a:gd name="connsiteY10-1430" fmla="*/ 1385653 h 1424419"/>
                <a:gd name="connsiteX11-1431" fmla="*/ 522686 w 1306267"/>
                <a:gd name="connsiteY11-1432" fmla="*/ 1384922 h 1424419"/>
                <a:gd name="connsiteX12-1433" fmla="*/ 97009 w 1306267"/>
                <a:gd name="connsiteY12-1434" fmla="*/ 1161462 h 1424419"/>
                <a:gd name="connsiteX13-1435" fmla="*/ 44843 w 1306267"/>
                <a:gd name="connsiteY13-1436" fmla="*/ 1118989 h 1424419"/>
                <a:gd name="connsiteX14-1437" fmla="*/ 667 w 1306267"/>
                <a:gd name="connsiteY14-1438" fmla="*/ 999105 h 1424419"/>
                <a:gd name="connsiteX15-1439" fmla="*/ 0 w 1306267"/>
                <a:gd name="connsiteY15-1440" fmla="*/ 972364 h 1424419"/>
                <a:gd name="connsiteX16-1441" fmla="*/ 2496 w 1306267"/>
                <a:gd name="connsiteY16-1442" fmla="*/ 463106 h 1424419"/>
                <a:gd name="connsiteX17-1443" fmla="*/ 2458 w 1306267"/>
                <a:gd name="connsiteY17-1444" fmla="*/ 429563 h 1424419"/>
                <a:gd name="connsiteX18-1445" fmla="*/ 75248 w 1306267"/>
                <a:gd name="connsiteY18-1446" fmla="*/ 303202 h 1424419"/>
                <a:gd name="connsiteX19-1447" fmla="*/ 106293 w 1306267"/>
                <a:gd name="connsiteY19-1448" fmla="*/ 282597 h 1424419"/>
                <a:gd name="connsiteX20-1449" fmla="*/ 541533 w 1306267"/>
                <a:gd name="connsiteY20-1450" fmla="*/ 38110 h 1424419"/>
                <a:gd name="connsiteX21-1451" fmla="*/ 653528 w 1306267"/>
                <a:gd name="connsiteY21-1452" fmla="*/ 0 h 1424419"/>
                <a:gd name="connsiteX0-1453" fmla="*/ 653528 w 1306267"/>
                <a:gd name="connsiteY0-1454" fmla="*/ 0 h 1424419"/>
                <a:gd name="connsiteX1-1455" fmla="*/ 757287 w 1306267"/>
                <a:gd name="connsiteY1-1456" fmla="*/ 32444 h 1424419"/>
                <a:gd name="connsiteX2-1457" fmla="*/ 1206876 w 1306267"/>
                <a:gd name="connsiteY2-1458" fmla="*/ 284945 h 1424419"/>
                <a:gd name="connsiteX3-1459" fmla="*/ 1237706 w 1306267"/>
                <a:gd name="connsiteY3-1460" fmla="*/ 306775 h 1424419"/>
                <a:gd name="connsiteX4-1461" fmla="*/ 1301712 w 1306267"/>
                <a:gd name="connsiteY4-1462" fmla="*/ 442384 h 1424419"/>
                <a:gd name="connsiteX5-1463" fmla="*/ 1303099 w 1306267"/>
                <a:gd name="connsiteY5-1464" fmla="*/ 495558 h 1424419"/>
                <a:gd name="connsiteX6-1465" fmla="*/ 1303099 w 1306267"/>
                <a:gd name="connsiteY6-1466" fmla="*/ 952393 h 1424419"/>
                <a:gd name="connsiteX7-1467" fmla="*/ 1305306 w 1306267"/>
                <a:gd name="connsiteY7-1468" fmla="*/ 990115 h 1424419"/>
                <a:gd name="connsiteX8-1469" fmla="*/ 1255800 w 1306267"/>
                <a:gd name="connsiteY8-1470" fmla="*/ 1142552 h 1424419"/>
                <a:gd name="connsiteX9-1471" fmla="*/ 1172881 w 1306267"/>
                <a:gd name="connsiteY9-1472" fmla="*/ 1179342 h 1424419"/>
                <a:gd name="connsiteX10-1473" fmla="*/ 792288 w 1306267"/>
                <a:gd name="connsiteY10-1474" fmla="*/ 1385653 h 1424419"/>
                <a:gd name="connsiteX11-1475" fmla="*/ 522686 w 1306267"/>
                <a:gd name="connsiteY11-1476" fmla="*/ 1384922 h 1424419"/>
                <a:gd name="connsiteX12-1477" fmla="*/ 97009 w 1306267"/>
                <a:gd name="connsiteY12-1478" fmla="*/ 1161462 h 1424419"/>
                <a:gd name="connsiteX13-1479" fmla="*/ 44843 w 1306267"/>
                <a:gd name="connsiteY13-1480" fmla="*/ 1118989 h 1424419"/>
                <a:gd name="connsiteX14-1481" fmla="*/ 667 w 1306267"/>
                <a:gd name="connsiteY14-1482" fmla="*/ 999105 h 1424419"/>
                <a:gd name="connsiteX15-1483" fmla="*/ 0 w 1306267"/>
                <a:gd name="connsiteY15-1484" fmla="*/ 972364 h 1424419"/>
                <a:gd name="connsiteX16-1485" fmla="*/ 2496 w 1306267"/>
                <a:gd name="connsiteY16-1486" fmla="*/ 463106 h 1424419"/>
                <a:gd name="connsiteX17-1487" fmla="*/ 2458 w 1306267"/>
                <a:gd name="connsiteY17-1488" fmla="*/ 429563 h 1424419"/>
                <a:gd name="connsiteX18-1489" fmla="*/ 75248 w 1306267"/>
                <a:gd name="connsiteY18-1490" fmla="*/ 303202 h 1424419"/>
                <a:gd name="connsiteX19-1491" fmla="*/ 106293 w 1306267"/>
                <a:gd name="connsiteY19-1492" fmla="*/ 282597 h 1424419"/>
                <a:gd name="connsiteX20-1493" fmla="*/ 541533 w 1306267"/>
                <a:gd name="connsiteY20-1494" fmla="*/ 38110 h 1424419"/>
                <a:gd name="connsiteX21-1495" fmla="*/ 653528 w 1306267"/>
                <a:gd name="connsiteY21-1496" fmla="*/ 0 h 1424419"/>
                <a:gd name="connsiteX0-1497" fmla="*/ 653528 w 1306267"/>
                <a:gd name="connsiteY0-1498" fmla="*/ 0 h 1424419"/>
                <a:gd name="connsiteX1-1499" fmla="*/ 757287 w 1306267"/>
                <a:gd name="connsiteY1-1500" fmla="*/ 32444 h 1424419"/>
                <a:gd name="connsiteX2-1501" fmla="*/ 1206876 w 1306267"/>
                <a:gd name="connsiteY2-1502" fmla="*/ 284945 h 1424419"/>
                <a:gd name="connsiteX3-1503" fmla="*/ 1237706 w 1306267"/>
                <a:gd name="connsiteY3-1504" fmla="*/ 306775 h 1424419"/>
                <a:gd name="connsiteX4-1505" fmla="*/ 1301712 w 1306267"/>
                <a:gd name="connsiteY4-1506" fmla="*/ 442384 h 1424419"/>
                <a:gd name="connsiteX5-1507" fmla="*/ 1303099 w 1306267"/>
                <a:gd name="connsiteY5-1508" fmla="*/ 495558 h 1424419"/>
                <a:gd name="connsiteX6-1509" fmla="*/ 1303099 w 1306267"/>
                <a:gd name="connsiteY6-1510" fmla="*/ 952393 h 1424419"/>
                <a:gd name="connsiteX7-1511" fmla="*/ 1305306 w 1306267"/>
                <a:gd name="connsiteY7-1512" fmla="*/ 990115 h 1424419"/>
                <a:gd name="connsiteX8-1513" fmla="*/ 1255800 w 1306267"/>
                <a:gd name="connsiteY8-1514" fmla="*/ 1142552 h 1424419"/>
                <a:gd name="connsiteX9-1515" fmla="*/ 1172881 w 1306267"/>
                <a:gd name="connsiteY9-1516" fmla="*/ 1179342 h 1424419"/>
                <a:gd name="connsiteX10-1517" fmla="*/ 792288 w 1306267"/>
                <a:gd name="connsiteY10-1518" fmla="*/ 1385653 h 1424419"/>
                <a:gd name="connsiteX11-1519" fmla="*/ 522686 w 1306267"/>
                <a:gd name="connsiteY11-1520" fmla="*/ 1384922 h 1424419"/>
                <a:gd name="connsiteX12-1521" fmla="*/ 94302 w 1306267"/>
                <a:gd name="connsiteY12-1522" fmla="*/ 1158755 h 1424419"/>
                <a:gd name="connsiteX13-1523" fmla="*/ 44843 w 1306267"/>
                <a:gd name="connsiteY13-1524" fmla="*/ 1118989 h 1424419"/>
                <a:gd name="connsiteX14-1525" fmla="*/ 667 w 1306267"/>
                <a:gd name="connsiteY14-1526" fmla="*/ 999105 h 1424419"/>
                <a:gd name="connsiteX15-1527" fmla="*/ 0 w 1306267"/>
                <a:gd name="connsiteY15-1528" fmla="*/ 972364 h 1424419"/>
                <a:gd name="connsiteX16-1529" fmla="*/ 2496 w 1306267"/>
                <a:gd name="connsiteY16-1530" fmla="*/ 463106 h 1424419"/>
                <a:gd name="connsiteX17-1531" fmla="*/ 2458 w 1306267"/>
                <a:gd name="connsiteY17-1532" fmla="*/ 429563 h 1424419"/>
                <a:gd name="connsiteX18-1533" fmla="*/ 75248 w 1306267"/>
                <a:gd name="connsiteY18-1534" fmla="*/ 303202 h 1424419"/>
                <a:gd name="connsiteX19-1535" fmla="*/ 106293 w 1306267"/>
                <a:gd name="connsiteY19-1536" fmla="*/ 282597 h 1424419"/>
                <a:gd name="connsiteX20-1537" fmla="*/ 541533 w 1306267"/>
                <a:gd name="connsiteY20-1538" fmla="*/ 38110 h 1424419"/>
                <a:gd name="connsiteX21-1539" fmla="*/ 653528 w 1306267"/>
                <a:gd name="connsiteY21-1540" fmla="*/ 0 h 1424419"/>
                <a:gd name="connsiteX0-1541" fmla="*/ 653528 w 1306267"/>
                <a:gd name="connsiteY0-1542" fmla="*/ 0 h 1424419"/>
                <a:gd name="connsiteX1-1543" fmla="*/ 757287 w 1306267"/>
                <a:gd name="connsiteY1-1544" fmla="*/ 32444 h 1424419"/>
                <a:gd name="connsiteX2-1545" fmla="*/ 1206876 w 1306267"/>
                <a:gd name="connsiteY2-1546" fmla="*/ 284945 h 1424419"/>
                <a:gd name="connsiteX3-1547" fmla="*/ 1237706 w 1306267"/>
                <a:gd name="connsiteY3-1548" fmla="*/ 306775 h 1424419"/>
                <a:gd name="connsiteX4-1549" fmla="*/ 1301712 w 1306267"/>
                <a:gd name="connsiteY4-1550" fmla="*/ 442384 h 1424419"/>
                <a:gd name="connsiteX5-1551" fmla="*/ 1303099 w 1306267"/>
                <a:gd name="connsiteY5-1552" fmla="*/ 495558 h 1424419"/>
                <a:gd name="connsiteX6-1553" fmla="*/ 1303099 w 1306267"/>
                <a:gd name="connsiteY6-1554" fmla="*/ 952393 h 1424419"/>
                <a:gd name="connsiteX7-1555" fmla="*/ 1305306 w 1306267"/>
                <a:gd name="connsiteY7-1556" fmla="*/ 990115 h 1424419"/>
                <a:gd name="connsiteX8-1557" fmla="*/ 1255800 w 1306267"/>
                <a:gd name="connsiteY8-1558" fmla="*/ 1142552 h 1424419"/>
                <a:gd name="connsiteX9-1559" fmla="*/ 1172881 w 1306267"/>
                <a:gd name="connsiteY9-1560" fmla="*/ 1179342 h 1424419"/>
                <a:gd name="connsiteX10-1561" fmla="*/ 792288 w 1306267"/>
                <a:gd name="connsiteY10-1562" fmla="*/ 1385653 h 1424419"/>
                <a:gd name="connsiteX11-1563" fmla="*/ 522686 w 1306267"/>
                <a:gd name="connsiteY11-1564" fmla="*/ 1384922 h 1424419"/>
                <a:gd name="connsiteX12-1565" fmla="*/ 94302 w 1306267"/>
                <a:gd name="connsiteY12-1566" fmla="*/ 1158755 h 1424419"/>
                <a:gd name="connsiteX13-1567" fmla="*/ 39429 w 1306267"/>
                <a:gd name="connsiteY13-1568" fmla="*/ 1117635 h 1424419"/>
                <a:gd name="connsiteX14-1569" fmla="*/ 667 w 1306267"/>
                <a:gd name="connsiteY14-1570" fmla="*/ 999105 h 1424419"/>
                <a:gd name="connsiteX15-1571" fmla="*/ 0 w 1306267"/>
                <a:gd name="connsiteY15-1572" fmla="*/ 972364 h 1424419"/>
                <a:gd name="connsiteX16-1573" fmla="*/ 2496 w 1306267"/>
                <a:gd name="connsiteY16-1574" fmla="*/ 463106 h 1424419"/>
                <a:gd name="connsiteX17-1575" fmla="*/ 2458 w 1306267"/>
                <a:gd name="connsiteY17-1576" fmla="*/ 429563 h 1424419"/>
                <a:gd name="connsiteX18-1577" fmla="*/ 75248 w 1306267"/>
                <a:gd name="connsiteY18-1578" fmla="*/ 303202 h 1424419"/>
                <a:gd name="connsiteX19-1579" fmla="*/ 106293 w 1306267"/>
                <a:gd name="connsiteY19-1580" fmla="*/ 282597 h 1424419"/>
                <a:gd name="connsiteX20-1581" fmla="*/ 541533 w 1306267"/>
                <a:gd name="connsiteY20-1582" fmla="*/ 38110 h 1424419"/>
                <a:gd name="connsiteX21-1583" fmla="*/ 653528 w 1306267"/>
                <a:gd name="connsiteY21-1584" fmla="*/ 0 h 1424419"/>
                <a:gd name="connsiteX0-1585" fmla="*/ 653528 w 1305333"/>
                <a:gd name="connsiteY0-1586" fmla="*/ 0 h 1424419"/>
                <a:gd name="connsiteX1-1587" fmla="*/ 757287 w 1305333"/>
                <a:gd name="connsiteY1-1588" fmla="*/ 32444 h 1424419"/>
                <a:gd name="connsiteX2-1589" fmla="*/ 1206876 w 1305333"/>
                <a:gd name="connsiteY2-1590" fmla="*/ 284945 h 1424419"/>
                <a:gd name="connsiteX3-1591" fmla="*/ 1237706 w 1305333"/>
                <a:gd name="connsiteY3-1592" fmla="*/ 306775 h 1424419"/>
                <a:gd name="connsiteX4-1593" fmla="*/ 1301712 w 1305333"/>
                <a:gd name="connsiteY4-1594" fmla="*/ 442384 h 1424419"/>
                <a:gd name="connsiteX5-1595" fmla="*/ 1303099 w 1305333"/>
                <a:gd name="connsiteY5-1596" fmla="*/ 495558 h 1424419"/>
                <a:gd name="connsiteX6-1597" fmla="*/ 1303099 w 1305333"/>
                <a:gd name="connsiteY6-1598" fmla="*/ 952393 h 1424419"/>
                <a:gd name="connsiteX7-1599" fmla="*/ 1305306 w 1305333"/>
                <a:gd name="connsiteY7-1600" fmla="*/ 990115 h 1424419"/>
                <a:gd name="connsiteX8-1601" fmla="*/ 1227376 w 1305333"/>
                <a:gd name="connsiteY8-1602" fmla="*/ 1152027 h 1424419"/>
                <a:gd name="connsiteX9-1603" fmla="*/ 1172881 w 1305333"/>
                <a:gd name="connsiteY9-1604" fmla="*/ 1179342 h 1424419"/>
                <a:gd name="connsiteX10-1605" fmla="*/ 792288 w 1305333"/>
                <a:gd name="connsiteY10-1606" fmla="*/ 1385653 h 1424419"/>
                <a:gd name="connsiteX11-1607" fmla="*/ 522686 w 1305333"/>
                <a:gd name="connsiteY11-1608" fmla="*/ 1384922 h 1424419"/>
                <a:gd name="connsiteX12-1609" fmla="*/ 94302 w 1305333"/>
                <a:gd name="connsiteY12-1610" fmla="*/ 1158755 h 1424419"/>
                <a:gd name="connsiteX13-1611" fmla="*/ 39429 w 1305333"/>
                <a:gd name="connsiteY13-1612" fmla="*/ 1117635 h 1424419"/>
                <a:gd name="connsiteX14-1613" fmla="*/ 667 w 1305333"/>
                <a:gd name="connsiteY14-1614" fmla="*/ 999105 h 1424419"/>
                <a:gd name="connsiteX15-1615" fmla="*/ 0 w 1305333"/>
                <a:gd name="connsiteY15-1616" fmla="*/ 972364 h 1424419"/>
                <a:gd name="connsiteX16-1617" fmla="*/ 2496 w 1305333"/>
                <a:gd name="connsiteY16-1618" fmla="*/ 463106 h 1424419"/>
                <a:gd name="connsiteX17-1619" fmla="*/ 2458 w 1305333"/>
                <a:gd name="connsiteY17-1620" fmla="*/ 429563 h 1424419"/>
                <a:gd name="connsiteX18-1621" fmla="*/ 75248 w 1305333"/>
                <a:gd name="connsiteY18-1622" fmla="*/ 303202 h 1424419"/>
                <a:gd name="connsiteX19-1623" fmla="*/ 106293 w 1305333"/>
                <a:gd name="connsiteY19-1624" fmla="*/ 282597 h 1424419"/>
                <a:gd name="connsiteX20-1625" fmla="*/ 541533 w 1305333"/>
                <a:gd name="connsiteY20-1626" fmla="*/ 38110 h 1424419"/>
                <a:gd name="connsiteX21-1627" fmla="*/ 653528 w 1305333"/>
                <a:gd name="connsiteY21-1628" fmla="*/ 0 h 1424419"/>
                <a:gd name="connsiteX0-1629" fmla="*/ 653528 w 1305333"/>
                <a:gd name="connsiteY0-1630" fmla="*/ 0 h 1424419"/>
                <a:gd name="connsiteX1-1631" fmla="*/ 757287 w 1305333"/>
                <a:gd name="connsiteY1-1632" fmla="*/ 32444 h 1424419"/>
                <a:gd name="connsiteX2-1633" fmla="*/ 1206876 w 1305333"/>
                <a:gd name="connsiteY2-1634" fmla="*/ 284945 h 1424419"/>
                <a:gd name="connsiteX3-1635" fmla="*/ 1237706 w 1305333"/>
                <a:gd name="connsiteY3-1636" fmla="*/ 306775 h 1424419"/>
                <a:gd name="connsiteX4-1637" fmla="*/ 1301712 w 1305333"/>
                <a:gd name="connsiteY4-1638" fmla="*/ 442384 h 1424419"/>
                <a:gd name="connsiteX5-1639" fmla="*/ 1303099 w 1305333"/>
                <a:gd name="connsiteY5-1640" fmla="*/ 495558 h 1424419"/>
                <a:gd name="connsiteX6-1641" fmla="*/ 1303099 w 1305333"/>
                <a:gd name="connsiteY6-1642" fmla="*/ 952393 h 1424419"/>
                <a:gd name="connsiteX7-1643" fmla="*/ 1302599 w 1305333"/>
                <a:gd name="connsiteY7-1644" fmla="*/ 1003650 h 1424419"/>
                <a:gd name="connsiteX8-1645" fmla="*/ 1227376 w 1305333"/>
                <a:gd name="connsiteY8-1646" fmla="*/ 1152027 h 1424419"/>
                <a:gd name="connsiteX9-1647" fmla="*/ 1172881 w 1305333"/>
                <a:gd name="connsiteY9-1648" fmla="*/ 1179342 h 1424419"/>
                <a:gd name="connsiteX10-1649" fmla="*/ 792288 w 1305333"/>
                <a:gd name="connsiteY10-1650" fmla="*/ 1385653 h 1424419"/>
                <a:gd name="connsiteX11-1651" fmla="*/ 522686 w 1305333"/>
                <a:gd name="connsiteY11-1652" fmla="*/ 1384922 h 1424419"/>
                <a:gd name="connsiteX12-1653" fmla="*/ 94302 w 1305333"/>
                <a:gd name="connsiteY12-1654" fmla="*/ 1158755 h 1424419"/>
                <a:gd name="connsiteX13-1655" fmla="*/ 39429 w 1305333"/>
                <a:gd name="connsiteY13-1656" fmla="*/ 1117635 h 1424419"/>
                <a:gd name="connsiteX14-1657" fmla="*/ 667 w 1305333"/>
                <a:gd name="connsiteY14-1658" fmla="*/ 999105 h 1424419"/>
                <a:gd name="connsiteX15-1659" fmla="*/ 0 w 1305333"/>
                <a:gd name="connsiteY15-1660" fmla="*/ 972364 h 1424419"/>
                <a:gd name="connsiteX16-1661" fmla="*/ 2496 w 1305333"/>
                <a:gd name="connsiteY16-1662" fmla="*/ 463106 h 1424419"/>
                <a:gd name="connsiteX17-1663" fmla="*/ 2458 w 1305333"/>
                <a:gd name="connsiteY17-1664" fmla="*/ 429563 h 1424419"/>
                <a:gd name="connsiteX18-1665" fmla="*/ 75248 w 1305333"/>
                <a:gd name="connsiteY18-1666" fmla="*/ 303202 h 1424419"/>
                <a:gd name="connsiteX19-1667" fmla="*/ 106293 w 1305333"/>
                <a:gd name="connsiteY19-1668" fmla="*/ 282597 h 1424419"/>
                <a:gd name="connsiteX20-1669" fmla="*/ 541533 w 1305333"/>
                <a:gd name="connsiteY20-1670" fmla="*/ 38110 h 1424419"/>
                <a:gd name="connsiteX21-1671" fmla="*/ 653528 w 1305333"/>
                <a:gd name="connsiteY21-1672" fmla="*/ 0 h 1424419"/>
                <a:gd name="connsiteX0-1673" fmla="*/ 653528 w 1305080"/>
                <a:gd name="connsiteY0-1674" fmla="*/ 0 h 1424419"/>
                <a:gd name="connsiteX1-1675" fmla="*/ 757287 w 1305080"/>
                <a:gd name="connsiteY1-1676" fmla="*/ 32444 h 1424419"/>
                <a:gd name="connsiteX2-1677" fmla="*/ 1206876 w 1305080"/>
                <a:gd name="connsiteY2-1678" fmla="*/ 284945 h 1424419"/>
                <a:gd name="connsiteX3-1679" fmla="*/ 1237706 w 1305080"/>
                <a:gd name="connsiteY3-1680" fmla="*/ 306775 h 1424419"/>
                <a:gd name="connsiteX4-1681" fmla="*/ 1301712 w 1305080"/>
                <a:gd name="connsiteY4-1682" fmla="*/ 442384 h 1424419"/>
                <a:gd name="connsiteX5-1683" fmla="*/ 1303099 w 1305080"/>
                <a:gd name="connsiteY5-1684" fmla="*/ 495558 h 1424419"/>
                <a:gd name="connsiteX6-1685" fmla="*/ 1301746 w 1305080"/>
                <a:gd name="connsiteY6-1686" fmla="*/ 953747 h 1424419"/>
                <a:gd name="connsiteX7-1687" fmla="*/ 1302599 w 1305080"/>
                <a:gd name="connsiteY7-1688" fmla="*/ 1003650 h 1424419"/>
                <a:gd name="connsiteX8-1689" fmla="*/ 1227376 w 1305080"/>
                <a:gd name="connsiteY8-1690" fmla="*/ 1152027 h 1424419"/>
                <a:gd name="connsiteX9-1691" fmla="*/ 1172881 w 1305080"/>
                <a:gd name="connsiteY9-1692" fmla="*/ 1179342 h 1424419"/>
                <a:gd name="connsiteX10-1693" fmla="*/ 792288 w 1305080"/>
                <a:gd name="connsiteY10-1694" fmla="*/ 1385653 h 1424419"/>
                <a:gd name="connsiteX11-1695" fmla="*/ 522686 w 1305080"/>
                <a:gd name="connsiteY11-1696" fmla="*/ 1384922 h 1424419"/>
                <a:gd name="connsiteX12-1697" fmla="*/ 94302 w 1305080"/>
                <a:gd name="connsiteY12-1698" fmla="*/ 1158755 h 1424419"/>
                <a:gd name="connsiteX13-1699" fmla="*/ 39429 w 1305080"/>
                <a:gd name="connsiteY13-1700" fmla="*/ 1117635 h 1424419"/>
                <a:gd name="connsiteX14-1701" fmla="*/ 667 w 1305080"/>
                <a:gd name="connsiteY14-1702" fmla="*/ 999105 h 1424419"/>
                <a:gd name="connsiteX15-1703" fmla="*/ 0 w 1305080"/>
                <a:gd name="connsiteY15-1704" fmla="*/ 972364 h 1424419"/>
                <a:gd name="connsiteX16-1705" fmla="*/ 2496 w 1305080"/>
                <a:gd name="connsiteY16-1706" fmla="*/ 463106 h 1424419"/>
                <a:gd name="connsiteX17-1707" fmla="*/ 2458 w 1305080"/>
                <a:gd name="connsiteY17-1708" fmla="*/ 429563 h 1424419"/>
                <a:gd name="connsiteX18-1709" fmla="*/ 75248 w 1305080"/>
                <a:gd name="connsiteY18-1710" fmla="*/ 303202 h 1424419"/>
                <a:gd name="connsiteX19-1711" fmla="*/ 106293 w 1305080"/>
                <a:gd name="connsiteY19-1712" fmla="*/ 282597 h 1424419"/>
                <a:gd name="connsiteX20-1713" fmla="*/ 541533 w 1305080"/>
                <a:gd name="connsiteY20-1714" fmla="*/ 38110 h 1424419"/>
                <a:gd name="connsiteX21-1715" fmla="*/ 653528 w 1305080"/>
                <a:gd name="connsiteY21-1716" fmla="*/ 0 h 1424419"/>
                <a:gd name="connsiteX0-1717" fmla="*/ 653528 w 1305299"/>
                <a:gd name="connsiteY0-1718" fmla="*/ 0 h 1424419"/>
                <a:gd name="connsiteX1-1719" fmla="*/ 757287 w 1305299"/>
                <a:gd name="connsiteY1-1720" fmla="*/ 32444 h 1424419"/>
                <a:gd name="connsiteX2-1721" fmla="*/ 1206876 w 1305299"/>
                <a:gd name="connsiteY2-1722" fmla="*/ 284945 h 1424419"/>
                <a:gd name="connsiteX3-1723" fmla="*/ 1237706 w 1305299"/>
                <a:gd name="connsiteY3-1724" fmla="*/ 306775 h 1424419"/>
                <a:gd name="connsiteX4-1725" fmla="*/ 1301712 w 1305299"/>
                <a:gd name="connsiteY4-1726" fmla="*/ 442384 h 1424419"/>
                <a:gd name="connsiteX5-1727" fmla="*/ 1303099 w 1305299"/>
                <a:gd name="connsiteY5-1728" fmla="*/ 495558 h 1424419"/>
                <a:gd name="connsiteX6-1729" fmla="*/ 1301746 w 1305299"/>
                <a:gd name="connsiteY6-1730" fmla="*/ 953747 h 1424419"/>
                <a:gd name="connsiteX7-1731" fmla="*/ 1302599 w 1305299"/>
                <a:gd name="connsiteY7-1732" fmla="*/ 1003650 h 1424419"/>
                <a:gd name="connsiteX8-1733" fmla="*/ 1227376 w 1305299"/>
                <a:gd name="connsiteY8-1734" fmla="*/ 1152027 h 1424419"/>
                <a:gd name="connsiteX9-1735" fmla="*/ 1172881 w 1305299"/>
                <a:gd name="connsiteY9-1736" fmla="*/ 1179342 h 1424419"/>
                <a:gd name="connsiteX10-1737" fmla="*/ 792288 w 1305299"/>
                <a:gd name="connsiteY10-1738" fmla="*/ 1385653 h 1424419"/>
                <a:gd name="connsiteX11-1739" fmla="*/ 522686 w 1305299"/>
                <a:gd name="connsiteY11-1740" fmla="*/ 1384922 h 1424419"/>
                <a:gd name="connsiteX12-1741" fmla="*/ 94302 w 1305299"/>
                <a:gd name="connsiteY12-1742" fmla="*/ 1158755 h 1424419"/>
                <a:gd name="connsiteX13-1743" fmla="*/ 39429 w 1305299"/>
                <a:gd name="connsiteY13-1744" fmla="*/ 1117635 h 1424419"/>
                <a:gd name="connsiteX14-1745" fmla="*/ 667 w 1305299"/>
                <a:gd name="connsiteY14-1746" fmla="*/ 999105 h 1424419"/>
                <a:gd name="connsiteX15-1747" fmla="*/ 0 w 1305299"/>
                <a:gd name="connsiteY15-1748" fmla="*/ 972364 h 1424419"/>
                <a:gd name="connsiteX16-1749" fmla="*/ 2496 w 1305299"/>
                <a:gd name="connsiteY16-1750" fmla="*/ 463106 h 1424419"/>
                <a:gd name="connsiteX17-1751" fmla="*/ 2458 w 1305299"/>
                <a:gd name="connsiteY17-1752" fmla="*/ 429563 h 1424419"/>
                <a:gd name="connsiteX18-1753" fmla="*/ 75248 w 1305299"/>
                <a:gd name="connsiteY18-1754" fmla="*/ 303202 h 1424419"/>
                <a:gd name="connsiteX19-1755" fmla="*/ 106293 w 1305299"/>
                <a:gd name="connsiteY19-1756" fmla="*/ 282597 h 1424419"/>
                <a:gd name="connsiteX20-1757" fmla="*/ 541533 w 1305299"/>
                <a:gd name="connsiteY20-1758" fmla="*/ 38110 h 1424419"/>
                <a:gd name="connsiteX21-1759" fmla="*/ 653528 w 1305299"/>
                <a:gd name="connsiteY21-1760" fmla="*/ 0 h 1424419"/>
                <a:gd name="connsiteX0-1761" fmla="*/ 653528 w 1306646"/>
                <a:gd name="connsiteY0-1762" fmla="*/ 0 h 1424419"/>
                <a:gd name="connsiteX1-1763" fmla="*/ 757287 w 1306646"/>
                <a:gd name="connsiteY1-1764" fmla="*/ 32444 h 1424419"/>
                <a:gd name="connsiteX2-1765" fmla="*/ 1206876 w 1306646"/>
                <a:gd name="connsiteY2-1766" fmla="*/ 284945 h 1424419"/>
                <a:gd name="connsiteX3-1767" fmla="*/ 1237706 w 1306646"/>
                <a:gd name="connsiteY3-1768" fmla="*/ 306775 h 1424419"/>
                <a:gd name="connsiteX4-1769" fmla="*/ 1301712 w 1306646"/>
                <a:gd name="connsiteY4-1770" fmla="*/ 442384 h 1424419"/>
                <a:gd name="connsiteX5-1771" fmla="*/ 1303099 w 1306646"/>
                <a:gd name="connsiteY5-1772" fmla="*/ 495558 h 1424419"/>
                <a:gd name="connsiteX6-1773" fmla="*/ 1301746 w 1306646"/>
                <a:gd name="connsiteY6-1774" fmla="*/ 953747 h 1424419"/>
                <a:gd name="connsiteX7-1775" fmla="*/ 1302599 w 1306646"/>
                <a:gd name="connsiteY7-1776" fmla="*/ 1003650 h 1424419"/>
                <a:gd name="connsiteX8-1777" fmla="*/ 1227376 w 1306646"/>
                <a:gd name="connsiteY8-1778" fmla="*/ 1152027 h 1424419"/>
                <a:gd name="connsiteX9-1779" fmla="*/ 1172881 w 1306646"/>
                <a:gd name="connsiteY9-1780" fmla="*/ 1179342 h 1424419"/>
                <a:gd name="connsiteX10-1781" fmla="*/ 792288 w 1306646"/>
                <a:gd name="connsiteY10-1782" fmla="*/ 1385653 h 1424419"/>
                <a:gd name="connsiteX11-1783" fmla="*/ 522686 w 1306646"/>
                <a:gd name="connsiteY11-1784" fmla="*/ 1384922 h 1424419"/>
                <a:gd name="connsiteX12-1785" fmla="*/ 94302 w 1306646"/>
                <a:gd name="connsiteY12-1786" fmla="*/ 1158755 h 1424419"/>
                <a:gd name="connsiteX13-1787" fmla="*/ 39429 w 1306646"/>
                <a:gd name="connsiteY13-1788" fmla="*/ 1117635 h 1424419"/>
                <a:gd name="connsiteX14-1789" fmla="*/ 667 w 1306646"/>
                <a:gd name="connsiteY14-1790" fmla="*/ 999105 h 1424419"/>
                <a:gd name="connsiteX15-1791" fmla="*/ 0 w 1306646"/>
                <a:gd name="connsiteY15-1792" fmla="*/ 972364 h 1424419"/>
                <a:gd name="connsiteX16-1793" fmla="*/ 2496 w 1306646"/>
                <a:gd name="connsiteY16-1794" fmla="*/ 463106 h 1424419"/>
                <a:gd name="connsiteX17-1795" fmla="*/ 2458 w 1306646"/>
                <a:gd name="connsiteY17-1796" fmla="*/ 429563 h 1424419"/>
                <a:gd name="connsiteX18-1797" fmla="*/ 75248 w 1306646"/>
                <a:gd name="connsiteY18-1798" fmla="*/ 303202 h 1424419"/>
                <a:gd name="connsiteX19-1799" fmla="*/ 106293 w 1306646"/>
                <a:gd name="connsiteY19-1800" fmla="*/ 282597 h 1424419"/>
                <a:gd name="connsiteX20-1801" fmla="*/ 541533 w 1306646"/>
                <a:gd name="connsiteY20-1802" fmla="*/ 38110 h 1424419"/>
                <a:gd name="connsiteX21-1803" fmla="*/ 653528 w 1306646"/>
                <a:gd name="connsiteY21-1804" fmla="*/ 0 h 1424419"/>
                <a:gd name="connsiteX0-1805" fmla="*/ 653528 w 1305299"/>
                <a:gd name="connsiteY0-1806" fmla="*/ 0 h 1424419"/>
                <a:gd name="connsiteX1-1807" fmla="*/ 757287 w 1305299"/>
                <a:gd name="connsiteY1-1808" fmla="*/ 32444 h 1424419"/>
                <a:gd name="connsiteX2-1809" fmla="*/ 1206876 w 1305299"/>
                <a:gd name="connsiteY2-1810" fmla="*/ 284945 h 1424419"/>
                <a:gd name="connsiteX3-1811" fmla="*/ 1237706 w 1305299"/>
                <a:gd name="connsiteY3-1812" fmla="*/ 306775 h 1424419"/>
                <a:gd name="connsiteX4-1813" fmla="*/ 1301712 w 1305299"/>
                <a:gd name="connsiteY4-1814" fmla="*/ 442384 h 1424419"/>
                <a:gd name="connsiteX5-1815" fmla="*/ 1303099 w 1305299"/>
                <a:gd name="connsiteY5-1816" fmla="*/ 495558 h 1424419"/>
                <a:gd name="connsiteX6-1817" fmla="*/ 1301746 w 1305299"/>
                <a:gd name="connsiteY6-1818" fmla="*/ 953747 h 1424419"/>
                <a:gd name="connsiteX7-1819" fmla="*/ 1302599 w 1305299"/>
                <a:gd name="connsiteY7-1820" fmla="*/ 1003650 h 1424419"/>
                <a:gd name="connsiteX8-1821" fmla="*/ 1227376 w 1305299"/>
                <a:gd name="connsiteY8-1822" fmla="*/ 1152027 h 1424419"/>
                <a:gd name="connsiteX9-1823" fmla="*/ 1172881 w 1305299"/>
                <a:gd name="connsiteY9-1824" fmla="*/ 1179342 h 1424419"/>
                <a:gd name="connsiteX10-1825" fmla="*/ 792288 w 1305299"/>
                <a:gd name="connsiteY10-1826" fmla="*/ 1385653 h 1424419"/>
                <a:gd name="connsiteX11-1827" fmla="*/ 522686 w 1305299"/>
                <a:gd name="connsiteY11-1828" fmla="*/ 1384922 h 1424419"/>
                <a:gd name="connsiteX12-1829" fmla="*/ 94302 w 1305299"/>
                <a:gd name="connsiteY12-1830" fmla="*/ 1158755 h 1424419"/>
                <a:gd name="connsiteX13-1831" fmla="*/ 39429 w 1305299"/>
                <a:gd name="connsiteY13-1832" fmla="*/ 1117635 h 1424419"/>
                <a:gd name="connsiteX14-1833" fmla="*/ 667 w 1305299"/>
                <a:gd name="connsiteY14-1834" fmla="*/ 999105 h 1424419"/>
                <a:gd name="connsiteX15-1835" fmla="*/ 0 w 1305299"/>
                <a:gd name="connsiteY15-1836" fmla="*/ 972364 h 1424419"/>
                <a:gd name="connsiteX16-1837" fmla="*/ 2496 w 1305299"/>
                <a:gd name="connsiteY16-1838" fmla="*/ 463106 h 1424419"/>
                <a:gd name="connsiteX17-1839" fmla="*/ 2458 w 1305299"/>
                <a:gd name="connsiteY17-1840" fmla="*/ 429563 h 1424419"/>
                <a:gd name="connsiteX18-1841" fmla="*/ 75248 w 1305299"/>
                <a:gd name="connsiteY18-1842" fmla="*/ 303202 h 1424419"/>
                <a:gd name="connsiteX19-1843" fmla="*/ 106293 w 1305299"/>
                <a:gd name="connsiteY19-1844" fmla="*/ 282597 h 1424419"/>
                <a:gd name="connsiteX20-1845" fmla="*/ 541533 w 1305299"/>
                <a:gd name="connsiteY20-1846" fmla="*/ 38110 h 1424419"/>
                <a:gd name="connsiteX21-1847" fmla="*/ 653528 w 1305299"/>
                <a:gd name="connsiteY21-1848" fmla="*/ 0 h 1424419"/>
                <a:gd name="connsiteX0-1849" fmla="*/ 653528 w 1304127"/>
                <a:gd name="connsiteY0-1850" fmla="*/ 0 h 1424419"/>
                <a:gd name="connsiteX1-1851" fmla="*/ 757287 w 1304127"/>
                <a:gd name="connsiteY1-1852" fmla="*/ 32444 h 1424419"/>
                <a:gd name="connsiteX2-1853" fmla="*/ 1206876 w 1304127"/>
                <a:gd name="connsiteY2-1854" fmla="*/ 284945 h 1424419"/>
                <a:gd name="connsiteX3-1855" fmla="*/ 1237706 w 1304127"/>
                <a:gd name="connsiteY3-1856" fmla="*/ 306775 h 1424419"/>
                <a:gd name="connsiteX4-1857" fmla="*/ 1301712 w 1304127"/>
                <a:gd name="connsiteY4-1858" fmla="*/ 442384 h 1424419"/>
                <a:gd name="connsiteX5-1859" fmla="*/ 1303099 w 1304127"/>
                <a:gd name="connsiteY5-1860" fmla="*/ 495558 h 1424419"/>
                <a:gd name="connsiteX6-1861" fmla="*/ 1301746 w 1304127"/>
                <a:gd name="connsiteY6-1862" fmla="*/ 953747 h 1424419"/>
                <a:gd name="connsiteX7-1863" fmla="*/ 1302599 w 1304127"/>
                <a:gd name="connsiteY7-1864" fmla="*/ 1003650 h 1424419"/>
                <a:gd name="connsiteX8-1865" fmla="*/ 1227376 w 1304127"/>
                <a:gd name="connsiteY8-1866" fmla="*/ 1152027 h 1424419"/>
                <a:gd name="connsiteX9-1867" fmla="*/ 1172881 w 1304127"/>
                <a:gd name="connsiteY9-1868" fmla="*/ 1179342 h 1424419"/>
                <a:gd name="connsiteX10-1869" fmla="*/ 792288 w 1304127"/>
                <a:gd name="connsiteY10-1870" fmla="*/ 1385653 h 1424419"/>
                <a:gd name="connsiteX11-1871" fmla="*/ 522686 w 1304127"/>
                <a:gd name="connsiteY11-1872" fmla="*/ 1384922 h 1424419"/>
                <a:gd name="connsiteX12-1873" fmla="*/ 94302 w 1304127"/>
                <a:gd name="connsiteY12-1874" fmla="*/ 1158755 h 1424419"/>
                <a:gd name="connsiteX13-1875" fmla="*/ 39429 w 1304127"/>
                <a:gd name="connsiteY13-1876" fmla="*/ 1117635 h 1424419"/>
                <a:gd name="connsiteX14-1877" fmla="*/ 667 w 1304127"/>
                <a:gd name="connsiteY14-1878" fmla="*/ 999105 h 1424419"/>
                <a:gd name="connsiteX15-1879" fmla="*/ 0 w 1304127"/>
                <a:gd name="connsiteY15-1880" fmla="*/ 972364 h 1424419"/>
                <a:gd name="connsiteX16-1881" fmla="*/ 2496 w 1304127"/>
                <a:gd name="connsiteY16-1882" fmla="*/ 463106 h 1424419"/>
                <a:gd name="connsiteX17-1883" fmla="*/ 2458 w 1304127"/>
                <a:gd name="connsiteY17-1884" fmla="*/ 429563 h 1424419"/>
                <a:gd name="connsiteX18-1885" fmla="*/ 75248 w 1304127"/>
                <a:gd name="connsiteY18-1886" fmla="*/ 303202 h 1424419"/>
                <a:gd name="connsiteX19-1887" fmla="*/ 106293 w 1304127"/>
                <a:gd name="connsiteY19-1888" fmla="*/ 282597 h 1424419"/>
                <a:gd name="connsiteX20-1889" fmla="*/ 541533 w 1304127"/>
                <a:gd name="connsiteY20-1890" fmla="*/ 38110 h 1424419"/>
                <a:gd name="connsiteX21-1891" fmla="*/ 653528 w 1304127"/>
                <a:gd name="connsiteY21-1892" fmla="*/ 0 h 1424419"/>
                <a:gd name="connsiteX0-1893" fmla="*/ 653528 w 1306101"/>
                <a:gd name="connsiteY0-1894" fmla="*/ 0 h 1424419"/>
                <a:gd name="connsiteX1-1895" fmla="*/ 757287 w 1306101"/>
                <a:gd name="connsiteY1-1896" fmla="*/ 32444 h 1424419"/>
                <a:gd name="connsiteX2-1897" fmla="*/ 1206876 w 1306101"/>
                <a:gd name="connsiteY2-1898" fmla="*/ 284945 h 1424419"/>
                <a:gd name="connsiteX3-1899" fmla="*/ 1237706 w 1306101"/>
                <a:gd name="connsiteY3-1900" fmla="*/ 306775 h 1424419"/>
                <a:gd name="connsiteX4-1901" fmla="*/ 1305773 w 1306101"/>
                <a:gd name="connsiteY4-1902" fmla="*/ 442384 h 1424419"/>
                <a:gd name="connsiteX5-1903" fmla="*/ 1303099 w 1306101"/>
                <a:gd name="connsiteY5-1904" fmla="*/ 495558 h 1424419"/>
                <a:gd name="connsiteX6-1905" fmla="*/ 1301746 w 1306101"/>
                <a:gd name="connsiteY6-1906" fmla="*/ 953747 h 1424419"/>
                <a:gd name="connsiteX7-1907" fmla="*/ 1302599 w 1306101"/>
                <a:gd name="connsiteY7-1908" fmla="*/ 1003650 h 1424419"/>
                <a:gd name="connsiteX8-1909" fmla="*/ 1227376 w 1306101"/>
                <a:gd name="connsiteY8-1910" fmla="*/ 1152027 h 1424419"/>
                <a:gd name="connsiteX9-1911" fmla="*/ 1172881 w 1306101"/>
                <a:gd name="connsiteY9-1912" fmla="*/ 1179342 h 1424419"/>
                <a:gd name="connsiteX10-1913" fmla="*/ 792288 w 1306101"/>
                <a:gd name="connsiteY10-1914" fmla="*/ 1385653 h 1424419"/>
                <a:gd name="connsiteX11-1915" fmla="*/ 522686 w 1306101"/>
                <a:gd name="connsiteY11-1916" fmla="*/ 1384922 h 1424419"/>
                <a:gd name="connsiteX12-1917" fmla="*/ 94302 w 1306101"/>
                <a:gd name="connsiteY12-1918" fmla="*/ 1158755 h 1424419"/>
                <a:gd name="connsiteX13-1919" fmla="*/ 39429 w 1306101"/>
                <a:gd name="connsiteY13-1920" fmla="*/ 1117635 h 1424419"/>
                <a:gd name="connsiteX14-1921" fmla="*/ 667 w 1306101"/>
                <a:gd name="connsiteY14-1922" fmla="*/ 999105 h 1424419"/>
                <a:gd name="connsiteX15-1923" fmla="*/ 0 w 1306101"/>
                <a:gd name="connsiteY15-1924" fmla="*/ 972364 h 1424419"/>
                <a:gd name="connsiteX16-1925" fmla="*/ 2496 w 1306101"/>
                <a:gd name="connsiteY16-1926" fmla="*/ 463106 h 1424419"/>
                <a:gd name="connsiteX17-1927" fmla="*/ 2458 w 1306101"/>
                <a:gd name="connsiteY17-1928" fmla="*/ 429563 h 1424419"/>
                <a:gd name="connsiteX18-1929" fmla="*/ 75248 w 1306101"/>
                <a:gd name="connsiteY18-1930" fmla="*/ 303202 h 1424419"/>
                <a:gd name="connsiteX19-1931" fmla="*/ 106293 w 1306101"/>
                <a:gd name="connsiteY19-1932" fmla="*/ 282597 h 1424419"/>
                <a:gd name="connsiteX20-1933" fmla="*/ 541533 w 1306101"/>
                <a:gd name="connsiteY20-1934" fmla="*/ 38110 h 1424419"/>
                <a:gd name="connsiteX21-1935" fmla="*/ 653528 w 1306101"/>
                <a:gd name="connsiteY21-1936" fmla="*/ 0 h 1424419"/>
                <a:gd name="connsiteX0-1937" fmla="*/ 653528 w 1304819"/>
                <a:gd name="connsiteY0-1938" fmla="*/ 0 h 1424419"/>
                <a:gd name="connsiteX1-1939" fmla="*/ 757287 w 1304819"/>
                <a:gd name="connsiteY1-1940" fmla="*/ 32444 h 1424419"/>
                <a:gd name="connsiteX2-1941" fmla="*/ 1206876 w 1304819"/>
                <a:gd name="connsiteY2-1942" fmla="*/ 284945 h 1424419"/>
                <a:gd name="connsiteX3-1943" fmla="*/ 1237706 w 1304819"/>
                <a:gd name="connsiteY3-1944" fmla="*/ 306775 h 1424419"/>
                <a:gd name="connsiteX4-1945" fmla="*/ 1304420 w 1304819"/>
                <a:gd name="connsiteY4-1946" fmla="*/ 434263 h 1424419"/>
                <a:gd name="connsiteX5-1947" fmla="*/ 1303099 w 1304819"/>
                <a:gd name="connsiteY5-1948" fmla="*/ 495558 h 1424419"/>
                <a:gd name="connsiteX6-1949" fmla="*/ 1301746 w 1304819"/>
                <a:gd name="connsiteY6-1950" fmla="*/ 953747 h 1424419"/>
                <a:gd name="connsiteX7-1951" fmla="*/ 1302599 w 1304819"/>
                <a:gd name="connsiteY7-1952" fmla="*/ 1003650 h 1424419"/>
                <a:gd name="connsiteX8-1953" fmla="*/ 1227376 w 1304819"/>
                <a:gd name="connsiteY8-1954" fmla="*/ 1152027 h 1424419"/>
                <a:gd name="connsiteX9-1955" fmla="*/ 1172881 w 1304819"/>
                <a:gd name="connsiteY9-1956" fmla="*/ 1179342 h 1424419"/>
                <a:gd name="connsiteX10-1957" fmla="*/ 792288 w 1304819"/>
                <a:gd name="connsiteY10-1958" fmla="*/ 1385653 h 1424419"/>
                <a:gd name="connsiteX11-1959" fmla="*/ 522686 w 1304819"/>
                <a:gd name="connsiteY11-1960" fmla="*/ 1384922 h 1424419"/>
                <a:gd name="connsiteX12-1961" fmla="*/ 94302 w 1304819"/>
                <a:gd name="connsiteY12-1962" fmla="*/ 1158755 h 1424419"/>
                <a:gd name="connsiteX13-1963" fmla="*/ 39429 w 1304819"/>
                <a:gd name="connsiteY13-1964" fmla="*/ 1117635 h 1424419"/>
                <a:gd name="connsiteX14-1965" fmla="*/ 667 w 1304819"/>
                <a:gd name="connsiteY14-1966" fmla="*/ 999105 h 1424419"/>
                <a:gd name="connsiteX15-1967" fmla="*/ 0 w 1304819"/>
                <a:gd name="connsiteY15-1968" fmla="*/ 972364 h 1424419"/>
                <a:gd name="connsiteX16-1969" fmla="*/ 2496 w 1304819"/>
                <a:gd name="connsiteY16-1970" fmla="*/ 463106 h 1424419"/>
                <a:gd name="connsiteX17-1971" fmla="*/ 2458 w 1304819"/>
                <a:gd name="connsiteY17-1972" fmla="*/ 429563 h 1424419"/>
                <a:gd name="connsiteX18-1973" fmla="*/ 75248 w 1304819"/>
                <a:gd name="connsiteY18-1974" fmla="*/ 303202 h 1424419"/>
                <a:gd name="connsiteX19-1975" fmla="*/ 106293 w 1304819"/>
                <a:gd name="connsiteY19-1976" fmla="*/ 282597 h 1424419"/>
                <a:gd name="connsiteX20-1977" fmla="*/ 541533 w 1304819"/>
                <a:gd name="connsiteY20-1978" fmla="*/ 38110 h 1424419"/>
                <a:gd name="connsiteX21-1979" fmla="*/ 653528 w 1304819"/>
                <a:gd name="connsiteY21-1980" fmla="*/ 0 h 1424419"/>
                <a:gd name="connsiteX0-1981" fmla="*/ 653528 w 1306525"/>
                <a:gd name="connsiteY0-1982" fmla="*/ 0 h 1424419"/>
                <a:gd name="connsiteX1-1983" fmla="*/ 757287 w 1306525"/>
                <a:gd name="connsiteY1-1984" fmla="*/ 32444 h 1424419"/>
                <a:gd name="connsiteX2-1985" fmla="*/ 1206876 w 1306525"/>
                <a:gd name="connsiteY2-1986" fmla="*/ 284945 h 1424419"/>
                <a:gd name="connsiteX3-1987" fmla="*/ 1237706 w 1306525"/>
                <a:gd name="connsiteY3-1988" fmla="*/ 306775 h 1424419"/>
                <a:gd name="connsiteX4-1989" fmla="*/ 1304420 w 1306525"/>
                <a:gd name="connsiteY4-1990" fmla="*/ 434263 h 1424419"/>
                <a:gd name="connsiteX5-1991" fmla="*/ 1305806 w 1306525"/>
                <a:gd name="connsiteY5-1992" fmla="*/ 519922 h 1424419"/>
                <a:gd name="connsiteX6-1993" fmla="*/ 1301746 w 1306525"/>
                <a:gd name="connsiteY6-1994" fmla="*/ 953747 h 1424419"/>
                <a:gd name="connsiteX7-1995" fmla="*/ 1302599 w 1306525"/>
                <a:gd name="connsiteY7-1996" fmla="*/ 1003650 h 1424419"/>
                <a:gd name="connsiteX8-1997" fmla="*/ 1227376 w 1306525"/>
                <a:gd name="connsiteY8-1998" fmla="*/ 1152027 h 1424419"/>
                <a:gd name="connsiteX9-1999" fmla="*/ 1172881 w 1306525"/>
                <a:gd name="connsiteY9-2000" fmla="*/ 1179342 h 1424419"/>
                <a:gd name="connsiteX10-2001" fmla="*/ 792288 w 1306525"/>
                <a:gd name="connsiteY10-2002" fmla="*/ 1385653 h 1424419"/>
                <a:gd name="connsiteX11-2003" fmla="*/ 522686 w 1306525"/>
                <a:gd name="connsiteY11-2004" fmla="*/ 1384922 h 1424419"/>
                <a:gd name="connsiteX12-2005" fmla="*/ 94302 w 1306525"/>
                <a:gd name="connsiteY12-2006" fmla="*/ 1158755 h 1424419"/>
                <a:gd name="connsiteX13-2007" fmla="*/ 39429 w 1306525"/>
                <a:gd name="connsiteY13-2008" fmla="*/ 1117635 h 1424419"/>
                <a:gd name="connsiteX14-2009" fmla="*/ 667 w 1306525"/>
                <a:gd name="connsiteY14-2010" fmla="*/ 999105 h 1424419"/>
                <a:gd name="connsiteX15-2011" fmla="*/ 0 w 1306525"/>
                <a:gd name="connsiteY15-2012" fmla="*/ 972364 h 1424419"/>
                <a:gd name="connsiteX16-2013" fmla="*/ 2496 w 1306525"/>
                <a:gd name="connsiteY16-2014" fmla="*/ 463106 h 1424419"/>
                <a:gd name="connsiteX17-2015" fmla="*/ 2458 w 1306525"/>
                <a:gd name="connsiteY17-2016" fmla="*/ 429563 h 1424419"/>
                <a:gd name="connsiteX18-2017" fmla="*/ 75248 w 1306525"/>
                <a:gd name="connsiteY18-2018" fmla="*/ 303202 h 1424419"/>
                <a:gd name="connsiteX19-2019" fmla="*/ 106293 w 1306525"/>
                <a:gd name="connsiteY19-2020" fmla="*/ 282597 h 1424419"/>
                <a:gd name="connsiteX20-2021" fmla="*/ 541533 w 1306525"/>
                <a:gd name="connsiteY20-2022" fmla="*/ 38110 h 1424419"/>
                <a:gd name="connsiteX21-2023" fmla="*/ 653528 w 1306525"/>
                <a:gd name="connsiteY21-2024" fmla="*/ 0 h 1424419"/>
                <a:gd name="connsiteX0-2025" fmla="*/ 653528 w 1305814"/>
                <a:gd name="connsiteY0-2026" fmla="*/ 0 h 1424419"/>
                <a:gd name="connsiteX1-2027" fmla="*/ 757287 w 1305814"/>
                <a:gd name="connsiteY1-2028" fmla="*/ 32444 h 1424419"/>
                <a:gd name="connsiteX2-2029" fmla="*/ 1206876 w 1305814"/>
                <a:gd name="connsiteY2-2030" fmla="*/ 284945 h 1424419"/>
                <a:gd name="connsiteX3-2031" fmla="*/ 1237706 w 1305814"/>
                <a:gd name="connsiteY3-2032" fmla="*/ 306775 h 1424419"/>
                <a:gd name="connsiteX4-2033" fmla="*/ 1304420 w 1305814"/>
                <a:gd name="connsiteY4-2034" fmla="*/ 434263 h 1424419"/>
                <a:gd name="connsiteX5-2035" fmla="*/ 1305806 w 1305814"/>
                <a:gd name="connsiteY5-2036" fmla="*/ 519922 h 1424419"/>
                <a:gd name="connsiteX6-2037" fmla="*/ 1301746 w 1305814"/>
                <a:gd name="connsiteY6-2038" fmla="*/ 953747 h 1424419"/>
                <a:gd name="connsiteX7-2039" fmla="*/ 1302599 w 1305814"/>
                <a:gd name="connsiteY7-2040" fmla="*/ 1003650 h 1424419"/>
                <a:gd name="connsiteX8-2041" fmla="*/ 1227376 w 1305814"/>
                <a:gd name="connsiteY8-2042" fmla="*/ 1152027 h 1424419"/>
                <a:gd name="connsiteX9-2043" fmla="*/ 1172881 w 1305814"/>
                <a:gd name="connsiteY9-2044" fmla="*/ 1179342 h 1424419"/>
                <a:gd name="connsiteX10-2045" fmla="*/ 792288 w 1305814"/>
                <a:gd name="connsiteY10-2046" fmla="*/ 1385653 h 1424419"/>
                <a:gd name="connsiteX11-2047" fmla="*/ 522686 w 1305814"/>
                <a:gd name="connsiteY11-2048" fmla="*/ 1384922 h 1424419"/>
                <a:gd name="connsiteX12-2049" fmla="*/ 94302 w 1305814"/>
                <a:gd name="connsiteY12-2050" fmla="*/ 1158755 h 1424419"/>
                <a:gd name="connsiteX13-2051" fmla="*/ 39429 w 1305814"/>
                <a:gd name="connsiteY13-2052" fmla="*/ 1117635 h 1424419"/>
                <a:gd name="connsiteX14-2053" fmla="*/ 667 w 1305814"/>
                <a:gd name="connsiteY14-2054" fmla="*/ 999105 h 1424419"/>
                <a:gd name="connsiteX15-2055" fmla="*/ 0 w 1305814"/>
                <a:gd name="connsiteY15-2056" fmla="*/ 972364 h 1424419"/>
                <a:gd name="connsiteX16-2057" fmla="*/ 2496 w 1305814"/>
                <a:gd name="connsiteY16-2058" fmla="*/ 463106 h 1424419"/>
                <a:gd name="connsiteX17-2059" fmla="*/ 2458 w 1305814"/>
                <a:gd name="connsiteY17-2060" fmla="*/ 429563 h 1424419"/>
                <a:gd name="connsiteX18-2061" fmla="*/ 75248 w 1305814"/>
                <a:gd name="connsiteY18-2062" fmla="*/ 303202 h 1424419"/>
                <a:gd name="connsiteX19-2063" fmla="*/ 106293 w 1305814"/>
                <a:gd name="connsiteY19-2064" fmla="*/ 282597 h 1424419"/>
                <a:gd name="connsiteX20-2065" fmla="*/ 541533 w 1305814"/>
                <a:gd name="connsiteY20-2066" fmla="*/ 38110 h 1424419"/>
                <a:gd name="connsiteX21-2067" fmla="*/ 653528 w 1305814"/>
                <a:gd name="connsiteY21-2068" fmla="*/ 0 h 1424419"/>
                <a:gd name="connsiteX0-2069" fmla="*/ 653528 w 1305814"/>
                <a:gd name="connsiteY0-2070" fmla="*/ 0 h 1424419"/>
                <a:gd name="connsiteX1-2071" fmla="*/ 757287 w 1305814"/>
                <a:gd name="connsiteY1-2072" fmla="*/ 32444 h 1424419"/>
                <a:gd name="connsiteX2-2073" fmla="*/ 1206876 w 1305814"/>
                <a:gd name="connsiteY2-2074" fmla="*/ 284945 h 1424419"/>
                <a:gd name="connsiteX3-2075" fmla="*/ 1237706 w 1305814"/>
                <a:gd name="connsiteY3-2076" fmla="*/ 306775 h 1424419"/>
                <a:gd name="connsiteX4-2077" fmla="*/ 1304420 w 1305814"/>
                <a:gd name="connsiteY4-2078" fmla="*/ 434263 h 1424419"/>
                <a:gd name="connsiteX5-2079" fmla="*/ 1305806 w 1305814"/>
                <a:gd name="connsiteY5-2080" fmla="*/ 519922 h 1424419"/>
                <a:gd name="connsiteX6-2081" fmla="*/ 1301746 w 1305814"/>
                <a:gd name="connsiteY6-2082" fmla="*/ 953747 h 1424419"/>
                <a:gd name="connsiteX7-2083" fmla="*/ 1302599 w 1305814"/>
                <a:gd name="connsiteY7-2084" fmla="*/ 1003650 h 1424419"/>
                <a:gd name="connsiteX8-2085" fmla="*/ 1227376 w 1305814"/>
                <a:gd name="connsiteY8-2086" fmla="*/ 1152027 h 1424419"/>
                <a:gd name="connsiteX9-2087" fmla="*/ 1172881 w 1305814"/>
                <a:gd name="connsiteY9-2088" fmla="*/ 1179342 h 1424419"/>
                <a:gd name="connsiteX10-2089" fmla="*/ 792288 w 1305814"/>
                <a:gd name="connsiteY10-2090" fmla="*/ 1385653 h 1424419"/>
                <a:gd name="connsiteX11-2091" fmla="*/ 522686 w 1305814"/>
                <a:gd name="connsiteY11-2092" fmla="*/ 1384922 h 1424419"/>
                <a:gd name="connsiteX12-2093" fmla="*/ 94302 w 1305814"/>
                <a:gd name="connsiteY12-2094" fmla="*/ 1158755 h 1424419"/>
                <a:gd name="connsiteX13-2095" fmla="*/ 39429 w 1305814"/>
                <a:gd name="connsiteY13-2096" fmla="*/ 1117635 h 1424419"/>
                <a:gd name="connsiteX14-2097" fmla="*/ 667 w 1305814"/>
                <a:gd name="connsiteY14-2098" fmla="*/ 999105 h 1424419"/>
                <a:gd name="connsiteX15-2099" fmla="*/ 0 w 1305814"/>
                <a:gd name="connsiteY15-2100" fmla="*/ 972364 h 1424419"/>
                <a:gd name="connsiteX16-2101" fmla="*/ 2496 w 1305814"/>
                <a:gd name="connsiteY16-2102" fmla="*/ 463106 h 1424419"/>
                <a:gd name="connsiteX17-2103" fmla="*/ 2458 w 1305814"/>
                <a:gd name="connsiteY17-2104" fmla="*/ 429563 h 1424419"/>
                <a:gd name="connsiteX18-2105" fmla="*/ 75248 w 1305814"/>
                <a:gd name="connsiteY18-2106" fmla="*/ 303202 h 1424419"/>
                <a:gd name="connsiteX19-2107" fmla="*/ 106293 w 1305814"/>
                <a:gd name="connsiteY19-2108" fmla="*/ 282597 h 1424419"/>
                <a:gd name="connsiteX20-2109" fmla="*/ 541533 w 1305814"/>
                <a:gd name="connsiteY20-2110" fmla="*/ 38110 h 1424419"/>
                <a:gd name="connsiteX21-2111" fmla="*/ 653528 w 1305814"/>
                <a:gd name="connsiteY21-2112" fmla="*/ 0 h 1424419"/>
                <a:gd name="connsiteX0-2113" fmla="*/ 653528 w 1305814"/>
                <a:gd name="connsiteY0-2114" fmla="*/ 0 h 1424419"/>
                <a:gd name="connsiteX1-2115" fmla="*/ 757287 w 1305814"/>
                <a:gd name="connsiteY1-2116" fmla="*/ 32444 h 1424419"/>
                <a:gd name="connsiteX2-2117" fmla="*/ 1206876 w 1305814"/>
                <a:gd name="connsiteY2-2118" fmla="*/ 284945 h 1424419"/>
                <a:gd name="connsiteX3-2119" fmla="*/ 1237706 w 1305814"/>
                <a:gd name="connsiteY3-2120" fmla="*/ 306775 h 1424419"/>
                <a:gd name="connsiteX4-2121" fmla="*/ 1304420 w 1305814"/>
                <a:gd name="connsiteY4-2122" fmla="*/ 434263 h 1424419"/>
                <a:gd name="connsiteX5-2123" fmla="*/ 1305806 w 1305814"/>
                <a:gd name="connsiteY5-2124" fmla="*/ 519922 h 1424419"/>
                <a:gd name="connsiteX6-2125" fmla="*/ 1301746 w 1305814"/>
                <a:gd name="connsiteY6-2126" fmla="*/ 953747 h 1424419"/>
                <a:gd name="connsiteX7-2127" fmla="*/ 1302599 w 1305814"/>
                <a:gd name="connsiteY7-2128" fmla="*/ 1003650 h 1424419"/>
                <a:gd name="connsiteX8-2129" fmla="*/ 1227376 w 1305814"/>
                <a:gd name="connsiteY8-2130" fmla="*/ 1152027 h 1424419"/>
                <a:gd name="connsiteX9-2131" fmla="*/ 1174235 w 1305814"/>
                <a:gd name="connsiteY9-2132" fmla="*/ 1184756 h 1424419"/>
                <a:gd name="connsiteX10-2133" fmla="*/ 792288 w 1305814"/>
                <a:gd name="connsiteY10-2134" fmla="*/ 1385653 h 1424419"/>
                <a:gd name="connsiteX11-2135" fmla="*/ 522686 w 1305814"/>
                <a:gd name="connsiteY11-2136" fmla="*/ 1384922 h 1424419"/>
                <a:gd name="connsiteX12-2137" fmla="*/ 94302 w 1305814"/>
                <a:gd name="connsiteY12-2138" fmla="*/ 1158755 h 1424419"/>
                <a:gd name="connsiteX13-2139" fmla="*/ 39429 w 1305814"/>
                <a:gd name="connsiteY13-2140" fmla="*/ 1117635 h 1424419"/>
                <a:gd name="connsiteX14-2141" fmla="*/ 667 w 1305814"/>
                <a:gd name="connsiteY14-2142" fmla="*/ 999105 h 1424419"/>
                <a:gd name="connsiteX15-2143" fmla="*/ 0 w 1305814"/>
                <a:gd name="connsiteY15-2144" fmla="*/ 972364 h 1424419"/>
                <a:gd name="connsiteX16-2145" fmla="*/ 2496 w 1305814"/>
                <a:gd name="connsiteY16-2146" fmla="*/ 463106 h 1424419"/>
                <a:gd name="connsiteX17-2147" fmla="*/ 2458 w 1305814"/>
                <a:gd name="connsiteY17-2148" fmla="*/ 429563 h 1424419"/>
                <a:gd name="connsiteX18-2149" fmla="*/ 75248 w 1305814"/>
                <a:gd name="connsiteY18-2150" fmla="*/ 303202 h 1424419"/>
                <a:gd name="connsiteX19-2151" fmla="*/ 106293 w 1305814"/>
                <a:gd name="connsiteY19-2152" fmla="*/ 282597 h 1424419"/>
                <a:gd name="connsiteX20-2153" fmla="*/ 541533 w 1305814"/>
                <a:gd name="connsiteY20-2154" fmla="*/ 38110 h 1424419"/>
                <a:gd name="connsiteX21-2155" fmla="*/ 653528 w 1305814"/>
                <a:gd name="connsiteY21-2156" fmla="*/ 0 h 1424419"/>
                <a:gd name="connsiteX0-2157" fmla="*/ 653528 w 1305814"/>
                <a:gd name="connsiteY0-2158" fmla="*/ 0 h 1424419"/>
                <a:gd name="connsiteX1-2159" fmla="*/ 757287 w 1305814"/>
                <a:gd name="connsiteY1-2160" fmla="*/ 32444 h 1424419"/>
                <a:gd name="connsiteX2-2161" fmla="*/ 1206876 w 1305814"/>
                <a:gd name="connsiteY2-2162" fmla="*/ 284945 h 1424419"/>
                <a:gd name="connsiteX3-2163" fmla="*/ 1237706 w 1305814"/>
                <a:gd name="connsiteY3-2164" fmla="*/ 306775 h 1424419"/>
                <a:gd name="connsiteX4-2165" fmla="*/ 1304420 w 1305814"/>
                <a:gd name="connsiteY4-2166" fmla="*/ 434263 h 1424419"/>
                <a:gd name="connsiteX5-2167" fmla="*/ 1305806 w 1305814"/>
                <a:gd name="connsiteY5-2168" fmla="*/ 519922 h 1424419"/>
                <a:gd name="connsiteX6-2169" fmla="*/ 1301746 w 1305814"/>
                <a:gd name="connsiteY6-2170" fmla="*/ 953747 h 1424419"/>
                <a:gd name="connsiteX7-2171" fmla="*/ 1302599 w 1305814"/>
                <a:gd name="connsiteY7-2172" fmla="*/ 1003650 h 1424419"/>
                <a:gd name="connsiteX8-2173" fmla="*/ 1227376 w 1305814"/>
                <a:gd name="connsiteY8-2174" fmla="*/ 1152027 h 1424419"/>
                <a:gd name="connsiteX9-2175" fmla="*/ 1174235 w 1305814"/>
                <a:gd name="connsiteY9-2176" fmla="*/ 1184756 h 1424419"/>
                <a:gd name="connsiteX10-2177" fmla="*/ 792288 w 1305814"/>
                <a:gd name="connsiteY10-2178" fmla="*/ 1385653 h 1424419"/>
                <a:gd name="connsiteX11-2179" fmla="*/ 522686 w 1305814"/>
                <a:gd name="connsiteY11-2180" fmla="*/ 1384922 h 1424419"/>
                <a:gd name="connsiteX12-2181" fmla="*/ 94302 w 1305814"/>
                <a:gd name="connsiteY12-2182" fmla="*/ 1158755 h 1424419"/>
                <a:gd name="connsiteX13-2183" fmla="*/ 39429 w 1305814"/>
                <a:gd name="connsiteY13-2184" fmla="*/ 1117635 h 1424419"/>
                <a:gd name="connsiteX14-2185" fmla="*/ 667 w 1305814"/>
                <a:gd name="connsiteY14-2186" fmla="*/ 999105 h 1424419"/>
                <a:gd name="connsiteX15-2187" fmla="*/ 0 w 1305814"/>
                <a:gd name="connsiteY15-2188" fmla="*/ 972364 h 1424419"/>
                <a:gd name="connsiteX16-2189" fmla="*/ 2496 w 1305814"/>
                <a:gd name="connsiteY16-2190" fmla="*/ 463106 h 1424419"/>
                <a:gd name="connsiteX17-2191" fmla="*/ 2458 w 1305814"/>
                <a:gd name="connsiteY17-2192" fmla="*/ 429563 h 1424419"/>
                <a:gd name="connsiteX18-2193" fmla="*/ 75248 w 1305814"/>
                <a:gd name="connsiteY18-2194" fmla="*/ 303202 h 1424419"/>
                <a:gd name="connsiteX19-2195" fmla="*/ 106293 w 1305814"/>
                <a:gd name="connsiteY19-2196" fmla="*/ 282597 h 1424419"/>
                <a:gd name="connsiteX20-2197" fmla="*/ 541533 w 1305814"/>
                <a:gd name="connsiteY20-2198" fmla="*/ 38110 h 1424419"/>
                <a:gd name="connsiteX21-2199" fmla="*/ 653528 w 1305814"/>
                <a:gd name="connsiteY21-2200" fmla="*/ 0 h 1424419"/>
                <a:gd name="connsiteX0-2201" fmla="*/ 653528 w 1305814"/>
                <a:gd name="connsiteY0-2202" fmla="*/ 0 h 1427408"/>
                <a:gd name="connsiteX1-2203" fmla="*/ 757287 w 1305814"/>
                <a:gd name="connsiteY1-2204" fmla="*/ 32444 h 1427408"/>
                <a:gd name="connsiteX2-2205" fmla="*/ 1206876 w 1305814"/>
                <a:gd name="connsiteY2-2206" fmla="*/ 284945 h 1427408"/>
                <a:gd name="connsiteX3-2207" fmla="*/ 1237706 w 1305814"/>
                <a:gd name="connsiteY3-2208" fmla="*/ 306775 h 1427408"/>
                <a:gd name="connsiteX4-2209" fmla="*/ 1304420 w 1305814"/>
                <a:gd name="connsiteY4-2210" fmla="*/ 434263 h 1427408"/>
                <a:gd name="connsiteX5-2211" fmla="*/ 1305806 w 1305814"/>
                <a:gd name="connsiteY5-2212" fmla="*/ 519922 h 1427408"/>
                <a:gd name="connsiteX6-2213" fmla="*/ 1301746 w 1305814"/>
                <a:gd name="connsiteY6-2214" fmla="*/ 953747 h 1427408"/>
                <a:gd name="connsiteX7-2215" fmla="*/ 1302599 w 1305814"/>
                <a:gd name="connsiteY7-2216" fmla="*/ 1003650 h 1427408"/>
                <a:gd name="connsiteX8-2217" fmla="*/ 1227376 w 1305814"/>
                <a:gd name="connsiteY8-2218" fmla="*/ 1152027 h 1427408"/>
                <a:gd name="connsiteX9-2219" fmla="*/ 1174235 w 1305814"/>
                <a:gd name="connsiteY9-2220" fmla="*/ 1184756 h 1427408"/>
                <a:gd name="connsiteX10-2221" fmla="*/ 792288 w 1305814"/>
                <a:gd name="connsiteY10-2222" fmla="*/ 1385653 h 1427408"/>
                <a:gd name="connsiteX11-2223" fmla="*/ 517719 w 1305814"/>
                <a:gd name="connsiteY11-2224" fmla="*/ 1389889 h 1427408"/>
                <a:gd name="connsiteX12-2225" fmla="*/ 94302 w 1305814"/>
                <a:gd name="connsiteY12-2226" fmla="*/ 1158755 h 1427408"/>
                <a:gd name="connsiteX13-2227" fmla="*/ 39429 w 1305814"/>
                <a:gd name="connsiteY13-2228" fmla="*/ 1117635 h 1427408"/>
                <a:gd name="connsiteX14-2229" fmla="*/ 667 w 1305814"/>
                <a:gd name="connsiteY14-2230" fmla="*/ 999105 h 1427408"/>
                <a:gd name="connsiteX15-2231" fmla="*/ 0 w 1305814"/>
                <a:gd name="connsiteY15-2232" fmla="*/ 972364 h 1427408"/>
                <a:gd name="connsiteX16-2233" fmla="*/ 2496 w 1305814"/>
                <a:gd name="connsiteY16-2234" fmla="*/ 463106 h 1427408"/>
                <a:gd name="connsiteX17-2235" fmla="*/ 2458 w 1305814"/>
                <a:gd name="connsiteY17-2236" fmla="*/ 429563 h 1427408"/>
                <a:gd name="connsiteX18-2237" fmla="*/ 75248 w 1305814"/>
                <a:gd name="connsiteY18-2238" fmla="*/ 303202 h 1427408"/>
                <a:gd name="connsiteX19-2239" fmla="*/ 106293 w 1305814"/>
                <a:gd name="connsiteY19-2240" fmla="*/ 282597 h 1427408"/>
                <a:gd name="connsiteX20-2241" fmla="*/ 541533 w 1305814"/>
                <a:gd name="connsiteY20-2242" fmla="*/ 38110 h 1427408"/>
                <a:gd name="connsiteX21-2243" fmla="*/ 653528 w 1305814"/>
                <a:gd name="connsiteY21-2244" fmla="*/ 0 h 1427408"/>
                <a:gd name="connsiteX0-2245" fmla="*/ 653528 w 1305814"/>
                <a:gd name="connsiteY0-2246" fmla="*/ 0 h 1427408"/>
                <a:gd name="connsiteX1-2247" fmla="*/ 757287 w 1305814"/>
                <a:gd name="connsiteY1-2248" fmla="*/ 32444 h 1427408"/>
                <a:gd name="connsiteX2-2249" fmla="*/ 1206876 w 1305814"/>
                <a:gd name="connsiteY2-2250" fmla="*/ 284945 h 1427408"/>
                <a:gd name="connsiteX3-2251" fmla="*/ 1237706 w 1305814"/>
                <a:gd name="connsiteY3-2252" fmla="*/ 306775 h 1427408"/>
                <a:gd name="connsiteX4-2253" fmla="*/ 1304420 w 1305814"/>
                <a:gd name="connsiteY4-2254" fmla="*/ 434263 h 1427408"/>
                <a:gd name="connsiteX5-2255" fmla="*/ 1305806 w 1305814"/>
                <a:gd name="connsiteY5-2256" fmla="*/ 519922 h 1427408"/>
                <a:gd name="connsiteX6-2257" fmla="*/ 1301746 w 1305814"/>
                <a:gd name="connsiteY6-2258" fmla="*/ 953747 h 1427408"/>
                <a:gd name="connsiteX7-2259" fmla="*/ 1302599 w 1305814"/>
                <a:gd name="connsiteY7-2260" fmla="*/ 1003650 h 1427408"/>
                <a:gd name="connsiteX8-2261" fmla="*/ 1227376 w 1305814"/>
                <a:gd name="connsiteY8-2262" fmla="*/ 1152027 h 1427408"/>
                <a:gd name="connsiteX9-2263" fmla="*/ 1174235 w 1305814"/>
                <a:gd name="connsiteY9-2264" fmla="*/ 1184756 h 1427408"/>
                <a:gd name="connsiteX10-2265" fmla="*/ 792288 w 1305814"/>
                <a:gd name="connsiteY10-2266" fmla="*/ 1385653 h 1427408"/>
                <a:gd name="connsiteX11-2267" fmla="*/ 517719 w 1305814"/>
                <a:gd name="connsiteY11-2268" fmla="*/ 1389889 h 1427408"/>
                <a:gd name="connsiteX12-2269" fmla="*/ 94302 w 1305814"/>
                <a:gd name="connsiteY12-2270" fmla="*/ 1158755 h 1427408"/>
                <a:gd name="connsiteX13-2271" fmla="*/ 39429 w 1305814"/>
                <a:gd name="connsiteY13-2272" fmla="*/ 1117635 h 1427408"/>
                <a:gd name="connsiteX14-2273" fmla="*/ 667 w 1305814"/>
                <a:gd name="connsiteY14-2274" fmla="*/ 999105 h 1427408"/>
                <a:gd name="connsiteX15-2275" fmla="*/ 0 w 1305814"/>
                <a:gd name="connsiteY15-2276" fmla="*/ 972364 h 1427408"/>
                <a:gd name="connsiteX16-2277" fmla="*/ 2496 w 1305814"/>
                <a:gd name="connsiteY16-2278" fmla="*/ 463106 h 1427408"/>
                <a:gd name="connsiteX17-2279" fmla="*/ 2458 w 1305814"/>
                <a:gd name="connsiteY17-2280" fmla="*/ 429563 h 1427408"/>
                <a:gd name="connsiteX18-2281" fmla="*/ 75248 w 1305814"/>
                <a:gd name="connsiteY18-2282" fmla="*/ 303202 h 1427408"/>
                <a:gd name="connsiteX19-2283" fmla="*/ 106293 w 1305814"/>
                <a:gd name="connsiteY19-2284" fmla="*/ 282597 h 1427408"/>
                <a:gd name="connsiteX20-2285" fmla="*/ 541533 w 1305814"/>
                <a:gd name="connsiteY20-2286" fmla="*/ 38110 h 1427408"/>
                <a:gd name="connsiteX21-2287" fmla="*/ 653528 w 1305814"/>
                <a:gd name="connsiteY21-2288" fmla="*/ 0 h 1427408"/>
                <a:gd name="connsiteX0-2289" fmla="*/ 653528 w 1305814"/>
                <a:gd name="connsiteY0-2290" fmla="*/ 0 h 1421591"/>
                <a:gd name="connsiteX1-2291" fmla="*/ 757287 w 1305814"/>
                <a:gd name="connsiteY1-2292" fmla="*/ 32444 h 1421591"/>
                <a:gd name="connsiteX2-2293" fmla="*/ 1206876 w 1305814"/>
                <a:gd name="connsiteY2-2294" fmla="*/ 284945 h 1421591"/>
                <a:gd name="connsiteX3-2295" fmla="*/ 1237706 w 1305814"/>
                <a:gd name="connsiteY3-2296" fmla="*/ 306775 h 1421591"/>
                <a:gd name="connsiteX4-2297" fmla="*/ 1304420 w 1305814"/>
                <a:gd name="connsiteY4-2298" fmla="*/ 434263 h 1421591"/>
                <a:gd name="connsiteX5-2299" fmla="*/ 1305806 w 1305814"/>
                <a:gd name="connsiteY5-2300" fmla="*/ 519922 h 1421591"/>
                <a:gd name="connsiteX6-2301" fmla="*/ 1301746 w 1305814"/>
                <a:gd name="connsiteY6-2302" fmla="*/ 953747 h 1421591"/>
                <a:gd name="connsiteX7-2303" fmla="*/ 1302599 w 1305814"/>
                <a:gd name="connsiteY7-2304" fmla="*/ 1003650 h 1421591"/>
                <a:gd name="connsiteX8-2305" fmla="*/ 1227376 w 1305814"/>
                <a:gd name="connsiteY8-2306" fmla="*/ 1152027 h 1421591"/>
                <a:gd name="connsiteX9-2307" fmla="*/ 1174235 w 1305814"/>
                <a:gd name="connsiteY9-2308" fmla="*/ 1184756 h 1421591"/>
                <a:gd name="connsiteX10-2309" fmla="*/ 792288 w 1305814"/>
                <a:gd name="connsiteY10-2310" fmla="*/ 1385653 h 1421591"/>
                <a:gd name="connsiteX11-2311" fmla="*/ 502818 w 1305814"/>
                <a:gd name="connsiteY11-2312" fmla="*/ 1379955 h 1421591"/>
                <a:gd name="connsiteX12-2313" fmla="*/ 94302 w 1305814"/>
                <a:gd name="connsiteY12-2314" fmla="*/ 1158755 h 1421591"/>
                <a:gd name="connsiteX13-2315" fmla="*/ 39429 w 1305814"/>
                <a:gd name="connsiteY13-2316" fmla="*/ 1117635 h 1421591"/>
                <a:gd name="connsiteX14-2317" fmla="*/ 667 w 1305814"/>
                <a:gd name="connsiteY14-2318" fmla="*/ 999105 h 1421591"/>
                <a:gd name="connsiteX15-2319" fmla="*/ 0 w 1305814"/>
                <a:gd name="connsiteY15-2320" fmla="*/ 972364 h 1421591"/>
                <a:gd name="connsiteX16-2321" fmla="*/ 2496 w 1305814"/>
                <a:gd name="connsiteY16-2322" fmla="*/ 463106 h 1421591"/>
                <a:gd name="connsiteX17-2323" fmla="*/ 2458 w 1305814"/>
                <a:gd name="connsiteY17-2324" fmla="*/ 429563 h 1421591"/>
                <a:gd name="connsiteX18-2325" fmla="*/ 75248 w 1305814"/>
                <a:gd name="connsiteY18-2326" fmla="*/ 303202 h 1421591"/>
                <a:gd name="connsiteX19-2327" fmla="*/ 106293 w 1305814"/>
                <a:gd name="connsiteY19-2328" fmla="*/ 282597 h 1421591"/>
                <a:gd name="connsiteX20-2329" fmla="*/ 541533 w 1305814"/>
                <a:gd name="connsiteY20-2330" fmla="*/ 38110 h 1421591"/>
                <a:gd name="connsiteX21-2331" fmla="*/ 653528 w 1305814"/>
                <a:gd name="connsiteY21-2332" fmla="*/ 0 h 1421591"/>
                <a:gd name="connsiteX0-2333" fmla="*/ 653528 w 1305814"/>
                <a:gd name="connsiteY0-2334" fmla="*/ 0 h 1423589"/>
                <a:gd name="connsiteX1-2335" fmla="*/ 757287 w 1305814"/>
                <a:gd name="connsiteY1-2336" fmla="*/ 32444 h 1423589"/>
                <a:gd name="connsiteX2-2337" fmla="*/ 1206876 w 1305814"/>
                <a:gd name="connsiteY2-2338" fmla="*/ 284945 h 1423589"/>
                <a:gd name="connsiteX3-2339" fmla="*/ 1237706 w 1305814"/>
                <a:gd name="connsiteY3-2340" fmla="*/ 306775 h 1423589"/>
                <a:gd name="connsiteX4-2341" fmla="*/ 1304420 w 1305814"/>
                <a:gd name="connsiteY4-2342" fmla="*/ 434263 h 1423589"/>
                <a:gd name="connsiteX5-2343" fmla="*/ 1305806 w 1305814"/>
                <a:gd name="connsiteY5-2344" fmla="*/ 519922 h 1423589"/>
                <a:gd name="connsiteX6-2345" fmla="*/ 1301746 w 1305814"/>
                <a:gd name="connsiteY6-2346" fmla="*/ 953747 h 1423589"/>
                <a:gd name="connsiteX7-2347" fmla="*/ 1302599 w 1305814"/>
                <a:gd name="connsiteY7-2348" fmla="*/ 1003650 h 1423589"/>
                <a:gd name="connsiteX8-2349" fmla="*/ 1227376 w 1305814"/>
                <a:gd name="connsiteY8-2350" fmla="*/ 1152027 h 1423589"/>
                <a:gd name="connsiteX9-2351" fmla="*/ 1174235 w 1305814"/>
                <a:gd name="connsiteY9-2352" fmla="*/ 1184756 h 1423589"/>
                <a:gd name="connsiteX10-2353" fmla="*/ 792288 w 1305814"/>
                <a:gd name="connsiteY10-2354" fmla="*/ 1385653 h 1423589"/>
                <a:gd name="connsiteX11-2355" fmla="*/ 502818 w 1305814"/>
                <a:gd name="connsiteY11-2356" fmla="*/ 1379955 h 1423589"/>
                <a:gd name="connsiteX12-2357" fmla="*/ 94302 w 1305814"/>
                <a:gd name="connsiteY12-2358" fmla="*/ 1158755 h 1423589"/>
                <a:gd name="connsiteX13-2359" fmla="*/ 39429 w 1305814"/>
                <a:gd name="connsiteY13-2360" fmla="*/ 1117635 h 1423589"/>
                <a:gd name="connsiteX14-2361" fmla="*/ 667 w 1305814"/>
                <a:gd name="connsiteY14-2362" fmla="*/ 999105 h 1423589"/>
                <a:gd name="connsiteX15-2363" fmla="*/ 0 w 1305814"/>
                <a:gd name="connsiteY15-2364" fmla="*/ 972364 h 1423589"/>
                <a:gd name="connsiteX16-2365" fmla="*/ 2496 w 1305814"/>
                <a:gd name="connsiteY16-2366" fmla="*/ 463106 h 1423589"/>
                <a:gd name="connsiteX17-2367" fmla="*/ 2458 w 1305814"/>
                <a:gd name="connsiteY17-2368" fmla="*/ 429563 h 1423589"/>
                <a:gd name="connsiteX18-2369" fmla="*/ 75248 w 1305814"/>
                <a:gd name="connsiteY18-2370" fmla="*/ 303202 h 1423589"/>
                <a:gd name="connsiteX19-2371" fmla="*/ 106293 w 1305814"/>
                <a:gd name="connsiteY19-2372" fmla="*/ 282597 h 1423589"/>
                <a:gd name="connsiteX20-2373" fmla="*/ 541533 w 1305814"/>
                <a:gd name="connsiteY20-2374" fmla="*/ 38110 h 1423589"/>
                <a:gd name="connsiteX21-2375" fmla="*/ 653528 w 1305814"/>
                <a:gd name="connsiteY21-2376" fmla="*/ 0 h 142358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</a:cxnLst>
              <a:rect l="l" t="t" r="r" b="b"/>
              <a:pathLst>
                <a:path w="1305814" h="1423589">
                  <a:moveTo>
                    <a:pt x="653528" y="0"/>
                  </a:moveTo>
                  <a:cubicBezTo>
                    <a:pt x="684553" y="-1"/>
                    <a:pt x="736057" y="24011"/>
                    <a:pt x="757287" y="32444"/>
                  </a:cubicBezTo>
                  <a:lnTo>
                    <a:pt x="1206876" y="284945"/>
                  </a:lnTo>
                  <a:cubicBezTo>
                    <a:pt x="1213399" y="291230"/>
                    <a:pt x="1233090" y="301119"/>
                    <a:pt x="1237706" y="306775"/>
                  </a:cubicBezTo>
                  <a:cubicBezTo>
                    <a:pt x="1285405" y="341141"/>
                    <a:pt x="1301367" y="360355"/>
                    <a:pt x="1304420" y="434263"/>
                  </a:cubicBezTo>
                  <a:cubicBezTo>
                    <a:pt x="1306256" y="435452"/>
                    <a:pt x="1303756" y="518852"/>
                    <a:pt x="1305806" y="519922"/>
                  </a:cubicBezTo>
                  <a:cubicBezTo>
                    <a:pt x="1306028" y="563787"/>
                    <a:pt x="1301771" y="907207"/>
                    <a:pt x="1301746" y="953747"/>
                  </a:cubicBezTo>
                  <a:cubicBezTo>
                    <a:pt x="1301579" y="970833"/>
                    <a:pt x="1302766" y="986564"/>
                    <a:pt x="1302599" y="1003650"/>
                  </a:cubicBezTo>
                  <a:cubicBezTo>
                    <a:pt x="1298075" y="1097264"/>
                    <a:pt x="1299308" y="1117497"/>
                    <a:pt x="1227376" y="1152027"/>
                  </a:cubicBezTo>
                  <a:cubicBezTo>
                    <a:pt x="1229069" y="1151612"/>
                    <a:pt x="1262992" y="1133636"/>
                    <a:pt x="1174235" y="1184756"/>
                  </a:cubicBezTo>
                  <a:cubicBezTo>
                    <a:pt x="1102911" y="1225835"/>
                    <a:pt x="986013" y="1283805"/>
                    <a:pt x="792288" y="1385653"/>
                  </a:cubicBezTo>
                  <a:cubicBezTo>
                    <a:pt x="702978" y="1424034"/>
                    <a:pt x="634560" y="1449454"/>
                    <a:pt x="502818" y="1379955"/>
                  </a:cubicBezTo>
                  <a:cubicBezTo>
                    <a:pt x="358670" y="1301859"/>
                    <a:pt x="241278" y="1242506"/>
                    <a:pt x="94302" y="1158755"/>
                  </a:cubicBezTo>
                  <a:cubicBezTo>
                    <a:pt x="64301" y="1138833"/>
                    <a:pt x="61069" y="1137739"/>
                    <a:pt x="39429" y="1117635"/>
                  </a:cubicBezTo>
                  <a:cubicBezTo>
                    <a:pt x="9399" y="1091481"/>
                    <a:pt x="81" y="1056313"/>
                    <a:pt x="667" y="999105"/>
                  </a:cubicBezTo>
                  <a:cubicBezTo>
                    <a:pt x="445" y="990191"/>
                    <a:pt x="222" y="981278"/>
                    <a:pt x="0" y="972364"/>
                  </a:cubicBezTo>
                  <a:lnTo>
                    <a:pt x="2496" y="463106"/>
                  </a:lnTo>
                  <a:cubicBezTo>
                    <a:pt x="2483" y="451925"/>
                    <a:pt x="2471" y="440744"/>
                    <a:pt x="2458" y="429563"/>
                  </a:cubicBezTo>
                  <a:cubicBezTo>
                    <a:pt x="2770" y="365277"/>
                    <a:pt x="14732" y="348090"/>
                    <a:pt x="75248" y="303202"/>
                  </a:cubicBezTo>
                  <a:lnTo>
                    <a:pt x="106293" y="282597"/>
                  </a:lnTo>
                  <a:lnTo>
                    <a:pt x="541533" y="38110"/>
                  </a:lnTo>
                  <a:cubicBezTo>
                    <a:pt x="582751" y="12487"/>
                    <a:pt x="613897" y="0"/>
                    <a:pt x="653528" y="0"/>
                  </a:cubicBezTo>
                  <a:close/>
                </a:path>
              </a:pathLst>
            </a:custGeom>
            <a:solidFill>
              <a:srgbClr val="D04B39"/>
            </a:solidFill>
            <a:ln w="127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 defTabSz="914400"/>
              <a:endParaRPr lang="en-US" altLang="zh-CN" sz="4265">
                <a:solidFill>
                  <a:schemeClr val="bg1"/>
                </a:solidFill>
                <a:latin typeface="Aa语文老师的字" panose="02010600010101010101" charset="-122"/>
                <a:ea typeface="Aa语文老师的字" panose="02010600010101010101" charset="-122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2f87d77184e3442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94396" y="1809573"/>
              <a:ext cx="390145" cy="390145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b9ef8cb4c391464a" cstate="screen">
            <a:extLst>
              <a:ext uri="{BEBA8EAE-BF5A-486C-A8C5-ECC9F3942E4B}">
                <a14:imgProps xmlns:a14="http://schemas.microsoft.com/office/drawing/2010/main">
                  <a14:imgLayer r:embed="R2a7af25a08044220">
                    <a14:imgEffect>
                      <a14:backgroundRemoval t="6058" b="97658" l="6866" r="96850">
                        <a14:foregroundMark x1="21163" y1="91357" x2="68094" y2="93053"/>
                        <a14:foregroundMark x1="89418" y1="66519" x2="92044" y2="66317"/>
                        <a14:foregroundMark x1="10784" y1="37763" x2="6906" y2="39822"/>
                        <a14:foregroundMark x1="21163" y1="94507" x2="23586" y2="94871"/>
                        <a14:foregroundMark x1="68659" y1="96204" x2="70679" y2="97658"/>
                        <a14:foregroundMark x1="77544" y1="20517" x2="95921" y2="16236"/>
                        <a14:foregroundMark x1="95921" y1="16236" x2="96850" y2="14943"/>
                        <a14:foregroundMark x1="78110" y1="6058" x2="95194" y2="11995"/>
                        <a14:foregroundMark x1="51777" y1="8643" x2="72940" y2="212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9634" y="1838548"/>
            <a:ext cx="3792415" cy="37924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825406e1bdc74fef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范画创作借鉴</a:t>
            </a:r>
            <a:endParaRPr lang="zh-CN" altLang="zh-CN" dirty="0">
              <a:sym typeface="等线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604377" y="1886045"/>
            <a:ext cx="2983245" cy="3085909"/>
            <a:chOff x="4604377" y="1997612"/>
            <a:chExt cx="2983245" cy="3085909"/>
          </a:xfrm>
        </p:grpSpPr>
        <p:sp>
          <p:nvSpPr>
            <p:cNvPr id="3" name="TextBox 9"/>
            <p:cNvSpPr txBox="1"/>
            <p:nvPr/>
          </p:nvSpPr>
          <p:spPr>
            <a:xfrm>
              <a:off x="4604377" y="3917753"/>
              <a:ext cx="2983245" cy="1165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用勾线笔勾线（可以直接用棕色马克笔勾线），注意粗细变化，皮肤色大面积涂色</a:t>
              </a: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737294" y="1997612"/>
              <a:ext cx="2717410" cy="1793730"/>
              <a:chOff x="4737294" y="1997612"/>
              <a:chExt cx="2717410" cy="1793730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4737294" y="1997612"/>
                <a:ext cx="2717410" cy="1237957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D04B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插入相关XX</a:t>
                </a: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5718516" y="3059822"/>
                <a:ext cx="754967" cy="731520"/>
              </a:xfrm>
              <a:prstGeom prst="ellipse">
                <a:avLst/>
              </a:prstGeom>
              <a:solidFill>
                <a:srgbClr val="D04B3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782452" y="3163972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02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1126630" y="1886045"/>
            <a:ext cx="3067105" cy="3085909"/>
            <a:chOff x="1126630" y="1997612"/>
            <a:chExt cx="3067105" cy="3085909"/>
          </a:xfrm>
        </p:grpSpPr>
        <p:sp>
          <p:nvSpPr>
            <p:cNvPr id="2" name="TextBox 9"/>
            <p:cNvSpPr txBox="1"/>
            <p:nvPr/>
          </p:nvSpPr>
          <p:spPr>
            <a:xfrm>
              <a:off x="1126630" y="3917753"/>
              <a:ext cx="3067105" cy="1165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纸胶带粘贴在四周，将画面分割两部分。先用铅笔起稿画出主题人物，线条流畅，注意比例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301477" y="1997612"/>
              <a:ext cx="2717410" cy="1793730"/>
              <a:chOff x="4737294" y="1997612"/>
              <a:chExt cx="2717410" cy="1793730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4737294" y="1997612"/>
                <a:ext cx="2717410" cy="1237957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D04B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插入相关XX</a:t>
                </a: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5723204" y="3059822"/>
                <a:ext cx="754967" cy="731520"/>
              </a:xfrm>
              <a:prstGeom prst="ellipse">
                <a:avLst/>
              </a:prstGeom>
              <a:solidFill>
                <a:srgbClr val="D04B3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782452" y="3163972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01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7998264" y="1886045"/>
            <a:ext cx="3143348" cy="4193905"/>
            <a:chOff x="7998264" y="1997612"/>
            <a:chExt cx="3143348" cy="4193905"/>
          </a:xfrm>
        </p:grpSpPr>
        <p:sp>
          <p:nvSpPr>
            <p:cNvPr id="4" name="TextBox 13"/>
            <p:cNvSpPr txBox="1"/>
            <p:nvPr/>
          </p:nvSpPr>
          <p:spPr>
            <a:xfrm>
              <a:off x="7998264" y="3917753"/>
              <a:ext cx="3143348" cy="2273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进行人物上色时注意马克笔的叠加，如哪吒的身体，可以先用橙色涂上底色，再用深色勾出阴影部分，在两个颜色交界处进行晕染，使颜色过度均匀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   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8211233" y="1997612"/>
              <a:ext cx="2717410" cy="1793730"/>
              <a:chOff x="4737294" y="1997612"/>
              <a:chExt cx="2717410" cy="179373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4737294" y="1997612"/>
                <a:ext cx="2717410" cy="1237957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D04B3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插入相关XX</a:t>
                </a: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5723204" y="3059822"/>
                <a:ext cx="754967" cy="731520"/>
              </a:xfrm>
              <a:prstGeom prst="ellipse">
                <a:avLst/>
              </a:prstGeom>
              <a:solidFill>
                <a:srgbClr val="D04B3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5782452" y="3163972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03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cc7b8ccfd45d497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范画创作借鉴</a:t>
            </a:r>
            <a:endParaRPr lang="zh-CN" altLang="zh-CN" dirty="0">
              <a:sym typeface="等线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072640" y="2026195"/>
            <a:ext cx="8046720" cy="1694786"/>
            <a:chOff x="2072640" y="2028463"/>
            <a:chExt cx="8046720" cy="1694786"/>
          </a:xfrm>
        </p:grpSpPr>
        <p:sp>
          <p:nvSpPr>
            <p:cNvPr id="3" name="矩形: 圆角 2"/>
            <p:cNvSpPr/>
            <p:nvPr/>
          </p:nvSpPr>
          <p:spPr>
            <a:xfrm>
              <a:off x="2072640" y="2028463"/>
              <a:ext cx="8046720" cy="1694786"/>
            </a:xfrm>
            <a:prstGeom prst="roundRect">
              <a:avLst>
                <a:gd name="adj" fmla="val 13738"/>
              </a:avLst>
            </a:prstGeom>
            <a:solidFill>
              <a:schemeClr val="bg1"/>
            </a:solidFill>
            <a:ln w="19050">
              <a:solidFill>
                <a:srgbClr val="D04B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452990" y="2806134"/>
              <a:ext cx="4401429" cy="468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背景用黑白线描进行装饰。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443372" y="2394283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D04B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04</a:t>
              </a:r>
              <a:endParaRPr lang="zh-CN" altLang="en-US" sz="2800" b="1" dirty="0">
                <a:solidFill>
                  <a:srgbClr val="D04B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60028" y="3040621"/>
              <a:ext cx="240557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插入相关XX</a:t>
              </a: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d28476ac7314420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371743" y="2237634"/>
              <a:ext cx="782144" cy="802987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2072640" y="4086801"/>
            <a:ext cx="8046720" cy="1694786"/>
            <a:chOff x="2072640" y="4051866"/>
            <a:chExt cx="8046720" cy="1694786"/>
          </a:xfrm>
        </p:grpSpPr>
        <p:sp>
          <p:nvSpPr>
            <p:cNvPr id="4" name="矩形: 圆角 3"/>
            <p:cNvSpPr/>
            <p:nvPr/>
          </p:nvSpPr>
          <p:spPr>
            <a:xfrm>
              <a:off x="2072640" y="4051866"/>
              <a:ext cx="8046720" cy="1694786"/>
            </a:xfrm>
            <a:prstGeom prst="roundRect">
              <a:avLst>
                <a:gd name="adj" fmla="val 13738"/>
              </a:avLst>
            </a:prstGeom>
            <a:solidFill>
              <a:schemeClr val="bg1"/>
            </a:solidFill>
            <a:ln w="19050">
              <a:solidFill>
                <a:srgbClr val="D04B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452990" y="4653281"/>
              <a:ext cx="4401429" cy="8844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标题设计，根据自己的想法设计标题艺术字，背景进行简单装饰。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443372" y="4263498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D04B3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05</a:t>
              </a:r>
              <a:endParaRPr lang="zh-CN" altLang="en-US" sz="2800" b="1" dirty="0">
                <a:solidFill>
                  <a:srgbClr val="D04B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4663b53299294fcc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21826" y="4299654"/>
              <a:ext cx="732061" cy="779531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2560028" y="5136900"/>
              <a:ext cx="240557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插入相关XX</a:t>
              </a:r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e0c1d64cc04346ba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0" y="0"/>
            <a:ext cx="2103120" cy="703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2263" y="703384"/>
            <a:ext cx="3029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buClr>
                <a:srgbClr val="D04B39"/>
              </a:buClr>
              <a:buSzPct val="85000"/>
              <a:buFont typeface="Wingdings" panose="05000000000000000000" pitchFamily="2" charset="2"/>
              <a:buChar char="n"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方正仿宋_GB2312" panose="02000000000000000000" charset="-122"/>
              </a:defRPr>
            </a:lvl1pPr>
          </a:lstStyle>
          <a:p>
            <a:r>
              <a:rPr lang="zh-CN" altLang="en-US" dirty="0">
                <a:sym typeface="等线"/>
              </a:rPr>
              <a:t>课后点评</a:t>
            </a:r>
            <a:endParaRPr lang="zh-CN" altLang="zh-CN" dirty="0">
              <a:sym typeface="等线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98061" y="2273667"/>
            <a:ext cx="5660488" cy="311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D04B39"/>
              </a:buClr>
              <a:buFont typeface="+mj-ea"/>
              <a:buAutoNum type="circleNumDbPlain"/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rPr>
              <a:t>在课堂上，选择了X朋友非常喜欢的动画片中的形象为绘画主题，激发了孩子们的绘画热情。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D04B39"/>
              </a:buClr>
              <a:buFont typeface="+mj-ea"/>
              <a:buAutoNum type="circleNumDbPlain"/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rPr>
              <a:t>通过对哪吒这一卡通形象的刻画，X朋友们掌握了线条的运笔和色彩的变化，并通过对人物表情的创作，画面呈现出童真的趣味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rPr>
              <a:t>。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 panose="02000000000000000000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D04B39"/>
              </a:buClr>
              <a:buFont typeface="+mj-ea"/>
              <a:buAutoNum type="circleNumDbPlain"/>
            </a:pPr>
            <a:r>
              <a:rPr lang="zh-CN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rPr>
              <a:t>X朋友们在背景的创作上，能勇敢表达自己的想法，画面整体丰富饱满，充满童趣。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7575875" y="2273667"/>
            <a:ext cx="3115853" cy="3115853"/>
            <a:chOff x="7547739" y="2344006"/>
            <a:chExt cx="3115853" cy="311585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073984dd8cf34c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47739" y="2344006"/>
              <a:ext cx="3115853" cy="3115853"/>
            </a:xfrm>
            <a:prstGeom prst="roundRect">
              <a:avLst>
                <a:gd name="adj" fmla="val 11744"/>
              </a:avLst>
            </a:prstGeom>
            <a:ln w="25400">
              <a:solidFill>
                <a:srgbClr val="D04B39"/>
              </a:solidFill>
            </a:ln>
          </p:spPr>
        </p:pic>
        <p:sp>
          <p:nvSpPr>
            <p:cNvPr id="7" name="矩形: 圆角 6"/>
            <p:cNvSpPr/>
            <p:nvPr/>
          </p:nvSpPr>
          <p:spPr>
            <a:xfrm>
              <a:off x="8200233" y="4936639"/>
              <a:ext cx="1810864" cy="523220"/>
            </a:xfrm>
            <a:prstGeom prst="roundRect">
              <a:avLst>
                <a:gd name="adj" fmla="val 50000"/>
              </a:avLst>
            </a:prstGeom>
            <a:solidFill>
              <a:srgbClr val="D04B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插入XX</a:t>
              </a:r>
            </a:p>
          </p:txBody>
        </p:sp>
      </p:grpSp>
      <p:sp>
        <p:nvSpPr>
          <p:cNvPr id="2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05408" y="1408908"/>
            <a:ext cx="6626087" cy="250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96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火尖枪下</a:t>
            </a:r>
            <a:endParaRPr lang="en-US" altLang="zh-CN" sz="9600" dirty="0">
              <a:solidFill>
                <a:srgbClr val="617BC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安景臣毛笔行书" panose="02010601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9600" dirty="0">
                <a:solidFill>
                  <a:srgbClr val="617BC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安景臣毛笔行书" panose="02010601030101010101" pitchFamily="2" charset="-122"/>
              </a:rPr>
              <a:t>的XX火花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18050" y="686663"/>
            <a:ext cx="4651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800" dirty="0">
                <a:solidFill>
                  <a:srgbClr val="D04B3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三极童画简体" panose="00000500000000000000" pitchFamily="2" charset="-122"/>
              </a:rPr>
              <a:t>哪吒XX美术课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318050" y="3752321"/>
            <a:ext cx="5711689" cy="835130"/>
            <a:chOff x="384311" y="3752321"/>
            <a:chExt cx="5711689" cy="835130"/>
          </a:xfrm>
        </p:grpSpPr>
        <p:sp>
          <p:nvSpPr>
            <p:cNvPr id="9" name="文本框 8"/>
            <p:cNvSpPr txBox="1"/>
            <p:nvPr/>
          </p:nvSpPr>
          <p:spPr>
            <a:xfrm>
              <a:off x="384311" y="3752321"/>
              <a:ext cx="57116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教学目标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/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课程导入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/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绘画XX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rPr>
                <a:t>/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Calibri"/>
                </a:rPr>
                <a:t>绘画步骤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84311" y="4089622"/>
              <a:ext cx="4452733" cy="497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+mn-ea"/>
                </a:rPr>
                <a:t>哪吒出生奇异，一身神器，能变化三头六臂又或三头八臂，为莲花化身，最早由佛教护法军神“那咤”演变而成。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 panose="02000000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68712" y="5048316"/>
            <a:ext cx="3943681" cy="400776"/>
            <a:chOff x="4218469" y="4278277"/>
            <a:chExt cx="3943681" cy="400776"/>
          </a:xfrm>
        </p:grpSpPr>
        <p:grpSp>
          <p:nvGrpSpPr>
            <p:cNvPr id="13" name="组合 12"/>
            <p:cNvGrpSpPr/>
            <p:nvPr/>
          </p:nvGrpSpPr>
          <p:grpSpPr>
            <a:xfrm>
              <a:off x="4218469" y="4290730"/>
              <a:ext cx="1684005" cy="388323"/>
              <a:chOff x="4389201" y="4278278"/>
              <a:chExt cx="1684005" cy="388323"/>
            </a:xfrm>
          </p:grpSpPr>
          <p:sp>
            <p:nvSpPr>
              <p:cNvPr id="17" name="矩形: 圆角 16"/>
              <p:cNvSpPr/>
              <p:nvPr/>
            </p:nvSpPr>
            <p:spPr>
              <a:xfrm>
                <a:off x="4389201" y="4278278"/>
                <a:ext cx="1638053" cy="388323"/>
              </a:xfrm>
              <a:prstGeom prst="roundRect">
                <a:avLst/>
              </a:prstGeom>
              <a:solidFill>
                <a:srgbClr val="617B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4487516" y="4318551"/>
                <a:ext cx="15856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讲述人：XX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PPT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6335477" y="4278277"/>
              <a:ext cx="1826673" cy="388323"/>
              <a:chOff x="6263066" y="4265823"/>
              <a:chExt cx="1826673" cy="388323"/>
            </a:xfrm>
          </p:grpSpPr>
          <p:sp>
            <p:nvSpPr>
              <p:cNvPr id="15" name="矩形: 圆角 14"/>
              <p:cNvSpPr/>
              <p:nvPr/>
            </p:nvSpPr>
            <p:spPr>
              <a:xfrm>
                <a:off x="6263066" y="4265823"/>
                <a:ext cx="1638053" cy="388323"/>
              </a:xfrm>
              <a:prstGeom prst="roundRect">
                <a:avLst/>
              </a:prstGeom>
              <a:solidFill>
                <a:srgbClr val="617B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6270010" y="4318550"/>
                <a:ext cx="18197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日期：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方正仿宋_GB2312" panose="02000000000000000000" charset="-122"/>
                    <a:sym typeface="方正仿宋_GB2312" panose="02000000000000000000" charset="-122"/>
                  </a:rPr>
                  <a:t>20××.××.××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 panose="02000000000000000000" charset="-122"/>
                </a:endParaRP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6009860" y="4576404"/>
            <a:ext cx="424071" cy="666073"/>
            <a:chOff x="6009860" y="4576404"/>
            <a:chExt cx="424071" cy="666073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6630f871b69c48e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09860" y="4576404"/>
              <a:ext cx="424071" cy="666073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6037229" y="4630283"/>
              <a:ext cx="369332" cy="43048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安景臣毛笔行书" panose="02010601030101010101" pitchFamily="2" charset="-122"/>
                </a:rPr>
                <a:t>哪吒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entr" presetSubtype="0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2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31" presetClass="entr" presetSubtype="0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a38ecc4e94f140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431ed15d00684901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f2396c8b173847fa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d2a1f405833b42b8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f2396c8b173847fa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d4911fd5d5d54012a9ab4349f37d2f99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d9c9641d0866418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ed4eac404a454a0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a3079d382ee140f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b293f857b9af4254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12a455c3940044f5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50cf4f6ed5964fa7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d6b2fe5e6c1a44d2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554e772a7154730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7f1b021234bc4e40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60786f3c4afe488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8ae3c8aab6ed45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a77070f65db745f0a51b4da6a0b2b912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91f7131be7534da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6ab57dfa4f49417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3c0a911e8c844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aed548fde6c4e0d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99ed92347d13494f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5abfb96ae9884780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99ed92347d13494f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07162ac04a44c07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99ed92347d13494f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6f69450b8d784e48a903bbeb77ea79f2"/>
              </a:rPr>
              <a:t>部分字体来源于</a:t>
            </a:r>
            <a:r>
              <a:rPr lang="en-US" altLang="zh-CN" dirty="0">
                <a:hlinkClick r:id="R6f69450b8d784e48a903bbeb77ea79f2"/>
              </a:rPr>
              <a:t>100font.com  </a:t>
            </a:r>
            <a:r>
              <a:rPr lang="zh-CN" altLang="en-US" dirty="0">
                <a:hlinkClick r:id="R6f69450b8d784e48a903bbeb77ea79f2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c930a23bcded4343a0e7699846dbe0fb"/>
              </a:rPr>
              <a:t>部分图标来源于</a:t>
            </a:r>
            <a:r>
              <a:rPr lang="en-US" altLang="zh-CN" dirty="0">
                <a:hlinkClick r:id="Rc930a23bcded4343a0e7699846dbe0fb"/>
              </a:rPr>
              <a:t>Storyset.com </a:t>
            </a:r>
            <a:r>
              <a:rPr lang="zh-CN" altLang="en-US" dirty="0">
                <a:hlinkClick r:id="Rc930a23bcded4343a0e7699846dbe0fb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18</TotalTime>
  <Words>1460</Words>
  <Application>Microsoft Office PowerPoint</Application>
  <PresentationFormat>宽屏</PresentationFormat>
  <Paragraphs>128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Aa语文老师的字</vt:lpstr>
      <vt:lpstr>等线</vt:lpstr>
      <vt:lpstr>等线 Light</vt:lpstr>
      <vt:lpstr>方正仿宋_GB2312</vt:lpstr>
      <vt:lpstr>华文新魏</vt:lpstr>
      <vt:lpstr>思源黑体</vt:lpstr>
      <vt:lpstr>微软雅黑</vt:lpstr>
      <vt:lpstr>Arial</vt:lpstr>
      <vt:lpstr>Calibri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</dc:title>
  <dc:creator>第一PPT</dc:creator>
  <cp:keywords>www.1ppt.com</cp:keywords>
  <dc:description>www.1ppt.com</dc:description>
  <cp:lastModifiedBy>JP Liu</cp:lastModifiedBy>
  <cp:revision>47</cp:revision>
  <dcterms:created xsi:type="dcterms:W3CDTF">2025-02-20T01:14:00Z</dcterms:created>
  <dcterms:modified xsi:type="dcterms:W3CDTF">2025-04-28T03:59:12Z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EADDBEF131F04FEE9FE63A57A34CD9E3_12</vt:lpwstr>
  </property>
  <property fmtid="{D5CDD505-2E9C-101B-9397-08002B2CF9AE}" pid="3" name="KSOProductBuildVer">
    <vt:lpwstr>2052-12.1.0.20305</vt:lpwstr>
  </property>
</Properties>
</file>