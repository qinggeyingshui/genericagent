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handoutMasters/handoutMaster1.xml" ContentType="application/vnd.openxmlformats-officedocument.presentationml.handoutMaster+xml"/>
  <Override PartName="/ppt/handoutMasters/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tags/tag1.xml" ContentType="application/vnd.openxmlformats-officedocument.presentationml.tags+xml"/>
  <Override PartName="/ppt/slideLayouts/tags/tag2.xml" ContentType="application/vnd.openxmlformats-officedocument.presentationml.tags+xml"/>
  <Override PartName="/ppt/slideLayouts/tags/tag3.xml" ContentType="application/vnd.openxmlformats-officedocument.presentationml.tags+xml"/>
  <Override PartName="/ppt/slideLayouts/slideLayout2.xml" ContentType="application/vnd.openxmlformats-officedocument.presentationml.slideLayout+xml"/>
  <Override PartName="/ppt/slideLayouts/tags/tag4.xml" ContentType="application/vnd.openxmlformats-officedocument.presentationml.tags+xml"/>
  <Override PartName="/ppt/slideLayouts/tags/tag5.xml" ContentType="application/vnd.openxmlformats-officedocument.presentationml.tags+xml"/>
  <Override PartName="/ppt/slideLayouts/tags/tag6.xml" ContentType="application/vnd.openxmlformats-officedocument.presentationml.tags+xml"/>
  <Override PartName="/ppt/slideLayouts/tags/tag7.xml" ContentType="application/vnd.openxmlformats-officedocument.presentationml.tags+xml"/>
  <Override PartName="/ppt/slideLayouts/tags/tag8.xml" ContentType="application/vnd.openxmlformats-officedocument.presentationml.tags+xml"/>
  <Override PartName="/ppt/slideLayouts/slideLayout3.xml" ContentType="application/vnd.openxmlformats-officedocument.presentationml.slideLayout+xml"/>
  <Override PartName="/ppt/slideLayouts/tags/tag9.xml" ContentType="application/vnd.openxmlformats-officedocument.presentationml.tags+xml"/>
  <Override PartName="/ppt/slideLayouts/tags/tag10.xml" ContentType="application/vnd.openxmlformats-officedocument.presentationml.tags+xml"/>
  <Override PartName="/ppt/slideLayouts/tags/tag11.xml" ContentType="application/vnd.openxmlformats-officedocument.presentationml.tags+xml"/>
  <Override PartName="/ppt/slideLayouts/tags/tag12.xml" ContentType="application/vnd.openxmlformats-officedocument.presentationml.tags+xml"/>
  <Override PartName="/ppt/slideLayouts/slideLayout4.xml" ContentType="application/vnd.openxmlformats-officedocument.presentationml.slideLayout+xml"/>
  <Override PartName="/ppt/slideLayouts/tags/tag13.xml" ContentType="application/vnd.openxmlformats-officedocument.presentationml.tags+xml"/>
  <Override PartName="/ppt/slideLayouts/tags/tag14.xml" ContentType="application/vnd.openxmlformats-officedocument.presentationml.tags+xml"/>
  <Override PartName="/ppt/slideLayouts/tags/tag15.xml" ContentType="application/vnd.openxmlformats-officedocument.presentationml.tags+xml"/>
  <Override PartName="/ppt/slideLayouts/tags/tag16.xml" ContentType="application/vnd.openxmlformats-officedocument.presentationml.tags+xml"/>
  <Override PartName="/ppt/slideLayouts/tags/tag17.xml" ContentType="application/vnd.openxmlformats-officedocument.presentationml.tags+xml"/>
  <Override PartName="/ppt/slideLayouts/slideLayout5.xml" ContentType="application/vnd.openxmlformats-officedocument.presentationml.slideLayout+xml"/>
  <Override PartName="/ppt/slideLayouts/tags/tag18.xml" ContentType="application/vnd.openxmlformats-officedocument.presentationml.tags+xml"/>
  <Override PartName="/ppt/slideLayouts/tags/tag19.xml" ContentType="application/vnd.openxmlformats-officedocument.presentationml.tags+xml"/>
  <Override PartName="/ppt/slideLayouts/tags/tag20.xml" ContentType="application/vnd.openxmlformats-officedocument.presentationml.tags+xml"/>
  <Override PartName="/ppt/slideLayouts/tags/tag21.xml" ContentType="application/vnd.openxmlformats-officedocument.presentationml.tags+xml"/>
  <Override PartName="/ppt/slideLayouts/tags/tag22.xml" ContentType="application/vnd.openxmlformats-officedocument.presentationml.tags+xml"/>
  <Override PartName="/ppt/slideLayouts/slideLayout6.xml" ContentType="application/vnd.openxmlformats-officedocument.presentationml.slideLayout+xml"/>
  <Override PartName="/ppt/slideLayouts/tags/tag23.xml" ContentType="application/vnd.openxmlformats-officedocument.presentationml.tags+xml"/>
  <Override PartName="/ppt/slideLayouts/tags/tag24.xml" ContentType="application/vnd.openxmlformats-officedocument.presentationml.tags+xml"/>
  <Override PartName="/ppt/slideLayouts/tags/tag25.xml" ContentType="application/vnd.openxmlformats-officedocument.presentationml.tags+xml"/>
  <Override PartName="/ppt/slideLayouts/tags/tag26.xml" ContentType="application/vnd.openxmlformats-officedocument.presentationml.tags+xml"/>
  <Override PartName="/ppt/slideLayouts/tags/tag27.xml" ContentType="application/vnd.openxmlformats-officedocument.presentationml.tags+xml"/>
  <Override PartName="/ppt/slideLayouts/slideLayout7.xml" ContentType="application/vnd.openxmlformats-officedocument.presentationml.slideLayout+xml"/>
  <Override PartName="/ppt/slideLayouts/tags/tag28.xml" ContentType="application/vnd.openxmlformats-officedocument.presentationml.tags+xml"/>
  <Override PartName="/ppt/slideLayouts/tags/tag29.xml" ContentType="application/vnd.openxmlformats-officedocument.presentationml.tags+xml"/>
  <Override PartName="/ppt/slideLayouts/tags/tag30.xml" ContentType="application/vnd.openxmlformats-officedocument.presentationml.tags+xml"/>
  <Override PartName="/ppt/slideLayouts/tags/tag31.xml" ContentType="application/vnd.openxmlformats-officedocument.presentationml.tags+xml"/>
  <Override PartName="/ppt/slideLayouts/tags/tag32.xml" ContentType="application/vnd.openxmlformats-officedocument.presentationml.tags+xml"/>
  <Override PartName="/ppt/slideLayouts/tags/tag33.xml" ContentType="application/vnd.openxmlformats-officedocument.presentationml.tags+xml"/>
  <Override PartName="/ppt/slideLayouts/tags/tag34.xml" ContentType="application/vnd.openxmlformats-officedocument.presentationml.tags+xml"/>
  <Override PartName="/ppt/slideLayouts/tags/tag35.xml" ContentType="application/vnd.openxmlformats-officedocument.presentationml.tags+xml"/>
  <Override PartName="/ppt/slideLayouts/slideLayout8.xml" ContentType="application/vnd.openxmlformats-officedocument.presentationml.slideLayout+xml"/>
  <Override PartName="/ppt/slideLayouts/tags/tag36.xml" ContentType="application/vnd.openxmlformats-officedocument.presentationml.tags+xml"/>
  <Override PartName="/ppt/slideLayouts/tags/tag37.xml" ContentType="application/vnd.openxmlformats-officedocument.presentationml.tags+xml"/>
  <Override PartName="/ppt/slideLayouts/tags/tag38.xml" ContentType="application/vnd.openxmlformats-officedocument.presentationml.tags+xml"/>
  <Override PartName="/ppt/slideLayouts/tags/tag39.xml" ContentType="application/vnd.openxmlformats-officedocument.presentationml.tags+xml"/>
  <Override PartName="/ppt/slideLayouts/slideLayout9.xml" ContentType="application/vnd.openxmlformats-officedocument.presentationml.slideLayout+xml"/>
  <Override PartName="/ppt/slideLayouts/tags/tag40.xml" ContentType="application/vnd.openxmlformats-officedocument.presentationml.tags+xml"/>
  <Override PartName="/ppt/slideLayouts/tags/tag41.xml" ContentType="application/vnd.openxmlformats-officedocument.presentationml.tags+xml"/>
  <Override PartName="/ppt/slideLayouts/tags/tag42.xml" ContentType="application/vnd.openxmlformats-officedocument.presentationml.tags+xml"/>
  <Override PartName="/ppt/slideLayouts/tags/tag43.xml" ContentType="application/vnd.openxmlformats-officedocument.presentationml.tags+xml"/>
  <Override PartName="/ppt/slideLayouts/tags/tag44.xml" ContentType="application/vnd.openxmlformats-officedocument.presentationml.tags+xml"/>
  <Override PartName="/ppt/slideLayouts/tags/tag45.xml" ContentType="application/vnd.openxmlformats-officedocument.presentationml.tags+xml"/>
  <Override PartName="/ppt/slideLayouts/tags/tag46.xml" ContentType="application/vnd.openxmlformats-officedocument.presentationml.tags+xml"/>
  <Override PartName="/ppt/slideLayouts/tags/tag47.xml" ContentType="application/vnd.openxmlformats-officedocument.presentationml.tags+xml"/>
  <Override PartName="/ppt/slideLayouts/slideLayout10.xml" ContentType="application/vnd.openxmlformats-officedocument.presentationml.slideLayout+xml"/>
  <Override PartName="/ppt/slideLayouts/tags/tag48.xml" ContentType="application/vnd.openxmlformats-officedocument.presentationml.tags+xml"/>
  <Override PartName="/ppt/slideLayouts/tags/tag49.xml" ContentType="application/vnd.openxmlformats-officedocument.presentationml.tags+xml"/>
  <Override PartName="/ppt/slideLayouts/tags/tag50.xml" ContentType="application/vnd.openxmlformats-officedocument.presentationml.tags+xml"/>
  <Override PartName="/ppt/slideLayouts/tags/tag51.xml" ContentType="application/vnd.openxmlformats-officedocument.presentationml.tags+xml"/>
  <Override PartName="/ppt/slideLayouts/tags/tag52.xml" ContentType="application/vnd.openxmlformats-officedocument.presentationml.tags+xml"/>
  <Override PartName="/ppt/slideLayouts/slideLayout11.xml" ContentType="application/vnd.openxmlformats-officedocument.presentationml.slideLayout+xml"/>
  <Override PartName="/ppt/slideLayouts/tags/tag53.xml" ContentType="application/vnd.openxmlformats-officedocument.presentationml.tags+xml"/>
  <Override PartName="/ppt/slideLayouts/tags/tag54.xml" ContentType="application/vnd.openxmlformats-officedocument.presentationml.tags+xml"/>
  <Override PartName="/ppt/slideLayouts/tags/tag55.xml" ContentType="application/vnd.openxmlformats-officedocument.presentationml.tags+xml"/>
  <Override PartName="/ppt/slideLayouts/tags/tag56.xml" ContentType="application/vnd.openxmlformats-officedocument.presentationml.tags+xml"/>
  <Override PartName="/ppt/slideLayouts/tags/tag57.xml" ContentType="application/vnd.openxmlformats-officedocument.presentationml.tags+xml"/>
  <Override PartName="/ppt/slideLayouts/tags/tag58.xml" ContentType="application/vnd.openxmlformats-officedocument.presentationml.tags+xml"/>
  <Override PartName="/ppt/slideLayouts/slideLayout12.xml" ContentType="application/vnd.openxmlformats-officedocument.presentationml.slideLayout+xml"/>
  <Override PartName="/ppt/slideLayouts/tags/tag59.xml" ContentType="application/vnd.openxmlformats-officedocument.presentationml.tags+xml"/>
  <Override PartName="/ppt/slideLayouts/tags/tag60.xml" ContentType="application/vnd.openxmlformats-officedocument.presentationml.tags+xml"/>
  <Override PartName="/ppt/slideLayouts/tags/tag61.xml" ContentType="application/vnd.openxmlformats-officedocument.presentationml.tags+xml"/>
  <Override PartName="/ppt/slideLayouts/tags/tag62.xml" ContentType="application/vnd.openxmlformats-officedocument.presentationml.tags+xml"/>
  <Override PartName="/ppt/slideLayouts/tags/tag63.xml" ContentType="application/vnd.openxmlformats-officedocument.presentationml.tags+xml"/>
  <Override PartName="/ppt/slideLayouts/tags/tag64.xml" ContentType="application/vnd.openxmlformats-officedocument.presentationml.tags+xml"/>
  <Override PartName="/ppt/slideMasters/tags/tag65.xml" ContentType="application/vnd.openxmlformats-officedocument.presentationml.tags+xml"/>
  <Override PartName="/ppt/slideMasters/tags/tag66.xml" ContentType="application/vnd.openxmlformats-officedocument.presentationml.tags+xml"/>
  <Override PartName="/ppt/slideMasters/tags/tag67.xml" ContentType="application/vnd.openxmlformats-officedocument.presentationml.tags+xml"/>
  <Override PartName="/ppt/slideMasters/tags/tag68.xml" ContentType="application/vnd.openxmlformats-officedocument.presentationml.tags+xml"/>
  <Override PartName="/ppt/slideMasters/tags/tag69.xml" ContentType="application/vnd.openxmlformats-officedocument.presentationml.tags+xml"/>
  <Override PartName="/ppt/slideMasters/tags/tag70.xml" ContentType="application/vnd.openxmlformats-officedocument.presentationml.tags+xml"/>
  <Override PartName="/ppt/slides/slide1.xml" ContentType="application/vnd.openxmlformats-officedocument.presentationml.slide+xml"/>
  <Override PartName="/ppt/slides/tags/tag71.xml" ContentType="application/vnd.openxmlformats-officedocument.presentationml.tags+xml"/>
  <Override PartName="/ppt/notesSlides/notesSlide1.xml" ContentType="application/vnd.openxmlformats-officedocument.presentationml.notesSlide+xml"/>
  <Override PartName="/ppt/slides/slide2.xml" ContentType="application/vnd.openxmlformats-officedocument.presentationml.slide+xml"/>
  <Override PartName="/ppt/slides/tags/tag72.xml" ContentType="application/vnd.openxmlformats-officedocument.presentationml.tags+xml"/>
  <Override PartName="/ppt/notesSlides/notesSlide2.xml" ContentType="application/vnd.openxmlformats-officedocument.presentationml.notesSlide+xml"/>
  <Override PartName="/ppt/slides/slide3.xml" ContentType="application/vnd.openxmlformats-officedocument.presentationml.slide+xml"/>
  <Override PartName="/ppt/slides/tags/tag73.xml" ContentType="application/vnd.openxmlformats-officedocument.presentationml.tags+xml"/>
  <Override PartName="/ppt/notesSlides/notesSlide3.xml" ContentType="application/vnd.openxmlformats-officedocument.presentationml.notesSlide+xml"/>
  <Override PartName="/ppt/slides/slide4.xml" ContentType="application/vnd.openxmlformats-officedocument.presentationml.slide+xml"/>
  <Override PartName="/ppt/slides/tags/tag74.xml" ContentType="application/vnd.openxmlformats-officedocument.presentationml.tags+xml"/>
  <Override PartName="/ppt/slides/slide5.xml" ContentType="application/vnd.openxmlformats-officedocument.presentationml.slide+xml"/>
  <Override PartName="/ppt/slides/tags/tag75.xml" ContentType="application/vnd.openxmlformats-officedocument.presentationml.tags+xml"/>
  <Override PartName="/ppt/slides/slide6.xml" ContentType="application/vnd.openxmlformats-officedocument.presentationml.slide+xml"/>
  <Override PartName="/ppt/slides/tags/tag76.xml" ContentType="application/vnd.openxmlformats-officedocument.presentationml.tags+xml"/>
  <Override PartName="/ppt/slides/slide7.xml" ContentType="application/vnd.openxmlformats-officedocument.presentationml.slide+xml"/>
  <Override PartName="/ppt/slides/tags/tag77.xml" ContentType="application/vnd.openxmlformats-officedocument.presentationml.tags+xml"/>
  <Override PartName="/ppt/slides/slide8.xml" ContentType="application/vnd.openxmlformats-officedocument.presentationml.slide+xml"/>
  <Override PartName="/ppt/slides/tags/tag78.xml" ContentType="application/vnd.openxmlformats-officedocument.presentationml.tags+xml"/>
  <Override PartName="/ppt/notesSlides/notesSlide4.xml" ContentType="application/vnd.openxmlformats-officedocument.presentationml.notesSlide+xml"/>
  <Override PartName="/ppt/slides/slide9.xml" ContentType="application/vnd.openxmlformats-officedocument.presentationml.slide+xml"/>
  <Override PartName="/ppt/slides/tags/tag79.xml" ContentType="application/vnd.openxmlformats-officedocument.presentationml.tags+xml"/>
  <Override PartName="/ppt/slides/slide10.xml" ContentType="application/vnd.openxmlformats-officedocument.presentationml.slide+xml"/>
  <Override PartName="/ppt/slides/tags/tag80.xml" ContentType="application/vnd.openxmlformats-officedocument.presentationml.tags+xml"/>
  <Override PartName="/ppt/slides/slide11.xml" ContentType="application/vnd.openxmlformats-officedocument.presentationml.slide+xml"/>
  <Override PartName="/ppt/slides/charts/chart1.xml" ContentType="application/vnd.openxmlformats-officedocument.drawingml.chart+xml"/>
  <Override PartName="/ppt/slides/charts/embeddings/package.bin" ContentType="application/vnd.openxmlformats-officedocument.spreadsheetml.sheet"/>
  <Override PartName="/ppt/slides/tags/tag81.xml" ContentType="application/vnd.openxmlformats-officedocument.presentationml.tags+xml"/>
  <Override PartName="/ppt/slides/slide12.xml" ContentType="application/vnd.openxmlformats-officedocument.presentationml.slide+xml"/>
  <Override PartName="/ppt/slides/tags/tag82.xml" ContentType="application/vnd.openxmlformats-officedocument.presentationml.tags+xml"/>
  <Override PartName="/ppt/slides/slide13.xml" ContentType="application/vnd.openxmlformats-officedocument.presentationml.slide+xml"/>
  <Override PartName="/ppt/media/image2.bin" ContentType="image/png"/>
  <Override PartName="/ppt/media/image3.bin" ContentType="image/png"/>
  <Override PartName="/ppt/slides/tags/tag83.xml" ContentType="application/vnd.openxmlformats-officedocument.presentationml.tags+xml"/>
  <Override PartName="/ppt/slides/slide14.xml" ContentType="application/vnd.openxmlformats-officedocument.presentationml.slide+xml"/>
  <Override PartName="/ppt/slides/tags/tag84.xml" ContentType="application/vnd.openxmlformats-officedocument.presentationml.tags+xml"/>
  <Override PartName="/ppt/notesSlides/notesSlide5.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slides/charts/embeddings/package2.bin" ContentType="application/vnd.openxmlformats-officedocument.spreadsheetml.sheet"/>
  <Override PartName="/ppt/slides/charts/chart3.xml" ContentType="application/vnd.openxmlformats-officedocument.drawingml.chart+xml"/>
  <Override PartName="/ppt/slides/charts/embeddings/package3.bin" ContentType="application/vnd.openxmlformats-officedocument.spreadsheetml.sheet"/>
  <Override PartName="/ppt/slides/charts/chart4.xml" ContentType="application/vnd.openxmlformats-officedocument.drawingml.chart+xml"/>
  <Override PartName="/ppt/slides/charts/embeddings/package4.bin" ContentType="application/vnd.openxmlformats-officedocument.spreadsheetml.sheet"/>
  <Override PartName="/ppt/slides/tags/tag85.xml" ContentType="application/vnd.openxmlformats-officedocument.presentationml.tags+xml"/>
  <Override PartName="/ppt/slides/slide16.xml" ContentType="application/vnd.openxmlformats-officedocument.presentationml.slide+xml"/>
  <Override PartName="/ppt/slides/tags/tag86.xml" ContentType="application/vnd.openxmlformats-officedocument.presentationml.tags+xml"/>
  <Override PartName="/ppt/slides/slide17.xml" ContentType="application/vnd.openxmlformats-officedocument.presentationml.slide+xml"/>
  <Override PartName="/ppt/slides/tags/tag87.xml" ContentType="application/vnd.openxmlformats-officedocument.presentationml.tags+xml"/>
  <Override PartName="/ppt/slides/slide18.xml" ContentType="application/vnd.openxmlformats-officedocument.presentationml.slide+xml"/>
  <Override PartName="/ppt/slides/tags/tag88.xml" ContentType="application/vnd.openxmlformats-officedocument.presentationml.tags+xml"/>
  <Override PartName="/ppt/slides/slide19.xml" ContentType="application/vnd.openxmlformats-officedocument.presentationml.slide+xml"/>
  <Override PartName="/ppt/slides/tags/tag89.xml" ContentType="application/vnd.openxmlformats-officedocument.presentationml.tags+xml"/>
  <Override PartName="/ppt/slides/slide20.xml" ContentType="application/vnd.openxmlformats-officedocument.presentationml.slide+xml"/>
  <Override PartName="/ppt/slides/tags/tag90.xml" ContentType="application/vnd.openxmlformats-officedocument.presentationml.tags+xml"/>
  <Override PartName="/ppt/notesSlides/notesSlide6.xml" ContentType="application/vnd.openxmlformats-officedocument.presentationml.notesSlide+xml"/>
  <Override PartName="/ppt/slides/slide21.xml" ContentType="application/vnd.openxmlformats-officedocument.presentationml.slide+xml"/>
  <Override PartName="/ppt/media/image4.bin" ContentType="image/png"/>
  <Override PartName="/ppt/slides/tags/tag91.xml" ContentType="application/vnd.openxmlformats-officedocument.presentationml.tags+xml"/>
  <Override PartName="/ppt/slides/slide22.xml" ContentType="application/vnd.openxmlformats-officedocument.presentationml.slide+xml"/>
  <Override PartName="/ppt/slides/tags/tag92.xml" ContentType="application/vnd.openxmlformats-officedocument.presentationml.tags+xml"/>
  <Override PartName="/ppt/slides/slide23.xml" ContentType="application/vnd.openxmlformats-officedocument.presentationml.slide+xml"/>
  <Override PartName="/ppt/slides/tags/tag93.xml" ContentType="application/vnd.openxmlformats-officedocument.presentationml.tags+xml"/>
  <Override PartName="/ppt/slides/slide24.xml" ContentType="application/vnd.openxmlformats-officedocument.presentationml.slide+xml"/>
  <Override PartName="/ppt/slides/tags/tag94.xml" ContentType="application/vnd.openxmlformats-officedocument.presentationml.tags+xml"/>
  <Override PartName="/ppt/slides/slide25.xml" ContentType="application/vnd.openxmlformats-officedocument.presentationml.slide+xml"/>
  <Override PartName="/ppt/slides/tags/tag95.xml" ContentType="application/vnd.openxmlformats-officedocument.presentationml.tags+xml"/>
  <Override PartName="/ppt/notesSlides/notesSlide7.xml" ContentType="application/vnd.openxmlformats-officedocument.presentationml.notesSlide+xml"/>
  <Override PartName="/ppt/slides/slide26.xml" ContentType="application/vnd.openxmlformats-officedocument.presentationml.slide+xml"/>
  <Override PartName="/ppt/media/image6.bin" ContentType="image/png"/>
  <Override PartName="/ppt/media/image7.bin" ContentType="image/png"/>
  <Override PartName="/ppt/customXML/item.xml" ContentType="application/inkml+xml"/>
  <Override PartName="/ppt/customXML/item2.xml" ContentType="application/inkml+xml"/>
  <Override PartName="/ppt/slides/slide27.xml" ContentType="application/vnd.openxmlformats-officedocument.presentationml.slide+xml"/>
  <Override PartName="/ppt/media/image10.bin" ContentType="image/png"/>
  <Override PartName="/ppt/media/image11.bin" ContentType="image/png"/>
  <Override PartName="/ppt/customXML/item3.xml" ContentType="application/inkml+xml"/>
  <Override PartName="/ppt/customXML/item4.xml" ContentType="application/inkml+xml"/>
  <Override PartName="/ppt/customXML/item5.xml" ContentType="application/inkml+xml"/>
  <Override PartName="/ppt/slides/slide28.xml" ContentType="application/vnd.openxmlformats-officedocument.presentationml.slide+xml"/>
  <Override PartName="/ppt/media/image13.bin" ContentType="image/png"/>
  <Override PartName="/ppt/media/image14.bin" ContentType="image/png"/>
  <Override PartName="/ppt/media/image15.bin" ContentType="image/png"/>
  <Override PartName="/ppt/customXML/item6.xml" ContentType="application/inkml+xml"/>
  <Override PartName="/ppt/customXML/item7.xml" ContentType="application/inkml+xml"/>
  <Override PartName="/ppt/customXML/item8.xml" ContentType="application/inkml+xml"/>
  <Override PartName="/ppt/slides/slide29.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0156b20c22a54aef" /><Relationship Type="http://schemas.openxmlformats.org/package/2006/relationships/metadata/core-properties" Target="/docProps/core.xml" Id="Rb6b261223d164b87" /><Relationship Type="http://schemas.openxmlformats.org/officeDocument/2006/relationships/extended-properties" Target="/docProps/app.xml" Id="R994c045fad8c4565" /><Relationship Type="http://schemas.openxmlformats.org/officeDocument/2006/relationships/custom-properties" Target="/docProps/custom.xml" Id="R76c5a5c22b8e44a7"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19e0c8f962144c06"/>
  </p:sldMasterIdLst>
  <p:notesMasterIdLst>
    <p:notesMasterId r:id="Re39611ef455c4004"/>
  </p:notesMasterIdLst>
  <p:handoutMasterIdLst>
    <p:handoutMasterId r:id="R2e382898649a43f8"/>
  </p:handoutMasterIdLst>
  <p:sldIdLst>
    <p:sldId id="256" r:id="R148ec75bc0074f6e"/>
    <p:sldId id="257" r:id="Rc900afdf7b1c4e75"/>
    <p:sldId id="258" r:id="R458cd28fbb1a4c5f"/>
    <p:sldId id="259" r:id="R215f37293bae46fb"/>
    <p:sldId id="260" r:id="Rd083e887cf794b6a"/>
    <p:sldId id="261" r:id="R0d18051fd7464fcd"/>
    <p:sldId id="262" r:id="R91f3646cc9394de4"/>
    <p:sldId id="263" r:id="Rfef965c859ce4ac7"/>
    <p:sldId id="264" r:id="R411eee0299b4454d"/>
    <p:sldId id="265" r:id="Re1c3a26e84f34909"/>
    <p:sldId id="266" r:id="R033817b9e8714311"/>
    <p:sldId id="267" r:id="R064ccd2cba9d4d0c"/>
    <p:sldId id="268" r:id="R9ad3d75971e34388"/>
    <p:sldId id="269" r:id="Re155b53b6da649ac"/>
    <p:sldId id="270" r:id="R444794766dd5473b"/>
    <p:sldId id="271" r:id="R1c66698e205c4994"/>
    <p:sldId id="272" r:id="R56b1aaac481a48de"/>
    <p:sldId id="273" r:id="R804413d13174423d"/>
    <p:sldId id="274" r:id="R9070966cd82649aa"/>
    <p:sldId id="275" r:id="R63827cdc6b26453e"/>
    <p:sldId id="276" r:id="R7cc9f4033394479d"/>
    <p:sldId id="277" r:id="R768dfa3fbe62446f"/>
    <p:sldId id="278" r:id="R4d3802ab7dff4f3c"/>
    <p:sldId id="279" r:id="R2498fe140c84404f"/>
    <p:sldId id="280" r:id="R1b7f333c6f3b47ce"/>
    <p:sldId id="281" r:id="Rb1f3c5c436244bbc"/>
    <p:sldId id="282" r:id="Rb910b2efc3334b89"/>
    <p:sldId id="283" r:id="Ra2c254bfa13b49be"/>
    <p:sldId id="284" r:id="Ra570259ffd8143b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2">
          <p15:clr>
            <a:srgbClr val="A4A3A4"/>
          </p15:clr>
        </p15:guide>
        <p15:guide id="2" pos="383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7998CC"/>
    <a:srgbClr val="2D4875"/>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p:cViewPr varScale="1">
        <p:scale>
          <a:sx n="83" d="100"/>
          <a:sy n="83" d="100"/>
        </p:scale>
        <p:origin x="72" y="429"/>
      </p:cViewPr>
      <p:guideLst>
        <p:guide orient="horz" pos="2132"/>
        <p:guide pos="383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handoutMaster" Target="/ppt/handoutMasters/handoutMaster1.xml" Id="R2e382898649a43f8" /><Relationship Type="http://schemas.openxmlformats.org/officeDocument/2006/relationships/notesMaster" Target="/ppt/notesMasters/notesMaster1.xml" Id="Re39611ef455c4004" /><Relationship Type="http://schemas.openxmlformats.org/officeDocument/2006/relationships/presProps" Target="/ppt/presProps.xml" Id="R69e721f8efa94e16" /><Relationship Type="http://schemas.openxmlformats.org/officeDocument/2006/relationships/viewProps" Target="/ppt/viewProps.xml" Id="R9ee80dac322a44e5" /><Relationship Type="http://schemas.openxmlformats.org/officeDocument/2006/relationships/slideMaster" Target="/ppt/slideMasters/slideMaster1.xml" Id="R19e0c8f962144c06" /><Relationship Type="http://schemas.openxmlformats.org/officeDocument/2006/relationships/theme" Target="/ppt/slideMasters/theme/theme3.xml" Id="R2fe1b0254ef64c9a" /><Relationship Type="http://schemas.openxmlformats.org/officeDocument/2006/relationships/slide" Target="/ppt/slides/slide1.xml" Id="R148ec75bc0074f6e" /><Relationship Type="http://schemas.openxmlformats.org/officeDocument/2006/relationships/slide" Target="/ppt/slides/slide2.xml" Id="Rc900afdf7b1c4e75" /><Relationship Type="http://schemas.openxmlformats.org/officeDocument/2006/relationships/slide" Target="/ppt/slides/slide3.xml" Id="R458cd28fbb1a4c5f" /><Relationship Type="http://schemas.openxmlformats.org/officeDocument/2006/relationships/slide" Target="/ppt/slides/slide4.xml" Id="R215f37293bae46fb" /><Relationship Type="http://schemas.openxmlformats.org/officeDocument/2006/relationships/slide" Target="/ppt/slides/slide5.xml" Id="Rd083e887cf794b6a" /><Relationship Type="http://schemas.openxmlformats.org/officeDocument/2006/relationships/slide" Target="/ppt/slides/slide6.xml" Id="R0d18051fd7464fcd" /><Relationship Type="http://schemas.openxmlformats.org/officeDocument/2006/relationships/slide" Target="/ppt/slides/slide7.xml" Id="R91f3646cc9394de4" /><Relationship Type="http://schemas.openxmlformats.org/officeDocument/2006/relationships/slide" Target="/ppt/slides/slide8.xml" Id="Rfef965c859ce4ac7" /><Relationship Type="http://schemas.openxmlformats.org/officeDocument/2006/relationships/slide" Target="/ppt/slides/slide9.xml" Id="R411eee0299b4454d" /><Relationship Type="http://schemas.openxmlformats.org/officeDocument/2006/relationships/slide" Target="/ppt/slides/slide10.xml" Id="Re1c3a26e84f34909" /><Relationship Type="http://schemas.openxmlformats.org/officeDocument/2006/relationships/slide" Target="/ppt/slides/slide11.xml" Id="R033817b9e8714311" /><Relationship Type="http://schemas.openxmlformats.org/officeDocument/2006/relationships/slide" Target="/ppt/slides/slide12.xml" Id="R064ccd2cba9d4d0c" /><Relationship Type="http://schemas.openxmlformats.org/officeDocument/2006/relationships/slide" Target="/ppt/slides/slide13.xml" Id="R9ad3d75971e34388" /><Relationship Type="http://schemas.openxmlformats.org/officeDocument/2006/relationships/slide" Target="/ppt/slides/slide14.xml" Id="Re155b53b6da649ac" /><Relationship Type="http://schemas.openxmlformats.org/officeDocument/2006/relationships/slide" Target="/ppt/slides/slide15.xml" Id="R444794766dd5473b" /><Relationship Type="http://schemas.openxmlformats.org/officeDocument/2006/relationships/slide" Target="/ppt/slides/slide16.xml" Id="R1c66698e205c4994" /><Relationship Type="http://schemas.openxmlformats.org/officeDocument/2006/relationships/slide" Target="/ppt/slides/slide17.xml" Id="R56b1aaac481a48de" /><Relationship Type="http://schemas.openxmlformats.org/officeDocument/2006/relationships/slide" Target="/ppt/slides/slide18.xml" Id="R804413d13174423d" /><Relationship Type="http://schemas.openxmlformats.org/officeDocument/2006/relationships/slide" Target="/ppt/slides/slide19.xml" Id="R9070966cd82649aa" /><Relationship Type="http://schemas.openxmlformats.org/officeDocument/2006/relationships/slide" Target="/ppt/slides/slide20.xml" Id="R63827cdc6b26453e" /><Relationship Type="http://schemas.openxmlformats.org/officeDocument/2006/relationships/slide" Target="/ppt/slides/slide21.xml" Id="R7cc9f4033394479d" /><Relationship Type="http://schemas.openxmlformats.org/officeDocument/2006/relationships/slide" Target="/ppt/slides/slide22.xml" Id="R768dfa3fbe62446f" /><Relationship Type="http://schemas.openxmlformats.org/officeDocument/2006/relationships/slide" Target="/ppt/slides/slide23.xml" Id="R4d3802ab7dff4f3c" /><Relationship Type="http://schemas.openxmlformats.org/officeDocument/2006/relationships/slide" Target="/ppt/slides/slide24.xml" Id="R2498fe140c84404f" /><Relationship Type="http://schemas.openxmlformats.org/officeDocument/2006/relationships/slide" Target="/ppt/slides/slide25.xml" Id="R1b7f333c6f3b47ce" /><Relationship Type="http://schemas.openxmlformats.org/officeDocument/2006/relationships/slide" Target="/ppt/slides/slide26.xml" Id="Rb1f3c5c436244bbc" /><Relationship Type="http://schemas.openxmlformats.org/officeDocument/2006/relationships/slide" Target="/ppt/slides/slide27.xml" Id="Rb910b2efc3334b89" /><Relationship Type="http://schemas.openxmlformats.org/officeDocument/2006/relationships/slide" Target="/ppt/slides/slide28.xml" Id="Ra2c254bfa13b49be" /><Relationship Type="http://schemas.openxmlformats.org/officeDocument/2006/relationships/slide" Target="/ppt/slides/slide29.xml" Id="Ra570259ffd8143b7"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handoutMasters/_rels/handoutMaster1.xml.rels>&#65279;<?xml version="1.0" encoding="utf-8"?><Relationships xmlns="http://schemas.openxmlformats.org/package/2006/relationships"><Relationship Type="http://schemas.openxmlformats.org/officeDocument/2006/relationships/theme" Target="/ppt/handoutMasters/theme/theme1.xml" Id="R41ea1785d2fb428b"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字魂58号-创中黑" panose="00000500000000000000" charset="-122"/>
              <a:ea typeface="字魂58号-创中黑" panose="00000500000000000000" charset="-122"/>
              <a:cs typeface="字魂58号-创中黑" panose="000005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a:ea typeface="字魂58号-创中黑" panose="00000500000000000000" charset="-122"/>
              </a:rPr>
              <a:t>2025/4/28</a:t>
            </a:fld>
            <a:endParaRPr lang="zh-CN" altLang="en-US">
              <a:ea typeface="字魂58号-创中黑" panose="000005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字魂58号-创中黑" panose="00000500000000000000" charset="-122"/>
              <a:ea typeface="字魂58号-创中黑" panose="00000500000000000000" charset="-122"/>
              <a:cs typeface="字魂58号-创中黑" panose="000005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a:ea typeface="字魂58号-创中黑" panose="00000500000000000000" charset="-122"/>
              </a:rPr>
              <a:t>‹#›</a:t>
            </a:fld>
            <a:endParaRPr lang="zh-CN" altLang="en-US">
              <a:ea typeface="字魂58号-创中黑" panose="00000500000000000000"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handoutMasters/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font script="Jpan" typeface="ＭＳ Ｐゴシック"/>
        <a:font script="Hang" typeface="맑은 고딕"/>
        <a:font script="Hans" typeface="字魂58号-创中黑"/>
        <a:font script="Hant" typeface="新細明體"/>
        <a:font script="Arab" typeface="字魂58号-创中黑"/>
        <a:font script="Hebr" typeface="字魂58号-创中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字魂58号-创中黑"/>
        <a:font script="Uigh" typeface="Microsoft Uighur"/>
        <a:font script="Geor" typeface="Sylfaen"/>
      </a:majorFont>
      <a:minorFont>
        <a:latin typeface="字魂58号-创中黑" panose="00000500000000000000" charset="-122"/>
        <a:ea typeface="Arial"/>
        <a:cs typeface="Arial"/>
        <a:font script="Jpan" typeface="ＭＳ Ｐゴシック"/>
        <a:font script="Hang" typeface="맑은 고딕"/>
        <a:font script="Hans" typeface="字魂58号-创中黑"/>
        <a:font script="Hant" typeface="新細明體"/>
        <a:font script="Arab" typeface="字魂58号-创中黑"/>
        <a:font script="Hebr" typeface="字魂58号-创中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字魂58号-创中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Masters/_rels/notesMaster1.xml.rels>&#65279;<?xml version="1.0" encoding="utf-8"?><Relationships xmlns="http://schemas.openxmlformats.org/package/2006/relationships"><Relationship Type="http://schemas.openxmlformats.org/officeDocument/2006/relationships/theme" Target="/ppt/notesMasters/theme/theme2.xml" Id="Rc81c709d0a3344db"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字魂58号-创中黑" panose="00000500000000000000" charset="-122"/>
                <a:ea typeface="字魂58号-创中黑" panose="00000500000000000000" charset="-122"/>
                <a:cs typeface="字魂58号-创中黑" panose="000005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字魂58号-创中黑" panose="00000500000000000000" charset="-122"/>
                <a:ea typeface="字魂58号-创中黑" panose="00000500000000000000" charset="-122"/>
                <a:cs typeface="字魂58号-创中黑" panose="00000500000000000000" charset="-122"/>
              </a:defRPr>
            </a:lvl1pPr>
          </a:lstStyle>
          <a:p>
            <a:fld id="{D2A48B96-639E-45A3-A0BA-2464DFDB1FAA}" type="datetimeFigureOut">
              <a:rPr lang="zh-CN" altLang="en-US"/>
              <a:t>2025/4/28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字魂58号-创中黑" panose="00000500000000000000" charset="-122"/>
                <a:ea typeface="字魂58号-创中黑" panose="00000500000000000000" charset="-122"/>
                <a:cs typeface="字魂58号-创中黑" panose="000005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字魂58号-创中黑" panose="00000500000000000000" charset="-122"/>
                <a:ea typeface="字魂58号-创中黑" panose="00000500000000000000" charset="-122"/>
                <a:cs typeface="字魂58号-创中黑" panose="00000500000000000000" charset="-122"/>
              </a:defRPr>
            </a:lvl1pPr>
          </a:lstStyle>
          <a:p>
            <a:fld id="{A6837353-30EB-4A48-80EB-173D804AEFBD}"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字魂58号-创中黑" panose="00000500000000000000" charset="-122"/>
        <a:ea typeface="字魂58号-创中黑" panose="00000500000000000000" charset="-122"/>
        <a:cs typeface="字魂58号-创中黑" panose="00000500000000000000" charset="-122"/>
      </a:defRPr>
    </a:lvl1pPr>
    <a:lvl2pPr marL="457200" algn="l" defTabSz="914400" rtl="0" eaLnBrk="1" latinLnBrk="0" hangingPunct="1">
      <a:defRPr sz="1200" kern="1200">
        <a:solidFill>
          <a:schemeClr val="tx1"/>
        </a:solidFill>
        <a:latin typeface="字魂58号-创中黑" panose="00000500000000000000" charset="-122"/>
        <a:ea typeface="字魂58号-创中黑" panose="00000500000000000000" charset="-122"/>
        <a:cs typeface="字魂58号-创中黑" panose="00000500000000000000" charset="-122"/>
      </a:defRPr>
    </a:lvl2pPr>
    <a:lvl3pPr marL="914400" algn="l" defTabSz="914400" rtl="0" eaLnBrk="1" latinLnBrk="0" hangingPunct="1">
      <a:defRPr sz="1200" kern="1200">
        <a:solidFill>
          <a:schemeClr val="tx1"/>
        </a:solidFill>
        <a:latin typeface="字魂58号-创中黑" panose="00000500000000000000" charset="-122"/>
        <a:ea typeface="字魂58号-创中黑" panose="00000500000000000000" charset="-122"/>
        <a:cs typeface="字魂58号-创中黑" panose="00000500000000000000" charset="-122"/>
      </a:defRPr>
    </a:lvl3pPr>
    <a:lvl4pPr marL="1371600" algn="l" defTabSz="914400" rtl="0" eaLnBrk="1" latinLnBrk="0" hangingPunct="1">
      <a:defRPr sz="1200" kern="1200">
        <a:solidFill>
          <a:schemeClr val="tx1"/>
        </a:solidFill>
        <a:latin typeface="字魂58号-创中黑" panose="00000500000000000000" charset="-122"/>
        <a:ea typeface="字魂58号-创中黑" panose="00000500000000000000" charset="-122"/>
        <a:cs typeface="字魂58号-创中黑" panose="00000500000000000000" charset="-122"/>
      </a:defRPr>
    </a:lvl4pPr>
    <a:lvl5pPr marL="1828800" algn="l" defTabSz="914400" rtl="0" eaLnBrk="1" latinLnBrk="0" hangingPunct="1">
      <a:defRPr sz="1200" kern="1200">
        <a:solidFill>
          <a:schemeClr val="tx1"/>
        </a:solidFill>
        <a:latin typeface="字魂58号-创中黑" panose="00000500000000000000" charset="-122"/>
        <a:ea typeface="字魂58号-创中黑" panose="00000500000000000000" charset="-122"/>
        <a:cs typeface="字魂58号-创中黑" panose="000005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font script="Jpan" typeface="ＭＳ Ｐゴシック"/>
        <a:font script="Hang" typeface="맑은 고딕"/>
        <a:font script="Hans" typeface="字魂58号-创中黑"/>
        <a:font script="Hant" typeface="新細明體"/>
        <a:font script="Arab" typeface="字魂58号-创中黑"/>
        <a:font script="Hebr" typeface="字魂58号-创中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字魂58号-创中黑"/>
        <a:font script="Uigh" typeface="Microsoft Uighur"/>
        <a:font script="Geor" typeface="Sylfaen"/>
      </a:majorFont>
      <a:minorFont>
        <a:latin typeface="字魂58号-创中黑" panose="00000500000000000000" charset="-122"/>
        <a:ea typeface="Arial"/>
        <a:cs typeface="Arial"/>
        <a:font script="Jpan" typeface="ＭＳ Ｐゴシック"/>
        <a:font script="Hang" typeface="맑은 고딕"/>
        <a:font script="Hans" typeface="字魂58号-创中黑"/>
        <a:font script="Hant" typeface="新細明體"/>
        <a:font script="Arab" typeface="字魂58号-创中黑"/>
        <a:font script="Hebr" typeface="字魂58号-创中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字魂58号-创中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1.xml" Id="R9a8c0c89b22741e5" /><Relationship Type="http://schemas.openxmlformats.org/officeDocument/2006/relationships/notesMaster" Target="/ppt/notesMasters/notesMaster1.xml" Id="R02f97053a5a347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01e2bff9044e2a" /><Relationship Type="http://schemas.openxmlformats.org/officeDocument/2006/relationships/notesMaster" Target="/ppt/notesMasters/notesMaster1.xml" Id="R233315cc9f0f46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f6f15c9ce847cd" /><Relationship Type="http://schemas.openxmlformats.org/officeDocument/2006/relationships/notesMaster" Target="/ppt/notesMasters/notesMaster1.xml" Id="Rf50f8fc5f9524048" /></Relationships>
</file>

<file path=ppt/notesSlides/_rels/notesSlide4.xml.rels>&#65279;<?xml version="1.0" encoding="utf-8"?><Relationships xmlns="http://schemas.openxmlformats.org/package/2006/relationships"><Relationship Type="http://schemas.openxmlformats.org/officeDocument/2006/relationships/slide" Target="/ppt/slides/slide8.xml" Id="R12a15b94d0fc41f2" /><Relationship Type="http://schemas.openxmlformats.org/officeDocument/2006/relationships/notesMaster" Target="/ppt/notesMasters/notesMaster1.xml" Id="Rcad1c096f2924527" /></Relationships>
</file>

<file path=ppt/notesSlides/_rels/notesSlide5.xml.rels>&#65279;<?xml version="1.0" encoding="utf-8"?><Relationships xmlns="http://schemas.openxmlformats.org/package/2006/relationships"><Relationship Type="http://schemas.openxmlformats.org/officeDocument/2006/relationships/slide" Target="/ppt/slides/slide14.xml" Id="R57e55dfd4c514650" /><Relationship Type="http://schemas.openxmlformats.org/officeDocument/2006/relationships/notesMaster" Target="/ppt/notesMasters/notesMaster1.xml" Id="R0a661d78f1a34e21" /></Relationships>
</file>

<file path=ppt/notesSlides/_rels/notesSlide6.xml.rels>&#65279;<?xml version="1.0" encoding="utf-8"?><Relationships xmlns="http://schemas.openxmlformats.org/package/2006/relationships"><Relationship Type="http://schemas.openxmlformats.org/officeDocument/2006/relationships/slide" Target="/ppt/slides/slide20.xml" Id="R4a8b61f2d47c4921" /><Relationship Type="http://schemas.openxmlformats.org/officeDocument/2006/relationships/notesMaster" Target="/ppt/notesMasters/notesMaster1.xml" Id="R9f13ec2d858e4b53" /></Relationships>
</file>

<file path=ppt/notesSlides/_rels/notesSlide7.xml.rels>&#65279;<?xml version="1.0" encoding="utf-8"?><Relationships xmlns="http://schemas.openxmlformats.org/package/2006/relationships"><Relationship Type="http://schemas.openxmlformats.org/officeDocument/2006/relationships/slide" Target="/ppt/slides/slide25.xml" Id="R69be2ab874394482" /><Relationship Type="http://schemas.openxmlformats.org/officeDocument/2006/relationships/notesMaster" Target="/ppt/notesMasters/notesMaster1.xml" Id="Rd77af23e7df84dcb"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tags" Target="/ppt/slideLayouts/tags/tag1.xml" Id="R79213dc7387f45ff" /><Relationship Type="http://schemas.openxmlformats.org/officeDocument/2006/relationships/tags" Target="/ppt/slideLayouts/tags/tag2.xml" Id="R965c0b25f6514ed5" /><Relationship Type="http://schemas.openxmlformats.org/officeDocument/2006/relationships/tags" Target="/ppt/slideLayouts/tags/tag3.xml" Id="Re46e626980d04bfc" /><Relationship Type="http://schemas.openxmlformats.org/officeDocument/2006/relationships/slideMaster" Target="/ppt/slideMasters/slideMaster1.xml" Id="R608354435ecc4305" /></Relationships>
</file>

<file path=ppt/slideLayouts/_rels/slideLayout2.xml.rels>&#65279;<?xml version="1.0" encoding="utf-8"?><Relationships xmlns="http://schemas.openxmlformats.org/package/2006/relationships"><Relationship Type="http://schemas.openxmlformats.org/officeDocument/2006/relationships/tags" Target="/ppt/slideLayouts/tags/tag4.xml" Id="R2d8d8438771e4242" /><Relationship Type="http://schemas.openxmlformats.org/officeDocument/2006/relationships/tags" Target="/ppt/slideLayouts/tags/tag5.xml" Id="Ra6d1335aa5c249ce" /><Relationship Type="http://schemas.openxmlformats.org/officeDocument/2006/relationships/tags" Target="/ppt/slideLayouts/tags/tag6.xml" Id="Rde507ee5127a46d2" /><Relationship Type="http://schemas.openxmlformats.org/officeDocument/2006/relationships/tags" Target="/ppt/slideLayouts/tags/tag7.xml" Id="R6126c6a74d124469" /><Relationship Type="http://schemas.openxmlformats.org/officeDocument/2006/relationships/tags" Target="/ppt/slideLayouts/tags/tag8.xml" Id="Rd3ec53fd8eef4793" /><Relationship Type="http://schemas.openxmlformats.org/officeDocument/2006/relationships/slideMaster" Target="/ppt/slideMasters/slideMaster1.xml" Id="Rc36e1647bc734b88" /></Relationships>
</file>

<file path=ppt/slideLayouts/_rels/slideLayout3.xml.rels>&#65279;<?xml version="1.0" encoding="utf-8"?><Relationships xmlns="http://schemas.openxmlformats.org/package/2006/relationships"><Relationship Type="http://schemas.openxmlformats.org/officeDocument/2006/relationships/tags" Target="/ppt/slideLayouts/tags/tag9.xml" Id="R6ec3e9cbf19d4068" /><Relationship Type="http://schemas.openxmlformats.org/officeDocument/2006/relationships/tags" Target="/ppt/slideLayouts/tags/tag10.xml" Id="R49388ab2f45a4e1c" /><Relationship Type="http://schemas.openxmlformats.org/officeDocument/2006/relationships/tags" Target="/ppt/slideLayouts/tags/tag11.xml" Id="R6a8092f58d7844f5" /><Relationship Type="http://schemas.openxmlformats.org/officeDocument/2006/relationships/tags" Target="/ppt/slideLayouts/tags/tag12.xml" Id="R4d686920b7d34d01" /><Relationship Type="http://schemas.openxmlformats.org/officeDocument/2006/relationships/slideMaster" Target="/ppt/slideMasters/slideMaster1.xml" Id="R256ef428be9845f0" /></Relationships>
</file>

<file path=ppt/slideLayouts/_rels/slideLayout4.xml.rels>&#65279;<?xml version="1.0" encoding="utf-8"?><Relationships xmlns="http://schemas.openxmlformats.org/package/2006/relationships"><Relationship Type="http://schemas.openxmlformats.org/officeDocument/2006/relationships/tags" Target="/ppt/slideLayouts/tags/tag13.xml" Id="R05c0ef72734642fd" /><Relationship Type="http://schemas.openxmlformats.org/officeDocument/2006/relationships/tags" Target="/ppt/slideLayouts/tags/tag14.xml" Id="R7794c18ab59c40ed" /><Relationship Type="http://schemas.openxmlformats.org/officeDocument/2006/relationships/tags" Target="/ppt/slideLayouts/tags/tag15.xml" Id="Rba8f6ea65dfc4efc" /><Relationship Type="http://schemas.openxmlformats.org/officeDocument/2006/relationships/tags" Target="/ppt/slideLayouts/tags/tag16.xml" Id="Re5d066c61a5b451c" /><Relationship Type="http://schemas.openxmlformats.org/officeDocument/2006/relationships/tags" Target="/ppt/slideLayouts/tags/tag17.xml" Id="Rf26265f36b1f4914" /><Relationship Type="http://schemas.openxmlformats.org/officeDocument/2006/relationships/slideMaster" Target="/ppt/slideMasters/slideMaster1.xml" Id="R448e37323fe6478b" /></Relationships>
</file>

<file path=ppt/slideLayouts/_rels/slideLayout5.xml.rels>&#65279;<?xml version="1.0" encoding="utf-8"?><Relationships xmlns="http://schemas.openxmlformats.org/package/2006/relationships"><Relationship Type="http://schemas.openxmlformats.org/officeDocument/2006/relationships/tags" Target="/ppt/slideLayouts/tags/tag18.xml" Id="R81bded4ae1184ae6" /><Relationship Type="http://schemas.openxmlformats.org/officeDocument/2006/relationships/tags" Target="/ppt/slideLayouts/tags/tag19.xml" Id="Rde980e4622904074" /><Relationship Type="http://schemas.openxmlformats.org/officeDocument/2006/relationships/tags" Target="/ppt/slideLayouts/tags/tag20.xml" Id="R34a6d3d6394a4eb5" /><Relationship Type="http://schemas.openxmlformats.org/officeDocument/2006/relationships/tags" Target="/ppt/slideLayouts/tags/tag21.xml" Id="R1cc946561ea24da3" /><Relationship Type="http://schemas.openxmlformats.org/officeDocument/2006/relationships/tags" Target="/ppt/slideLayouts/tags/tag22.xml" Id="Rb26008d716764bb5" /><Relationship Type="http://schemas.openxmlformats.org/officeDocument/2006/relationships/slideMaster" Target="/ppt/slideMasters/slideMaster1.xml" Id="Rae18556ca5014a12" /></Relationships>
</file>

<file path=ppt/slideLayouts/_rels/slideLayout6.xml.rels>&#65279;<?xml version="1.0" encoding="utf-8"?><Relationships xmlns="http://schemas.openxmlformats.org/package/2006/relationships"><Relationship Type="http://schemas.openxmlformats.org/officeDocument/2006/relationships/tags" Target="/ppt/slideLayouts/tags/tag23.xml" Id="R1a169d98d0bc4651" /><Relationship Type="http://schemas.openxmlformats.org/officeDocument/2006/relationships/tags" Target="/ppt/slideLayouts/tags/tag24.xml" Id="R1f95e38375364508" /><Relationship Type="http://schemas.openxmlformats.org/officeDocument/2006/relationships/tags" Target="/ppt/slideLayouts/tags/tag25.xml" Id="R521646a911af480a" /><Relationship Type="http://schemas.openxmlformats.org/officeDocument/2006/relationships/tags" Target="/ppt/slideLayouts/tags/tag26.xml" Id="R4f5574aa6ba9429a" /><Relationship Type="http://schemas.openxmlformats.org/officeDocument/2006/relationships/tags" Target="/ppt/slideLayouts/tags/tag27.xml" Id="Rf33481f987e64689" /><Relationship Type="http://schemas.openxmlformats.org/officeDocument/2006/relationships/slideMaster" Target="/ppt/slideMasters/slideMaster1.xml" Id="Re83fe52d639c4268" /></Relationships>
</file>

<file path=ppt/slideLayouts/_rels/slideLayout7.xml.rels>&#65279;<?xml version="1.0" encoding="utf-8"?><Relationships xmlns="http://schemas.openxmlformats.org/package/2006/relationships"><Relationship Type="http://schemas.openxmlformats.org/officeDocument/2006/relationships/hyperlink" Target="http://www.1ppt.com/moban/" TargetMode="External" Id="R58747d44f3244d9c8b56e06215fe926f" /><Relationship Type="http://schemas.openxmlformats.org/officeDocument/2006/relationships/tags" Target="/ppt/slideLayouts/tags/tag28.xml" Id="Rfb552ec64080486a" /><Relationship Type="http://schemas.openxmlformats.org/officeDocument/2006/relationships/tags" Target="/ppt/slideLayouts/tags/tag29.xml" Id="R40b871bc4e4e420d" /><Relationship Type="http://schemas.openxmlformats.org/officeDocument/2006/relationships/tags" Target="/ppt/slideLayouts/tags/tag30.xml" Id="R4a52058ad50b43a5" /><Relationship Type="http://schemas.openxmlformats.org/officeDocument/2006/relationships/tags" Target="/ppt/slideLayouts/tags/tag31.xml" Id="Rb21d5f1b57f04c1c" /><Relationship Type="http://schemas.openxmlformats.org/officeDocument/2006/relationships/tags" Target="/ppt/slideLayouts/tags/tag32.xml" Id="R071d2b7233974028" /><Relationship Type="http://schemas.openxmlformats.org/officeDocument/2006/relationships/tags" Target="/ppt/slideLayouts/tags/tag33.xml" Id="R41df4ac835a64b36" /><Relationship Type="http://schemas.openxmlformats.org/officeDocument/2006/relationships/tags" Target="/ppt/slideLayouts/tags/tag34.xml" Id="R6800fe4492804d0c" /><Relationship Type="http://schemas.openxmlformats.org/officeDocument/2006/relationships/tags" Target="/ppt/slideLayouts/tags/tag35.xml" Id="Rd4138cd163874a41" /><Relationship Type="http://schemas.openxmlformats.org/officeDocument/2006/relationships/slideMaster" Target="/ppt/slideMasters/slideMaster1.xml" Id="Rf50c31b10df349a8" /></Relationships>
</file>

<file path=ppt/slideLayouts/_rels/slideLayout8.xml.rels>&#65279;<?xml version="1.0" encoding="utf-8"?><Relationships xmlns="http://schemas.openxmlformats.org/package/2006/relationships"><Relationship Type="http://schemas.openxmlformats.org/officeDocument/2006/relationships/tags" Target="/ppt/slideLayouts/tags/tag36.xml" Id="R02f9f496ad1f4fa8" /><Relationship Type="http://schemas.openxmlformats.org/officeDocument/2006/relationships/tags" Target="/ppt/slideLayouts/tags/tag37.xml" Id="R5861134c8ebb4057" /><Relationship Type="http://schemas.openxmlformats.org/officeDocument/2006/relationships/tags" Target="/ppt/slideLayouts/tags/tag38.xml" Id="Rc7d82b561f824c36" /><Relationship Type="http://schemas.openxmlformats.org/officeDocument/2006/relationships/tags" Target="/ppt/slideLayouts/tags/tag39.xml" Id="R6ccae1a2a1754255" /><Relationship Type="http://schemas.openxmlformats.org/officeDocument/2006/relationships/slideMaster" Target="/ppt/slideMasters/slideMaster1.xml" Id="R4903483784234ad2" /></Relationships>
</file>

<file path=ppt/slideLayouts/_rels/slideLayout9.xml.rels>&#65279;<?xml version="1.0" encoding="utf-8"?><Relationships xmlns="http://schemas.openxmlformats.org/package/2006/relationships"><Relationship Type="http://schemas.openxmlformats.org/officeDocument/2006/relationships/tags" Target="/ppt/slideLayouts/tags/tag40.xml" Id="Rd2ade1acac854d6e" /><Relationship Type="http://schemas.openxmlformats.org/officeDocument/2006/relationships/tags" Target="/ppt/slideLayouts/tags/tag41.xml" Id="R8614403efb9949ba" /><Relationship Type="http://schemas.openxmlformats.org/officeDocument/2006/relationships/tags" Target="/ppt/slideLayouts/tags/tag42.xml" Id="R222cd213f9dd488a" /><Relationship Type="http://schemas.openxmlformats.org/officeDocument/2006/relationships/tags" Target="/ppt/slideLayouts/tags/tag43.xml" Id="Ra4323ae660e64ba3" /><Relationship Type="http://schemas.openxmlformats.org/officeDocument/2006/relationships/tags" Target="/ppt/slideLayouts/tags/tag44.xml" Id="R8a0c7d7fb4134fdb" /><Relationship Type="http://schemas.openxmlformats.org/officeDocument/2006/relationships/tags" Target="/ppt/slideLayouts/tags/tag45.xml" Id="R7e854c28056d43de" /><Relationship Type="http://schemas.openxmlformats.org/officeDocument/2006/relationships/tags" Target="/ppt/slideLayouts/tags/tag46.xml" Id="Rf2ed4a1c9bdd4c10" /><Relationship Type="http://schemas.openxmlformats.org/officeDocument/2006/relationships/tags" Target="/ppt/slideLayouts/tags/tag47.xml" Id="R44b550b8372c4710" /><Relationship Type="http://schemas.openxmlformats.org/officeDocument/2006/relationships/slideMaster" Target="/ppt/slideMasters/slideMaster1.xml" Id="R1521f398af3c486f" /></Relationships>
</file>

<file path=ppt/slideLayouts/_rels/slideLayout10.xml.rels>&#65279;<?xml version="1.0" encoding="utf-8"?><Relationships xmlns="http://schemas.openxmlformats.org/package/2006/relationships"><Relationship Type="http://schemas.openxmlformats.org/officeDocument/2006/relationships/tags" Target="/ppt/slideLayouts/tags/tag48.xml" Id="R0c0614756c844436" /><Relationship Type="http://schemas.openxmlformats.org/officeDocument/2006/relationships/tags" Target="/ppt/slideLayouts/tags/tag49.xml" Id="Rda128c5a20474780" /><Relationship Type="http://schemas.openxmlformats.org/officeDocument/2006/relationships/tags" Target="/ppt/slideLayouts/tags/tag50.xml" Id="R2ddd752e023b4450" /><Relationship Type="http://schemas.openxmlformats.org/officeDocument/2006/relationships/tags" Target="/ppt/slideLayouts/tags/tag51.xml" Id="R5898653408b2413f" /><Relationship Type="http://schemas.openxmlformats.org/officeDocument/2006/relationships/tags" Target="/ppt/slideLayouts/tags/tag52.xml" Id="R3f5767062474494a" /><Relationship Type="http://schemas.openxmlformats.org/officeDocument/2006/relationships/slideMaster" Target="/ppt/slideMasters/slideMaster1.xml" Id="R70db7e7b8b304e12" /></Relationships>
</file>

<file path=ppt/slideLayouts/_rels/slideLayout11.xml.rels>&#65279;<?xml version="1.0" encoding="utf-8"?><Relationships xmlns="http://schemas.openxmlformats.org/package/2006/relationships"><Relationship Type="http://schemas.openxmlformats.org/officeDocument/2006/relationships/tags" Target="/ppt/slideLayouts/tags/tag53.xml" Id="R9b4d5590698a42f5" /><Relationship Type="http://schemas.openxmlformats.org/officeDocument/2006/relationships/tags" Target="/ppt/slideLayouts/tags/tag54.xml" Id="Ra8a9bb04c34c436b" /><Relationship Type="http://schemas.openxmlformats.org/officeDocument/2006/relationships/tags" Target="/ppt/slideLayouts/tags/tag55.xml" Id="R2bc42e7953664b8d" /><Relationship Type="http://schemas.openxmlformats.org/officeDocument/2006/relationships/tags" Target="/ppt/slideLayouts/tags/tag56.xml" Id="R05d7313b2fa14515" /><Relationship Type="http://schemas.openxmlformats.org/officeDocument/2006/relationships/tags" Target="/ppt/slideLayouts/tags/tag57.xml" Id="Rc21d7411d4004f67" /><Relationship Type="http://schemas.openxmlformats.org/officeDocument/2006/relationships/tags" Target="/ppt/slideLayouts/tags/tag58.xml" Id="Rae643b27cbe54787" /><Relationship Type="http://schemas.openxmlformats.org/officeDocument/2006/relationships/slideMaster" Target="/ppt/slideMasters/slideMaster1.xml" Id="Re526c541c88e46de" /></Relationships>
</file>

<file path=ppt/slideLayouts/_rels/slideLayout12.xml.rels>&#65279;<?xml version="1.0" encoding="utf-8"?><Relationships xmlns="http://schemas.openxmlformats.org/package/2006/relationships"><Relationship Type="http://schemas.openxmlformats.org/officeDocument/2006/relationships/tags" Target="/ppt/slideLayouts/tags/tag59.xml" Id="R0f332f1793bc403e" /><Relationship Type="http://schemas.openxmlformats.org/officeDocument/2006/relationships/tags" Target="/ppt/slideLayouts/tags/tag60.xml" Id="R864494399ec14ce7" /><Relationship Type="http://schemas.openxmlformats.org/officeDocument/2006/relationships/tags" Target="/ppt/slideLayouts/tags/tag61.xml" Id="R7888ee2442664723" /><Relationship Type="http://schemas.openxmlformats.org/officeDocument/2006/relationships/tags" Target="/ppt/slideLayouts/tags/tag62.xml" Id="R049bc12fe2094291" /><Relationship Type="http://schemas.openxmlformats.org/officeDocument/2006/relationships/tags" Target="/ppt/slideLayouts/tags/tag63.xml" Id="Rcd505c02809e4edb" /><Relationship Type="http://schemas.openxmlformats.org/officeDocument/2006/relationships/tags" Target="/ppt/slideLayouts/tags/tag64.xml" Id="R0f52afccd6e34e55" /><Relationship Type="http://schemas.openxmlformats.org/officeDocument/2006/relationships/slideMaster" Target="/ppt/slideMasters/slideMaster1.xml" Id="R71d9dcb514114109"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79213dc7387f45ff"/>
            </p:custDataLst>
          </p:nvPr>
        </p:nvSpPr>
        <p:spPr/>
        <p:txBody>
          <a:bodyPr/>
          <a:lstStyle/>
          <a:p>
            <a:fld id="{760FBDFE-C587-4B4C-A407-44438C67B59E}" type="datetimeFigureOut">
              <a:rPr lang="zh-CN" altLang="en-US"/>
              <a:t>2025/4/28</a:t>
            </a:fld>
            <a:endParaRPr lang="zh-CN" altLang="en-US"/>
          </a:p>
        </p:txBody>
      </p:sp>
      <p:sp>
        <p:nvSpPr>
          <p:cNvPr id="3" name="页脚占位符 2"/>
          <p:cNvSpPr>
            <a:spLocks noGrp="1"/>
          </p:cNvSpPr>
          <p:nvPr>
            <p:ph type="ftr" sz="quarter" idx="11"/>
            <p:custDataLst>
              <p:tags r:id="R965c0b25f6514ed5"/>
            </p:custDataLst>
          </p:nvPr>
        </p:nvSpPr>
        <p:spPr/>
        <p:txBody>
          <a:bodyPr/>
          <a:lstStyle/>
          <a:p>
            <a:endParaRPr lang="zh-CN" altLang="en-US"/>
          </a:p>
        </p:txBody>
      </p:sp>
      <p:sp>
        <p:nvSpPr>
          <p:cNvPr id="4" name="灯片编号占位符 3"/>
          <p:cNvSpPr>
            <a:spLocks noGrp="1"/>
          </p:cNvSpPr>
          <p:nvPr>
            <p:ph type="sldNum" sz="quarter" idx="12"/>
            <p:custDataLst>
              <p:tags r:id="Re46e626980d04bfc"/>
            </p:custDataLst>
          </p:nvPr>
        </p:nvSpPr>
        <p:spPr/>
        <p:txBody>
          <a:bodyPr/>
          <a:lstStyle/>
          <a:p>
            <a:fld id="{49AE70B2-8BF9-45C0-BB95-33D1B9D3A854}" type="slidenum">
              <a:rPr lang="zh-CN" altLang="en-US"/>
              <a:t>‹#›</a:t>
            </a:fld>
            <a:endParaRPr lang="zh-CN" altLang="en-US"/>
          </a:p>
        </p:txBody>
      </p:sp>
    </p:spTree>
  </p:cSld>
  <p:clrMapOvr>
    <a:masterClrMapping/>
  </p:clrMapOvr>
  <p:transition advClick="0">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2d8d8438771e424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a:t>单击此处编辑标题</a:t>
            </a:r>
          </a:p>
        </p:txBody>
      </p:sp>
      <p:sp>
        <p:nvSpPr>
          <p:cNvPr id="3" name="文本占位符 2"/>
          <p:cNvSpPr>
            <a:spLocks noGrp="1"/>
          </p:cNvSpPr>
          <p:nvPr>
            <p:ph type="body" idx="1" hasCustomPrompt="1"/>
            <p:custDataLst>
              <p:tags r:id="Ra6d1335aa5c249ce"/>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单击此处编辑文本</a:t>
            </a:r>
          </a:p>
        </p:txBody>
      </p:sp>
      <p:sp>
        <p:nvSpPr>
          <p:cNvPr id="4" name="日期占位符 3"/>
          <p:cNvSpPr>
            <a:spLocks noGrp="1"/>
          </p:cNvSpPr>
          <p:nvPr>
            <p:ph type="dt" sz="half" idx="10"/>
            <p:custDataLst>
              <p:tags r:id="Rde507ee5127a46d2"/>
            </p:custDataLst>
          </p:nvPr>
        </p:nvSpPr>
        <p:spPr/>
        <p:txBody>
          <a:bodyPr/>
          <a:lstStyle/>
          <a:p>
            <a:fld id="{760FBDFE-C587-4B4C-A407-44438C67B59E}" type="datetimeFigureOut">
              <a:rPr lang="zh-CN" altLang="en-US"/>
              <a:t>2025/4/28</a:t>
            </a:fld>
            <a:endParaRPr lang="zh-CN" altLang="en-US"/>
          </a:p>
        </p:txBody>
      </p:sp>
      <p:sp>
        <p:nvSpPr>
          <p:cNvPr id="5" name="页脚占位符 4"/>
          <p:cNvSpPr>
            <a:spLocks noGrp="1"/>
          </p:cNvSpPr>
          <p:nvPr>
            <p:ph type="ftr" sz="quarter" idx="11"/>
            <p:custDataLst>
              <p:tags r:id="R6126c6a74d124469"/>
            </p:custDataLst>
          </p:nvPr>
        </p:nvSpPr>
        <p:spPr/>
        <p:txBody>
          <a:bodyPr/>
          <a:lstStyle/>
          <a:p>
            <a:endParaRPr lang="zh-CN" altLang="en-US"/>
          </a:p>
        </p:txBody>
      </p:sp>
      <p:sp>
        <p:nvSpPr>
          <p:cNvPr id="6" name="灯片编号占位符 5"/>
          <p:cNvSpPr>
            <a:spLocks noGrp="1"/>
          </p:cNvSpPr>
          <p:nvPr>
            <p:ph type="sldNum" sz="quarter" idx="12"/>
            <p:custDataLst>
              <p:tags r:id="Rd3ec53fd8eef4793"/>
            </p:custDataLst>
          </p:nvPr>
        </p:nvSpPr>
        <p:spPr/>
        <p:txBody>
          <a:bodyPr/>
          <a:lstStyle/>
          <a:p>
            <a:fld id="{49AE70B2-8BF9-45C0-BB95-33D1B9D3A854}" type="slidenum">
              <a:rPr lang="zh-CN" altLang="en-US"/>
              <a:t>‹#›</a:t>
            </a:fld>
            <a:endParaRPr lang="zh-CN" altLang="en-US"/>
          </a:p>
        </p:txBody>
      </p:sp>
    </p:spTree>
  </p:cSld>
  <p:clrMapOvr>
    <a:masterClrMapping/>
  </p:clrMapOvr>
  <p:transition advClick="0">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6ec3e9cbf19d4068"/>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p>
        </p:txBody>
      </p:sp>
      <p:sp>
        <p:nvSpPr>
          <p:cNvPr id="3" name="日期占位符 2"/>
          <p:cNvSpPr>
            <a:spLocks noGrp="1"/>
          </p:cNvSpPr>
          <p:nvPr>
            <p:ph type="dt" sz="half" idx="10"/>
            <p:custDataLst>
              <p:tags r:id="R49388ab2f45a4e1c"/>
            </p:custDataLst>
          </p:nvPr>
        </p:nvSpPr>
        <p:spPr/>
        <p:txBody>
          <a:bodyPr/>
          <a:lstStyle/>
          <a:p>
            <a:fld id="{760FBDFE-C587-4B4C-A407-44438C67B59E}" type="datetimeFigureOut">
              <a:rPr lang="zh-CN" altLang="en-US"/>
              <a:t>2025/4/28</a:t>
            </a:fld>
            <a:endParaRPr lang="zh-CN" altLang="en-US"/>
          </a:p>
        </p:txBody>
      </p:sp>
      <p:sp>
        <p:nvSpPr>
          <p:cNvPr id="4" name="页脚占位符 3"/>
          <p:cNvSpPr>
            <a:spLocks noGrp="1"/>
          </p:cNvSpPr>
          <p:nvPr>
            <p:ph type="ftr" sz="quarter" idx="11"/>
            <p:custDataLst>
              <p:tags r:id="R6a8092f58d7844f5"/>
            </p:custDataLst>
          </p:nvPr>
        </p:nvSpPr>
        <p:spPr/>
        <p:txBody>
          <a:bodyPr/>
          <a:lstStyle/>
          <a:p>
            <a:endParaRPr lang="zh-CN" altLang="en-US"/>
          </a:p>
        </p:txBody>
      </p:sp>
      <p:sp>
        <p:nvSpPr>
          <p:cNvPr id="5" name="灯片编号占位符 4"/>
          <p:cNvSpPr>
            <a:spLocks noGrp="1"/>
          </p:cNvSpPr>
          <p:nvPr>
            <p:ph type="sldNum" sz="quarter" idx="12"/>
            <p:custDataLst>
              <p:tags r:id="R4d686920b7d34d01"/>
            </p:custDataLst>
          </p:nvPr>
        </p:nvSpPr>
        <p:spPr/>
        <p:txBody>
          <a:bodyPr/>
          <a:lstStyle/>
          <a:p>
            <a:fld id="{49AE70B2-8BF9-45C0-BB95-33D1B9D3A854}" type="slidenum">
              <a:rPr lang="zh-CN" altLang="en-US"/>
              <a:t>‹#›</a:t>
            </a:fld>
            <a:endParaRPr lang="zh-CN" altLang="en-US"/>
          </a:p>
        </p:txBody>
      </p:sp>
    </p:spTree>
  </p:cSld>
  <p:clrMapOvr>
    <a:masterClrMapping/>
  </p:clrMapOvr>
  <p:transition advClick="0">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05c0ef72734642fd"/>
            </p:custDataLst>
          </p:nvPr>
        </p:nvSpPr>
        <p:spPr/>
        <p:txBody>
          <a:bodyPr/>
          <a:lstStyle/>
          <a:p>
            <a:fld id="{760FBDFE-C587-4B4C-A407-44438C67B59E}" type="datetimeFigureOut">
              <a:rPr lang="zh-CN" altLang="en-US"/>
              <a:t>2025/4/28</a:t>
            </a:fld>
            <a:endParaRPr lang="zh-CN" altLang="en-US"/>
          </a:p>
        </p:txBody>
      </p:sp>
      <p:sp>
        <p:nvSpPr>
          <p:cNvPr id="4" name="页脚占位符 3"/>
          <p:cNvSpPr>
            <a:spLocks noGrp="1"/>
          </p:cNvSpPr>
          <p:nvPr>
            <p:ph type="ftr" sz="quarter" idx="11"/>
            <p:custDataLst>
              <p:tags r:id="R7794c18ab59c40ed"/>
            </p:custDataLst>
          </p:nvPr>
        </p:nvSpPr>
        <p:spPr/>
        <p:txBody>
          <a:bodyPr/>
          <a:lstStyle/>
          <a:p>
            <a:endParaRPr lang="zh-CN" altLang="en-US"/>
          </a:p>
        </p:txBody>
      </p:sp>
      <p:sp>
        <p:nvSpPr>
          <p:cNvPr id="5" name="灯片编号占位符 4"/>
          <p:cNvSpPr>
            <a:spLocks noGrp="1"/>
          </p:cNvSpPr>
          <p:nvPr>
            <p:ph type="sldNum" sz="quarter" idx="12"/>
            <p:custDataLst>
              <p:tags r:id="Rba8f6ea65dfc4efc"/>
            </p:custDataLst>
          </p:nvPr>
        </p:nvSpPr>
        <p:spPr/>
        <p:txBody>
          <a:bodyPr/>
          <a:lstStyle/>
          <a:p>
            <a:fld id="{49AE70B2-8BF9-45C0-BB95-33D1B9D3A854}" type="slidenum">
              <a:rPr lang="zh-CN" altLang="en-US"/>
              <a:t>‹#›</a:t>
            </a:fld>
            <a:endParaRPr lang="zh-CN" altLang="en-US"/>
          </a:p>
        </p:txBody>
      </p:sp>
      <p:sp>
        <p:nvSpPr>
          <p:cNvPr id="2" name="标题 1"/>
          <p:cNvSpPr>
            <a:spLocks noGrp="1"/>
          </p:cNvSpPr>
          <p:nvPr>
            <p:ph type="title" hasCustomPrompt="1"/>
            <p:custDataLst>
              <p:tags r:id="Re5d066c61a5b451c"/>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p>
        </p:txBody>
      </p:sp>
      <p:sp>
        <p:nvSpPr>
          <p:cNvPr id="7" name="文本占位符 6"/>
          <p:cNvSpPr>
            <a:spLocks noGrp="1"/>
          </p:cNvSpPr>
          <p:nvPr>
            <p:ph type="body" sz="quarter" idx="13"/>
            <p:custDataLst>
              <p:tags r:id="Rf26265f36b1f4914"/>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a:t>单击此处编辑母版文本样式</a:t>
            </a:r>
          </a:p>
        </p:txBody>
      </p:sp>
    </p:spTree>
  </p:cSld>
  <p:clrMapOvr>
    <a:masterClrMapping/>
  </p:clrMapOvr>
  <p:transition advClick="0">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81bded4ae1184ae6"/>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p>
        </p:txBody>
      </p:sp>
      <p:sp>
        <p:nvSpPr>
          <p:cNvPr id="3" name="内容占位符 2"/>
          <p:cNvSpPr>
            <a:spLocks noGrp="1"/>
          </p:cNvSpPr>
          <p:nvPr>
            <p:ph idx="1"/>
            <p:custDataLst>
              <p:tags r:id="Rde980e4622904074"/>
            </p:custDataLst>
          </p:nvPr>
        </p:nvSpPr>
        <p:spPr>
          <a:xfrm>
            <a:off x="608400" y="1490400"/>
            <a:ext cx="10969200" cy="4759200"/>
          </a:xfrm>
        </p:spPr>
        <p:txBody>
          <a:bodyPr vert="horz" lIns="90000" tIns="46800" rIns="90000" bIns="46800" rtlCol="0">
            <a:normAutofit/>
          </a:body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日期占位符 3"/>
          <p:cNvSpPr>
            <a:spLocks noGrp="1"/>
          </p:cNvSpPr>
          <p:nvPr>
            <p:ph type="dt" sz="half" idx="10"/>
            <p:custDataLst>
              <p:tags r:id="R34a6d3d6394a4eb5"/>
            </p:custDataLst>
          </p:nvPr>
        </p:nvSpPr>
        <p:spPr/>
        <p:txBody>
          <a:bodyPr/>
          <a:lstStyle/>
          <a:p>
            <a:fld id="{760FBDFE-C587-4B4C-A407-44438C67B59E}" type="datetimeFigureOut">
              <a:rPr lang="zh-CN" altLang="en-US"/>
              <a:t>2025/4/28</a:t>
            </a:fld>
            <a:endParaRPr lang="zh-CN" altLang="en-US"/>
          </a:p>
        </p:txBody>
      </p:sp>
      <p:sp>
        <p:nvSpPr>
          <p:cNvPr id="5" name="页脚占位符 4"/>
          <p:cNvSpPr>
            <a:spLocks noGrp="1"/>
          </p:cNvSpPr>
          <p:nvPr>
            <p:ph type="ftr" sz="quarter" idx="11"/>
            <p:custDataLst>
              <p:tags r:id="R1cc946561ea24da3"/>
            </p:custDataLst>
          </p:nvPr>
        </p:nvSpPr>
        <p:spPr/>
        <p:txBody>
          <a:bodyPr/>
          <a:lstStyle/>
          <a:p>
            <a:endParaRPr lang="zh-CN" altLang="en-US"/>
          </a:p>
        </p:txBody>
      </p:sp>
      <p:sp>
        <p:nvSpPr>
          <p:cNvPr id="6" name="灯片编号占位符 5"/>
          <p:cNvSpPr>
            <a:spLocks noGrp="1"/>
          </p:cNvSpPr>
          <p:nvPr>
            <p:ph type="sldNum" sz="quarter" idx="12"/>
            <p:custDataLst>
              <p:tags r:id="Rb26008d716764bb5"/>
            </p:custDataLst>
          </p:nvPr>
        </p:nvSpPr>
        <p:spPr/>
        <p:txBody>
          <a:bodyPr/>
          <a:lstStyle/>
          <a:p>
            <a:fld id="{49AE70B2-8BF9-45C0-BB95-33D1B9D3A854}" type="slidenum">
              <a:rPr lang="zh-CN" altLang="en-US"/>
              <a:t>‹#›</a:t>
            </a:fld>
            <a:endParaRPr lang="zh-CN" altLang="en-US"/>
          </a:p>
        </p:txBody>
      </p:sp>
    </p:spTree>
  </p:cSld>
  <p:clrMapOvr>
    <a:masterClrMapping/>
  </p:clrMapOvr>
  <p:transition advClick="0">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1a169d98d0bc465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a:t>单击此处编辑标题</a:t>
            </a:r>
          </a:p>
        </p:txBody>
      </p:sp>
      <p:sp>
        <p:nvSpPr>
          <p:cNvPr id="3" name="副标题 2"/>
          <p:cNvSpPr>
            <a:spLocks noGrp="1"/>
          </p:cNvSpPr>
          <p:nvPr>
            <p:ph type="subTitle" idx="1" hasCustomPrompt="1"/>
            <p:custDataLst>
              <p:tags r:id="R1f95e38375364508"/>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单击此处编辑副标题</a:t>
            </a:r>
          </a:p>
        </p:txBody>
      </p:sp>
      <p:sp>
        <p:nvSpPr>
          <p:cNvPr id="16" name="日期占位符 15"/>
          <p:cNvSpPr>
            <a:spLocks noGrp="1"/>
          </p:cNvSpPr>
          <p:nvPr>
            <p:ph type="dt" sz="half" idx="10"/>
            <p:custDataLst>
              <p:tags r:id="R521646a911af480a"/>
            </p:custDataLst>
          </p:nvPr>
        </p:nvSpPr>
        <p:spPr/>
        <p:txBody>
          <a:bodyPr/>
          <a:lstStyle/>
          <a:p>
            <a:fld id="{760FBDFE-C587-4B4C-A407-44438C67B59E}" type="datetimeFigureOut">
              <a:rPr lang="zh-CN" altLang="en-US"/>
              <a:t>2025/4/28</a:t>
            </a:fld>
            <a:endParaRPr lang="zh-CN" altLang="en-US"/>
          </a:p>
        </p:txBody>
      </p:sp>
      <p:sp>
        <p:nvSpPr>
          <p:cNvPr id="17" name="页脚占位符 16"/>
          <p:cNvSpPr>
            <a:spLocks noGrp="1"/>
          </p:cNvSpPr>
          <p:nvPr>
            <p:ph type="ftr" sz="quarter" idx="11"/>
            <p:custDataLst>
              <p:tags r:id="R4f5574aa6ba9429a"/>
            </p:custDataLst>
          </p:nvPr>
        </p:nvSpPr>
        <p:spPr/>
        <p:txBody>
          <a:bodyPr/>
          <a:lstStyle/>
          <a:p>
            <a:endParaRPr lang="zh-CN" altLang="en-US"/>
          </a:p>
        </p:txBody>
      </p:sp>
      <p:sp>
        <p:nvSpPr>
          <p:cNvPr id="18" name="灯片编号占位符 17"/>
          <p:cNvSpPr>
            <a:spLocks noGrp="1"/>
          </p:cNvSpPr>
          <p:nvPr>
            <p:ph type="sldNum" sz="quarter" idx="12"/>
            <p:custDataLst>
              <p:tags r:id="Rf33481f987e64689"/>
            </p:custDataLst>
          </p:nvPr>
        </p:nvSpPr>
        <p:spPr/>
        <p:txBody>
          <a:bodyPr/>
          <a:lstStyle/>
          <a:p>
            <a:fld id="{49AE70B2-8BF9-45C0-BB95-33D1B9D3A854}" type="slidenum">
              <a:rPr lang="zh-CN" altLang="en-US"/>
              <a:t>‹#›</a:t>
            </a:fld>
            <a:endParaRPr lang="zh-CN" altLang="en-US"/>
          </a:p>
        </p:txBody>
      </p:sp>
    </p:spTree>
  </p:cSld>
  <p:clrMapOvr>
    <a:masterClrMapping/>
  </p:clrMapOvr>
  <p:transition advClick="0">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custDataLst>
              <p:tags r:id="Rfb552ec64080486a"/>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p>
        </p:txBody>
      </p:sp>
      <p:sp>
        <p:nvSpPr>
          <p:cNvPr id="3" name="文本占位符 2"/>
          <p:cNvSpPr>
            <a:spLocks noGrp="1"/>
          </p:cNvSpPr>
          <p:nvPr>
            <p:ph type="body" idx="1" hasCustomPrompt="1"/>
            <p:custDataLst>
              <p:tags r:id="R40b871bc4e4e420d"/>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4" name="内容占位符 3"/>
          <p:cNvSpPr>
            <a:spLocks noGrp="1"/>
          </p:cNvSpPr>
          <p:nvPr>
            <p:ph sz="half" idx="2"/>
            <p:custDataLst>
              <p:tags r:id="R4a52058ad50b43a5"/>
            </p:custDataLst>
          </p:nvPr>
        </p:nvSpPr>
        <p:spPr>
          <a:xfrm>
            <a:off x="608400" y="1854000"/>
            <a:ext cx="5342400" cy="4395600"/>
          </a:xfrm>
        </p:spPr>
        <p:txBody>
          <a:bodyPr vert="horz" lIns="101600" tIns="0" rIns="82550" bIns="0" rtlCol="0">
            <a:normAutofit/>
          </a:body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5" name="文本占位符 4"/>
          <p:cNvSpPr>
            <a:spLocks noGrp="1"/>
          </p:cNvSpPr>
          <p:nvPr>
            <p:ph type="body" sz="quarter" idx="3" hasCustomPrompt="1"/>
            <p:custDataLst>
              <p:tags r:id="Rb21d5f1b57f04c1c"/>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071d2b7233974028"/>
            </p:custDataLst>
          </p:nvPr>
        </p:nvSpPr>
        <p:spPr>
          <a:xfrm>
            <a:off x="6235750" y="1854000"/>
            <a:ext cx="5342400" cy="4395600"/>
          </a:xfrm>
        </p:spPr>
        <p:txBody>
          <a:bodyPr vert="horz" lIns="101600" tIns="0" rIns="82550" bIns="0" rtlCol="0">
            <a:normAutofit/>
          </a:body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7" name="日期占位符 6"/>
          <p:cNvSpPr>
            <a:spLocks noGrp="1"/>
          </p:cNvSpPr>
          <p:nvPr>
            <p:ph type="dt" sz="half" idx="10"/>
            <p:custDataLst>
              <p:tags r:id="R41df4ac835a64b36"/>
            </p:custDataLst>
          </p:nvPr>
        </p:nvSpPr>
        <p:spPr/>
        <p:txBody>
          <a:bodyPr/>
          <a:lstStyle/>
          <a:p>
            <a:fld id="{760FBDFE-C587-4B4C-A407-44438C67B59E}" type="datetimeFigureOut">
              <a:rPr lang="zh-CN" altLang="en-US"/>
              <a:t>2025/4/28</a:t>
            </a:fld>
            <a:endParaRPr lang="zh-CN" altLang="en-US"/>
          </a:p>
        </p:txBody>
      </p:sp>
      <p:sp>
        <p:nvSpPr>
          <p:cNvPr id="8" name="页脚占位符 7"/>
          <p:cNvSpPr>
            <a:spLocks noGrp="1"/>
          </p:cNvSpPr>
          <p:nvPr>
            <p:ph type="ftr" sz="quarter" idx="11"/>
            <p:custDataLst>
              <p:tags r:id="R6800fe4492804d0c"/>
            </p:custDataLst>
          </p:nvPr>
        </p:nvSpPr>
        <p:spPr/>
        <p:txBody>
          <a:bodyPr/>
          <a:lstStyle/>
          <a:p>
            <a:endParaRPr lang="zh-CN" altLang="en-US"/>
          </a:p>
        </p:txBody>
      </p:sp>
      <p:sp>
        <p:nvSpPr>
          <p:cNvPr id="9" name="灯片编号占位符 8"/>
          <p:cNvSpPr>
            <a:spLocks noGrp="1"/>
          </p:cNvSpPr>
          <p:nvPr>
            <p:ph type="sldNum" sz="quarter" idx="12"/>
            <p:custDataLst>
              <p:tags r:id="Rd4138cd163874a41"/>
            </p:custDataLst>
          </p:nvPr>
        </p:nvSpPr>
        <p:spPr/>
        <p:txBody>
          <a:bodyPr/>
          <a:lstStyle/>
          <a:p>
            <a:fld id="{49AE70B2-8BF9-45C0-BB95-33D1B9D3A854}" type="slidenum">
              <a:rPr lang="zh-CN" altLang="en-US"/>
              <a:t>‹#›</a:t>
            </a:fld>
            <a:endParaRPr lang="zh-CN" altLang="en-US"/>
          </a:p>
        </p:txBody>
      </p:sp>
      <p:sp>
        <p:nvSpPr>
          <p:cNvPr id="11" name="TextBox 3">
            <a:extLst>
              <a:ext uri="{FF2B5EF4-FFF2-40B4-BE49-F238E27FC236}">
                <a16:creationId xmlns:a16="http://schemas.microsoft.com/office/drawing/2014/main" id="{6CD851AB-A624-049A-4A65-E301202A66B6}"/>
              </a:ext>
            </a:extLst>
          </p:cNvPr>
          <p:cNvSpPr txBox="1"/>
          <p:nvPr userDrawn="1"/>
        </p:nvSpPr>
        <p:spPr>
          <a:xfrm>
            <a:off x="1615605" y="6739570"/>
            <a:ext cx="1800200" cy="118430"/>
          </a:xfrm>
          <a:prstGeom prst="rect">
            <a:avLst/>
          </a:prstGeom>
          <a:noFill/>
        </p:spPr>
        <p:txBody>
          <a:bodyPr wrap="square" rtlCol="0">
            <a:spAutoFit/>
          </a:bodyPr>
          <a:lstStyle/>
          <a:p>
            <a:pPr>
              <a:lnSpc>
                <a:spcPct val="200000"/>
              </a:lnSpc>
            </a:pPr>
            <a:r>
              <a:rPr lang="en-US" altLang="zh-CN" sz="100">
                <a:solidFill>
                  <a:prstClr val="black"/>
                </a:solidFill>
                <a:latin typeface="微软雅黑" panose="020B0503020204020204" pitchFamily="34" charset="-122"/>
                <a:ea typeface="微软雅黑" panose="020B0503020204020204" pitchFamily="34" charset="-122"/>
                <a:hlinkClick r:id="R58747d44f3244d9c8b56e06215fe926f"/>
              </a:rPr>
              <a:t>PPT</a:t>
            </a:r>
            <a:r>
              <a:rPr lang="zh-CN" altLang="en-US" sz="100">
                <a:solidFill>
                  <a:prstClr val="black"/>
                </a:solidFill>
                <a:latin typeface="微软雅黑" panose="020B0503020204020204" pitchFamily="34" charset="-122"/>
                <a:ea typeface="微软雅黑" panose="020B0503020204020204" pitchFamily="34" charset="-122"/>
                <a:hlinkClick r:id="R58747d44f3244d9c8b56e06215fe926f"/>
              </a:rPr>
              <a:t>模板</a:t>
            </a:r>
            <a:r>
              <a:rPr lang="zh-CN" altLang="en-US" sz="100">
                <a:solidFill>
                  <a:prstClr val="black"/>
                </a:solidFill>
                <a:latin typeface="微软雅黑" panose="020B0503020204020204" pitchFamily="34" charset="-122"/>
                <a:ea typeface="微软雅黑" panose="020B0503020204020204" pitchFamily="34" charset="-122"/>
              </a:rPr>
              <a:t> </a:t>
            </a:r>
            <a:r>
              <a:rPr lang="en-US" altLang="zh-CN" sz="100">
                <a:solidFill>
                  <a:prstClr val="black"/>
                </a:solidFill>
                <a:latin typeface="微软雅黑" panose="020B0503020204020204" pitchFamily="34" charset="-122"/>
                <a:ea typeface="微软雅黑" panose="020B0503020204020204" pitchFamily="34" charset="-122"/>
              </a:rPr>
              <a:t>http://www.1ppt.com/moban/</a:t>
            </a:r>
            <a:r>
              <a:rPr lang="zh-CN" altLang="en-US" sz="100">
                <a:solidFill>
                  <a:prstClr val="black"/>
                </a:solidFill>
                <a:latin typeface="微软雅黑" panose="020B0503020204020204" pitchFamily="34" charset="-122"/>
                <a:ea typeface="微软雅黑" panose="020B0503020204020204" pitchFamily="34" charset="-122"/>
              </a:rPr>
              <a:t> </a:t>
            </a:r>
            <a:endParaRPr lang="en-US" altLang="zh-CN" sz="10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02567378"/>
      </p:ext>
    </p:extLst>
  </p:cSld>
  <p:clrMapOvr>
    <a:masterClrMapping/>
  </p:clrMapOvr>
  <p:transition advClick="0">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02f9f496ad1f4fa8"/>
            </p:custDataLst>
          </p:nvPr>
        </p:nvSpPr>
        <p:spPr/>
        <p:txBody>
          <a:bodyPr/>
          <a:lstStyle/>
          <a:p>
            <a:fld id="{760FBDFE-C587-4B4C-A407-44438C67B59E}" type="datetimeFigureOut">
              <a:rPr lang="zh-CN" altLang="en-US"/>
              <a:t>2025/4/28</a:t>
            </a:fld>
            <a:endParaRPr lang="zh-CN" altLang="en-US"/>
          </a:p>
        </p:txBody>
      </p:sp>
      <p:sp>
        <p:nvSpPr>
          <p:cNvPr id="4" name="页脚占位符 3"/>
          <p:cNvSpPr>
            <a:spLocks noGrp="1"/>
          </p:cNvSpPr>
          <p:nvPr>
            <p:ph type="ftr" sz="quarter" idx="11"/>
            <p:custDataLst>
              <p:tags r:id="R5861134c8ebb4057"/>
            </p:custDataLst>
          </p:nvPr>
        </p:nvSpPr>
        <p:spPr/>
        <p:txBody>
          <a:bodyPr/>
          <a:lstStyle/>
          <a:p>
            <a:endParaRPr lang="zh-CN" altLang="en-US"/>
          </a:p>
        </p:txBody>
      </p:sp>
      <p:sp>
        <p:nvSpPr>
          <p:cNvPr id="5" name="灯片编号占位符 4"/>
          <p:cNvSpPr>
            <a:spLocks noGrp="1"/>
          </p:cNvSpPr>
          <p:nvPr>
            <p:ph type="sldNum" sz="quarter" idx="12"/>
            <p:custDataLst>
              <p:tags r:id="Rc7d82b561f824c36"/>
            </p:custDataLst>
          </p:nvPr>
        </p:nvSpPr>
        <p:spPr/>
        <p:txBody>
          <a:bodyPr/>
          <a:lstStyle/>
          <a:p>
            <a:fld id="{49AE70B2-8BF9-45C0-BB95-33D1B9D3A854}" type="slidenum">
              <a:rPr lang="zh-CN" altLang="en-US"/>
              <a:t>‹#›</a:t>
            </a:fld>
            <a:endParaRPr lang="zh-CN" altLang="en-US"/>
          </a:p>
        </p:txBody>
      </p:sp>
      <p:sp>
        <p:nvSpPr>
          <p:cNvPr id="7" name="内容占位符 6"/>
          <p:cNvSpPr>
            <a:spLocks noGrp="1"/>
          </p:cNvSpPr>
          <p:nvPr>
            <p:ph sz="quarter" idx="13"/>
            <p:custDataLst>
              <p:tags r:id="R6ccae1a2a1754255"/>
            </p:custDataLst>
          </p:nvPr>
        </p:nvSpPr>
        <p:spPr>
          <a:xfrm>
            <a:off x="608400" y="774000"/>
            <a:ext cx="10972800" cy="5482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advClick="0">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d2ade1acac854d6e"/>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p>
        </p:txBody>
      </p:sp>
      <p:sp>
        <p:nvSpPr>
          <p:cNvPr id="3" name="文本占位符 2"/>
          <p:cNvSpPr>
            <a:spLocks noGrp="1"/>
          </p:cNvSpPr>
          <p:nvPr>
            <p:ph type="body" idx="1" hasCustomPrompt="1"/>
            <p:custDataLst>
              <p:tags r:id="R8614403efb9949ba"/>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4" name="内容占位符 3"/>
          <p:cNvSpPr>
            <a:spLocks noGrp="1"/>
          </p:cNvSpPr>
          <p:nvPr>
            <p:ph sz="half" idx="2"/>
            <p:custDataLst>
              <p:tags r:id="R222cd213f9dd488a"/>
            </p:custDataLst>
          </p:nvPr>
        </p:nvSpPr>
        <p:spPr>
          <a:xfrm>
            <a:off x="608400" y="1854000"/>
            <a:ext cx="5342400" cy="4395600"/>
          </a:xfrm>
        </p:spPr>
        <p:txBody>
          <a:bodyPr vert="horz" lIns="101600" tIns="0" rIns="82550" bIns="0" rtlCol="0">
            <a:normAutofit/>
          </a:body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5" name="文本占位符 4"/>
          <p:cNvSpPr>
            <a:spLocks noGrp="1"/>
          </p:cNvSpPr>
          <p:nvPr>
            <p:ph type="body" sz="quarter" idx="3" hasCustomPrompt="1"/>
            <p:custDataLst>
              <p:tags r:id="Ra4323ae660e64ba3"/>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8a0c7d7fb4134fdb"/>
            </p:custDataLst>
          </p:nvPr>
        </p:nvSpPr>
        <p:spPr>
          <a:xfrm>
            <a:off x="6235750" y="1854000"/>
            <a:ext cx="5342400" cy="4395600"/>
          </a:xfrm>
        </p:spPr>
        <p:txBody>
          <a:bodyPr vert="horz" lIns="101600" tIns="0" rIns="82550" bIns="0" rtlCol="0">
            <a:normAutofit/>
          </a:body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7" name="日期占位符 6"/>
          <p:cNvSpPr>
            <a:spLocks noGrp="1"/>
          </p:cNvSpPr>
          <p:nvPr>
            <p:ph type="dt" sz="half" idx="10"/>
            <p:custDataLst>
              <p:tags r:id="R7e854c28056d43de"/>
            </p:custDataLst>
          </p:nvPr>
        </p:nvSpPr>
        <p:spPr/>
        <p:txBody>
          <a:bodyPr/>
          <a:lstStyle/>
          <a:p>
            <a:fld id="{760FBDFE-C587-4B4C-A407-44438C67B59E}" type="datetimeFigureOut">
              <a:rPr lang="zh-CN" altLang="en-US"/>
              <a:t>2025/4/28</a:t>
            </a:fld>
            <a:endParaRPr lang="zh-CN" altLang="en-US"/>
          </a:p>
        </p:txBody>
      </p:sp>
      <p:sp>
        <p:nvSpPr>
          <p:cNvPr id="8" name="页脚占位符 7"/>
          <p:cNvSpPr>
            <a:spLocks noGrp="1"/>
          </p:cNvSpPr>
          <p:nvPr>
            <p:ph type="ftr" sz="quarter" idx="11"/>
            <p:custDataLst>
              <p:tags r:id="Rf2ed4a1c9bdd4c10"/>
            </p:custDataLst>
          </p:nvPr>
        </p:nvSpPr>
        <p:spPr/>
        <p:txBody>
          <a:bodyPr/>
          <a:lstStyle/>
          <a:p>
            <a:endParaRPr lang="zh-CN" altLang="en-US"/>
          </a:p>
        </p:txBody>
      </p:sp>
      <p:sp>
        <p:nvSpPr>
          <p:cNvPr id="9" name="灯片编号占位符 8"/>
          <p:cNvSpPr>
            <a:spLocks noGrp="1"/>
          </p:cNvSpPr>
          <p:nvPr>
            <p:ph type="sldNum" sz="quarter" idx="12"/>
            <p:custDataLst>
              <p:tags r:id="R44b550b8372c4710"/>
            </p:custDataLst>
          </p:nvPr>
        </p:nvSpPr>
        <p:spPr/>
        <p:txBody>
          <a:bodyPr/>
          <a:lstStyle/>
          <a:p>
            <a:fld id="{49AE70B2-8BF9-45C0-BB95-33D1B9D3A854}" type="slidenum">
              <a:rPr lang="zh-CN" altLang="en-US"/>
              <a:t>‹#›</a:t>
            </a:fld>
            <a:endParaRPr lang="zh-CN" altLang="en-US"/>
          </a:p>
        </p:txBody>
      </p:sp>
    </p:spTree>
  </p:cSld>
  <p:clrMapOvr>
    <a:masterClrMapping/>
  </p:clrMapOvr>
  <p:transition advClick="0">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0c0614756c844436"/>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a:sym typeface="+mn-ea"/>
              </a:rPr>
              <a:t>单击此处编辑标题</a:t>
            </a:r>
          </a:p>
        </p:txBody>
      </p:sp>
      <p:sp>
        <p:nvSpPr>
          <p:cNvPr id="3" name="竖排文字占位符 2"/>
          <p:cNvSpPr>
            <a:spLocks noGrp="1"/>
          </p:cNvSpPr>
          <p:nvPr>
            <p:ph type="body" orient="vert" idx="1"/>
            <p:custDataLst>
              <p:tags r:id="Rda128c5a20474780"/>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2ddd752e023b4450"/>
            </p:custDataLst>
          </p:nvPr>
        </p:nvSpPr>
        <p:spPr/>
        <p:txBody>
          <a:bodyPr/>
          <a:lstStyle/>
          <a:p>
            <a:fld id="{760FBDFE-C587-4B4C-A407-44438C67B59E}" type="datetimeFigureOut">
              <a:rPr lang="zh-CN" altLang="en-US"/>
              <a:t>2025/4/28</a:t>
            </a:fld>
            <a:endParaRPr lang="zh-CN" altLang="en-US"/>
          </a:p>
        </p:txBody>
      </p:sp>
      <p:sp>
        <p:nvSpPr>
          <p:cNvPr id="5" name="页脚占位符 4"/>
          <p:cNvSpPr>
            <a:spLocks noGrp="1"/>
          </p:cNvSpPr>
          <p:nvPr>
            <p:ph type="ftr" sz="quarter" idx="11"/>
            <p:custDataLst>
              <p:tags r:id="R5898653408b2413f"/>
            </p:custDataLst>
          </p:nvPr>
        </p:nvSpPr>
        <p:spPr/>
        <p:txBody>
          <a:bodyPr/>
          <a:lstStyle/>
          <a:p>
            <a:endParaRPr lang="zh-CN" altLang="en-US"/>
          </a:p>
        </p:txBody>
      </p:sp>
      <p:sp>
        <p:nvSpPr>
          <p:cNvPr id="6" name="灯片编号占位符 5"/>
          <p:cNvSpPr>
            <a:spLocks noGrp="1"/>
          </p:cNvSpPr>
          <p:nvPr>
            <p:ph type="sldNum" sz="quarter" idx="12"/>
            <p:custDataLst>
              <p:tags r:id="R3f5767062474494a"/>
            </p:custDataLst>
          </p:nvPr>
        </p:nvSpPr>
        <p:spPr/>
        <p:txBody>
          <a:bodyPr/>
          <a:lstStyle/>
          <a:p>
            <a:fld id="{49AE70B2-8BF9-45C0-BB95-33D1B9D3A854}" type="slidenum">
              <a:rPr lang="zh-CN" altLang="en-US"/>
              <a:t>‹#›</a:t>
            </a:fld>
            <a:endParaRPr lang="zh-CN" altLang="en-US"/>
          </a:p>
        </p:txBody>
      </p:sp>
    </p:spTree>
  </p:cSld>
  <p:clrMapOvr>
    <a:masterClrMapping/>
  </p:clrMapOvr>
  <p:transition advClick="0">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9b4d5590698a42f5"/>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p>
        </p:txBody>
      </p:sp>
      <p:sp>
        <p:nvSpPr>
          <p:cNvPr id="3" name="内容占位符 2"/>
          <p:cNvSpPr>
            <a:spLocks noGrp="1"/>
          </p:cNvSpPr>
          <p:nvPr>
            <p:ph sz="half" idx="1"/>
            <p:custDataLst>
              <p:tags r:id="Ra8a9bb04c34c436b"/>
            </p:custDataLst>
          </p:nvPr>
        </p:nvSpPr>
        <p:spPr>
          <a:xfrm>
            <a:off x="608400" y="1501200"/>
            <a:ext cx="5176800" cy="4748400"/>
          </a:xfrm>
        </p:spPr>
        <p:txBody>
          <a:bodyPr vert="horz" lIns="90000" tIns="46800" rIns="90000" bIns="46800" rtlCol="0">
            <a:normAutofit/>
          </a:body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2bc42e7953664b8d"/>
            </p:custDataLst>
          </p:nvPr>
        </p:nvSpPr>
        <p:spPr>
          <a:xfrm>
            <a:off x="6411600" y="1501200"/>
            <a:ext cx="5176800" cy="4748400"/>
          </a:xfrm>
        </p:spPr>
        <p:txBody>
          <a:bodyPr lIns="90000" tIns="46800" rIns="90000" bIns="4680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custDataLst>
              <p:tags r:id="R05d7313b2fa14515"/>
            </p:custDataLst>
          </p:nvPr>
        </p:nvSpPr>
        <p:spPr/>
        <p:txBody>
          <a:bodyPr/>
          <a:lstStyle/>
          <a:p>
            <a:fld id="{760FBDFE-C587-4B4C-A407-44438C67B59E}" type="datetimeFigureOut">
              <a:rPr lang="zh-CN" altLang="en-US"/>
              <a:t>2025/4/28</a:t>
            </a:fld>
            <a:endParaRPr lang="zh-CN" altLang="en-US"/>
          </a:p>
        </p:txBody>
      </p:sp>
      <p:sp>
        <p:nvSpPr>
          <p:cNvPr id="6" name="页脚占位符 5"/>
          <p:cNvSpPr>
            <a:spLocks noGrp="1"/>
          </p:cNvSpPr>
          <p:nvPr>
            <p:ph type="ftr" sz="quarter" idx="11"/>
            <p:custDataLst>
              <p:tags r:id="Rc21d7411d4004f67"/>
            </p:custDataLst>
          </p:nvPr>
        </p:nvSpPr>
        <p:spPr/>
        <p:txBody>
          <a:bodyPr/>
          <a:lstStyle/>
          <a:p>
            <a:endParaRPr lang="zh-CN" altLang="en-US"/>
          </a:p>
        </p:txBody>
      </p:sp>
      <p:sp>
        <p:nvSpPr>
          <p:cNvPr id="7" name="灯片编号占位符 6"/>
          <p:cNvSpPr>
            <a:spLocks noGrp="1"/>
          </p:cNvSpPr>
          <p:nvPr>
            <p:ph type="sldNum" sz="quarter" idx="12"/>
            <p:custDataLst>
              <p:tags r:id="Rae643b27cbe54787"/>
            </p:custDataLst>
          </p:nvPr>
        </p:nvSpPr>
        <p:spPr/>
        <p:txBody>
          <a:bodyPr/>
          <a:lstStyle/>
          <a:p>
            <a:fld id="{49AE70B2-8BF9-45C0-BB95-33D1B9D3A854}" type="slidenum">
              <a:rPr lang="zh-CN" altLang="en-US"/>
              <a:t>‹#›</a:t>
            </a:fld>
            <a:endParaRPr lang="zh-CN" altLang="en-US"/>
          </a:p>
        </p:txBody>
      </p:sp>
    </p:spTree>
  </p:cSld>
  <p:clrMapOvr>
    <a:masterClrMapping/>
  </p:clrMapOvr>
  <p:transition advClick="0">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0f332f1793bc403e"/>
            </p:custDataLst>
          </p:nvPr>
        </p:nvSpPr>
        <p:spPr>
          <a:xfrm>
            <a:off x="608400" y="1555200"/>
            <a:ext cx="5233077" cy="4608000"/>
          </a:xfrm>
        </p:spPr>
        <p:txBody>
          <a:bodyPr vert="horz" lIns="90000" tIns="46800" rIns="90000" bIns="46800" rtlCol="0">
            <a:normAutofit/>
          </a:bodyPr>
          <a:lstStyle>
            <a:lvl1pPr>
              <a:buNone/>
              <a:defRPr sz="1600"/>
            </a:lvl1pPr>
          </a:lstStyle>
          <a:p>
            <a:pPr lvl="0"/>
            <a:endParaRPr>
              <a:sym typeface="+mn-ea"/>
            </a:endParaRPr>
          </a:p>
        </p:txBody>
      </p:sp>
      <p:sp>
        <p:nvSpPr>
          <p:cNvPr id="4" name="文本占位符 3"/>
          <p:cNvSpPr>
            <a:spLocks noGrp="1"/>
          </p:cNvSpPr>
          <p:nvPr>
            <p:ph type="body" sz="half" idx="2"/>
            <p:custDataLst>
              <p:tags r:id="R864494399ec14ce7"/>
            </p:custDataLst>
          </p:nvPr>
        </p:nvSpPr>
        <p:spPr>
          <a:xfrm>
            <a:off x="6350400" y="1555200"/>
            <a:ext cx="5227200" cy="4608000"/>
          </a:xfrm>
        </p:spPr>
        <p:txBody>
          <a:bodyPr vert="horz" lIns="90000" tIns="46800" rIns="90000" bIns="46800" rtlCol="0">
            <a:normAutofit/>
          </a:bodyPr>
          <a:lstStyle>
            <a:lvl1pPr>
              <a:buNone/>
              <a:defRPr sz="1600"/>
            </a:lvl1pPr>
          </a:lstStyle>
          <a:p>
            <a:pPr lvl="0"/>
            <a:r>
              <a:rPr>
                <a:sym typeface="+mn-ea"/>
              </a:rPr>
              <a:t>单击此处编辑母版文本样式</a:t>
            </a:r>
          </a:p>
        </p:txBody>
      </p:sp>
      <p:sp>
        <p:nvSpPr>
          <p:cNvPr id="5" name="日期占位符 4"/>
          <p:cNvSpPr>
            <a:spLocks noGrp="1"/>
          </p:cNvSpPr>
          <p:nvPr>
            <p:ph type="dt" sz="half" idx="10"/>
            <p:custDataLst>
              <p:tags r:id="R7888ee2442664723"/>
            </p:custDataLst>
          </p:nvPr>
        </p:nvSpPr>
        <p:spPr/>
        <p:txBody>
          <a:bodyPr/>
          <a:lstStyle/>
          <a:p>
            <a:fld id="{9EFD9D74-47D9-4702-A33C-335B63B48DBF}" type="datetimeFigureOut">
              <a:rPr lang="zh-CN" altLang="en-US"/>
              <a:t>2025/4/28</a:t>
            </a:fld>
            <a:endParaRPr lang="zh-CN" altLang="en-US"/>
          </a:p>
        </p:txBody>
      </p:sp>
      <p:sp>
        <p:nvSpPr>
          <p:cNvPr id="6" name="页脚占位符 5"/>
          <p:cNvSpPr>
            <a:spLocks noGrp="1"/>
          </p:cNvSpPr>
          <p:nvPr>
            <p:ph type="ftr" sz="quarter" idx="11"/>
            <p:custDataLst>
              <p:tags r:id="R049bc12fe2094291"/>
            </p:custDataLst>
          </p:nvPr>
        </p:nvSpPr>
        <p:spPr/>
        <p:txBody>
          <a:bodyPr/>
          <a:lstStyle/>
          <a:p>
            <a:endParaRPr lang="zh-CN" altLang="en-US"/>
          </a:p>
        </p:txBody>
      </p:sp>
      <p:sp>
        <p:nvSpPr>
          <p:cNvPr id="7" name="灯片编号占位符 6"/>
          <p:cNvSpPr>
            <a:spLocks noGrp="1"/>
          </p:cNvSpPr>
          <p:nvPr>
            <p:ph type="sldNum" sz="quarter" idx="12"/>
            <p:custDataLst>
              <p:tags r:id="Rcd505c02809e4edb"/>
            </p:custDataLst>
          </p:nvPr>
        </p:nvSpPr>
        <p:spPr/>
        <p:txBody>
          <a:bodyPr/>
          <a:lstStyle/>
          <a:p>
            <a:fld id="{FABC47A4-756D-490B-A52F-7D9E2C9FC05F}" type="slidenum">
              <a:rPr lang="zh-CN" altLang="en-US"/>
              <a:t>‹#›</a:t>
            </a:fld>
            <a:endParaRPr lang="zh-CN" altLang="en-US"/>
          </a:p>
        </p:txBody>
      </p:sp>
      <p:sp>
        <p:nvSpPr>
          <p:cNvPr id="9" name="标题 8"/>
          <p:cNvSpPr>
            <a:spLocks noGrp="1"/>
          </p:cNvSpPr>
          <p:nvPr>
            <p:ph type="title"/>
            <p:custDataLst>
              <p:tags r:id="R0f52afccd6e34e55"/>
            </p:custDataLst>
          </p:nvPr>
        </p:nvSpPr>
        <p:spPr/>
        <p:txBody>
          <a:bodyPr/>
          <a:lstStyle/>
          <a:p>
            <a:r>
              <a:rPr lang="zh-CN" altLang="en-US"/>
              <a:t>单击此处编辑母版标题样式</a:t>
            </a:r>
          </a:p>
        </p:txBody>
      </p:sp>
    </p:spTree>
  </p:cSld>
  <p:clrMapOvr>
    <a:masterClrMapping/>
  </p:clrMapOvr>
  <p:transition advClick="0">
    <p:random/>
  </p:transition>
</p:sldLayout>
</file>

<file path=ppt/slideLayouts/tags/tag1.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slideLayouts/tags/tag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slideLayouts/tags/tag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slideLayouts/tags/tag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slideLayouts/tags/tag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slideLayouts/tags/tag6.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slideLayouts/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slideLayouts/tags/tag8.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slideLayouts/tags/tag9.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slideLayouts/tags/tag10.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slideLayouts/tags/tag11.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slideLayouts/tags/tag1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slideLayouts/tags/tag1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slideLayouts/tags/tag1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slideLayouts/tags/tag1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slideLayouts/tags/tag16.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slideLayouts/tags/tag1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slideLayouts/tags/tag18.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slideLayouts/tags/tag19.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slideLayouts/tags/tag20.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slideLayouts/tags/tag21.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slideLayouts/tags/tag2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slideLayouts/tags/tag2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slideLayouts/tags/tag2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slideLayouts/tags/tag2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slideLayouts/tags/tag26.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slideLayouts/tags/tag2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slideLayouts/tags/tag28.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slideLayouts/tags/tag29.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slideLayouts/tags/tag30.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slideLayouts/tags/tag31.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slideLayouts/tags/tag3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slideLayouts/tags/tag3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slideLayouts/tags/tag3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slideLayouts/tags/tag3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slideLayouts/tags/tag36.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slideLayouts/tags/tag3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slideLayouts/tags/tag38.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slideLayouts/tags/tag39.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slideLayouts/tags/tag40.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slideLayouts/tags/tag41.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slideLayouts/tags/tag4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slideLayouts/tags/tag4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slideLayouts/tags/tag4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slideLayouts/tags/tag4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slideLayouts/tags/tag46.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slideLayouts/tags/tag4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slideLayouts/tags/tag48.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slideLayouts/tags/tag49.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slideLayouts/tags/tag50.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slideLayouts/tags/tag51.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slideLayouts/tags/tag5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slideLayouts/tags/tag5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slideLayouts/tags/tag5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slideLayouts/tags/tag5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slideLayouts/tags/tag56.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slideLayouts/tags/tag5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slideLayouts/tags/tag58.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slideLayouts/tags/tag59.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slideLayouts/tags/tag60.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slideLayouts/tags/tag61.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slideLayouts/tags/tag6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slideLayouts/tags/tag6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slideLayouts/tags/tag6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slideMasters/_rels/slideMaster1.xml.rels>&#65279;<?xml version="1.0" encoding="utf-8"?><Relationships xmlns="http://schemas.openxmlformats.org/package/2006/relationships"><Relationship Type="http://schemas.openxmlformats.org/officeDocument/2006/relationships/theme" Target="/ppt/slideMasters/theme/theme3.xml" Id="Rc672cdc3ff8941f1" /><Relationship Type="http://schemas.openxmlformats.org/officeDocument/2006/relationships/slideLayout" Target="/ppt/slideLayouts/slideLayout1.xml" Id="Rdd9966aaea2f4e2e" /><Relationship Type="http://schemas.openxmlformats.org/officeDocument/2006/relationships/slideLayout" Target="/ppt/slideLayouts/slideLayout2.xml" Id="R263b1df3b2714e89" /><Relationship Type="http://schemas.openxmlformats.org/officeDocument/2006/relationships/slideLayout" Target="/ppt/slideLayouts/slideLayout3.xml" Id="Rcd95ae75293f4bd2" /><Relationship Type="http://schemas.openxmlformats.org/officeDocument/2006/relationships/slideLayout" Target="/ppt/slideLayouts/slideLayout4.xml" Id="R46914e33308c4af8" /><Relationship Type="http://schemas.openxmlformats.org/officeDocument/2006/relationships/slideLayout" Target="/ppt/slideLayouts/slideLayout5.xml" Id="R30ea72eaf5454cfc" /><Relationship Type="http://schemas.openxmlformats.org/officeDocument/2006/relationships/slideLayout" Target="/ppt/slideLayouts/slideLayout6.xml" Id="R3c1898c14b054f38" /><Relationship Type="http://schemas.openxmlformats.org/officeDocument/2006/relationships/slideLayout" Target="/ppt/slideLayouts/slideLayout7.xml" Id="R35d465082c6940d9" /><Relationship Type="http://schemas.openxmlformats.org/officeDocument/2006/relationships/slideLayout" Target="/ppt/slideLayouts/slideLayout8.xml" Id="Rcd71a53d29f544d7" /><Relationship Type="http://schemas.openxmlformats.org/officeDocument/2006/relationships/slideLayout" Target="/ppt/slideLayouts/slideLayout9.xml" Id="R2c0a4ce8930b43eb" /><Relationship Type="http://schemas.openxmlformats.org/officeDocument/2006/relationships/slideLayout" Target="/ppt/slideLayouts/slideLayout10.xml" Id="R7d0a44ee5a3d4254" /><Relationship Type="http://schemas.openxmlformats.org/officeDocument/2006/relationships/slideLayout" Target="/ppt/slideLayouts/slideLayout11.xml" Id="R2ded4ae42c484de8" /><Relationship Type="http://schemas.openxmlformats.org/officeDocument/2006/relationships/slideLayout" Target="/ppt/slideLayouts/slideLayout12.xml" Id="Rfcf2dbea53f343de" /><Relationship Type="http://schemas.openxmlformats.org/officeDocument/2006/relationships/tags" Target="/ppt/slideMasters/tags/tag65.xml" Id="R83cf319f7c8b4b96" /><Relationship Type="http://schemas.openxmlformats.org/officeDocument/2006/relationships/tags" Target="/ppt/slideMasters/tags/tag66.xml" Id="R777f56cfd7174116" /><Relationship Type="http://schemas.openxmlformats.org/officeDocument/2006/relationships/tags" Target="/ppt/slideMasters/tags/tag67.xml" Id="R09066c06d5a44a5b" /><Relationship Type="http://schemas.openxmlformats.org/officeDocument/2006/relationships/tags" Target="/ppt/slideMasters/tags/tag68.xml" Id="R9c48fe6631754172" /><Relationship Type="http://schemas.openxmlformats.org/officeDocument/2006/relationships/tags" Target="/ppt/slideMasters/tags/tag69.xml" Id="Reef04fd787a34f69" /><Relationship Type="http://schemas.openxmlformats.org/officeDocument/2006/relationships/tags" Target="/ppt/slideMasters/tags/tag70.xml" Id="Rb9fdd1835d9c4a0f"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83cf319f7c8b4b9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a:t>单击此处编辑母版标题样式</a:t>
            </a:r>
          </a:p>
        </p:txBody>
      </p:sp>
      <p:sp>
        <p:nvSpPr>
          <p:cNvPr id="3" name="文本占位符 2"/>
          <p:cNvSpPr>
            <a:spLocks noGrp="1"/>
          </p:cNvSpPr>
          <p:nvPr>
            <p:ph type="body" idx="1"/>
            <p:custDataLst>
              <p:tags r:id="R777f56cfd717411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09066c06d5a44a5b"/>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字魂58号-创中黑" panose="00000500000000000000" charset="-122"/>
                <a:ea typeface="字魂58号-创中黑" panose="00000500000000000000" charset="-122"/>
                <a:cs typeface="字魂58号-创中黑" panose="00000500000000000000" charset="-122"/>
              </a:defRPr>
            </a:lvl1pPr>
          </a:lstStyle>
          <a:p>
            <a:fld id="{760FBDFE-C587-4B4C-A407-44438C67B59E}" type="datetimeFigureOut">
              <a:rPr lang="zh-CN" altLang="en-US"/>
              <a:t>2025/4/28</a:t>
            </a:fld>
            <a:endParaRPr lang="zh-CN" altLang="en-US"/>
          </a:p>
        </p:txBody>
      </p:sp>
      <p:sp>
        <p:nvSpPr>
          <p:cNvPr id="5" name="页脚占位符 4"/>
          <p:cNvSpPr>
            <a:spLocks noGrp="1"/>
          </p:cNvSpPr>
          <p:nvPr>
            <p:ph type="ftr" sz="quarter" idx="3"/>
            <p:custDataLst>
              <p:tags r:id="R9c48fe663175417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字魂58号-创中黑" panose="00000500000000000000" charset="-122"/>
                <a:ea typeface="字魂58号-创中黑" panose="00000500000000000000" charset="-122"/>
                <a:cs typeface="字魂58号-创中黑" panose="00000500000000000000" charset="-122"/>
              </a:defRPr>
            </a:lvl1pPr>
          </a:lstStyle>
          <a:p>
            <a:endParaRPr lang="zh-CN" altLang="en-US"/>
          </a:p>
        </p:txBody>
      </p:sp>
      <p:sp>
        <p:nvSpPr>
          <p:cNvPr id="6" name="灯片编号占位符 5"/>
          <p:cNvSpPr>
            <a:spLocks noGrp="1"/>
          </p:cNvSpPr>
          <p:nvPr>
            <p:ph type="sldNum" sz="quarter" idx="4"/>
            <p:custDataLst>
              <p:tags r:id="Reef04fd787a34f6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字魂58号-创中黑" panose="00000500000000000000" charset="-122"/>
                <a:ea typeface="字魂58号-创中黑" panose="00000500000000000000" charset="-122"/>
                <a:cs typeface="字魂58号-创中黑" panose="00000500000000000000" charset="-122"/>
              </a:defRPr>
            </a:lvl1pPr>
          </a:lstStyle>
          <a:p>
            <a:fld id="{49AE70B2-8BF9-45C0-BB95-33D1B9D3A854}" type="slidenum">
              <a:rPr lang="zh-CN" altLang="en-US"/>
              <a:t>‹#›</a:t>
            </a:fld>
            <a:endParaRPr lang="zh-CN" altLang="en-US"/>
          </a:p>
        </p:txBody>
      </p:sp>
    </p:spTree>
    <p:custDataLst>
      <p:tags r:id="Rb9fdd1835d9c4a0f"/>
    </p:custDataLst>
  </p:cSld>
  <p:clrMap bg1="lt1" tx1="dk1" bg2="lt2" tx2="dk2" accent1="accent1" accent2="accent2" accent3="accent3" accent4="accent4" accent5="accent5" accent6="accent6" hlink="hlink" folHlink="folHlink"/>
  <p:sldLayoutIdLst>
    <p:sldLayoutId id="2147483654" r:id="R3c1898c14b054f38"/>
    <p:sldLayoutId id="2147483653" r:id="R30ea72eaf5454cfc"/>
    <p:sldLayoutId id="2147483650" r:id="R263b1df3b2714e89"/>
    <p:sldLayoutId id="2147483659" r:id="R2ded4ae42c484de8"/>
    <p:sldLayoutId id="2147483657" r:id="R2c0a4ce8930b43eb"/>
    <p:sldLayoutId id="2147483655" r:id="R35d465082c6940d9"/>
    <p:sldLayoutId id="2147483651" r:id="Rcd95ae75293f4bd2"/>
    <p:sldLayoutId id="2147483649" r:id="Rdd9966aaea2f4e2e"/>
    <p:sldLayoutId id="2147483660" r:id="Rfcf2dbea53f343de"/>
    <p:sldLayoutId id="2147483658" r:id="R7d0a44ee5a3d4254"/>
    <p:sldLayoutId id="2147483656" r:id="Rcd71a53d29f544d7"/>
    <p:sldLayoutId id="2147483652" r:id="R46914e33308c4af8"/>
  </p:sldLayoutIdLst>
  <p:transition advClick="0">
    <p:random/>
  </p:transition>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字魂58号-创中黑" panose="00000500000000000000" charset="-122"/>
          <a:ea typeface="字魂58号-创中黑" panose="00000500000000000000" charset="-122"/>
          <a:cs typeface="字魂58号-创中黑" panose="00000500000000000000" charset="-122"/>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字魂58号-创中黑" panose="00000500000000000000" charset="-122"/>
          <a:ea typeface="字魂58号-创中黑" panose="00000500000000000000" charset="-122"/>
          <a:cs typeface="字魂58号-创中黑" panose="00000500000000000000" charset="-122"/>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lgn="l"/>
        </a:tabLst>
        <a:defRPr sz="1600" u="none" strike="noStrike" kern="1200" cap="none" spc="150" normalizeH="0" baseline="0">
          <a:solidFill>
            <a:schemeClr val="tx1">
              <a:lumMod val="65000"/>
              <a:lumOff val="35000"/>
            </a:schemeClr>
          </a:solidFill>
          <a:uFillTx/>
          <a:latin typeface="字魂58号-创中黑" panose="00000500000000000000" charset="-122"/>
          <a:ea typeface="字魂58号-创中黑" panose="00000500000000000000" charset="-122"/>
          <a:cs typeface="字魂58号-创中黑" panose="00000500000000000000" charset="-122"/>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字魂58号-创中黑" panose="00000500000000000000" charset="-122"/>
          <a:ea typeface="字魂58号-创中黑" panose="00000500000000000000" charset="-122"/>
          <a:cs typeface="字魂58号-创中黑" panose="00000500000000000000" charset="-122"/>
        </a:defRPr>
      </a:lvl3pPr>
      <a:lvl4pPr marL="1600200" indent="-228600" algn="l" defTabSz="914400" rtl="0" eaLnBrk="1" fontAlgn="auto" latinLnBrk="0" hangingPunct="1">
        <a:lnSpc>
          <a:spcPct val="120000"/>
        </a:lnSpc>
        <a:spcBef>
          <a:spcPct val="0"/>
        </a:spcBef>
        <a:spcAft>
          <a:spcPts val="300"/>
        </a:spcAft>
        <a:buFont typeface="Wingdings"/>
        <a:buChar char=""/>
        <a:defRPr sz="1400" u="none" strike="noStrike" kern="1200" cap="none" spc="150" normalizeH="0" baseline="0">
          <a:solidFill>
            <a:schemeClr val="tx1">
              <a:lumMod val="65000"/>
              <a:lumOff val="35000"/>
            </a:schemeClr>
          </a:solidFill>
          <a:uFillTx/>
          <a:latin typeface="字魂58号-创中黑" panose="00000500000000000000" charset="-122"/>
          <a:ea typeface="字魂58号-创中黑" panose="00000500000000000000" charset="-122"/>
          <a:cs typeface="字魂58号-创中黑" panose="00000500000000000000" charset="-122"/>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字魂58号-创中黑" panose="00000500000000000000" charset="-122"/>
          <a:ea typeface="字魂58号-创中黑" panose="00000500000000000000" charset="-122"/>
          <a:cs typeface="字魂58号-创中黑" panose="0000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ags/tag6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slideMasters/tags/tag66.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slideMasters/tags/tag6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slideMasters/tags/tag68.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slideMasters/tags/tag69.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slideMasters/tags/tag70.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slideMasters/theme/theme3.xml><?xml version="1.0" encoding="utf-8"?>
<a:theme xmlns:a="http://schemas.openxmlformats.org/drawingml/2006/main" name="第一PPT，www.1ppt.com">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aufbqqkd">
      <a:majorFont>
        <a:latin typeface="印品黑体"/>
        <a:ea typeface="印品黑体"/>
        <a:cs typeface="Arial"/>
      </a:majorFont>
      <a:minorFont>
        <a:latin typeface="印品黑体"/>
        <a:ea typeface="印品黑体"/>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bin" Id="R42d02bf36064477b" /><Relationship Type="http://schemas.openxmlformats.org/officeDocument/2006/relationships/tags" Target="/ppt/slides/tags/tag71.xml" Id="R3e545b65999b4c02" /><Relationship Type="http://schemas.openxmlformats.org/officeDocument/2006/relationships/notesSlide" Target="/ppt/notesSlides/notesSlide1.xml" Id="R88a34da1e5b444bc" /><Relationship Type="http://schemas.openxmlformats.org/officeDocument/2006/relationships/slideLayout" Target="/ppt/slideLayouts/slideLayout6.xml" Id="R4b176e97adb743cd" /></Relationships>
</file>

<file path=ppt/slides/_rels/slide2.xml.rels>&#65279;<?xml version="1.0" encoding="utf-8"?><Relationships xmlns="http://schemas.openxmlformats.org/package/2006/relationships"><Relationship Type="http://schemas.openxmlformats.org/officeDocument/2006/relationships/image" Target="/ppt/media/image.bin" Id="R075158666634466a" /><Relationship Type="http://schemas.openxmlformats.org/officeDocument/2006/relationships/tags" Target="/ppt/slides/tags/tag72.xml" Id="R89d6d17156774505" /><Relationship Type="http://schemas.openxmlformats.org/officeDocument/2006/relationships/notesSlide" Target="/ppt/notesSlides/notesSlide2.xml" Id="R95ad0567045e4aab" /><Relationship Type="http://schemas.openxmlformats.org/officeDocument/2006/relationships/slideLayout" Target="/ppt/slideLayouts/slideLayout6.xml" Id="R769040ec18804972" /></Relationships>
</file>

<file path=ppt/slides/_rels/slide3.xml.rels>&#65279;<?xml version="1.0" encoding="utf-8"?><Relationships xmlns="http://schemas.openxmlformats.org/package/2006/relationships"><Relationship Type="http://schemas.openxmlformats.org/officeDocument/2006/relationships/image" Target="/ppt/media/image.bin" Id="Rb87116ce67c74274" /><Relationship Type="http://schemas.openxmlformats.org/officeDocument/2006/relationships/tags" Target="/ppt/slides/tags/tag73.xml" Id="R360e482300d44324" /><Relationship Type="http://schemas.openxmlformats.org/officeDocument/2006/relationships/notesSlide" Target="/ppt/notesSlides/notesSlide3.xml" Id="R2899749eda8440cd" /><Relationship Type="http://schemas.openxmlformats.org/officeDocument/2006/relationships/slideLayout" Target="/ppt/slideLayouts/slideLayout6.xml" Id="R2f817ccd41fe4d0e" /></Relationships>
</file>

<file path=ppt/slides/_rels/slide4.xml.rels>&#65279;<?xml version="1.0" encoding="utf-8"?><Relationships xmlns="http://schemas.openxmlformats.org/package/2006/relationships"><Relationship Type="http://schemas.openxmlformats.org/officeDocument/2006/relationships/image" Target="/ppt/media/image.bin" Id="Red76e9bfe7734a20" /><Relationship Type="http://schemas.openxmlformats.org/officeDocument/2006/relationships/tags" Target="/ppt/slides/tags/tag74.xml" Id="R54f374fda88d4f02" /><Relationship Type="http://schemas.openxmlformats.org/officeDocument/2006/relationships/slideLayout" Target="/ppt/slideLayouts/slideLayout5.xml" Id="R397f6a1540244684" /></Relationships>
</file>

<file path=ppt/slides/_rels/slide5.xml.rels>&#65279;<?xml version="1.0" encoding="utf-8"?><Relationships xmlns="http://schemas.openxmlformats.org/package/2006/relationships"><Relationship Type="http://schemas.openxmlformats.org/officeDocument/2006/relationships/tags" Target="/ppt/slides/tags/tag75.xml" Id="Red22ef535db64e0e" /><Relationship Type="http://schemas.openxmlformats.org/officeDocument/2006/relationships/slideLayout" Target="/ppt/slideLayouts/slideLayout5.xml" Id="R90a0dc9c51654a66" /></Relationships>
</file>

<file path=ppt/slides/_rels/slide6.xml.rels>&#65279;<?xml version="1.0" encoding="utf-8"?><Relationships xmlns="http://schemas.openxmlformats.org/package/2006/relationships"><Relationship Type="http://schemas.openxmlformats.org/officeDocument/2006/relationships/image" Target="/ppt/media/image.bin" Id="R4e73ef84c7fc4eeb" /><Relationship Type="http://schemas.openxmlformats.org/officeDocument/2006/relationships/tags" Target="/ppt/slides/tags/tag76.xml" Id="R9e744bb63fe247aa" /><Relationship Type="http://schemas.openxmlformats.org/officeDocument/2006/relationships/slideLayout" Target="/ppt/slideLayouts/slideLayout5.xml" Id="R5e50e82a9b494610" /></Relationships>
</file>

<file path=ppt/slides/_rels/slide7.xml.rels>&#65279;<?xml version="1.0" encoding="utf-8"?><Relationships xmlns="http://schemas.openxmlformats.org/package/2006/relationships"><Relationship Type="http://schemas.openxmlformats.org/officeDocument/2006/relationships/tags" Target="/ppt/slides/tags/tag77.xml" Id="R627ad94b723c49cc" /><Relationship Type="http://schemas.openxmlformats.org/officeDocument/2006/relationships/slideLayout" Target="/ppt/slideLayouts/slideLayout5.xml" Id="R83ba686b846749fe" /></Relationships>
</file>

<file path=ppt/slides/_rels/slide8.xml.rels>&#65279;<?xml version="1.0" encoding="utf-8"?><Relationships xmlns="http://schemas.openxmlformats.org/package/2006/relationships"><Relationship Type="http://schemas.openxmlformats.org/officeDocument/2006/relationships/image" Target="/ppt/media/image.bin" Id="Rd0b10f24d0eb4415" /><Relationship Type="http://schemas.openxmlformats.org/officeDocument/2006/relationships/tags" Target="/ppt/slides/tags/tag78.xml" Id="Rb3d3418ff6d549f2" /><Relationship Type="http://schemas.openxmlformats.org/officeDocument/2006/relationships/notesSlide" Target="/ppt/notesSlides/notesSlide4.xml" Id="Ra68e1946cc344155" /><Relationship Type="http://schemas.openxmlformats.org/officeDocument/2006/relationships/slideLayout" Target="/ppt/slideLayouts/slideLayout6.xml" Id="Rf7e27de9581d4f08" /></Relationships>
</file>

<file path=ppt/slides/_rels/slide9.xml.rels>&#65279;<?xml version="1.0" encoding="utf-8"?><Relationships xmlns="http://schemas.openxmlformats.org/package/2006/relationships"><Relationship Type="http://schemas.openxmlformats.org/officeDocument/2006/relationships/image" Target="/ppt/media/image.bin" Id="Rff9691cb21d34651" /><Relationship Type="http://schemas.openxmlformats.org/officeDocument/2006/relationships/tags" Target="/ppt/slides/tags/tag79.xml" Id="Rc4d45569f69d432b" /><Relationship Type="http://schemas.openxmlformats.org/officeDocument/2006/relationships/slideLayout" Target="/ppt/slideLayouts/slideLayout5.xml" Id="R6d8ded9aee114f14" /></Relationships>
</file>

<file path=ppt/slides/_rels/slide10.xml.rels>&#65279;<?xml version="1.0" encoding="utf-8"?><Relationships xmlns="http://schemas.openxmlformats.org/package/2006/relationships"><Relationship Type="http://schemas.openxmlformats.org/officeDocument/2006/relationships/tags" Target="/ppt/slides/tags/tag80.xml" Id="Re5e1e1e934f64977" /><Relationship Type="http://schemas.openxmlformats.org/officeDocument/2006/relationships/slideLayout" Target="/ppt/slideLayouts/slideLayout5.xml" Id="Rd9174d370bec4846" /></Relationships>
</file>

<file path=ppt/slides/_rels/slide11.xml.rels>&#65279;<?xml version="1.0" encoding="utf-8"?><Relationships xmlns="http://schemas.openxmlformats.org/package/2006/relationships"><Relationship Type="http://schemas.openxmlformats.org/officeDocument/2006/relationships/image" Target="/ppt/media/image.bin" Id="R60be8d5c6b814883" /><Relationship Type="http://schemas.openxmlformats.org/officeDocument/2006/relationships/chart" Target="/ppt/slides/charts/chart1.xml" Id="Rdb0503f050b74bb8" /><Relationship Type="http://schemas.openxmlformats.org/officeDocument/2006/relationships/tags" Target="/ppt/slides/tags/tag81.xml" Id="R4edbc19749324a84" /><Relationship Type="http://schemas.openxmlformats.org/officeDocument/2006/relationships/slideLayout" Target="/ppt/slideLayouts/slideLayout5.xml" Id="R437136835270479d" /></Relationships>
</file>

<file path=ppt/slides/_rels/slide12.xml.rels>&#65279;<?xml version="1.0" encoding="utf-8"?><Relationships xmlns="http://schemas.openxmlformats.org/package/2006/relationships"><Relationship Type="http://schemas.openxmlformats.org/officeDocument/2006/relationships/tags" Target="/ppt/slides/tags/tag82.xml" Id="R966611fa90424a80" /><Relationship Type="http://schemas.openxmlformats.org/officeDocument/2006/relationships/slideLayout" Target="/ppt/slideLayouts/slideLayout5.xml" Id="R174f7bcef4f344c2" /></Relationships>
</file>

<file path=ppt/slides/_rels/slide13.xml.rels>&#65279;<?xml version="1.0" encoding="utf-8"?><Relationships xmlns="http://schemas.openxmlformats.org/package/2006/relationships"><Relationship Type="http://schemas.openxmlformats.org/officeDocument/2006/relationships/image" Target="/ppt/media/image.bin" Id="R1fce1d09aa8b406a" /><Relationship Type="http://schemas.openxmlformats.org/officeDocument/2006/relationships/image" Target="/ppt/media/image2.bin" Id="R7ef0444f05eb4f14" /><Relationship Type="http://schemas.openxmlformats.org/officeDocument/2006/relationships/image" Target="/ppt/media/image3.bin" Id="Rd8d585751f18448d" /><Relationship Type="http://schemas.openxmlformats.org/officeDocument/2006/relationships/tags" Target="/ppt/slides/tags/tag83.xml" Id="R609c158527dd4b82" /><Relationship Type="http://schemas.openxmlformats.org/officeDocument/2006/relationships/slideLayout" Target="/ppt/slideLayouts/slideLayout5.xml" Id="Reb8d6576384f4ab3" /></Relationships>
</file>

<file path=ppt/slides/_rels/slide14.xml.rels>&#65279;<?xml version="1.0" encoding="utf-8"?><Relationships xmlns="http://schemas.openxmlformats.org/package/2006/relationships"><Relationship Type="http://schemas.openxmlformats.org/officeDocument/2006/relationships/image" Target="/ppt/media/image.bin" Id="R561d172459e24959" /><Relationship Type="http://schemas.openxmlformats.org/officeDocument/2006/relationships/tags" Target="/ppt/slides/tags/tag84.xml" Id="R2a52e02bc2914377" /><Relationship Type="http://schemas.openxmlformats.org/officeDocument/2006/relationships/notesSlide" Target="/ppt/notesSlides/notesSlide5.xml" Id="Rdbb81461f15644bc" /><Relationship Type="http://schemas.openxmlformats.org/officeDocument/2006/relationships/slideLayout" Target="/ppt/slideLayouts/slideLayout6.xml" Id="R06dd9c2486564b18" /></Relationships>
</file>

<file path=ppt/slides/_rels/slide15.xml.rels>&#65279;<?xml version="1.0" encoding="utf-8"?><Relationships xmlns="http://schemas.openxmlformats.org/package/2006/relationships"><Relationship Type="http://schemas.openxmlformats.org/officeDocument/2006/relationships/image" Target="/ppt/media/image.bin" Id="R7e0ed9da03f94f21" /><Relationship Type="http://schemas.openxmlformats.org/officeDocument/2006/relationships/chart" Target="/ppt/slides/charts/chart2.xml" Id="R8774160d644c460f" /><Relationship Type="http://schemas.openxmlformats.org/officeDocument/2006/relationships/chart" Target="/ppt/slides/charts/chart3.xml" Id="R320e11ff1bfe4d80" /><Relationship Type="http://schemas.openxmlformats.org/officeDocument/2006/relationships/chart" Target="/ppt/slides/charts/chart4.xml" Id="Red8ad6ca54e44038" /><Relationship Type="http://schemas.openxmlformats.org/officeDocument/2006/relationships/tags" Target="/ppt/slides/tags/tag85.xml" Id="R9d7ac7886d2f4a48" /><Relationship Type="http://schemas.openxmlformats.org/officeDocument/2006/relationships/slideLayout" Target="/ppt/slideLayouts/slideLayout5.xml" Id="R7e9c8fbedceb4a2c" /></Relationships>
</file>

<file path=ppt/slides/_rels/slide16.xml.rels>&#65279;<?xml version="1.0" encoding="utf-8"?><Relationships xmlns="http://schemas.openxmlformats.org/package/2006/relationships"><Relationship Type="http://schemas.openxmlformats.org/officeDocument/2006/relationships/tags" Target="/ppt/slides/tags/tag86.xml" Id="R2f3b7efb45724d88" /><Relationship Type="http://schemas.openxmlformats.org/officeDocument/2006/relationships/slideLayout" Target="/ppt/slideLayouts/slideLayout5.xml" Id="Re84d36f3b7344160" /></Relationships>
</file>

<file path=ppt/slides/_rels/slide17.xml.rels>&#65279;<?xml version="1.0" encoding="utf-8"?><Relationships xmlns="http://schemas.openxmlformats.org/package/2006/relationships"><Relationship Type="http://schemas.openxmlformats.org/officeDocument/2006/relationships/image" Target="/ppt/media/image.bin" Id="R55b576f046224a08" /><Relationship Type="http://schemas.openxmlformats.org/officeDocument/2006/relationships/tags" Target="/ppt/slides/tags/tag87.xml" Id="R6d6072701b554c48" /><Relationship Type="http://schemas.openxmlformats.org/officeDocument/2006/relationships/slideLayout" Target="/ppt/slideLayouts/slideLayout5.xml" Id="R1005d02b495f45e6" /></Relationships>
</file>

<file path=ppt/slides/_rels/slide18.xml.rels>&#65279;<?xml version="1.0" encoding="utf-8"?><Relationships xmlns="http://schemas.openxmlformats.org/package/2006/relationships"><Relationship Type="http://schemas.openxmlformats.org/officeDocument/2006/relationships/image" Target="/ppt/media/image.bin" Id="R0bd50c1448d241cd" /><Relationship Type="http://schemas.openxmlformats.org/officeDocument/2006/relationships/tags" Target="/ppt/slides/tags/tag88.xml" Id="R0624e2b1f599449c" /><Relationship Type="http://schemas.openxmlformats.org/officeDocument/2006/relationships/slideLayout" Target="/ppt/slideLayouts/slideLayout5.xml" Id="Rb997530c4e80428e" /></Relationships>
</file>

<file path=ppt/slides/_rels/slide19.xml.rels>&#65279;<?xml version="1.0" encoding="utf-8"?><Relationships xmlns="http://schemas.openxmlformats.org/package/2006/relationships"><Relationship Type="http://schemas.openxmlformats.org/officeDocument/2006/relationships/tags" Target="/ppt/slides/tags/tag89.xml" Id="Rc27b051a257844be" /><Relationship Type="http://schemas.openxmlformats.org/officeDocument/2006/relationships/slideLayout" Target="/ppt/slideLayouts/slideLayout5.xml" Id="R96a14da358e54795" /></Relationships>
</file>

<file path=ppt/slides/_rels/slide20.xml.rels>&#65279;<?xml version="1.0" encoding="utf-8"?><Relationships xmlns="http://schemas.openxmlformats.org/package/2006/relationships"><Relationship Type="http://schemas.openxmlformats.org/officeDocument/2006/relationships/image" Target="/ppt/media/image.bin" Id="R1da10523646d4c58" /><Relationship Type="http://schemas.openxmlformats.org/officeDocument/2006/relationships/tags" Target="/ppt/slides/tags/tag90.xml" Id="R21b4c245a3bd41bb" /><Relationship Type="http://schemas.openxmlformats.org/officeDocument/2006/relationships/notesSlide" Target="/ppt/notesSlides/notesSlide6.xml" Id="Rba562301a5eb42e6" /><Relationship Type="http://schemas.openxmlformats.org/officeDocument/2006/relationships/slideLayout" Target="/ppt/slideLayouts/slideLayout6.xml" Id="Ra41aa3b0f41d4108" /></Relationships>
</file>

<file path=ppt/slides/_rels/slide21.xml.rels>&#65279;<?xml version="1.0" encoding="utf-8"?><Relationships xmlns="http://schemas.openxmlformats.org/package/2006/relationships"><Relationship Type="http://schemas.openxmlformats.org/officeDocument/2006/relationships/image" Target="/ppt/media/image.bin" Id="R6b07f7e2c88c4a9a" /><Relationship Type="http://schemas.openxmlformats.org/officeDocument/2006/relationships/image" Target="/ppt/media/image4.bin" Id="R55c71aec2c154f10" /><Relationship Type="http://schemas.openxmlformats.org/officeDocument/2006/relationships/tags" Target="/ppt/slides/tags/tag91.xml" Id="R92addac5995f4675" /><Relationship Type="http://schemas.openxmlformats.org/officeDocument/2006/relationships/slideLayout" Target="/ppt/slideLayouts/slideLayout5.xml" Id="R48473fc96f104f09" /></Relationships>
</file>

<file path=ppt/slides/_rels/slide22.xml.rels>&#65279;<?xml version="1.0" encoding="utf-8"?><Relationships xmlns="http://schemas.openxmlformats.org/package/2006/relationships"><Relationship Type="http://schemas.openxmlformats.org/officeDocument/2006/relationships/image" Target="/ppt/media/image3.bin" Id="Rfaed1d70f7dd4fbc" /><Relationship Type="http://schemas.openxmlformats.org/officeDocument/2006/relationships/tags" Target="/ppt/slides/tags/tag92.xml" Id="R5475e05776804c1d" /><Relationship Type="http://schemas.openxmlformats.org/officeDocument/2006/relationships/slideLayout" Target="/ppt/slideLayouts/slideLayout5.xml" Id="R687fc49a14b94ca7" /></Relationships>
</file>

<file path=ppt/slides/_rels/slide23.xml.rels>&#65279;<?xml version="1.0" encoding="utf-8"?><Relationships xmlns="http://schemas.openxmlformats.org/package/2006/relationships"><Relationship Type="http://schemas.openxmlformats.org/officeDocument/2006/relationships/tags" Target="/ppt/slides/tags/tag93.xml" Id="R4ac23e3ab8f94b97" /><Relationship Type="http://schemas.openxmlformats.org/officeDocument/2006/relationships/slideLayout" Target="/ppt/slideLayouts/slideLayout5.xml" Id="Reac0fea5f73a4078" /></Relationships>
</file>

<file path=ppt/slides/_rels/slide24.xml.rels>&#65279;<?xml version="1.0" encoding="utf-8"?><Relationships xmlns="http://schemas.openxmlformats.org/package/2006/relationships"><Relationship Type="http://schemas.openxmlformats.org/officeDocument/2006/relationships/tags" Target="/ppt/slides/tags/tag94.xml" Id="Rcae7e17a9d614644" /><Relationship Type="http://schemas.openxmlformats.org/officeDocument/2006/relationships/slideLayout" Target="/ppt/slideLayouts/slideLayout5.xml" Id="R0c66b49f8ce34d0d" /></Relationships>
</file>

<file path=ppt/slides/_rels/slide25.xml.rels>&#65279;<?xml version="1.0" encoding="utf-8"?><Relationships xmlns="http://schemas.openxmlformats.org/package/2006/relationships"><Relationship Type="http://schemas.openxmlformats.org/officeDocument/2006/relationships/image" Target="/ppt/media/image.bin" Id="R69d75abd8e0b4610" /><Relationship Type="http://schemas.openxmlformats.org/officeDocument/2006/relationships/tags" Target="/ppt/slides/tags/tag95.xml" Id="R13326ecdb75f48fd" /><Relationship Type="http://schemas.openxmlformats.org/officeDocument/2006/relationships/notesSlide" Target="/ppt/notesSlides/notesSlide7.xml" Id="Rade07ccf40b54515" /><Relationship Type="http://schemas.openxmlformats.org/officeDocument/2006/relationships/slideLayout" Target="/ppt/slideLayouts/slideLayout6.xml" Id="R52c52d441f2a4d1a" /></Relationships>
</file>

<file path=ppt/slides/_rels/slide26.xml.rels>&#65279;<?xml version="1.0" encoding="utf-8"?><Relationships xmlns="http://schemas.openxmlformats.org/package/2006/relationships"><Relationship Type="http://schemas.openxmlformats.org/officeDocument/2006/relationships/hyperlink" Target="https://pptsupermarket.com/customizes" TargetMode="External" Id="R317b07850ef74af2bf841cd759bb4d69" /><Relationship Type="http://schemas.openxmlformats.org/officeDocument/2006/relationships/image" Target="/ppt/media/image5.bin" Id="Refd84598075d4a05" /><Relationship Type="http://schemas.openxmlformats.org/officeDocument/2006/relationships/image" Target="/ppt/media/image6.bin" Id="R7a0039ea56014448" /><Relationship Type="http://schemas.openxmlformats.org/officeDocument/2006/relationships/image" Target="/ppt/media/image7.bin" Id="R37b71e4f7e2a4a1a" /><Relationship Type="http://schemas.openxmlformats.org/officeDocument/2006/relationships/customXml" Target="/ppt/customXML/item.xml" Id="R96dcda96c202412c" /><Relationship Type="http://schemas.openxmlformats.org/officeDocument/2006/relationships/customXml" Target="/ppt/customXML/item2.xml" Id="R5e1d77dbbf254ac4" /><Relationship Type="http://schemas.openxmlformats.org/officeDocument/2006/relationships/slideLayout" Target="/ppt/slideLayouts/slideLayout5.xml" Id="Raae8b072131d43f0" /></Relationships>
</file>

<file path=ppt/slides/_rels/slide27.xml.rels>&#65279;<?xml version="1.0" encoding="utf-8"?><Relationships xmlns="http://schemas.openxmlformats.org/package/2006/relationships"><Relationship Type="http://schemas.openxmlformats.org/officeDocument/2006/relationships/hyperlink" Target="https://www.pptsupermarket.com/" TargetMode="External" Id="Rf09e29811d3a4455af69d59e9956d656" /><Relationship Type="http://schemas.openxmlformats.org/officeDocument/2006/relationships/image" Target="/ppt/media/image8.bin" Id="R850c76dc20364512" /><Relationship Type="http://schemas.openxmlformats.org/officeDocument/2006/relationships/image" Target="/ppt/media/image9.bin" Id="R14a1679463ea49c6" /><Relationship Type="http://schemas.openxmlformats.org/officeDocument/2006/relationships/image" Target="/ppt/media/image10.bin" Id="Ra9dc1cefe53447bd" /><Relationship Type="http://schemas.openxmlformats.org/officeDocument/2006/relationships/image" Target="/ppt/media/image6.bin" Id="R7bc62b326b1b4c50" /><Relationship Type="http://schemas.openxmlformats.org/officeDocument/2006/relationships/image" Target="/ppt/media/image11.bin" Id="R3d955c0e6e5347a7" /><Relationship Type="http://schemas.openxmlformats.org/officeDocument/2006/relationships/image" Target="/ppt/media/image12.bin" Id="Rbcf681f2c77e436a" /><Relationship Type="http://schemas.openxmlformats.org/officeDocument/2006/relationships/image" Target="/ppt/media/image7.bin" Id="Rf42ed4534761449e" /><Relationship Type="http://schemas.openxmlformats.org/officeDocument/2006/relationships/customXml" Target="/ppt/customXML/item3.xml" Id="R572fb8adaec34801" /><Relationship Type="http://schemas.openxmlformats.org/officeDocument/2006/relationships/customXml" Target="/ppt/customXML/item4.xml" Id="R37b758fc9520424b" /><Relationship Type="http://schemas.openxmlformats.org/officeDocument/2006/relationships/customXml" Target="/ppt/customXML/item5.xml" Id="Rb6e65d9a17a14ba7" /><Relationship Type="http://schemas.openxmlformats.org/officeDocument/2006/relationships/slideLayout" Target="/ppt/slideLayouts/slideLayout5.xml" Id="R5484417f25ed4134" /></Relationships>
</file>

<file path=ppt/slides/_rels/slide28.xml.rels>&#65279;<?xml version="1.0" encoding="utf-8"?><Relationships xmlns="http://schemas.openxmlformats.org/package/2006/relationships"><Relationship Type="http://schemas.openxmlformats.org/officeDocument/2006/relationships/image" Target="/ppt/media/image13.bin" Id="Rc120529f8dd24af7" /><Relationship Type="http://schemas.openxmlformats.org/officeDocument/2006/relationships/image" Target="/ppt/media/image14.bin" Id="Rdeaf3128b16c41de" /><Relationship Type="http://schemas.openxmlformats.org/officeDocument/2006/relationships/image" Target="/ppt/media/image12.bin" Id="R46238316775646aa" /><Relationship Type="http://schemas.openxmlformats.org/officeDocument/2006/relationships/image" Target="/ppt/media/image15.bin" Id="R0adee66bff844b8b" /><Relationship Type="http://schemas.openxmlformats.org/officeDocument/2006/relationships/customXml" Target="/ppt/customXML/item6.xml" Id="R83a02ce809cb419d" /><Relationship Type="http://schemas.openxmlformats.org/officeDocument/2006/relationships/customXml" Target="/ppt/customXML/item7.xml" Id="R91c42756022c47b1" /><Relationship Type="http://schemas.openxmlformats.org/officeDocument/2006/relationships/customXml" Target="/ppt/customXML/item8.xml" Id="R10e9bf1869554314" /><Relationship Type="http://schemas.openxmlformats.org/officeDocument/2006/relationships/slideLayout" Target="/ppt/slideLayouts/slideLayout6.xml" Id="R843a1eefa72a44e5" /></Relationships>
</file>

<file path=ppt/slides/_rels/slide29.xml.rels>&#65279;<?xml version="1.0" encoding="utf-8"?><Relationships xmlns="http://schemas.openxmlformats.org/package/2006/relationships"><Relationship Type="http://schemas.openxmlformats.org/officeDocument/2006/relationships/hyperlink" Target="https://www.100font.com/thread-118.htm" TargetMode="External" Id="R476f29b76fde4ccbb3b3a4c24ef995a5" /><Relationship Type="http://schemas.openxmlformats.org/officeDocument/2006/relationships/hyperlink" Target="https://storyset.com/" TargetMode="External" Id="R8e16e1da101c468cbd57435b14807d73" /><Relationship Type="http://schemas.openxmlformats.org/officeDocument/2006/relationships/slideLayout" Target="/ppt/slideLayouts/slideLayout5.xml" Id="R00b6b1c8d9314989" /></Relationships>
</file>

<file path=ppt/slides/charts/_rels/chart1.xml.rels>&#65279;<?xml version="1.0" encoding="utf-8"?><Relationships xmlns="http://schemas.openxmlformats.org/package/2006/relationships"><Relationship Type="http://schemas.openxmlformats.org/officeDocument/2006/relationships/package" Target="/ppt/slides/charts/embeddings/package.bin" Id="R6de70a3194cf40aa" /></Relationships>
</file>

<file path=ppt/slides/charts/_rels/chart2.xml.rels>&#65279;<?xml version="1.0" encoding="utf-8"?><Relationships xmlns="http://schemas.openxmlformats.org/package/2006/relationships"><Relationship Type="http://schemas.openxmlformats.org/officeDocument/2006/relationships/package" Target="/ppt/slides/charts/embeddings/package2.bin" Id="R548f200937084ea6" /></Relationships>
</file>

<file path=ppt/slides/charts/_rels/chart3.xml.rels>&#65279;<?xml version="1.0" encoding="utf-8"?><Relationships xmlns="http://schemas.openxmlformats.org/package/2006/relationships"><Relationship Type="http://schemas.openxmlformats.org/officeDocument/2006/relationships/package" Target="/ppt/slides/charts/embeddings/package3.bin" Id="R33332fef814e4d24" /></Relationships>
</file>

<file path=ppt/slides/charts/_rels/chart4.xml.rels>&#65279;<?xml version="1.0" encoding="utf-8"?><Relationships xmlns="http://schemas.openxmlformats.org/package/2006/relationships"><Relationship Type="http://schemas.openxmlformats.org/officeDocument/2006/relationships/package" Target="/ppt/slides/charts/embeddings/package4.bin" Id="Ra72849bdab89495e" /></Relationships>
</file>

<file path=ppt/slides/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lumMod val="50000"/>
              </a:schemeClr>
            </a:solidFill>
            <a:ln>
              <a:noFill/>
            </a:ln>
            <a:effectLst/>
          </c:spPr>
          <c:invertIfNegative val="0"/>
          <c:dLbls>
            <c:spPr>
              <a:noFill/>
              <a:ln>
                <a:noFill/>
              </a:ln>
              <a:effectLst/>
            </c:spPr>
            <c:txPr>
              <a:bodyPr rot="0" spcFirstLastPara="1" vertOverflow="ellipsis" vert="horz" wrap="square" anchor="ctr" anchorCtr="1"/>
              <a:lstStyle/>
              <a:p>
                <a:pPr>
                  <a:defRPr lang="zh-CN" sz="600" b="0" i="0" u="none" strike="noStrike" kern="1200" baseline="0" smtId="4294967295">
                    <a:solidFill>
                      <a:schemeClr val="tx1">
                        <a:lumMod val="75000"/>
                        <a:lumOff val="25000"/>
                      </a:schemeClr>
                    </a:solidFill>
                    <a:latin typeface="+mn-lt"/>
                    <a:ea typeface="+mn-ea"/>
                    <a:cs typeface="+mn-ea"/>
                    <a:sym typeface="+mn-lt"/>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031-4170-B722-C698F623DE4B}"/>
            </c:ext>
          </c:extLst>
        </c:ser>
        <c:ser>
          <c:idx val="1"/>
          <c:order val="1"/>
          <c:tx>
            <c:strRef>
              <c:f>Sheet1!$C$1</c:f>
              <c:strCache>
                <c:ptCount val="1"/>
                <c:pt idx="0">
                  <c:v>系列 2</c:v>
                </c:pt>
              </c:strCache>
            </c:strRef>
          </c:tx>
          <c:spPr>
            <a:solidFill>
              <a:srgbClr val="7998CC"/>
            </a:solidFill>
            <a:ln>
              <a:noFill/>
            </a:ln>
            <a:effectLst/>
          </c:spPr>
          <c:invertIfNegative val="0"/>
          <c:dLbls>
            <c:spPr>
              <a:noFill/>
              <a:ln>
                <a:noFill/>
              </a:ln>
              <a:effectLst/>
            </c:spPr>
            <c:txPr>
              <a:bodyPr rot="0" spcFirstLastPara="1" vertOverflow="ellipsis" vert="horz" wrap="square" anchor="ctr" anchorCtr="1"/>
              <a:lstStyle/>
              <a:p>
                <a:pPr>
                  <a:defRPr lang="zh-CN" sz="600" b="0" i="0" u="none" strike="noStrike" kern="1200" baseline="0" smtId="4294967295">
                    <a:solidFill>
                      <a:schemeClr val="tx1">
                        <a:lumMod val="75000"/>
                        <a:lumOff val="25000"/>
                      </a:schemeClr>
                    </a:solidFill>
                    <a:latin typeface="+mn-lt"/>
                    <a:ea typeface="+mn-ea"/>
                    <a:cs typeface="+mn-ea"/>
                    <a:sym typeface="+mn-lt"/>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031-4170-B722-C698F623DE4B}"/>
            </c:ext>
          </c:extLst>
        </c:ser>
        <c:ser>
          <c:idx val="2"/>
          <c:order val="2"/>
          <c:tx>
            <c:strRef>
              <c:f>Sheet1!$D$1</c:f>
              <c:strCache>
                <c:ptCount val="1"/>
                <c:pt idx="0">
                  <c:v>系列 3</c:v>
                </c:pt>
              </c:strCache>
            </c:strRef>
          </c:tx>
          <c:spPr>
            <a:solidFill>
              <a:schemeClr val="bg1">
                <a:lumMod val="85000"/>
              </a:schemeClr>
            </a:solidFill>
            <a:ln>
              <a:noFill/>
            </a:ln>
            <a:effectLst/>
          </c:spPr>
          <c:invertIfNegative val="0"/>
          <c:dLbls>
            <c:spPr>
              <a:noFill/>
              <a:ln>
                <a:noFill/>
              </a:ln>
              <a:effectLst/>
            </c:spPr>
            <c:txPr>
              <a:bodyPr rot="0" spcFirstLastPara="1" vertOverflow="ellipsis" vert="horz" wrap="square" anchor="ctr" anchorCtr="1"/>
              <a:lstStyle/>
              <a:p>
                <a:pPr>
                  <a:defRPr lang="zh-CN" sz="600" b="0" i="0" u="none" strike="noStrike" kern="1200" baseline="0" smtId="4294967295">
                    <a:solidFill>
                      <a:schemeClr val="tx1">
                        <a:lumMod val="75000"/>
                        <a:lumOff val="25000"/>
                      </a:schemeClr>
                    </a:solidFill>
                    <a:latin typeface="+mn-lt"/>
                    <a:ea typeface="+mn-ea"/>
                    <a:cs typeface="+mn-ea"/>
                    <a:sym typeface="+mn-lt"/>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3031-4170-B722-C698F623DE4B}"/>
            </c:ext>
          </c:extLst>
        </c:ser>
        <c:dLbls>
          <c:showLegendKey val="0"/>
          <c:showVal val="0"/>
          <c:showCatName val="0"/>
          <c:showSerName val="0"/>
          <c:showPercent val="0"/>
          <c:showBubbleSize val="0"/>
        </c:dLbls>
        <c:gapWidth val="219"/>
        <c:overlap val="-27"/>
        <c:axId val="324481648"/>
        <c:axId val="345466096"/>
      </c:barChart>
      <c:catAx>
        <c:axId val="324481648"/>
        <c:scaling>
          <c:orientation val="minMax"/>
        </c:scaling>
        <c:delete val="1"/>
        <c:axPos val="b"/>
        <c:numFmt formatCode="General" sourceLinked="1"/>
        <c:majorTickMark val="none"/>
        <c:minorTickMark val="none"/>
        <c:tickLblPos val="nextTo"/>
        <c:crossAx val="345466096"/>
        <c:crosses val="autoZero"/>
        <c:auto val="0"/>
        <c:lblAlgn val="ctr"/>
        <c:lblOffset val="100"/>
        <c:noMultiLvlLbl val="0"/>
      </c:catAx>
      <c:valAx>
        <c:axId val="345466096"/>
        <c:scaling>
          <c:orientation val="minMax"/>
        </c:scaling>
        <c:delete val="1"/>
        <c:axPos val="l"/>
        <c:majorGridlines>
          <c:spPr>
            <a:ln w="9525" cap="flat" cmpd="sng" algn="ctr">
              <a:solidFill>
                <a:srgbClr val="986DFD">
                  <a:alpha val="12000"/>
                </a:srgbClr>
              </a:solidFill>
              <a:round/>
            </a:ln>
            <a:effectLst/>
          </c:spPr>
        </c:majorGridlines>
        <c:numFmt formatCode="General" sourceLinked="1"/>
        <c:majorTickMark val="none"/>
        <c:minorTickMark val="none"/>
        <c:tickLblPos val="nextTo"/>
        <c:crossAx val="324481648"/>
        <c:crosses val="autoZero"/>
        <c:crossBetween val="between"/>
      </c:valAx>
      <c:spPr>
        <a:noFill/>
        <a:ln>
          <a:noFill/>
        </a:ln>
        <a:effectLst/>
      </c:spPr>
    </c:plotArea>
    <c:plotVisOnly val="1"/>
    <c:dispBlanksAs val="gap"/>
    <c:showDLblsOverMax val="0"/>
  </c:chart>
  <c:spPr>
    <a:noFill/>
    <a:ln>
      <a:noFill/>
    </a:ln>
    <a:effectLst/>
  </c:spPr>
  <c:txPr>
    <a:bodyPr/>
    <a:lstStyle/>
    <a:p>
      <a:pPr>
        <a:defRPr lang="zh-CN" sz="600" smtId="4294967295">
          <a:latin typeface="+mn-lt"/>
          <a:ea typeface="+mn-ea"/>
          <a:cs typeface="+mn-ea"/>
          <a:sym typeface="+mn-lt"/>
        </a:defRPr>
      </a:pPr>
      <a:endParaRPr lang="zh-CN"/>
    </a:p>
  </c:txPr>
  <c:externalData r:id="R6de70a3194cf40aa">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FBB900"/>
            </a:solidFill>
            <a:ln w="19050">
              <a:noFill/>
            </a:ln>
          </c:spPr>
          <c:dPt>
            <c:idx val="0"/>
            <c:bubble3D val="0"/>
            <c:spPr>
              <a:solidFill>
                <a:srgbClr val="ECF5F4"/>
              </a:solidFill>
              <a:ln w="19050">
                <a:noFill/>
              </a:ln>
              <a:effectLst/>
            </c:spPr>
            <c:extLst>
              <c:ext xmlns:c16="http://schemas.microsoft.com/office/drawing/2014/chart" uri="{C3380CC4-5D6E-409C-BE32-E72D297353CC}">
                <c16:uniqueId val="{00000001-9AB1-4C9C-B962-7FF04D2EE572}"/>
              </c:ext>
            </c:extLst>
          </c:dPt>
          <c:dPt>
            <c:idx val="1"/>
            <c:bubble3D val="0"/>
            <c:spPr>
              <a:solidFill>
                <a:schemeClr val="accent1">
                  <a:lumMod val="50000"/>
                </a:schemeClr>
              </a:solidFill>
              <a:ln w="19050">
                <a:noFill/>
              </a:ln>
              <a:effectLst/>
            </c:spPr>
            <c:extLst>
              <c:ext xmlns:c16="http://schemas.microsoft.com/office/drawing/2014/chart" uri="{C3380CC4-5D6E-409C-BE32-E72D297353CC}">
                <c16:uniqueId val="{00000003-9AB1-4C9C-B962-7FF04D2EE572}"/>
              </c:ext>
            </c:extLst>
          </c:dPt>
          <c:cat>
            <c:strRef>
              <c:f>Sheet1!$A$2:$A$3</c:f>
              <c:strCache>
                <c:ptCount val="2"/>
                <c:pt idx="0">
                  <c:v>第一季度</c:v>
                </c:pt>
                <c:pt idx="1">
                  <c:v>第二季度</c:v>
                </c:pt>
              </c:strCache>
            </c:strRef>
          </c:cat>
          <c:val>
            <c:numRef>
              <c:f>Sheet1!$B$2:$B$3</c:f>
              <c:numCache>
                <c:formatCode>General</c:formatCode>
                <c:ptCount val="2"/>
                <c:pt idx="0">
                  <c:v>25</c:v>
                </c:pt>
                <c:pt idx="1">
                  <c:v>75</c:v>
                </c:pt>
              </c:numCache>
            </c:numRef>
          </c:val>
          <c:extLst>
            <c:ext xmlns:c16="http://schemas.microsoft.com/office/drawing/2014/chart" uri="{C3380CC4-5D6E-409C-BE32-E72D297353CC}">
              <c16:uniqueId val="{00000004-9AB1-4C9C-B962-7FF04D2EE572}"/>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lang="zh-CN" smtId="4294967295">
          <a:latin typeface="+mn-lt"/>
          <a:ea typeface="+mn-ea"/>
          <a:cs typeface="+mn-ea"/>
          <a:sym typeface="+mn-lt"/>
        </a:defRPr>
      </a:pPr>
      <a:endParaRPr lang="zh-CN"/>
    </a:p>
  </c:txPr>
  <c:externalData r:id="R548f200937084ea6">
    <c:autoUpdate val="0"/>
  </c:externalData>
</c:chartSpace>
</file>

<file path=ppt/slides/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FBB900"/>
            </a:solidFill>
            <a:ln w="19050">
              <a:noFill/>
            </a:ln>
          </c:spPr>
          <c:dPt>
            <c:idx val="0"/>
            <c:bubble3D val="0"/>
            <c:spPr>
              <a:solidFill>
                <a:srgbClr val="ECF5F4"/>
              </a:solidFill>
              <a:ln w="19050">
                <a:noFill/>
              </a:ln>
              <a:effectLst/>
            </c:spPr>
            <c:extLst>
              <c:ext xmlns:c16="http://schemas.microsoft.com/office/drawing/2014/chart" uri="{C3380CC4-5D6E-409C-BE32-E72D297353CC}">
                <c16:uniqueId val="{00000001-C5E7-414B-9CE3-422C74CA2003}"/>
              </c:ext>
            </c:extLst>
          </c:dPt>
          <c:dPt>
            <c:idx val="1"/>
            <c:bubble3D val="0"/>
            <c:spPr>
              <a:solidFill>
                <a:schemeClr val="accent1">
                  <a:lumMod val="50000"/>
                </a:schemeClr>
              </a:solidFill>
              <a:ln w="19050">
                <a:noFill/>
              </a:ln>
              <a:effectLst/>
            </c:spPr>
            <c:extLst>
              <c:ext xmlns:c16="http://schemas.microsoft.com/office/drawing/2014/chart" uri="{C3380CC4-5D6E-409C-BE32-E72D297353CC}">
                <c16:uniqueId val="{00000003-C5E7-414B-9CE3-422C74CA2003}"/>
              </c:ext>
            </c:extLst>
          </c:dPt>
          <c:cat>
            <c:strRef>
              <c:f>Sheet1!$A$2:$A$3</c:f>
              <c:strCache>
                <c:ptCount val="2"/>
                <c:pt idx="0">
                  <c:v>第一季度</c:v>
                </c:pt>
                <c:pt idx="1">
                  <c:v>第二季度</c:v>
                </c:pt>
              </c:strCache>
            </c:strRef>
          </c:cat>
          <c:val>
            <c:numRef>
              <c:f>Sheet1!$B$2:$B$3</c:f>
              <c:numCache>
                <c:formatCode>General</c:formatCode>
                <c:ptCount val="2"/>
                <c:pt idx="0">
                  <c:v>50</c:v>
                </c:pt>
                <c:pt idx="1">
                  <c:v>50</c:v>
                </c:pt>
              </c:numCache>
            </c:numRef>
          </c:val>
          <c:extLst>
            <c:ext xmlns:c16="http://schemas.microsoft.com/office/drawing/2014/chart" uri="{C3380CC4-5D6E-409C-BE32-E72D297353CC}">
              <c16:uniqueId val="{00000004-C5E7-414B-9CE3-422C74CA2003}"/>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lang="zh-CN" smtId="4294967295">
          <a:latin typeface="+mn-lt"/>
          <a:ea typeface="+mn-ea"/>
          <a:cs typeface="+mn-ea"/>
          <a:sym typeface="+mn-lt"/>
        </a:defRPr>
      </a:pPr>
      <a:endParaRPr lang="zh-CN"/>
    </a:p>
  </c:txPr>
  <c:externalData r:id="R33332fef814e4d24">
    <c:autoUpdate val="0"/>
  </c:externalData>
</c:chartSpace>
</file>

<file path=ppt/slides/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FBB900"/>
            </a:solidFill>
            <a:ln w="19050">
              <a:noFill/>
            </a:ln>
          </c:spPr>
          <c:dPt>
            <c:idx val="0"/>
            <c:bubble3D val="0"/>
            <c:spPr>
              <a:solidFill>
                <a:srgbClr val="FFFFFF"/>
              </a:solidFill>
              <a:ln w="19050">
                <a:noFill/>
              </a:ln>
              <a:effectLst/>
            </c:spPr>
            <c:extLst>
              <c:ext xmlns:c16="http://schemas.microsoft.com/office/drawing/2014/chart" uri="{C3380CC4-5D6E-409C-BE32-E72D297353CC}">
                <c16:uniqueId val="{00000001-DB6F-4FED-AF83-0ACB8395F0F8}"/>
              </c:ext>
            </c:extLst>
          </c:dPt>
          <c:dPt>
            <c:idx val="1"/>
            <c:bubble3D val="0"/>
            <c:spPr>
              <a:solidFill>
                <a:schemeClr val="accent1">
                  <a:lumMod val="50000"/>
                </a:schemeClr>
              </a:solidFill>
              <a:ln w="19050">
                <a:noFill/>
              </a:ln>
              <a:effectLst/>
            </c:spPr>
            <c:extLst>
              <c:ext xmlns:c16="http://schemas.microsoft.com/office/drawing/2014/chart" uri="{C3380CC4-5D6E-409C-BE32-E72D297353CC}">
                <c16:uniqueId val="{00000003-DB6F-4FED-AF83-0ACB8395F0F8}"/>
              </c:ext>
            </c:extLst>
          </c:dPt>
          <c:cat>
            <c:strRef>
              <c:f>Sheet1!$A$2:$A$3</c:f>
              <c:strCache>
                <c:ptCount val="2"/>
                <c:pt idx="0">
                  <c:v>第一季度</c:v>
                </c:pt>
                <c:pt idx="1">
                  <c:v>第二季度</c:v>
                </c:pt>
              </c:strCache>
            </c:strRef>
          </c:cat>
          <c:val>
            <c:numRef>
              <c:f>Sheet1!$B$2:$B$3</c:f>
              <c:numCache>
                <c:formatCode>General</c:formatCode>
                <c:ptCount val="2"/>
                <c:pt idx="0">
                  <c:v>75</c:v>
                </c:pt>
                <c:pt idx="1">
                  <c:v>25</c:v>
                </c:pt>
              </c:numCache>
            </c:numRef>
          </c:val>
          <c:extLst>
            <c:ext xmlns:c16="http://schemas.microsoft.com/office/drawing/2014/chart" uri="{C3380CC4-5D6E-409C-BE32-E72D297353CC}">
              <c16:uniqueId val="{00000004-DB6F-4FED-AF83-0ACB8395F0F8}"/>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lang="zh-CN" smtId="4294967295">
          <a:latin typeface="+mn-lt"/>
          <a:ea typeface="+mn-ea"/>
          <a:cs typeface="+mn-ea"/>
          <a:sym typeface="+mn-lt"/>
        </a:defRPr>
      </a:pPr>
      <a:endParaRPr lang="zh-CN"/>
    </a:p>
  </c:txPr>
  <c:externalData r:id="Ra72849bdab89495e">
    <c:autoUpdate val="0"/>
  </c:externalData>
</c:chartSpace>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59b77bab208b0"/>
          <p:cNvPicPr>
            <a:picLocks noChangeAspect="1"/>
          </p:cNvPicPr>
          <p:nvPr/>
        </p:nvPicPr>
        <p:blipFill>
          <a:blip r:embed="R42d02bf36064477b"/>
          <a:stretch>
            <a:fillRect/>
          </a:stretch>
        </p:blipFill>
        <p:spPr>
          <a:xfrm>
            <a:off x="0" y="0"/>
            <a:ext cx="12184380" cy="6857365"/>
          </a:xfrm>
          <a:prstGeom prst="rect">
            <a:avLst/>
          </a:prstGeom>
        </p:spPr>
      </p:pic>
      <p:sp>
        <p:nvSpPr>
          <p:cNvPr id="5" name="矩形 4"/>
          <p:cNvSpPr/>
          <p:nvPr/>
        </p:nvSpPr>
        <p:spPr>
          <a:xfrm>
            <a:off x="0" y="0"/>
            <a:ext cx="12211050" cy="6894830"/>
          </a:xfrm>
          <a:prstGeom prst="rect">
            <a:avLst/>
          </a:prstGeom>
          <a:gradFill>
            <a:gsLst>
              <a:gs pos="0">
                <a:schemeClr val="tx2">
                  <a:lumMod val="75000"/>
                  <a:lumOff val="25000"/>
                  <a:alpha val="0"/>
                </a:schemeClr>
              </a:gs>
              <a:gs pos="86000">
                <a:schemeClr val="accent1">
                  <a:lumMod val="50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文本框 7"/>
          <p:cNvSpPr txBox="1"/>
          <p:nvPr/>
        </p:nvSpPr>
        <p:spPr>
          <a:xfrm rot="5400000">
            <a:off x="-1520228" y="3336668"/>
            <a:ext cx="3952874" cy="183515"/>
          </a:xfrm>
          <a:prstGeom prst="rect">
            <a:avLst/>
          </a:prstGeom>
          <a:noFill/>
        </p:spPr>
        <p:txBody>
          <a:bodyPr wrap="square" rtlCol="0">
            <a:spAutoFit/>
          </a:bodyPr>
          <a:lstStyle/>
          <a:p>
            <a:pPr algn="dist"/>
            <a:r>
              <a:rPr lang="en-US" altLang="zh-CN" sz="600">
                <a:solidFill>
                  <a:schemeClr val="bg1"/>
                </a:solidFill>
                <a:effectLst>
                  <a:outerShdw blurRad="381000" algn="ctr" rotWithShape="0">
                    <a:prstClr val="black">
                      <a:alpha val="25000"/>
                    </a:prstClr>
                  </a:outerShdw>
                </a:effectLst>
                <a:cs typeface="+mn-ea"/>
                <a:sym typeface="+mn-lt"/>
              </a:rPr>
              <a:t>DESIGNED BY IBOTU</a:t>
            </a:r>
          </a:p>
        </p:txBody>
      </p:sp>
      <p:sp>
        <p:nvSpPr>
          <p:cNvPr id="9" name="图文框 8"/>
          <p:cNvSpPr/>
          <p:nvPr/>
        </p:nvSpPr>
        <p:spPr>
          <a:xfrm>
            <a:off x="11296103" y="426488"/>
            <a:ext cx="517962" cy="517962"/>
          </a:xfrm>
          <a:prstGeom prst="frame">
            <a:avLst>
              <a:gd name="adj1" fmla="val 5842"/>
            </a:avLst>
          </a:prstGeom>
          <a:solidFill>
            <a:schemeClr val="accent1">
              <a:lumMod val="75000"/>
              <a:alpha val="30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92360" y="4670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94051" y="6515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sp>
        <p:nvSpPr>
          <p:cNvPr id="12" name="矩形 11"/>
          <p:cNvSpPr/>
          <p:nvPr/>
        </p:nvSpPr>
        <p:spPr>
          <a:xfrm>
            <a:off x="405679" y="1011726"/>
            <a:ext cx="517962" cy="45719"/>
          </a:xfrm>
          <a:prstGeom prst="rect">
            <a:avLst/>
          </a:prstGeom>
          <a:gradFill>
            <a:gsLst>
              <a:gs pos="50000">
                <a:schemeClr val="accent1">
                  <a:lumMod val="75000"/>
                  <a:alpha val="27000"/>
                </a:schemeClr>
              </a:gs>
              <a:gs pos="0">
                <a:schemeClr val="bg1">
                  <a:lumMod val="95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3" name="文本框 12"/>
          <p:cNvSpPr txBox="1"/>
          <p:nvPr/>
        </p:nvSpPr>
        <p:spPr>
          <a:xfrm>
            <a:off x="320843" y="426488"/>
            <a:ext cx="1060425" cy="533400"/>
          </a:xfrm>
          <a:prstGeom prst="rect">
            <a:avLst/>
          </a:prstGeom>
          <a:noFill/>
        </p:spPr>
        <p:txBody>
          <a:bodyPr wrap="square" rtlCol="0">
            <a:spAutoFit/>
          </a:bodyPr>
          <a:lstStyle/>
          <a:p>
            <a:pPr>
              <a:lnSpc>
                <a:spcPct val="120000"/>
              </a:lnSpc>
            </a:pPr>
            <a:r>
              <a:rPr lang="en-US" altLang="zh-CN" sz="1200" b="1">
                <a:solidFill>
                  <a:schemeClr val="accent1">
                    <a:lumMod val="75000"/>
                    <a:alpha val="50000"/>
                  </a:schemeClr>
                </a:solidFill>
                <a:effectLst>
                  <a:outerShdw blurRad="381000" algn="ctr" rotWithShape="0">
                    <a:prstClr val="black">
                      <a:alpha val="25000"/>
                    </a:prstClr>
                  </a:outerShdw>
                </a:effectLst>
                <a:cs typeface="+mn-ea"/>
                <a:sym typeface="+mn-lt"/>
              </a:rPr>
              <a:t>HEY</a:t>
            </a:r>
          </a:p>
          <a:p>
            <a:pPr>
              <a:lnSpc>
                <a:spcPct val="120000"/>
              </a:lnSpc>
            </a:pPr>
            <a:r>
              <a:rPr lang="en-US" altLang="zh-CN" sz="1200" b="1">
                <a:solidFill>
                  <a:schemeClr val="accent1">
                    <a:lumMod val="75000"/>
                    <a:alpha val="50000"/>
                  </a:schemeClr>
                </a:solidFill>
                <a:effectLst>
                  <a:outerShdw blurRad="381000" algn="ctr" rotWithShape="0">
                    <a:prstClr val="black">
                      <a:alpha val="25000"/>
                    </a:prstClr>
                  </a:outerShdw>
                </a:effectLst>
                <a:cs typeface="+mn-ea"/>
                <a:sym typeface="+mn-lt"/>
              </a:rPr>
              <a:t>WAKE UP!</a:t>
            </a:r>
          </a:p>
        </p:txBody>
      </p:sp>
      <p:sp>
        <p:nvSpPr>
          <p:cNvPr id="14" name="文本框 13"/>
          <p:cNvSpPr txBox="1"/>
          <p:nvPr/>
        </p:nvSpPr>
        <p:spPr>
          <a:xfrm>
            <a:off x="200078" y="5610246"/>
            <a:ext cx="1060426" cy="533400"/>
          </a:xfrm>
          <a:prstGeom prst="rect">
            <a:avLst/>
          </a:prstGeom>
          <a:noFill/>
        </p:spPr>
        <p:txBody>
          <a:bodyPr wrap="square" rtlCol="0">
            <a:spAutoFit/>
          </a:bodyPr>
          <a:lstStyle/>
          <a:p>
            <a:pPr>
              <a:lnSpc>
                <a:spcPct val="120000"/>
              </a:lnSpc>
            </a:pPr>
            <a:r>
              <a:rPr lang="en-US" altLang="zh-CN" sz="1200" b="1">
                <a:solidFill>
                  <a:schemeClr val="bg1"/>
                </a:solidFill>
                <a:effectLst>
                  <a:outerShdw blurRad="381000" algn="ctr" rotWithShape="0">
                    <a:prstClr val="black">
                      <a:alpha val="25000"/>
                    </a:prstClr>
                  </a:outerShdw>
                </a:effectLst>
                <a:cs typeface="+mn-ea"/>
                <a:sym typeface="+mn-lt"/>
              </a:rPr>
              <a:t>DO SOME</a:t>
            </a:r>
          </a:p>
          <a:p>
            <a:pPr>
              <a:lnSpc>
                <a:spcPct val="120000"/>
              </a:lnSpc>
            </a:pPr>
            <a:r>
              <a:rPr lang="en-US" altLang="zh-CN" sz="1200" b="1">
                <a:solidFill>
                  <a:schemeClr val="bg1"/>
                </a:solidFill>
                <a:effectLst>
                  <a:outerShdw blurRad="381000" algn="ctr" rotWithShape="0">
                    <a:prstClr val="black">
                      <a:alpha val="25000"/>
                    </a:prstClr>
                  </a:outerShdw>
                </a:effectLst>
                <a:cs typeface="+mn-ea"/>
                <a:sym typeface="+mn-lt"/>
              </a:rPr>
              <a:t>THINGS!</a:t>
            </a:r>
            <a:endParaRPr lang="zh-CN" altLang="en-US" sz="1200" b="1">
              <a:solidFill>
                <a:schemeClr val="bg1"/>
              </a:solidFill>
              <a:effectLst>
                <a:outerShdw blurRad="381000" algn="ctr" rotWithShape="0">
                  <a:prstClr val="black">
                    <a:alpha val="25000"/>
                  </a:prstClr>
                </a:outerShdw>
              </a:effectLst>
              <a:cs typeface="+mn-ea"/>
              <a:sym typeface="+mn-lt"/>
            </a:endParaRPr>
          </a:p>
        </p:txBody>
      </p:sp>
      <p:sp>
        <p:nvSpPr>
          <p:cNvPr id="16" name="矩形 15"/>
          <p:cNvSpPr/>
          <p:nvPr/>
        </p:nvSpPr>
        <p:spPr>
          <a:xfrm>
            <a:off x="11334115" y="5721985"/>
            <a:ext cx="440690" cy="76200"/>
          </a:xfrm>
          <a:prstGeom prst="rect">
            <a:avLst/>
          </a:prstGeom>
          <a:solidFill>
            <a:schemeClr val="bg1">
              <a:alpha val="62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ffectLst>
                <a:outerShdw blurRad="381000" algn="ctr" rotWithShape="0">
                  <a:prstClr val="black">
                    <a:alpha val="25000"/>
                  </a:prstClr>
                </a:outerShdw>
              </a:effectLst>
              <a:cs typeface="+mn-ea"/>
              <a:sym typeface="+mn-lt"/>
            </a:endParaRPr>
          </a:p>
        </p:txBody>
      </p:sp>
      <p:sp>
        <p:nvSpPr>
          <p:cNvPr id="6" name="文本框 5"/>
          <p:cNvSpPr txBox="1"/>
          <p:nvPr/>
        </p:nvSpPr>
        <p:spPr>
          <a:xfrm rot="5400000">
            <a:off x="9745942" y="3336668"/>
            <a:ext cx="3952874" cy="183515"/>
          </a:xfrm>
          <a:prstGeom prst="rect">
            <a:avLst/>
          </a:prstGeom>
          <a:noFill/>
        </p:spPr>
        <p:txBody>
          <a:bodyPr wrap="square" rtlCol="0">
            <a:spAutoFit/>
          </a:bodyPr>
          <a:lstStyle/>
          <a:p>
            <a:pPr algn="dist"/>
            <a:r>
              <a:rPr lang="en-US" altLang="zh-CN" sz="600">
                <a:solidFill>
                  <a:schemeClr val="bg1"/>
                </a:solidFill>
                <a:effectLst>
                  <a:outerShdw blurRad="381000" algn="ctr" rotWithShape="0">
                    <a:prstClr val="black">
                      <a:alpha val="25000"/>
                    </a:prstClr>
                  </a:outerShdw>
                </a:effectLst>
                <a:cs typeface="+mn-ea"/>
                <a:sym typeface="+mn-lt"/>
              </a:rPr>
              <a:t>DESIGNED BY IBOTU</a:t>
            </a:r>
          </a:p>
        </p:txBody>
      </p:sp>
      <p:sp>
        <p:nvSpPr>
          <p:cNvPr id="7" name="矩形 6"/>
          <p:cNvSpPr/>
          <p:nvPr/>
        </p:nvSpPr>
        <p:spPr>
          <a:xfrm>
            <a:off x="1557020" y="651510"/>
            <a:ext cx="6029325" cy="2975610"/>
          </a:xfrm>
          <a:prstGeom prst="rect">
            <a:avLst/>
          </a:prstGeom>
          <a:solidFill>
            <a:schemeClr val="bg1">
              <a:alpha val="11000"/>
            </a:schemeClr>
          </a:solidFill>
          <a:ln w="85725" cmpd="sng">
            <a:noFill/>
            <a:prstDash val="solid"/>
          </a:ln>
          <a:effectLst>
            <a:outerShdw blurRad="254000" dist="38100" dir="6120000" sx="104000" sy="104000" algn="tl" rotWithShape="0">
              <a:schemeClr val="bg1">
                <a:alpha val="3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矩形 31"/>
          <p:cNvSpPr/>
          <p:nvPr/>
        </p:nvSpPr>
        <p:spPr>
          <a:xfrm>
            <a:off x="4171315" y="1816735"/>
            <a:ext cx="6486525" cy="3499485"/>
          </a:xfrm>
          <a:prstGeom prst="rect">
            <a:avLst/>
          </a:prstGeom>
          <a:gradFill>
            <a:gsLst>
              <a:gs pos="0">
                <a:schemeClr val="tx2">
                  <a:lumMod val="75000"/>
                  <a:lumOff val="25000"/>
                  <a:alpha val="0"/>
                </a:schemeClr>
              </a:gs>
              <a:gs pos="86000">
                <a:schemeClr val="accent1">
                  <a:lumMod val="50000"/>
                  <a:alpha val="58000"/>
                </a:schemeClr>
              </a:gs>
            </a:gsLst>
            <a:lin ang="3600000" scaled="0"/>
          </a:gradFill>
          <a:ln w="85725" cmpd="sng">
            <a:noFill/>
            <a:prstDash val="solid"/>
          </a:ln>
          <a:effectLst>
            <a:outerShdw blurRad="254000" dist="38100" dir="6120000" sx="104000" sy="104000" algn="tl" rotWithShape="0">
              <a:srgbClr val="2D4875">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矩形: 圆角 18"/>
          <p:cNvSpPr/>
          <p:nvPr/>
        </p:nvSpPr>
        <p:spPr>
          <a:xfrm>
            <a:off x="4672330" y="4631055"/>
            <a:ext cx="2545080" cy="429895"/>
          </a:xfrm>
          <a:prstGeom prst="roundRect">
            <a:avLst>
              <a:gd name="adj" fmla="val 0"/>
            </a:avLst>
          </a:prstGeom>
          <a:noFill/>
          <a:ln w="28575">
            <a:solidFill>
              <a:schemeClr val="bg1">
                <a:alpha val="3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4714240" y="4601210"/>
            <a:ext cx="2468880" cy="461665"/>
          </a:xfrm>
          <a:prstGeom prst="rect">
            <a:avLst/>
          </a:prstGeom>
          <a:noFill/>
        </p:spPr>
        <p:txBody>
          <a:bodyPr wrap="square" rtlCol="0">
            <a:spAutoFit/>
          </a:bodyPr>
          <a:lstStyle/>
          <a:p>
            <a:pPr algn="ctr"/>
            <a:r>
              <a:rPr lang="zh-CN" altLang="en-US" sz="2400">
                <a:solidFill>
                  <a:srgbClr val="FFFFFF"/>
                </a:solidFill>
                <a:cs typeface="+mn-ea"/>
                <a:sym typeface="+mn-lt"/>
              </a:rPr>
              <a:t>XX</a:t>
            </a:r>
            <a:r>
              <a:rPr lang="en-US" altLang="zh-CN" sz="2400">
                <a:solidFill>
                  <a:srgbClr val="FFFFFF"/>
                </a:solidFill>
                <a:cs typeface="+mn-ea"/>
                <a:sym typeface="+mn-lt"/>
              </a:rPr>
              <a:t>PPT</a:t>
            </a:r>
          </a:p>
        </p:txBody>
      </p:sp>
      <p:sp>
        <p:nvSpPr>
          <p:cNvPr id="22" name="文本框 21"/>
          <p:cNvSpPr txBox="1"/>
          <p:nvPr/>
        </p:nvSpPr>
        <p:spPr>
          <a:xfrm>
            <a:off x="2539365" y="4132580"/>
            <a:ext cx="7099300" cy="183515"/>
          </a:xfrm>
          <a:prstGeom prst="rect">
            <a:avLst/>
          </a:prstGeom>
          <a:noFill/>
        </p:spPr>
        <p:txBody>
          <a:bodyPr wrap="square" rtlCol="0">
            <a:spAutoFit/>
          </a:bodyPr>
          <a:lstStyle/>
          <a:p>
            <a:pPr algn="dist"/>
            <a:r>
              <a:rPr lang="en-US" altLang="zh-CN" sz="600">
                <a:solidFill>
                  <a:schemeClr val="bg1"/>
                </a:solidFill>
                <a:cs typeface="+mn-ea"/>
                <a:sym typeface="+mn-lt"/>
              </a:rPr>
              <a:t>A SIMPLE AND NICE TEMPLATE HOPE YOU LIKE BY VITO RAY</a:t>
            </a:r>
          </a:p>
        </p:txBody>
      </p:sp>
      <p:cxnSp>
        <p:nvCxnSpPr>
          <p:cNvPr id="2" name="直接连接符 1"/>
          <p:cNvCxnSpPr/>
          <p:nvPr/>
        </p:nvCxnSpPr>
        <p:spPr>
          <a:xfrm flipH="1">
            <a:off x="2726690" y="4982210"/>
            <a:ext cx="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0" name="组合 29"/>
          <p:cNvGrpSpPr/>
          <p:nvPr/>
        </p:nvGrpSpPr>
        <p:grpSpPr>
          <a:xfrm>
            <a:off x="2176780" y="1158875"/>
            <a:ext cx="2094865" cy="2257425"/>
            <a:chOff x="3369" y="2936"/>
            <a:chExt cx="2653" cy="2882"/>
          </a:xfrm>
        </p:grpSpPr>
        <p:cxnSp>
          <p:nvCxnSpPr>
            <p:cNvPr id="24" name="直接连接符 23"/>
            <p:cNvCxnSpPr/>
            <p:nvPr/>
          </p:nvCxnSpPr>
          <p:spPr>
            <a:xfrm flipH="1" flipV="1">
              <a:off x="6011" y="2936"/>
              <a:ext cx="0" cy="598"/>
            </a:xfrm>
            <a:prstGeom prst="line">
              <a:avLst/>
            </a:prstGeom>
            <a:ln w="666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flipV="1">
              <a:off x="3369" y="5767"/>
              <a:ext cx="1181" cy="4"/>
            </a:xfrm>
            <a:prstGeom prst="line">
              <a:avLst/>
            </a:prstGeom>
            <a:ln w="666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3393" y="2936"/>
              <a:ext cx="12" cy="2882"/>
            </a:xfrm>
            <a:prstGeom prst="line">
              <a:avLst/>
            </a:prstGeom>
            <a:ln w="666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flipV="1">
              <a:off x="3389" y="2961"/>
              <a:ext cx="2633" cy="10"/>
            </a:xfrm>
            <a:prstGeom prst="line">
              <a:avLst/>
            </a:prstGeom>
            <a:ln w="666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31" name="椭圆 30"/>
          <p:cNvSpPr/>
          <p:nvPr/>
        </p:nvSpPr>
        <p:spPr>
          <a:xfrm rot="19080000">
            <a:off x="2817495" y="1812290"/>
            <a:ext cx="447675" cy="468630"/>
          </a:xfrm>
          <a:prstGeom prst="ellipse">
            <a:avLst/>
          </a:prstGeom>
          <a:gradFill>
            <a:gsLst>
              <a:gs pos="0">
                <a:schemeClr val="bg1"/>
              </a:gs>
              <a:gs pos="86000">
                <a:schemeClr val="bg1">
                  <a:lumMod val="95000"/>
                  <a:alpha val="1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descr="7b0a20202020227461726765744d6f64756c65223a20226b6f6e6c696e65666f6e7473220a7d0a"/>
          <p:cNvSpPr txBox="1"/>
          <p:nvPr/>
        </p:nvSpPr>
        <p:spPr>
          <a:xfrm>
            <a:off x="3109595" y="1826260"/>
            <a:ext cx="6126480" cy="2122805"/>
          </a:xfrm>
          <a:prstGeom prst="rect">
            <a:avLst/>
          </a:prstGeom>
          <a:noFill/>
        </p:spPr>
        <p:txBody>
          <a:bodyPr wrap="square" rtlCol="0">
            <a:spAutoFit/>
          </a:bodyPr>
          <a:lstStyle/>
          <a:p>
            <a:pPr algn="dist"/>
            <a:r>
              <a:rPr lang="en-US" altLang="zh-CN" sz="6600">
                <a:solidFill>
                  <a:schemeClr val="bg1"/>
                </a:solidFill>
                <a:effectLst/>
                <a:cs typeface="+mn-ea"/>
                <a:sym typeface="+mn-lt"/>
              </a:rPr>
              <a:t>BUSSINESS</a:t>
            </a:r>
          </a:p>
          <a:p>
            <a:pPr algn="dist"/>
            <a:r>
              <a:rPr lang="en-US" altLang="zh-CN" sz="6600">
                <a:solidFill>
                  <a:schemeClr val="bg1"/>
                </a:solidFill>
                <a:effectLst/>
                <a:cs typeface="+mn-ea"/>
                <a:sym typeface="+mn-lt"/>
              </a:rPr>
              <a:t>POWERPOINT</a:t>
            </a:r>
          </a:p>
        </p:txBody>
      </p:sp>
    </p:spTree>
    <p:custDataLst>
      <p:tags r:id="R3e545b65999b4c02"/>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arn(inVertical)">
                                      <p:cBhvr>
                                        <p:cTn id="7" dur="500"/>
                                        <p:tgtEl>
                                          <p:spTgt spid="30"/>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barn(inVertical)">
                                      <p:cBhvr>
                                        <p:cTn id="10" dur="500"/>
                                        <p:tgtEl>
                                          <p:spTgt spid="31"/>
                                        </p:tgtEl>
                                      </p:cBhvr>
                                    </p:animEffect>
                                  </p:childTnLst>
                                </p:cTn>
                              </p:par>
                            </p:childTnLst>
                          </p:cTn>
                        </p:par>
                        <p:par>
                          <p:cTn id="11" fill="hold" nodeType="afterGroup">
                            <p:stCondLst>
                              <p:cond delay="500"/>
                            </p:stCondLst>
                            <p:childTnLst>
                              <p:par>
                                <p:cTn id="12" presetID="55" presetClass="entr" presetSubtype="0"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1000" fill="hold"/>
                                        <p:tgtEl>
                                          <p:spTgt spid="8"/>
                                        </p:tgtEl>
                                        <p:attrNameLst>
                                          <p:attrName>ppt_w</p:attrName>
                                        </p:attrNameLst>
                                      </p:cBhvr>
                                      <p:tavLst>
                                        <p:tav tm="0">
                                          <p:val>
                                            <p:strVal val="#ppt_w*0.70"/>
                                          </p:val>
                                        </p:tav>
                                        <p:tav tm="100000">
                                          <p:val>
                                            <p:strVal val="#ppt_w"/>
                                          </p:val>
                                        </p:tav>
                                      </p:tavLst>
                                    </p:anim>
                                    <p:anim calcmode="lin" valueType="num">
                                      <p:cBhvr>
                                        <p:cTn id="15" dur="1000" fill="hold"/>
                                        <p:tgtEl>
                                          <p:spTgt spid="8"/>
                                        </p:tgtEl>
                                        <p:attrNameLst>
                                          <p:attrName>ppt_h</p:attrName>
                                        </p:attrNameLst>
                                      </p:cBhvr>
                                      <p:tavLst>
                                        <p:tav tm="0">
                                          <p:val>
                                            <p:strVal val="#ppt_h"/>
                                          </p:val>
                                        </p:tav>
                                        <p:tav tm="100000">
                                          <p:val>
                                            <p:strVal val="#ppt_h"/>
                                          </p:val>
                                        </p:tav>
                                      </p:tavLst>
                                    </p:anim>
                                    <p:animEffect transition="in" filter="fade">
                                      <p:cBhvr>
                                        <p:cTn id="16" dur="1000"/>
                                        <p:tgtEl>
                                          <p:spTgt spid="8"/>
                                        </p:tgtEl>
                                      </p:cBhvr>
                                    </p:animEffect>
                                  </p:childTnLst>
                                </p:cTn>
                              </p:par>
                              <p:par>
                                <p:cTn id="17" presetID="55"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1000" fill="hold"/>
                                        <p:tgtEl>
                                          <p:spTgt spid="12"/>
                                        </p:tgtEl>
                                        <p:attrNameLst>
                                          <p:attrName>ppt_w</p:attrName>
                                        </p:attrNameLst>
                                      </p:cBhvr>
                                      <p:tavLst>
                                        <p:tav tm="0">
                                          <p:val>
                                            <p:strVal val="#ppt_w*0.70"/>
                                          </p:val>
                                        </p:tav>
                                        <p:tav tm="100000">
                                          <p:val>
                                            <p:strVal val="#ppt_w"/>
                                          </p:val>
                                        </p:tav>
                                      </p:tavLst>
                                    </p:anim>
                                    <p:anim calcmode="lin" valueType="num">
                                      <p:cBhvr>
                                        <p:cTn id="20" dur="1000" fill="hold"/>
                                        <p:tgtEl>
                                          <p:spTgt spid="12"/>
                                        </p:tgtEl>
                                        <p:attrNameLst>
                                          <p:attrName>ppt_h</p:attrName>
                                        </p:attrNameLst>
                                      </p:cBhvr>
                                      <p:tavLst>
                                        <p:tav tm="0">
                                          <p:val>
                                            <p:strVal val="#ppt_h"/>
                                          </p:val>
                                        </p:tav>
                                        <p:tav tm="100000">
                                          <p:val>
                                            <p:strVal val="#ppt_h"/>
                                          </p:val>
                                        </p:tav>
                                      </p:tavLst>
                                    </p:anim>
                                    <p:animEffect transition="in" filter="fade">
                                      <p:cBhvr>
                                        <p:cTn id="21" dur="1000"/>
                                        <p:tgtEl>
                                          <p:spTgt spid="12"/>
                                        </p:tgtEl>
                                      </p:cBhvr>
                                    </p:animEffect>
                                  </p:childTnLst>
                                </p:cTn>
                              </p:par>
                              <p:par>
                                <p:cTn id="22" presetID="55"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p:cTn id="24" dur="1000" fill="hold"/>
                                        <p:tgtEl>
                                          <p:spTgt spid="13"/>
                                        </p:tgtEl>
                                        <p:attrNameLst>
                                          <p:attrName>ppt_w</p:attrName>
                                        </p:attrNameLst>
                                      </p:cBhvr>
                                      <p:tavLst>
                                        <p:tav tm="0">
                                          <p:val>
                                            <p:strVal val="#ppt_w*0.70"/>
                                          </p:val>
                                        </p:tav>
                                        <p:tav tm="100000">
                                          <p:val>
                                            <p:strVal val="#ppt_w"/>
                                          </p:val>
                                        </p:tav>
                                      </p:tavLst>
                                    </p:anim>
                                    <p:anim calcmode="lin" valueType="num">
                                      <p:cBhvr>
                                        <p:cTn id="25" dur="1000" fill="hold"/>
                                        <p:tgtEl>
                                          <p:spTgt spid="13"/>
                                        </p:tgtEl>
                                        <p:attrNameLst>
                                          <p:attrName>ppt_h</p:attrName>
                                        </p:attrNameLst>
                                      </p:cBhvr>
                                      <p:tavLst>
                                        <p:tav tm="0">
                                          <p:val>
                                            <p:strVal val="#ppt_h"/>
                                          </p:val>
                                        </p:tav>
                                        <p:tav tm="100000">
                                          <p:val>
                                            <p:strVal val="#ppt_h"/>
                                          </p:val>
                                        </p:tav>
                                      </p:tavLst>
                                    </p:anim>
                                    <p:animEffect transition="in" filter="fade">
                                      <p:cBhvr>
                                        <p:cTn id="26" dur="1000"/>
                                        <p:tgtEl>
                                          <p:spTgt spid="13"/>
                                        </p:tgtEl>
                                      </p:cBhvr>
                                    </p:animEffect>
                                  </p:childTnLst>
                                </p:cTn>
                              </p:par>
                              <p:par>
                                <p:cTn id="27" presetID="55"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strVal val="#ppt_w*0.70"/>
                                          </p:val>
                                        </p:tav>
                                        <p:tav tm="100000">
                                          <p:val>
                                            <p:strVal val="#ppt_w"/>
                                          </p:val>
                                        </p:tav>
                                      </p:tavLst>
                                    </p:anim>
                                    <p:anim calcmode="lin" valueType="num">
                                      <p:cBhvr>
                                        <p:cTn id="30" dur="1000" fill="hold"/>
                                        <p:tgtEl>
                                          <p:spTgt spid="14"/>
                                        </p:tgtEl>
                                        <p:attrNameLst>
                                          <p:attrName>ppt_h</p:attrName>
                                        </p:attrNameLst>
                                      </p:cBhvr>
                                      <p:tavLst>
                                        <p:tav tm="0">
                                          <p:val>
                                            <p:strVal val="#ppt_h"/>
                                          </p:val>
                                        </p:tav>
                                        <p:tav tm="100000">
                                          <p:val>
                                            <p:strVal val="#ppt_h"/>
                                          </p:val>
                                        </p:tav>
                                      </p:tavLst>
                                    </p:anim>
                                    <p:animEffect transition="in" filter="fade">
                                      <p:cBhvr>
                                        <p:cTn id="31" dur="1000"/>
                                        <p:tgtEl>
                                          <p:spTgt spid="14"/>
                                        </p:tgtEl>
                                      </p:cBhvr>
                                    </p:animEffect>
                                  </p:childTnLst>
                                </p:cTn>
                              </p:par>
                              <p:par>
                                <p:cTn id="32" presetID="55"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1000" fill="hold"/>
                                        <p:tgtEl>
                                          <p:spTgt spid="11"/>
                                        </p:tgtEl>
                                        <p:attrNameLst>
                                          <p:attrName>ppt_w</p:attrName>
                                        </p:attrNameLst>
                                      </p:cBhvr>
                                      <p:tavLst>
                                        <p:tav tm="0">
                                          <p:val>
                                            <p:strVal val="#ppt_w*0.70"/>
                                          </p:val>
                                        </p:tav>
                                        <p:tav tm="100000">
                                          <p:val>
                                            <p:strVal val="#ppt_w"/>
                                          </p:val>
                                        </p:tav>
                                      </p:tavLst>
                                    </p:anim>
                                    <p:anim calcmode="lin" valueType="num">
                                      <p:cBhvr>
                                        <p:cTn id="35" dur="1000" fill="hold"/>
                                        <p:tgtEl>
                                          <p:spTgt spid="11"/>
                                        </p:tgtEl>
                                        <p:attrNameLst>
                                          <p:attrName>ppt_h</p:attrName>
                                        </p:attrNameLst>
                                      </p:cBhvr>
                                      <p:tavLst>
                                        <p:tav tm="0">
                                          <p:val>
                                            <p:strVal val="#ppt_h"/>
                                          </p:val>
                                        </p:tav>
                                        <p:tav tm="100000">
                                          <p:val>
                                            <p:strVal val="#ppt_h"/>
                                          </p:val>
                                        </p:tav>
                                      </p:tavLst>
                                    </p:anim>
                                    <p:animEffect transition="in" filter="fade">
                                      <p:cBhvr>
                                        <p:cTn id="36" dur="1000"/>
                                        <p:tgtEl>
                                          <p:spTgt spid="11"/>
                                        </p:tgtEl>
                                      </p:cBhvr>
                                    </p:animEffect>
                                  </p:childTnLst>
                                </p:cTn>
                              </p:par>
                              <p:par>
                                <p:cTn id="37" presetID="55"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1000" fill="hold"/>
                                        <p:tgtEl>
                                          <p:spTgt spid="10"/>
                                        </p:tgtEl>
                                        <p:attrNameLst>
                                          <p:attrName>ppt_w</p:attrName>
                                        </p:attrNameLst>
                                      </p:cBhvr>
                                      <p:tavLst>
                                        <p:tav tm="0">
                                          <p:val>
                                            <p:strVal val="#ppt_w*0.70"/>
                                          </p:val>
                                        </p:tav>
                                        <p:tav tm="100000">
                                          <p:val>
                                            <p:strVal val="#ppt_w"/>
                                          </p:val>
                                        </p:tav>
                                      </p:tavLst>
                                    </p:anim>
                                    <p:anim calcmode="lin" valueType="num">
                                      <p:cBhvr>
                                        <p:cTn id="40" dur="1000" fill="hold"/>
                                        <p:tgtEl>
                                          <p:spTgt spid="10"/>
                                        </p:tgtEl>
                                        <p:attrNameLst>
                                          <p:attrName>ppt_h</p:attrName>
                                        </p:attrNameLst>
                                      </p:cBhvr>
                                      <p:tavLst>
                                        <p:tav tm="0">
                                          <p:val>
                                            <p:strVal val="#ppt_h"/>
                                          </p:val>
                                        </p:tav>
                                        <p:tav tm="100000">
                                          <p:val>
                                            <p:strVal val="#ppt_h"/>
                                          </p:val>
                                        </p:tav>
                                      </p:tavLst>
                                    </p:anim>
                                    <p:animEffect transition="in" filter="fade">
                                      <p:cBhvr>
                                        <p:cTn id="41" dur="1000"/>
                                        <p:tgtEl>
                                          <p:spTgt spid="10"/>
                                        </p:tgtEl>
                                      </p:cBhvr>
                                    </p:animEffect>
                                  </p:childTnLst>
                                </p:cTn>
                              </p:par>
                              <p:par>
                                <p:cTn id="42" presetID="55" presetClass="entr" presetSubtype="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p:cTn id="44" dur="1000" fill="hold"/>
                                        <p:tgtEl>
                                          <p:spTgt spid="9"/>
                                        </p:tgtEl>
                                        <p:attrNameLst>
                                          <p:attrName>ppt_w</p:attrName>
                                        </p:attrNameLst>
                                      </p:cBhvr>
                                      <p:tavLst>
                                        <p:tav tm="0">
                                          <p:val>
                                            <p:strVal val="#ppt_w*0.70"/>
                                          </p:val>
                                        </p:tav>
                                        <p:tav tm="100000">
                                          <p:val>
                                            <p:strVal val="#ppt_w"/>
                                          </p:val>
                                        </p:tav>
                                      </p:tavLst>
                                    </p:anim>
                                    <p:anim calcmode="lin" valueType="num">
                                      <p:cBhvr>
                                        <p:cTn id="45" dur="1000" fill="hold"/>
                                        <p:tgtEl>
                                          <p:spTgt spid="9"/>
                                        </p:tgtEl>
                                        <p:attrNameLst>
                                          <p:attrName>ppt_h</p:attrName>
                                        </p:attrNameLst>
                                      </p:cBhvr>
                                      <p:tavLst>
                                        <p:tav tm="0">
                                          <p:val>
                                            <p:strVal val="#ppt_h"/>
                                          </p:val>
                                        </p:tav>
                                        <p:tav tm="100000">
                                          <p:val>
                                            <p:strVal val="#ppt_h"/>
                                          </p:val>
                                        </p:tav>
                                      </p:tavLst>
                                    </p:anim>
                                    <p:animEffect transition="in" filter="fade">
                                      <p:cBhvr>
                                        <p:cTn id="46" dur="1000"/>
                                        <p:tgtEl>
                                          <p:spTgt spid="9"/>
                                        </p:tgtEl>
                                      </p:cBhvr>
                                    </p:animEffect>
                                  </p:childTnLst>
                                </p:cTn>
                              </p:par>
                              <p:par>
                                <p:cTn id="47" presetID="55" presetClass="entr" presetSubtype="0" fill="hold" grpId="0" nodeType="withEffect">
                                  <p:stCondLst>
                                    <p:cond delay="0"/>
                                  </p:stCondLst>
                                  <p:childTnLst>
                                    <p:set>
                                      <p:cBhvr>
                                        <p:cTn id="48" dur="1" fill="hold">
                                          <p:stCondLst>
                                            <p:cond delay="0"/>
                                          </p:stCondLst>
                                        </p:cTn>
                                        <p:tgtEl>
                                          <p:spTgt spid="6"/>
                                        </p:tgtEl>
                                        <p:attrNameLst>
                                          <p:attrName>style.visibility</p:attrName>
                                        </p:attrNameLst>
                                      </p:cBhvr>
                                      <p:to>
                                        <p:strVal val="visible"/>
                                      </p:to>
                                    </p:set>
                                    <p:anim calcmode="lin" valueType="num">
                                      <p:cBhvr>
                                        <p:cTn id="49" dur="1000" fill="hold"/>
                                        <p:tgtEl>
                                          <p:spTgt spid="6"/>
                                        </p:tgtEl>
                                        <p:attrNameLst>
                                          <p:attrName>ppt_w</p:attrName>
                                        </p:attrNameLst>
                                      </p:cBhvr>
                                      <p:tavLst>
                                        <p:tav tm="0">
                                          <p:val>
                                            <p:strVal val="#ppt_w*0.70"/>
                                          </p:val>
                                        </p:tav>
                                        <p:tav tm="100000">
                                          <p:val>
                                            <p:strVal val="#ppt_w"/>
                                          </p:val>
                                        </p:tav>
                                      </p:tavLst>
                                    </p:anim>
                                    <p:anim calcmode="lin" valueType="num">
                                      <p:cBhvr>
                                        <p:cTn id="50" dur="1000" fill="hold"/>
                                        <p:tgtEl>
                                          <p:spTgt spid="6"/>
                                        </p:tgtEl>
                                        <p:attrNameLst>
                                          <p:attrName>ppt_h</p:attrName>
                                        </p:attrNameLst>
                                      </p:cBhvr>
                                      <p:tavLst>
                                        <p:tav tm="0">
                                          <p:val>
                                            <p:strVal val="#ppt_h"/>
                                          </p:val>
                                        </p:tav>
                                        <p:tav tm="100000">
                                          <p:val>
                                            <p:strVal val="#ppt_h"/>
                                          </p:val>
                                        </p:tav>
                                      </p:tavLst>
                                    </p:anim>
                                    <p:animEffect transition="in" filter="fade">
                                      <p:cBhvr>
                                        <p:cTn id="51" dur="1000"/>
                                        <p:tgtEl>
                                          <p:spTgt spid="6"/>
                                        </p:tgtEl>
                                      </p:cBhvr>
                                    </p:animEffect>
                                  </p:childTnLst>
                                </p:cTn>
                              </p:par>
                              <p:par>
                                <p:cTn id="52" presetID="55" presetClass="entr" presetSubtype="0"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p:cTn id="54" dur="1000" fill="hold"/>
                                        <p:tgtEl>
                                          <p:spTgt spid="16"/>
                                        </p:tgtEl>
                                        <p:attrNameLst>
                                          <p:attrName>ppt_w</p:attrName>
                                        </p:attrNameLst>
                                      </p:cBhvr>
                                      <p:tavLst>
                                        <p:tav tm="0">
                                          <p:val>
                                            <p:strVal val="#ppt_w*0.70"/>
                                          </p:val>
                                        </p:tav>
                                        <p:tav tm="100000">
                                          <p:val>
                                            <p:strVal val="#ppt_w"/>
                                          </p:val>
                                        </p:tav>
                                      </p:tavLst>
                                    </p:anim>
                                    <p:anim calcmode="lin" valueType="num">
                                      <p:cBhvr>
                                        <p:cTn id="55" dur="1000" fill="hold"/>
                                        <p:tgtEl>
                                          <p:spTgt spid="16"/>
                                        </p:tgtEl>
                                        <p:attrNameLst>
                                          <p:attrName>ppt_h</p:attrName>
                                        </p:attrNameLst>
                                      </p:cBhvr>
                                      <p:tavLst>
                                        <p:tav tm="0">
                                          <p:val>
                                            <p:strVal val="#ppt_h"/>
                                          </p:val>
                                        </p:tav>
                                        <p:tav tm="100000">
                                          <p:val>
                                            <p:strVal val="#ppt_h"/>
                                          </p:val>
                                        </p:tav>
                                      </p:tavLst>
                                    </p:anim>
                                    <p:animEffect transition="in" filter="fade">
                                      <p:cBhvr>
                                        <p:cTn id="56" dur="1000"/>
                                        <p:tgtEl>
                                          <p:spTgt spid="16"/>
                                        </p:tgtEl>
                                      </p:cBhvr>
                                    </p:animEffect>
                                  </p:childTnLst>
                                </p:cTn>
                              </p:par>
                            </p:childTnLst>
                          </p:cTn>
                        </p:par>
                        <p:par>
                          <p:cTn id="57" fill="hold" nodeType="afterGroup">
                            <p:stCondLst>
                              <p:cond delay="1500"/>
                            </p:stCondLst>
                            <p:childTnLst>
                              <p:par>
                                <p:cTn id="58" presetID="3" presetClass="entr" presetSubtype="10" fill="hold" grpId="0" nodeType="after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blinds(horizontal)">
                                      <p:cBhvr>
                                        <p:cTn id="60" dur="500"/>
                                        <p:tgtEl>
                                          <p:spTgt spid="7"/>
                                        </p:tgtEl>
                                      </p:cBhvr>
                                    </p:animEffect>
                                  </p:childTnLst>
                                </p:cTn>
                              </p:par>
                            </p:childTnLst>
                          </p:cTn>
                        </p:par>
                        <p:par>
                          <p:cTn id="61" fill="hold" nodeType="afterGroup">
                            <p:stCondLst>
                              <p:cond delay="2000"/>
                            </p:stCondLst>
                            <p:childTnLst>
                              <p:par>
                                <p:cTn id="62" presetID="3" presetClass="entr" presetSubtype="10" fill="hold" grpId="0" nodeType="after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blinds(horizontal)">
                                      <p:cBhvr>
                                        <p:cTn id="64" dur="500"/>
                                        <p:tgtEl>
                                          <p:spTgt spid="32"/>
                                        </p:tgtEl>
                                      </p:cBhvr>
                                    </p:animEffect>
                                  </p:childTnLst>
                                </p:cTn>
                              </p:par>
                            </p:childTnLst>
                          </p:cTn>
                        </p:par>
                        <p:par>
                          <p:cTn id="65" fill="hold" nodeType="afterGroup">
                            <p:stCondLst>
                              <p:cond delay="2500"/>
                            </p:stCondLst>
                            <p:childTnLst>
                              <p:par>
                                <p:cTn id="66" presetID="55" presetClass="entr" presetSubtype="0" fill="hold" grpId="0" nodeType="afterEffect">
                                  <p:stCondLst>
                                    <p:cond delay="0"/>
                                  </p:stCondLst>
                                  <p:childTnLst>
                                    <p:set>
                                      <p:cBhvr>
                                        <p:cTn id="67" dur="1" fill="hold">
                                          <p:stCondLst>
                                            <p:cond delay="0"/>
                                          </p:stCondLst>
                                        </p:cTn>
                                        <p:tgtEl>
                                          <p:spTgt spid="17"/>
                                        </p:tgtEl>
                                        <p:attrNameLst>
                                          <p:attrName>style.visibility</p:attrName>
                                        </p:attrNameLst>
                                      </p:cBhvr>
                                      <p:to>
                                        <p:strVal val="visible"/>
                                      </p:to>
                                    </p:set>
                                    <p:anim calcmode="lin" valueType="num">
                                      <p:cBhvr>
                                        <p:cTn id="68" dur="1000" fill="hold"/>
                                        <p:tgtEl>
                                          <p:spTgt spid="17"/>
                                        </p:tgtEl>
                                        <p:attrNameLst>
                                          <p:attrName>ppt_w</p:attrName>
                                        </p:attrNameLst>
                                      </p:cBhvr>
                                      <p:tavLst>
                                        <p:tav tm="0">
                                          <p:val>
                                            <p:strVal val="#ppt_w*0.70"/>
                                          </p:val>
                                        </p:tav>
                                        <p:tav tm="100000">
                                          <p:val>
                                            <p:strVal val="#ppt_w"/>
                                          </p:val>
                                        </p:tav>
                                      </p:tavLst>
                                    </p:anim>
                                    <p:anim calcmode="lin" valueType="num">
                                      <p:cBhvr>
                                        <p:cTn id="69" dur="1000" fill="hold"/>
                                        <p:tgtEl>
                                          <p:spTgt spid="17"/>
                                        </p:tgtEl>
                                        <p:attrNameLst>
                                          <p:attrName>ppt_h</p:attrName>
                                        </p:attrNameLst>
                                      </p:cBhvr>
                                      <p:tavLst>
                                        <p:tav tm="0">
                                          <p:val>
                                            <p:strVal val="#ppt_h"/>
                                          </p:val>
                                        </p:tav>
                                        <p:tav tm="100000">
                                          <p:val>
                                            <p:strVal val="#ppt_h"/>
                                          </p:val>
                                        </p:tav>
                                      </p:tavLst>
                                    </p:anim>
                                    <p:animEffect transition="in" filter="fade">
                                      <p:cBhvr>
                                        <p:cTn id="70" dur="1000"/>
                                        <p:tgtEl>
                                          <p:spTgt spid="17"/>
                                        </p:tgtEl>
                                      </p:cBhvr>
                                    </p:animEffect>
                                  </p:childTnLst>
                                </p:cTn>
                              </p:par>
                              <p:par>
                                <p:cTn id="71" presetID="55" presetClass="entr" presetSubtype="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anim calcmode="lin" valueType="num">
                                      <p:cBhvr>
                                        <p:cTn id="73" dur="1000" fill="hold"/>
                                        <p:tgtEl>
                                          <p:spTgt spid="22"/>
                                        </p:tgtEl>
                                        <p:attrNameLst>
                                          <p:attrName>ppt_w</p:attrName>
                                        </p:attrNameLst>
                                      </p:cBhvr>
                                      <p:tavLst>
                                        <p:tav tm="0">
                                          <p:val>
                                            <p:strVal val="#ppt_w*0.70"/>
                                          </p:val>
                                        </p:tav>
                                        <p:tav tm="100000">
                                          <p:val>
                                            <p:strVal val="#ppt_w"/>
                                          </p:val>
                                        </p:tav>
                                      </p:tavLst>
                                    </p:anim>
                                    <p:anim calcmode="lin" valueType="num">
                                      <p:cBhvr>
                                        <p:cTn id="74" dur="1000" fill="hold"/>
                                        <p:tgtEl>
                                          <p:spTgt spid="22"/>
                                        </p:tgtEl>
                                        <p:attrNameLst>
                                          <p:attrName>ppt_h</p:attrName>
                                        </p:attrNameLst>
                                      </p:cBhvr>
                                      <p:tavLst>
                                        <p:tav tm="0">
                                          <p:val>
                                            <p:strVal val="#ppt_h"/>
                                          </p:val>
                                        </p:tav>
                                        <p:tav tm="100000">
                                          <p:val>
                                            <p:strVal val="#ppt_h"/>
                                          </p:val>
                                        </p:tav>
                                      </p:tavLst>
                                    </p:anim>
                                    <p:animEffect transition="in" filter="fade">
                                      <p:cBhvr>
                                        <p:cTn id="75" dur="1000"/>
                                        <p:tgtEl>
                                          <p:spTgt spid="22"/>
                                        </p:tgtEl>
                                      </p:cBhvr>
                                    </p:animEffect>
                                  </p:childTnLst>
                                </p:cTn>
                              </p:par>
                            </p:childTnLst>
                          </p:cTn>
                        </p:par>
                        <p:par>
                          <p:cTn id="76" fill="hold" nodeType="afterGroup">
                            <p:stCondLst>
                              <p:cond delay="3500"/>
                            </p:stCondLst>
                            <p:childTnLst>
                              <p:par>
                                <p:cTn id="77" presetID="42" presetClass="entr" presetSubtype="0" fill="hold" grpId="0" nodeType="after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1000"/>
                                        <p:tgtEl>
                                          <p:spTgt spid="19"/>
                                        </p:tgtEl>
                                      </p:cBhvr>
                                    </p:animEffect>
                                    <p:anim calcmode="lin" valueType="num">
                                      <p:cBhvr>
                                        <p:cTn id="80" dur="1000" fill="hold"/>
                                        <p:tgtEl>
                                          <p:spTgt spid="19"/>
                                        </p:tgtEl>
                                        <p:attrNameLst>
                                          <p:attrName>ppt_x</p:attrName>
                                        </p:attrNameLst>
                                      </p:cBhvr>
                                      <p:tavLst>
                                        <p:tav tm="0">
                                          <p:val>
                                            <p:strVal val="#ppt_x"/>
                                          </p:val>
                                        </p:tav>
                                        <p:tav tm="100000">
                                          <p:val>
                                            <p:strVal val="#ppt_x"/>
                                          </p:val>
                                        </p:tav>
                                      </p:tavLst>
                                    </p:anim>
                                    <p:anim calcmode="lin" valueType="num">
                                      <p:cBhvr>
                                        <p:cTn id="81" dur="1000" fill="hold"/>
                                        <p:tgtEl>
                                          <p:spTgt spid="19"/>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5"/>
                                        </p:tgtEl>
                                        <p:attrNameLst>
                                          <p:attrName>style.visibility</p:attrName>
                                        </p:attrNameLst>
                                      </p:cBhvr>
                                      <p:to>
                                        <p:strVal val="visible"/>
                                      </p:to>
                                    </p:set>
                                    <p:animEffect transition="in" filter="fade">
                                      <p:cBhvr>
                                        <p:cTn id="84" dur="1000"/>
                                        <p:tgtEl>
                                          <p:spTgt spid="15"/>
                                        </p:tgtEl>
                                      </p:cBhvr>
                                    </p:animEffect>
                                    <p:anim calcmode="lin" valueType="num">
                                      <p:cBhvr>
                                        <p:cTn id="85" dur="1000" fill="hold"/>
                                        <p:tgtEl>
                                          <p:spTgt spid="15"/>
                                        </p:tgtEl>
                                        <p:attrNameLst>
                                          <p:attrName>ppt_x</p:attrName>
                                        </p:attrNameLst>
                                      </p:cBhvr>
                                      <p:tavLst>
                                        <p:tav tm="0">
                                          <p:val>
                                            <p:strVal val="#ppt_x"/>
                                          </p:val>
                                        </p:tav>
                                        <p:tav tm="100000">
                                          <p:val>
                                            <p:strVal val="#ppt_x"/>
                                          </p:val>
                                        </p:tav>
                                      </p:tavLst>
                                    </p:anim>
                                    <p:anim calcmode="lin" valueType="num">
                                      <p:cBhvr>
                                        <p:cTn id="8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ldLvl="0" animBg="1"/>
      <p:bldP spid="10" grpId="0"/>
      <p:bldP spid="11" grpId="0"/>
      <p:bldP spid="12" grpId="0" bldLvl="0" animBg="1"/>
      <p:bldP spid="13" grpId="0"/>
      <p:bldP spid="14" grpId="0"/>
      <p:bldP spid="16" grpId="0" bldLvl="0" animBg="1"/>
      <p:bldP spid="6" grpId="0"/>
      <p:bldP spid="7" grpId="0" bldLvl="0" animBg="1"/>
      <p:bldP spid="32" grpId="0" bldLvl="0" animBg="1"/>
      <p:bldP spid="19" grpId="0" bldLvl="0" animBg="1"/>
      <p:bldP spid="15" grpId="0"/>
      <p:bldP spid="22" grpId="0"/>
      <p:bldP spid="31" grpId="0" animBg="1"/>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59b77bab208b0"/>
          <p:cNvPicPr>
            <a:picLocks noChangeAspect="1"/>
          </p:cNvPicPr>
          <p:nvPr/>
        </p:nvPicPr>
        <p:blipFill>
          <a:blip r:embed="R075158666634466a"/>
          <a:stretch>
            <a:fillRect/>
          </a:stretch>
        </p:blipFill>
        <p:spPr>
          <a:xfrm>
            <a:off x="0" y="0"/>
            <a:ext cx="12184380" cy="6857365"/>
          </a:xfrm>
          <a:prstGeom prst="rect">
            <a:avLst/>
          </a:prstGeom>
        </p:spPr>
      </p:pic>
      <p:sp>
        <p:nvSpPr>
          <p:cNvPr id="5" name="矩形 4"/>
          <p:cNvSpPr/>
          <p:nvPr/>
        </p:nvSpPr>
        <p:spPr>
          <a:xfrm>
            <a:off x="0" y="-18415"/>
            <a:ext cx="12211050" cy="6894830"/>
          </a:xfrm>
          <a:prstGeom prst="rect">
            <a:avLst/>
          </a:prstGeom>
          <a:gradFill>
            <a:gsLst>
              <a:gs pos="0">
                <a:schemeClr val="tx2">
                  <a:lumMod val="75000"/>
                  <a:lumOff val="25000"/>
                  <a:alpha val="0"/>
                </a:schemeClr>
              </a:gs>
              <a:gs pos="86000">
                <a:schemeClr val="accent1">
                  <a:lumMod val="50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文本框 7"/>
          <p:cNvSpPr txBox="1"/>
          <p:nvPr/>
        </p:nvSpPr>
        <p:spPr>
          <a:xfrm rot="5400000">
            <a:off x="-1520228" y="3336668"/>
            <a:ext cx="3952874" cy="183515"/>
          </a:xfrm>
          <a:prstGeom prst="rect">
            <a:avLst/>
          </a:prstGeom>
          <a:noFill/>
        </p:spPr>
        <p:txBody>
          <a:bodyPr wrap="square" rtlCol="0">
            <a:spAutoFit/>
          </a:bodyPr>
          <a:lstStyle/>
          <a:p>
            <a:pPr algn="dist"/>
            <a:r>
              <a:rPr lang="en-US" altLang="zh-CN" sz="600">
                <a:solidFill>
                  <a:schemeClr val="bg1"/>
                </a:solidFill>
                <a:effectLst>
                  <a:outerShdw blurRad="381000" algn="ctr" rotWithShape="0">
                    <a:prstClr val="black">
                      <a:alpha val="25000"/>
                    </a:prstClr>
                  </a:outerShdw>
                </a:effectLst>
                <a:cs typeface="+mn-ea"/>
                <a:sym typeface="+mn-lt"/>
              </a:rPr>
              <a:t>DESIGNED BY IBOTU</a:t>
            </a:r>
          </a:p>
        </p:txBody>
      </p:sp>
      <p:sp>
        <p:nvSpPr>
          <p:cNvPr id="9" name="图文框 8"/>
          <p:cNvSpPr/>
          <p:nvPr/>
        </p:nvSpPr>
        <p:spPr>
          <a:xfrm>
            <a:off x="11296103" y="426488"/>
            <a:ext cx="517962" cy="517962"/>
          </a:xfrm>
          <a:prstGeom prst="frame">
            <a:avLst>
              <a:gd name="adj1" fmla="val 5842"/>
            </a:avLst>
          </a:prstGeom>
          <a:solidFill>
            <a:schemeClr val="accent1">
              <a:lumMod val="75000"/>
              <a:alpha val="30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92360" y="4670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94051" y="6515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sp>
        <p:nvSpPr>
          <p:cNvPr id="12" name="矩形 11"/>
          <p:cNvSpPr/>
          <p:nvPr/>
        </p:nvSpPr>
        <p:spPr>
          <a:xfrm>
            <a:off x="405679" y="1011726"/>
            <a:ext cx="517962" cy="45719"/>
          </a:xfrm>
          <a:prstGeom prst="rect">
            <a:avLst/>
          </a:prstGeom>
          <a:gradFill>
            <a:gsLst>
              <a:gs pos="50000">
                <a:schemeClr val="accent1">
                  <a:lumMod val="75000"/>
                  <a:alpha val="27000"/>
                </a:schemeClr>
              </a:gs>
              <a:gs pos="0">
                <a:schemeClr val="bg1">
                  <a:lumMod val="95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3" name="文本框 12"/>
          <p:cNvSpPr txBox="1"/>
          <p:nvPr/>
        </p:nvSpPr>
        <p:spPr>
          <a:xfrm>
            <a:off x="320843" y="426488"/>
            <a:ext cx="1060425" cy="533400"/>
          </a:xfrm>
          <a:prstGeom prst="rect">
            <a:avLst/>
          </a:prstGeom>
          <a:noFill/>
        </p:spPr>
        <p:txBody>
          <a:bodyPr wrap="square" rtlCol="0">
            <a:spAutoFit/>
          </a:bodyPr>
          <a:lstStyle/>
          <a:p>
            <a:pPr>
              <a:lnSpc>
                <a:spcPct val="120000"/>
              </a:lnSpc>
            </a:pPr>
            <a:r>
              <a:rPr lang="en-US" altLang="zh-CN" sz="1200" b="1">
                <a:solidFill>
                  <a:schemeClr val="accent1">
                    <a:lumMod val="75000"/>
                    <a:alpha val="50000"/>
                  </a:schemeClr>
                </a:solidFill>
                <a:effectLst>
                  <a:outerShdw blurRad="381000" algn="ctr" rotWithShape="0">
                    <a:prstClr val="black">
                      <a:alpha val="25000"/>
                    </a:prstClr>
                  </a:outerShdw>
                </a:effectLst>
                <a:cs typeface="+mn-ea"/>
                <a:sym typeface="+mn-lt"/>
              </a:rPr>
              <a:t>HEY</a:t>
            </a:r>
          </a:p>
          <a:p>
            <a:pPr>
              <a:lnSpc>
                <a:spcPct val="120000"/>
              </a:lnSpc>
            </a:pPr>
            <a:r>
              <a:rPr lang="en-US" altLang="zh-CN" sz="1200" b="1">
                <a:solidFill>
                  <a:schemeClr val="accent1">
                    <a:lumMod val="75000"/>
                    <a:alpha val="50000"/>
                  </a:schemeClr>
                </a:solidFill>
                <a:effectLst>
                  <a:outerShdw blurRad="381000" algn="ctr" rotWithShape="0">
                    <a:prstClr val="black">
                      <a:alpha val="25000"/>
                    </a:prstClr>
                  </a:outerShdw>
                </a:effectLst>
                <a:cs typeface="+mn-ea"/>
                <a:sym typeface="+mn-lt"/>
              </a:rPr>
              <a:t>WAKE UP!</a:t>
            </a:r>
          </a:p>
        </p:txBody>
      </p:sp>
      <p:sp>
        <p:nvSpPr>
          <p:cNvPr id="14" name="文本框 13"/>
          <p:cNvSpPr txBox="1"/>
          <p:nvPr/>
        </p:nvSpPr>
        <p:spPr>
          <a:xfrm>
            <a:off x="200078" y="5610246"/>
            <a:ext cx="1060426" cy="533400"/>
          </a:xfrm>
          <a:prstGeom prst="rect">
            <a:avLst/>
          </a:prstGeom>
          <a:noFill/>
        </p:spPr>
        <p:txBody>
          <a:bodyPr wrap="square" rtlCol="0">
            <a:spAutoFit/>
          </a:bodyPr>
          <a:lstStyle/>
          <a:p>
            <a:pPr>
              <a:lnSpc>
                <a:spcPct val="120000"/>
              </a:lnSpc>
            </a:pPr>
            <a:r>
              <a:rPr lang="en-US" altLang="zh-CN" sz="1200" b="1">
                <a:solidFill>
                  <a:schemeClr val="bg1"/>
                </a:solidFill>
                <a:effectLst>
                  <a:outerShdw blurRad="381000" algn="ctr" rotWithShape="0">
                    <a:prstClr val="black">
                      <a:alpha val="25000"/>
                    </a:prstClr>
                  </a:outerShdw>
                </a:effectLst>
                <a:cs typeface="+mn-ea"/>
                <a:sym typeface="+mn-lt"/>
              </a:rPr>
              <a:t>DO SOME</a:t>
            </a:r>
          </a:p>
          <a:p>
            <a:pPr>
              <a:lnSpc>
                <a:spcPct val="120000"/>
              </a:lnSpc>
            </a:pPr>
            <a:r>
              <a:rPr lang="en-US" altLang="zh-CN" sz="1200" b="1">
                <a:solidFill>
                  <a:schemeClr val="bg1"/>
                </a:solidFill>
                <a:effectLst>
                  <a:outerShdw blurRad="381000" algn="ctr" rotWithShape="0">
                    <a:prstClr val="black">
                      <a:alpha val="25000"/>
                    </a:prstClr>
                  </a:outerShdw>
                </a:effectLst>
                <a:cs typeface="+mn-ea"/>
                <a:sym typeface="+mn-lt"/>
              </a:rPr>
              <a:t>THINGS!</a:t>
            </a:r>
            <a:endParaRPr lang="zh-CN" altLang="en-US" sz="1200" b="1">
              <a:solidFill>
                <a:schemeClr val="bg1"/>
              </a:solidFill>
              <a:effectLst>
                <a:outerShdw blurRad="381000" algn="ctr" rotWithShape="0">
                  <a:prstClr val="black">
                    <a:alpha val="25000"/>
                  </a:prstClr>
                </a:outerShdw>
              </a:effectLst>
              <a:cs typeface="+mn-ea"/>
              <a:sym typeface="+mn-lt"/>
            </a:endParaRPr>
          </a:p>
        </p:txBody>
      </p:sp>
      <p:sp>
        <p:nvSpPr>
          <p:cNvPr id="16" name="矩形 15"/>
          <p:cNvSpPr/>
          <p:nvPr/>
        </p:nvSpPr>
        <p:spPr>
          <a:xfrm>
            <a:off x="11334115" y="5721985"/>
            <a:ext cx="440690" cy="76200"/>
          </a:xfrm>
          <a:prstGeom prst="rect">
            <a:avLst/>
          </a:prstGeom>
          <a:solidFill>
            <a:schemeClr val="bg1">
              <a:alpha val="62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ffectLst>
                <a:outerShdw blurRad="381000" algn="ctr" rotWithShape="0">
                  <a:prstClr val="black">
                    <a:alpha val="25000"/>
                  </a:prstClr>
                </a:outerShdw>
              </a:effectLst>
              <a:cs typeface="+mn-ea"/>
              <a:sym typeface="+mn-lt"/>
            </a:endParaRPr>
          </a:p>
        </p:txBody>
      </p:sp>
      <p:sp>
        <p:nvSpPr>
          <p:cNvPr id="6" name="文本框 5"/>
          <p:cNvSpPr txBox="1"/>
          <p:nvPr/>
        </p:nvSpPr>
        <p:spPr>
          <a:xfrm rot="5400000">
            <a:off x="9745942" y="3336668"/>
            <a:ext cx="3952874" cy="183515"/>
          </a:xfrm>
          <a:prstGeom prst="rect">
            <a:avLst/>
          </a:prstGeom>
          <a:noFill/>
        </p:spPr>
        <p:txBody>
          <a:bodyPr wrap="square" rtlCol="0">
            <a:spAutoFit/>
          </a:bodyPr>
          <a:lstStyle/>
          <a:p>
            <a:pPr algn="dist"/>
            <a:r>
              <a:rPr lang="en-US" altLang="zh-CN" sz="600">
                <a:solidFill>
                  <a:schemeClr val="bg1"/>
                </a:solidFill>
                <a:effectLst>
                  <a:outerShdw blurRad="381000" algn="ctr" rotWithShape="0">
                    <a:prstClr val="black">
                      <a:alpha val="25000"/>
                    </a:prstClr>
                  </a:outerShdw>
                </a:effectLst>
                <a:cs typeface="+mn-ea"/>
                <a:sym typeface="+mn-lt"/>
              </a:rPr>
              <a:t>DESIGNED BY IBOTU</a:t>
            </a:r>
          </a:p>
        </p:txBody>
      </p:sp>
      <p:sp>
        <p:nvSpPr>
          <p:cNvPr id="28" name="矩形 27"/>
          <p:cNvSpPr/>
          <p:nvPr/>
        </p:nvSpPr>
        <p:spPr>
          <a:xfrm>
            <a:off x="4331970" y="1285875"/>
            <a:ext cx="3501390" cy="796290"/>
          </a:xfrm>
          <a:prstGeom prst="rect">
            <a:avLst/>
          </a:prstGeom>
          <a:noFill/>
          <a:ln w="63500" cmpd="sng">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文本框 29"/>
          <p:cNvSpPr txBox="1"/>
          <p:nvPr/>
        </p:nvSpPr>
        <p:spPr>
          <a:xfrm>
            <a:off x="5193030" y="1361440"/>
            <a:ext cx="1922780" cy="645160"/>
          </a:xfrm>
          <a:prstGeom prst="rect">
            <a:avLst/>
          </a:prstGeom>
          <a:noFill/>
        </p:spPr>
        <p:txBody>
          <a:bodyPr wrap="square" rtlCol="0">
            <a:spAutoFit/>
          </a:bodyPr>
          <a:lstStyle/>
          <a:p>
            <a:pPr algn="dist"/>
            <a:r>
              <a:rPr lang="zh-CN" altLang="en-US" sz="3600">
                <a:solidFill>
                  <a:schemeClr val="bg1"/>
                </a:solidFill>
                <a:effectLst/>
                <a:cs typeface="+mn-ea"/>
                <a:sym typeface="+mn-lt"/>
              </a:rPr>
              <a:t>目录</a:t>
            </a:r>
          </a:p>
        </p:txBody>
      </p:sp>
      <p:grpSp>
        <p:nvGrpSpPr>
          <p:cNvPr id="37" name="组合 36"/>
          <p:cNvGrpSpPr/>
          <p:nvPr/>
        </p:nvGrpSpPr>
        <p:grpSpPr>
          <a:xfrm>
            <a:off x="1950720" y="2748915"/>
            <a:ext cx="7938770" cy="1826895"/>
            <a:chOff x="3072" y="4329"/>
            <a:chExt cx="12502" cy="2877"/>
          </a:xfrm>
        </p:grpSpPr>
        <p:grpSp>
          <p:nvGrpSpPr>
            <p:cNvPr id="3" name="组合 2"/>
            <p:cNvGrpSpPr/>
            <p:nvPr/>
          </p:nvGrpSpPr>
          <p:grpSpPr>
            <a:xfrm>
              <a:off x="3072" y="4404"/>
              <a:ext cx="1347" cy="1161"/>
              <a:chOff x="1728074" y="2700338"/>
              <a:chExt cx="855106" cy="736995"/>
            </a:xfrm>
          </p:grpSpPr>
          <p:grpSp>
            <p:nvGrpSpPr>
              <p:cNvPr id="18" name="组合 17"/>
              <p:cNvGrpSpPr/>
              <p:nvPr/>
            </p:nvGrpSpPr>
            <p:grpSpPr>
              <a:xfrm rot="10800000">
                <a:off x="1787130" y="2700338"/>
                <a:ext cx="736995" cy="736995"/>
                <a:chOff x="1448992" y="2928938"/>
                <a:chExt cx="733425" cy="733425"/>
              </a:xfrm>
            </p:grpSpPr>
            <p:sp>
              <p:nvSpPr>
                <p:cNvPr id="21" name="椭圆 20"/>
                <p:cNvSpPr/>
                <p:nvPr/>
              </p:nvSpPr>
              <p:spPr>
                <a:xfrm>
                  <a:off x="1520430" y="3000376"/>
                  <a:ext cx="590550" cy="590550"/>
                </a:xfrm>
                <a:prstGeom prst="ellipse">
                  <a:avLst/>
                </a:prstGeom>
                <a:noFill/>
                <a:ln w="12700">
                  <a:gradFill>
                    <a:gsLst>
                      <a:gs pos="0">
                        <a:schemeClr val="accent1">
                          <a:lumMod val="5000"/>
                          <a:lumOff val="95000"/>
                        </a:schemeClr>
                      </a:gs>
                      <a:gs pos="93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23" name="椭圆 22"/>
                <p:cNvSpPr/>
                <p:nvPr/>
              </p:nvSpPr>
              <p:spPr>
                <a:xfrm rot="10800000">
                  <a:off x="1448992" y="2928938"/>
                  <a:ext cx="733425" cy="733425"/>
                </a:xfrm>
                <a:prstGeom prst="ellipse">
                  <a:avLst/>
                </a:prstGeom>
                <a:noFill/>
                <a:ln w="12700">
                  <a:gradFill>
                    <a:gsLst>
                      <a:gs pos="0">
                        <a:schemeClr val="accent1">
                          <a:lumMod val="5000"/>
                          <a:lumOff val="95000"/>
                        </a:schemeClr>
                      </a:gs>
                      <a:gs pos="93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grpSp>
          <p:sp>
            <p:nvSpPr>
              <p:cNvPr id="24" name="文本框 23"/>
              <p:cNvSpPr txBox="1"/>
              <p:nvPr/>
            </p:nvSpPr>
            <p:spPr>
              <a:xfrm>
                <a:off x="1728074" y="2837169"/>
                <a:ext cx="855106" cy="400110"/>
              </a:xfrm>
              <a:prstGeom prst="rect">
                <a:avLst/>
              </a:prstGeom>
              <a:noFill/>
            </p:spPr>
            <p:txBody>
              <a:bodyPr wrap="square" rtlCol="0">
                <a:spAutoFit/>
              </a:bodyPr>
              <a:lstStyle/>
              <a:p>
                <a:pPr algn="ctr"/>
                <a:r>
                  <a:rPr lang="en-US" altLang="zh-CN" sz="2000">
                    <a:solidFill>
                      <a:schemeClr val="bg1"/>
                    </a:solidFill>
                    <a:cs typeface="+mn-ea"/>
                    <a:sym typeface="+mn-lt"/>
                  </a:rPr>
                  <a:t>01</a:t>
                </a:r>
              </a:p>
            </p:txBody>
          </p:sp>
        </p:grpSp>
        <p:grpSp>
          <p:nvGrpSpPr>
            <p:cNvPr id="46" name="组合 45"/>
            <p:cNvGrpSpPr/>
            <p:nvPr/>
          </p:nvGrpSpPr>
          <p:grpSpPr>
            <a:xfrm>
              <a:off x="10582" y="4329"/>
              <a:ext cx="1347" cy="1161"/>
              <a:chOff x="1728074" y="2700338"/>
              <a:chExt cx="855106" cy="736995"/>
            </a:xfrm>
          </p:grpSpPr>
          <p:grpSp>
            <p:nvGrpSpPr>
              <p:cNvPr id="50" name="组合 49"/>
              <p:cNvGrpSpPr/>
              <p:nvPr/>
            </p:nvGrpSpPr>
            <p:grpSpPr>
              <a:xfrm rot="10800000">
                <a:off x="1787130" y="2700338"/>
                <a:ext cx="736995" cy="736995"/>
                <a:chOff x="1448992" y="2928938"/>
                <a:chExt cx="733425" cy="733425"/>
              </a:xfrm>
            </p:grpSpPr>
            <p:sp>
              <p:nvSpPr>
                <p:cNvPr id="52" name="椭圆 51"/>
                <p:cNvSpPr/>
                <p:nvPr/>
              </p:nvSpPr>
              <p:spPr>
                <a:xfrm>
                  <a:off x="1520430" y="3000376"/>
                  <a:ext cx="590550" cy="590550"/>
                </a:xfrm>
                <a:prstGeom prst="ellipse">
                  <a:avLst/>
                </a:prstGeom>
                <a:noFill/>
                <a:ln w="12700">
                  <a:gradFill>
                    <a:gsLst>
                      <a:gs pos="0">
                        <a:schemeClr val="accent1">
                          <a:lumMod val="5000"/>
                          <a:lumOff val="95000"/>
                        </a:schemeClr>
                      </a:gs>
                      <a:gs pos="93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53" name="椭圆 52"/>
                <p:cNvSpPr/>
                <p:nvPr/>
              </p:nvSpPr>
              <p:spPr>
                <a:xfrm rot="10800000">
                  <a:off x="1448992" y="2928938"/>
                  <a:ext cx="733425" cy="733425"/>
                </a:xfrm>
                <a:prstGeom prst="ellipse">
                  <a:avLst/>
                </a:prstGeom>
                <a:noFill/>
                <a:ln w="12700">
                  <a:gradFill>
                    <a:gsLst>
                      <a:gs pos="0">
                        <a:schemeClr val="accent1">
                          <a:lumMod val="5000"/>
                          <a:lumOff val="95000"/>
                        </a:schemeClr>
                      </a:gs>
                      <a:gs pos="93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grpSp>
          <p:sp>
            <p:nvSpPr>
              <p:cNvPr id="51" name="文本框 50"/>
              <p:cNvSpPr txBox="1"/>
              <p:nvPr/>
            </p:nvSpPr>
            <p:spPr>
              <a:xfrm>
                <a:off x="1728074" y="2837169"/>
                <a:ext cx="855106" cy="400110"/>
              </a:xfrm>
              <a:prstGeom prst="rect">
                <a:avLst/>
              </a:prstGeom>
              <a:noFill/>
            </p:spPr>
            <p:txBody>
              <a:bodyPr wrap="square" rtlCol="0">
                <a:spAutoFit/>
              </a:bodyPr>
              <a:lstStyle/>
              <a:p>
                <a:pPr algn="ctr"/>
                <a:r>
                  <a:rPr lang="en-US" altLang="zh-CN" sz="2000">
                    <a:solidFill>
                      <a:schemeClr val="bg1"/>
                    </a:solidFill>
                    <a:cs typeface="+mn-ea"/>
                    <a:sym typeface="+mn-lt"/>
                  </a:rPr>
                  <a:t>02</a:t>
                </a:r>
              </a:p>
            </p:txBody>
          </p:sp>
        </p:grpSp>
        <p:grpSp>
          <p:nvGrpSpPr>
            <p:cNvPr id="55" name="组合 54"/>
            <p:cNvGrpSpPr/>
            <p:nvPr/>
          </p:nvGrpSpPr>
          <p:grpSpPr>
            <a:xfrm>
              <a:off x="3072" y="6024"/>
              <a:ext cx="1347" cy="1161"/>
              <a:chOff x="1728074" y="2700338"/>
              <a:chExt cx="855106" cy="736995"/>
            </a:xfrm>
          </p:grpSpPr>
          <p:grpSp>
            <p:nvGrpSpPr>
              <p:cNvPr id="59" name="组合 58"/>
              <p:cNvGrpSpPr/>
              <p:nvPr/>
            </p:nvGrpSpPr>
            <p:grpSpPr>
              <a:xfrm rot="10800000">
                <a:off x="1787130" y="2700338"/>
                <a:ext cx="736995" cy="736995"/>
                <a:chOff x="1448992" y="2928938"/>
                <a:chExt cx="733425" cy="733425"/>
              </a:xfrm>
            </p:grpSpPr>
            <p:sp>
              <p:nvSpPr>
                <p:cNvPr id="61" name="椭圆 60"/>
                <p:cNvSpPr/>
                <p:nvPr/>
              </p:nvSpPr>
              <p:spPr>
                <a:xfrm>
                  <a:off x="1520430" y="3000376"/>
                  <a:ext cx="590550" cy="590550"/>
                </a:xfrm>
                <a:prstGeom prst="ellipse">
                  <a:avLst/>
                </a:prstGeom>
                <a:noFill/>
                <a:ln w="12700">
                  <a:gradFill>
                    <a:gsLst>
                      <a:gs pos="0">
                        <a:schemeClr val="accent1">
                          <a:lumMod val="5000"/>
                          <a:lumOff val="95000"/>
                        </a:schemeClr>
                      </a:gs>
                      <a:gs pos="93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62" name="椭圆 61"/>
                <p:cNvSpPr/>
                <p:nvPr/>
              </p:nvSpPr>
              <p:spPr>
                <a:xfrm rot="10800000">
                  <a:off x="1448992" y="2928938"/>
                  <a:ext cx="733425" cy="733425"/>
                </a:xfrm>
                <a:prstGeom prst="ellipse">
                  <a:avLst/>
                </a:prstGeom>
                <a:noFill/>
                <a:ln w="12700">
                  <a:gradFill>
                    <a:gsLst>
                      <a:gs pos="0">
                        <a:schemeClr val="accent1">
                          <a:lumMod val="5000"/>
                          <a:lumOff val="95000"/>
                        </a:schemeClr>
                      </a:gs>
                      <a:gs pos="93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grpSp>
          <p:sp>
            <p:nvSpPr>
              <p:cNvPr id="60" name="文本框 59"/>
              <p:cNvSpPr txBox="1"/>
              <p:nvPr/>
            </p:nvSpPr>
            <p:spPr>
              <a:xfrm>
                <a:off x="1728074" y="2837169"/>
                <a:ext cx="855106" cy="400110"/>
              </a:xfrm>
              <a:prstGeom prst="rect">
                <a:avLst/>
              </a:prstGeom>
              <a:noFill/>
            </p:spPr>
            <p:txBody>
              <a:bodyPr wrap="square" rtlCol="0">
                <a:spAutoFit/>
              </a:bodyPr>
              <a:lstStyle/>
              <a:p>
                <a:pPr algn="ctr"/>
                <a:r>
                  <a:rPr lang="en-US" altLang="zh-CN" sz="2000">
                    <a:solidFill>
                      <a:schemeClr val="bg1"/>
                    </a:solidFill>
                    <a:cs typeface="+mn-ea"/>
                    <a:sym typeface="+mn-lt"/>
                  </a:rPr>
                  <a:t>03</a:t>
                </a:r>
              </a:p>
            </p:txBody>
          </p:sp>
        </p:grpSp>
        <p:grpSp>
          <p:nvGrpSpPr>
            <p:cNvPr id="64" name="组合 63"/>
            <p:cNvGrpSpPr/>
            <p:nvPr/>
          </p:nvGrpSpPr>
          <p:grpSpPr>
            <a:xfrm>
              <a:off x="10556" y="6045"/>
              <a:ext cx="1347" cy="1161"/>
              <a:chOff x="1728074" y="2700338"/>
              <a:chExt cx="855106" cy="736995"/>
            </a:xfrm>
          </p:grpSpPr>
          <p:grpSp>
            <p:nvGrpSpPr>
              <p:cNvPr id="68" name="组合 67"/>
              <p:cNvGrpSpPr/>
              <p:nvPr/>
            </p:nvGrpSpPr>
            <p:grpSpPr>
              <a:xfrm rot="10800000">
                <a:off x="1787130" y="2700338"/>
                <a:ext cx="736995" cy="736995"/>
                <a:chOff x="1448992" y="2928938"/>
                <a:chExt cx="733425" cy="733425"/>
              </a:xfrm>
            </p:grpSpPr>
            <p:sp>
              <p:nvSpPr>
                <p:cNvPr id="70" name="椭圆 69"/>
                <p:cNvSpPr/>
                <p:nvPr/>
              </p:nvSpPr>
              <p:spPr>
                <a:xfrm>
                  <a:off x="1520430" y="3000376"/>
                  <a:ext cx="590550" cy="590550"/>
                </a:xfrm>
                <a:prstGeom prst="ellipse">
                  <a:avLst/>
                </a:prstGeom>
                <a:noFill/>
                <a:ln w="12700">
                  <a:gradFill>
                    <a:gsLst>
                      <a:gs pos="0">
                        <a:schemeClr val="accent1">
                          <a:lumMod val="5000"/>
                          <a:lumOff val="95000"/>
                        </a:schemeClr>
                      </a:gs>
                      <a:gs pos="93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71" name="椭圆 70"/>
                <p:cNvSpPr/>
                <p:nvPr/>
              </p:nvSpPr>
              <p:spPr>
                <a:xfrm rot="10800000">
                  <a:off x="1448992" y="2928938"/>
                  <a:ext cx="733425" cy="733425"/>
                </a:xfrm>
                <a:prstGeom prst="ellipse">
                  <a:avLst/>
                </a:prstGeom>
                <a:noFill/>
                <a:ln w="12700">
                  <a:gradFill>
                    <a:gsLst>
                      <a:gs pos="0">
                        <a:schemeClr val="accent1">
                          <a:lumMod val="5000"/>
                          <a:lumOff val="95000"/>
                        </a:schemeClr>
                      </a:gs>
                      <a:gs pos="93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grpSp>
          <p:sp>
            <p:nvSpPr>
              <p:cNvPr id="69" name="文本框 68"/>
              <p:cNvSpPr txBox="1"/>
              <p:nvPr/>
            </p:nvSpPr>
            <p:spPr>
              <a:xfrm>
                <a:off x="1728074" y="2837169"/>
                <a:ext cx="855106" cy="400110"/>
              </a:xfrm>
              <a:prstGeom prst="rect">
                <a:avLst/>
              </a:prstGeom>
              <a:noFill/>
            </p:spPr>
            <p:txBody>
              <a:bodyPr wrap="square" rtlCol="0">
                <a:spAutoFit/>
              </a:bodyPr>
              <a:lstStyle/>
              <a:p>
                <a:pPr algn="ctr"/>
                <a:r>
                  <a:rPr lang="en-US" altLang="zh-CN" sz="2000">
                    <a:solidFill>
                      <a:schemeClr val="bg1"/>
                    </a:solidFill>
                    <a:cs typeface="+mn-ea"/>
                    <a:sym typeface="+mn-lt"/>
                  </a:rPr>
                  <a:t>04</a:t>
                </a:r>
              </a:p>
            </p:txBody>
          </p:sp>
        </p:grpSp>
        <p:sp>
          <p:nvSpPr>
            <p:cNvPr id="72" name="矩形 71"/>
            <p:cNvSpPr/>
            <p:nvPr/>
          </p:nvSpPr>
          <p:spPr>
            <a:xfrm>
              <a:off x="5021" y="4997"/>
              <a:ext cx="3084" cy="436"/>
            </a:xfrm>
            <a:prstGeom prst="rect">
              <a:avLst/>
            </a:prstGeom>
          </p:spPr>
          <p:txBody>
            <a:bodyPr wrap="none">
              <a:spAutoFit/>
            </a:bodyPr>
            <a:lstStyle/>
            <a:p>
              <a:pPr>
                <a:spcBef>
                  <a:spcPct val="0"/>
                </a:spcBef>
              </a:pPr>
              <a:r>
                <a:rPr lang="en-US" altLang="zh-CN" sz="1200">
                  <a:solidFill>
                    <a:schemeClr val="bg1"/>
                  </a:solidFill>
                  <a:cs typeface="+mn-ea"/>
                  <a:sym typeface="+mn-lt"/>
                </a:rPr>
                <a:t>Please add the title here</a:t>
              </a:r>
            </a:p>
          </p:txBody>
        </p:sp>
        <p:sp>
          <p:nvSpPr>
            <p:cNvPr id="76" name="矩形 75"/>
            <p:cNvSpPr/>
            <p:nvPr/>
          </p:nvSpPr>
          <p:spPr>
            <a:xfrm>
              <a:off x="11939" y="5005"/>
              <a:ext cx="3084" cy="436"/>
            </a:xfrm>
            <a:prstGeom prst="rect">
              <a:avLst/>
            </a:prstGeom>
          </p:spPr>
          <p:txBody>
            <a:bodyPr wrap="none">
              <a:spAutoFit/>
            </a:bodyPr>
            <a:lstStyle/>
            <a:p>
              <a:pPr>
                <a:spcBef>
                  <a:spcPct val="0"/>
                </a:spcBef>
              </a:pPr>
              <a:r>
                <a:rPr lang="en-US" altLang="zh-CN" sz="1200">
                  <a:solidFill>
                    <a:schemeClr val="bg1"/>
                  </a:solidFill>
                  <a:cs typeface="+mn-ea"/>
                  <a:sym typeface="+mn-lt"/>
                </a:rPr>
                <a:t>Please add the title here</a:t>
              </a:r>
            </a:p>
          </p:txBody>
        </p:sp>
        <p:sp>
          <p:nvSpPr>
            <p:cNvPr id="80" name="矩形 79"/>
            <p:cNvSpPr/>
            <p:nvPr/>
          </p:nvSpPr>
          <p:spPr>
            <a:xfrm>
              <a:off x="5051" y="6656"/>
              <a:ext cx="3084" cy="436"/>
            </a:xfrm>
            <a:prstGeom prst="rect">
              <a:avLst/>
            </a:prstGeom>
          </p:spPr>
          <p:txBody>
            <a:bodyPr wrap="none">
              <a:spAutoFit/>
            </a:bodyPr>
            <a:lstStyle/>
            <a:p>
              <a:pPr>
                <a:spcBef>
                  <a:spcPct val="0"/>
                </a:spcBef>
              </a:pPr>
              <a:r>
                <a:rPr lang="en-US" altLang="zh-CN" sz="1200">
                  <a:solidFill>
                    <a:schemeClr val="bg1"/>
                  </a:solidFill>
                  <a:cs typeface="+mn-ea"/>
                  <a:sym typeface="+mn-lt"/>
                </a:rPr>
                <a:t>Please add the title here</a:t>
              </a:r>
            </a:p>
          </p:txBody>
        </p:sp>
        <p:sp>
          <p:nvSpPr>
            <p:cNvPr id="84" name="矩形 83"/>
            <p:cNvSpPr/>
            <p:nvPr/>
          </p:nvSpPr>
          <p:spPr>
            <a:xfrm>
              <a:off x="11964" y="6626"/>
              <a:ext cx="3084" cy="436"/>
            </a:xfrm>
            <a:prstGeom prst="rect">
              <a:avLst/>
            </a:prstGeom>
          </p:spPr>
          <p:txBody>
            <a:bodyPr wrap="none">
              <a:spAutoFit/>
            </a:bodyPr>
            <a:lstStyle/>
            <a:p>
              <a:pPr>
                <a:spcBef>
                  <a:spcPct val="0"/>
                </a:spcBef>
              </a:pPr>
              <a:r>
                <a:rPr lang="en-US" altLang="zh-CN" sz="1200">
                  <a:solidFill>
                    <a:schemeClr val="bg1"/>
                  </a:solidFill>
                  <a:cs typeface="+mn-ea"/>
                  <a:sym typeface="+mn-lt"/>
                </a:rPr>
                <a:t>Please add the title here</a:t>
              </a:r>
            </a:p>
          </p:txBody>
        </p:sp>
        <p:sp>
          <p:nvSpPr>
            <p:cNvPr id="31" name="文本框 30"/>
            <p:cNvSpPr txBox="1"/>
            <p:nvPr/>
          </p:nvSpPr>
          <p:spPr>
            <a:xfrm>
              <a:off x="5021" y="4404"/>
              <a:ext cx="3645" cy="725"/>
            </a:xfrm>
            <a:prstGeom prst="rect">
              <a:avLst/>
            </a:prstGeom>
            <a:noFill/>
          </p:spPr>
          <p:txBody>
            <a:bodyPr wrap="square" rtlCol="0">
              <a:spAutoFit/>
            </a:bodyPr>
            <a:lstStyle/>
            <a:p>
              <a:pPr algn="dist"/>
              <a:r>
                <a:rPr lang="zh-CN" altLang="en-US" sz="2400">
                  <a:solidFill>
                    <a:schemeClr val="bg1"/>
                  </a:solidFill>
                  <a:effectLst/>
                  <a:cs typeface="+mn-ea"/>
                  <a:sym typeface="+mn-lt"/>
                </a:rPr>
                <a:t>部门工作概述</a:t>
              </a:r>
            </a:p>
          </p:txBody>
        </p:sp>
        <p:sp>
          <p:nvSpPr>
            <p:cNvPr id="32" name="文本框 31"/>
            <p:cNvSpPr txBox="1"/>
            <p:nvPr/>
          </p:nvSpPr>
          <p:spPr>
            <a:xfrm>
              <a:off x="11903" y="4404"/>
              <a:ext cx="3645" cy="725"/>
            </a:xfrm>
            <a:prstGeom prst="rect">
              <a:avLst/>
            </a:prstGeom>
            <a:noFill/>
          </p:spPr>
          <p:txBody>
            <a:bodyPr wrap="square" rtlCol="0">
              <a:spAutoFit/>
            </a:bodyPr>
            <a:lstStyle/>
            <a:p>
              <a:pPr algn="dist"/>
              <a:r>
                <a:rPr lang="zh-CN" altLang="en-US" sz="2400">
                  <a:solidFill>
                    <a:schemeClr val="bg1"/>
                  </a:solidFill>
                  <a:effectLst/>
                  <a:cs typeface="+mn-ea"/>
                  <a:sym typeface="+mn-lt"/>
                </a:rPr>
                <a:t>成功项目展示</a:t>
              </a:r>
            </a:p>
          </p:txBody>
        </p:sp>
        <p:sp>
          <p:nvSpPr>
            <p:cNvPr id="35" name="文本框 34"/>
            <p:cNvSpPr txBox="1"/>
            <p:nvPr/>
          </p:nvSpPr>
          <p:spPr>
            <a:xfrm>
              <a:off x="5051" y="6024"/>
              <a:ext cx="3645" cy="725"/>
            </a:xfrm>
            <a:prstGeom prst="rect">
              <a:avLst/>
            </a:prstGeom>
            <a:noFill/>
          </p:spPr>
          <p:txBody>
            <a:bodyPr wrap="square" rtlCol="0">
              <a:spAutoFit/>
            </a:bodyPr>
            <a:lstStyle/>
            <a:p>
              <a:pPr algn="dist"/>
              <a:r>
                <a:rPr lang="zh-CN" altLang="en-US" sz="2400">
                  <a:solidFill>
                    <a:schemeClr val="bg1"/>
                  </a:solidFill>
                  <a:effectLst/>
                  <a:cs typeface="+mn-ea"/>
                  <a:sym typeface="+mn-lt"/>
                </a:rPr>
                <a:t>工作完成情况</a:t>
              </a:r>
            </a:p>
          </p:txBody>
        </p:sp>
        <p:sp>
          <p:nvSpPr>
            <p:cNvPr id="36" name="文本框 35"/>
            <p:cNvSpPr txBox="1"/>
            <p:nvPr/>
          </p:nvSpPr>
          <p:spPr>
            <a:xfrm>
              <a:off x="11929" y="6045"/>
              <a:ext cx="3645" cy="725"/>
            </a:xfrm>
            <a:prstGeom prst="rect">
              <a:avLst/>
            </a:prstGeom>
            <a:noFill/>
          </p:spPr>
          <p:txBody>
            <a:bodyPr wrap="square" rtlCol="0">
              <a:spAutoFit/>
            </a:bodyPr>
            <a:lstStyle/>
            <a:p>
              <a:pPr algn="dist"/>
              <a:r>
                <a:rPr lang="zh-CN" altLang="en-US" sz="2400">
                  <a:solidFill>
                    <a:schemeClr val="bg1"/>
                  </a:solidFill>
                  <a:effectLst/>
                  <a:cs typeface="+mn-ea"/>
                  <a:sym typeface="+mn-lt"/>
                </a:rPr>
                <a:t>未来工作计划</a:t>
              </a:r>
            </a:p>
          </p:txBody>
        </p:sp>
      </p:grpSp>
    </p:spTree>
    <p:custDataLst>
      <p:tags r:id="R89d6d17156774505"/>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1000" fill="hold"/>
                                        <p:tgtEl>
                                          <p:spTgt spid="12"/>
                                        </p:tgtEl>
                                        <p:attrNameLst>
                                          <p:attrName>ppt_w</p:attrName>
                                        </p:attrNameLst>
                                      </p:cBhvr>
                                      <p:tavLst>
                                        <p:tav tm="0">
                                          <p:val>
                                            <p:strVal val="#ppt_w*0.70"/>
                                          </p:val>
                                        </p:tav>
                                        <p:tav tm="100000">
                                          <p:val>
                                            <p:strVal val="#ppt_w"/>
                                          </p:val>
                                        </p:tav>
                                      </p:tavLst>
                                    </p:anim>
                                    <p:anim calcmode="lin" valueType="num">
                                      <p:cBhvr>
                                        <p:cTn id="13" dur="1000" fill="hold"/>
                                        <p:tgtEl>
                                          <p:spTgt spid="12"/>
                                        </p:tgtEl>
                                        <p:attrNameLst>
                                          <p:attrName>ppt_h</p:attrName>
                                        </p:attrNameLst>
                                      </p:cBhvr>
                                      <p:tavLst>
                                        <p:tav tm="0">
                                          <p:val>
                                            <p:strVal val="#ppt_h"/>
                                          </p:val>
                                        </p:tav>
                                        <p:tav tm="100000">
                                          <p:val>
                                            <p:strVal val="#ppt_h"/>
                                          </p:val>
                                        </p:tav>
                                      </p:tavLst>
                                    </p:anim>
                                    <p:animEffect transition="in" filter="fade">
                                      <p:cBhvr>
                                        <p:cTn id="14" dur="1000"/>
                                        <p:tgtEl>
                                          <p:spTgt spid="12"/>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1000" fill="hold"/>
                                        <p:tgtEl>
                                          <p:spTgt spid="13"/>
                                        </p:tgtEl>
                                        <p:attrNameLst>
                                          <p:attrName>ppt_w</p:attrName>
                                        </p:attrNameLst>
                                      </p:cBhvr>
                                      <p:tavLst>
                                        <p:tav tm="0">
                                          <p:val>
                                            <p:strVal val="#ppt_w*0.70"/>
                                          </p:val>
                                        </p:tav>
                                        <p:tav tm="100000">
                                          <p:val>
                                            <p:strVal val="#ppt_w"/>
                                          </p:val>
                                        </p:tav>
                                      </p:tavLst>
                                    </p:anim>
                                    <p:anim calcmode="lin" valueType="num">
                                      <p:cBhvr>
                                        <p:cTn id="18" dur="1000" fill="hold"/>
                                        <p:tgtEl>
                                          <p:spTgt spid="13"/>
                                        </p:tgtEl>
                                        <p:attrNameLst>
                                          <p:attrName>ppt_h</p:attrName>
                                        </p:attrNameLst>
                                      </p:cBhvr>
                                      <p:tavLst>
                                        <p:tav tm="0">
                                          <p:val>
                                            <p:strVal val="#ppt_h"/>
                                          </p:val>
                                        </p:tav>
                                        <p:tav tm="100000">
                                          <p:val>
                                            <p:strVal val="#ppt_h"/>
                                          </p:val>
                                        </p:tav>
                                      </p:tavLst>
                                    </p:anim>
                                    <p:animEffect transition="in" filter="fade">
                                      <p:cBhvr>
                                        <p:cTn id="19" dur="1000"/>
                                        <p:tgtEl>
                                          <p:spTgt spid="13"/>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1000" fill="hold"/>
                                        <p:tgtEl>
                                          <p:spTgt spid="14"/>
                                        </p:tgtEl>
                                        <p:attrNameLst>
                                          <p:attrName>ppt_w</p:attrName>
                                        </p:attrNameLst>
                                      </p:cBhvr>
                                      <p:tavLst>
                                        <p:tav tm="0">
                                          <p:val>
                                            <p:strVal val="#ppt_w*0.70"/>
                                          </p:val>
                                        </p:tav>
                                        <p:tav tm="100000">
                                          <p:val>
                                            <p:strVal val="#ppt_w"/>
                                          </p:val>
                                        </p:tav>
                                      </p:tavLst>
                                    </p:anim>
                                    <p:anim calcmode="lin" valueType="num">
                                      <p:cBhvr>
                                        <p:cTn id="23" dur="1000" fill="hold"/>
                                        <p:tgtEl>
                                          <p:spTgt spid="14"/>
                                        </p:tgtEl>
                                        <p:attrNameLst>
                                          <p:attrName>ppt_h</p:attrName>
                                        </p:attrNameLst>
                                      </p:cBhvr>
                                      <p:tavLst>
                                        <p:tav tm="0">
                                          <p:val>
                                            <p:strVal val="#ppt_h"/>
                                          </p:val>
                                        </p:tav>
                                        <p:tav tm="100000">
                                          <p:val>
                                            <p:strVal val="#ppt_h"/>
                                          </p:val>
                                        </p:tav>
                                      </p:tavLst>
                                    </p:anim>
                                    <p:animEffect transition="in" filter="fade">
                                      <p:cBhvr>
                                        <p:cTn id="24" dur="1000"/>
                                        <p:tgtEl>
                                          <p:spTgt spid="14"/>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1000" fill="hold"/>
                                        <p:tgtEl>
                                          <p:spTgt spid="11"/>
                                        </p:tgtEl>
                                        <p:attrNameLst>
                                          <p:attrName>ppt_w</p:attrName>
                                        </p:attrNameLst>
                                      </p:cBhvr>
                                      <p:tavLst>
                                        <p:tav tm="0">
                                          <p:val>
                                            <p:strVal val="#ppt_w*0.70"/>
                                          </p:val>
                                        </p:tav>
                                        <p:tav tm="100000">
                                          <p:val>
                                            <p:strVal val="#ppt_w"/>
                                          </p:val>
                                        </p:tav>
                                      </p:tavLst>
                                    </p:anim>
                                    <p:anim calcmode="lin" valueType="num">
                                      <p:cBhvr>
                                        <p:cTn id="28" dur="1000" fill="hold"/>
                                        <p:tgtEl>
                                          <p:spTgt spid="11"/>
                                        </p:tgtEl>
                                        <p:attrNameLst>
                                          <p:attrName>ppt_h</p:attrName>
                                        </p:attrNameLst>
                                      </p:cBhvr>
                                      <p:tavLst>
                                        <p:tav tm="0">
                                          <p:val>
                                            <p:strVal val="#ppt_h"/>
                                          </p:val>
                                        </p:tav>
                                        <p:tav tm="100000">
                                          <p:val>
                                            <p:strVal val="#ppt_h"/>
                                          </p:val>
                                        </p:tav>
                                      </p:tavLst>
                                    </p:anim>
                                    <p:animEffect transition="in" filter="fade">
                                      <p:cBhvr>
                                        <p:cTn id="29" dur="1000"/>
                                        <p:tgtEl>
                                          <p:spTgt spid="11"/>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1000" fill="hold"/>
                                        <p:tgtEl>
                                          <p:spTgt spid="10"/>
                                        </p:tgtEl>
                                        <p:attrNameLst>
                                          <p:attrName>ppt_w</p:attrName>
                                        </p:attrNameLst>
                                      </p:cBhvr>
                                      <p:tavLst>
                                        <p:tav tm="0">
                                          <p:val>
                                            <p:strVal val="#ppt_w*0.70"/>
                                          </p:val>
                                        </p:tav>
                                        <p:tav tm="100000">
                                          <p:val>
                                            <p:strVal val="#ppt_w"/>
                                          </p:val>
                                        </p:tav>
                                      </p:tavLst>
                                    </p:anim>
                                    <p:anim calcmode="lin" valueType="num">
                                      <p:cBhvr>
                                        <p:cTn id="33" dur="1000" fill="hold"/>
                                        <p:tgtEl>
                                          <p:spTgt spid="10"/>
                                        </p:tgtEl>
                                        <p:attrNameLst>
                                          <p:attrName>ppt_h</p:attrName>
                                        </p:attrNameLst>
                                      </p:cBhvr>
                                      <p:tavLst>
                                        <p:tav tm="0">
                                          <p:val>
                                            <p:strVal val="#ppt_h"/>
                                          </p:val>
                                        </p:tav>
                                        <p:tav tm="100000">
                                          <p:val>
                                            <p:strVal val="#ppt_h"/>
                                          </p:val>
                                        </p:tav>
                                      </p:tavLst>
                                    </p:anim>
                                    <p:animEffect transition="in" filter="fade">
                                      <p:cBhvr>
                                        <p:cTn id="34" dur="1000"/>
                                        <p:tgtEl>
                                          <p:spTgt spid="10"/>
                                        </p:tgtEl>
                                      </p:cBhvr>
                                    </p:animEffect>
                                  </p:childTnLst>
                                </p:cTn>
                              </p:par>
                              <p:par>
                                <p:cTn id="35" presetID="55"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1000" fill="hold"/>
                                        <p:tgtEl>
                                          <p:spTgt spid="9"/>
                                        </p:tgtEl>
                                        <p:attrNameLst>
                                          <p:attrName>ppt_w</p:attrName>
                                        </p:attrNameLst>
                                      </p:cBhvr>
                                      <p:tavLst>
                                        <p:tav tm="0">
                                          <p:val>
                                            <p:strVal val="#ppt_w*0.70"/>
                                          </p:val>
                                        </p:tav>
                                        <p:tav tm="100000">
                                          <p:val>
                                            <p:strVal val="#ppt_w"/>
                                          </p:val>
                                        </p:tav>
                                      </p:tavLst>
                                    </p:anim>
                                    <p:anim calcmode="lin" valueType="num">
                                      <p:cBhvr>
                                        <p:cTn id="38" dur="1000" fill="hold"/>
                                        <p:tgtEl>
                                          <p:spTgt spid="9"/>
                                        </p:tgtEl>
                                        <p:attrNameLst>
                                          <p:attrName>ppt_h</p:attrName>
                                        </p:attrNameLst>
                                      </p:cBhvr>
                                      <p:tavLst>
                                        <p:tav tm="0">
                                          <p:val>
                                            <p:strVal val="#ppt_h"/>
                                          </p:val>
                                        </p:tav>
                                        <p:tav tm="100000">
                                          <p:val>
                                            <p:strVal val="#ppt_h"/>
                                          </p:val>
                                        </p:tav>
                                      </p:tavLst>
                                    </p:anim>
                                    <p:animEffect transition="in" filter="fade">
                                      <p:cBhvr>
                                        <p:cTn id="39" dur="1000"/>
                                        <p:tgtEl>
                                          <p:spTgt spid="9"/>
                                        </p:tgtEl>
                                      </p:cBhvr>
                                    </p:animEffect>
                                  </p:childTnLst>
                                </p:cTn>
                              </p:par>
                              <p:par>
                                <p:cTn id="40" presetID="55" presetClass="entr" presetSubtype="0"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1000" fill="hold"/>
                                        <p:tgtEl>
                                          <p:spTgt spid="6"/>
                                        </p:tgtEl>
                                        <p:attrNameLst>
                                          <p:attrName>ppt_w</p:attrName>
                                        </p:attrNameLst>
                                      </p:cBhvr>
                                      <p:tavLst>
                                        <p:tav tm="0">
                                          <p:val>
                                            <p:strVal val="#ppt_w*0.70"/>
                                          </p:val>
                                        </p:tav>
                                        <p:tav tm="100000">
                                          <p:val>
                                            <p:strVal val="#ppt_w"/>
                                          </p:val>
                                        </p:tav>
                                      </p:tavLst>
                                    </p:anim>
                                    <p:anim calcmode="lin" valueType="num">
                                      <p:cBhvr>
                                        <p:cTn id="43" dur="1000" fill="hold"/>
                                        <p:tgtEl>
                                          <p:spTgt spid="6"/>
                                        </p:tgtEl>
                                        <p:attrNameLst>
                                          <p:attrName>ppt_h</p:attrName>
                                        </p:attrNameLst>
                                      </p:cBhvr>
                                      <p:tavLst>
                                        <p:tav tm="0">
                                          <p:val>
                                            <p:strVal val="#ppt_h"/>
                                          </p:val>
                                        </p:tav>
                                        <p:tav tm="100000">
                                          <p:val>
                                            <p:strVal val="#ppt_h"/>
                                          </p:val>
                                        </p:tav>
                                      </p:tavLst>
                                    </p:anim>
                                    <p:animEffect transition="in" filter="fade">
                                      <p:cBhvr>
                                        <p:cTn id="44" dur="1000"/>
                                        <p:tgtEl>
                                          <p:spTgt spid="6"/>
                                        </p:tgtEl>
                                      </p:cBhvr>
                                    </p:animEffect>
                                  </p:childTnLst>
                                </p:cTn>
                              </p:par>
                              <p:par>
                                <p:cTn id="45" presetID="55"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p:cTn id="47" dur="1000" fill="hold"/>
                                        <p:tgtEl>
                                          <p:spTgt spid="16"/>
                                        </p:tgtEl>
                                        <p:attrNameLst>
                                          <p:attrName>ppt_w</p:attrName>
                                        </p:attrNameLst>
                                      </p:cBhvr>
                                      <p:tavLst>
                                        <p:tav tm="0">
                                          <p:val>
                                            <p:strVal val="#ppt_w*0.70"/>
                                          </p:val>
                                        </p:tav>
                                        <p:tav tm="100000">
                                          <p:val>
                                            <p:strVal val="#ppt_w"/>
                                          </p:val>
                                        </p:tav>
                                      </p:tavLst>
                                    </p:anim>
                                    <p:anim calcmode="lin" valueType="num">
                                      <p:cBhvr>
                                        <p:cTn id="48" dur="1000" fill="hold"/>
                                        <p:tgtEl>
                                          <p:spTgt spid="16"/>
                                        </p:tgtEl>
                                        <p:attrNameLst>
                                          <p:attrName>ppt_h</p:attrName>
                                        </p:attrNameLst>
                                      </p:cBhvr>
                                      <p:tavLst>
                                        <p:tav tm="0">
                                          <p:val>
                                            <p:strVal val="#ppt_h"/>
                                          </p:val>
                                        </p:tav>
                                        <p:tav tm="100000">
                                          <p:val>
                                            <p:strVal val="#ppt_h"/>
                                          </p:val>
                                        </p:tav>
                                      </p:tavLst>
                                    </p:anim>
                                    <p:animEffect transition="in" filter="fade">
                                      <p:cBhvr>
                                        <p:cTn id="49" dur="1000"/>
                                        <p:tgtEl>
                                          <p:spTgt spid="16"/>
                                        </p:tgtEl>
                                      </p:cBhvr>
                                    </p:animEffect>
                                  </p:childTnLst>
                                </p:cTn>
                              </p:par>
                            </p:childTnLst>
                          </p:cTn>
                        </p:par>
                        <p:par>
                          <p:cTn id="50" fill="hold" nodeType="afterGroup">
                            <p:stCondLst>
                              <p:cond delay="1000"/>
                            </p:stCondLst>
                            <p:childTnLst>
                              <p:par>
                                <p:cTn id="51" presetID="3" presetClass="entr" presetSubtype="10" fill="hold" grpId="0" nodeType="after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blinds(horizontal)">
                                      <p:cBhvr>
                                        <p:cTn id="53" dur="500"/>
                                        <p:tgtEl>
                                          <p:spTgt spid="28"/>
                                        </p:tgtEl>
                                      </p:cBhvr>
                                    </p:animEffect>
                                  </p:childTnLst>
                                </p:cTn>
                              </p:par>
                              <p:par>
                                <p:cTn id="54" presetID="55"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 calcmode="lin" valueType="num">
                                      <p:cBhvr>
                                        <p:cTn id="56" dur="1000" fill="hold"/>
                                        <p:tgtEl>
                                          <p:spTgt spid="30"/>
                                        </p:tgtEl>
                                        <p:attrNameLst>
                                          <p:attrName>ppt_w</p:attrName>
                                        </p:attrNameLst>
                                      </p:cBhvr>
                                      <p:tavLst>
                                        <p:tav tm="0">
                                          <p:val>
                                            <p:strVal val="#ppt_w*0.70"/>
                                          </p:val>
                                        </p:tav>
                                        <p:tav tm="100000">
                                          <p:val>
                                            <p:strVal val="#ppt_w"/>
                                          </p:val>
                                        </p:tav>
                                      </p:tavLst>
                                    </p:anim>
                                    <p:anim calcmode="lin" valueType="num">
                                      <p:cBhvr>
                                        <p:cTn id="57" dur="1000" fill="hold"/>
                                        <p:tgtEl>
                                          <p:spTgt spid="30"/>
                                        </p:tgtEl>
                                        <p:attrNameLst>
                                          <p:attrName>ppt_h</p:attrName>
                                        </p:attrNameLst>
                                      </p:cBhvr>
                                      <p:tavLst>
                                        <p:tav tm="0">
                                          <p:val>
                                            <p:strVal val="#ppt_h"/>
                                          </p:val>
                                        </p:tav>
                                        <p:tav tm="100000">
                                          <p:val>
                                            <p:strVal val="#ppt_h"/>
                                          </p:val>
                                        </p:tav>
                                      </p:tavLst>
                                    </p:anim>
                                    <p:animEffect transition="in" filter="fade">
                                      <p:cBhvr>
                                        <p:cTn id="58" dur="1000"/>
                                        <p:tgtEl>
                                          <p:spTgt spid="30"/>
                                        </p:tgtEl>
                                      </p:cBhvr>
                                    </p:animEffect>
                                  </p:childTnLst>
                                </p:cTn>
                              </p:par>
                              <p:par>
                                <p:cTn id="59" presetID="3" presetClass="entr" presetSubtype="10" fill="hold" nodeType="with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blinds(horizontal)">
                                      <p:cBhvr>
                                        <p:cTn id="6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ldLvl="0" animBg="1"/>
      <p:bldP spid="10" grpId="0"/>
      <p:bldP spid="11" grpId="0"/>
      <p:bldP spid="12" grpId="0" bldLvl="0" animBg="1"/>
      <p:bldP spid="13" grpId="0"/>
      <p:bldP spid="14" grpId="0"/>
      <p:bldP spid="16" grpId="0" bldLvl="0" animBg="1"/>
      <p:bldP spid="6" grpId="0"/>
      <p:bldP spid="28" grpId="0" bldLvl="0" animBg="1"/>
      <p:bldP spid="3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59b77bab208b0"/>
          <p:cNvPicPr>
            <a:picLocks noChangeAspect="1"/>
          </p:cNvPicPr>
          <p:nvPr/>
        </p:nvPicPr>
        <p:blipFill>
          <a:blip r:embed="Rb87116ce67c74274"/>
          <a:stretch>
            <a:fillRect/>
          </a:stretch>
        </p:blipFill>
        <p:spPr>
          <a:xfrm>
            <a:off x="0" y="0"/>
            <a:ext cx="12184380" cy="6857365"/>
          </a:xfrm>
          <a:prstGeom prst="rect">
            <a:avLst/>
          </a:prstGeom>
        </p:spPr>
      </p:pic>
      <p:sp>
        <p:nvSpPr>
          <p:cNvPr id="5" name="矩形 4"/>
          <p:cNvSpPr/>
          <p:nvPr/>
        </p:nvSpPr>
        <p:spPr>
          <a:xfrm rot="16200000">
            <a:off x="1224915" y="-1224280"/>
            <a:ext cx="9742805" cy="12192000"/>
          </a:xfrm>
          <a:prstGeom prst="rect">
            <a:avLst/>
          </a:prstGeom>
          <a:gradFill>
            <a:gsLst>
              <a:gs pos="19000">
                <a:schemeClr val="tx2">
                  <a:lumMod val="75000"/>
                  <a:lumOff val="25000"/>
                  <a:alpha val="0"/>
                </a:schemeClr>
              </a:gs>
              <a:gs pos="92000">
                <a:schemeClr val="accent1">
                  <a:lumMod val="50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文本框 7"/>
          <p:cNvSpPr txBox="1"/>
          <p:nvPr/>
        </p:nvSpPr>
        <p:spPr>
          <a:xfrm rot="5400000">
            <a:off x="-1520228" y="3336668"/>
            <a:ext cx="3952874" cy="183515"/>
          </a:xfrm>
          <a:prstGeom prst="rect">
            <a:avLst/>
          </a:prstGeom>
          <a:noFill/>
        </p:spPr>
        <p:txBody>
          <a:bodyPr wrap="square" rtlCol="0">
            <a:spAutoFit/>
          </a:bodyPr>
          <a:lstStyle/>
          <a:p>
            <a:pPr algn="dist"/>
            <a:r>
              <a:rPr lang="en-US" altLang="zh-CN" sz="600">
                <a:solidFill>
                  <a:schemeClr val="accent1">
                    <a:lumMod val="75000"/>
                  </a:schemeClr>
                </a:solidFill>
                <a:effectLst>
                  <a:outerShdw blurRad="381000" algn="ctr" rotWithShape="0">
                    <a:prstClr val="black">
                      <a:alpha val="25000"/>
                    </a:prstClr>
                  </a:outerShdw>
                </a:effectLst>
                <a:cs typeface="+mn-ea"/>
                <a:sym typeface="+mn-lt"/>
              </a:rPr>
              <a:t>DESIGNED BY IBOTU</a:t>
            </a:r>
          </a:p>
        </p:txBody>
      </p:sp>
      <p:sp>
        <p:nvSpPr>
          <p:cNvPr id="9" name="图文框 8"/>
          <p:cNvSpPr/>
          <p:nvPr/>
        </p:nvSpPr>
        <p:spPr>
          <a:xfrm>
            <a:off x="11296103" y="426488"/>
            <a:ext cx="517962" cy="517962"/>
          </a:xfrm>
          <a:prstGeom prst="frame">
            <a:avLst>
              <a:gd name="adj1" fmla="val 5842"/>
            </a:avLst>
          </a:prstGeom>
          <a:solidFill>
            <a:schemeClr val="bg1">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92360" y="467044"/>
            <a:ext cx="723900" cy="260350"/>
          </a:xfrm>
          <a:prstGeom prst="rect">
            <a:avLst/>
          </a:prstGeom>
          <a:noFill/>
        </p:spPr>
        <p:txBody>
          <a:bodyPr wrap="square" rtlCol="0">
            <a:spAutoFit/>
          </a:bodyPr>
          <a:lstStyle/>
          <a:p>
            <a:pPr algn="ctr"/>
            <a:r>
              <a:rPr lang="en-US" altLang="zh-CN" sz="1100" b="1">
                <a:solidFill>
                  <a:schemeClr val="bg1">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94051" y="651597"/>
            <a:ext cx="723900" cy="260350"/>
          </a:xfrm>
          <a:prstGeom prst="rect">
            <a:avLst/>
          </a:prstGeom>
          <a:noFill/>
        </p:spPr>
        <p:txBody>
          <a:bodyPr wrap="square" rtlCol="0">
            <a:spAutoFit/>
          </a:bodyPr>
          <a:lstStyle/>
          <a:p>
            <a:pPr algn="ctr"/>
            <a:r>
              <a:rPr lang="en-US" altLang="zh-CN" sz="1100" b="1">
                <a:solidFill>
                  <a:schemeClr val="bg1">
                    <a:alpha val="50000"/>
                  </a:schemeClr>
                </a:solidFill>
                <a:effectLst>
                  <a:outerShdw blurRad="381000" algn="ctr" rotWithShape="0">
                    <a:prstClr val="black">
                      <a:alpha val="25000"/>
                    </a:prstClr>
                  </a:outerShdw>
                </a:effectLst>
                <a:cs typeface="+mn-ea"/>
                <a:sym typeface="+mn-lt"/>
              </a:rPr>
              <a:t>RAY</a:t>
            </a:r>
          </a:p>
        </p:txBody>
      </p:sp>
      <p:sp>
        <p:nvSpPr>
          <p:cNvPr id="12" name="矩形 11"/>
          <p:cNvSpPr/>
          <p:nvPr/>
        </p:nvSpPr>
        <p:spPr>
          <a:xfrm>
            <a:off x="405679" y="1011726"/>
            <a:ext cx="517962" cy="45719"/>
          </a:xfrm>
          <a:prstGeom prst="rect">
            <a:avLst/>
          </a:prstGeom>
          <a:gradFill>
            <a:gsLst>
              <a:gs pos="50000">
                <a:schemeClr val="accent1">
                  <a:lumMod val="75000"/>
                  <a:alpha val="27000"/>
                </a:schemeClr>
              </a:gs>
              <a:gs pos="0">
                <a:schemeClr val="bg1">
                  <a:lumMod val="95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3" name="文本框 12"/>
          <p:cNvSpPr txBox="1"/>
          <p:nvPr/>
        </p:nvSpPr>
        <p:spPr>
          <a:xfrm>
            <a:off x="320843" y="426488"/>
            <a:ext cx="1060425" cy="533400"/>
          </a:xfrm>
          <a:prstGeom prst="rect">
            <a:avLst/>
          </a:prstGeom>
          <a:noFill/>
        </p:spPr>
        <p:txBody>
          <a:bodyPr wrap="square" rtlCol="0">
            <a:spAutoFit/>
          </a:bodyPr>
          <a:lstStyle/>
          <a:p>
            <a:pPr>
              <a:lnSpc>
                <a:spcPct val="120000"/>
              </a:lnSpc>
            </a:pPr>
            <a:r>
              <a:rPr lang="en-US" altLang="zh-CN" sz="1200" b="1">
                <a:solidFill>
                  <a:schemeClr val="accent1">
                    <a:lumMod val="75000"/>
                    <a:alpha val="50000"/>
                  </a:schemeClr>
                </a:solidFill>
                <a:effectLst>
                  <a:outerShdw blurRad="381000" algn="ctr" rotWithShape="0">
                    <a:prstClr val="black">
                      <a:alpha val="25000"/>
                    </a:prstClr>
                  </a:outerShdw>
                </a:effectLst>
                <a:cs typeface="+mn-ea"/>
                <a:sym typeface="+mn-lt"/>
              </a:rPr>
              <a:t>HEY</a:t>
            </a:r>
          </a:p>
          <a:p>
            <a:pPr>
              <a:lnSpc>
                <a:spcPct val="120000"/>
              </a:lnSpc>
            </a:pPr>
            <a:r>
              <a:rPr lang="en-US" altLang="zh-CN" sz="1200" b="1">
                <a:solidFill>
                  <a:schemeClr val="accent1">
                    <a:lumMod val="75000"/>
                    <a:alpha val="50000"/>
                  </a:schemeClr>
                </a:solidFill>
                <a:effectLst>
                  <a:outerShdw blurRad="381000" algn="ctr" rotWithShape="0">
                    <a:prstClr val="black">
                      <a:alpha val="25000"/>
                    </a:prstClr>
                  </a:outerShdw>
                </a:effectLst>
                <a:cs typeface="+mn-ea"/>
                <a:sym typeface="+mn-lt"/>
              </a:rPr>
              <a:t>WAKE UP!</a:t>
            </a:r>
          </a:p>
        </p:txBody>
      </p:sp>
      <p:sp>
        <p:nvSpPr>
          <p:cNvPr id="14" name="文本框 13"/>
          <p:cNvSpPr txBox="1"/>
          <p:nvPr/>
        </p:nvSpPr>
        <p:spPr>
          <a:xfrm>
            <a:off x="239448" y="5619771"/>
            <a:ext cx="1060426" cy="533400"/>
          </a:xfrm>
          <a:prstGeom prst="rect">
            <a:avLst/>
          </a:prstGeom>
          <a:noFill/>
        </p:spPr>
        <p:txBody>
          <a:bodyPr wrap="square" rtlCol="0">
            <a:spAutoFit/>
          </a:bodyPr>
          <a:lstStyle/>
          <a:p>
            <a:pPr>
              <a:lnSpc>
                <a:spcPct val="120000"/>
              </a:lnSpc>
            </a:pPr>
            <a:r>
              <a:rPr lang="en-US" altLang="zh-CN" sz="1200" b="1">
                <a:solidFill>
                  <a:schemeClr val="accent1">
                    <a:lumMod val="75000"/>
                  </a:schemeClr>
                </a:solidFill>
                <a:effectLst>
                  <a:outerShdw blurRad="381000" algn="ctr" rotWithShape="0">
                    <a:prstClr val="black">
                      <a:alpha val="25000"/>
                    </a:prstClr>
                  </a:outerShdw>
                </a:effectLst>
                <a:cs typeface="+mn-ea"/>
                <a:sym typeface="+mn-lt"/>
              </a:rPr>
              <a:t>DO SOME</a:t>
            </a:r>
          </a:p>
          <a:p>
            <a:pPr>
              <a:lnSpc>
                <a:spcPct val="120000"/>
              </a:lnSpc>
            </a:pPr>
            <a:r>
              <a:rPr lang="en-US" altLang="zh-CN" sz="1200" b="1">
                <a:solidFill>
                  <a:schemeClr val="accent1">
                    <a:lumMod val="75000"/>
                  </a:schemeClr>
                </a:solidFill>
                <a:effectLst>
                  <a:outerShdw blurRad="381000" algn="ctr" rotWithShape="0">
                    <a:prstClr val="black">
                      <a:alpha val="25000"/>
                    </a:prstClr>
                  </a:outerShdw>
                </a:effectLst>
                <a:cs typeface="+mn-ea"/>
                <a:sym typeface="+mn-lt"/>
              </a:rPr>
              <a:t>THINGS!</a:t>
            </a:r>
          </a:p>
        </p:txBody>
      </p:sp>
      <p:sp>
        <p:nvSpPr>
          <p:cNvPr id="16" name="矩形 15"/>
          <p:cNvSpPr/>
          <p:nvPr/>
        </p:nvSpPr>
        <p:spPr>
          <a:xfrm>
            <a:off x="11334115" y="5721985"/>
            <a:ext cx="440690" cy="76200"/>
          </a:xfrm>
          <a:prstGeom prst="rect">
            <a:avLst/>
          </a:prstGeom>
          <a:solidFill>
            <a:schemeClr val="bg1">
              <a:alpha val="62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ffectLst>
                <a:outerShdw blurRad="381000" algn="ctr" rotWithShape="0">
                  <a:prstClr val="black">
                    <a:alpha val="25000"/>
                  </a:prstClr>
                </a:outerShdw>
              </a:effectLst>
              <a:cs typeface="+mn-ea"/>
              <a:sym typeface="+mn-lt"/>
            </a:endParaRPr>
          </a:p>
        </p:txBody>
      </p:sp>
      <p:sp>
        <p:nvSpPr>
          <p:cNvPr id="6" name="文本框 5"/>
          <p:cNvSpPr txBox="1"/>
          <p:nvPr/>
        </p:nvSpPr>
        <p:spPr>
          <a:xfrm rot="5400000">
            <a:off x="9745942" y="3336668"/>
            <a:ext cx="3952874" cy="183515"/>
          </a:xfrm>
          <a:prstGeom prst="rect">
            <a:avLst/>
          </a:prstGeom>
          <a:noFill/>
        </p:spPr>
        <p:txBody>
          <a:bodyPr wrap="square" rtlCol="0">
            <a:spAutoFit/>
          </a:bodyPr>
          <a:lstStyle/>
          <a:p>
            <a:pPr algn="dist"/>
            <a:r>
              <a:rPr lang="en-US" altLang="zh-CN" sz="600">
                <a:solidFill>
                  <a:schemeClr val="bg1">
                    <a:alpha val="68000"/>
                  </a:schemeClr>
                </a:solidFill>
                <a:effectLst>
                  <a:outerShdw blurRad="381000" algn="ctr" rotWithShape="0">
                    <a:prstClr val="black">
                      <a:alpha val="25000"/>
                    </a:prstClr>
                  </a:outerShdw>
                </a:effectLst>
                <a:cs typeface="+mn-ea"/>
                <a:sym typeface="+mn-lt"/>
              </a:rPr>
              <a:t>DESIGNED BY IBOTU</a:t>
            </a:r>
          </a:p>
        </p:txBody>
      </p:sp>
      <p:sp>
        <p:nvSpPr>
          <p:cNvPr id="7" name="矩形 6"/>
          <p:cNvSpPr/>
          <p:nvPr/>
        </p:nvSpPr>
        <p:spPr>
          <a:xfrm>
            <a:off x="5577205" y="1699260"/>
            <a:ext cx="5417820" cy="3457575"/>
          </a:xfrm>
          <a:prstGeom prst="rect">
            <a:avLst/>
          </a:prstGeom>
          <a:noFill/>
          <a:ln w="85725" cmpd="sng">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2" name="矩形 71"/>
          <p:cNvSpPr/>
          <p:nvPr/>
        </p:nvSpPr>
        <p:spPr>
          <a:xfrm>
            <a:off x="6116320" y="4170045"/>
            <a:ext cx="4602480" cy="368300"/>
          </a:xfrm>
          <a:prstGeom prst="rect">
            <a:avLst/>
          </a:prstGeom>
        </p:spPr>
        <p:txBody>
          <a:bodyPr wrap="square">
            <a:spAutoFit/>
          </a:bodyPr>
          <a:lstStyle/>
          <a:p>
            <a:pPr algn="dist">
              <a:spcBef>
                <a:spcPct val="0"/>
              </a:spcBef>
            </a:pPr>
            <a:r>
              <a:rPr lang="en-US" altLang="zh-CN">
                <a:solidFill>
                  <a:schemeClr val="bg1"/>
                </a:solidFill>
                <a:cs typeface="+mn-ea"/>
                <a:sym typeface="+mn-lt"/>
              </a:rPr>
              <a:t>Please add the title here</a:t>
            </a:r>
          </a:p>
        </p:txBody>
      </p:sp>
      <p:sp>
        <p:nvSpPr>
          <p:cNvPr id="31" name="文本框 30"/>
          <p:cNvSpPr txBox="1"/>
          <p:nvPr/>
        </p:nvSpPr>
        <p:spPr>
          <a:xfrm>
            <a:off x="6017260" y="3242945"/>
            <a:ext cx="4800600" cy="768350"/>
          </a:xfrm>
          <a:prstGeom prst="rect">
            <a:avLst/>
          </a:prstGeom>
          <a:noFill/>
        </p:spPr>
        <p:txBody>
          <a:bodyPr wrap="square" rtlCol="0">
            <a:spAutoFit/>
          </a:bodyPr>
          <a:lstStyle/>
          <a:p>
            <a:pPr algn="dist"/>
            <a:r>
              <a:rPr lang="zh-CN" altLang="en-US" sz="4400">
                <a:solidFill>
                  <a:schemeClr val="bg1"/>
                </a:solidFill>
                <a:effectLst/>
                <a:cs typeface="+mn-ea"/>
                <a:sym typeface="+mn-lt"/>
              </a:rPr>
              <a:t>部门工作概述</a:t>
            </a:r>
          </a:p>
        </p:txBody>
      </p:sp>
      <p:sp>
        <p:nvSpPr>
          <p:cNvPr id="18" name="矩形 17"/>
          <p:cNvSpPr/>
          <p:nvPr/>
        </p:nvSpPr>
        <p:spPr>
          <a:xfrm>
            <a:off x="6017260" y="2293620"/>
            <a:ext cx="2614930" cy="706755"/>
          </a:xfrm>
          <a:prstGeom prst="rect">
            <a:avLst/>
          </a:prstGeom>
        </p:spPr>
        <p:txBody>
          <a:bodyPr wrap="square">
            <a:spAutoFit/>
          </a:bodyPr>
          <a:lstStyle/>
          <a:p>
            <a:pPr algn="dist">
              <a:spcBef>
                <a:spcPct val="0"/>
              </a:spcBef>
            </a:pPr>
            <a:r>
              <a:rPr lang="en-US" altLang="zh-CN" sz="4000">
                <a:solidFill>
                  <a:schemeClr val="bg1"/>
                </a:solidFill>
                <a:cs typeface="+mn-ea"/>
                <a:sym typeface="+mn-lt"/>
              </a:rPr>
              <a:t>PART .01</a:t>
            </a:r>
          </a:p>
        </p:txBody>
      </p:sp>
    </p:spTree>
    <p:custDataLst>
      <p:tags r:id="R360e482300d44324"/>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1000" fill="hold"/>
                                        <p:tgtEl>
                                          <p:spTgt spid="12"/>
                                        </p:tgtEl>
                                        <p:attrNameLst>
                                          <p:attrName>ppt_w</p:attrName>
                                        </p:attrNameLst>
                                      </p:cBhvr>
                                      <p:tavLst>
                                        <p:tav tm="0">
                                          <p:val>
                                            <p:strVal val="#ppt_w*0.70"/>
                                          </p:val>
                                        </p:tav>
                                        <p:tav tm="100000">
                                          <p:val>
                                            <p:strVal val="#ppt_w"/>
                                          </p:val>
                                        </p:tav>
                                      </p:tavLst>
                                    </p:anim>
                                    <p:anim calcmode="lin" valueType="num">
                                      <p:cBhvr>
                                        <p:cTn id="13" dur="1000" fill="hold"/>
                                        <p:tgtEl>
                                          <p:spTgt spid="12"/>
                                        </p:tgtEl>
                                        <p:attrNameLst>
                                          <p:attrName>ppt_h</p:attrName>
                                        </p:attrNameLst>
                                      </p:cBhvr>
                                      <p:tavLst>
                                        <p:tav tm="0">
                                          <p:val>
                                            <p:strVal val="#ppt_h"/>
                                          </p:val>
                                        </p:tav>
                                        <p:tav tm="100000">
                                          <p:val>
                                            <p:strVal val="#ppt_h"/>
                                          </p:val>
                                        </p:tav>
                                      </p:tavLst>
                                    </p:anim>
                                    <p:animEffect transition="in" filter="fade">
                                      <p:cBhvr>
                                        <p:cTn id="14" dur="1000"/>
                                        <p:tgtEl>
                                          <p:spTgt spid="12"/>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1000" fill="hold"/>
                                        <p:tgtEl>
                                          <p:spTgt spid="13"/>
                                        </p:tgtEl>
                                        <p:attrNameLst>
                                          <p:attrName>ppt_w</p:attrName>
                                        </p:attrNameLst>
                                      </p:cBhvr>
                                      <p:tavLst>
                                        <p:tav tm="0">
                                          <p:val>
                                            <p:strVal val="#ppt_w*0.70"/>
                                          </p:val>
                                        </p:tav>
                                        <p:tav tm="100000">
                                          <p:val>
                                            <p:strVal val="#ppt_w"/>
                                          </p:val>
                                        </p:tav>
                                      </p:tavLst>
                                    </p:anim>
                                    <p:anim calcmode="lin" valueType="num">
                                      <p:cBhvr>
                                        <p:cTn id="18" dur="1000" fill="hold"/>
                                        <p:tgtEl>
                                          <p:spTgt spid="13"/>
                                        </p:tgtEl>
                                        <p:attrNameLst>
                                          <p:attrName>ppt_h</p:attrName>
                                        </p:attrNameLst>
                                      </p:cBhvr>
                                      <p:tavLst>
                                        <p:tav tm="0">
                                          <p:val>
                                            <p:strVal val="#ppt_h"/>
                                          </p:val>
                                        </p:tav>
                                        <p:tav tm="100000">
                                          <p:val>
                                            <p:strVal val="#ppt_h"/>
                                          </p:val>
                                        </p:tav>
                                      </p:tavLst>
                                    </p:anim>
                                    <p:animEffect transition="in" filter="fade">
                                      <p:cBhvr>
                                        <p:cTn id="19" dur="1000"/>
                                        <p:tgtEl>
                                          <p:spTgt spid="13"/>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1000" fill="hold"/>
                                        <p:tgtEl>
                                          <p:spTgt spid="14"/>
                                        </p:tgtEl>
                                        <p:attrNameLst>
                                          <p:attrName>ppt_w</p:attrName>
                                        </p:attrNameLst>
                                      </p:cBhvr>
                                      <p:tavLst>
                                        <p:tav tm="0">
                                          <p:val>
                                            <p:strVal val="#ppt_w*0.70"/>
                                          </p:val>
                                        </p:tav>
                                        <p:tav tm="100000">
                                          <p:val>
                                            <p:strVal val="#ppt_w"/>
                                          </p:val>
                                        </p:tav>
                                      </p:tavLst>
                                    </p:anim>
                                    <p:anim calcmode="lin" valueType="num">
                                      <p:cBhvr>
                                        <p:cTn id="23" dur="1000" fill="hold"/>
                                        <p:tgtEl>
                                          <p:spTgt spid="14"/>
                                        </p:tgtEl>
                                        <p:attrNameLst>
                                          <p:attrName>ppt_h</p:attrName>
                                        </p:attrNameLst>
                                      </p:cBhvr>
                                      <p:tavLst>
                                        <p:tav tm="0">
                                          <p:val>
                                            <p:strVal val="#ppt_h"/>
                                          </p:val>
                                        </p:tav>
                                        <p:tav tm="100000">
                                          <p:val>
                                            <p:strVal val="#ppt_h"/>
                                          </p:val>
                                        </p:tav>
                                      </p:tavLst>
                                    </p:anim>
                                    <p:animEffect transition="in" filter="fade">
                                      <p:cBhvr>
                                        <p:cTn id="24" dur="1000"/>
                                        <p:tgtEl>
                                          <p:spTgt spid="14"/>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1000" fill="hold"/>
                                        <p:tgtEl>
                                          <p:spTgt spid="11"/>
                                        </p:tgtEl>
                                        <p:attrNameLst>
                                          <p:attrName>ppt_w</p:attrName>
                                        </p:attrNameLst>
                                      </p:cBhvr>
                                      <p:tavLst>
                                        <p:tav tm="0">
                                          <p:val>
                                            <p:strVal val="#ppt_w*0.70"/>
                                          </p:val>
                                        </p:tav>
                                        <p:tav tm="100000">
                                          <p:val>
                                            <p:strVal val="#ppt_w"/>
                                          </p:val>
                                        </p:tav>
                                      </p:tavLst>
                                    </p:anim>
                                    <p:anim calcmode="lin" valueType="num">
                                      <p:cBhvr>
                                        <p:cTn id="28" dur="1000" fill="hold"/>
                                        <p:tgtEl>
                                          <p:spTgt spid="11"/>
                                        </p:tgtEl>
                                        <p:attrNameLst>
                                          <p:attrName>ppt_h</p:attrName>
                                        </p:attrNameLst>
                                      </p:cBhvr>
                                      <p:tavLst>
                                        <p:tav tm="0">
                                          <p:val>
                                            <p:strVal val="#ppt_h"/>
                                          </p:val>
                                        </p:tav>
                                        <p:tav tm="100000">
                                          <p:val>
                                            <p:strVal val="#ppt_h"/>
                                          </p:val>
                                        </p:tav>
                                      </p:tavLst>
                                    </p:anim>
                                    <p:animEffect transition="in" filter="fade">
                                      <p:cBhvr>
                                        <p:cTn id="29" dur="1000"/>
                                        <p:tgtEl>
                                          <p:spTgt spid="11"/>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1000" fill="hold"/>
                                        <p:tgtEl>
                                          <p:spTgt spid="10"/>
                                        </p:tgtEl>
                                        <p:attrNameLst>
                                          <p:attrName>ppt_w</p:attrName>
                                        </p:attrNameLst>
                                      </p:cBhvr>
                                      <p:tavLst>
                                        <p:tav tm="0">
                                          <p:val>
                                            <p:strVal val="#ppt_w*0.70"/>
                                          </p:val>
                                        </p:tav>
                                        <p:tav tm="100000">
                                          <p:val>
                                            <p:strVal val="#ppt_w"/>
                                          </p:val>
                                        </p:tav>
                                      </p:tavLst>
                                    </p:anim>
                                    <p:anim calcmode="lin" valueType="num">
                                      <p:cBhvr>
                                        <p:cTn id="33" dur="1000" fill="hold"/>
                                        <p:tgtEl>
                                          <p:spTgt spid="10"/>
                                        </p:tgtEl>
                                        <p:attrNameLst>
                                          <p:attrName>ppt_h</p:attrName>
                                        </p:attrNameLst>
                                      </p:cBhvr>
                                      <p:tavLst>
                                        <p:tav tm="0">
                                          <p:val>
                                            <p:strVal val="#ppt_h"/>
                                          </p:val>
                                        </p:tav>
                                        <p:tav tm="100000">
                                          <p:val>
                                            <p:strVal val="#ppt_h"/>
                                          </p:val>
                                        </p:tav>
                                      </p:tavLst>
                                    </p:anim>
                                    <p:animEffect transition="in" filter="fade">
                                      <p:cBhvr>
                                        <p:cTn id="34" dur="1000"/>
                                        <p:tgtEl>
                                          <p:spTgt spid="10"/>
                                        </p:tgtEl>
                                      </p:cBhvr>
                                    </p:animEffect>
                                  </p:childTnLst>
                                </p:cTn>
                              </p:par>
                              <p:par>
                                <p:cTn id="35" presetID="55"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1000" fill="hold"/>
                                        <p:tgtEl>
                                          <p:spTgt spid="9"/>
                                        </p:tgtEl>
                                        <p:attrNameLst>
                                          <p:attrName>ppt_w</p:attrName>
                                        </p:attrNameLst>
                                      </p:cBhvr>
                                      <p:tavLst>
                                        <p:tav tm="0">
                                          <p:val>
                                            <p:strVal val="#ppt_w*0.70"/>
                                          </p:val>
                                        </p:tav>
                                        <p:tav tm="100000">
                                          <p:val>
                                            <p:strVal val="#ppt_w"/>
                                          </p:val>
                                        </p:tav>
                                      </p:tavLst>
                                    </p:anim>
                                    <p:anim calcmode="lin" valueType="num">
                                      <p:cBhvr>
                                        <p:cTn id="38" dur="1000" fill="hold"/>
                                        <p:tgtEl>
                                          <p:spTgt spid="9"/>
                                        </p:tgtEl>
                                        <p:attrNameLst>
                                          <p:attrName>ppt_h</p:attrName>
                                        </p:attrNameLst>
                                      </p:cBhvr>
                                      <p:tavLst>
                                        <p:tav tm="0">
                                          <p:val>
                                            <p:strVal val="#ppt_h"/>
                                          </p:val>
                                        </p:tav>
                                        <p:tav tm="100000">
                                          <p:val>
                                            <p:strVal val="#ppt_h"/>
                                          </p:val>
                                        </p:tav>
                                      </p:tavLst>
                                    </p:anim>
                                    <p:animEffect transition="in" filter="fade">
                                      <p:cBhvr>
                                        <p:cTn id="39" dur="1000"/>
                                        <p:tgtEl>
                                          <p:spTgt spid="9"/>
                                        </p:tgtEl>
                                      </p:cBhvr>
                                    </p:animEffect>
                                  </p:childTnLst>
                                </p:cTn>
                              </p:par>
                              <p:par>
                                <p:cTn id="40" presetID="55" presetClass="entr" presetSubtype="0"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1000" fill="hold"/>
                                        <p:tgtEl>
                                          <p:spTgt spid="6"/>
                                        </p:tgtEl>
                                        <p:attrNameLst>
                                          <p:attrName>ppt_w</p:attrName>
                                        </p:attrNameLst>
                                      </p:cBhvr>
                                      <p:tavLst>
                                        <p:tav tm="0">
                                          <p:val>
                                            <p:strVal val="#ppt_w*0.70"/>
                                          </p:val>
                                        </p:tav>
                                        <p:tav tm="100000">
                                          <p:val>
                                            <p:strVal val="#ppt_w"/>
                                          </p:val>
                                        </p:tav>
                                      </p:tavLst>
                                    </p:anim>
                                    <p:anim calcmode="lin" valueType="num">
                                      <p:cBhvr>
                                        <p:cTn id="43" dur="1000" fill="hold"/>
                                        <p:tgtEl>
                                          <p:spTgt spid="6"/>
                                        </p:tgtEl>
                                        <p:attrNameLst>
                                          <p:attrName>ppt_h</p:attrName>
                                        </p:attrNameLst>
                                      </p:cBhvr>
                                      <p:tavLst>
                                        <p:tav tm="0">
                                          <p:val>
                                            <p:strVal val="#ppt_h"/>
                                          </p:val>
                                        </p:tav>
                                        <p:tav tm="100000">
                                          <p:val>
                                            <p:strVal val="#ppt_h"/>
                                          </p:val>
                                        </p:tav>
                                      </p:tavLst>
                                    </p:anim>
                                    <p:animEffect transition="in" filter="fade">
                                      <p:cBhvr>
                                        <p:cTn id="44" dur="1000"/>
                                        <p:tgtEl>
                                          <p:spTgt spid="6"/>
                                        </p:tgtEl>
                                      </p:cBhvr>
                                    </p:animEffect>
                                  </p:childTnLst>
                                </p:cTn>
                              </p:par>
                              <p:par>
                                <p:cTn id="45" presetID="55"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p:cTn id="47" dur="1000" fill="hold"/>
                                        <p:tgtEl>
                                          <p:spTgt spid="16"/>
                                        </p:tgtEl>
                                        <p:attrNameLst>
                                          <p:attrName>ppt_w</p:attrName>
                                        </p:attrNameLst>
                                      </p:cBhvr>
                                      <p:tavLst>
                                        <p:tav tm="0">
                                          <p:val>
                                            <p:strVal val="#ppt_w*0.70"/>
                                          </p:val>
                                        </p:tav>
                                        <p:tav tm="100000">
                                          <p:val>
                                            <p:strVal val="#ppt_w"/>
                                          </p:val>
                                        </p:tav>
                                      </p:tavLst>
                                    </p:anim>
                                    <p:anim calcmode="lin" valueType="num">
                                      <p:cBhvr>
                                        <p:cTn id="48" dur="1000" fill="hold"/>
                                        <p:tgtEl>
                                          <p:spTgt spid="16"/>
                                        </p:tgtEl>
                                        <p:attrNameLst>
                                          <p:attrName>ppt_h</p:attrName>
                                        </p:attrNameLst>
                                      </p:cBhvr>
                                      <p:tavLst>
                                        <p:tav tm="0">
                                          <p:val>
                                            <p:strVal val="#ppt_h"/>
                                          </p:val>
                                        </p:tav>
                                        <p:tav tm="100000">
                                          <p:val>
                                            <p:strVal val="#ppt_h"/>
                                          </p:val>
                                        </p:tav>
                                      </p:tavLst>
                                    </p:anim>
                                    <p:animEffect transition="in" filter="fade">
                                      <p:cBhvr>
                                        <p:cTn id="49" dur="1000"/>
                                        <p:tgtEl>
                                          <p:spTgt spid="16"/>
                                        </p:tgtEl>
                                      </p:cBhvr>
                                    </p:animEffect>
                                  </p:childTnLst>
                                </p:cTn>
                              </p:par>
                            </p:childTnLst>
                          </p:cTn>
                        </p:par>
                        <p:par>
                          <p:cTn id="50" fill="hold" nodeType="afterGroup">
                            <p:stCondLst>
                              <p:cond delay="1000"/>
                            </p:stCondLst>
                            <p:childTnLst>
                              <p:par>
                                <p:cTn id="51" presetID="3" presetClass="entr" presetSubtype="10" fill="hold" grpId="0" nodeType="after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blinds(horizontal)">
                                      <p:cBhvr>
                                        <p:cTn id="53" dur="500"/>
                                        <p:tgtEl>
                                          <p:spTgt spid="7"/>
                                        </p:tgtEl>
                                      </p:cBhvr>
                                    </p:animEffect>
                                  </p:childTnLst>
                                </p:cTn>
                              </p:par>
                            </p:childTnLst>
                          </p:cTn>
                        </p:par>
                        <p:par>
                          <p:cTn id="54" fill="hold" nodeType="afterGroup">
                            <p:stCondLst>
                              <p:cond delay="1500"/>
                            </p:stCondLst>
                            <p:childTnLst>
                              <p:par>
                                <p:cTn id="55" presetID="47" presetClass="entr" presetSubtype="0" fill="hold" grpId="0" nodeType="afterEffect">
                                  <p:stCondLst>
                                    <p:cond delay="0"/>
                                  </p:stCondLst>
                                  <p:childTnLst>
                                    <p:set>
                                      <p:cBhvr>
                                        <p:cTn id="56" dur="1" fill="hold">
                                          <p:stCondLst>
                                            <p:cond delay="0"/>
                                          </p:stCondLst>
                                        </p:cTn>
                                        <p:tgtEl>
                                          <p:spTgt spid="72"/>
                                        </p:tgtEl>
                                        <p:attrNameLst>
                                          <p:attrName>style.visibility</p:attrName>
                                        </p:attrNameLst>
                                      </p:cBhvr>
                                      <p:to>
                                        <p:strVal val="visible"/>
                                      </p:to>
                                    </p:set>
                                    <p:animEffect transition="in" filter="fade">
                                      <p:cBhvr>
                                        <p:cTn id="57" dur="1000"/>
                                        <p:tgtEl>
                                          <p:spTgt spid="72"/>
                                        </p:tgtEl>
                                      </p:cBhvr>
                                    </p:animEffect>
                                    <p:anim calcmode="lin" valueType="num">
                                      <p:cBhvr>
                                        <p:cTn id="58" dur="1000" fill="hold"/>
                                        <p:tgtEl>
                                          <p:spTgt spid="72"/>
                                        </p:tgtEl>
                                        <p:attrNameLst>
                                          <p:attrName>ppt_x</p:attrName>
                                        </p:attrNameLst>
                                      </p:cBhvr>
                                      <p:tavLst>
                                        <p:tav tm="0">
                                          <p:val>
                                            <p:strVal val="#ppt_x"/>
                                          </p:val>
                                        </p:tav>
                                        <p:tav tm="100000">
                                          <p:val>
                                            <p:strVal val="#ppt_x"/>
                                          </p:val>
                                        </p:tav>
                                      </p:tavLst>
                                    </p:anim>
                                    <p:anim calcmode="lin" valueType="num">
                                      <p:cBhvr>
                                        <p:cTn id="59" dur="1000" fill="hold"/>
                                        <p:tgtEl>
                                          <p:spTgt spid="72"/>
                                        </p:tgtEl>
                                        <p:attrNameLst>
                                          <p:attrName>ppt_y</p:attrName>
                                        </p:attrNameLst>
                                      </p:cBhvr>
                                      <p:tavLst>
                                        <p:tav tm="0">
                                          <p:val>
                                            <p:strVal val="#ppt_y-.1"/>
                                          </p:val>
                                        </p:tav>
                                        <p:tav tm="100000">
                                          <p:val>
                                            <p:strVal val="#ppt_y"/>
                                          </p:val>
                                        </p:tav>
                                      </p:tavLst>
                                    </p:anim>
                                  </p:childTnLst>
                                </p:cTn>
                              </p:par>
                              <p:par>
                                <p:cTn id="60" presetID="47" presetClass="entr" presetSubtype="0" fill="hold" grpId="0" nodeType="with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1000"/>
                                        <p:tgtEl>
                                          <p:spTgt spid="31"/>
                                        </p:tgtEl>
                                      </p:cBhvr>
                                    </p:animEffect>
                                    <p:anim calcmode="lin" valueType="num">
                                      <p:cBhvr>
                                        <p:cTn id="63" dur="1000" fill="hold"/>
                                        <p:tgtEl>
                                          <p:spTgt spid="31"/>
                                        </p:tgtEl>
                                        <p:attrNameLst>
                                          <p:attrName>ppt_x</p:attrName>
                                        </p:attrNameLst>
                                      </p:cBhvr>
                                      <p:tavLst>
                                        <p:tav tm="0">
                                          <p:val>
                                            <p:strVal val="#ppt_x"/>
                                          </p:val>
                                        </p:tav>
                                        <p:tav tm="100000">
                                          <p:val>
                                            <p:strVal val="#ppt_x"/>
                                          </p:val>
                                        </p:tav>
                                      </p:tavLst>
                                    </p:anim>
                                    <p:anim calcmode="lin" valueType="num">
                                      <p:cBhvr>
                                        <p:cTn id="64" dur="1000" fill="hold"/>
                                        <p:tgtEl>
                                          <p:spTgt spid="31"/>
                                        </p:tgtEl>
                                        <p:attrNameLst>
                                          <p:attrName>ppt_y</p:attrName>
                                        </p:attrNameLst>
                                      </p:cBhvr>
                                      <p:tavLst>
                                        <p:tav tm="0">
                                          <p:val>
                                            <p:strVal val="#ppt_y-.1"/>
                                          </p:val>
                                        </p:tav>
                                        <p:tav tm="100000">
                                          <p:val>
                                            <p:strVal val="#ppt_y"/>
                                          </p:val>
                                        </p:tav>
                                      </p:tavLst>
                                    </p:anim>
                                  </p:childTnLst>
                                </p:cTn>
                              </p:par>
                            </p:childTnLst>
                          </p:cTn>
                        </p:par>
                        <p:par>
                          <p:cTn id="65" fill="hold" nodeType="afterGroup">
                            <p:stCondLst>
                              <p:cond delay="2500"/>
                            </p:stCondLst>
                            <p:childTnLst>
                              <p:par>
                                <p:cTn id="66" presetID="47" presetClass="entr" presetSubtype="0" fill="hold" grpId="0" nodeType="after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1000"/>
                                        <p:tgtEl>
                                          <p:spTgt spid="18"/>
                                        </p:tgtEl>
                                      </p:cBhvr>
                                    </p:animEffect>
                                    <p:anim calcmode="lin" valueType="num">
                                      <p:cBhvr>
                                        <p:cTn id="69" dur="1000" fill="hold"/>
                                        <p:tgtEl>
                                          <p:spTgt spid="18"/>
                                        </p:tgtEl>
                                        <p:attrNameLst>
                                          <p:attrName>ppt_x</p:attrName>
                                        </p:attrNameLst>
                                      </p:cBhvr>
                                      <p:tavLst>
                                        <p:tav tm="0">
                                          <p:val>
                                            <p:strVal val="#ppt_x"/>
                                          </p:val>
                                        </p:tav>
                                        <p:tav tm="100000">
                                          <p:val>
                                            <p:strVal val="#ppt_x"/>
                                          </p:val>
                                        </p:tav>
                                      </p:tavLst>
                                    </p:anim>
                                    <p:anim calcmode="lin" valueType="num">
                                      <p:cBhvr>
                                        <p:cTn id="7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ldLvl="0" animBg="1"/>
      <p:bldP spid="10" grpId="0"/>
      <p:bldP spid="11" grpId="0"/>
      <p:bldP spid="12" grpId="0" bldLvl="0" animBg="1"/>
      <p:bldP spid="13" grpId="0"/>
      <p:bldP spid="14" grpId="0"/>
      <p:bldP spid="16" grpId="0" bldLvl="0" animBg="1"/>
      <p:bldP spid="6" grpId="0"/>
      <p:bldP spid="7" grpId="0" bldLvl="0" animBg="1"/>
      <p:bldP spid="72" grpId="0"/>
      <p:bldP spid="31"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8000"/>
          </a:schemeClr>
        </a:solidFill>
        <a:effectLst/>
      </p:bgPr>
    </p:bg>
    <p:spTree>
      <p:nvGrpSpPr>
        <p:cNvPr id="1" name=""/>
        <p:cNvGrpSpPr/>
        <p:nvPr/>
      </p:nvGrpSpPr>
      <p:grpSpPr>
        <a:xfrm>
          <a:off x="0" y="0"/>
          <a:ext cx="0" cy="0"/>
          <a:chOff x="0" y="0"/>
          <a:chExt cx="0" cy="0"/>
        </a:xfrm>
      </p:grpSpPr>
      <p:grpSp>
        <p:nvGrpSpPr>
          <p:cNvPr id="24" name="组合 23"/>
          <p:cNvGrpSpPr/>
          <p:nvPr/>
        </p:nvGrpSpPr>
        <p:grpSpPr>
          <a:xfrm>
            <a:off x="494983" y="3019120"/>
            <a:ext cx="2354095" cy="2687644"/>
            <a:chOff x="380683" y="2560320"/>
            <a:chExt cx="2354095" cy="2687644"/>
          </a:xfrm>
        </p:grpSpPr>
        <p:sp>
          <p:nvSpPr>
            <p:cNvPr id="8" name="矩形: 圆角 7"/>
            <p:cNvSpPr/>
            <p:nvPr/>
          </p:nvSpPr>
          <p:spPr>
            <a:xfrm>
              <a:off x="380683" y="2560320"/>
              <a:ext cx="822960" cy="822960"/>
            </a:xfrm>
            <a:prstGeom prst="roundRect">
              <a:avLst>
                <a:gd name="adj" fmla="val 12223"/>
              </a:avLst>
            </a:prstGeom>
            <a:solidFill>
              <a:srgbClr val="2D48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a:cs typeface="+mn-ea"/>
                  <a:sym typeface="+mn-lt"/>
                </a:rPr>
                <a:t>1</a:t>
              </a:r>
            </a:p>
          </p:txBody>
        </p:sp>
        <p:sp>
          <p:nvSpPr>
            <p:cNvPr id="2" name="文本框 1"/>
            <p:cNvSpPr txBox="1"/>
            <p:nvPr/>
          </p:nvSpPr>
          <p:spPr>
            <a:xfrm>
              <a:off x="380683" y="3654439"/>
              <a:ext cx="2354094" cy="369332"/>
            </a:xfrm>
            <a:prstGeom prst="rect">
              <a:avLst/>
            </a:prstGeom>
            <a:noFill/>
          </p:spPr>
          <p:txBody>
            <a:bodyPr wrap="square" rtlCol="0">
              <a:spAutoFit/>
            </a:bodyPr>
            <a:lstStyle/>
            <a:p>
              <a:r>
                <a:rPr lang="en-US" altLang="zh-CN">
                  <a:cs typeface="+mn-ea"/>
                  <a:sym typeface="+mn-lt"/>
                </a:rPr>
                <a:t>ENTER THE TEXT</a:t>
              </a:r>
            </a:p>
          </p:txBody>
        </p:sp>
        <p:sp>
          <p:nvSpPr>
            <p:cNvPr id="3" name="文本框 2"/>
            <p:cNvSpPr txBox="1"/>
            <p:nvPr/>
          </p:nvSpPr>
          <p:spPr>
            <a:xfrm>
              <a:off x="380684" y="4084697"/>
              <a:ext cx="2354094" cy="1163267"/>
            </a:xfrm>
            <a:prstGeom prst="rect">
              <a:avLst/>
            </a:prstGeom>
            <a:noFill/>
          </p:spPr>
          <p:txBody>
            <a:bodyPr wrap="square" rtlCol="0">
              <a:spAutoFit/>
            </a:bodyPr>
            <a:lstStyle/>
            <a:p>
              <a:pPr defTabSz="412750" eaLnBrk="0" fontAlgn="base" hangingPunct="0">
                <a:lnSpc>
                  <a:spcPct val="180000"/>
                </a:lnSpc>
                <a:spcBef>
                  <a:spcPct val="0"/>
                </a:spcBef>
                <a:spcAft>
                  <a:spcPct val="0"/>
                </a:spcAft>
                <a:defRPr/>
              </a:pPr>
              <a:r>
                <a:rPr lang="en-US" altLang="zh-CN" sz="1000">
                  <a:solidFill>
                    <a:srgbClr val="292829"/>
                  </a:solidFill>
                  <a:cs typeface="+mn-ea"/>
                  <a:sym typeface="+mn-lt"/>
                </a:rPr>
                <a:t>Lorem ipsum dolor sit amet, consectetuer adipiscing elit. Maecenas porttitor congue, magna sed pulvinar ultricies, </a:t>
              </a:r>
            </a:p>
          </p:txBody>
        </p:sp>
      </p:grpSp>
      <p:grpSp>
        <p:nvGrpSpPr>
          <p:cNvPr id="23" name="组合 22"/>
          <p:cNvGrpSpPr/>
          <p:nvPr/>
        </p:nvGrpSpPr>
        <p:grpSpPr>
          <a:xfrm>
            <a:off x="3160199" y="3019120"/>
            <a:ext cx="2354095" cy="2687644"/>
            <a:chOff x="3403600" y="2560320"/>
            <a:chExt cx="2354095" cy="2687644"/>
          </a:xfrm>
        </p:grpSpPr>
        <p:sp>
          <p:nvSpPr>
            <p:cNvPr id="15" name="矩形: 圆角 14"/>
            <p:cNvSpPr/>
            <p:nvPr/>
          </p:nvSpPr>
          <p:spPr>
            <a:xfrm>
              <a:off x="3403600" y="2560320"/>
              <a:ext cx="822960" cy="822960"/>
            </a:xfrm>
            <a:prstGeom prst="roundRect">
              <a:avLst>
                <a:gd name="adj" fmla="val 12223"/>
              </a:avLst>
            </a:prstGeom>
            <a:solidFill>
              <a:srgbClr val="2D4875">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a:cs typeface="+mn-ea"/>
                  <a:sym typeface="+mn-lt"/>
                </a:rPr>
                <a:t>2</a:t>
              </a:r>
            </a:p>
          </p:txBody>
        </p:sp>
        <p:sp>
          <p:nvSpPr>
            <p:cNvPr id="16" name="文本框 15"/>
            <p:cNvSpPr txBox="1"/>
            <p:nvPr/>
          </p:nvSpPr>
          <p:spPr>
            <a:xfrm>
              <a:off x="3403600" y="3654439"/>
              <a:ext cx="2354094" cy="707886"/>
            </a:xfrm>
            <a:prstGeom prst="rect">
              <a:avLst/>
            </a:prstGeom>
            <a:noFill/>
          </p:spPr>
          <p:txBody>
            <a:bodyPr wrap="square" rtlCol="0">
              <a:spAutoFit/>
            </a:bodyPr>
            <a:lstStyle>
              <a:defPPr>
                <a:defRPr lang="zh-CN"/>
              </a:defPPr>
              <a:lvl1pPr>
                <a:defRPr>
                  <a:cs typeface="+mn-ea"/>
                </a:defRPr>
              </a:lvl1pPr>
            </a:lstStyle>
            <a:p>
              <a:r>
                <a:rPr lang="en-US" altLang="zh-CN">
                  <a:sym typeface="+mn-lt"/>
                </a:rPr>
                <a:t>ENTER THE TEXT</a:t>
              </a:r>
            </a:p>
          </p:txBody>
        </p:sp>
        <p:sp>
          <p:nvSpPr>
            <p:cNvPr id="17" name="文本框 16"/>
            <p:cNvSpPr txBox="1"/>
            <p:nvPr/>
          </p:nvSpPr>
          <p:spPr>
            <a:xfrm>
              <a:off x="3403601" y="4084697"/>
              <a:ext cx="2354094" cy="1163267"/>
            </a:xfrm>
            <a:prstGeom prst="rect">
              <a:avLst/>
            </a:prstGeom>
            <a:noFill/>
          </p:spPr>
          <p:txBody>
            <a:bodyPr wrap="square" rtlCol="0">
              <a:spAutoFit/>
            </a:bodyPr>
            <a:lstStyle/>
            <a:p>
              <a:pPr defTabSz="412750" eaLnBrk="0" fontAlgn="base" hangingPunct="0">
                <a:lnSpc>
                  <a:spcPct val="180000"/>
                </a:lnSpc>
                <a:spcBef>
                  <a:spcPct val="0"/>
                </a:spcBef>
                <a:spcAft>
                  <a:spcPct val="0"/>
                </a:spcAft>
                <a:defRPr/>
              </a:pPr>
              <a:r>
                <a:rPr lang="en-US" altLang="zh-CN" sz="1000">
                  <a:solidFill>
                    <a:srgbClr val="292829"/>
                  </a:solidFill>
                  <a:cs typeface="+mn-ea"/>
                  <a:sym typeface="+mn-lt"/>
                </a:rPr>
                <a:t>Lorem ipsum dolor sit amet, consectetuer adipiscing elit. Maecenas porttitor congue, magna sed pulvinar ultricies, </a:t>
              </a:r>
            </a:p>
          </p:txBody>
        </p:sp>
      </p:grpSp>
      <p:grpSp>
        <p:nvGrpSpPr>
          <p:cNvPr id="22" name="组合 21"/>
          <p:cNvGrpSpPr/>
          <p:nvPr/>
        </p:nvGrpSpPr>
        <p:grpSpPr>
          <a:xfrm>
            <a:off x="5825415" y="3019120"/>
            <a:ext cx="2354095" cy="2687644"/>
            <a:chOff x="6550819" y="2560320"/>
            <a:chExt cx="2354095" cy="2687644"/>
          </a:xfrm>
        </p:grpSpPr>
        <p:sp>
          <p:nvSpPr>
            <p:cNvPr id="19" name="矩形: 圆角 18"/>
            <p:cNvSpPr/>
            <p:nvPr/>
          </p:nvSpPr>
          <p:spPr>
            <a:xfrm>
              <a:off x="6550819" y="2560320"/>
              <a:ext cx="822960" cy="822960"/>
            </a:xfrm>
            <a:prstGeom prst="roundRect">
              <a:avLst>
                <a:gd name="adj" fmla="val 12223"/>
              </a:avLst>
            </a:prstGeom>
            <a:solidFill>
              <a:srgbClr val="7998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a:cs typeface="+mn-ea"/>
                  <a:sym typeface="+mn-lt"/>
                </a:rPr>
                <a:t>3</a:t>
              </a:r>
            </a:p>
          </p:txBody>
        </p:sp>
        <p:sp>
          <p:nvSpPr>
            <p:cNvPr id="20" name="文本框 19"/>
            <p:cNvSpPr txBox="1"/>
            <p:nvPr/>
          </p:nvSpPr>
          <p:spPr>
            <a:xfrm>
              <a:off x="6550819" y="3654439"/>
              <a:ext cx="2354094" cy="707886"/>
            </a:xfrm>
            <a:prstGeom prst="rect">
              <a:avLst/>
            </a:prstGeom>
            <a:noFill/>
          </p:spPr>
          <p:txBody>
            <a:bodyPr wrap="square" rtlCol="0">
              <a:spAutoFit/>
            </a:bodyPr>
            <a:lstStyle>
              <a:defPPr>
                <a:defRPr lang="zh-CN"/>
              </a:defPPr>
              <a:lvl1pPr>
                <a:defRPr>
                  <a:cs typeface="+mn-ea"/>
                </a:defRPr>
              </a:lvl1pPr>
            </a:lstStyle>
            <a:p>
              <a:r>
                <a:rPr lang="en-US" altLang="zh-CN">
                  <a:sym typeface="+mn-lt"/>
                </a:rPr>
                <a:t>ENTER THE TEXT</a:t>
              </a:r>
            </a:p>
          </p:txBody>
        </p:sp>
        <p:sp>
          <p:nvSpPr>
            <p:cNvPr id="4" name="文本框 3"/>
            <p:cNvSpPr txBox="1"/>
            <p:nvPr/>
          </p:nvSpPr>
          <p:spPr>
            <a:xfrm>
              <a:off x="6550820" y="4084697"/>
              <a:ext cx="2354094" cy="1163267"/>
            </a:xfrm>
            <a:prstGeom prst="rect">
              <a:avLst/>
            </a:prstGeom>
            <a:noFill/>
          </p:spPr>
          <p:txBody>
            <a:bodyPr wrap="square" rtlCol="0">
              <a:spAutoFit/>
            </a:bodyPr>
            <a:lstStyle/>
            <a:p>
              <a:pPr defTabSz="412750" eaLnBrk="0" fontAlgn="base" hangingPunct="0">
                <a:lnSpc>
                  <a:spcPct val="180000"/>
                </a:lnSpc>
                <a:spcBef>
                  <a:spcPct val="0"/>
                </a:spcBef>
                <a:spcAft>
                  <a:spcPct val="0"/>
                </a:spcAft>
                <a:defRPr/>
              </a:pPr>
              <a:r>
                <a:rPr lang="en-US" altLang="zh-CN" sz="1000">
                  <a:solidFill>
                    <a:srgbClr val="292829"/>
                  </a:solidFill>
                  <a:cs typeface="+mn-ea"/>
                  <a:sym typeface="+mn-lt"/>
                </a:rPr>
                <a:t>Lorem ipsum dolor sit amet, consectetuer adipiscing elit. Maecenas porttitor congue, magna sed pulvinar ultricies</a:t>
              </a:r>
            </a:p>
          </p:txBody>
        </p:sp>
      </p:grpSp>
      <p:sp>
        <p:nvSpPr>
          <p:cNvPr id="25" name="矩形 24"/>
          <p:cNvSpPr/>
          <p:nvPr/>
        </p:nvSpPr>
        <p:spPr>
          <a:xfrm>
            <a:off x="8490585" y="0"/>
            <a:ext cx="3698240" cy="6858000"/>
          </a:xfrm>
          <a:prstGeom prst="rect">
            <a:avLst/>
          </a:prstGeom>
          <a:blipFill rotWithShape="1">
            <a:blip r:embed="Red76e9bfe7734a20"/>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a:cs typeface="+mn-ea"/>
              <a:sym typeface="+mn-lt"/>
            </a:endParaRPr>
          </a:p>
        </p:txBody>
      </p:sp>
      <p:sp>
        <p:nvSpPr>
          <p:cNvPr id="27" name="文本框 26"/>
          <p:cNvSpPr txBox="1"/>
          <p:nvPr/>
        </p:nvSpPr>
        <p:spPr>
          <a:xfrm>
            <a:off x="8789670" y="2944046"/>
            <a:ext cx="3037840" cy="1569660"/>
          </a:xfrm>
          <a:prstGeom prst="rect">
            <a:avLst/>
          </a:prstGeom>
          <a:noFill/>
        </p:spPr>
        <p:txBody>
          <a:bodyPr wrap="square" rtlCol="0">
            <a:spAutoFit/>
          </a:bodyPr>
          <a:lstStyle/>
          <a:p>
            <a:pPr algn="r"/>
            <a:r>
              <a:rPr lang="en-US" altLang="zh-CN" sz="3200">
                <a:solidFill>
                  <a:schemeClr val="accent1">
                    <a:lumMod val="50000"/>
                  </a:schemeClr>
                </a:solidFill>
                <a:cs typeface="+mn-ea"/>
                <a:sym typeface="+mn-lt"/>
              </a:rPr>
              <a:t>WELCOME TO ENTER MESSAGE</a:t>
            </a:r>
          </a:p>
        </p:txBody>
      </p:sp>
      <p:sp>
        <p:nvSpPr>
          <p:cNvPr id="28" name="文本框 27"/>
          <p:cNvSpPr txBox="1"/>
          <p:nvPr/>
        </p:nvSpPr>
        <p:spPr>
          <a:xfrm>
            <a:off x="8953501" y="4431205"/>
            <a:ext cx="2875279" cy="615553"/>
          </a:xfrm>
          <a:prstGeom prst="rect">
            <a:avLst/>
          </a:prstGeom>
          <a:noFill/>
        </p:spPr>
        <p:txBody>
          <a:bodyPr wrap="square" rtlCol="0">
            <a:spAutoFit/>
          </a:bodyPr>
          <a:lstStyle/>
          <a:p>
            <a:pPr algn="r">
              <a:lnSpc>
                <a:spcPct val="180000"/>
              </a:lnSpc>
            </a:pPr>
            <a:r>
              <a:rPr lang="en-US" altLang="zh-CN" sz="1000">
                <a:solidFill>
                  <a:schemeClr val="accent1">
                    <a:lumMod val="50000"/>
                  </a:schemeClr>
                </a:solidFill>
                <a:cs typeface="+mn-ea"/>
                <a:sym typeface="+mn-lt"/>
              </a:rPr>
              <a:t>Lorem ipsum dolor sit amet, consectetuer adipiscing elit. Maecenas</a:t>
            </a:r>
          </a:p>
        </p:txBody>
      </p:sp>
      <p:sp>
        <p:nvSpPr>
          <p:cNvPr id="12" name="矩形 11"/>
          <p:cNvSpPr/>
          <p:nvPr/>
        </p:nvSpPr>
        <p:spPr>
          <a:xfrm>
            <a:off x="610784" y="755821"/>
            <a:ext cx="517962" cy="45719"/>
          </a:xfrm>
          <a:prstGeom prst="rect">
            <a:avLst/>
          </a:prstGeom>
          <a:gradFill>
            <a:gsLst>
              <a:gs pos="50000">
                <a:schemeClr val="accent1">
                  <a:lumMod val="75000"/>
                  <a:alpha val="29000"/>
                </a:schemeClr>
              </a:gs>
              <a:gs pos="0">
                <a:schemeClr val="accent1">
                  <a:lumMod val="50000"/>
                  <a:alpha val="63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21" name="文本框 20"/>
          <p:cNvSpPr txBox="1"/>
          <p:nvPr/>
        </p:nvSpPr>
        <p:spPr>
          <a:xfrm>
            <a:off x="534670" y="380365"/>
            <a:ext cx="1605280" cy="337185"/>
          </a:xfrm>
          <a:prstGeom prst="rect">
            <a:avLst/>
          </a:prstGeom>
          <a:noFill/>
        </p:spPr>
        <p:txBody>
          <a:bodyPr wrap="square" rtlCol="0">
            <a:spAutoFit/>
          </a:bodyPr>
          <a:lstStyle/>
          <a:p>
            <a:pPr algn="dist"/>
            <a:r>
              <a:rPr lang="en-US" altLang="zh-CN" sz="1600" b="1" err="1">
                <a:solidFill>
                  <a:schemeClr val="accent1">
                    <a:lumMod val="50000"/>
                  </a:schemeClr>
                </a:solidFill>
                <a:cs typeface="+mn-ea"/>
                <a:sym typeface="+mn-lt"/>
              </a:rPr>
              <a:t>PART.01</a:t>
            </a:r>
          </a:p>
        </p:txBody>
      </p:sp>
      <p:sp>
        <p:nvSpPr>
          <p:cNvPr id="9" name="图文框 8"/>
          <p:cNvSpPr/>
          <p:nvPr/>
        </p:nvSpPr>
        <p:spPr>
          <a:xfrm>
            <a:off x="11207203" y="5963688"/>
            <a:ext cx="517962" cy="517962"/>
          </a:xfrm>
          <a:prstGeom prst="frame">
            <a:avLst>
              <a:gd name="adj1" fmla="val 5842"/>
            </a:avLst>
          </a:prstGeom>
          <a:solidFill>
            <a:schemeClr val="accent1">
              <a:lumMod val="75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03460" y="60042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05151" y="61887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sp>
        <p:nvSpPr>
          <p:cNvPr id="31" name="文本框 30"/>
          <p:cNvSpPr txBox="1"/>
          <p:nvPr/>
        </p:nvSpPr>
        <p:spPr>
          <a:xfrm>
            <a:off x="381000" y="1627505"/>
            <a:ext cx="5189855" cy="768350"/>
          </a:xfrm>
          <a:prstGeom prst="rect">
            <a:avLst/>
          </a:prstGeom>
          <a:noFill/>
        </p:spPr>
        <p:txBody>
          <a:bodyPr wrap="square" rtlCol="0">
            <a:spAutoFit/>
          </a:bodyPr>
          <a:lstStyle/>
          <a:p>
            <a:pPr algn="dist"/>
            <a:r>
              <a:rPr lang="zh-CN" altLang="en-US" sz="4400">
                <a:solidFill>
                  <a:schemeClr val="accent1">
                    <a:lumMod val="50000"/>
                  </a:schemeClr>
                </a:solidFill>
                <a:effectLst/>
                <a:cs typeface="+mn-ea"/>
                <a:sym typeface="+mn-lt"/>
              </a:rPr>
              <a:t>部门工作概述 </a:t>
            </a:r>
            <a:r>
              <a:rPr lang="en-US" altLang="zh-CN" sz="4400">
                <a:solidFill>
                  <a:schemeClr val="accent1">
                    <a:lumMod val="50000"/>
                  </a:schemeClr>
                </a:solidFill>
                <a:effectLst/>
                <a:cs typeface="+mn-ea"/>
                <a:sym typeface="+mn-lt"/>
              </a:rPr>
              <a:t>...</a:t>
            </a:r>
          </a:p>
        </p:txBody>
      </p:sp>
    </p:spTree>
    <p:custDataLst>
      <p:tags r:id="R54f374fda88d4f02"/>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16" presetClass="entr" presetSubtype="21" fill="hold" nodeType="after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barn(inVertical)">
                                      <p:cBhvr>
                                        <p:cTn id="13" dur="500"/>
                                        <p:tgtEl>
                                          <p:spTgt spid="24"/>
                                        </p:tgtEl>
                                      </p:cBhvr>
                                    </p:animEffect>
                                  </p:childTnLst>
                                </p:cTn>
                              </p:par>
                              <p:par>
                                <p:cTn id="14" presetID="16" presetClass="entr" presetSubtype="21"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barn(inVertical)">
                                      <p:cBhvr>
                                        <p:cTn id="16" dur="500"/>
                                        <p:tgtEl>
                                          <p:spTgt spid="23"/>
                                        </p:tgtEl>
                                      </p:cBhvr>
                                    </p:animEffect>
                                  </p:childTnLst>
                                </p:cTn>
                              </p:par>
                              <p:par>
                                <p:cTn id="17" presetID="16" presetClass="entr" presetSubtype="21"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barn(inVertical)">
                                      <p:cBhvr>
                                        <p:cTn id="19" dur="500"/>
                                        <p:tgtEl>
                                          <p:spTgt spid="22"/>
                                        </p:tgtEl>
                                      </p:cBhvr>
                                    </p:animEffect>
                                  </p:childTnLst>
                                </p:cTn>
                              </p:par>
                            </p:childTnLst>
                          </p:cTn>
                        </p:par>
                        <p:par>
                          <p:cTn id="20" fill="hold" nodeType="afterGroup">
                            <p:stCondLst>
                              <p:cond delay="1500"/>
                            </p:stCondLst>
                            <p:childTnLst>
                              <p:par>
                                <p:cTn id="21" presetID="47" presetClass="entr" presetSubtype="0" fill="hold" grpId="0" nodeType="after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1000"/>
                                        <p:tgtEl>
                                          <p:spTgt spid="27"/>
                                        </p:tgtEl>
                                      </p:cBhvr>
                                    </p:animEffect>
                                    <p:anim calcmode="lin" valueType="num">
                                      <p:cBhvr>
                                        <p:cTn id="24" dur="1000" fill="hold"/>
                                        <p:tgtEl>
                                          <p:spTgt spid="27"/>
                                        </p:tgtEl>
                                        <p:attrNameLst>
                                          <p:attrName>ppt_x</p:attrName>
                                        </p:attrNameLst>
                                      </p:cBhvr>
                                      <p:tavLst>
                                        <p:tav tm="0">
                                          <p:val>
                                            <p:strVal val="#ppt_x"/>
                                          </p:val>
                                        </p:tav>
                                        <p:tav tm="100000">
                                          <p:val>
                                            <p:strVal val="#ppt_x"/>
                                          </p:val>
                                        </p:tav>
                                      </p:tavLst>
                                    </p:anim>
                                    <p:anim calcmode="lin" valueType="num">
                                      <p:cBhvr>
                                        <p:cTn id="25" dur="1000" fill="hold"/>
                                        <p:tgtEl>
                                          <p:spTgt spid="27"/>
                                        </p:tgtEl>
                                        <p:attrNameLst>
                                          <p:attrName>ppt_y</p:attrName>
                                        </p:attrNameLst>
                                      </p:cBhvr>
                                      <p:tavLst>
                                        <p:tav tm="0">
                                          <p:val>
                                            <p:strVal val="#ppt_y-.1"/>
                                          </p:val>
                                        </p:tav>
                                        <p:tav tm="100000">
                                          <p:val>
                                            <p:strVal val="#ppt_y"/>
                                          </p:val>
                                        </p:tav>
                                      </p:tavLst>
                                    </p:anim>
                                  </p:childTnLst>
                                </p:cTn>
                              </p:par>
                              <p:par>
                                <p:cTn id="26" presetID="47" presetClass="entr" presetSubtype="0"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1000"/>
                                        <p:tgtEl>
                                          <p:spTgt spid="28"/>
                                        </p:tgtEl>
                                      </p:cBhvr>
                                    </p:animEffect>
                                    <p:anim calcmode="lin" valueType="num">
                                      <p:cBhvr>
                                        <p:cTn id="29" dur="1000" fill="hold"/>
                                        <p:tgtEl>
                                          <p:spTgt spid="28"/>
                                        </p:tgtEl>
                                        <p:attrNameLst>
                                          <p:attrName>ppt_x</p:attrName>
                                        </p:attrNameLst>
                                      </p:cBhvr>
                                      <p:tavLst>
                                        <p:tav tm="0">
                                          <p:val>
                                            <p:strVal val="#ppt_x"/>
                                          </p:val>
                                        </p:tav>
                                        <p:tav tm="100000">
                                          <p:val>
                                            <p:strVal val="#ppt_x"/>
                                          </p:val>
                                        </p:tav>
                                      </p:tavLst>
                                    </p:anim>
                                    <p:anim calcmode="lin" valueType="num">
                                      <p:cBhvr>
                                        <p:cTn id="30" dur="1000" fill="hold"/>
                                        <p:tgtEl>
                                          <p:spTgt spid="28"/>
                                        </p:tgtEl>
                                        <p:attrNameLst>
                                          <p:attrName>ppt_y</p:attrName>
                                        </p:attrNameLst>
                                      </p:cBhvr>
                                      <p:tavLst>
                                        <p:tav tm="0">
                                          <p:val>
                                            <p:strVal val="#ppt_y-.1"/>
                                          </p:val>
                                        </p:tav>
                                        <p:tav tm="100000">
                                          <p:val>
                                            <p:strVal val="#ppt_y"/>
                                          </p:val>
                                        </p:tav>
                                      </p:tavLst>
                                    </p:anim>
                                  </p:childTnLst>
                                </p:cTn>
                              </p:par>
                              <p:par>
                                <p:cTn id="31" presetID="47"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1000"/>
                                        <p:tgtEl>
                                          <p:spTgt spid="25"/>
                                        </p:tgtEl>
                                      </p:cBhvr>
                                    </p:animEffect>
                                    <p:anim calcmode="lin" valueType="num">
                                      <p:cBhvr>
                                        <p:cTn id="34" dur="1000" fill="hold"/>
                                        <p:tgtEl>
                                          <p:spTgt spid="25"/>
                                        </p:tgtEl>
                                        <p:attrNameLst>
                                          <p:attrName>ppt_x</p:attrName>
                                        </p:attrNameLst>
                                      </p:cBhvr>
                                      <p:tavLst>
                                        <p:tav tm="0">
                                          <p:val>
                                            <p:strVal val="#ppt_x"/>
                                          </p:val>
                                        </p:tav>
                                        <p:tav tm="100000">
                                          <p:val>
                                            <p:strVal val="#ppt_x"/>
                                          </p:val>
                                        </p:tav>
                                      </p:tavLst>
                                    </p:anim>
                                    <p:anim calcmode="lin" valueType="num">
                                      <p:cBhvr>
                                        <p:cTn id="35"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p:bldP spid="28" grpId="0"/>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8000"/>
          </a:schemeClr>
        </a:solidFill>
        <a:effectLst/>
      </p:bgPr>
    </p:bg>
    <p:spTree>
      <p:nvGrpSpPr>
        <p:cNvPr id="1" name=""/>
        <p:cNvGrpSpPr/>
        <p:nvPr/>
      </p:nvGrpSpPr>
      <p:grpSpPr>
        <a:xfrm>
          <a:off x="0" y="0"/>
          <a:ext cx="0" cy="0"/>
          <a:chOff x="0" y="0"/>
          <a:chExt cx="0" cy="0"/>
        </a:xfrm>
      </p:grpSpPr>
      <p:sp>
        <p:nvSpPr>
          <p:cNvPr id="12" name="矩形 11"/>
          <p:cNvSpPr/>
          <p:nvPr/>
        </p:nvSpPr>
        <p:spPr>
          <a:xfrm>
            <a:off x="610784" y="755821"/>
            <a:ext cx="517962" cy="45719"/>
          </a:xfrm>
          <a:prstGeom prst="rect">
            <a:avLst/>
          </a:prstGeom>
          <a:gradFill>
            <a:gsLst>
              <a:gs pos="50000">
                <a:schemeClr val="accent1">
                  <a:lumMod val="75000"/>
                  <a:alpha val="29000"/>
                </a:schemeClr>
              </a:gs>
              <a:gs pos="0">
                <a:schemeClr val="accent1">
                  <a:lumMod val="50000"/>
                  <a:alpha val="63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21" name="文本框 20"/>
          <p:cNvSpPr txBox="1"/>
          <p:nvPr/>
        </p:nvSpPr>
        <p:spPr>
          <a:xfrm>
            <a:off x="534670" y="380365"/>
            <a:ext cx="1605280" cy="337185"/>
          </a:xfrm>
          <a:prstGeom prst="rect">
            <a:avLst/>
          </a:prstGeom>
          <a:noFill/>
        </p:spPr>
        <p:txBody>
          <a:bodyPr wrap="square" rtlCol="0">
            <a:spAutoFit/>
          </a:bodyPr>
          <a:lstStyle/>
          <a:p>
            <a:pPr algn="dist"/>
            <a:r>
              <a:rPr lang="en-US" altLang="zh-CN" sz="1600" b="1" err="1">
                <a:solidFill>
                  <a:schemeClr val="accent1">
                    <a:lumMod val="50000"/>
                  </a:schemeClr>
                </a:solidFill>
                <a:cs typeface="+mn-ea"/>
                <a:sym typeface="+mn-lt"/>
              </a:rPr>
              <a:t>PART.01</a:t>
            </a:r>
          </a:p>
        </p:txBody>
      </p:sp>
      <p:sp>
        <p:nvSpPr>
          <p:cNvPr id="9" name="图文框 8"/>
          <p:cNvSpPr/>
          <p:nvPr/>
        </p:nvSpPr>
        <p:spPr>
          <a:xfrm>
            <a:off x="11207203" y="5963688"/>
            <a:ext cx="517962" cy="517962"/>
          </a:xfrm>
          <a:prstGeom prst="frame">
            <a:avLst>
              <a:gd name="adj1" fmla="val 5842"/>
            </a:avLst>
          </a:prstGeom>
          <a:solidFill>
            <a:schemeClr val="accent1">
              <a:lumMod val="75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03460" y="60042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05151" y="61887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grpSp>
        <p:nvGrpSpPr>
          <p:cNvPr id="29" name="组合 28"/>
          <p:cNvGrpSpPr/>
          <p:nvPr/>
        </p:nvGrpSpPr>
        <p:grpSpPr>
          <a:xfrm>
            <a:off x="5685881" y="5697159"/>
            <a:ext cx="1048838" cy="166837"/>
            <a:chOff x="5279886" y="4137110"/>
            <a:chExt cx="1360297" cy="216380"/>
          </a:xfrm>
          <a:solidFill>
            <a:srgbClr val="2D4875">
              <a:alpha val="74000"/>
            </a:srgbClr>
          </a:solidFill>
        </p:grpSpPr>
        <p:sp>
          <p:nvSpPr>
            <p:cNvPr id="30" name="brightness-setting_68801"/>
            <p:cNvSpPr>
              <a:spLocks noChangeAspect="1"/>
            </p:cNvSpPr>
            <p:nvPr/>
          </p:nvSpPr>
          <p:spPr bwMode="auto">
            <a:xfrm>
              <a:off x="5279886" y="4138046"/>
              <a:ext cx="215771" cy="215418"/>
            </a:xfrm>
            <a:custGeom>
              <a:avLst/>
              <a:gdLst>
                <a:gd name="connsiteX0" fmla="*/ 302479 w 605734"/>
                <a:gd name="connsiteY0" fmla="*/ 518585 h 604745"/>
                <a:gd name="connsiteX1" fmla="*/ 345630 w 605734"/>
                <a:gd name="connsiteY1" fmla="*/ 561665 h 604745"/>
                <a:gd name="connsiteX2" fmla="*/ 302479 w 605734"/>
                <a:gd name="connsiteY2" fmla="*/ 604745 h 604745"/>
                <a:gd name="connsiteX3" fmla="*/ 259328 w 605734"/>
                <a:gd name="connsiteY3" fmla="*/ 561665 h 604745"/>
                <a:gd name="connsiteX4" fmla="*/ 302479 w 605734"/>
                <a:gd name="connsiteY4" fmla="*/ 518585 h 604745"/>
                <a:gd name="connsiteX5" fmla="*/ 490324 w 605734"/>
                <a:gd name="connsiteY5" fmla="*/ 446396 h 604745"/>
                <a:gd name="connsiteX6" fmla="*/ 533546 w 605734"/>
                <a:gd name="connsiteY6" fmla="*/ 489547 h 604745"/>
                <a:gd name="connsiteX7" fmla="*/ 490324 w 605734"/>
                <a:gd name="connsiteY7" fmla="*/ 532698 h 604745"/>
                <a:gd name="connsiteX8" fmla="*/ 447102 w 605734"/>
                <a:gd name="connsiteY8" fmla="*/ 489547 h 604745"/>
                <a:gd name="connsiteX9" fmla="*/ 490324 w 605734"/>
                <a:gd name="connsiteY9" fmla="*/ 446396 h 604745"/>
                <a:gd name="connsiteX10" fmla="*/ 114880 w 605734"/>
                <a:gd name="connsiteY10" fmla="*/ 446396 h 604745"/>
                <a:gd name="connsiteX11" fmla="*/ 158066 w 605734"/>
                <a:gd name="connsiteY11" fmla="*/ 489547 h 604745"/>
                <a:gd name="connsiteX12" fmla="*/ 114880 w 605734"/>
                <a:gd name="connsiteY12" fmla="*/ 532698 h 604745"/>
                <a:gd name="connsiteX13" fmla="*/ 71694 w 605734"/>
                <a:gd name="connsiteY13" fmla="*/ 489547 h 604745"/>
                <a:gd name="connsiteX14" fmla="*/ 114880 w 605734"/>
                <a:gd name="connsiteY14" fmla="*/ 446396 h 604745"/>
                <a:gd name="connsiteX15" fmla="*/ 562583 w 605734"/>
                <a:gd name="connsiteY15" fmla="*/ 259680 h 604745"/>
                <a:gd name="connsiteX16" fmla="*/ 605734 w 605734"/>
                <a:gd name="connsiteY16" fmla="*/ 302760 h 604745"/>
                <a:gd name="connsiteX17" fmla="*/ 562583 w 605734"/>
                <a:gd name="connsiteY17" fmla="*/ 345840 h 604745"/>
                <a:gd name="connsiteX18" fmla="*/ 519432 w 605734"/>
                <a:gd name="connsiteY18" fmla="*/ 302760 h 604745"/>
                <a:gd name="connsiteX19" fmla="*/ 562583 w 605734"/>
                <a:gd name="connsiteY19" fmla="*/ 259680 h 604745"/>
                <a:gd name="connsiteX20" fmla="*/ 43151 w 605734"/>
                <a:gd name="connsiteY20" fmla="*/ 259680 h 604745"/>
                <a:gd name="connsiteX21" fmla="*/ 86302 w 605734"/>
                <a:gd name="connsiteY21" fmla="*/ 302760 h 604745"/>
                <a:gd name="connsiteX22" fmla="*/ 43151 w 605734"/>
                <a:gd name="connsiteY22" fmla="*/ 345840 h 604745"/>
                <a:gd name="connsiteX23" fmla="*/ 0 w 605734"/>
                <a:gd name="connsiteY23" fmla="*/ 302760 h 604745"/>
                <a:gd name="connsiteX24" fmla="*/ 43151 w 605734"/>
                <a:gd name="connsiteY24" fmla="*/ 259680 h 604745"/>
                <a:gd name="connsiteX25" fmla="*/ 302479 w 605734"/>
                <a:gd name="connsiteY25" fmla="*/ 144024 h 604745"/>
                <a:gd name="connsiteX26" fmla="*/ 461428 w 605734"/>
                <a:gd name="connsiteY26" fmla="*/ 302726 h 604745"/>
                <a:gd name="connsiteX27" fmla="*/ 302479 w 605734"/>
                <a:gd name="connsiteY27" fmla="*/ 461428 h 604745"/>
                <a:gd name="connsiteX28" fmla="*/ 143530 w 605734"/>
                <a:gd name="connsiteY28" fmla="*/ 302726 h 604745"/>
                <a:gd name="connsiteX29" fmla="*/ 302479 w 605734"/>
                <a:gd name="connsiteY29" fmla="*/ 144024 h 604745"/>
                <a:gd name="connsiteX30" fmla="*/ 490324 w 605734"/>
                <a:gd name="connsiteY30" fmla="*/ 72118 h 604745"/>
                <a:gd name="connsiteX31" fmla="*/ 533546 w 605734"/>
                <a:gd name="connsiteY31" fmla="*/ 115198 h 604745"/>
                <a:gd name="connsiteX32" fmla="*/ 490324 w 605734"/>
                <a:gd name="connsiteY32" fmla="*/ 158278 h 604745"/>
                <a:gd name="connsiteX33" fmla="*/ 447102 w 605734"/>
                <a:gd name="connsiteY33" fmla="*/ 115198 h 604745"/>
                <a:gd name="connsiteX34" fmla="*/ 490324 w 605734"/>
                <a:gd name="connsiteY34" fmla="*/ 72118 h 604745"/>
                <a:gd name="connsiteX35" fmla="*/ 114880 w 605734"/>
                <a:gd name="connsiteY35" fmla="*/ 72118 h 604745"/>
                <a:gd name="connsiteX36" fmla="*/ 158066 w 605734"/>
                <a:gd name="connsiteY36" fmla="*/ 115198 h 604745"/>
                <a:gd name="connsiteX37" fmla="*/ 114880 w 605734"/>
                <a:gd name="connsiteY37" fmla="*/ 158278 h 604745"/>
                <a:gd name="connsiteX38" fmla="*/ 71694 w 605734"/>
                <a:gd name="connsiteY38" fmla="*/ 115198 h 604745"/>
                <a:gd name="connsiteX39" fmla="*/ 114880 w 605734"/>
                <a:gd name="connsiteY39" fmla="*/ 72118 h 604745"/>
                <a:gd name="connsiteX40" fmla="*/ 302620 w 605734"/>
                <a:gd name="connsiteY40" fmla="*/ 0 h 604745"/>
                <a:gd name="connsiteX41" fmla="*/ 345771 w 605734"/>
                <a:gd name="connsiteY41" fmla="*/ 43080 h 604745"/>
                <a:gd name="connsiteX42" fmla="*/ 302620 w 605734"/>
                <a:gd name="connsiteY42" fmla="*/ 86160 h 604745"/>
                <a:gd name="connsiteX43" fmla="*/ 259469 w 605734"/>
                <a:gd name="connsiteY43" fmla="*/ 43080 h 604745"/>
                <a:gd name="connsiteX44" fmla="*/ 302620 w 605734"/>
                <a:gd name="connsiteY44" fmla="*/ 0 h 60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5734" h="604745">
                  <a:moveTo>
                    <a:pt x="302479" y="518585"/>
                  </a:moveTo>
                  <a:cubicBezTo>
                    <a:pt x="326311" y="518585"/>
                    <a:pt x="345630" y="537873"/>
                    <a:pt x="345630" y="561665"/>
                  </a:cubicBezTo>
                  <a:cubicBezTo>
                    <a:pt x="345630" y="585457"/>
                    <a:pt x="326311" y="604745"/>
                    <a:pt x="302479" y="604745"/>
                  </a:cubicBezTo>
                  <a:cubicBezTo>
                    <a:pt x="278647" y="604745"/>
                    <a:pt x="259328" y="585457"/>
                    <a:pt x="259328" y="561665"/>
                  </a:cubicBezTo>
                  <a:cubicBezTo>
                    <a:pt x="259328" y="537873"/>
                    <a:pt x="278647" y="518585"/>
                    <a:pt x="302479" y="518585"/>
                  </a:cubicBezTo>
                  <a:close/>
                  <a:moveTo>
                    <a:pt x="490324" y="446396"/>
                  </a:moveTo>
                  <a:cubicBezTo>
                    <a:pt x="514195" y="446396"/>
                    <a:pt x="533546" y="465715"/>
                    <a:pt x="533546" y="489547"/>
                  </a:cubicBezTo>
                  <a:cubicBezTo>
                    <a:pt x="533546" y="513379"/>
                    <a:pt x="514195" y="532698"/>
                    <a:pt x="490324" y="532698"/>
                  </a:cubicBezTo>
                  <a:cubicBezTo>
                    <a:pt x="466453" y="532698"/>
                    <a:pt x="447102" y="513379"/>
                    <a:pt x="447102" y="489547"/>
                  </a:cubicBezTo>
                  <a:cubicBezTo>
                    <a:pt x="447102" y="465715"/>
                    <a:pt x="466453" y="446396"/>
                    <a:pt x="490324" y="446396"/>
                  </a:cubicBezTo>
                  <a:close/>
                  <a:moveTo>
                    <a:pt x="114880" y="446396"/>
                  </a:moveTo>
                  <a:cubicBezTo>
                    <a:pt x="138731" y="446396"/>
                    <a:pt x="158066" y="465715"/>
                    <a:pt x="158066" y="489547"/>
                  </a:cubicBezTo>
                  <a:cubicBezTo>
                    <a:pt x="158066" y="513379"/>
                    <a:pt x="138731" y="532698"/>
                    <a:pt x="114880" y="532698"/>
                  </a:cubicBezTo>
                  <a:cubicBezTo>
                    <a:pt x="91029" y="532698"/>
                    <a:pt x="71694" y="513379"/>
                    <a:pt x="71694" y="489547"/>
                  </a:cubicBezTo>
                  <a:cubicBezTo>
                    <a:pt x="71694" y="465715"/>
                    <a:pt x="91029" y="446396"/>
                    <a:pt x="114880" y="446396"/>
                  </a:cubicBezTo>
                  <a:close/>
                  <a:moveTo>
                    <a:pt x="562583" y="259680"/>
                  </a:moveTo>
                  <a:cubicBezTo>
                    <a:pt x="586415" y="259680"/>
                    <a:pt x="605734" y="278968"/>
                    <a:pt x="605734" y="302760"/>
                  </a:cubicBezTo>
                  <a:cubicBezTo>
                    <a:pt x="605734" y="326552"/>
                    <a:pt x="586415" y="345840"/>
                    <a:pt x="562583" y="345840"/>
                  </a:cubicBezTo>
                  <a:cubicBezTo>
                    <a:pt x="538751" y="345840"/>
                    <a:pt x="519432" y="326552"/>
                    <a:pt x="519432" y="302760"/>
                  </a:cubicBezTo>
                  <a:cubicBezTo>
                    <a:pt x="519432" y="278968"/>
                    <a:pt x="538751" y="259680"/>
                    <a:pt x="562583" y="259680"/>
                  </a:cubicBezTo>
                  <a:close/>
                  <a:moveTo>
                    <a:pt x="43151" y="259680"/>
                  </a:moveTo>
                  <a:cubicBezTo>
                    <a:pt x="66983" y="259680"/>
                    <a:pt x="86302" y="278968"/>
                    <a:pt x="86302" y="302760"/>
                  </a:cubicBezTo>
                  <a:cubicBezTo>
                    <a:pt x="86302" y="326552"/>
                    <a:pt x="66983" y="345840"/>
                    <a:pt x="43151" y="345840"/>
                  </a:cubicBezTo>
                  <a:cubicBezTo>
                    <a:pt x="19319" y="345840"/>
                    <a:pt x="0" y="326552"/>
                    <a:pt x="0" y="302760"/>
                  </a:cubicBezTo>
                  <a:cubicBezTo>
                    <a:pt x="0" y="278968"/>
                    <a:pt x="19319" y="259680"/>
                    <a:pt x="43151" y="259680"/>
                  </a:cubicBezTo>
                  <a:close/>
                  <a:moveTo>
                    <a:pt x="302479" y="144024"/>
                  </a:moveTo>
                  <a:cubicBezTo>
                    <a:pt x="390264" y="144024"/>
                    <a:pt x="461428" y="215077"/>
                    <a:pt x="461428" y="302726"/>
                  </a:cubicBezTo>
                  <a:cubicBezTo>
                    <a:pt x="461428" y="390375"/>
                    <a:pt x="390264" y="461428"/>
                    <a:pt x="302479" y="461428"/>
                  </a:cubicBezTo>
                  <a:cubicBezTo>
                    <a:pt x="214694" y="461428"/>
                    <a:pt x="143530" y="390375"/>
                    <a:pt x="143530" y="302726"/>
                  </a:cubicBezTo>
                  <a:cubicBezTo>
                    <a:pt x="143530" y="215077"/>
                    <a:pt x="214694" y="144024"/>
                    <a:pt x="302479" y="144024"/>
                  </a:cubicBezTo>
                  <a:close/>
                  <a:moveTo>
                    <a:pt x="490324" y="72118"/>
                  </a:moveTo>
                  <a:cubicBezTo>
                    <a:pt x="514195" y="72118"/>
                    <a:pt x="533546" y="91406"/>
                    <a:pt x="533546" y="115198"/>
                  </a:cubicBezTo>
                  <a:cubicBezTo>
                    <a:pt x="533546" y="138990"/>
                    <a:pt x="514195" y="158278"/>
                    <a:pt x="490324" y="158278"/>
                  </a:cubicBezTo>
                  <a:cubicBezTo>
                    <a:pt x="466453" y="158278"/>
                    <a:pt x="447102" y="138990"/>
                    <a:pt x="447102" y="115198"/>
                  </a:cubicBezTo>
                  <a:cubicBezTo>
                    <a:pt x="447102" y="91406"/>
                    <a:pt x="466453" y="72118"/>
                    <a:pt x="490324" y="72118"/>
                  </a:cubicBezTo>
                  <a:close/>
                  <a:moveTo>
                    <a:pt x="114880" y="72118"/>
                  </a:moveTo>
                  <a:cubicBezTo>
                    <a:pt x="138731" y="72118"/>
                    <a:pt x="158066" y="91406"/>
                    <a:pt x="158066" y="115198"/>
                  </a:cubicBezTo>
                  <a:cubicBezTo>
                    <a:pt x="158066" y="138990"/>
                    <a:pt x="138731" y="158278"/>
                    <a:pt x="114880" y="158278"/>
                  </a:cubicBezTo>
                  <a:cubicBezTo>
                    <a:pt x="91029" y="158278"/>
                    <a:pt x="71694" y="138990"/>
                    <a:pt x="71694" y="115198"/>
                  </a:cubicBezTo>
                  <a:cubicBezTo>
                    <a:pt x="71694" y="91406"/>
                    <a:pt x="91029" y="72118"/>
                    <a:pt x="114880" y="72118"/>
                  </a:cubicBezTo>
                  <a:close/>
                  <a:moveTo>
                    <a:pt x="302620" y="0"/>
                  </a:moveTo>
                  <a:cubicBezTo>
                    <a:pt x="326452" y="0"/>
                    <a:pt x="345771" y="19288"/>
                    <a:pt x="345771" y="43080"/>
                  </a:cubicBezTo>
                  <a:cubicBezTo>
                    <a:pt x="345771" y="66872"/>
                    <a:pt x="326452" y="86160"/>
                    <a:pt x="302620" y="86160"/>
                  </a:cubicBezTo>
                  <a:cubicBezTo>
                    <a:pt x="278788" y="86160"/>
                    <a:pt x="259469" y="66872"/>
                    <a:pt x="259469" y="43080"/>
                  </a:cubicBezTo>
                  <a:cubicBezTo>
                    <a:pt x="259469" y="19288"/>
                    <a:pt x="278788" y="0"/>
                    <a:pt x="302620" y="0"/>
                  </a:cubicBezTo>
                  <a:close/>
                </a:path>
              </a:pathLst>
            </a:custGeom>
            <a:grpFill/>
            <a:ln>
              <a:noFill/>
            </a:ln>
          </p:spPr>
          <p:txBody>
            <a:bodyPr/>
            <a:lstStyle/>
            <a:p>
              <a:endParaRPr lang="zh-CN" altLang="en-US">
                <a:cs typeface="+mn-ea"/>
                <a:sym typeface="+mn-lt"/>
              </a:endParaRPr>
            </a:p>
          </p:txBody>
        </p:sp>
        <p:sp>
          <p:nvSpPr>
            <p:cNvPr id="2" name="background_281144"/>
            <p:cNvSpPr>
              <a:spLocks noChangeAspect="1"/>
            </p:cNvSpPr>
            <p:nvPr/>
          </p:nvSpPr>
          <p:spPr bwMode="auto">
            <a:xfrm>
              <a:off x="5880230" y="4138046"/>
              <a:ext cx="215770" cy="215444"/>
            </a:xfrm>
            <a:custGeom>
              <a:avLst/>
              <a:gdLst>
                <a:gd name="T0" fmla="*/ 4551 w 6827"/>
                <a:gd name="T1" fmla="*/ 2276 h 6827"/>
                <a:gd name="T2" fmla="*/ 4551 w 6827"/>
                <a:gd name="T3" fmla="*/ 0 h 6827"/>
                <a:gd name="T4" fmla="*/ 0 w 6827"/>
                <a:gd name="T5" fmla="*/ 0 h 6827"/>
                <a:gd name="T6" fmla="*/ 0 w 6827"/>
                <a:gd name="T7" fmla="*/ 4551 h 6827"/>
                <a:gd name="T8" fmla="*/ 2276 w 6827"/>
                <a:gd name="T9" fmla="*/ 4551 h 6827"/>
                <a:gd name="T10" fmla="*/ 2276 w 6827"/>
                <a:gd name="T11" fmla="*/ 6827 h 6827"/>
                <a:gd name="T12" fmla="*/ 6827 w 6827"/>
                <a:gd name="T13" fmla="*/ 6827 h 6827"/>
                <a:gd name="T14" fmla="*/ 6827 w 6827"/>
                <a:gd name="T15" fmla="*/ 2276 h 6827"/>
                <a:gd name="T16" fmla="*/ 4551 w 6827"/>
                <a:gd name="T17" fmla="*/ 2276 h 6827"/>
                <a:gd name="T18" fmla="*/ 4137 w 6827"/>
                <a:gd name="T19" fmla="*/ 4551 h 6827"/>
                <a:gd name="T20" fmla="*/ 4551 w 6827"/>
                <a:gd name="T21" fmla="*/ 4551 h 6827"/>
                <a:gd name="T22" fmla="*/ 4551 w 6827"/>
                <a:gd name="T23" fmla="*/ 4137 h 6827"/>
                <a:gd name="T24" fmla="*/ 4965 w 6827"/>
                <a:gd name="T25" fmla="*/ 4137 h 6827"/>
                <a:gd name="T26" fmla="*/ 4965 w 6827"/>
                <a:gd name="T27" fmla="*/ 4965 h 6827"/>
                <a:gd name="T28" fmla="*/ 4137 w 6827"/>
                <a:gd name="T29" fmla="*/ 4965 h 6827"/>
                <a:gd name="T30" fmla="*/ 4137 w 6827"/>
                <a:gd name="T31" fmla="*/ 4551 h 6827"/>
                <a:gd name="T32" fmla="*/ 621 w 6827"/>
                <a:gd name="T33" fmla="*/ 3931 h 6827"/>
                <a:gd name="T34" fmla="*/ 621 w 6827"/>
                <a:gd name="T35" fmla="*/ 621 h 6827"/>
                <a:gd name="T36" fmla="*/ 3930 w 6827"/>
                <a:gd name="T37" fmla="*/ 621 h 6827"/>
                <a:gd name="T38" fmla="*/ 3930 w 6827"/>
                <a:gd name="T39" fmla="*/ 3930 h 6827"/>
                <a:gd name="T40" fmla="*/ 621 w 6827"/>
                <a:gd name="T41" fmla="*/ 3930 h 6827"/>
                <a:gd name="T42" fmla="*/ 621 w 6827"/>
                <a:gd name="T43" fmla="*/ 3931 h 6827"/>
                <a:gd name="T44" fmla="*/ 6206 w 6827"/>
                <a:gd name="T45" fmla="*/ 6206 h 6827"/>
                <a:gd name="T46" fmla="*/ 2896 w 6827"/>
                <a:gd name="T47" fmla="*/ 6206 h 6827"/>
                <a:gd name="T48" fmla="*/ 2896 w 6827"/>
                <a:gd name="T49" fmla="*/ 4551 h 6827"/>
                <a:gd name="T50" fmla="*/ 3517 w 6827"/>
                <a:gd name="T51" fmla="*/ 4551 h 6827"/>
                <a:gd name="T52" fmla="*/ 3517 w 6827"/>
                <a:gd name="T53" fmla="*/ 5585 h 6827"/>
                <a:gd name="T54" fmla="*/ 5585 w 6827"/>
                <a:gd name="T55" fmla="*/ 5585 h 6827"/>
                <a:gd name="T56" fmla="*/ 5585 w 6827"/>
                <a:gd name="T57" fmla="*/ 3517 h 6827"/>
                <a:gd name="T58" fmla="*/ 4551 w 6827"/>
                <a:gd name="T59" fmla="*/ 3517 h 6827"/>
                <a:gd name="T60" fmla="*/ 4551 w 6827"/>
                <a:gd name="T61" fmla="*/ 2896 h 6827"/>
                <a:gd name="T62" fmla="*/ 6206 w 6827"/>
                <a:gd name="T63" fmla="*/ 2896 h 6827"/>
                <a:gd name="T64" fmla="*/ 6206 w 6827"/>
                <a:gd name="T65" fmla="*/ 6206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26" h="6826">
                  <a:moveTo>
                    <a:pt x="4551" y="2276"/>
                  </a:moveTo>
                  <a:lnTo>
                    <a:pt x="4551" y="0"/>
                  </a:lnTo>
                  <a:lnTo>
                    <a:pt x="0" y="0"/>
                  </a:lnTo>
                  <a:lnTo>
                    <a:pt x="0" y="4551"/>
                  </a:lnTo>
                  <a:lnTo>
                    <a:pt x="2276" y="4551"/>
                  </a:lnTo>
                  <a:lnTo>
                    <a:pt x="2276" y="6827"/>
                  </a:lnTo>
                  <a:lnTo>
                    <a:pt x="6827" y="6827"/>
                  </a:lnTo>
                  <a:lnTo>
                    <a:pt x="6827" y="2276"/>
                  </a:lnTo>
                  <a:lnTo>
                    <a:pt x="4551" y="2276"/>
                  </a:lnTo>
                  <a:close/>
                  <a:moveTo>
                    <a:pt x="4137" y="4551"/>
                  </a:moveTo>
                  <a:lnTo>
                    <a:pt x="4551" y="4551"/>
                  </a:lnTo>
                  <a:lnTo>
                    <a:pt x="4551" y="4137"/>
                  </a:lnTo>
                  <a:lnTo>
                    <a:pt x="4965" y="4137"/>
                  </a:lnTo>
                  <a:lnTo>
                    <a:pt x="4965" y="4965"/>
                  </a:lnTo>
                  <a:lnTo>
                    <a:pt x="4137" y="4965"/>
                  </a:lnTo>
                  <a:lnTo>
                    <a:pt x="4137" y="4551"/>
                  </a:lnTo>
                  <a:close/>
                  <a:moveTo>
                    <a:pt x="621" y="3931"/>
                  </a:moveTo>
                  <a:lnTo>
                    <a:pt x="621" y="621"/>
                  </a:lnTo>
                  <a:lnTo>
                    <a:pt x="3930" y="621"/>
                  </a:lnTo>
                  <a:lnTo>
                    <a:pt x="3930" y="3930"/>
                  </a:lnTo>
                  <a:lnTo>
                    <a:pt x="621" y="3930"/>
                  </a:lnTo>
                  <a:lnTo>
                    <a:pt x="621" y="3931"/>
                  </a:lnTo>
                  <a:close/>
                  <a:moveTo>
                    <a:pt x="6206" y="6206"/>
                  </a:moveTo>
                  <a:lnTo>
                    <a:pt x="2896" y="6206"/>
                  </a:lnTo>
                  <a:lnTo>
                    <a:pt x="2896" y="4551"/>
                  </a:lnTo>
                  <a:lnTo>
                    <a:pt x="3517" y="4551"/>
                  </a:lnTo>
                  <a:lnTo>
                    <a:pt x="3517" y="5585"/>
                  </a:lnTo>
                  <a:lnTo>
                    <a:pt x="5585" y="5585"/>
                  </a:lnTo>
                  <a:lnTo>
                    <a:pt x="5585" y="3517"/>
                  </a:lnTo>
                  <a:lnTo>
                    <a:pt x="4551" y="3517"/>
                  </a:lnTo>
                  <a:lnTo>
                    <a:pt x="4551" y="2896"/>
                  </a:lnTo>
                  <a:lnTo>
                    <a:pt x="6206" y="2896"/>
                  </a:lnTo>
                  <a:lnTo>
                    <a:pt x="6206" y="6206"/>
                  </a:lnTo>
                  <a:close/>
                </a:path>
              </a:pathLst>
            </a:custGeom>
            <a:grpFill/>
            <a:ln>
              <a:noFill/>
            </a:ln>
          </p:spPr>
          <p:txBody>
            <a:bodyPr/>
            <a:lstStyle/>
            <a:p>
              <a:endParaRPr lang="zh-CN" altLang="en-US">
                <a:cs typeface="+mn-ea"/>
                <a:sym typeface="+mn-lt"/>
              </a:endParaRPr>
            </a:p>
          </p:txBody>
        </p:sp>
        <p:sp>
          <p:nvSpPr>
            <p:cNvPr id="32" name="ball-bag_125519"/>
            <p:cNvSpPr>
              <a:spLocks noChangeAspect="1"/>
            </p:cNvSpPr>
            <p:nvPr/>
          </p:nvSpPr>
          <p:spPr bwMode="auto">
            <a:xfrm>
              <a:off x="6478669" y="4137110"/>
              <a:ext cx="161514" cy="215770"/>
            </a:xfrm>
            <a:custGeom>
              <a:avLst/>
              <a:gdLst>
                <a:gd name="connsiteX0" fmla="*/ 445574 w 454794"/>
                <a:gd name="connsiteY0" fmla="*/ 395025 h 607568"/>
                <a:gd name="connsiteX1" fmla="*/ 454794 w 454794"/>
                <a:gd name="connsiteY1" fmla="*/ 395025 h 607568"/>
                <a:gd name="connsiteX2" fmla="*/ 454794 w 454794"/>
                <a:gd name="connsiteY2" fmla="*/ 563371 h 607568"/>
                <a:gd name="connsiteX3" fmla="*/ 410538 w 454794"/>
                <a:gd name="connsiteY3" fmla="*/ 607568 h 607568"/>
                <a:gd name="connsiteX4" fmla="*/ 277463 w 454794"/>
                <a:gd name="connsiteY4" fmla="*/ 607568 h 607568"/>
                <a:gd name="connsiteX5" fmla="*/ 277463 w 454794"/>
                <a:gd name="connsiteY5" fmla="*/ 562757 h 607568"/>
                <a:gd name="connsiteX6" fmla="*/ 445574 w 454794"/>
                <a:gd name="connsiteY6" fmla="*/ 395025 h 607568"/>
                <a:gd name="connsiteX7" fmla="*/ 0 w 454794"/>
                <a:gd name="connsiteY7" fmla="*/ 395025 h 607568"/>
                <a:gd name="connsiteX8" fmla="*/ 9217 w 454794"/>
                <a:gd name="connsiteY8" fmla="*/ 395025 h 607568"/>
                <a:gd name="connsiteX9" fmla="*/ 177260 w 454794"/>
                <a:gd name="connsiteY9" fmla="*/ 562757 h 607568"/>
                <a:gd name="connsiteX10" fmla="*/ 177260 w 454794"/>
                <a:gd name="connsiteY10" fmla="*/ 607568 h 607568"/>
                <a:gd name="connsiteX11" fmla="*/ 44238 w 454794"/>
                <a:gd name="connsiteY11" fmla="*/ 607568 h 607568"/>
                <a:gd name="connsiteX12" fmla="*/ 0 w 454794"/>
                <a:gd name="connsiteY12" fmla="*/ 563371 h 607568"/>
                <a:gd name="connsiteX13" fmla="*/ 185144 w 454794"/>
                <a:gd name="connsiteY13" fmla="*/ 153409 h 607568"/>
                <a:gd name="connsiteX14" fmla="*/ 269650 w 454794"/>
                <a:gd name="connsiteY14" fmla="*/ 153409 h 607568"/>
                <a:gd name="connsiteX15" fmla="*/ 454794 w 454794"/>
                <a:gd name="connsiteY15" fmla="*/ 338295 h 607568"/>
                <a:gd name="connsiteX16" fmla="*/ 454794 w 454794"/>
                <a:gd name="connsiteY16" fmla="*/ 365912 h 607568"/>
                <a:gd name="connsiteX17" fmla="*/ 445575 w 454794"/>
                <a:gd name="connsiteY17" fmla="*/ 365912 h 607568"/>
                <a:gd name="connsiteX18" fmla="*/ 248447 w 454794"/>
                <a:gd name="connsiteY18" fmla="*/ 562766 h 607568"/>
                <a:gd name="connsiteX19" fmla="*/ 248447 w 454794"/>
                <a:gd name="connsiteY19" fmla="*/ 607568 h 607568"/>
                <a:gd name="connsiteX20" fmla="*/ 206348 w 454794"/>
                <a:gd name="connsiteY20" fmla="*/ 607568 h 607568"/>
                <a:gd name="connsiteX21" fmla="*/ 206348 w 454794"/>
                <a:gd name="connsiteY21" fmla="*/ 562766 h 607568"/>
                <a:gd name="connsiteX22" fmla="*/ 9219 w 454794"/>
                <a:gd name="connsiteY22" fmla="*/ 365912 h 607568"/>
                <a:gd name="connsiteX23" fmla="*/ 0 w 454794"/>
                <a:gd name="connsiteY23" fmla="*/ 365912 h 607568"/>
                <a:gd name="connsiteX24" fmla="*/ 0 w 454794"/>
                <a:gd name="connsiteY24" fmla="*/ 338295 h 607568"/>
                <a:gd name="connsiteX25" fmla="*/ 185144 w 454794"/>
                <a:gd name="connsiteY25" fmla="*/ 153409 h 607568"/>
                <a:gd name="connsiteX26" fmla="*/ 180337 w 454794"/>
                <a:gd name="connsiteY26" fmla="*/ 0 h 607568"/>
                <a:gd name="connsiteX27" fmla="*/ 274387 w 454794"/>
                <a:gd name="connsiteY27" fmla="*/ 0 h 607568"/>
                <a:gd name="connsiteX28" fmla="*/ 351839 w 454794"/>
                <a:gd name="connsiteY28" fmla="*/ 77329 h 607568"/>
                <a:gd name="connsiteX29" fmla="*/ 351839 w 454794"/>
                <a:gd name="connsiteY29" fmla="*/ 140849 h 607568"/>
                <a:gd name="connsiteX30" fmla="*/ 310347 w 454794"/>
                <a:gd name="connsiteY30" fmla="*/ 128268 h 607568"/>
                <a:gd name="connsiteX31" fmla="*/ 310347 w 454794"/>
                <a:gd name="connsiteY31" fmla="*/ 77329 h 607568"/>
                <a:gd name="connsiteX32" fmla="*/ 274387 w 454794"/>
                <a:gd name="connsiteY32" fmla="*/ 41426 h 607568"/>
                <a:gd name="connsiteX33" fmla="*/ 180337 w 454794"/>
                <a:gd name="connsiteY33" fmla="*/ 41426 h 607568"/>
                <a:gd name="connsiteX34" fmla="*/ 144377 w 454794"/>
                <a:gd name="connsiteY34" fmla="*/ 77329 h 607568"/>
                <a:gd name="connsiteX35" fmla="*/ 144377 w 454794"/>
                <a:gd name="connsiteY35" fmla="*/ 128268 h 607568"/>
                <a:gd name="connsiteX36" fmla="*/ 102884 w 454794"/>
                <a:gd name="connsiteY36" fmla="*/ 140849 h 607568"/>
                <a:gd name="connsiteX37" fmla="*/ 102884 w 454794"/>
                <a:gd name="connsiteY37" fmla="*/ 77329 h 607568"/>
                <a:gd name="connsiteX38" fmla="*/ 180337 w 454794"/>
                <a:gd name="connsiteY38" fmla="*/ 0 h 60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54794" h="607568">
                  <a:moveTo>
                    <a:pt x="445574" y="395025"/>
                  </a:moveTo>
                  <a:lnTo>
                    <a:pt x="454794" y="395025"/>
                  </a:lnTo>
                  <a:lnTo>
                    <a:pt x="454794" y="563371"/>
                  </a:lnTo>
                  <a:cubicBezTo>
                    <a:pt x="454794" y="587772"/>
                    <a:pt x="434971" y="607568"/>
                    <a:pt x="410538" y="607568"/>
                  </a:cubicBezTo>
                  <a:lnTo>
                    <a:pt x="277463" y="607568"/>
                  </a:lnTo>
                  <a:lnTo>
                    <a:pt x="277463" y="562757"/>
                  </a:lnTo>
                  <a:cubicBezTo>
                    <a:pt x="277463" y="470221"/>
                    <a:pt x="352913" y="395025"/>
                    <a:pt x="445574" y="395025"/>
                  </a:cubicBezTo>
                  <a:close/>
                  <a:moveTo>
                    <a:pt x="0" y="395025"/>
                  </a:moveTo>
                  <a:lnTo>
                    <a:pt x="9217" y="395025"/>
                  </a:lnTo>
                  <a:cubicBezTo>
                    <a:pt x="101840" y="395025"/>
                    <a:pt x="177260" y="470221"/>
                    <a:pt x="177260" y="562757"/>
                  </a:cubicBezTo>
                  <a:lnTo>
                    <a:pt x="177260" y="607568"/>
                  </a:lnTo>
                  <a:lnTo>
                    <a:pt x="44238" y="607568"/>
                  </a:lnTo>
                  <a:cubicBezTo>
                    <a:pt x="19815" y="607568"/>
                    <a:pt x="0" y="587772"/>
                    <a:pt x="0" y="563371"/>
                  </a:cubicBezTo>
                  <a:close/>
                  <a:moveTo>
                    <a:pt x="185144" y="153409"/>
                  </a:moveTo>
                  <a:lnTo>
                    <a:pt x="269650" y="153409"/>
                  </a:lnTo>
                  <a:cubicBezTo>
                    <a:pt x="371671" y="153409"/>
                    <a:pt x="454794" y="236416"/>
                    <a:pt x="454794" y="338295"/>
                  </a:cubicBezTo>
                  <a:lnTo>
                    <a:pt x="454794" y="365912"/>
                  </a:lnTo>
                  <a:lnTo>
                    <a:pt x="445575" y="365912"/>
                  </a:lnTo>
                  <a:cubicBezTo>
                    <a:pt x="336947" y="365912"/>
                    <a:pt x="248447" y="454289"/>
                    <a:pt x="248447" y="562766"/>
                  </a:cubicBezTo>
                  <a:lnTo>
                    <a:pt x="248447" y="607568"/>
                  </a:lnTo>
                  <a:lnTo>
                    <a:pt x="206348" y="607568"/>
                  </a:lnTo>
                  <a:lnTo>
                    <a:pt x="206348" y="562766"/>
                  </a:lnTo>
                  <a:cubicBezTo>
                    <a:pt x="206348" y="454289"/>
                    <a:pt x="117847" y="365912"/>
                    <a:pt x="9219" y="365912"/>
                  </a:cubicBezTo>
                  <a:lnTo>
                    <a:pt x="0" y="365912"/>
                  </a:lnTo>
                  <a:lnTo>
                    <a:pt x="0" y="338295"/>
                  </a:lnTo>
                  <a:cubicBezTo>
                    <a:pt x="0" y="236416"/>
                    <a:pt x="83123" y="153409"/>
                    <a:pt x="185144" y="153409"/>
                  </a:cubicBezTo>
                  <a:close/>
                  <a:moveTo>
                    <a:pt x="180337" y="0"/>
                  </a:moveTo>
                  <a:lnTo>
                    <a:pt x="274387" y="0"/>
                  </a:lnTo>
                  <a:cubicBezTo>
                    <a:pt x="317108" y="0"/>
                    <a:pt x="351839" y="34675"/>
                    <a:pt x="351839" y="77329"/>
                  </a:cubicBezTo>
                  <a:lnTo>
                    <a:pt x="351839" y="140849"/>
                  </a:lnTo>
                  <a:cubicBezTo>
                    <a:pt x="338623" y="135326"/>
                    <a:pt x="324639" y="131029"/>
                    <a:pt x="310347" y="128268"/>
                  </a:cubicBezTo>
                  <a:lnTo>
                    <a:pt x="310347" y="77329"/>
                  </a:lnTo>
                  <a:cubicBezTo>
                    <a:pt x="310347" y="57536"/>
                    <a:pt x="294211" y="41426"/>
                    <a:pt x="274387" y="41426"/>
                  </a:cubicBezTo>
                  <a:lnTo>
                    <a:pt x="180337" y="41426"/>
                  </a:lnTo>
                  <a:cubicBezTo>
                    <a:pt x="160513" y="41426"/>
                    <a:pt x="144377" y="57536"/>
                    <a:pt x="144377" y="77329"/>
                  </a:cubicBezTo>
                  <a:lnTo>
                    <a:pt x="144377" y="128268"/>
                  </a:lnTo>
                  <a:cubicBezTo>
                    <a:pt x="130085" y="131029"/>
                    <a:pt x="116100" y="135326"/>
                    <a:pt x="102884" y="140849"/>
                  </a:cubicBezTo>
                  <a:lnTo>
                    <a:pt x="102884" y="77329"/>
                  </a:lnTo>
                  <a:cubicBezTo>
                    <a:pt x="102884" y="34675"/>
                    <a:pt x="137615" y="0"/>
                    <a:pt x="180337" y="0"/>
                  </a:cubicBezTo>
                  <a:close/>
                </a:path>
              </a:pathLst>
            </a:custGeom>
            <a:grpFill/>
            <a:ln>
              <a:noFill/>
            </a:ln>
          </p:spPr>
          <p:txBody>
            <a:bodyPr/>
            <a:lstStyle/>
            <a:p>
              <a:endParaRPr lang="zh-CN" altLang="en-US">
                <a:cs typeface="+mn-ea"/>
                <a:sym typeface="+mn-lt"/>
              </a:endParaRPr>
            </a:p>
          </p:txBody>
        </p:sp>
      </p:grpSp>
      <p:grpSp>
        <p:nvGrpSpPr>
          <p:cNvPr id="3" name="组合 2"/>
          <p:cNvGrpSpPr/>
          <p:nvPr/>
        </p:nvGrpSpPr>
        <p:grpSpPr>
          <a:xfrm>
            <a:off x="4958080" y="1894205"/>
            <a:ext cx="2319655" cy="2909570"/>
            <a:chOff x="4843895" y="2541376"/>
            <a:chExt cx="2504209" cy="3457204"/>
          </a:xfrm>
        </p:grpSpPr>
        <p:sp>
          <p:nvSpPr>
            <p:cNvPr id="4" name="菱形 3"/>
            <p:cNvSpPr/>
            <p:nvPr/>
          </p:nvSpPr>
          <p:spPr>
            <a:xfrm>
              <a:off x="4843895" y="2541376"/>
              <a:ext cx="2504209" cy="887624"/>
            </a:xfrm>
            <a:prstGeom prst="diamond">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菱形 12"/>
            <p:cNvSpPr/>
            <p:nvPr/>
          </p:nvSpPr>
          <p:spPr>
            <a:xfrm>
              <a:off x="4843895" y="2969639"/>
              <a:ext cx="2504209" cy="887624"/>
            </a:xfrm>
            <a:prstGeom prst="diamond">
              <a:avLst/>
            </a:prstGeom>
            <a:solidFill>
              <a:schemeClr val="accent1">
                <a:lumMod val="50000"/>
                <a:alpha val="86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cs typeface="+mn-ea"/>
                <a:sym typeface="+mn-lt"/>
              </a:endParaRPr>
            </a:p>
          </p:txBody>
        </p:sp>
        <p:sp>
          <p:nvSpPr>
            <p:cNvPr id="14" name="菱形 13"/>
            <p:cNvSpPr/>
            <p:nvPr/>
          </p:nvSpPr>
          <p:spPr>
            <a:xfrm>
              <a:off x="4843895" y="3397903"/>
              <a:ext cx="2504209" cy="887624"/>
            </a:xfrm>
            <a:prstGeom prst="diamond">
              <a:avLst/>
            </a:prstGeom>
            <a:solidFill>
              <a:schemeClr val="accent1">
                <a:lumMod val="50000"/>
                <a:alpha val="7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cs typeface="+mn-ea"/>
                <a:sym typeface="+mn-lt"/>
              </a:endParaRPr>
            </a:p>
          </p:txBody>
        </p:sp>
        <p:sp>
          <p:nvSpPr>
            <p:cNvPr id="15" name="菱形 14"/>
            <p:cNvSpPr/>
            <p:nvPr/>
          </p:nvSpPr>
          <p:spPr>
            <a:xfrm>
              <a:off x="4843895" y="3826166"/>
              <a:ext cx="2504209" cy="887624"/>
            </a:xfrm>
            <a:prstGeom prst="diamond">
              <a:avLst/>
            </a:prstGeom>
            <a:solidFill>
              <a:schemeClr val="accent1">
                <a:lumMod val="50000"/>
                <a:alpha val="59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cs typeface="+mn-ea"/>
                <a:sym typeface="+mn-lt"/>
              </a:endParaRPr>
            </a:p>
          </p:txBody>
        </p:sp>
        <p:sp>
          <p:nvSpPr>
            <p:cNvPr id="16" name="菱形 15"/>
            <p:cNvSpPr/>
            <p:nvPr/>
          </p:nvSpPr>
          <p:spPr>
            <a:xfrm>
              <a:off x="4843895" y="4254429"/>
              <a:ext cx="2504209" cy="887624"/>
            </a:xfrm>
            <a:prstGeom prst="diamond">
              <a:avLst/>
            </a:prstGeom>
            <a:solidFill>
              <a:schemeClr val="accent1">
                <a:lumMod val="50000"/>
                <a:alpha val="4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cs typeface="+mn-ea"/>
                <a:sym typeface="+mn-lt"/>
              </a:endParaRPr>
            </a:p>
          </p:txBody>
        </p:sp>
        <p:sp>
          <p:nvSpPr>
            <p:cNvPr id="17" name="菱形 16"/>
            <p:cNvSpPr/>
            <p:nvPr/>
          </p:nvSpPr>
          <p:spPr>
            <a:xfrm>
              <a:off x="4843895" y="4682693"/>
              <a:ext cx="2504209" cy="887624"/>
            </a:xfrm>
            <a:prstGeom prst="diamond">
              <a:avLst/>
            </a:prstGeom>
            <a:solidFill>
              <a:schemeClr val="accent1">
                <a:lumMod val="50000"/>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cs typeface="+mn-ea"/>
                <a:sym typeface="+mn-lt"/>
              </a:endParaRPr>
            </a:p>
          </p:txBody>
        </p:sp>
        <p:sp>
          <p:nvSpPr>
            <p:cNvPr id="18" name="菱形 17"/>
            <p:cNvSpPr/>
            <p:nvPr/>
          </p:nvSpPr>
          <p:spPr>
            <a:xfrm>
              <a:off x="4843895" y="5110956"/>
              <a:ext cx="2504209" cy="887624"/>
            </a:xfrm>
            <a:prstGeom prst="diamond">
              <a:avLst/>
            </a:prstGeom>
            <a:solidFill>
              <a:schemeClr val="accent1">
                <a:lumMod val="50000"/>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5" name="文本框 4"/>
          <p:cNvSpPr txBox="1"/>
          <p:nvPr/>
        </p:nvSpPr>
        <p:spPr>
          <a:xfrm>
            <a:off x="1437114" y="1948492"/>
            <a:ext cx="3041467" cy="692497"/>
          </a:xfrm>
          <a:prstGeom prst="rect">
            <a:avLst/>
          </a:prstGeom>
          <a:noFill/>
          <a:effectLst/>
        </p:spPr>
        <p:txBody>
          <a:bodyPr wrap="square" rtlCol="0">
            <a:spAutoFit/>
          </a:bodyPr>
          <a:lstStyle/>
          <a:p>
            <a:pPr algn="ctr">
              <a:lnSpc>
                <a:spcPct val="130000"/>
              </a:lnSpc>
            </a:pPr>
            <a:r>
              <a:rPr lang="en-US" altLang="zh-CN" sz="1000">
                <a:solidFill>
                  <a:schemeClr val="tx1">
                    <a:lumMod val="65000"/>
                    <a:lumOff val="35000"/>
                  </a:schemeClr>
                </a:solidFill>
                <a:cs typeface="+mn-ea"/>
                <a:sym typeface="+mn-lt"/>
              </a:rPr>
              <a:t>This template is the spring and autumn advertising original This template is the spring and autumn advertising original</a:t>
            </a:r>
          </a:p>
        </p:txBody>
      </p:sp>
      <p:sp>
        <p:nvSpPr>
          <p:cNvPr id="6" name="TextBox 76"/>
          <p:cNvSpPr txBox="1"/>
          <p:nvPr/>
        </p:nvSpPr>
        <p:spPr>
          <a:xfrm>
            <a:off x="2345169" y="1548061"/>
            <a:ext cx="1276797" cy="400110"/>
          </a:xfrm>
          <a:prstGeom prst="rect">
            <a:avLst/>
          </a:prstGeom>
          <a:noFill/>
          <a:effectLst/>
        </p:spPr>
        <p:txBody>
          <a:bodyPr wrap="square" rtlCol="0">
            <a:spAutoFit/>
          </a:bodyPr>
          <a:lstStyle/>
          <a:p>
            <a:pPr algn="ctr"/>
            <a:r>
              <a:rPr lang="zh-CN" altLang="en-US" sz="2000">
                <a:solidFill>
                  <a:schemeClr val="tx1">
                    <a:lumMod val="65000"/>
                    <a:lumOff val="35000"/>
                  </a:schemeClr>
                </a:solidFill>
                <a:cs typeface="+mn-ea"/>
                <a:sym typeface="+mn-lt"/>
              </a:rPr>
              <a:t>添加标题</a:t>
            </a:r>
          </a:p>
        </p:txBody>
      </p:sp>
      <p:sp>
        <p:nvSpPr>
          <p:cNvPr id="7" name="文本框 6"/>
          <p:cNvSpPr txBox="1"/>
          <p:nvPr/>
        </p:nvSpPr>
        <p:spPr>
          <a:xfrm>
            <a:off x="1437114" y="3950647"/>
            <a:ext cx="3041467" cy="692497"/>
          </a:xfrm>
          <a:prstGeom prst="rect">
            <a:avLst/>
          </a:prstGeom>
          <a:noFill/>
          <a:effectLst/>
        </p:spPr>
        <p:txBody>
          <a:bodyPr wrap="square" rtlCol="0">
            <a:spAutoFit/>
          </a:bodyPr>
          <a:lstStyle/>
          <a:p>
            <a:pPr algn="ctr">
              <a:lnSpc>
                <a:spcPct val="130000"/>
              </a:lnSpc>
            </a:pPr>
            <a:r>
              <a:rPr lang="en-US" altLang="zh-CN" sz="1000">
                <a:solidFill>
                  <a:schemeClr val="tx1">
                    <a:lumMod val="65000"/>
                    <a:lumOff val="35000"/>
                  </a:schemeClr>
                </a:solidFill>
                <a:cs typeface="+mn-ea"/>
                <a:sym typeface="+mn-lt"/>
              </a:rPr>
              <a:t>This template is the spring and autumn advertising original This template is the spring and autumn advertising original</a:t>
            </a:r>
          </a:p>
        </p:txBody>
      </p:sp>
      <p:sp>
        <p:nvSpPr>
          <p:cNvPr id="8" name="TextBox 76"/>
          <p:cNvSpPr txBox="1"/>
          <p:nvPr/>
        </p:nvSpPr>
        <p:spPr>
          <a:xfrm>
            <a:off x="2345169" y="3550216"/>
            <a:ext cx="1276797" cy="400110"/>
          </a:xfrm>
          <a:prstGeom prst="rect">
            <a:avLst/>
          </a:prstGeom>
          <a:noFill/>
          <a:effectLst/>
        </p:spPr>
        <p:txBody>
          <a:bodyPr wrap="square" rtlCol="0">
            <a:spAutoFit/>
          </a:bodyPr>
          <a:lstStyle/>
          <a:p>
            <a:pPr algn="ctr"/>
            <a:r>
              <a:rPr lang="zh-CN" altLang="en-US" sz="2000">
                <a:solidFill>
                  <a:schemeClr val="tx1">
                    <a:lumMod val="65000"/>
                    <a:lumOff val="35000"/>
                  </a:schemeClr>
                </a:solidFill>
                <a:cs typeface="+mn-ea"/>
                <a:sym typeface="+mn-lt"/>
              </a:rPr>
              <a:t>添加标题</a:t>
            </a:r>
          </a:p>
        </p:txBody>
      </p:sp>
      <p:sp>
        <p:nvSpPr>
          <p:cNvPr id="19" name="文本框 18"/>
          <p:cNvSpPr txBox="1"/>
          <p:nvPr/>
        </p:nvSpPr>
        <p:spPr>
          <a:xfrm>
            <a:off x="7935069" y="1922457"/>
            <a:ext cx="3041467" cy="692497"/>
          </a:xfrm>
          <a:prstGeom prst="rect">
            <a:avLst/>
          </a:prstGeom>
          <a:noFill/>
          <a:effectLst/>
        </p:spPr>
        <p:txBody>
          <a:bodyPr wrap="square" rtlCol="0">
            <a:spAutoFit/>
          </a:bodyPr>
          <a:lstStyle/>
          <a:p>
            <a:pPr algn="ctr">
              <a:lnSpc>
                <a:spcPct val="130000"/>
              </a:lnSpc>
            </a:pPr>
            <a:r>
              <a:rPr lang="en-US" altLang="zh-CN" sz="1000">
                <a:solidFill>
                  <a:schemeClr val="tx1">
                    <a:lumMod val="65000"/>
                    <a:lumOff val="35000"/>
                  </a:schemeClr>
                </a:solidFill>
                <a:cs typeface="+mn-ea"/>
                <a:sym typeface="+mn-lt"/>
              </a:rPr>
              <a:t>This template is the spring and autumn advertising original This template is the spring and autumn advertising original</a:t>
            </a:r>
          </a:p>
        </p:txBody>
      </p:sp>
      <p:sp>
        <p:nvSpPr>
          <p:cNvPr id="20" name="TextBox 76"/>
          <p:cNvSpPr txBox="1"/>
          <p:nvPr/>
        </p:nvSpPr>
        <p:spPr>
          <a:xfrm>
            <a:off x="8843124" y="1522026"/>
            <a:ext cx="1276797" cy="400110"/>
          </a:xfrm>
          <a:prstGeom prst="rect">
            <a:avLst/>
          </a:prstGeom>
          <a:noFill/>
          <a:effectLst/>
        </p:spPr>
        <p:txBody>
          <a:bodyPr wrap="square" rtlCol="0">
            <a:spAutoFit/>
          </a:bodyPr>
          <a:lstStyle/>
          <a:p>
            <a:pPr algn="ctr"/>
            <a:r>
              <a:rPr lang="zh-CN" altLang="en-US" sz="2000">
                <a:solidFill>
                  <a:schemeClr val="tx1">
                    <a:lumMod val="65000"/>
                    <a:lumOff val="35000"/>
                  </a:schemeClr>
                </a:solidFill>
                <a:cs typeface="+mn-ea"/>
                <a:sym typeface="+mn-lt"/>
              </a:rPr>
              <a:t>添加标题</a:t>
            </a:r>
          </a:p>
        </p:txBody>
      </p:sp>
      <p:sp>
        <p:nvSpPr>
          <p:cNvPr id="22" name="文本框 21"/>
          <p:cNvSpPr txBox="1"/>
          <p:nvPr/>
        </p:nvSpPr>
        <p:spPr>
          <a:xfrm>
            <a:off x="7935069" y="3924612"/>
            <a:ext cx="3041467" cy="692497"/>
          </a:xfrm>
          <a:prstGeom prst="rect">
            <a:avLst/>
          </a:prstGeom>
          <a:noFill/>
          <a:effectLst/>
        </p:spPr>
        <p:txBody>
          <a:bodyPr wrap="square" rtlCol="0">
            <a:spAutoFit/>
          </a:bodyPr>
          <a:lstStyle/>
          <a:p>
            <a:pPr algn="ctr">
              <a:lnSpc>
                <a:spcPct val="130000"/>
              </a:lnSpc>
            </a:pPr>
            <a:r>
              <a:rPr lang="en-US" altLang="zh-CN" sz="1000">
                <a:solidFill>
                  <a:schemeClr val="tx1">
                    <a:lumMod val="65000"/>
                    <a:lumOff val="35000"/>
                  </a:schemeClr>
                </a:solidFill>
                <a:cs typeface="+mn-ea"/>
                <a:sym typeface="+mn-lt"/>
              </a:rPr>
              <a:t>This template is the spring and autumn advertising original This template is the spring and autumn advertising original</a:t>
            </a:r>
          </a:p>
        </p:txBody>
      </p:sp>
      <p:sp>
        <p:nvSpPr>
          <p:cNvPr id="23" name="TextBox 76"/>
          <p:cNvSpPr txBox="1"/>
          <p:nvPr/>
        </p:nvSpPr>
        <p:spPr>
          <a:xfrm>
            <a:off x="8843124" y="3524181"/>
            <a:ext cx="1276797" cy="400110"/>
          </a:xfrm>
          <a:prstGeom prst="rect">
            <a:avLst/>
          </a:prstGeom>
          <a:noFill/>
          <a:effectLst/>
        </p:spPr>
        <p:txBody>
          <a:bodyPr wrap="square" rtlCol="0">
            <a:spAutoFit/>
          </a:bodyPr>
          <a:lstStyle/>
          <a:p>
            <a:pPr algn="ctr"/>
            <a:r>
              <a:rPr lang="zh-CN" altLang="en-US" sz="2000">
                <a:solidFill>
                  <a:schemeClr val="tx1">
                    <a:lumMod val="65000"/>
                    <a:lumOff val="35000"/>
                  </a:schemeClr>
                </a:solidFill>
                <a:cs typeface="+mn-ea"/>
                <a:sym typeface="+mn-lt"/>
              </a:rPr>
              <a:t>添加标题</a:t>
            </a:r>
          </a:p>
        </p:txBody>
      </p:sp>
    </p:spTree>
    <p:custDataLst>
      <p:tags r:id="Red22ef535db64e0e"/>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nodeType="afterGroup">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anim calcmode="lin" valueType="num">
                                      <p:cBhvr>
                                        <p:cTn id="17" dur="1000" fill="hold"/>
                                        <p:tgtEl>
                                          <p:spTgt spid="6"/>
                                        </p:tgtEl>
                                        <p:attrNameLst>
                                          <p:attrName>ppt_x</p:attrName>
                                        </p:attrNameLst>
                                      </p:cBhvr>
                                      <p:tavLst>
                                        <p:tav tm="0">
                                          <p:val>
                                            <p:strVal val="#ppt_x"/>
                                          </p:val>
                                        </p:tav>
                                        <p:tav tm="100000">
                                          <p:val>
                                            <p:strVal val="#ppt_x"/>
                                          </p:val>
                                        </p:tav>
                                      </p:tavLst>
                                    </p:anim>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par>
                          <p:cTn id="19" fill="hold" nodeType="afterGroup">
                            <p:stCondLst>
                              <p:cond delay="1500"/>
                            </p:stCondLst>
                            <p:childTnLst>
                              <p:par>
                                <p:cTn id="20" presetID="42"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childTnLst>
                          </p:cTn>
                        </p:par>
                        <p:par>
                          <p:cTn id="30" fill="hold" nodeType="afterGroup">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1000"/>
                                        <p:tgtEl>
                                          <p:spTgt spid="19"/>
                                        </p:tgtEl>
                                      </p:cBhvr>
                                    </p:animEffect>
                                    <p:anim calcmode="lin" valueType="num">
                                      <p:cBhvr>
                                        <p:cTn id="34" dur="1000" fill="hold"/>
                                        <p:tgtEl>
                                          <p:spTgt spid="19"/>
                                        </p:tgtEl>
                                        <p:attrNameLst>
                                          <p:attrName>ppt_x</p:attrName>
                                        </p:attrNameLst>
                                      </p:cBhvr>
                                      <p:tavLst>
                                        <p:tav tm="0">
                                          <p:val>
                                            <p:strVal val="#ppt_x"/>
                                          </p:val>
                                        </p:tav>
                                        <p:tav tm="100000">
                                          <p:val>
                                            <p:strVal val="#ppt_x"/>
                                          </p:val>
                                        </p:tav>
                                      </p:tavLst>
                                    </p:anim>
                                    <p:anim calcmode="lin" valueType="num">
                                      <p:cBhvr>
                                        <p:cTn id="35" dur="1000" fill="hold"/>
                                        <p:tgtEl>
                                          <p:spTgt spid="19"/>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1000"/>
                                        <p:tgtEl>
                                          <p:spTgt spid="20"/>
                                        </p:tgtEl>
                                      </p:cBhvr>
                                    </p:animEffect>
                                    <p:anim calcmode="lin" valueType="num">
                                      <p:cBhvr>
                                        <p:cTn id="39" dur="1000" fill="hold"/>
                                        <p:tgtEl>
                                          <p:spTgt spid="20"/>
                                        </p:tgtEl>
                                        <p:attrNameLst>
                                          <p:attrName>ppt_x</p:attrName>
                                        </p:attrNameLst>
                                      </p:cBhvr>
                                      <p:tavLst>
                                        <p:tav tm="0">
                                          <p:val>
                                            <p:strVal val="#ppt_x"/>
                                          </p:val>
                                        </p:tav>
                                        <p:tav tm="100000">
                                          <p:val>
                                            <p:strVal val="#ppt_x"/>
                                          </p:val>
                                        </p:tav>
                                      </p:tavLst>
                                    </p:anim>
                                    <p:anim calcmode="lin" valueType="num">
                                      <p:cBhvr>
                                        <p:cTn id="40" dur="1000" fill="hold"/>
                                        <p:tgtEl>
                                          <p:spTgt spid="20"/>
                                        </p:tgtEl>
                                        <p:attrNameLst>
                                          <p:attrName>ppt_y</p:attrName>
                                        </p:attrNameLst>
                                      </p:cBhvr>
                                      <p:tavLst>
                                        <p:tav tm="0">
                                          <p:val>
                                            <p:strVal val="#ppt_y+.1"/>
                                          </p:val>
                                        </p:tav>
                                        <p:tav tm="100000">
                                          <p:val>
                                            <p:strVal val="#ppt_y"/>
                                          </p:val>
                                        </p:tav>
                                      </p:tavLst>
                                    </p:anim>
                                  </p:childTnLst>
                                </p:cTn>
                              </p:par>
                            </p:childTnLst>
                          </p:cTn>
                        </p:par>
                        <p:par>
                          <p:cTn id="41" fill="hold" nodeType="afterGroup">
                            <p:stCondLst>
                              <p:cond delay="3500"/>
                            </p:stCondLst>
                            <p:childTnLst>
                              <p:par>
                                <p:cTn id="42" presetID="42" presetClass="entr" presetSubtype="0" fill="hold" grpId="0" nodeType="after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1000"/>
                                        <p:tgtEl>
                                          <p:spTgt spid="22"/>
                                        </p:tgtEl>
                                      </p:cBhvr>
                                    </p:animEffect>
                                    <p:anim calcmode="lin" valueType="num">
                                      <p:cBhvr>
                                        <p:cTn id="45" dur="1000" fill="hold"/>
                                        <p:tgtEl>
                                          <p:spTgt spid="22"/>
                                        </p:tgtEl>
                                        <p:attrNameLst>
                                          <p:attrName>ppt_x</p:attrName>
                                        </p:attrNameLst>
                                      </p:cBhvr>
                                      <p:tavLst>
                                        <p:tav tm="0">
                                          <p:val>
                                            <p:strVal val="#ppt_x"/>
                                          </p:val>
                                        </p:tav>
                                        <p:tav tm="100000">
                                          <p:val>
                                            <p:strVal val="#ppt_x"/>
                                          </p:val>
                                        </p:tav>
                                      </p:tavLst>
                                    </p:anim>
                                    <p:anim calcmode="lin" valueType="num">
                                      <p:cBhvr>
                                        <p:cTn id="46" dur="1000" fill="hold"/>
                                        <p:tgtEl>
                                          <p:spTgt spid="2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1000"/>
                                        <p:tgtEl>
                                          <p:spTgt spid="23"/>
                                        </p:tgtEl>
                                      </p:cBhvr>
                                    </p:animEffect>
                                    <p:anim calcmode="lin" valueType="num">
                                      <p:cBhvr>
                                        <p:cTn id="50" dur="1000" fill="hold"/>
                                        <p:tgtEl>
                                          <p:spTgt spid="23"/>
                                        </p:tgtEl>
                                        <p:attrNameLst>
                                          <p:attrName>ppt_x</p:attrName>
                                        </p:attrNameLst>
                                      </p:cBhvr>
                                      <p:tavLst>
                                        <p:tav tm="0">
                                          <p:val>
                                            <p:strVal val="#ppt_x"/>
                                          </p:val>
                                        </p:tav>
                                        <p:tav tm="100000">
                                          <p:val>
                                            <p:strVal val="#ppt_x"/>
                                          </p:val>
                                        </p:tav>
                                      </p:tavLst>
                                    </p:anim>
                                    <p:anim calcmode="lin" valueType="num">
                                      <p:cBhvr>
                                        <p:cTn id="5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19" grpId="0" bldLvl="0" animBg="1"/>
      <p:bldP spid="20" grpId="0" bldLvl="0" animBg="1"/>
      <p:bldP spid="22" grpId="0" bldLvl="0" animBg="1"/>
      <p:bldP spid="23"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8000"/>
          </a:schemeClr>
        </a:solidFill>
        <a:effectLst/>
      </p:bgPr>
    </p:bg>
    <p:spTree>
      <p:nvGrpSpPr>
        <p:cNvPr id="1" name=""/>
        <p:cNvGrpSpPr/>
        <p:nvPr/>
      </p:nvGrpSpPr>
      <p:grpSpPr>
        <a:xfrm>
          <a:off x="0" y="0"/>
          <a:ext cx="0" cy="0"/>
          <a:chOff x="0" y="0"/>
          <a:chExt cx="0" cy="0"/>
        </a:xfrm>
      </p:grpSpPr>
      <p:sp>
        <p:nvSpPr>
          <p:cNvPr id="12" name="矩形 11"/>
          <p:cNvSpPr/>
          <p:nvPr/>
        </p:nvSpPr>
        <p:spPr>
          <a:xfrm>
            <a:off x="610784" y="755821"/>
            <a:ext cx="517962" cy="45719"/>
          </a:xfrm>
          <a:prstGeom prst="rect">
            <a:avLst/>
          </a:prstGeom>
          <a:gradFill>
            <a:gsLst>
              <a:gs pos="50000">
                <a:schemeClr val="accent1">
                  <a:lumMod val="75000"/>
                  <a:alpha val="29000"/>
                </a:schemeClr>
              </a:gs>
              <a:gs pos="0">
                <a:schemeClr val="accent1">
                  <a:lumMod val="50000"/>
                  <a:alpha val="63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21" name="文本框 20"/>
          <p:cNvSpPr txBox="1"/>
          <p:nvPr/>
        </p:nvSpPr>
        <p:spPr>
          <a:xfrm>
            <a:off x="534670" y="380365"/>
            <a:ext cx="1605280" cy="337185"/>
          </a:xfrm>
          <a:prstGeom prst="rect">
            <a:avLst/>
          </a:prstGeom>
          <a:noFill/>
        </p:spPr>
        <p:txBody>
          <a:bodyPr wrap="square" rtlCol="0">
            <a:spAutoFit/>
          </a:bodyPr>
          <a:lstStyle/>
          <a:p>
            <a:pPr algn="dist"/>
            <a:r>
              <a:rPr lang="en-US" altLang="zh-CN" sz="1600" b="1" err="1">
                <a:solidFill>
                  <a:schemeClr val="accent1">
                    <a:lumMod val="50000"/>
                  </a:schemeClr>
                </a:solidFill>
                <a:cs typeface="+mn-ea"/>
                <a:sym typeface="+mn-lt"/>
              </a:rPr>
              <a:t>PART.01</a:t>
            </a:r>
          </a:p>
        </p:txBody>
      </p:sp>
      <p:sp>
        <p:nvSpPr>
          <p:cNvPr id="9" name="图文框 8"/>
          <p:cNvSpPr/>
          <p:nvPr/>
        </p:nvSpPr>
        <p:spPr>
          <a:xfrm>
            <a:off x="11207203" y="5963688"/>
            <a:ext cx="517962" cy="517962"/>
          </a:xfrm>
          <a:prstGeom prst="frame">
            <a:avLst>
              <a:gd name="adj1" fmla="val 5842"/>
            </a:avLst>
          </a:prstGeom>
          <a:solidFill>
            <a:schemeClr val="accent1">
              <a:lumMod val="75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03460" y="60042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05151" y="61887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pic>
        <p:nvPicPr>
          <p:cNvPr id="6" name="图片 5" descr="C:\Users\111\Desktop\59b77bab208b0.jpg59b77bab208b0"/>
          <p:cNvPicPr>
            <a:picLocks noChangeAspect="1"/>
          </p:cNvPicPr>
          <p:nvPr/>
        </p:nvPicPr>
        <p:blipFill>
          <a:blip r:embed="R4e73ef84c7fc4eeb"/>
          <a:stretch>
            <a:fillRect/>
          </a:stretch>
        </p:blipFill>
        <p:spPr>
          <a:xfrm>
            <a:off x="1581150" y="1434465"/>
            <a:ext cx="3187700" cy="4036695"/>
          </a:xfrm>
          <a:prstGeom prst="rect">
            <a:avLst/>
          </a:prstGeom>
        </p:spPr>
      </p:pic>
      <p:grpSp>
        <p:nvGrpSpPr>
          <p:cNvPr id="2" name="组合 1"/>
          <p:cNvGrpSpPr/>
          <p:nvPr/>
        </p:nvGrpSpPr>
        <p:grpSpPr>
          <a:xfrm>
            <a:off x="490539" y="879948"/>
            <a:ext cx="10538381" cy="4372725"/>
            <a:chOff x="0" y="515741"/>
            <a:chExt cx="13737447" cy="5700122"/>
          </a:xfrm>
        </p:grpSpPr>
        <p:sp>
          <p:nvSpPr>
            <p:cNvPr id="3" name="矩形 2"/>
            <p:cNvSpPr/>
            <p:nvPr/>
          </p:nvSpPr>
          <p:spPr>
            <a:xfrm>
              <a:off x="0" y="4861932"/>
              <a:ext cx="3345366" cy="568712"/>
            </a:xfrm>
            <a:prstGeom prst="rect">
              <a:avLst/>
            </a:prstGeom>
            <a:solidFill>
              <a:schemeClr val="accent1">
                <a:lumMod val="50000"/>
                <a:alpha val="66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367526" y="4950065"/>
              <a:ext cx="2753966" cy="480102"/>
            </a:xfrm>
            <a:prstGeom prst="rect">
              <a:avLst/>
            </a:prstGeom>
            <a:noFill/>
          </p:spPr>
          <p:txBody>
            <a:bodyPr wrap="square" rtlCol="0">
              <a:spAutoFit/>
            </a:bodyPr>
            <a:lstStyle/>
            <a:p>
              <a:pPr algn="dist"/>
              <a:r>
                <a:rPr lang="zh-CN">
                  <a:solidFill>
                    <a:schemeClr val="bg1"/>
                  </a:solidFill>
                  <a:cs typeface="+mn-ea"/>
                  <a:sym typeface="+mn-lt"/>
                </a:rPr>
                <a:t>部门工作概述</a:t>
              </a:r>
            </a:p>
          </p:txBody>
        </p:sp>
        <p:sp>
          <p:nvSpPr>
            <p:cNvPr id="14" name="图文框 13"/>
            <p:cNvSpPr/>
            <p:nvPr/>
          </p:nvSpPr>
          <p:spPr>
            <a:xfrm>
              <a:off x="5127266" y="515741"/>
              <a:ext cx="1784195" cy="1784195"/>
            </a:xfrm>
            <a:prstGeom prst="frame">
              <a:avLst>
                <a:gd name="adj1" fmla="val 3125"/>
              </a:avLst>
            </a:prstGeom>
            <a:solidFill>
              <a:schemeClr val="accent1">
                <a:lumMod val="50000"/>
                <a:alpha val="46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15" name="文本框 14"/>
            <p:cNvSpPr txBox="1"/>
            <p:nvPr/>
          </p:nvSpPr>
          <p:spPr>
            <a:xfrm>
              <a:off x="6029423" y="2500717"/>
              <a:ext cx="5290231" cy="1725186"/>
            </a:xfrm>
            <a:prstGeom prst="rect">
              <a:avLst/>
            </a:prstGeom>
            <a:noFill/>
          </p:spPr>
          <p:txBody>
            <a:bodyPr wrap="square" rtlCol="0">
              <a:spAutoFit/>
            </a:bodyPr>
            <a:lstStyle/>
            <a:p>
              <a:pPr algn="dist"/>
              <a:r>
                <a:rPr lang="en-US" altLang="zh-CN" sz="4000" b="1">
                  <a:solidFill>
                    <a:schemeClr val="accent1">
                      <a:lumMod val="50000"/>
                    </a:schemeClr>
                  </a:solidFill>
                  <a:cs typeface="+mn-ea"/>
                  <a:sym typeface="+mn-lt"/>
                </a:rPr>
                <a:t>THIS COMPANY</a:t>
              </a:r>
              <a:r>
                <a:rPr lang="en-US" altLang="zh-CN" sz="4000" b="1">
                  <a:cs typeface="+mn-ea"/>
                  <a:sym typeface="+mn-lt"/>
                </a:rPr>
                <a:t> </a:t>
              </a:r>
              <a:endParaRPr lang="zh-CN" altLang="en-US" sz="4000" b="1">
                <a:cs typeface="+mn-ea"/>
                <a:sym typeface="+mn-lt"/>
              </a:endParaRPr>
            </a:p>
          </p:txBody>
        </p:sp>
        <p:sp>
          <p:nvSpPr>
            <p:cNvPr id="16" name="矩形 15"/>
            <p:cNvSpPr/>
            <p:nvPr/>
          </p:nvSpPr>
          <p:spPr>
            <a:xfrm>
              <a:off x="6030089" y="3510898"/>
              <a:ext cx="7707357" cy="2704965"/>
            </a:xfrm>
            <a:prstGeom prst="rect">
              <a:avLst/>
            </a:prstGeom>
            <a:noFill/>
          </p:spPr>
          <p:txBody>
            <a:bodyPr wrap="square" rtlCol="0">
              <a:spAutoFit/>
            </a:bodyPr>
            <a:lstStyle/>
            <a:p>
              <a:pPr>
                <a:lnSpc>
                  <a:spcPct val="130000"/>
                </a:lnSpc>
              </a:pPr>
              <a:r>
                <a:rPr lang="en-US" altLang="zh-CN" sz="1000">
                  <a:solidFill>
                    <a:schemeClr val="tx2"/>
                  </a:solidFill>
                  <a:cs typeface="+mn-ea"/>
                  <a:sym typeface="+mn-lt"/>
                </a:rPr>
                <a:t>R</a:t>
              </a:r>
              <a:r>
                <a:rPr lang="zh-CN" altLang="en-US" sz="1000">
                  <a:solidFill>
                    <a:schemeClr val="tx2"/>
                  </a:solidFill>
                  <a:cs typeface="+mn-ea"/>
                  <a:sym typeface="+mn-lt"/>
                </a:rPr>
                <a:t>em ipsum dolor sit amet, consectetur adipiscing </a:t>
              </a:r>
              <a:r>
                <a:rPr lang="en-US" altLang="zh-CN" sz="1000">
                  <a:solidFill>
                    <a:schemeClr val="tx2"/>
                  </a:solidFill>
                  <a:cs typeface="+mn-ea"/>
                  <a:sym typeface="+mn-lt"/>
                </a:rPr>
                <a:t>R</a:t>
              </a:r>
              <a:r>
                <a:rPr lang="zh-CN" altLang="en-US" sz="1000">
                  <a:solidFill>
                    <a:schemeClr val="tx2"/>
                  </a:solidFill>
                  <a:cs typeface="+mn-ea"/>
                  <a:sym typeface="+mn-lt"/>
                </a:rPr>
                <a:t>em ipsum dolor sit amet, </a:t>
              </a:r>
              <a:r>
                <a:rPr lang="en-US" altLang="zh-CN" sz="1000">
                  <a:solidFill>
                    <a:schemeClr val="tx2"/>
                  </a:solidFill>
                  <a:cs typeface="+mn-ea"/>
                  <a:sym typeface="+mn-lt"/>
                </a:rPr>
                <a:t>R</a:t>
              </a:r>
              <a:r>
                <a:rPr lang="zh-CN" altLang="en-US" sz="1000">
                  <a:solidFill>
                    <a:schemeClr val="tx2"/>
                  </a:solidFill>
                  <a:cs typeface="+mn-ea"/>
                  <a:sym typeface="+mn-lt"/>
                </a:rPr>
                <a:t>em ipsum dolor sit amet, consectetur adipiscing </a:t>
              </a:r>
              <a:r>
                <a:rPr lang="en-US" altLang="zh-CN" sz="1000">
                  <a:solidFill>
                    <a:schemeClr val="tx2"/>
                  </a:solidFill>
                  <a:cs typeface="+mn-ea"/>
                  <a:sym typeface="+mn-lt"/>
                </a:rPr>
                <a:t>R</a:t>
              </a:r>
              <a:r>
                <a:rPr lang="zh-CN" altLang="en-US" sz="1000">
                  <a:solidFill>
                    <a:schemeClr val="tx2"/>
                  </a:solidFill>
                  <a:cs typeface="+mn-ea"/>
                  <a:sym typeface="+mn-lt"/>
                </a:rPr>
                <a:t>em</a:t>
              </a:r>
              <a:r>
                <a:rPr lang="en-US" altLang="zh-CN" sz="1000">
                  <a:solidFill>
                    <a:schemeClr val="tx2"/>
                  </a:solidFill>
                  <a:cs typeface="+mn-ea"/>
                  <a:sym typeface="+mn-lt"/>
                </a:rPr>
                <a:t>R</a:t>
              </a:r>
              <a:r>
                <a:rPr lang="zh-CN" altLang="en-US" sz="1000">
                  <a:solidFill>
                    <a:schemeClr val="tx2"/>
                  </a:solidFill>
                  <a:cs typeface="+mn-ea"/>
                  <a:sym typeface="+mn-lt"/>
                </a:rPr>
                <a:t>em ipsum dolor sit amet, consectetur adipiscing </a:t>
              </a:r>
              <a:r>
                <a:rPr lang="en-US" altLang="zh-CN" sz="1000">
                  <a:solidFill>
                    <a:schemeClr val="tx2"/>
                  </a:solidFill>
                  <a:cs typeface="+mn-ea"/>
                  <a:sym typeface="+mn-lt"/>
                </a:rPr>
                <a:t>R</a:t>
              </a:r>
              <a:r>
                <a:rPr lang="zh-CN" altLang="en-US" sz="1000">
                  <a:solidFill>
                    <a:schemeClr val="tx2"/>
                  </a:solidFill>
                  <a:cs typeface="+mn-ea"/>
                  <a:sym typeface="+mn-lt"/>
                </a:rPr>
                <a:t>em ipsum dolor sit amet, </a:t>
              </a:r>
              <a:r>
                <a:rPr lang="en-US" altLang="zh-CN" sz="1000">
                  <a:solidFill>
                    <a:schemeClr val="tx2"/>
                  </a:solidFill>
                  <a:cs typeface="+mn-ea"/>
                  <a:sym typeface="+mn-lt"/>
                </a:rPr>
                <a:t>R</a:t>
              </a:r>
              <a:r>
                <a:rPr lang="zh-CN" altLang="en-US" sz="1000">
                  <a:solidFill>
                    <a:schemeClr val="tx2"/>
                  </a:solidFill>
                  <a:cs typeface="+mn-ea"/>
                  <a:sym typeface="+mn-lt"/>
                </a:rPr>
                <a:t>em ipsum dolor sit amet, consectetur adipiscing ipsum dolor sit amet, consectetur adipiscing </a:t>
              </a:r>
              <a:r>
                <a:rPr lang="en-US" altLang="zh-CN" sz="1000">
                  <a:solidFill>
                    <a:schemeClr val="tx2"/>
                  </a:solidFill>
                  <a:cs typeface="+mn-ea"/>
                  <a:sym typeface="+mn-lt"/>
                </a:rPr>
                <a:t>R</a:t>
              </a:r>
              <a:r>
                <a:rPr lang="zh-CN" altLang="en-US" sz="1000">
                  <a:solidFill>
                    <a:schemeClr val="tx2"/>
                  </a:solidFill>
                  <a:cs typeface="+mn-ea"/>
                  <a:sym typeface="+mn-lt"/>
                </a:rPr>
                <a:t>em ipsum dolor sit amet, </a:t>
              </a:r>
              <a:r>
                <a:rPr lang="en-US" altLang="zh-CN" sz="1000">
                  <a:solidFill>
                    <a:schemeClr val="tx2"/>
                  </a:solidFill>
                  <a:cs typeface="+mn-ea"/>
                  <a:sym typeface="+mn-lt"/>
                </a:rPr>
                <a:t>R</a:t>
              </a:r>
              <a:r>
                <a:rPr lang="zh-CN" altLang="en-US" sz="1000">
                  <a:solidFill>
                    <a:schemeClr val="tx2"/>
                  </a:solidFill>
                  <a:cs typeface="+mn-ea"/>
                  <a:sym typeface="+mn-lt"/>
                </a:rPr>
                <a:t>em ipsum dolor sit amet, consectetur adipiscing ips</a:t>
              </a:r>
              <a:endParaRPr lang="en-US" altLang="zh-CN" sz="1000">
                <a:solidFill>
                  <a:schemeClr val="tx2"/>
                </a:solidFill>
                <a:cs typeface="+mn-ea"/>
                <a:sym typeface="+mn-lt"/>
              </a:endParaRPr>
            </a:p>
            <a:p>
              <a:pPr>
                <a:lnSpc>
                  <a:spcPct val="130000"/>
                </a:lnSpc>
              </a:pPr>
              <a:endParaRPr lang="en-US" altLang="zh-CN" sz="1000">
                <a:solidFill>
                  <a:schemeClr val="tx2"/>
                </a:solidFill>
                <a:cs typeface="+mn-ea"/>
                <a:sym typeface="+mn-lt"/>
              </a:endParaRPr>
            </a:p>
            <a:p>
              <a:pPr>
                <a:lnSpc>
                  <a:spcPct val="130000"/>
                </a:lnSpc>
              </a:pPr>
              <a:r>
                <a:rPr lang="zh-CN" altLang="en-US" sz="1000">
                  <a:solidFill>
                    <a:schemeClr val="tx2"/>
                  </a:solidFill>
                  <a:cs typeface="+mn-ea"/>
                  <a:sym typeface="+mn-lt"/>
                </a:rPr>
                <a:t>um dolor sit amet, consectetur adipiscing </a:t>
              </a:r>
              <a:r>
                <a:rPr lang="en-US" altLang="zh-CN" sz="1000">
                  <a:solidFill>
                    <a:schemeClr val="tx2"/>
                  </a:solidFill>
                  <a:cs typeface="+mn-ea"/>
                  <a:sym typeface="+mn-lt"/>
                </a:rPr>
                <a:t>R</a:t>
              </a:r>
              <a:r>
                <a:rPr lang="zh-CN" altLang="en-US" sz="1000">
                  <a:solidFill>
                    <a:schemeClr val="tx2"/>
                  </a:solidFill>
                  <a:cs typeface="+mn-ea"/>
                  <a:sym typeface="+mn-lt"/>
                </a:rPr>
                <a:t>em ipsum dolor sit amet, </a:t>
              </a:r>
              <a:r>
                <a:rPr lang="en-US" altLang="zh-CN" sz="1000">
                  <a:solidFill>
                    <a:schemeClr val="tx2"/>
                  </a:solidFill>
                  <a:cs typeface="+mn-ea"/>
                  <a:sym typeface="+mn-lt"/>
                </a:rPr>
                <a:t>R</a:t>
              </a:r>
              <a:r>
                <a:rPr lang="zh-CN" altLang="en-US" sz="1000">
                  <a:solidFill>
                    <a:schemeClr val="tx2"/>
                  </a:solidFill>
                  <a:cs typeface="+mn-ea"/>
                  <a:sym typeface="+mn-lt"/>
                </a:rPr>
                <a:t>em ipsum dolor sit amet, consectetur</a:t>
              </a:r>
              <a:r>
                <a:rPr lang="en-US" altLang="zh-CN" sz="1000">
                  <a:solidFill>
                    <a:schemeClr val="tx2"/>
                  </a:solidFill>
                  <a:cs typeface="+mn-ea"/>
                  <a:sym typeface="+mn-lt"/>
                </a:rPr>
                <a:t> R</a:t>
              </a:r>
              <a:r>
                <a:rPr lang="zh-CN" altLang="en-US" sz="1000">
                  <a:solidFill>
                    <a:schemeClr val="tx2"/>
                  </a:solidFill>
                  <a:cs typeface="+mn-ea"/>
                  <a:sym typeface="+mn-lt"/>
                </a:rPr>
                <a:t>em ipsum dolor sit amet, </a:t>
              </a:r>
              <a:r>
                <a:rPr lang="en-US" altLang="zh-CN" sz="1000">
                  <a:solidFill>
                    <a:schemeClr val="tx2"/>
                  </a:solidFill>
                  <a:cs typeface="+mn-ea"/>
                  <a:sym typeface="+mn-lt"/>
                </a:rPr>
                <a:t>R</a:t>
              </a:r>
              <a:r>
                <a:rPr lang="zh-CN" altLang="en-US" sz="1000">
                  <a:solidFill>
                    <a:schemeClr val="tx2"/>
                  </a:solidFill>
                  <a:cs typeface="+mn-ea"/>
                  <a:sym typeface="+mn-lt"/>
                </a:rPr>
                <a:t>em ipsum dolor sit amet, consectetur adipiscing ipsum dolor sit amet, consectetur adipiscing </a:t>
              </a:r>
              <a:r>
                <a:rPr lang="en-US" altLang="zh-CN" sz="1000">
                  <a:solidFill>
                    <a:schemeClr val="tx2"/>
                  </a:solidFill>
                  <a:cs typeface="+mn-ea"/>
                  <a:sym typeface="+mn-lt"/>
                </a:rPr>
                <a:t>R</a:t>
              </a:r>
              <a:r>
                <a:rPr lang="zh-CN" altLang="en-US" sz="1000">
                  <a:solidFill>
                    <a:schemeClr val="tx2"/>
                  </a:solidFill>
                  <a:cs typeface="+mn-ea"/>
                  <a:sym typeface="+mn-lt"/>
                </a:rPr>
                <a:t>em ipsum dolor sit amet, </a:t>
              </a:r>
              <a:r>
                <a:rPr lang="en-US" altLang="zh-CN" sz="1000">
                  <a:solidFill>
                    <a:schemeClr val="tx2"/>
                  </a:solidFill>
                  <a:cs typeface="+mn-ea"/>
                  <a:sym typeface="+mn-lt"/>
                </a:rPr>
                <a:t>R</a:t>
              </a:r>
              <a:r>
                <a:rPr lang="zh-CN" altLang="en-US" sz="1000">
                  <a:solidFill>
                    <a:schemeClr val="tx2"/>
                  </a:solidFill>
                  <a:cs typeface="+mn-ea"/>
                  <a:sym typeface="+mn-lt"/>
                </a:rPr>
                <a:t>em ipsum dolor sit amet, consectetur</a:t>
              </a:r>
              <a:r>
                <a:rPr lang="en-US" altLang="zh-CN" sz="1000">
                  <a:solidFill>
                    <a:schemeClr val="tx2"/>
                  </a:solidFill>
                  <a:cs typeface="+mn-ea"/>
                  <a:sym typeface="+mn-lt"/>
                </a:rPr>
                <a:t> R</a:t>
              </a:r>
              <a:r>
                <a:rPr lang="zh-CN" altLang="en-US" sz="1000">
                  <a:solidFill>
                    <a:schemeClr val="tx2"/>
                  </a:solidFill>
                  <a:cs typeface="+mn-ea"/>
                  <a:sym typeface="+mn-lt"/>
                </a:rPr>
                <a:t>em ipsum dolor sit amet, </a:t>
              </a:r>
              <a:r>
                <a:rPr lang="en-US" altLang="zh-CN" sz="1000">
                  <a:solidFill>
                    <a:schemeClr val="tx2"/>
                  </a:solidFill>
                  <a:cs typeface="+mn-ea"/>
                  <a:sym typeface="+mn-lt"/>
                </a:rPr>
                <a:t>R</a:t>
              </a:r>
              <a:r>
                <a:rPr lang="zh-CN" altLang="en-US" sz="1000">
                  <a:solidFill>
                    <a:schemeClr val="tx2"/>
                  </a:solidFill>
                  <a:cs typeface="+mn-ea"/>
                  <a:sym typeface="+mn-lt"/>
                </a:rPr>
                <a:t>em</a:t>
              </a:r>
              <a:r>
                <a:rPr lang="en-US" altLang="zh-CN" sz="1000" err="1">
                  <a:solidFill>
                    <a:schemeClr val="tx2"/>
                  </a:solidFill>
                  <a:cs typeface="+mn-ea"/>
                  <a:sym typeface="+mn-lt"/>
                </a:rPr>
                <a:t>fshkfjdshkfdslfdsds</a:t>
              </a:r>
              <a:endParaRPr lang="zh-CN" altLang="en-US" sz="1000">
                <a:solidFill>
                  <a:schemeClr val="tx2"/>
                </a:solidFill>
                <a:cs typeface="+mn-ea"/>
                <a:sym typeface="+mn-lt"/>
              </a:endParaRPr>
            </a:p>
          </p:txBody>
        </p:sp>
      </p:grpSp>
    </p:spTree>
    <p:custDataLst>
      <p:tags r:id="R9e744bb63fe247aa"/>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par>
                          <p:cTn id="8" fill="hold" nodeType="afterGroup">
                            <p:stCondLst>
                              <p:cond delay="500"/>
                            </p:stCondLst>
                            <p:childTnLst>
                              <p:par>
                                <p:cTn id="9" presetID="47"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8000"/>
          </a:schemeClr>
        </a:solidFill>
        <a:effectLst/>
      </p:bgPr>
    </p:bg>
    <p:spTree>
      <p:nvGrpSpPr>
        <p:cNvPr id="1" name=""/>
        <p:cNvGrpSpPr/>
        <p:nvPr/>
      </p:nvGrpSpPr>
      <p:grpSpPr>
        <a:xfrm>
          <a:off x="0" y="0"/>
          <a:ext cx="0" cy="0"/>
          <a:chOff x="0" y="0"/>
          <a:chExt cx="0" cy="0"/>
        </a:xfrm>
      </p:grpSpPr>
      <p:sp>
        <p:nvSpPr>
          <p:cNvPr id="12" name="矩形 11"/>
          <p:cNvSpPr/>
          <p:nvPr/>
        </p:nvSpPr>
        <p:spPr>
          <a:xfrm>
            <a:off x="610784" y="755821"/>
            <a:ext cx="517962" cy="45719"/>
          </a:xfrm>
          <a:prstGeom prst="rect">
            <a:avLst/>
          </a:prstGeom>
          <a:gradFill>
            <a:gsLst>
              <a:gs pos="50000">
                <a:schemeClr val="accent1">
                  <a:lumMod val="75000"/>
                  <a:alpha val="29000"/>
                </a:schemeClr>
              </a:gs>
              <a:gs pos="0">
                <a:schemeClr val="accent1">
                  <a:lumMod val="50000"/>
                  <a:alpha val="63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21" name="文本框 20"/>
          <p:cNvSpPr txBox="1"/>
          <p:nvPr/>
        </p:nvSpPr>
        <p:spPr>
          <a:xfrm>
            <a:off x="534670" y="380365"/>
            <a:ext cx="1605280" cy="337185"/>
          </a:xfrm>
          <a:prstGeom prst="rect">
            <a:avLst/>
          </a:prstGeom>
          <a:noFill/>
        </p:spPr>
        <p:txBody>
          <a:bodyPr wrap="square" rtlCol="0">
            <a:spAutoFit/>
          </a:bodyPr>
          <a:lstStyle/>
          <a:p>
            <a:pPr algn="dist"/>
            <a:r>
              <a:rPr lang="en-US" altLang="zh-CN" sz="1600" b="1" err="1">
                <a:solidFill>
                  <a:schemeClr val="accent1">
                    <a:lumMod val="50000"/>
                  </a:schemeClr>
                </a:solidFill>
                <a:cs typeface="+mn-ea"/>
                <a:sym typeface="+mn-lt"/>
              </a:rPr>
              <a:t>PART.01</a:t>
            </a:r>
          </a:p>
        </p:txBody>
      </p:sp>
      <p:sp>
        <p:nvSpPr>
          <p:cNvPr id="9" name="图文框 8"/>
          <p:cNvSpPr/>
          <p:nvPr/>
        </p:nvSpPr>
        <p:spPr>
          <a:xfrm>
            <a:off x="11207203" y="5963688"/>
            <a:ext cx="517962" cy="517962"/>
          </a:xfrm>
          <a:prstGeom prst="frame">
            <a:avLst>
              <a:gd name="adj1" fmla="val 5842"/>
            </a:avLst>
          </a:prstGeom>
          <a:solidFill>
            <a:schemeClr val="accent1">
              <a:lumMod val="75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03460" y="60042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05151" y="61887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grpSp>
        <p:nvGrpSpPr>
          <p:cNvPr id="48" name="组合 47"/>
          <p:cNvGrpSpPr/>
          <p:nvPr/>
        </p:nvGrpSpPr>
        <p:grpSpPr>
          <a:xfrm>
            <a:off x="1686373" y="2874239"/>
            <a:ext cx="1218696" cy="1208860"/>
            <a:chOff x="1842202" y="2509700"/>
            <a:chExt cx="1312745" cy="1302150"/>
          </a:xfrm>
        </p:grpSpPr>
        <p:sp>
          <p:nvSpPr>
            <p:cNvPr id="49" name="矩形 48"/>
            <p:cNvSpPr/>
            <p:nvPr/>
          </p:nvSpPr>
          <p:spPr>
            <a:xfrm rot="20700000">
              <a:off x="1842202" y="2509700"/>
              <a:ext cx="1302150" cy="1302150"/>
            </a:xfrm>
            <a:prstGeom prst="rect">
              <a:avLst/>
            </a:prstGeom>
            <a:noFill/>
            <a:ln>
              <a:gradFill>
                <a:gsLst>
                  <a:gs pos="0">
                    <a:schemeClr val="accent1"/>
                  </a:gs>
                  <a:gs pos="100000">
                    <a:schemeClr val="accent2">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矩形 49"/>
            <p:cNvSpPr/>
            <p:nvPr/>
          </p:nvSpPr>
          <p:spPr>
            <a:xfrm rot="900000">
              <a:off x="1852797" y="2509700"/>
              <a:ext cx="1302150" cy="1302150"/>
            </a:xfrm>
            <a:prstGeom prst="rect">
              <a:avLst/>
            </a:prstGeom>
            <a:noFill/>
            <a:ln>
              <a:gradFill flip="none" rotWithShape="1">
                <a:gsLst>
                  <a:gs pos="0">
                    <a:schemeClr val="accent1"/>
                  </a:gs>
                  <a:gs pos="100000">
                    <a:schemeClr val="accent2">
                      <a:alpha val="0"/>
                    </a:schemeClr>
                  </a:gs>
                </a:gsLst>
                <a:lin ang="135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51" name="brightness-setting_68801"/>
          <p:cNvSpPr>
            <a:spLocks noChangeAspect="1"/>
          </p:cNvSpPr>
          <p:nvPr/>
        </p:nvSpPr>
        <p:spPr bwMode="auto">
          <a:xfrm>
            <a:off x="2037136" y="3217986"/>
            <a:ext cx="573431" cy="572494"/>
          </a:xfrm>
          <a:custGeom>
            <a:avLst/>
            <a:gdLst>
              <a:gd name="connsiteX0" fmla="*/ 302479 w 605734"/>
              <a:gd name="connsiteY0" fmla="*/ 518585 h 604745"/>
              <a:gd name="connsiteX1" fmla="*/ 345630 w 605734"/>
              <a:gd name="connsiteY1" fmla="*/ 561665 h 604745"/>
              <a:gd name="connsiteX2" fmla="*/ 302479 w 605734"/>
              <a:gd name="connsiteY2" fmla="*/ 604745 h 604745"/>
              <a:gd name="connsiteX3" fmla="*/ 259328 w 605734"/>
              <a:gd name="connsiteY3" fmla="*/ 561665 h 604745"/>
              <a:gd name="connsiteX4" fmla="*/ 302479 w 605734"/>
              <a:gd name="connsiteY4" fmla="*/ 518585 h 604745"/>
              <a:gd name="connsiteX5" fmla="*/ 490324 w 605734"/>
              <a:gd name="connsiteY5" fmla="*/ 446396 h 604745"/>
              <a:gd name="connsiteX6" fmla="*/ 533546 w 605734"/>
              <a:gd name="connsiteY6" fmla="*/ 489547 h 604745"/>
              <a:gd name="connsiteX7" fmla="*/ 490324 w 605734"/>
              <a:gd name="connsiteY7" fmla="*/ 532698 h 604745"/>
              <a:gd name="connsiteX8" fmla="*/ 447102 w 605734"/>
              <a:gd name="connsiteY8" fmla="*/ 489547 h 604745"/>
              <a:gd name="connsiteX9" fmla="*/ 490324 w 605734"/>
              <a:gd name="connsiteY9" fmla="*/ 446396 h 604745"/>
              <a:gd name="connsiteX10" fmla="*/ 114880 w 605734"/>
              <a:gd name="connsiteY10" fmla="*/ 446396 h 604745"/>
              <a:gd name="connsiteX11" fmla="*/ 158066 w 605734"/>
              <a:gd name="connsiteY11" fmla="*/ 489547 h 604745"/>
              <a:gd name="connsiteX12" fmla="*/ 114880 w 605734"/>
              <a:gd name="connsiteY12" fmla="*/ 532698 h 604745"/>
              <a:gd name="connsiteX13" fmla="*/ 71694 w 605734"/>
              <a:gd name="connsiteY13" fmla="*/ 489547 h 604745"/>
              <a:gd name="connsiteX14" fmla="*/ 114880 w 605734"/>
              <a:gd name="connsiteY14" fmla="*/ 446396 h 604745"/>
              <a:gd name="connsiteX15" fmla="*/ 562583 w 605734"/>
              <a:gd name="connsiteY15" fmla="*/ 259680 h 604745"/>
              <a:gd name="connsiteX16" fmla="*/ 605734 w 605734"/>
              <a:gd name="connsiteY16" fmla="*/ 302760 h 604745"/>
              <a:gd name="connsiteX17" fmla="*/ 562583 w 605734"/>
              <a:gd name="connsiteY17" fmla="*/ 345840 h 604745"/>
              <a:gd name="connsiteX18" fmla="*/ 519432 w 605734"/>
              <a:gd name="connsiteY18" fmla="*/ 302760 h 604745"/>
              <a:gd name="connsiteX19" fmla="*/ 562583 w 605734"/>
              <a:gd name="connsiteY19" fmla="*/ 259680 h 604745"/>
              <a:gd name="connsiteX20" fmla="*/ 43151 w 605734"/>
              <a:gd name="connsiteY20" fmla="*/ 259680 h 604745"/>
              <a:gd name="connsiteX21" fmla="*/ 86302 w 605734"/>
              <a:gd name="connsiteY21" fmla="*/ 302760 h 604745"/>
              <a:gd name="connsiteX22" fmla="*/ 43151 w 605734"/>
              <a:gd name="connsiteY22" fmla="*/ 345840 h 604745"/>
              <a:gd name="connsiteX23" fmla="*/ 0 w 605734"/>
              <a:gd name="connsiteY23" fmla="*/ 302760 h 604745"/>
              <a:gd name="connsiteX24" fmla="*/ 43151 w 605734"/>
              <a:gd name="connsiteY24" fmla="*/ 259680 h 604745"/>
              <a:gd name="connsiteX25" fmla="*/ 302479 w 605734"/>
              <a:gd name="connsiteY25" fmla="*/ 144024 h 604745"/>
              <a:gd name="connsiteX26" fmla="*/ 461428 w 605734"/>
              <a:gd name="connsiteY26" fmla="*/ 302726 h 604745"/>
              <a:gd name="connsiteX27" fmla="*/ 302479 w 605734"/>
              <a:gd name="connsiteY27" fmla="*/ 461428 h 604745"/>
              <a:gd name="connsiteX28" fmla="*/ 143530 w 605734"/>
              <a:gd name="connsiteY28" fmla="*/ 302726 h 604745"/>
              <a:gd name="connsiteX29" fmla="*/ 302479 w 605734"/>
              <a:gd name="connsiteY29" fmla="*/ 144024 h 604745"/>
              <a:gd name="connsiteX30" fmla="*/ 490324 w 605734"/>
              <a:gd name="connsiteY30" fmla="*/ 72118 h 604745"/>
              <a:gd name="connsiteX31" fmla="*/ 533546 w 605734"/>
              <a:gd name="connsiteY31" fmla="*/ 115198 h 604745"/>
              <a:gd name="connsiteX32" fmla="*/ 490324 w 605734"/>
              <a:gd name="connsiteY32" fmla="*/ 158278 h 604745"/>
              <a:gd name="connsiteX33" fmla="*/ 447102 w 605734"/>
              <a:gd name="connsiteY33" fmla="*/ 115198 h 604745"/>
              <a:gd name="connsiteX34" fmla="*/ 490324 w 605734"/>
              <a:gd name="connsiteY34" fmla="*/ 72118 h 604745"/>
              <a:gd name="connsiteX35" fmla="*/ 114880 w 605734"/>
              <a:gd name="connsiteY35" fmla="*/ 72118 h 604745"/>
              <a:gd name="connsiteX36" fmla="*/ 158066 w 605734"/>
              <a:gd name="connsiteY36" fmla="*/ 115198 h 604745"/>
              <a:gd name="connsiteX37" fmla="*/ 114880 w 605734"/>
              <a:gd name="connsiteY37" fmla="*/ 158278 h 604745"/>
              <a:gd name="connsiteX38" fmla="*/ 71694 w 605734"/>
              <a:gd name="connsiteY38" fmla="*/ 115198 h 604745"/>
              <a:gd name="connsiteX39" fmla="*/ 114880 w 605734"/>
              <a:gd name="connsiteY39" fmla="*/ 72118 h 604745"/>
              <a:gd name="connsiteX40" fmla="*/ 302620 w 605734"/>
              <a:gd name="connsiteY40" fmla="*/ 0 h 604745"/>
              <a:gd name="connsiteX41" fmla="*/ 345771 w 605734"/>
              <a:gd name="connsiteY41" fmla="*/ 43080 h 604745"/>
              <a:gd name="connsiteX42" fmla="*/ 302620 w 605734"/>
              <a:gd name="connsiteY42" fmla="*/ 86160 h 604745"/>
              <a:gd name="connsiteX43" fmla="*/ 259469 w 605734"/>
              <a:gd name="connsiteY43" fmla="*/ 43080 h 604745"/>
              <a:gd name="connsiteX44" fmla="*/ 302620 w 605734"/>
              <a:gd name="connsiteY44" fmla="*/ 0 h 60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5734" h="604745">
                <a:moveTo>
                  <a:pt x="302479" y="518585"/>
                </a:moveTo>
                <a:cubicBezTo>
                  <a:pt x="326311" y="518585"/>
                  <a:pt x="345630" y="537873"/>
                  <a:pt x="345630" y="561665"/>
                </a:cubicBezTo>
                <a:cubicBezTo>
                  <a:pt x="345630" y="585457"/>
                  <a:pt x="326311" y="604745"/>
                  <a:pt x="302479" y="604745"/>
                </a:cubicBezTo>
                <a:cubicBezTo>
                  <a:pt x="278647" y="604745"/>
                  <a:pt x="259328" y="585457"/>
                  <a:pt x="259328" y="561665"/>
                </a:cubicBezTo>
                <a:cubicBezTo>
                  <a:pt x="259328" y="537873"/>
                  <a:pt x="278647" y="518585"/>
                  <a:pt x="302479" y="518585"/>
                </a:cubicBezTo>
                <a:close/>
                <a:moveTo>
                  <a:pt x="490324" y="446396"/>
                </a:moveTo>
                <a:cubicBezTo>
                  <a:pt x="514195" y="446396"/>
                  <a:pt x="533546" y="465715"/>
                  <a:pt x="533546" y="489547"/>
                </a:cubicBezTo>
                <a:cubicBezTo>
                  <a:pt x="533546" y="513379"/>
                  <a:pt x="514195" y="532698"/>
                  <a:pt x="490324" y="532698"/>
                </a:cubicBezTo>
                <a:cubicBezTo>
                  <a:pt x="466453" y="532698"/>
                  <a:pt x="447102" y="513379"/>
                  <a:pt x="447102" y="489547"/>
                </a:cubicBezTo>
                <a:cubicBezTo>
                  <a:pt x="447102" y="465715"/>
                  <a:pt x="466453" y="446396"/>
                  <a:pt x="490324" y="446396"/>
                </a:cubicBezTo>
                <a:close/>
                <a:moveTo>
                  <a:pt x="114880" y="446396"/>
                </a:moveTo>
                <a:cubicBezTo>
                  <a:pt x="138731" y="446396"/>
                  <a:pt x="158066" y="465715"/>
                  <a:pt x="158066" y="489547"/>
                </a:cubicBezTo>
                <a:cubicBezTo>
                  <a:pt x="158066" y="513379"/>
                  <a:pt x="138731" y="532698"/>
                  <a:pt x="114880" y="532698"/>
                </a:cubicBezTo>
                <a:cubicBezTo>
                  <a:pt x="91029" y="532698"/>
                  <a:pt x="71694" y="513379"/>
                  <a:pt x="71694" y="489547"/>
                </a:cubicBezTo>
                <a:cubicBezTo>
                  <a:pt x="71694" y="465715"/>
                  <a:pt x="91029" y="446396"/>
                  <a:pt x="114880" y="446396"/>
                </a:cubicBezTo>
                <a:close/>
                <a:moveTo>
                  <a:pt x="562583" y="259680"/>
                </a:moveTo>
                <a:cubicBezTo>
                  <a:pt x="586415" y="259680"/>
                  <a:pt x="605734" y="278968"/>
                  <a:pt x="605734" y="302760"/>
                </a:cubicBezTo>
                <a:cubicBezTo>
                  <a:pt x="605734" y="326552"/>
                  <a:pt x="586415" y="345840"/>
                  <a:pt x="562583" y="345840"/>
                </a:cubicBezTo>
                <a:cubicBezTo>
                  <a:pt x="538751" y="345840"/>
                  <a:pt x="519432" y="326552"/>
                  <a:pt x="519432" y="302760"/>
                </a:cubicBezTo>
                <a:cubicBezTo>
                  <a:pt x="519432" y="278968"/>
                  <a:pt x="538751" y="259680"/>
                  <a:pt x="562583" y="259680"/>
                </a:cubicBezTo>
                <a:close/>
                <a:moveTo>
                  <a:pt x="43151" y="259680"/>
                </a:moveTo>
                <a:cubicBezTo>
                  <a:pt x="66983" y="259680"/>
                  <a:pt x="86302" y="278968"/>
                  <a:pt x="86302" y="302760"/>
                </a:cubicBezTo>
                <a:cubicBezTo>
                  <a:pt x="86302" y="326552"/>
                  <a:pt x="66983" y="345840"/>
                  <a:pt x="43151" y="345840"/>
                </a:cubicBezTo>
                <a:cubicBezTo>
                  <a:pt x="19319" y="345840"/>
                  <a:pt x="0" y="326552"/>
                  <a:pt x="0" y="302760"/>
                </a:cubicBezTo>
                <a:cubicBezTo>
                  <a:pt x="0" y="278968"/>
                  <a:pt x="19319" y="259680"/>
                  <a:pt x="43151" y="259680"/>
                </a:cubicBezTo>
                <a:close/>
                <a:moveTo>
                  <a:pt x="302479" y="144024"/>
                </a:moveTo>
                <a:cubicBezTo>
                  <a:pt x="390264" y="144024"/>
                  <a:pt x="461428" y="215077"/>
                  <a:pt x="461428" y="302726"/>
                </a:cubicBezTo>
                <a:cubicBezTo>
                  <a:pt x="461428" y="390375"/>
                  <a:pt x="390264" y="461428"/>
                  <a:pt x="302479" y="461428"/>
                </a:cubicBezTo>
                <a:cubicBezTo>
                  <a:pt x="214694" y="461428"/>
                  <a:pt x="143530" y="390375"/>
                  <a:pt x="143530" y="302726"/>
                </a:cubicBezTo>
                <a:cubicBezTo>
                  <a:pt x="143530" y="215077"/>
                  <a:pt x="214694" y="144024"/>
                  <a:pt x="302479" y="144024"/>
                </a:cubicBezTo>
                <a:close/>
                <a:moveTo>
                  <a:pt x="490324" y="72118"/>
                </a:moveTo>
                <a:cubicBezTo>
                  <a:pt x="514195" y="72118"/>
                  <a:pt x="533546" y="91406"/>
                  <a:pt x="533546" y="115198"/>
                </a:cubicBezTo>
                <a:cubicBezTo>
                  <a:pt x="533546" y="138990"/>
                  <a:pt x="514195" y="158278"/>
                  <a:pt x="490324" y="158278"/>
                </a:cubicBezTo>
                <a:cubicBezTo>
                  <a:pt x="466453" y="158278"/>
                  <a:pt x="447102" y="138990"/>
                  <a:pt x="447102" y="115198"/>
                </a:cubicBezTo>
                <a:cubicBezTo>
                  <a:pt x="447102" y="91406"/>
                  <a:pt x="466453" y="72118"/>
                  <a:pt x="490324" y="72118"/>
                </a:cubicBezTo>
                <a:close/>
                <a:moveTo>
                  <a:pt x="114880" y="72118"/>
                </a:moveTo>
                <a:cubicBezTo>
                  <a:pt x="138731" y="72118"/>
                  <a:pt x="158066" y="91406"/>
                  <a:pt x="158066" y="115198"/>
                </a:cubicBezTo>
                <a:cubicBezTo>
                  <a:pt x="158066" y="138990"/>
                  <a:pt x="138731" y="158278"/>
                  <a:pt x="114880" y="158278"/>
                </a:cubicBezTo>
                <a:cubicBezTo>
                  <a:pt x="91029" y="158278"/>
                  <a:pt x="71694" y="138990"/>
                  <a:pt x="71694" y="115198"/>
                </a:cubicBezTo>
                <a:cubicBezTo>
                  <a:pt x="71694" y="91406"/>
                  <a:pt x="91029" y="72118"/>
                  <a:pt x="114880" y="72118"/>
                </a:cubicBezTo>
                <a:close/>
                <a:moveTo>
                  <a:pt x="302620" y="0"/>
                </a:moveTo>
                <a:cubicBezTo>
                  <a:pt x="326452" y="0"/>
                  <a:pt x="345771" y="19288"/>
                  <a:pt x="345771" y="43080"/>
                </a:cubicBezTo>
                <a:cubicBezTo>
                  <a:pt x="345771" y="66872"/>
                  <a:pt x="326452" y="86160"/>
                  <a:pt x="302620" y="86160"/>
                </a:cubicBezTo>
                <a:cubicBezTo>
                  <a:pt x="278788" y="86160"/>
                  <a:pt x="259469" y="66872"/>
                  <a:pt x="259469" y="43080"/>
                </a:cubicBezTo>
                <a:cubicBezTo>
                  <a:pt x="259469" y="19288"/>
                  <a:pt x="278788" y="0"/>
                  <a:pt x="302620" y="0"/>
                </a:cubicBezTo>
                <a:close/>
              </a:path>
            </a:pathLst>
          </a:custGeom>
          <a:solidFill>
            <a:schemeClr val="accent1">
              <a:lumMod val="50000"/>
            </a:schemeClr>
          </a:solidFill>
          <a:ln>
            <a:noFill/>
          </a:ln>
        </p:spPr>
        <p:txBody>
          <a:bodyPr/>
          <a:lstStyle/>
          <a:p>
            <a:endParaRPr lang="zh-CN" altLang="en-US">
              <a:cs typeface="+mn-ea"/>
              <a:sym typeface="+mn-lt"/>
            </a:endParaRPr>
          </a:p>
        </p:txBody>
      </p:sp>
      <p:sp>
        <p:nvSpPr>
          <p:cNvPr id="52" name="background_281144"/>
          <p:cNvSpPr>
            <a:spLocks noChangeAspect="1"/>
          </p:cNvSpPr>
          <p:nvPr/>
        </p:nvSpPr>
        <p:spPr bwMode="auto">
          <a:xfrm>
            <a:off x="4616848" y="3217986"/>
            <a:ext cx="573430" cy="572564"/>
          </a:xfrm>
          <a:custGeom>
            <a:avLst/>
            <a:gdLst>
              <a:gd name="T0" fmla="*/ 4551 w 6827"/>
              <a:gd name="T1" fmla="*/ 2276 h 6827"/>
              <a:gd name="T2" fmla="*/ 4551 w 6827"/>
              <a:gd name="T3" fmla="*/ 0 h 6827"/>
              <a:gd name="T4" fmla="*/ 0 w 6827"/>
              <a:gd name="T5" fmla="*/ 0 h 6827"/>
              <a:gd name="T6" fmla="*/ 0 w 6827"/>
              <a:gd name="T7" fmla="*/ 4551 h 6827"/>
              <a:gd name="T8" fmla="*/ 2276 w 6827"/>
              <a:gd name="T9" fmla="*/ 4551 h 6827"/>
              <a:gd name="T10" fmla="*/ 2276 w 6827"/>
              <a:gd name="T11" fmla="*/ 6827 h 6827"/>
              <a:gd name="T12" fmla="*/ 6827 w 6827"/>
              <a:gd name="T13" fmla="*/ 6827 h 6827"/>
              <a:gd name="T14" fmla="*/ 6827 w 6827"/>
              <a:gd name="T15" fmla="*/ 2276 h 6827"/>
              <a:gd name="T16" fmla="*/ 4551 w 6827"/>
              <a:gd name="T17" fmla="*/ 2276 h 6827"/>
              <a:gd name="T18" fmla="*/ 4137 w 6827"/>
              <a:gd name="T19" fmla="*/ 4551 h 6827"/>
              <a:gd name="T20" fmla="*/ 4551 w 6827"/>
              <a:gd name="T21" fmla="*/ 4551 h 6827"/>
              <a:gd name="T22" fmla="*/ 4551 w 6827"/>
              <a:gd name="T23" fmla="*/ 4137 h 6827"/>
              <a:gd name="T24" fmla="*/ 4965 w 6827"/>
              <a:gd name="T25" fmla="*/ 4137 h 6827"/>
              <a:gd name="T26" fmla="*/ 4965 w 6827"/>
              <a:gd name="T27" fmla="*/ 4965 h 6827"/>
              <a:gd name="T28" fmla="*/ 4137 w 6827"/>
              <a:gd name="T29" fmla="*/ 4965 h 6827"/>
              <a:gd name="T30" fmla="*/ 4137 w 6827"/>
              <a:gd name="T31" fmla="*/ 4551 h 6827"/>
              <a:gd name="T32" fmla="*/ 621 w 6827"/>
              <a:gd name="T33" fmla="*/ 3931 h 6827"/>
              <a:gd name="T34" fmla="*/ 621 w 6827"/>
              <a:gd name="T35" fmla="*/ 621 h 6827"/>
              <a:gd name="T36" fmla="*/ 3930 w 6827"/>
              <a:gd name="T37" fmla="*/ 621 h 6827"/>
              <a:gd name="T38" fmla="*/ 3930 w 6827"/>
              <a:gd name="T39" fmla="*/ 3930 h 6827"/>
              <a:gd name="T40" fmla="*/ 621 w 6827"/>
              <a:gd name="T41" fmla="*/ 3930 h 6827"/>
              <a:gd name="T42" fmla="*/ 621 w 6827"/>
              <a:gd name="T43" fmla="*/ 3931 h 6827"/>
              <a:gd name="T44" fmla="*/ 6206 w 6827"/>
              <a:gd name="T45" fmla="*/ 6206 h 6827"/>
              <a:gd name="T46" fmla="*/ 2896 w 6827"/>
              <a:gd name="T47" fmla="*/ 6206 h 6827"/>
              <a:gd name="T48" fmla="*/ 2896 w 6827"/>
              <a:gd name="T49" fmla="*/ 4551 h 6827"/>
              <a:gd name="T50" fmla="*/ 3517 w 6827"/>
              <a:gd name="T51" fmla="*/ 4551 h 6827"/>
              <a:gd name="T52" fmla="*/ 3517 w 6827"/>
              <a:gd name="T53" fmla="*/ 5585 h 6827"/>
              <a:gd name="T54" fmla="*/ 5585 w 6827"/>
              <a:gd name="T55" fmla="*/ 5585 h 6827"/>
              <a:gd name="T56" fmla="*/ 5585 w 6827"/>
              <a:gd name="T57" fmla="*/ 3517 h 6827"/>
              <a:gd name="T58" fmla="*/ 4551 w 6827"/>
              <a:gd name="T59" fmla="*/ 3517 h 6827"/>
              <a:gd name="T60" fmla="*/ 4551 w 6827"/>
              <a:gd name="T61" fmla="*/ 2896 h 6827"/>
              <a:gd name="T62" fmla="*/ 6206 w 6827"/>
              <a:gd name="T63" fmla="*/ 2896 h 6827"/>
              <a:gd name="T64" fmla="*/ 6206 w 6827"/>
              <a:gd name="T65" fmla="*/ 6206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26" h="6826">
                <a:moveTo>
                  <a:pt x="4551" y="2276"/>
                </a:moveTo>
                <a:lnTo>
                  <a:pt x="4551" y="0"/>
                </a:lnTo>
                <a:lnTo>
                  <a:pt x="0" y="0"/>
                </a:lnTo>
                <a:lnTo>
                  <a:pt x="0" y="4551"/>
                </a:lnTo>
                <a:lnTo>
                  <a:pt x="2276" y="4551"/>
                </a:lnTo>
                <a:lnTo>
                  <a:pt x="2276" y="6827"/>
                </a:lnTo>
                <a:lnTo>
                  <a:pt x="6827" y="6827"/>
                </a:lnTo>
                <a:lnTo>
                  <a:pt x="6827" y="2276"/>
                </a:lnTo>
                <a:lnTo>
                  <a:pt x="4551" y="2276"/>
                </a:lnTo>
                <a:close/>
                <a:moveTo>
                  <a:pt x="4137" y="4551"/>
                </a:moveTo>
                <a:lnTo>
                  <a:pt x="4551" y="4551"/>
                </a:lnTo>
                <a:lnTo>
                  <a:pt x="4551" y="4137"/>
                </a:lnTo>
                <a:lnTo>
                  <a:pt x="4965" y="4137"/>
                </a:lnTo>
                <a:lnTo>
                  <a:pt x="4965" y="4965"/>
                </a:lnTo>
                <a:lnTo>
                  <a:pt x="4137" y="4965"/>
                </a:lnTo>
                <a:lnTo>
                  <a:pt x="4137" y="4551"/>
                </a:lnTo>
                <a:close/>
                <a:moveTo>
                  <a:pt x="621" y="3931"/>
                </a:moveTo>
                <a:lnTo>
                  <a:pt x="621" y="621"/>
                </a:lnTo>
                <a:lnTo>
                  <a:pt x="3930" y="621"/>
                </a:lnTo>
                <a:lnTo>
                  <a:pt x="3930" y="3930"/>
                </a:lnTo>
                <a:lnTo>
                  <a:pt x="621" y="3930"/>
                </a:lnTo>
                <a:lnTo>
                  <a:pt x="621" y="3931"/>
                </a:lnTo>
                <a:close/>
                <a:moveTo>
                  <a:pt x="6206" y="6206"/>
                </a:moveTo>
                <a:lnTo>
                  <a:pt x="2896" y="6206"/>
                </a:lnTo>
                <a:lnTo>
                  <a:pt x="2896" y="4551"/>
                </a:lnTo>
                <a:lnTo>
                  <a:pt x="3517" y="4551"/>
                </a:lnTo>
                <a:lnTo>
                  <a:pt x="3517" y="5585"/>
                </a:lnTo>
                <a:lnTo>
                  <a:pt x="5585" y="5585"/>
                </a:lnTo>
                <a:lnTo>
                  <a:pt x="5585" y="3517"/>
                </a:lnTo>
                <a:lnTo>
                  <a:pt x="4551" y="3517"/>
                </a:lnTo>
                <a:lnTo>
                  <a:pt x="4551" y="2896"/>
                </a:lnTo>
                <a:lnTo>
                  <a:pt x="6206" y="2896"/>
                </a:lnTo>
                <a:lnTo>
                  <a:pt x="6206" y="6206"/>
                </a:lnTo>
                <a:close/>
              </a:path>
            </a:pathLst>
          </a:custGeom>
          <a:solidFill>
            <a:schemeClr val="accent1">
              <a:lumMod val="50000"/>
              <a:alpha val="66000"/>
            </a:schemeClr>
          </a:solidFill>
          <a:ln>
            <a:noFill/>
          </a:ln>
        </p:spPr>
        <p:txBody>
          <a:bodyPr/>
          <a:lstStyle/>
          <a:p>
            <a:endParaRPr lang="zh-CN" altLang="en-US">
              <a:cs typeface="+mn-ea"/>
              <a:sym typeface="+mn-lt"/>
            </a:endParaRPr>
          </a:p>
        </p:txBody>
      </p:sp>
      <p:grpSp>
        <p:nvGrpSpPr>
          <p:cNvPr id="53" name="组合 52"/>
          <p:cNvGrpSpPr/>
          <p:nvPr/>
        </p:nvGrpSpPr>
        <p:grpSpPr>
          <a:xfrm>
            <a:off x="4299133" y="2874239"/>
            <a:ext cx="1218696" cy="1208860"/>
            <a:chOff x="1842202" y="2509700"/>
            <a:chExt cx="1312745" cy="1302150"/>
          </a:xfrm>
        </p:grpSpPr>
        <p:sp>
          <p:nvSpPr>
            <p:cNvPr id="54" name="矩形 53"/>
            <p:cNvSpPr/>
            <p:nvPr/>
          </p:nvSpPr>
          <p:spPr>
            <a:xfrm rot="20700000">
              <a:off x="1842202" y="2509700"/>
              <a:ext cx="1302150" cy="1302150"/>
            </a:xfrm>
            <a:prstGeom prst="rect">
              <a:avLst/>
            </a:prstGeom>
            <a:noFill/>
            <a:ln>
              <a:gradFill>
                <a:gsLst>
                  <a:gs pos="0">
                    <a:schemeClr val="accent1"/>
                  </a:gs>
                  <a:gs pos="100000">
                    <a:schemeClr val="accent2">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5" name="矩形 54"/>
            <p:cNvSpPr/>
            <p:nvPr/>
          </p:nvSpPr>
          <p:spPr>
            <a:xfrm rot="900000">
              <a:off x="1852797" y="2509700"/>
              <a:ext cx="1302150" cy="1302150"/>
            </a:xfrm>
            <a:prstGeom prst="rect">
              <a:avLst/>
            </a:prstGeom>
            <a:noFill/>
            <a:ln>
              <a:gradFill flip="none" rotWithShape="1">
                <a:gsLst>
                  <a:gs pos="0">
                    <a:schemeClr val="accent1"/>
                  </a:gs>
                  <a:gs pos="100000">
                    <a:schemeClr val="accent2">
                      <a:alpha val="0"/>
                    </a:schemeClr>
                  </a:gs>
                </a:gsLst>
                <a:lin ang="135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56" name="adobe-flash-player_121141"/>
          <p:cNvSpPr>
            <a:spLocks noChangeAspect="1"/>
          </p:cNvSpPr>
          <p:nvPr/>
        </p:nvSpPr>
        <p:spPr bwMode="auto">
          <a:xfrm>
            <a:off x="7239444" y="3237265"/>
            <a:ext cx="573430" cy="572631"/>
          </a:xfrm>
          <a:custGeom>
            <a:avLst/>
            <a:gdLst>
              <a:gd name="T0" fmla="*/ 0 w 6067"/>
              <a:gd name="T1" fmla="*/ 0 h 6067"/>
              <a:gd name="T2" fmla="*/ 0 w 6067"/>
              <a:gd name="T3" fmla="*/ 6067 h 6067"/>
              <a:gd name="T4" fmla="*/ 6067 w 6067"/>
              <a:gd name="T5" fmla="*/ 6067 h 6067"/>
              <a:gd name="T6" fmla="*/ 6067 w 6067"/>
              <a:gd name="T7" fmla="*/ 0 h 6067"/>
              <a:gd name="T8" fmla="*/ 0 w 6067"/>
              <a:gd name="T9" fmla="*/ 0 h 6067"/>
              <a:gd name="T10" fmla="*/ 3283 w 6067"/>
              <a:gd name="T11" fmla="*/ 1955 h 6067"/>
              <a:gd name="T12" fmla="*/ 2088 w 6067"/>
              <a:gd name="T13" fmla="*/ 1955 h 6067"/>
              <a:gd name="T14" fmla="*/ 2088 w 6067"/>
              <a:gd name="T15" fmla="*/ 2665 h 6067"/>
              <a:gd name="T16" fmla="*/ 3205 w 6067"/>
              <a:gd name="T17" fmla="*/ 2665 h 6067"/>
              <a:gd name="T18" fmla="*/ 3205 w 6067"/>
              <a:gd name="T19" fmla="*/ 3236 h 6067"/>
              <a:gd name="T20" fmla="*/ 2088 w 6067"/>
              <a:gd name="T21" fmla="*/ 3236 h 6067"/>
              <a:gd name="T22" fmla="*/ 2088 w 6067"/>
              <a:gd name="T23" fmla="*/ 4487 h 6067"/>
              <a:gd name="T24" fmla="*/ 1383 w 6067"/>
              <a:gd name="T25" fmla="*/ 4487 h 6067"/>
              <a:gd name="T26" fmla="*/ 1383 w 6067"/>
              <a:gd name="T27" fmla="*/ 1379 h 6067"/>
              <a:gd name="T28" fmla="*/ 3283 w 6067"/>
              <a:gd name="T29" fmla="*/ 1379 h 6067"/>
              <a:gd name="T30" fmla="*/ 3283 w 6067"/>
              <a:gd name="T31" fmla="*/ 1955 h 6067"/>
              <a:gd name="T32" fmla="*/ 4683 w 6067"/>
              <a:gd name="T33" fmla="*/ 4688 h 6067"/>
              <a:gd name="T34" fmla="*/ 3611 w 6067"/>
              <a:gd name="T35" fmla="*/ 3711 h 6067"/>
              <a:gd name="T36" fmla="*/ 3611 w 6067"/>
              <a:gd name="T37" fmla="*/ 1379 h 6067"/>
              <a:gd name="T38" fmla="*/ 4380 w 6067"/>
              <a:gd name="T39" fmla="*/ 1379 h 6067"/>
              <a:gd name="T40" fmla="*/ 4380 w 6067"/>
              <a:gd name="T41" fmla="*/ 3739 h 6067"/>
              <a:gd name="T42" fmla="*/ 4683 w 6067"/>
              <a:gd name="T43" fmla="*/ 3918 h 6067"/>
              <a:gd name="T44" fmla="*/ 4683 w 6067"/>
              <a:gd name="T45" fmla="*/ 4688 h 60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067" h="6067">
                <a:moveTo>
                  <a:pt x="0" y="0"/>
                </a:moveTo>
                <a:lnTo>
                  <a:pt x="0" y="6067"/>
                </a:lnTo>
                <a:lnTo>
                  <a:pt x="6067" y="6067"/>
                </a:lnTo>
                <a:lnTo>
                  <a:pt x="6067" y="0"/>
                </a:lnTo>
                <a:lnTo>
                  <a:pt x="0" y="0"/>
                </a:lnTo>
                <a:close/>
                <a:moveTo>
                  <a:pt x="3283" y="1955"/>
                </a:moveTo>
                <a:lnTo>
                  <a:pt x="2088" y="1955"/>
                </a:lnTo>
                <a:lnTo>
                  <a:pt x="2088" y="2665"/>
                </a:lnTo>
                <a:lnTo>
                  <a:pt x="3205" y="2665"/>
                </a:lnTo>
                <a:lnTo>
                  <a:pt x="3205" y="3236"/>
                </a:lnTo>
                <a:lnTo>
                  <a:pt x="2088" y="3236"/>
                </a:lnTo>
                <a:lnTo>
                  <a:pt x="2088" y="4487"/>
                </a:lnTo>
                <a:lnTo>
                  <a:pt x="1383" y="4487"/>
                </a:lnTo>
                <a:lnTo>
                  <a:pt x="1383" y="1379"/>
                </a:lnTo>
                <a:lnTo>
                  <a:pt x="3283" y="1379"/>
                </a:lnTo>
                <a:lnTo>
                  <a:pt x="3283" y="1955"/>
                </a:lnTo>
                <a:close/>
                <a:moveTo>
                  <a:pt x="4683" y="4688"/>
                </a:moveTo>
                <a:cubicBezTo>
                  <a:pt x="3889" y="4688"/>
                  <a:pt x="3611" y="4248"/>
                  <a:pt x="3611" y="3711"/>
                </a:cubicBezTo>
                <a:lnTo>
                  <a:pt x="3611" y="1379"/>
                </a:lnTo>
                <a:lnTo>
                  <a:pt x="4380" y="1379"/>
                </a:lnTo>
                <a:lnTo>
                  <a:pt x="4380" y="3739"/>
                </a:lnTo>
                <a:cubicBezTo>
                  <a:pt x="4380" y="3854"/>
                  <a:pt x="4569" y="3918"/>
                  <a:pt x="4683" y="3918"/>
                </a:cubicBezTo>
                <a:lnTo>
                  <a:pt x="4683" y="4688"/>
                </a:lnTo>
                <a:close/>
              </a:path>
            </a:pathLst>
          </a:custGeom>
          <a:solidFill>
            <a:schemeClr val="accent1">
              <a:lumMod val="50000"/>
            </a:schemeClr>
          </a:solidFill>
          <a:ln>
            <a:noFill/>
          </a:ln>
        </p:spPr>
        <p:txBody>
          <a:bodyPr/>
          <a:lstStyle/>
          <a:p>
            <a:endParaRPr lang="zh-CN" altLang="en-US">
              <a:cs typeface="+mn-ea"/>
              <a:sym typeface="+mn-lt"/>
            </a:endParaRPr>
          </a:p>
        </p:txBody>
      </p:sp>
      <p:grpSp>
        <p:nvGrpSpPr>
          <p:cNvPr id="57" name="组合 56"/>
          <p:cNvGrpSpPr/>
          <p:nvPr/>
        </p:nvGrpSpPr>
        <p:grpSpPr>
          <a:xfrm>
            <a:off x="6911893" y="2874239"/>
            <a:ext cx="1218696" cy="1208860"/>
            <a:chOff x="1842202" y="2509700"/>
            <a:chExt cx="1312745" cy="1302150"/>
          </a:xfrm>
        </p:grpSpPr>
        <p:sp>
          <p:nvSpPr>
            <p:cNvPr id="58" name="矩形 57"/>
            <p:cNvSpPr/>
            <p:nvPr/>
          </p:nvSpPr>
          <p:spPr>
            <a:xfrm rot="20700000">
              <a:off x="1842202" y="2509700"/>
              <a:ext cx="1302150" cy="1302150"/>
            </a:xfrm>
            <a:prstGeom prst="rect">
              <a:avLst/>
            </a:prstGeom>
            <a:noFill/>
            <a:ln>
              <a:gradFill>
                <a:gsLst>
                  <a:gs pos="0">
                    <a:schemeClr val="accent1"/>
                  </a:gs>
                  <a:gs pos="100000">
                    <a:schemeClr val="accent2">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9" name="矩形 58"/>
            <p:cNvSpPr/>
            <p:nvPr/>
          </p:nvSpPr>
          <p:spPr>
            <a:xfrm rot="900000">
              <a:off x="1852797" y="2509700"/>
              <a:ext cx="1302150" cy="1302150"/>
            </a:xfrm>
            <a:prstGeom prst="rect">
              <a:avLst/>
            </a:prstGeom>
            <a:noFill/>
            <a:ln>
              <a:gradFill flip="none" rotWithShape="1">
                <a:gsLst>
                  <a:gs pos="0">
                    <a:schemeClr val="accent1"/>
                  </a:gs>
                  <a:gs pos="100000">
                    <a:schemeClr val="accent2">
                      <a:alpha val="0"/>
                    </a:schemeClr>
                  </a:gs>
                </a:gsLst>
                <a:lin ang="135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60" name="ball-bag_125519"/>
          <p:cNvSpPr>
            <a:spLocks noChangeAspect="1"/>
          </p:cNvSpPr>
          <p:nvPr/>
        </p:nvSpPr>
        <p:spPr bwMode="auto">
          <a:xfrm>
            <a:off x="9866396" y="3217049"/>
            <a:ext cx="429240" cy="573431"/>
          </a:xfrm>
          <a:custGeom>
            <a:avLst/>
            <a:gdLst>
              <a:gd name="connsiteX0" fmla="*/ 445574 w 454794"/>
              <a:gd name="connsiteY0" fmla="*/ 395025 h 607568"/>
              <a:gd name="connsiteX1" fmla="*/ 454794 w 454794"/>
              <a:gd name="connsiteY1" fmla="*/ 395025 h 607568"/>
              <a:gd name="connsiteX2" fmla="*/ 454794 w 454794"/>
              <a:gd name="connsiteY2" fmla="*/ 563371 h 607568"/>
              <a:gd name="connsiteX3" fmla="*/ 410538 w 454794"/>
              <a:gd name="connsiteY3" fmla="*/ 607568 h 607568"/>
              <a:gd name="connsiteX4" fmla="*/ 277463 w 454794"/>
              <a:gd name="connsiteY4" fmla="*/ 607568 h 607568"/>
              <a:gd name="connsiteX5" fmla="*/ 277463 w 454794"/>
              <a:gd name="connsiteY5" fmla="*/ 562757 h 607568"/>
              <a:gd name="connsiteX6" fmla="*/ 445574 w 454794"/>
              <a:gd name="connsiteY6" fmla="*/ 395025 h 607568"/>
              <a:gd name="connsiteX7" fmla="*/ 0 w 454794"/>
              <a:gd name="connsiteY7" fmla="*/ 395025 h 607568"/>
              <a:gd name="connsiteX8" fmla="*/ 9217 w 454794"/>
              <a:gd name="connsiteY8" fmla="*/ 395025 h 607568"/>
              <a:gd name="connsiteX9" fmla="*/ 177260 w 454794"/>
              <a:gd name="connsiteY9" fmla="*/ 562757 h 607568"/>
              <a:gd name="connsiteX10" fmla="*/ 177260 w 454794"/>
              <a:gd name="connsiteY10" fmla="*/ 607568 h 607568"/>
              <a:gd name="connsiteX11" fmla="*/ 44238 w 454794"/>
              <a:gd name="connsiteY11" fmla="*/ 607568 h 607568"/>
              <a:gd name="connsiteX12" fmla="*/ 0 w 454794"/>
              <a:gd name="connsiteY12" fmla="*/ 563371 h 607568"/>
              <a:gd name="connsiteX13" fmla="*/ 185144 w 454794"/>
              <a:gd name="connsiteY13" fmla="*/ 153409 h 607568"/>
              <a:gd name="connsiteX14" fmla="*/ 269650 w 454794"/>
              <a:gd name="connsiteY14" fmla="*/ 153409 h 607568"/>
              <a:gd name="connsiteX15" fmla="*/ 454794 w 454794"/>
              <a:gd name="connsiteY15" fmla="*/ 338295 h 607568"/>
              <a:gd name="connsiteX16" fmla="*/ 454794 w 454794"/>
              <a:gd name="connsiteY16" fmla="*/ 365912 h 607568"/>
              <a:gd name="connsiteX17" fmla="*/ 445575 w 454794"/>
              <a:gd name="connsiteY17" fmla="*/ 365912 h 607568"/>
              <a:gd name="connsiteX18" fmla="*/ 248447 w 454794"/>
              <a:gd name="connsiteY18" fmla="*/ 562766 h 607568"/>
              <a:gd name="connsiteX19" fmla="*/ 248447 w 454794"/>
              <a:gd name="connsiteY19" fmla="*/ 607568 h 607568"/>
              <a:gd name="connsiteX20" fmla="*/ 206348 w 454794"/>
              <a:gd name="connsiteY20" fmla="*/ 607568 h 607568"/>
              <a:gd name="connsiteX21" fmla="*/ 206348 w 454794"/>
              <a:gd name="connsiteY21" fmla="*/ 562766 h 607568"/>
              <a:gd name="connsiteX22" fmla="*/ 9219 w 454794"/>
              <a:gd name="connsiteY22" fmla="*/ 365912 h 607568"/>
              <a:gd name="connsiteX23" fmla="*/ 0 w 454794"/>
              <a:gd name="connsiteY23" fmla="*/ 365912 h 607568"/>
              <a:gd name="connsiteX24" fmla="*/ 0 w 454794"/>
              <a:gd name="connsiteY24" fmla="*/ 338295 h 607568"/>
              <a:gd name="connsiteX25" fmla="*/ 185144 w 454794"/>
              <a:gd name="connsiteY25" fmla="*/ 153409 h 607568"/>
              <a:gd name="connsiteX26" fmla="*/ 180337 w 454794"/>
              <a:gd name="connsiteY26" fmla="*/ 0 h 607568"/>
              <a:gd name="connsiteX27" fmla="*/ 274387 w 454794"/>
              <a:gd name="connsiteY27" fmla="*/ 0 h 607568"/>
              <a:gd name="connsiteX28" fmla="*/ 351839 w 454794"/>
              <a:gd name="connsiteY28" fmla="*/ 77329 h 607568"/>
              <a:gd name="connsiteX29" fmla="*/ 351839 w 454794"/>
              <a:gd name="connsiteY29" fmla="*/ 140849 h 607568"/>
              <a:gd name="connsiteX30" fmla="*/ 310347 w 454794"/>
              <a:gd name="connsiteY30" fmla="*/ 128268 h 607568"/>
              <a:gd name="connsiteX31" fmla="*/ 310347 w 454794"/>
              <a:gd name="connsiteY31" fmla="*/ 77329 h 607568"/>
              <a:gd name="connsiteX32" fmla="*/ 274387 w 454794"/>
              <a:gd name="connsiteY32" fmla="*/ 41426 h 607568"/>
              <a:gd name="connsiteX33" fmla="*/ 180337 w 454794"/>
              <a:gd name="connsiteY33" fmla="*/ 41426 h 607568"/>
              <a:gd name="connsiteX34" fmla="*/ 144377 w 454794"/>
              <a:gd name="connsiteY34" fmla="*/ 77329 h 607568"/>
              <a:gd name="connsiteX35" fmla="*/ 144377 w 454794"/>
              <a:gd name="connsiteY35" fmla="*/ 128268 h 607568"/>
              <a:gd name="connsiteX36" fmla="*/ 102884 w 454794"/>
              <a:gd name="connsiteY36" fmla="*/ 140849 h 607568"/>
              <a:gd name="connsiteX37" fmla="*/ 102884 w 454794"/>
              <a:gd name="connsiteY37" fmla="*/ 77329 h 607568"/>
              <a:gd name="connsiteX38" fmla="*/ 180337 w 454794"/>
              <a:gd name="connsiteY38" fmla="*/ 0 h 60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54794" h="607568">
                <a:moveTo>
                  <a:pt x="445574" y="395025"/>
                </a:moveTo>
                <a:lnTo>
                  <a:pt x="454794" y="395025"/>
                </a:lnTo>
                <a:lnTo>
                  <a:pt x="454794" y="563371"/>
                </a:lnTo>
                <a:cubicBezTo>
                  <a:pt x="454794" y="587772"/>
                  <a:pt x="434971" y="607568"/>
                  <a:pt x="410538" y="607568"/>
                </a:cubicBezTo>
                <a:lnTo>
                  <a:pt x="277463" y="607568"/>
                </a:lnTo>
                <a:lnTo>
                  <a:pt x="277463" y="562757"/>
                </a:lnTo>
                <a:cubicBezTo>
                  <a:pt x="277463" y="470221"/>
                  <a:pt x="352913" y="395025"/>
                  <a:pt x="445574" y="395025"/>
                </a:cubicBezTo>
                <a:close/>
                <a:moveTo>
                  <a:pt x="0" y="395025"/>
                </a:moveTo>
                <a:lnTo>
                  <a:pt x="9217" y="395025"/>
                </a:lnTo>
                <a:cubicBezTo>
                  <a:pt x="101840" y="395025"/>
                  <a:pt x="177260" y="470221"/>
                  <a:pt x="177260" y="562757"/>
                </a:cubicBezTo>
                <a:lnTo>
                  <a:pt x="177260" y="607568"/>
                </a:lnTo>
                <a:lnTo>
                  <a:pt x="44238" y="607568"/>
                </a:lnTo>
                <a:cubicBezTo>
                  <a:pt x="19815" y="607568"/>
                  <a:pt x="0" y="587772"/>
                  <a:pt x="0" y="563371"/>
                </a:cubicBezTo>
                <a:close/>
                <a:moveTo>
                  <a:pt x="185144" y="153409"/>
                </a:moveTo>
                <a:lnTo>
                  <a:pt x="269650" y="153409"/>
                </a:lnTo>
                <a:cubicBezTo>
                  <a:pt x="371671" y="153409"/>
                  <a:pt x="454794" y="236416"/>
                  <a:pt x="454794" y="338295"/>
                </a:cubicBezTo>
                <a:lnTo>
                  <a:pt x="454794" y="365912"/>
                </a:lnTo>
                <a:lnTo>
                  <a:pt x="445575" y="365912"/>
                </a:lnTo>
                <a:cubicBezTo>
                  <a:pt x="336947" y="365912"/>
                  <a:pt x="248447" y="454289"/>
                  <a:pt x="248447" y="562766"/>
                </a:cubicBezTo>
                <a:lnTo>
                  <a:pt x="248447" y="607568"/>
                </a:lnTo>
                <a:lnTo>
                  <a:pt x="206348" y="607568"/>
                </a:lnTo>
                <a:lnTo>
                  <a:pt x="206348" y="562766"/>
                </a:lnTo>
                <a:cubicBezTo>
                  <a:pt x="206348" y="454289"/>
                  <a:pt x="117847" y="365912"/>
                  <a:pt x="9219" y="365912"/>
                </a:cubicBezTo>
                <a:lnTo>
                  <a:pt x="0" y="365912"/>
                </a:lnTo>
                <a:lnTo>
                  <a:pt x="0" y="338295"/>
                </a:lnTo>
                <a:cubicBezTo>
                  <a:pt x="0" y="236416"/>
                  <a:pt x="83123" y="153409"/>
                  <a:pt x="185144" y="153409"/>
                </a:cubicBezTo>
                <a:close/>
                <a:moveTo>
                  <a:pt x="180337" y="0"/>
                </a:moveTo>
                <a:lnTo>
                  <a:pt x="274387" y="0"/>
                </a:lnTo>
                <a:cubicBezTo>
                  <a:pt x="317108" y="0"/>
                  <a:pt x="351839" y="34675"/>
                  <a:pt x="351839" y="77329"/>
                </a:cubicBezTo>
                <a:lnTo>
                  <a:pt x="351839" y="140849"/>
                </a:lnTo>
                <a:cubicBezTo>
                  <a:pt x="338623" y="135326"/>
                  <a:pt x="324639" y="131029"/>
                  <a:pt x="310347" y="128268"/>
                </a:cubicBezTo>
                <a:lnTo>
                  <a:pt x="310347" y="77329"/>
                </a:lnTo>
                <a:cubicBezTo>
                  <a:pt x="310347" y="57536"/>
                  <a:pt x="294211" y="41426"/>
                  <a:pt x="274387" y="41426"/>
                </a:cubicBezTo>
                <a:lnTo>
                  <a:pt x="180337" y="41426"/>
                </a:lnTo>
                <a:cubicBezTo>
                  <a:pt x="160513" y="41426"/>
                  <a:pt x="144377" y="57536"/>
                  <a:pt x="144377" y="77329"/>
                </a:cubicBezTo>
                <a:lnTo>
                  <a:pt x="144377" y="128268"/>
                </a:lnTo>
                <a:cubicBezTo>
                  <a:pt x="130085" y="131029"/>
                  <a:pt x="116100" y="135326"/>
                  <a:pt x="102884" y="140849"/>
                </a:cubicBezTo>
                <a:lnTo>
                  <a:pt x="102884" y="77329"/>
                </a:lnTo>
                <a:cubicBezTo>
                  <a:pt x="102884" y="34675"/>
                  <a:pt x="137615" y="0"/>
                  <a:pt x="180337" y="0"/>
                </a:cubicBezTo>
                <a:close/>
              </a:path>
            </a:pathLst>
          </a:custGeom>
          <a:solidFill>
            <a:schemeClr val="accent1">
              <a:lumMod val="50000"/>
              <a:alpha val="66000"/>
            </a:schemeClr>
          </a:solidFill>
          <a:ln>
            <a:noFill/>
          </a:ln>
        </p:spPr>
        <p:txBody>
          <a:bodyPr/>
          <a:lstStyle/>
          <a:p>
            <a:endParaRPr lang="zh-CN" altLang="en-US">
              <a:cs typeface="+mn-ea"/>
              <a:sym typeface="+mn-lt"/>
            </a:endParaRPr>
          </a:p>
        </p:txBody>
      </p:sp>
      <p:grpSp>
        <p:nvGrpSpPr>
          <p:cNvPr id="61" name="组合 60"/>
          <p:cNvGrpSpPr/>
          <p:nvPr/>
        </p:nvGrpSpPr>
        <p:grpSpPr>
          <a:xfrm>
            <a:off x="9466750" y="2874239"/>
            <a:ext cx="1218696" cy="1208860"/>
            <a:chOff x="1842202" y="2509700"/>
            <a:chExt cx="1312745" cy="1302150"/>
          </a:xfrm>
        </p:grpSpPr>
        <p:sp>
          <p:nvSpPr>
            <p:cNvPr id="62" name="矩形 61"/>
            <p:cNvSpPr/>
            <p:nvPr/>
          </p:nvSpPr>
          <p:spPr>
            <a:xfrm rot="20700000">
              <a:off x="1842202" y="2509700"/>
              <a:ext cx="1302150" cy="1302150"/>
            </a:xfrm>
            <a:prstGeom prst="rect">
              <a:avLst/>
            </a:prstGeom>
            <a:noFill/>
            <a:ln>
              <a:gradFill>
                <a:gsLst>
                  <a:gs pos="0">
                    <a:schemeClr val="accent1"/>
                  </a:gs>
                  <a:gs pos="100000">
                    <a:schemeClr val="accent2">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3" name="矩形 62"/>
            <p:cNvSpPr/>
            <p:nvPr/>
          </p:nvSpPr>
          <p:spPr>
            <a:xfrm rot="900000">
              <a:off x="1852797" y="2509700"/>
              <a:ext cx="1302150" cy="1302150"/>
            </a:xfrm>
            <a:prstGeom prst="rect">
              <a:avLst/>
            </a:prstGeom>
            <a:noFill/>
            <a:ln>
              <a:gradFill flip="none" rotWithShape="1">
                <a:gsLst>
                  <a:gs pos="0">
                    <a:schemeClr val="accent1"/>
                  </a:gs>
                  <a:gs pos="100000">
                    <a:schemeClr val="accent2">
                      <a:alpha val="0"/>
                    </a:schemeClr>
                  </a:gs>
                </a:gsLst>
                <a:lin ang="135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33" name="文本框 32"/>
          <p:cNvSpPr txBox="1"/>
          <p:nvPr/>
        </p:nvSpPr>
        <p:spPr>
          <a:xfrm>
            <a:off x="770364" y="4782497"/>
            <a:ext cx="3041467" cy="692497"/>
          </a:xfrm>
          <a:prstGeom prst="rect">
            <a:avLst/>
          </a:prstGeom>
          <a:noFill/>
          <a:effectLst/>
        </p:spPr>
        <p:txBody>
          <a:bodyPr wrap="square" rtlCol="0">
            <a:spAutoFit/>
          </a:bodyPr>
          <a:lstStyle/>
          <a:p>
            <a:pPr algn="ctr">
              <a:lnSpc>
                <a:spcPct val="130000"/>
              </a:lnSpc>
            </a:pPr>
            <a:r>
              <a:rPr lang="en-US" altLang="zh-CN" sz="1000">
                <a:solidFill>
                  <a:schemeClr val="tx1">
                    <a:lumMod val="65000"/>
                    <a:lumOff val="35000"/>
                  </a:schemeClr>
                </a:solidFill>
                <a:cs typeface="+mn-ea"/>
                <a:sym typeface="+mn-lt"/>
              </a:rPr>
              <a:t>This template is the spring and autumn advertising original This template is the spring and autumn advertising original</a:t>
            </a:r>
          </a:p>
        </p:txBody>
      </p:sp>
      <p:sp>
        <p:nvSpPr>
          <p:cNvPr id="34" name="TextBox 76"/>
          <p:cNvSpPr txBox="1"/>
          <p:nvPr/>
        </p:nvSpPr>
        <p:spPr>
          <a:xfrm>
            <a:off x="1678419" y="4382066"/>
            <a:ext cx="1276797" cy="400110"/>
          </a:xfrm>
          <a:prstGeom prst="rect">
            <a:avLst/>
          </a:prstGeom>
          <a:noFill/>
          <a:effectLst/>
        </p:spPr>
        <p:txBody>
          <a:bodyPr wrap="square" rtlCol="0">
            <a:spAutoFit/>
          </a:bodyPr>
          <a:lstStyle/>
          <a:p>
            <a:pPr algn="ctr"/>
            <a:r>
              <a:rPr lang="zh-CN" altLang="en-US" sz="2000">
                <a:solidFill>
                  <a:schemeClr val="tx1">
                    <a:lumMod val="65000"/>
                    <a:lumOff val="35000"/>
                  </a:schemeClr>
                </a:solidFill>
                <a:cs typeface="+mn-ea"/>
                <a:sym typeface="+mn-lt"/>
              </a:rPr>
              <a:t>添加标题</a:t>
            </a:r>
          </a:p>
        </p:txBody>
      </p:sp>
      <p:sp>
        <p:nvSpPr>
          <p:cNvPr id="2" name="文本框 1"/>
          <p:cNvSpPr txBox="1"/>
          <p:nvPr/>
        </p:nvSpPr>
        <p:spPr>
          <a:xfrm>
            <a:off x="3392914" y="1677347"/>
            <a:ext cx="3041467" cy="692497"/>
          </a:xfrm>
          <a:prstGeom prst="rect">
            <a:avLst/>
          </a:prstGeom>
          <a:noFill/>
          <a:effectLst/>
        </p:spPr>
        <p:txBody>
          <a:bodyPr wrap="square" rtlCol="0">
            <a:spAutoFit/>
          </a:bodyPr>
          <a:lstStyle/>
          <a:p>
            <a:pPr algn="ctr">
              <a:lnSpc>
                <a:spcPct val="130000"/>
              </a:lnSpc>
            </a:pPr>
            <a:r>
              <a:rPr lang="en-US" altLang="zh-CN" sz="1000">
                <a:solidFill>
                  <a:schemeClr val="tx1">
                    <a:lumMod val="65000"/>
                    <a:lumOff val="35000"/>
                  </a:schemeClr>
                </a:solidFill>
                <a:cs typeface="+mn-ea"/>
                <a:sym typeface="+mn-lt"/>
              </a:rPr>
              <a:t>This template is the spring and autumn advertising original This template is the spring and autumn advertising original</a:t>
            </a:r>
          </a:p>
        </p:txBody>
      </p:sp>
      <p:sp>
        <p:nvSpPr>
          <p:cNvPr id="3" name="TextBox 76"/>
          <p:cNvSpPr txBox="1"/>
          <p:nvPr/>
        </p:nvSpPr>
        <p:spPr>
          <a:xfrm>
            <a:off x="4300969" y="1276916"/>
            <a:ext cx="1276797" cy="400110"/>
          </a:xfrm>
          <a:prstGeom prst="rect">
            <a:avLst/>
          </a:prstGeom>
          <a:noFill/>
          <a:effectLst/>
        </p:spPr>
        <p:txBody>
          <a:bodyPr wrap="square" rtlCol="0">
            <a:spAutoFit/>
          </a:bodyPr>
          <a:lstStyle/>
          <a:p>
            <a:pPr algn="ctr"/>
            <a:r>
              <a:rPr lang="zh-CN" altLang="en-US" sz="2000">
                <a:solidFill>
                  <a:schemeClr val="tx1">
                    <a:lumMod val="65000"/>
                    <a:lumOff val="35000"/>
                  </a:schemeClr>
                </a:solidFill>
                <a:cs typeface="+mn-ea"/>
                <a:sym typeface="+mn-lt"/>
              </a:rPr>
              <a:t>添加标题</a:t>
            </a:r>
          </a:p>
        </p:txBody>
      </p:sp>
      <p:sp>
        <p:nvSpPr>
          <p:cNvPr id="4" name="文本框 3"/>
          <p:cNvSpPr txBox="1"/>
          <p:nvPr/>
        </p:nvSpPr>
        <p:spPr>
          <a:xfrm>
            <a:off x="6005939" y="4782497"/>
            <a:ext cx="3041467" cy="692497"/>
          </a:xfrm>
          <a:prstGeom prst="rect">
            <a:avLst/>
          </a:prstGeom>
          <a:noFill/>
          <a:effectLst/>
        </p:spPr>
        <p:txBody>
          <a:bodyPr wrap="square" rtlCol="0">
            <a:spAutoFit/>
          </a:bodyPr>
          <a:lstStyle/>
          <a:p>
            <a:pPr algn="ctr">
              <a:lnSpc>
                <a:spcPct val="130000"/>
              </a:lnSpc>
            </a:pPr>
            <a:r>
              <a:rPr lang="en-US" altLang="zh-CN" sz="1000">
                <a:solidFill>
                  <a:schemeClr val="tx1">
                    <a:lumMod val="65000"/>
                    <a:lumOff val="35000"/>
                  </a:schemeClr>
                </a:solidFill>
                <a:cs typeface="+mn-ea"/>
                <a:sym typeface="+mn-lt"/>
              </a:rPr>
              <a:t>This template is the spring and autumn advertising original This template is the spring and autumn advertising original</a:t>
            </a:r>
          </a:p>
        </p:txBody>
      </p:sp>
      <p:sp>
        <p:nvSpPr>
          <p:cNvPr id="5" name="TextBox 76"/>
          <p:cNvSpPr txBox="1"/>
          <p:nvPr/>
        </p:nvSpPr>
        <p:spPr>
          <a:xfrm>
            <a:off x="6913994" y="4382066"/>
            <a:ext cx="1276797" cy="400110"/>
          </a:xfrm>
          <a:prstGeom prst="rect">
            <a:avLst/>
          </a:prstGeom>
          <a:noFill/>
          <a:effectLst/>
        </p:spPr>
        <p:txBody>
          <a:bodyPr wrap="square" rtlCol="0">
            <a:spAutoFit/>
          </a:bodyPr>
          <a:lstStyle/>
          <a:p>
            <a:pPr algn="ctr"/>
            <a:r>
              <a:rPr lang="zh-CN" altLang="en-US" sz="2000">
                <a:solidFill>
                  <a:schemeClr val="tx1">
                    <a:lumMod val="65000"/>
                    <a:lumOff val="35000"/>
                  </a:schemeClr>
                </a:solidFill>
                <a:cs typeface="+mn-ea"/>
                <a:sym typeface="+mn-lt"/>
              </a:rPr>
              <a:t>添加标题</a:t>
            </a:r>
          </a:p>
        </p:txBody>
      </p:sp>
      <p:sp>
        <p:nvSpPr>
          <p:cNvPr id="6" name="文本框 5"/>
          <p:cNvSpPr txBox="1"/>
          <p:nvPr/>
        </p:nvSpPr>
        <p:spPr>
          <a:xfrm>
            <a:off x="8550384" y="1677347"/>
            <a:ext cx="3041467" cy="692497"/>
          </a:xfrm>
          <a:prstGeom prst="rect">
            <a:avLst/>
          </a:prstGeom>
          <a:noFill/>
          <a:effectLst/>
        </p:spPr>
        <p:txBody>
          <a:bodyPr wrap="square" rtlCol="0">
            <a:spAutoFit/>
          </a:bodyPr>
          <a:lstStyle/>
          <a:p>
            <a:pPr algn="ctr">
              <a:lnSpc>
                <a:spcPct val="130000"/>
              </a:lnSpc>
            </a:pPr>
            <a:r>
              <a:rPr lang="en-US" altLang="zh-CN" sz="1000">
                <a:solidFill>
                  <a:schemeClr val="tx1">
                    <a:lumMod val="65000"/>
                    <a:lumOff val="35000"/>
                  </a:schemeClr>
                </a:solidFill>
                <a:cs typeface="+mn-ea"/>
                <a:sym typeface="+mn-lt"/>
              </a:rPr>
              <a:t>This template is the spring and autumn advertising original This template is the spring and autumn advertising original</a:t>
            </a:r>
          </a:p>
        </p:txBody>
      </p:sp>
      <p:sp>
        <p:nvSpPr>
          <p:cNvPr id="7" name="TextBox 76"/>
          <p:cNvSpPr txBox="1"/>
          <p:nvPr/>
        </p:nvSpPr>
        <p:spPr>
          <a:xfrm>
            <a:off x="9458439" y="1276916"/>
            <a:ext cx="1276797" cy="400110"/>
          </a:xfrm>
          <a:prstGeom prst="rect">
            <a:avLst/>
          </a:prstGeom>
          <a:noFill/>
          <a:effectLst/>
        </p:spPr>
        <p:txBody>
          <a:bodyPr wrap="square" rtlCol="0">
            <a:spAutoFit/>
          </a:bodyPr>
          <a:lstStyle/>
          <a:p>
            <a:pPr algn="ctr"/>
            <a:r>
              <a:rPr lang="zh-CN" altLang="en-US" sz="2000">
                <a:solidFill>
                  <a:schemeClr val="tx1">
                    <a:lumMod val="65000"/>
                    <a:lumOff val="35000"/>
                  </a:schemeClr>
                </a:solidFill>
                <a:cs typeface="+mn-ea"/>
                <a:sym typeface="+mn-lt"/>
              </a:rPr>
              <a:t>添加标题</a:t>
            </a:r>
          </a:p>
        </p:txBody>
      </p:sp>
      <p:sp>
        <p:nvSpPr>
          <p:cNvPr id="14" name="TextBox 3">
            <a:extLst>
              <a:ext uri="{FF2B5EF4-FFF2-40B4-BE49-F238E27FC236}">
                <a16:creationId xmlns:a16="http://schemas.microsoft.com/office/drawing/2014/main" id="{4C939073-AA8F-FE28-D579-B85BEE2CB4DF}"/>
              </a:ext>
            </a:extLst>
          </p:cNvPr>
          <p:cNvSpPr txBox="1"/>
          <p:nvPr/>
        </p:nvSpPr>
        <p:spPr>
          <a:xfrm>
            <a:off x="2290803" y="6631595"/>
            <a:ext cx="1800200" cy="118430"/>
          </a:xfrm>
          <a:prstGeom prst="rect">
            <a:avLst/>
          </a:prstGeom>
          <a:noFill/>
        </p:spPr>
        <p:txBody>
          <a:bodyPr wrap="square" rtlCol="0">
            <a:spAutoFit/>
          </a:bodyPr>
          <a:lstStyle/>
          <a:p>
            <a:pPr>
              <a:lnSpc>
                <a:spcPct val="200000"/>
              </a:lnSpc>
            </a:pPr>
            <a:r>
              <a:rPr lang="en-US" altLang="zh-CN" sz="100">
                <a:solidFill>
                  <a:schemeClr val="accent2">
                    <a:lumMod val="20000"/>
                    <a:lumOff val="80000"/>
                  </a:schemeClr>
                </a:solidFill>
                <a:latin typeface="微软雅黑" panose="020B0503020204020204" pitchFamily="34" charset="-122"/>
                <a:ea typeface="微软雅黑" panose="020B0503020204020204" pitchFamily="34" charset="-122"/>
              </a:rPr>
              <a:t>PPT</a:t>
            </a:r>
            <a:r>
              <a:rPr lang="zh-CN" altLang="en-US" sz="100">
                <a:solidFill>
                  <a:schemeClr val="accent2">
                    <a:lumMod val="20000"/>
                    <a:lumOff val="80000"/>
                  </a:schemeClr>
                </a:solidFill>
                <a:latin typeface="微软雅黑" panose="020B0503020204020204" pitchFamily="34" charset="-122"/>
                <a:ea typeface="微软雅黑" panose="020B0503020204020204" pitchFamily="34" charset="-122"/>
              </a:rPr>
              <a:t>模板 </a:t>
            </a:r>
            <a:r>
              <a:rPr lang="en-US" altLang="zh-CN" sz="100">
                <a:solidFill>
                  <a:schemeClr val="accent2">
                    <a:lumMod val="20000"/>
                    <a:lumOff val="80000"/>
                  </a:schemeClr>
                </a:solidFill>
                <a:latin typeface="微软雅黑" panose="020B0503020204020204" pitchFamily="34" charset="-122"/>
                <a:ea typeface="微软雅黑" panose="020B0503020204020204" pitchFamily="34" charset="-122"/>
              </a:rPr>
              <a:t>http://www.1ppt.com/moban/</a:t>
            </a:r>
            <a:r>
              <a:rPr lang="zh-CN" altLang="en-US" sz="100">
                <a:solidFill>
                  <a:schemeClr val="accent2">
                    <a:lumMod val="20000"/>
                    <a:lumOff val="80000"/>
                  </a:schemeClr>
                </a:solidFill>
                <a:latin typeface="微软雅黑" panose="020B0503020204020204" pitchFamily="34" charset="-122"/>
                <a:ea typeface="微软雅黑" panose="020B0503020204020204" pitchFamily="34" charset="-122"/>
              </a:rPr>
              <a:t> </a:t>
            </a:r>
            <a:endParaRPr lang="en-US" altLang="zh-CN" sz="100">
              <a:solidFill>
                <a:schemeClr val="accent2">
                  <a:lumMod val="20000"/>
                  <a:lumOff val="80000"/>
                </a:schemeClr>
              </a:solidFill>
              <a:latin typeface="微软雅黑" panose="020B0503020204020204" pitchFamily="34" charset="-122"/>
              <a:ea typeface="微软雅黑" panose="020B0503020204020204" pitchFamily="34" charset="-122"/>
            </a:endParaRPr>
          </a:p>
        </p:txBody>
      </p:sp>
    </p:spTree>
    <p:custDataLst>
      <p:tags r:id="R627ad94b723c49cc"/>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fill="hold" nodeType="after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p:cTn id="7" dur="1000" fill="hold"/>
                                        <p:tgtEl>
                                          <p:spTgt spid="48"/>
                                        </p:tgtEl>
                                        <p:attrNameLst>
                                          <p:attrName>ppt_w</p:attrName>
                                        </p:attrNameLst>
                                      </p:cBhvr>
                                      <p:tavLst>
                                        <p:tav tm="0">
                                          <p:val>
                                            <p:strVal val="#ppt_w*0.70"/>
                                          </p:val>
                                        </p:tav>
                                        <p:tav tm="100000">
                                          <p:val>
                                            <p:strVal val="#ppt_w"/>
                                          </p:val>
                                        </p:tav>
                                      </p:tavLst>
                                    </p:anim>
                                    <p:anim calcmode="lin" valueType="num">
                                      <p:cBhvr>
                                        <p:cTn id="8" dur="1000" fill="hold"/>
                                        <p:tgtEl>
                                          <p:spTgt spid="48"/>
                                        </p:tgtEl>
                                        <p:attrNameLst>
                                          <p:attrName>ppt_h</p:attrName>
                                        </p:attrNameLst>
                                      </p:cBhvr>
                                      <p:tavLst>
                                        <p:tav tm="0">
                                          <p:val>
                                            <p:strVal val="#ppt_h"/>
                                          </p:val>
                                        </p:tav>
                                        <p:tav tm="100000">
                                          <p:val>
                                            <p:strVal val="#ppt_h"/>
                                          </p:val>
                                        </p:tav>
                                      </p:tavLst>
                                    </p:anim>
                                    <p:animEffect transition="in" filter="fade">
                                      <p:cBhvr>
                                        <p:cTn id="9" dur="1000"/>
                                        <p:tgtEl>
                                          <p:spTgt spid="48"/>
                                        </p:tgtEl>
                                      </p:cBhvr>
                                    </p:animEffect>
                                  </p:childTnLst>
                                </p:cTn>
                              </p:par>
                              <p:par>
                                <p:cTn id="10" presetID="55" presetClass="entr" presetSubtype="0" fill="hold" nodeType="withEffect">
                                  <p:stCondLst>
                                    <p:cond delay="0"/>
                                  </p:stCondLst>
                                  <p:childTnLst>
                                    <p:set>
                                      <p:cBhvr>
                                        <p:cTn id="11" dur="1" fill="hold">
                                          <p:stCondLst>
                                            <p:cond delay="0"/>
                                          </p:stCondLst>
                                        </p:cTn>
                                        <p:tgtEl>
                                          <p:spTgt spid="51"/>
                                        </p:tgtEl>
                                        <p:attrNameLst>
                                          <p:attrName>style.visibility</p:attrName>
                                        </p:attrNameLst>
                                      </p:cBhvr>
                                      <p:to>
                                        <p:strVal val="visible"/>
                                      </p:to>
                                    </p:set>
                                    <p:anim calcmode="lin" valueType="num">
                                      <p:cBhvr>
                                        <p:cTn id="12" dur="1000" fill="hold"/>
                                        <p:tgtEl>
                                          <p:spTgt spid="51"/>
                                        </p:tgtEl>
                                        <p:attrNameLst>
                                          <p:attrName>ppt_w</p:attrName>
                                        </p:attrNameLst>
                                      </p:cBhvr>
                                      <p:tavLst>
                                        <p:tav tm="0">
                                          <p:val>
                                            <p:strVal val="#ppt_w*0.70"/>
                                          </p:val>
                                        </p:tav>
                                        <p:tav tm="100000">
                                          <p:val>
                                            <p:strVal val="#ppt_w"/>
                                          </p:val>
                                        </p:tav>
                                      </p:tavLst>
                                    </p:anim>
                                    <p:anim calcmode="lin" valueType="num">
                                      <p:cBhvr>
                                        <p:cTn id="13" dur="1000" fill="hold"/>
                                        <p:tgtEl>
                                          <p:spTgt spid="51"/>
                                        </p:tgtEl>
                                        <p:attrNameLst>
                                          <p:attrName>ppt_h</p:attrName>
                                        </p:attrNameLst>
                                      </p:cBhvr>
                                      <p:tavLst>
                                        <p:tav tm="0">
                                          <p:val>
                                            <p:strVal val="#ppt_h"/>
                                          </p:val>
                                        </p:tav>
                                        <p:tav tm="100000">
                                          <p:val>
                                            <p:strVal val="#ppt_h"/>
                                          </p:val>
                                        </p:tav>
                                      </p:tavLst>
                                    </p:anim>
                                    <p:animEffect transition="in" filter="fade">
                                      <p:cBhvr>
                                        <p:cTn id="14" dur="1000"/>
                                        <p:tgtEl>
                                          <p:spTgt spid="51"/>
                                        </p:tgtEl>
                                      </p:cBhvr>
                                    </p:animEffect>
                                  </p:childTnLst>
                                </p:cTn>
                              </p:par>
                              <p:par>
                                <p:cTn id="15" presetID="55" presetClass="entr" presetSubtype="0" fill="hold" nodeType="withEffect">
                                  <p:stCondLst>
                                    <p:cond delay="0"/>
                                  </p:stCondLst>
                                  <p:childTnLst>
                                    <p:set>
                                      <p:cBhvr>
                                        <p:cTn id="16" dur="1" fill="hold">
                                          <p:stCondLst>
                                            <p:cond delay="0"/>
                                          </p:stCondLst>
                                        </p:cTn>
                                        <p:tgtEl>
                                          <p:spTgt spid="52"/>
                                        </p:tgtEl>
                                        <p:attrNameLst>
                                          <p:attrName>style.visibility</p:attrName>
                                        </p:attrNameLst>
                                      </p:cBhvr>
                                      <p:to>
                                        <p:strVal val="visible"/>
                                      </p:to>
                                    </p:set>
                                    <p:anim calcmode="lin" valueType="num">
                                      <p:cBhvr>
                                        <p:cTn id="17" dur="1000" fill="hold"/>
                                        <p:tgtEl>
                                          <p:spTgt spid="52"/>
                                        </p:tgtEl>
                                        <p:attrNameLst>
                                          <p:attrName>ppt_w</p:attrName>
                                        </p:attrNameLst>
                                      </p:cBhvr>
                                      <p:tavLst>
                                        <p:tav tm="0">
                                          <p:val>
                                            <p:strVal val="#ppt_w*0.70"/>
                                          </p:val>
                                        </p:tav>
                                        <p:tav tm="100000">
                                          <p:val>
                                            <p:strVal val="#ppt_w"/>
                                          </p:val>
                                        </p:tav>
                                      </p:tavLst>
                                    </p:anim>
                                    <p:anim calcmode="lin" valueType="num">
                                      <p:cBhvr>
                                        <p:cTn id="18" dur="1000" fill="hold"/>
                                        <p:tgtEl>
                                          <p:spTgt spid="52"/>
                                        </p:tgtEl>
                                        <p:attrNameLst>
                                          <p:attrName>ppt_h</p:attrName>
                                        </p:attrNameLst>
                                      </p:cBhvr>
                                      <p:tavLst>
                                        <p:tav tm="0">
                                          <p:val>
                                            <p:strVal val="#ppt_h"/>
                                          </p:val>
                                        </p:tav>
                                        <p:tav tm="100000">
                                          <p:val>
                                            <p:strVal val="#ppt_h"/>
                                          </p:val>
                                        </p:tav>
                                      </p:tavLst>
                                    </p:anim>
                                    <p:animEffect transition="in" filter="fade">
                                      <p:cBhvr>
                                        <p:cTn id="19" dur="1000"/>
                                        <p:tgtEl>
                                          <p:spTgt spid="52"/>
                                        </p:tgtEl>
                                      </p:cBhvr>
                                    </p:animEffect>
                                  </p:childTnLst>
                                </p:cTn>
                              </p:par>
                              <p:par>
                                <p:cTn id="20" presetID="55" presetClass="entr" presetSubtype="0" fill="hold" nodeType="withEffect">
                                  <p:stCondLst>
                                    <p:cond delay="0"/>
                                  </p:stCondLst>
                                  <p:childTnLst>
                                    <p:set>
                                      <p:cBhvr>
                                        <p:cTn id="21" dur="1" fill="hold">
                                          <p:stCondLst>
                                            <p:cond delay="0"/>
                                          </p:stCondLst>
                                        </p:cTn>
                                        <p:tgtEl>
                                          <p:spTgt spid="53"/>
                                        </p:tgtEl>
                                        <p:attrNameLst>
                                          <p:attrName>style.visibility</p:attrName>
                                        </p:attrNameLst>
                                      </p:cBhvr>
                                      <p:to>
                                        <p:strVal val="visible"/>
                                      </p:to>
                                    </p:set>
                                    <p:anim calcmode="lin" valueType="num">
                                      <p:cBhvr>
                                        <p:cTn id="22" dur="1000" fill="hold"/>
                                        <p:tgtEl>
                                          <p:spTgt spid="53"/>
                                        </p:tgtEl>
                                        <p:attrNameLst>
                                          <p:attrName>ppt_w</p:attrName>
                                        </p:attrNameLst>
                                      </p:cBhvr>
                                      <p:tavLst>
                                        <p:tav tm="0">
                                          <p:val>
                                            <p:strVal val="#ppt_w*0.70"/>
                                          </p:val>
                                        </p:tav>
                                        <p:tav tm="100000">
                                          <p:val>
                                            <p:strVal val="#ppt_w"/>
                                          </p:val>
                                        </p:tav>
                                      </p:tavLst>
                                    </p:anim>
                                    <p:anim calcmode="lin" valueType="num">
                                      <p:cBhvr>
                                        <p:cTn id="23" dur="1000" fill="hold"/>
                                        <p:tgtEl>
                                          <p:spTgt spid="53"/>
                                        </p:tgtEl>
                                        <p:attrNameLst>
                                          <p:attrName>ppt_h</p:attrName>
                                        </p:attrNameLst>
                                      </p:cBhvr>
                                      <p:tavLst>
                                        <p:tav tm="0">
                                          <p:val>
                                            <p:strVal val="#ppt_h"/>
                                          </p:val>
                                        </p:tav>
                                        <p:tav tm="100000">
                                          <p:val>
                                            <p:strVal val="#ppt_h"/>
                                          </p:val>
                                        </p:tav>
                                      </p:tavLst>
                                    </p:anim>
                                    <p:animEffect transition="in" filter="fade">
                                      <p:cBhvr>
                                        <p:cTn id="24" dur="1000"/>
                                        <p:tgtEl>
                                          <p:spTgt spid="53"/>
                                        </p:tgtEl>
                                      </p:cBhvr>
                                    </p:animEffect>
                                  </p:childTnLst>
                                </p:cTn>
                              </p:par>
                              <p:par>
                                <p:cTn id="25" presetID="55" presetClass="entr" presetSubtype="0" fill="hold" nodeType="withEffect">
                                  <p:stCondLst>
                                    <p:cond delay="0"/>
                                  </p:stCondLst>
                                  <p:childTnLst>
                                    <p:set>
                                      <p:cBhvr>
                                        <p:cTn id="26" dur="1" fill="hold">
                                          <p:stCondLst>
                                            <p:cond delay="0"/>
                                          </p:stCondLst>
                                        </p:cTn>
                                        <p:tgtEl>
                                          <p:spTgt spid="56"/>
                                        </p:tgtEl>
                                        <p:attrNameLst>
                                          <p:attrName>style.visibility</p:attrName>
                                        </p:attrNameLst>
                                      </p:cBhvr>
                                      <p:to>
                                        <p:strVal val="visible"/>
                                      </p:to>
                                    </p:set>
                                    <p:anim calcmode="lin" valueType="num">
                                      <p:cBhvr>
                                        <p:cTn id="27" dur="1000" fill="hold"/>
                                        <p:tgtEl>
                                          <p:spTgt spid="56"/>
                                        </p:tgtEl>
                                        <p:attrNameLst>
                                          <p:attrName>ppt_w</p:attrName>
                                        </p:attrNameLst>
                                      </p:cBhvr>
                                      <p:tavLst>
                                        <p:tav tm="0">
                                          <p:val>
                                            <p:strVal val="#ppt_w*0.70"/>
                                          </p:val>
                                        </p:tav>
                                        <p:tav tm="100000">
                                          <p:val>
                                            <p:strVal val="#ppt_w"/>
                                          </p:val>
                                        </p:tav>
                                      </p:tavLst>
                                    </p:anim>
                                    <p:anim calcmode="lin" valueType="num">
                                      <p:cBhvr>
                                        <p:cTn id="28" dur="1000" fill="hold"/>
                                        <p:tgtEl>
                                          <p:spTgt spid="56"/>
                                        </p:tgtEl>
                                        <p:attrNameLst>
                                          <p:attrName>ppt_h</p:attrName>
                                        </p:attrNameLst>
                                      </p:cBhvr>
                                      <p:tavLst>
                                        <p:tav tm="0">
                                          <p:val>
                                            <p:strVal val="#ppt_h"/>
                                          </p:val>
                                        </p:tav>
                                        <p:tav tm="100000">
                                          <p:val>
                                            <p:strVal val="#ppt_h"/>
                                          </p:val>
                                        </p:tav>
                                      </p:tavLst>
                                    </p:anim>
                                    <p:animEffect transition="in" filter="fade">
                                      <p:cBhvr>
                                        <p:cTn id="29" dur="1000"/>
                                        <p:tgtEl>
                                          <p:spTgt spid="56"/>
                                        </p:tgtEl>
                                      </p:cBhvr>
                                    </p:animEffect>
                                  </p:childTnLst>
                                </p:cTn>
                              </p:par>
                              <p:par>
                                <p:cTn id="30" presetID="55" presetClass="entr" presetSubtype="0" fill="hold" nodeType="withEffect">
                                  <p:stCondLst>
                                    <p:cond delay="0"/>
                                  </p:stCondLst>
                                  <p:childTnLst>
                                    <p:set>
                                      <p:cBhvr>
                                        <p:cTn id="31" dur="1" fill="hold">
                                          <p:stCondLst>
                                            <p:cond delay="0"/>
                                          </p:stCondLst>
                                        </p:cTn>
                                        <p:tgtEl>
                                          <p:spTgt spid="57"/>
                                        </p:tgtEl>
                                        <p:attrNameLst>
                                          <p:attrName>style.visibility</p:attrName>
                                        </p:attrNameLst>
                                      </p:cBhvr>
                                      <p:to>
                                        <p:strVal val="visible"/>
                                      </p:to>
                                    </p:set>
                                    <p:anim calcmode="lin" valueType="num">
                                      <p:cBhvr>
                                        <p:cTn id="32" dur="1000" fill="hold"/>
                                        <p:tgtEl>
                                          <p:spTgt spid="57"/>
                                        </p:tgtEl>
                                        <p:attrNameLst>
                                          <p:attrName>ppt_w</p:attrName>
                                        </p:attrNameLst>
                                      </p:cBhvr>
                                      <p:tavLst>
                                        <p:tav tm="0">
                                          <p:val>
                                            <p:strVal val="#ppt_w*0.70"/>
                                          </p:val>
                                        </p:tav>
                                        <p:tav tm="100000">
                                          <p:val>
                                            <p:strVal val="#ppt_w"/>
                                          </p:val>
                                        </p:tav>
                                      </p:tavLst>
                                    </p:anim>
                                    <p:anim calcmode="lin" valueType="num">
                                      <p:cBhvr>
                                        <p:cTn id="33" dur="1000" fill="hold"/>
                                        <p:tgtEl>
                                          <p:spTgt spid="57"/>
                                        </p:tgtEl>
                                        <p:attrNameLst>
                                          <p:attrName>ppt_h</p:attrName>
                                        </p:attrNameLst>
                                      </p:cBhvr>
                                      <p:tavLst>
                                        <p:tav tm="0">
                                          <p:val>
                                            <p:strVal val="#ppt_h"/>
                                          </p:val>
                                        </p:tav>
                                        <p:tav tm="100000">
                                          <p:val>
                                            <p:strVal val="#ppt_h"/>
                                          </p:val>
                                        </p:tav>
                                      </p:tavLst>
                                    </p:anim>
                                    <p:animEffect transition="in" filter="fade">
                                      <p:cBhvr>
                                        <p:cTn id="34" dur="1000"/>
                                        <p:tgtEl>
                                          <p:spTgt spid="57"/>
                                        </p:tgtEl>
                                      </p:cBhvr>
                                    </p:animEffect>
                                  </p:childTnLst>
                                </p:cTn>
                              </p:par>
                              <p:par>
                                <p:cTn id="35" presetID="55" presetClass="entr" presetSubtype="0" fill="hold" nodeType="withEffect">
                                  <p:stCondLst>
                                    <p:cond delay="0"/>
                                  </p:stCondLst>
                                  <p:childTnLst>
                                    <p:set>
                                      <p:cBhvr>
                                        <p:cTn id="36" dur="1" fill="hold">
                                          <p:stCondLst>
                                            <p:cond delay="0"/>
                                          </p:stCondLst>
                                        </p:cTn>
                                        <p:tgtEl>
                                          <p:spTgt spid="60"/>
                                        </p:tgtEl>
                                        <p:attrNameLst>
                                          <p:attrName>style.visibility</p:attrName>
                                        </p:attrNameLst>
                                      </p:cBhvr>
                                      <p:to>
                                        <p:strVal val="visible"/>
                                      </p:to>
                                    </p:set>
                                    <p:anim calcmode="lin" valueType="num">
                                      <p:cBhvr>
                                        <p:cTn id="37" dur="1000" fill="hold"/>
                                        <p:tgtEl>
                                          <p:spTgt spid="60"/>
                                        </p:tgtEl>
                                        <p:attrNameLst>
                                          <p:attrName>ppt_w</p:attrName>
                                        </p:attrNameLst>
                                      </p:cBhvr>
                                      <p:tavLst>
                                        <p:tav tm="0">
                                          <p:val>
                                            <p:strVal val="#ppt_w*0.70"/>
                                          </p:val>
                                        </p:tav>
                                        <p:tav tm="100000">
                                          <p:val>
                                            <p:strVal val="#ppt_w"/>
                                          </p:val>
                                        </p:tav>
                                      </p:tavLst>
                                    </p:anim>
                                    <p:anim calcmode="lin" valueType="num">
                                      <p:cBhvr>
                                        <p:cTn id="38" dur="1000" fill="hold"/>
                                        <p:tgtEl>
                                          <p:spTgt spid="60"/>
                                        </p:tgtEl>
                                        <p:attrNameLst>
                                          <p:attrName>ppt_h</p:attrName>
                                        </p:attrNameLst>
                                      </p:cBhvr>
                                      <p:tavLst>
                                        <p:tav tm="0">
                                          <p:val>
                                            <p:strVal val="#ppt_h"/>
                                          </p:val>
                                        </p:tav>
                                        <p:tav tm="100000">
                                          <p:val>
                                            <p:strVal val="#ppt_h"/>
                                          </p:val>
                                        </p:tav>
                                      </p:tavLst>
                                    </p:anim>
                                    <p:animEffect transition="in" filter="fade">
                                      <p:cBhvr>
                                        <p:cTn id="39" dur="1000"/>
                                        <p:tgtEl>
                                          <p:spTgt spid="60"/>
                                        </p:tgtEl>
                                      </p:cBhvr>
                                    </p:animEffect>
                                  </p:childTnLst>
                                </p:cTn>
                              </p:par>
                              <p:par>
                                <p:cTn id="40" presetID="55" presetClass="entr" presetSubtype="0" fill="hold" nodeType="withEffect">
                                  <p:stCondLst>
                                    <p:cond delay="0"/>
                                  </p:stCondLst>
                                  <p:childTnLst>
                                    <p:set>
                                      <p:cBhvr>
                                        <p:cTn id="41" dur="1" fill="hold">
                                          <p:stCondLst>
                                            <p:cond delay="0"/>
                                          </p:stCondLst>
                                        </p:cTn>
                                        <p:tgtEl>
                                          <p:spTgt spid="61"/>
                                        </p:tgtEl>
                                        <p:attrNameLst>
                                          <p:attrName>style.visibility</p:attrName>
                                        </p:attrNameLst>
                                      </p:cBhvr>
                                      <p:to>
                                        <p:strVal val="visible"/>
                                      </p:to>
                                    </p:set>
                                    <p:anim calcmode="lin" valueType="num">
                                      <p:cBhvr>
                                        <p:cTn id="42" dur="1000" fill="hold"/>
                                        <p:tgtEl>
                                          <p:spTgt spid="61"/>
                                        </p:tgtEl>
                                        <p:attrNameLst>
                                          <p:attrName>ppt_w</p:attrName>
                                        </p:attrNameLst>
                                      </p:cBhvr>
                                      <p:tavLst>
                                        <p:tav tm="0">
                                          <p:val>
                                            <p:strVal val="#ppt_w*0.70"/>
                                          </p:val>
                                        </p:tav>
                                        <p:tav tm="100000">
                                          <p:val>
                                            <p:strVal val="#ppt_w"/>
                                          </p:val>
                                        </p:tav>
                                      </p:tavLst>
                                    </p:anim>
                                    <p:anim calcmode="lin" valueType="num">
                                      <p:cBhvr>
                                        <p:cTn id="43" dur="1000" fill="hold"/>
                                        <p:tgtEl>
                                          <p:spTgt spid="61"/>
                                        </p:tgtEl>
                                        <p:attrNameLst>
                                          <p:attrName>ppt_h</p:attrName>
                                        </p:attrNameLst>
                                      </p:cBhvr>
                                      <p:tavLst>
                                        <p:tav tm="0">
                                          <p:val>
                                            <p:strVal val="#ppt_h"/>
                                          </p:val>
                                        </p:tav>
                                        <p:tav tm="100000">
                                          <p:val>
                                            <p:strVal val="#ppt_h"/>
                                          </p:val>
                                        </p:tav>
                                      </p:tavLst>
                                    </p:anim>
                                    <p:animEffect transition="in" filter="fade">
                                      <p:cBhvr>
                                        <p:cTn id="44" dur="1000"/>
                                        <p:tgtEl>
                                          <p:spTgt spid="61"/>
                                        </p:tgtEl>
                                      </p:cBhvr>
                                    </p:animEffect>
                                  </p:childTnLst>
                                </p:cTn>
                              </p:par>
                            </p:childTnLst>
                          </p:cTn>
                        </p:par>
                        <p:par>
                          <p:cTn id="45" fill="hold" nodeType="afterGroup">
                            <p:stCondLst>
                              <p:cond delay="1000"/>
                            </p:stCondLst>
                            <p:childTnLst>
                              <p:par>
                                <p:cTn id="46" presetID="42" presetClass="entr" presetSubtype="0" fill="hold" grpId="0" nodeType="after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1000"/>
                                        <p:tgtEl>
                                          <p:spTgt spid="33"/>
                                        </p:tgtEl>
                                      </p:cBhvr>
                                    </p:animEffect>
                                    <p:anim calcmode="lin" valueType="num">
                                      <p:cBhvr>
                                        <p:cTn id="49" dur="1000" fill="hold"/>
                                        <p:tgtEl>
                                          <p:spTgt spid="33"/>
                                        </p:tgtEl>
                                        <p:attrNameLst>
                                          <p:attrName>ppt_x</p:attrName>
                                        </p:attrNameLst>
                                      </p:cBhvr>
                                      <p:tavLst>
                                        <p:tav tm="0">
                                          <p:val>
                                            <p:strVal val="#ppt_x"/>
                                          </p:val>
                                        </p:tav>
                                        <p:tav tm="100000">
                                          <p:val>
                                            <p:strVal val="#ppt_x"/>
                                          </p:val>
                                        </p:tav>
                                      </p:tavLst>
                                    </p:anim>
                                    <p:anim calcmode="lin" valueType="num">
                                      <p:cBhvr>
                                        <p:cTn id="50" dur="1000" fill="hold"/>
                                        <p:tgtEl>
                                          <p:spTgt spid="33"/>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1000"/>
                                        <p:tgtEl>
                                          <p:spTgt spid="34"/>
                                        </p:tgtEl>
                                      </p:cBhvr>
                                    </p:animEffect>
                                    <p:anim calcmode="lin" valueType="num">
                                      <p:cBhvr>
                                        <p:cTn id="54" dur="1000" fill="hold"/>
                                        <p:tgtEl>
                                          <p:spTgt spid="34"/>
                                        </p:tgtEl>
                                        <p:attrNameLst>
                                          <p:attrName>ppt_x</p:attrName>
                                        </p:attrNameLst>
                                      </p:cBhvr>
                                      <p:tavLst>
                                        <p:tav tm="0">
                                          <p:val>
                                            <p:strVal val="#ppt_x"/>
                                          </p:val>
                                        </p:tav>
                                        <p:tav tm="100000">
                                          <p:val>
                                            <p:strVal val="#ppt_x"/>
                                          </p:val>
                                        </p:tav>
                                      </p:tavLst>
                                    </p:anim>
                                    <p:anim calcmode="lin" valueType="num">
                                      <p:cBhvr>
                                        <p:cTn id="55" dur="1000" fill="hold"/>
                                        <p:tgtEl>
                                          <p:spTgt spid="34"/>
                                        </p:tgtEl>
                                        <p:attrNameLst>
                                          <p:attrName>ppt_y</p:attrName>
                                        </p:attrNameLst>
                                      </p:cBhvr>
                                      <p:tavLst>
                                        <p:tav tm="0">
                                          <p:val>
                                            <p:strVal val="#ppt_y+.1"/>
                                          </p:val>
                                        </p:tav>
                                        <p:tav tm="100000">
                                          <p:val>
                                            <p:strVal val="#ppt_y"/>
                                          </p:val>
                                        </p:tav>
                                      </p:tavLst>
                                    </p:anim>
                                  </p:childTnLst>
                                </p:cTn>
                              </p:par>
                            </p:childTnLst>
                          </p:cTn>
                        </p:par>
                        <p:par>
                          <p:cTn id="56" fill="hold" nodeType="afterGroup">
                            <p:stCondLst>
                              <p:cond delay="2000"/>
                            </p:stCondLst>
                            <p:childTnLst>
                              <p:par>
                                <p:cTn id="57" presetID="42" presetClass="entr" presetSubtype="0" fill="hold" grpId="0" nodeType="after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fade">
                                      <p:cBhvr>
                                        <p:cTn id="59" dur="1000"/>
                                        <p:tgtEl>
                                          <p:spTgt spid="2"/>
                                        </p:tgtEl>
                                      </p:cBhvr>
                                    </p:animEffect>
                                    <p:anim calcmode="lin" valueType="num">
                                      <p:cBhvr>
                                        <p:cTn id="60" dur="1000" fill="hold"/>
                                        <p:tgtEl>
                                          <p:spTgt spid="2"/>
                                        </p:tgtEl>
                                        <p:attrNameLst>
                                          <p:attrName>ppt_x</p:attrName>
                                        </p:attrNameLst>
                                      </p:cBhvr>
                                      <p:tavLst>
                                        <p:tav tm="0">
                                          <p:val>
                                            <p:strVal val="#ppt_x"/>
                                          </p:val>
                                        </p:tav>
                                        <p:tav tm="100000">
                                          <p:val>
                                            <p:strVal val="#ppt_x"/>
                                          </p:val>
                                        </p:tav>
                                      </p:tavLst>
                                    </p:anim>
                                    <p:anim calcmode="lin" valueType="num">
                                      <p:cBhvr>
                                        <p:cTn id="61" dur="1000" fill="hold"/>
                                        <p:tgtEl>
                                          <p:spTgt spid="2"/>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3"/>
                                        </p:tgtEl>
                                        <p:attrNameLst>
                                          <p:attrName>style.visibility</p:attrName>
                                        </p:attrNameLst>
                                      </p:cBhvr>
                                      <p:to>
                                        <p:strVal val="visible"/>
                                      </p:to>
                                    </p:set>
                                    <p:animEffect transition="in" filter="fade">
                                      <p:cBhvr>
                                        <p:cTn id="64" dur="1000"/>
                                        <p:tgtEl>
                                          <p:spTgt spid="3"/>
                                        </p:tgtEl>
                                      </p:cBhvr>
                                    </p:animEffect>
                                    <p:anim calcmode="lin" valueType="num">
                                      <p:cBhvr>
                                        <p:cTn id="65" dur="1000" fill="hold"/>
                                        <p:tgtEl>
                                          <p:spTgt spid="3"/>
                                        </p:tgtEl>
                                        <p:attrNameLst>
                                          <p:attrName>ppt_x</p:attrName>
                                        </p:attrNameLst>
                                      </p:cBhvr>
                                      <p:tavLst>
                                        <p:tav tm="0">
                                          <p:val>
                                            <p:strVal val="#ppt_x"/>
                                          </p:val>
                                        </p:tav>
                                        <p:tav tm="100000">
                                          <p:val>
                                            <p:strVal val="#ppt_x"/>
                                          </p:val>
                                        </p:tav>
                                      </p:tavLst>
                                    </p:anim>
                                    <p:anim calcmode="lin" valueType="num">
                                      <p:cBhvr>
                                        <p:cTn id="66" dur="1000" fill="hold"/>
                                        <p:tgtEl>
                                          <p:spTgt spid="3"/>
                                        </p:tgtEl>
                                        <p:attrNameLst>
                                          <p:attrName>ppt_y</p:attrName>
                                        </p:attrNameLst>
                                      </p:cBhvr>
                                      <p:tavLst>
                                        <p:tav tm="0">
                                          <p:val>
                                            <p:strVal val="#ppt_y+.1"/>
                                          </p:val>
                                        </p:tav>
                                        <p:tav tm="100000">
                                          <p:val>
                                            <p:strVal val="#ppt_y"/>
                                          </p:val>
                                        </p:tav>
                                      </p:tavLst>
                                    </p:anim>
                                  </p:childTnLst>
                                </p:cTn>
                              </p:par>
                            </p:childTnLst>
                          </p:cTn>
                        </p:par>
                        <p:par>
                          <p:cTn id="67" fill="hold" nodeType="afterGroup">
                            <p:stCondLst>
                              <p:cond delay="3000"/>
                            </p:stCondLst>
                            <p:childTnLst>
                              <p:par>
                                <p:cTn id="68" presetID="42" presetClass="entr" presetSubtype="0" fill="hold" grpId="0" nodeType="afterEffect">
                                  <p:stCondLst>
                                    <p:cond delay="0"/>
                                  </p:stCondLst>
                                  <p:childTnLst>
                                    <p:set>
                                      <p:cBhvr>
                                        <p:cTn id="69" dur="1" fill="hold">
                                          <p:stCondLst>
                                            <p:cond delay="0"/>
                                          </p:stCondLst>
                                        </p:cTn>
                                        <p:tgtEl>
                                          <p:spTgt spid="4"/>
                                        </p:tgtEl>
                                        <p:attrNameLst>
                                          <p:attrName>style.visibility</p:attrName>
                                        </p:attrNameLst>
                                      </p:cBhvr>
                                      <p:to>
                                        <p:strVal val="visible"/>
                                      </p:to>
                                    </p:set>
                                    <p:animEffect transition="in" filter="fade">
                                      <p:cBhvr>
                                        <p:cTn id="70" dur="1000"/>
                                        <p:tgtEl>
                                          <p:spTgt spid="4"/>
                                        </p:tgtEl>
                                      </p:cBhvr>
                                    </p:animEffect>
                                    <p:anim calcmode="lin" valueType="num">
                                      <p:cBhvr>
                                        <p:cTn id="71" dur="1000" fill="hold"/>
                                        <p:tgtEl>
                                          <p:spTgt spid="4"/>
                                        </p:tgtEl>
                                        <p:attrNameLst>
                                          <p:attrName>ppt_x</p:attrName>
                                        </p:attrNameLst>
                                      </p:cBhvr>
                                      <p:tavLst>
                                        <p:tav tm="0">
                                          <p:val>
                                            <p:strVal val="#ppt_x"/>
                                          </p:val>
                                        </p:tav>
                                        <p:tav tm="100000">
                                          <p:val>
                                            <p:strVal val="#ppt_x"/>
                                          </p:val>
                                        </p:tav>
                                      </p:tavLst>
                                    </p:anim>
                                    <p:anim calcmode="lin" valueType="num">
                                      <p:cBhvr>
                                        <p:cTn id="72" dur="1000" fill="hold"/>
                                        <p:tgtEl>
                                          <p:spTgt spid="4"/>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5"/>
                                        </p:tgtEl>
                                        <p:attrNameLst>
                                          <p:attrName>style.visibility</p:attrName>
                                        </p:attrNameLst>
                                      </p:cBhvr>
                                      <p:to>
                                        <p:strVal val="visible"/>
                                      </p:to>
                                    </p:set>
                                    <p:animEffect transition="in" filter="fade">
                                      <p:cBhvr>
                                        <p:cTn id="75" dur="1000"/>
                                        <p:tgtEl>
                                          <p:spTgt spid="5"/>
                                        </p:tgtEl>
                                      </p:cBhvr>
                                    </p:animEffect>
                                    <p:anim calcmode="lin" valueType="num">
                                      <p:cBhvr>
                                        <p:cTn id="76" dur="1000" fill="hold"/>
                                        <p:tgtEl>
                                          <p:spTgt spid="5"/>
                                        </p:tgtEl>
                                        <p:attrNameLst>
                                          <p:attrName>ppt_x</p:attrName>
                                        </p:attrNameLst>
                                      </p:cBhvr>
                                      <p:tavLst>
                                        <p:tav tm="0">
                                          <p:val>
                                            <p:strVal val="#ppt_x"/>
                                          </p:val>
                                        </p:tav>
                                        <p:tav tm="100000">
                                          <p:val>
                                            <p:strVal val="#ppt_x"/>
                                          </p:val>
                                        </p:tav>
                                      </p:tavLst>
                                    </p:anim>
                                    <p:anim calcmode="lin" valueType="num">
                                      <p:cBhvr>
                                        <p:cTn id="77" dur="1000" fill="hold"/>
                                        <p:tgtEl>
                                          <p:spTgt spid="5"/>
                                        </p:tgtEl>
                                        <p:attrNameLst>
                                          <p:attrName>ppt_y</p:attrName>
                                        </p:attrNameLst>
                                      </p:cBhvr>
                                      <p:tavLst>
                                        <p:tav tm="0">
                                          <p:val>
                                            <p:strVal val="#ppt_y+.1"/>
                                          </p:val>
                                        </p:tav>
                                        <p:tav tm="100000">
                                          <p:val>
                                            <p:strVal val="#ppt_y"/>
                                          </p:val>
                                        </p:tav>
                                      </p:tavLst>
                                    </p:anim>
                                  </p:childTnLst>
                                </p:cTn>
                              </p:par>
                            </p:childTnLst>
                          </p:cTn>
                        </p:par>
                        <p:par>
                          <p:cTn id="78" fill="hold" nodeType="afterGroup">
                            <p:stCondLst>
                              <p:cond delay="4000"/>
                            </p:stCondLst>
                            <p:childTnLst>
                              <p:par>
                                <p:cTn id="79" presetID="42" presetClass="entr" presetSubtype="0" fill="hold" grpId="0" nodeType="after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fade">
                                      <p:cBhvr>
                                        <p:cTn id="81" dur="1000"/>
                                        <p:tgtEl>
                                          <p:spTgt spid="6"/>
                                        </p:tgtEl>
                                      </p:cBhvr>
                                    </p:animEffect>
                                    <p:anim calcmode="lin" valueType="num">
                                      <p:cBhvr>
                                        <p:cTn id="82" dur="1000" fill="hold"/>
                                        <p:tgtEl>
                                          <p:spTgt spid="6"/>
                                        </p:tgtEl>
                                        <p:attrNameLst>
                                          <p:attrName>ppt_x</p:attrName>
                                        </p:attrNameLst>
                                      </p:cBhvr>
                                      <p:tavLst>
                                        <p:tav tm="0">
                                          <p:val>
                                            <p:strVal val="#ppt_x"/>
                                          </p:val>
                                        </p:tav>
                                        <p:tav tm="100000">
                                          <p:val>
                                            <p:strVal val="#ppt_x"/>
                                          </p:val>
                                        </p:tav>
                                      </p:tavLst>
                                    </p:anim>
                                    <p:anim calcmode="lin" valueType="num">
                                      <p:cBhvr>
                                        <p:cTn id="83" dur="1000" fill="hold"/>
                                        <p:tgtEl>
                                          <p:spTgt spid="6"/>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7"/>
                                        </p:tgtEl>
                                        <p:attrNameLst>
                                          <p:attrName>style.visibility</p:attrName>
                                        </p:attrNameLst>
                                      </p:cBhvr>
                                      <p:to>
                                        <p:strVal val="visible"/>
                                      </p:to>
                                    </p:set>
                                    <p:animEffect transition="in" filter="fade">
                                      <p:cBhvr>
                                        <p:cTn id="86" dur="1000"/>
                                        <p:tgtEl>
                                          <p:spTgt spid="7"/>
                                        </p:tgtEl>
                                      </p:cBhvr>
                                    </p:animEffect>
                                    <p:anim calcmode="lin" valueType="num">
                                      <p:cBhvr>
                                        <p:cTn id="87" dur="1000" fill="hold"/>
                                        <p:tgtEl>
                                          <p:spTgt spid="7"/>
                                        </p:tgtEl>
                                        <p:attrNameLst>
                                          <p:attrName>ppt_x</p:attrName>
                                        </p:attrNameLst>
                                      </p:cBhvr>
                                      <p:tavLst>
                                        <p:tav tm="0">
                                          <p:val>
                                            <p:strVal val="#ppt_x"/>
                                          </p:val>
                                        </p:tav>
                                        <p:tav tm="100000">
                                          <p:val>
                                            <p:strVal val="#ppt_x"/>
                                          </p:val>
                                        </p:tav>
                                      </p:tavLst>
                                    </p:anim>
                                    <p:anim calcmode="lin" valueType="num">
                                      <p:cBhvr>
                                        <p:cTn id="8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ldLvl="0" animBg="1"/>
      <p:bldP spid="34" grpId="0" bldLvl="0" animBg="1"/>
      <p:bldP spid="2" grpId="0" bldLvl="0" animBg="1"/>
      <p:bldP spid="3" grpId="0" bldLvl="0" animBg="1"/>
      <p:bldP spid="4" grpId="0" bldLvl="0" animBg="1"/>
      <p:bldP spid="5" grpId="0" bldLvl="0" animBg="1"/>
      <p:bldP spid="6" grpId="0" bldLvl="0" animBg="1"/>
      <p:bldP spid="7"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59b77bab208b0"/>
          <p:cNvPicPr>
            <a:picLocks noChangeAspect="1"/>
          </p:cNvPicPr>
          <p:nvPr/>
        </p:nvPicPr>
        <p:blipFill>
          <a:blip r:embed="Rd0b10f24d0eb4415"/>
          <a:stretch>
            <a:fillRect/>
          </a:stretch>
        </p:blipFill>
        <p:spPr>
          <a:xfrm>
            <a:off x="0" y="0"/>
            <a:ext cx="12184380" cy="6857365"/>
          </a:xfrm>
          <a:prstGeom prst="rect">
            <a:avLst/>
          </a:prstGeom>
        </p:spPr>
      </p:pic>
      <p:sp>
        <p:nvSpPr>
          <p:cNvPr id="5" name="矩形 4"/>
          <p:cNvSpPr/>
          <p:nvPr/>
        </p:nvSpPr>
        <p:spPr>
          <a:xfrm rot="16200000">
            <a:off x="1224915" y="-1224280"/>
            <a:ext cx="9742805" cy="12192000"/>
          </a:xfrm>
          <a:prstGeom prst="rect">
            <a:avLst/>
          </a:prstGeom>
          <a:gradFill>
            <a:gsLst>
              <a:gs pos="19000">
                <a:schemeClr val="tx2">
                  <a:lumMod val="75000"/>
                  <a:lumOff val="25000"/>
                  <a:alpha val="0"/>
                </a:schemeClr>
              </a:gs>
              <a:gs pos="92000">
                <a:schemeClr val="accent1">
                  <a:lumMod val="50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文本框 7"/>
          <p:cNvSpPr txBox="1"/>
          <p:nvPr/>
        </p:nvSpPr>
        <p:spPr>
          <a:xfrm rot="5400000">
            <a:off x="-1520228" y="3336668"/>
            <a:ext cx="3952874" cy="183515"/>
          </a:xfrm>
          <a:prstGeom prst="rect">
            <a:avLst/>
          </a:prstGeom>
          <a:noFill/>
        </p:spPr>
        <p:txBody>
          <a:bodyPr wrap="square" rtlCol="0">
            <a:spAutoFit/>
          </a:bodyPr>
          <a:lstStyle/>
          <a:p>
            <a:pPr algn="dist"/>
            <a:r>
              <a:rPr lang="en-US" altLang="zh-CN" sz="600">
                <a:solidFill>
                  <a:schemeClr val="accent1">
                    <a:lumMod val="75000"/>
                  </a:schemeClr>
                </a:solidFill>
                <a:effectLst>
                  <a:outerShdw blurRad="381000" algn="ctr" rotWithShape="0">
                    <a:prstClr val="black">
                      <a:alpha val="25000"/>
                    </a:prstClr>
                  </a:outerShdw>
                </a:effectLst>
                <a:cs typeface="+mn-ea"/>
                <a:sym typeface="+mn-lt"/>
              </a:rPr>
              <a:t>DESIGNED BY IBOTU</a:t>
            </a:r>
          </a:p>
        </p:txBody>
      </p:sp>
      <p:sp>
        <p:nvSpPr>
          <p:cNvPr id="9" name="图文框 8"/>
          <p:cNvSpPr/>
          <p:nvPr/>
        </p:nvSpPr>
        <p:spPr>
          <a:xfrm>
            <a:off x="11296103" y="426488"/>
            <a:ext cx="517962" cy="517962"/>
          </a:xfrm>
          <a:prstGeom prst="frame">
            <a:avLst>
              <a:gd name="adj1" fmla="val 5842"/>
            </a:avLst>
          </a:prstGeom>
          <a:solidFill>
            <a:schemeClr val="bg1">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92360" y="467044"/>
            <a:ext cx="723900" cy="260350"/>
          </a:xfrm>
          <a:prstGeom prst="rect">
            <a:avLst/>
          </a:prstGeom>
          <a:noFill/>
        </p:spPr>
        <p:txBody>
          <a:bodyPr wrap="square" rtlCol="0">
            <a:spAutoFit/>
          </a:bodyPr>
          <a:lstStyle/>
          <a:p>
            <a:pPr algn="ctr"/>
            <a:r>
              <a:rPr lang="en-US" altLang="zh-CN" sz="1100" b="1">
                <a:solidFill>
                  <a:schemeClr val="bg1">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94051" y="651597"/>
            <a:ext cx="723900" cy="260350"/>
          </a:xfrm>
          <a:prstGeom prst="rect">
            <a:avLst/>
          </a:prstGeom>
          <a:noFill/>
        </p:spPr>
        <p:txBody>
          <a:bodyPr wrap="square" rtlCol="0">
            <a:spAutoFit/>
          </a:bodyPr>
          <a:lstStyle/>
          <a:p>
            <a:pPr algn="ctr"/>
            <a:r>
              <a:rPr lang="en-US" altLang="zh-CN" sz="1100" b="1">
                <a:solidFill>
                  <a:schemeClr val="bg1">
                    <a:alpha val="50000"/>
                  </a:schemeClr>
                </a:solidFill>
                <a:effectLst>
                  <a:outerShdw blurRad="381000" algn="ctr" rotWithShape="0">
                    <a:prstClr val="black">
                      <a:alpha val="25000"/>
                    </a:prstClr>
                  </a:outerShdw>
                </a:effectLst>
                <a:cs typeface="+mn-ea"/>
                <a:sym typeface="+mn-lt"/>
              </a:rPr>
              <a:t>RAY</a:t>
            </a:r>
          </a:p>
        </p:txBody>
      </p:sp>
      <p:sp>
        <p:nvSpPr>
          <p:cNvPr id="12" name="矩形 11"/>
          <p:cNvSpPr/>
          <p:nvPr/>
        </p:nvSpPr>
        <p:spPr>
          <a:xfrm>
            <a:off x="405679" y="1011726"/>
            <a:ext cx="517962" cy="45719"/>
          </a:xfrm>
          <a:prstGeom prst="rect">
            <a:avLst/>
          </a:prstGeom>
          <a:gradFill>
            <a:gsLst>
              <a:gs pos="50000">
                <a:schemeClr val="accent1">
                  <a:lumMod val="75000"/>
                  <a:alpha val="27000"/>
                </a:schemeClr>
              </a:gs>
              <a:gs pos="0">
                <a:schemeClr val="bg1">
                  <a:lumMod val="95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3" name="文本框 12"/>
          <p:cNvSpPr txBox="1"/>
          <p:nvPr/>
        </p:nvSpPr>
        <p:spPr>
          <a:xfrm>
            <a:off x="320843" y="426488"/>
            <a:ext cx="1060425" cy="533400"/>
          </a:xfrm>
          <a:prstGeom prst="rect">
            <a:avLst/>
          </a:prstGeom>
          <a:noFill/>
        </p:spPr>
        <p:txBody>
          <a:bodyPr wrap="square" rtlCol="0">
            <a:spAutoFit/>
          </a:bodyPr>
          <a:lstStyle/>
          <a:p>
            <a:pPr>
              <a:lnSpc>
                <a:spcPct val="120000"/>
              </a:lnSpc>
            </a:pPr>
            <a:r>
              <a:rPr lang="en-US" altLang="zh-CN" sz="1200" b="1">
                <a:solidFill>
                  <a:schemeClr val="accent1">
                    <a:lumMod val="75000"/>
                    <a:alpha val="50000"/>
                  </a:schemeClr>
                </a:solidFill>
                <a:effectLst>
                  <a:outerShdw blurRad="381000" algn="ctr" rotWithShape="0">
                    <a:prstClr val="black">
                      <a:alpha val="25000"/>
                    </a:prstClr>
                  </a:outerShdw>
                </a:effectLst>
                <a:cs typeface="+mn-ea"/>
                <a:sym typeface="+mn-lt"/>
              </a:rPr>
              <a:t>HEY</a:t>
            </a:r>
          </a:p>
          <a:p>
            <a:pPr>
              <a:lnSpc>
                <a:spcPct val="120000"/>
              </a:lnSpc>
            </a:pPr>
            <a:r>
              <a:rPr lang="en-US" altLang="zh-CN" sz="1200" b="1">
                <a:solidFill>
                  <a:schemeClr val="accent1">
                    <a:lumMod val="75000"/>
                    <a:alpha val="50000"/>
                  </a:schemeClr>
                </a:solidFill>
                <a:effectLst>
                  <a:outerShdw blurRad="381000" algn="ctr" rotWithShape="0">
                    <a:prstClr val="black">
                      <a:alpha val="25000"/>
                    </a:prstClr>
                  </a:outerShdw>
                </a:effectLst>
                <a:cs typeface="+mn-ea"/>
                <a:sym typeface="+mn-lt"/>
              </a:rPr>
              <a:t>WAKE UP!</a:t>
            </a:r>
          </a:p>
        </p:txBody>
      </p:sp>
      <p:sp>
        <p:nvSpPr>
          <p:cNvPr id="14" name="文本框 13"/>
          <p:cNvSpPr txBox="1"/>
          <p:nvPr/>
        </p:nvSpPr>
        <p:spPr>
          <a:xfrm>
            <a:off x="239448" y="5619771"/>
            <a:ext cx="1060426" cy="533400"/>
          </a:xfrm>
          <a:prstGeom prst="rect">
            <a:avLst/>
          </a:prstGeom>
          <a:noFill/>
        </p:spPr>
        <p:txBody>
          <a:bodyPr wrap="square" rtlCol="0">
            <a:spAutoFit/>
          </a:bodyPr>
          <a:lstStyle/>
          <a:p>
            <a:pPr>
              <a:lnSpc>
                <a:spcPct val="120000"/>
              </a:lnSpc>
            </a:pPr>
            <a:r>
              <a:rPr lang="en-US" altLang="zh-CN" sz="1200" b="1">
                <a:solidFill>
                  <a:schemeClr val="accent1">
                    <a:lumMod val="75000"/>
                  </a:schemeClr>
                </a:solidFill>
                <a:effectLst>
                  <a:outerShdw blurRad="381000" algn="ctr" rotWithShape="0">
                    <a:prstClr val="black">
                      <a:alpha val="25000"/>
                    </a:prstClr>
                  </a:outerShdw>
                </a:effectLst>
                <a:cs typeface="+mn-ea"/>
                <a:sym typeface="+mn-lt"/>
              </a:rPr>
              <a:t>DO SOME</a:t>
            </a:r>
          </a:p>
          <a:p>
            <a:pPr>
              <a:lnSpc>
                <a:spcPct val="120000"/>
              </a:lnSpc>
            </a:pPr>
            <a:r>
              <a:rPr lang="en-US" altLang="zh-CN" sz="1200" b="1">
                <a:solidFill>
                  <a:schemeClr val="accent1">
                    <a:lumMod val="75000"/>
                  </a:schemeClr>
                </a:solidFill>
                <a:effectLst>
                  <a:outerShdw blurRad="381000" algn="ctr" rotWithShape="0">
                    <a:prstClr val="black">
                      <a:alpha val="25000"/>
                    </a:prstClr>
                  </a:outerShdw>
                </a:effectLst>
                <a:cs typeface="+mn-ea"/>
                <a:sym typeface="+mn-lt"/>
              </a:rPr>
              <a:t>THINGS!</a:t>
            </a:r>
          </a:p>
        </p:txBody>
      </p:sp>
      <p:sp>
        <p:nvSpPr>
          <p:cNvPr id="16" name="矩形 15"/>
          <p:cNvSpPr/>
          <p:nvPr/>
        </p:nvSpPr>
        <p:spPr>
          <a:xfrm>
            <a:off x="11334115" y="5721985"/>
            <a:ext cx="440690" cy="76200"/>
          </a:xfrm>
          <a:prstGeom prst="rect">
            <a:avLst/>
          </a:prstGeom>
          <a:solidFill>
            <a:schemeClr val="bg1">
              <a:alpha val="62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ffectLst>
                <a:outerShdw blurRad="381000" algn="ctr" rotWithShape="0">
                  <a:prstClr val="black">
                    <a:alpha val="25000"/>
                  </a:prstClr>
                </a:outerShdw>
              </a:effectLst>
              <a:cs typeface="+mn-ea"/>
              <a:sym typeface="+mn-lt"/>
            </a:endParaRPr>
          </a:p>
        </p:txBody>
      </p:sp>
      <p:sp>
        <p:nvSpPr>
          <p:cNvPr id="6" name="文本框 5"/>
          <p:cNvSpPr txBox="1"/>
          <p:nvPr/>
        </p:nvSpPr>
        <p:spPr>
          <a:xfrm rot="5400000">
            <a:off x="9745942" y="3336668"/>
            <a:ext cx="3952874" cy="183515"/>
          </a:xfrm>
          <a:prstGeom prst="rect">
            <a:avLst/>
          </a:prstGeom>
          <a:noFill/>
        </p:spPr>
        <p:txBody>
          <a:bodyPr wrap="square" rtlCol="0">
            <a:spAutoFit/>
          </a:bodyPr>
          <a:lstStyle/>
          <a:p>
            <a:pPr algn="dist"/>
            <a:r>
              <a:rPr lang="en-US" altLang="zh-CN" sz="600">
                <a:solidFill>
                  <a:schemeClr val="bg1">
                    <a:alpha val="68000"/>
                  </a:schemeClr>
                </a:solidFill>
                <a:effectLst>
                  <a:outerShdw blurRad="381000" algn="ctr" rotWithShape="0">
                    <a:prstClr val="black">
                      <a:alpha val="25000"/>
                    </a:prstClr>
                  </a:outerShdw>
                </a:effectLst>
                <a:cs typeface="+mn-ea"/>
                <a:sym typeface="+mn-lt"/>
              </a:rPr>
              <a:t>DESIGNED BY IBOTU</a:t>
            </a:r>
          </a:p>
        </p:txBody>
      </p:sp>
      <p:sp>
        <p:nvSpPr>
          <p:cNvPr id="7" name="矩形 6"/>
          <p:cNvSpPr/>
          <p:nvPr/>
        </p:nvSpPr>
        <p:spPr>
          <a:xfrm>
            <a:off x="5577205" y="1699260"/>
            <a:ext cx="5417820" cy="3457575"/>
          </a:xfrm>
          <a:prstGeom prst="rect">
            <a:avLst/>
          </a:prstGeom>
          <a:noFill/>
          <a:ln w="85725" cmpd="sng">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2" name="矩形 71"/>
          <p:cNvSpPr/>
          <p:nvPr/>
        </p:nvSpPr>
        <p:spPr>
          <a:xfrm>
            <a:off x="6116320" y="4170045"/>
            <a:ext cx="4602480" cy="368300"/>
          </a:xfrm>
          <a:prstGeom prst="rect">
            <a:avLst/>
          </a:prstGeom>
        </p:spPr>
        <p:txBody>
          <a:bodyPr wrap="square">
            <a:spAutoFit/>
          </a:bodyPr>
          <a:lstStyle/>
          <a:p>
            <a:pPr algn="dist">
              <a:spcBef>
                <a:spcPct val="0"/>
              </a:spcBef>
            </a:pPr>
            <a:r>
              <a:rPr lang="en-US" altLang="zh-CN">
                <a:solidFill>
                  <a:schemeClr val="bg1"/>
                </a:solidFill>
                <a:cs typeface="+mn-ea"/>
                <a:sym typeface="+mn-lt"/>
              </a:rPr>
              <a:t>Please add the title here</a:t>
            </a:r>
          </a:p>
        </p:txBody>
      </p:sp>
      <p:sp>
        <p:nvSpPr>
          <p:cNvPr id="31" name="文本框 30"/>
          <p:cNvSpPr txBox="1"/>
          <p:nvPr/>
        </p:nvSpPr>
        <p:spPr>
          <a:xfrm>
            <a:off x="6017260" y="3242945"/>
            <a:ext cx="4800600" cy="768350"/>
          </a:xfrm>
          <a:prstGeom prst="rect">
            <a:avLst/>
          </a:prstGeom>
          <a:noFill/>
        </p:spPr>
        <p:txBody>
          <a:bodyPr wrap="square" rtlCol="0">
            <a:spAutoFit/>
          </a:bodyPr>
          <a:lstStyle/>
          <a:p>
            <a:pPr algn="dist"/>
            <a:r>
              <a:rPr lang="zh-CN" altLang="en-US" sz="4400">
                <a:solidFill>
                  <a:schemeClr val="bg1"/>
                </a:solidFill>
                <a:effectLst/>
                <a:cs typeface="+mn-ea"/>
                <a:sym typeface="+mn-lt"/>
              </a:rPr>
              <a:t>成功项目展示</a:t>
            </a:r>
          </a:p>
        </p:txBody>
      </p:sp>
      <p:sp>
        <p:nvSpPr>
          <p:cNvPr id="18" name="矩形 17"/>
          <p:cNvSpPr/>
          <p:nvPr/>
        </p:nvSpPr>
        <p:spPr>
          <a:xfrm>
            <a:off x="6017260" y="2293620"/>
            <a:ext cx="2614930" cy="706755"/>
          </a:xfrm>
          <a:prstGeom prst="rect">
            <a:avLst/>
          </a:prstGeom>
        </p:spPr>
        <p:txBody>
          <a:bodyPr wrap="square">
            <a:spAutoFit/>
          </a:bodyPr>
          <a:lstStyle/>
          <a:p>
            <a:pPr algn="dist">
              <a:spcBef>
                <a:spcPct val="0"/>
              </a:spcBef>
            </a:pPr>
            <a:r>
              <a:rPr lang="en-US" altLang="zh-CN" sz="4000">
                <a:solidFill>
                  <a:schemeClr val="bg1"/>
                </a:solidFill>
                <a:cs typeface="+mn-ea"/>
                <a:sym typeface="+mn-lt"/>
              </a:rPr>
              <a:t>PART .02</a:t>
            </a:r>
          </a:p>
        </p:txBody>
      </p:sp>
    </p:spTree>
    <p:custDataLst>
      <p:tags r:id="Rb3d3418ff6d549f2"/>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1000" fill="hold"/>
                                        <p:tgtEl>
                                          <p:spTgt spid="12"/>
                                        </p:tgtEl>
                                        <p:attrNameLst>
                                          <p:attrName>ppt_w</p:attrName>
                                        </p:attrNameLst>
                                      </p:cBhvr>
                                      <p:tavLst>
                                        <p:tav tm="0">
                                          <p:val>
                                            <p:strVal val="#ppt_w*0.70"/>
                                          </p:val>
                                        </p:tav>
                                        <p:tav tm="100000">
                                          <p:val>
                                            <p:strVal val="#ppt_w"/>
                                          </p:val>
                                        </p:tav>
                                      </p:tavLst>
                                    </p:anim>
                                    <p:anim calcmode="lin" valueType="num">
                                      <p:cBhvr>
                                        <p:cTn id="13" dur="1000" fill="hold"/>
                                        <p:tgtEl>
                                          <p:spTgt spid="12"/>
                                        </p:tgtEl>
                                        <p:attrNameLst>
                                          <p:attrName>ppt_h</p:attrName>
                                        </p:attrNameLst>
                                      </p:cBhvr>
                                      <p:tavLst>
                                        <p:tav tm="0">
                                          <p:val>
                                            <p:strVal val="#ppt_h"/>
                                          </p:val>
                                        </p:tav>
                                        <p:tav tm="100000">
                                          <p:val>
                                            <p:strVal val="#ppt_h"/>
                                          </p:val>
                                        </p:tav>
                                      </p:tavLst>
                                    </p:anim>
                                    <p:animEffect transition="in" filter="fade">
                                      <p:cBhvr>
                                        <p:cTn id="14" dur="1000"/>
                                        <p:tgtEl>
                                          <p:spTgt spid="12"/>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1000" fill="hold"/>
                                        <p:tgtEl>
                                          <p:spTgt spid="13"/>
                                        </p:tgtEl>
                                        <p:attrNameLst>
                                          <p:attrName>ppt_w</p:attrName>
                                        </p:attrNameLst>
                                      </p:cBhvr>
                                      <p:tavLst>
                                        <p:tav tm="0">
                                          <p:val>
                                            <p:strVal val="#ppt_w*0.70"/>
                                          </p:val>
                                        </p:tav>
                                        <p:tav tm="100000">
                                          <p:val>
                                            <p:strVal val="#ppt_w"/>
                                          </p:val>
                                        </p:tav>
                                      </p:tavLst>
                                    </p:anim>
                                    <p:anim calcmode="lin" valueType="num">
                                      <p:cBhvr>
                                        <p:cTn id="18" dur="1000" fill="hold"/>
                                        <p:tgtEl>
                                          <p:spTgt spid="13"/>
                                        </p:tgtEl>
                                        <p:attrNameLst>
                                          <p:attrName>ppt_h</p:attrName>
                                        </p:attrNameLst>
                                      </p:cBhvr>
                                      <p:tavLst>
                                        <p:tav tm="0">
                                          <p:val>
                                            <p:strVal val="#ppt_h"/>
                                          </p:val>
                                        </p:tav>
                                        <p:tav tm="100000">
                                          <p:val>
                                            <p:strVal val="#ppt_h"/>
                                          </p:val>
                                        </p:tav>
                                      </p:tavLst>
                                    </p:anim>
                                    <p:animEffect transition="in" filter="fade">
                                      <p:cBhvr>
                                        <p:cTn id="19" dur="1000"/>
                                        <p:tgtEl>
                                          <p:spTgt spid="13"/>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1000" fill="hold"/>
                                        <p:tgtEl>
                                          <p:spTgt spid="14"/>
                                        </p:tgtEl>
                                        <p:attrNameLst>
                                          <p:attrName>ppt_w</p:attrName>
                                        </p:attrNameLst>
                                      </p:cBhvr>
                                      <p:tavLst>
                                        <p:tav tm="0">
                                          <p:val>
                                            <p:strVal val="#ppt_w*0.70"/>
                                          </p:val>
                                        </p:tav>
                                        <p:tav tm="100000">
                                          <p:val>
                                            <p:strVal val="#ppt_w"/>
                                          </p:val>
                                        </p:tav>
                                      </p:tavLst>
                                    </p:anim>
                                    <p:anim calcmode="lin" valueType="num">
                                      <p:cBhvr>
                                        <p:cTn id="23" dur="1000" fill="hold"/>
                                        <p:tgtEl>
                                          <p:spTgt spid="14"/>
                                        </p:tgtEl>
                                        <p:attrNameLst>
                                          <p:attrName>ppt_h</p:attrName>
                                        </p:attrNameLst>
                                      </p:cBhvr>
                                      <p:tavLst>
                                        <p:tav tm="0">
                                          <p:val>
                                            <p:strVal val="#ppt_h"/>
                                          </p:val>
                                        </p:tav>
                                        <p:tav tm="100000">
                                          <p:val>
                                            <p:strVal val="#ppt_h"/>
                                          </p:val>
                                        </p:tav>
                                      </p:tavLst>
                                    </p:anim>
                                    <p:animEffect transition="in" filter="fade">
                                      <p:cBhvr>
                                        <p:cTn id="24" dur="1000"/>
                                        <p:tgtEl>
                                          <p:spTgt spid="14"/>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1000" fill="hold"/>
                                        <p:tgtEl>
                                          <p:spTgt spid="11"/>
                                        </p:tgtEl>
                                        <p:attrNameLst>
                                          <p:attrName>ppt_w</p:attrName>
                                        </p:attrNameLst>
                                      </p:cBhvr>
                                      <p:tavLst>
                                        <p:tav tm="0">
                                          <p:val>
                                            <p:strVal val="#ppt_w*0.70"/>
                                          </p:val>
                                        </p:tav>
                                        <p:tav tm="100000">
                                          <p:val>
                                            <p:strVal val="#ppt_w"/>
                                          </p:val>
                                        </p:tav>
                                      </p:tavLst>
                                    </p:anim>
                                    <p:anim calcmode="lin" valueType="num">
                                      <p:cBhvr>
                                        <p:cTn id="28" dur="1000" fill="hold"/>
                                        <p:tgtEl>
                                          <p:spTgt spid="11"/>
                                        </p:tgtEl>
                                        <p:attrNameLst>
                                          <p:attrName>ppt_h</p:attrName>
                                        </p:attrNameLst>
                                      </p:cBhvr>
                                      <p:tavLst>
                                        <p:tav tm="0">
                                          <p:val>
                                            <p:strVal val="#ppt_h"/>
                                          </p:val>
                                        </p:tav>
                                        <p:tav tm="100000">
                                          <p:val>
                                            <p:strVal val="#ppt_h"/>
                                          </p:val>
                                        </p:tav>
                                      </p:tavLst>
                                    </p:anim>
                                    <p:animEffect transition="in" filter="fade">
                                      <p:cBhvr>
                                        <p:cTn id="29" dur="1000"/>
                                        <p:tgtEl>
                                          <p:spTgt spid="11"/>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1000" fill="hold"/>
                                        <p:tgtEl>
                                          <p:spTgt spid="10"/>
                                        </p:tgtEl>
                                        <p:attrNameLst>
                                          <p:attrName>ppt_w</p:attrName>
                                        </p:attrNameLst>
                                      </p:cBhvr>
                                      <p:tavLst>
                                        <p:tav tm="0">
                                          <p:val>
                                            <p:strVal val="#ppt_w*0.70"/>
                                          </p:val>
                                        </p:tav>
                                        <p:tav tm="100000">
                                          <p:val>
                                            <p:strVal val="#ppt_w"/>
                                          </p:val>
                                        </p:tav>
                                      </p:tavLst>
                                    </p:anim>
                                    <p:anim calcmode="lin" valueType="num">
                                      <p:cBhvr>
                                        <p:cTn id="33" dur="1000" fill="hold"/>
                                        <p:tgtEl>
                                          <p:spTgt spid="10"/>
                                        </p:tgtEl>
                                        <p:attrNameLst>
                                          <p:attrName>ppt_h</p:attrName>
                                        </p:attrNameLst>
                                      </p:cBhvr>
                                      <p:tavLst>
                                        <p:tav tm="0">
                                          <p:val>
                                            <p:strVal val="#ppt_h"/>
                                          </p:val>
                                        </p:tav>
                                        <p:tav tm="100000">
                                          <p:val>
                                            <p:strVal val="#ppt_h"/>
                                          </p:val>
                                        </p:tav>
                                      </p:tavLst>
                                    </p:anim>
                                    <p:animEffect transition="in" filter="fade">
                                      <p:cBhvr>
                                        <p:cTn id="34" dur="1000"/>
                                        <p:tgtEl>
                                          <p:spTgt spid="10"/>
                                        </p:tgtEl>
                                      </p:cBhvr>
                                    </p:animEffect>
                                  </p:childTnLst>
                                </p:cTn>
                              </p:par>
                              <p:par>
                                <p:cTn id="35" presetID="55"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1000" fill="hold"/>
                                        <p:tgtEl>
                                          <p:spTgt spid="9"/>
                                        </p:tgtEl>
                                        <p:attrNameLst>
                                          <p:attrName>ppt_w</p:attrName>
                                        </p:attrNameLst>
                                      </p:cBhvr>
                                      <p:tavLst>
                                        <p:tav tm="0">
                                          <p:val>
                                            <p:strVal val="#ppt_w*0.70"/>
                                          </p:val>
                                        </p:tav>
                                        <p:tav tm="100000">
                                          <p:val>
                                            <p:strVal val="#ppt_w"/>
                                          </p:val>
                                        </p:tav>
                                      </p:tavLst>
                                    </p:anim>
                                    <p:anim calcmode="lin" valueType="num">
                                      <p:cBhvr>
                                        <p:cTn id="38" dur="1000" fill="hold"/>
                                        <p:tgtEl>
                                          <p:spTgt spid="9"/>
                                        </p:tgtEl>
                                        <p:attrNameLst>
                                          <p:attrName>ppt_h</p:attrName>
                                        </p:attrNameLst>
                                      </p:cBhvr>
                                      <p:tavLst>
                                        <p:tav tm="0">
                                          <p:val>
                                            <p:strVal val="#ppt_h"/>
                                          </p:val>
                                        </p:tav>
                                        <p:tav tm="100000">
                                          <p:val>
                                            <p:strVal val="#ppt_h"/>
                                          </p:val>
                                        </p:tav>
                                      </p:tavLst>
                                    </p:anim>
                                    <p:animEffect transition="in" filter="fade">
                                      <p:cBhvr>
                                        <p:cTn id="39" dur="1000"/>
                                        <p:tgtEl>
                                          <p:spTgt spid="9"/>
                                        </p:tgtEl>
                                      </p:cBhvr>
                                    </p:animEffect>
                                  </p:childTnLst>
                                </p:cTn>
                              </p:par>
                              <p:par>
                                <p:cTn id="40" presetID="55" presetClass="entr" presetSubtype="0"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1000" fill="hold"/>
                                        <p:tgtEl>
                                          <p:spTgt spid="6"/>
                                        </p:tgtEl>
                                        <p:attrNameLst>
                                          <p:attrName>ppt_w</p:attrName>
                                        </p:attrNameLst>
                                      </p:cBhvr>
                                      <p:tavLst>
                                        <p:tav tm="0">
                                          <p:val>
                                            <p:strVal val="#ppt_w*0.70"/>
                                          </p:val>
                                        </p:tav>
                                        <p:tav tm="100000">
                                          <p:val>
                                            <p:strVal val="#ppt_w"/>
                                          </p:val>
                                        </p:tav>
                                      </p:tavLst>
                                    </p:anim>
                                    <p:anim calcmode="lin" valueType="num">
                                      <p:cBhvr>
                                        <p:cTn id="43" dur="1000" fill="hold"/>
                                        <p:tgtEl>
                                          <p:spTgt spid="6"/>
                                        </p:tgtEl>
                                        <p:attrNameLst>
                                          <p:attrName>ppt_h</p:attrName>
                                        </p:attrNameLst>
                                      </p:cBhvr>
                                      <p:tavLst>
                                        <p:tav tm="0">
                                          <p:val>
                                            <p:strVal val="#ppt_h"/>
                                          </p:val>
                                        </p:tav>
                                        <p:tav tm="100000">
                                          <p:val>
                                            <p:strVal val="#ppt_h"/>
                                          </p:val>
                                        </p:tav>
                                      </p:tavLst>
                                    </p:anim>
                                    <p:animEffect transition="in" filter="fade">
                                      <p:cBhvr>
                                        <p:cTn id="44" dur="1000"/>
                                        <p:tgtEl>
                                          <p:spTgt spid="6"/>
                                        </p:tgtEl>
                                      </p:cBhvr>
                                    </p:animEffect>
                                  </p:childTnLst>
                                </p:cTn>
                              </p:par>
                              <p:par>
                                <p:cTn id="45" presetID="55"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p:cTn id="47" dur="1000" fill="hold"/>
                                        <p:tgtEl>
                                          <p:spTgt spid="16"/>
                                        </p:tgtEl>
                                        <p:attrNameLst>
                                          <p:attrName>ppt_w</p:attrName>
                                        </p:attrNameLst>
                                      </p:cBhvr>
                                      <p:tavLst>
                                        <p:tav tm="0">
                                          <p:val>
                                            <p:strVal val="#ppt_w*0.70"/>
                                          </p:val>
                                        </p:tav>
                                        <p:tav tm="100000">
                                          <p:val>
                                            <p:strVal val="#ppt_w"/>
                                          </p:val>
                                        </p:tav>
                                      </p:tavLst>
                                    </p:anim>
                                    <p:anim calcmode="lin" valueType="num">
                                      <p:cBhvr>
                                        <p:cTn id="48" dur="1000" fill="hold"/>
                                        <p:tgtEl>
                                          <p:spTgt spid="16"/>
                                        </p:tgtEl>
                                        <p:attrNameLst>
                                          <p:attrName>ppt_h</p:attrName>
                                        </p:attrNameLst>
                                      </p:cBhvr>
                                      <p:tavLst>
                                        <p:tav tm="0">
                                          <p:val>
                                            <p:strVal val="#ppt_h"/>
                                          </p:val>
                                        </p:tav>
                                        <p:tav tm="100000">
                                          <p:val>
                                            <p:strVal val="#ppt_h"/>
                                          </p:val>
                                        </p:tav>
                                      </p:tavLst>
                                    </p:anim>
                                    <p:animEffect transition="in" filter="fade">
                                      <p:cBhvr>
                                        <p:cTn id="49" dur="1000"/>
                                        <p:tgtEl>
                                          <p:spTgt spid="16"/>
                                        </p:tgtEl>
                                      </p:cBhvr>
                                    </p:animEffect>
                                  </p:childTnLst>
                                </p:cTn>
                              </p:par>
                            </p:childTnLst>
                          </p:cTn>
                        </p:par>
                        <p:par>
                          <p:cTn id="50" fill="hold" nodeType="afterGroup">
                            <p:stCondLst>
                              <p:cond delay="1000"/>
                            </p:stCondLst>
                            <p:childTnLst>
                              <p:par>
                                <p:cTn id="51" presetID="3" presetClass="entr" presetSubtype="10" fill="hold" grpId="0" nodeType="after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blinds(horizontal)">
                                      <p:cBhvr>
                                        <p:cTn id="53" dur="500"/>
                                        <p:tgtEl>
                                          <p:spTgt spid="7"/>
                                        </p:tgtEl>
                                      </p:cBhvr>
                                    </p:animEffect>
                                  </p:childTnLst>
                                </p:cTn>
                              </p:par>
                            </p:childTnLst>
                          </p:cTn>
                        </p:par>
                        <p:par>
                          <p:cTn id="54" fill="hold" nodeType="afterGroup">
                            <p:stCondLst>
                              <p:cond delay="1500"/>
                            </p:stCondLst>
                            <p:childTnLst>
                              <p:par>
                                <p:cTn id="55" presetID="47" presetClass="entr" presetSubtype="0" fill="hold" grpId="0" nodeType="afterEffect">
                                  <p:stCondLst>
                                    <p:cond delay="0"/>
                                  </p:stCondLst>
                                  <p:childTnLst>
                                    <p:set>
                                      <p:cBhvr>
                                        <p:cTn id="56" dur="1" fill="hold">
                                          <p:stCondLst>
                                            <p:cond delay="0"/>
                                          </p:stCondLst>
                                        </p:cTn>
                                        <p:tgtEl>
                                          <p:spTgt spid="72"/>
                                        </p:tgtEl>
                                        <p:attrNameLst>
                                          <p:attrName>style.visibility</p:attrName>
                                        </p:attrNameLst>
                                      </p:cBhvr>
                                      <p:to>
                                        <p:strVal val="visible"/>
                                      </p:to>
                                    </p:set>
                                    <p:animEffect transition="in" filter="fade">
                                      <p:cBhvr>
                                        <p:cTn id="57" dur="1000"/>
                                        <p:tgtEl>
                                          <p:spTgt spid="72"/>
                                        </p:tgtEl>
                                      </p:cBhvr>
                                    </p:animEffect>
                                    <p:anim calcmode="lin" valueType="num">
                                      <p:cBhvr>
                                        <p:cTn id="58" dur="1000" fill="hold"/>
                                        <p:tgtEl>
                                          <p:spTgt spid="72"/>
                                        </p:tgtEl>
                                        <p:attrNameLst>
                                          <p:attrName>ppt_x</p:attrName>
                                        </p:attrNameLst>
                                      </p:cBhvr>
                                      <p:tavLst>
                                        <p:tav tm="0">
                                          <p:val>
                                            <p:strVal val="#ppt_x"/>
                                          </p:val>
                                        </p:tav>
                                        <p:tav tm="100000">
                                          <p:val>
                                            <p:strVal val="#ppt_x"/>
                                          </p:val>
                                        </p:tav>
                                      </p:tavLst>
                                    </p:anim>
                                    <p:anim calcmode="lin" valueType="num">
                                      <p:cBhvr>
                                        <p:cTn id="59" dur="1000" fill="hold"/>
                                        <p:tgtEl>
                                          <p:spTgt spid="72"/>
                                        </p:tgtEl>
                                        <p:attrNameLst>
                                          <p:attrName>ppt_y</p:attrName>
                                        </p:attrNameLst>
                                      </p:cBhvr>
                                      <p:tavLst>
                                        <p:tav tm="0">
                                          <p:val>
                                            <p:strVal val="#ppt_y-.1"/>
                                          </p:val>
                                        </p:tav>
                                        <p:tav tm="100000">
                                          <p:val>
                                            <p:strVal val="#ppt_y"/>
                                          </p:val>
                                        </p:tav>
                                      </p:tavLst>
                                    </p:anim>
                                  </p:childTnLst>
                                </p:cTn>
                              </p:par>
                              <p:par>
                                <p:cTn id="60" presetID="47" presetClass="entr" presetSubtype="0" fill="hold" grpId="0" nodeType="with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1000"/>
                                        <p:tgtEl>
                                          <p:spTgt spid="31"/>
                                        </p:tgtEl>
                                      </p:cBhvr>
                                    </p:animEffect>
                                    <p:anim calcmode="lin" valueType="num">
                                      <p:cBhvr>
                                        <p:cTn id="63" dur="1000" fill="hold"/>
                                        <p:tgtEl>
                                          <p:spTgt spid="31"/>
                                        </p:tgtEl>
                                        <p:attrNameLst>
                                          <p:attrName>ppt_x</p:attrName>
                                        </p:attrNameLst>
                                      </p:cBhvr>
                                      <p:tavLst>
                                        <p:tav tm="0">
                                          <p:val>
                                            <p:strVal val="#ppt_x"/>
                                          </p:val>
                                        </p:tav>
                                        <p:tav tm="100000">
                                          <p:val>
                                            <p:strVal val="#ppt_x"/>
                                          </p:val>
                                        </p:tav>
                                      </p:tavLst>
                                    </p:anim>
                                    <p:anim calcmode="lin" valueType="num">
                                      <p:cBhvr>
                                        <p:cTn id="64" dur="1000" fill="hold"/>
                                        <p:tgtEl>
                                          <p:spTgt spid="31"/>
                                        </p:tgtEl>
                                        <p:attrNameLst>
                                          <p:attrName>ppt_y</p:attrName>
                                        </p:attrNameLst>
                                      </p:cBhvr>
                                      <p:tavLst>
                                        <p:tav tm="0">
                                          <p:val>
                                            <p:strVal val="#ppt_y-.1"/>
                                          </p:val>
                                        </p:tav>
                                        <p:tav tm="100000">
                                          <p:val>
                                            <p:strVal val="#ppt_y"/>
                                          </p:val>
                                        </p:tav>
                                      </p:tavLst>
                                    </p:anim>
                                  </p:childTnLst>
                                </p:cTn>
                              </p:par>
                            </p:childTnLst>
                          </p:cTn>
                        </p:par>
                        <p:par>
                          <p:cTn id="65" fill="hold" nodeType="afterGroup">
                            <p:stCondLst>
                              <p:cond delay="2500"/>
                            </p:stCondLst>
                            <p:childTnLst>
                              <p:par>
                                <p:cTn id="66" presetID="47" presetClass="entr" presetSubtype="0" fill="hold" grpId="0" nodeType="after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1000"/>
                                        <p:tgtEl>
                                          <p:spTgt spid="18"/>
                                        </p:tgtEl>
                                      </p:cBhvr>
                                    </p:animEffect>
                                    <p:anim calcmode="lin" valueType="num">
                                      <p:cBhvr>
                                        <p:cTn id="69" dur="1000" fill="hold"/>
                                        <p:tgtEl>
                                          <p:spTgt spid="18"/>
                                        </p:tgtEl>
                                        <p:attrNameLst>
                                          <p:attrName>ppt_x</p:attrName>
                                        </p:attrNameLst>
                                      </p:cBhvr>
                                      <p:tavLst>
                                        <p:tav tm="0">
                                          <p:val>
                                            <p:strVal val="#ppt_x"/>
                                          </p:val>
                                        </p:tav>
                                        <p:tav tm="100000">
                                          <p:val>
                                            <p:strVal val="#ppt_x"/>
                                          </p:val>
                                        </p:tav>
                                      </p:tavLst>
                                    </p:anim>
                                    <p:anim calcmode="lin" valueType="num">
                                      <p:cBhvr>
                                        <p:cTn id="7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ldLvl="0" animBg="1"/>
      <p:bldP spid="10" grpId="0"/>
      <p:bldP spid="11" grpId="0"/>
      <p:bldP spid="12" grpId="0" bldLvl="0" animBg="1"/>
      <p:bldP spid="13" grpId="0"/>
      <p:bldP spid="14" grpId="0"/>
      <p:bldP spid="16" grpId="0" bldLvl="0" animBg="1"/>
      <p:bldP spid="6" grpId="0"/>
      <p:bldP spid="7" grpId="0" bldLvl="0" animBg="1"/>
      <p:bldP spid="72" grpId="0"/>
      <p:bldP spid="31" grpId="0"/>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8000"/>
          </a:schemeClr>
        </a:solidFill>
        <a:effectLst/>
      </p:bgPr>
    </p:bg>
    <p:spTree>
      <p:nvGrpSpPr>
        <p:cNvPr id="1" name=""/>
        <p:cNvGrpSpPr/>
        <p:nvPr/>
      </p:nvGrpSpPr>
      <p:grpSpPr>
        <a:xfrm>
          <a:off x="0" y="0"/>
          <a:ext cx="0" cy="0"/>
          <a:chOff x="0" y="0"/>
          <a:chExt cx="0" cy="0"/>
        </a:xfrm>
      </p:grpSpPr>
      <p:sp>
        <p:nvSpPr>
          <p:cNvPr id="12" name="矩形 11"/>
          <p:cNvSpPr/>
          <p:nvPr/>
        </p:nvSpPr>
        <p:spPr>
          <a:xfrm>
            <a:off x="610784" y="755821"/>
            <a:ext cx="517962" cy="45719"/>
          </a:xfrm>
          <a:prstGeom prst="rect">
            <a:avLst/>
          </a:prstGeom>
          <a:gradFill>
            <a:gsLst>
              <a:gs pos="50000">
                <a:schemeClr val="accent1">
                  <a:lumMod val="75000"/>
                  <a:alpha val="29000"/>
                </a:schemeClr>
              </a:gs>
              <a:gs pos="0">
                <a:schemeClr val="accent1">
                  <a:lumMod val="50000"/>
                  <a:alpha val="63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21" name="文本框 20"/>
          <p:cNvSpPr txBox="1"/>
          <p:nvPr/>
        </p:nvSpPr>
        <p:spPr>
          <a:xfrm>
            <a:off x="534670" y="380365"/>
            <a:ext cx="1605280" cy="337185"/>
          </a:xfrm>
          <a:prstGeom prst="rect">
            <a:avLst/>
          </a:prstGeom>
          <a:noFill/>
        </p:spPr>
        <p:txBody>
          <a:bodyPr wrap="square" rtlCol="0">
            <a:spAutoFit/>
          </a:bodyPr>
          <a:lstStyle/>
          <a:p>
            <a:pPr algn="dist"/>
            <a:r>
              <a:rPr lang="en-US" altLang="zh-CN" sz="1600" b="1" err="1">
                <a:solidFill>
                  <a:schemeClr val="accent1">
                    <a:lumMod val="50000"/>
                  </a:schemeClr>
                </a:solidFill>
                <a:cs typeface="+mn-ea"/>
                <a:sym typeface="+mn-lt"/>
              </a:rPr>
              <a:t>PART.02</a:t>
            </a:r>
          </a:p>
        </p:txBody>
      </p:sp>
      <p:sp>
        <p:nvSpPr>
          <p:cNvPr id="9" name="图文框 8"/>
          <p:cNvSpPr/>
          <p:nvPr/>
        </p:nvSpPr>
        <p:spPr>
          <a:xfrm>
            <a:off x="11207203" y="5963688"/>
            <a:ext cx="517962" cy="517962"/>
          </a:xfrm>
          <a:prstGeom prst="frame">
            <a:avLst>
              <a:gd name="adj1" fmla="val 5842"/>
            </a:avLst>
          </a:prstGeom>
          <a:solidFill>
            <a:schemeClr val="accent1">
              <a:lumMod val="75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03460" y="60042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05151" y="61887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grpSp>
        <p:nvGrpSpPr>
          <p:cNvPr id="19" name="组合 18"/>
          <p:cNvGrpSpPr/>
          <p:nvPr/>
        </p:nvGrpSpPr>
        <p:grpSpPr>
          <a:xfrm rot="745606">
            <a:off x="-872710" y="1146418"/>
            <a:ext cx="13730408" cy="3947110"/>
            <a:chOff x="-2251923" y="2330225"/>
            <a:chExt cx="8114219" cy="2332612"/>
          </a:xfrm>
          <a:blipFill dpi="0" rotWithShape="1">
            <a:blip r:embed="Rff9691cb21d34651"/>
            <a:stretch>
              <a:fillRect/>
            </a:stretch>
          </a:blipFill>
          <a:effectLst>
            <a:outerShdw blurRad="381000" algn="ctr" rotWithShape="0">
              <a:prstClr val="black">
                <a:alpha val="25000"/>
              </a:prstClr>
            </a:outerShdw>
          </a:effectLst>
        </p:grpSpPr>
        <p:sp>
          <p:nvSpPr>
            <p:cNvPr id="20" name="KOPPT"/>
            <p:cNvSpPr/>
            <p:nvPr/>
          </p:nvSpPr>
          <p:spPr>
            <a:xfrm>
              <a:off x="-2251923" y="2330225"/>
              <a:ext cx="6130574" cy="2332612"/>
            </a:xfrm>
            <a:custGeom>
              <a:avLst/>
              <a:gdLst/>
              <a:ahLst/>
              <a:cxnLst>
                <a:cxn ang="0">
                  <a:pos x="wd2" y="hd2"/>
                </a:cxn>
                <a:cxn ang="5400000">
                  <a:pos x="wd2" y="hd2"/>
                </a:cxn>
                <a:cxn ang="10800000">
                  <a:pos x="wd2" y="hd2"/>
                </a:cxn>
                <a:cxn ang="16200000">
                  <a:pos x="wd2" y="hd2"/>
                </a:cxn>
              </a:cxnLst>
              <a:rect l="0" t="0" r="r" b="b"/>
              <a:pathLst>
                <a:path w="21600" h="21333" extrusionOk="0">
                  <a:moveTo>
                    <a:pt x="21600" y="7701"/>
                  </a:moveTo>
                  <a:cubicBezTo>
                    <a:pt x="20426" y="5337"/>
                    <a:pt x="19135" y="3464"/>
                    <a:pt x="17774" y="2111"/>
                  </a:cubicBezTo>
                  <a:cubicBezTo>
                    <a:pt x="16391" y="736"/>
                    <a:pt x="14916" y="-120"/>
                    <a:pt x="13405" y="14"/>
                  </a:cubicBezTo>
                  <a:cubicBezTo>
                    <a:pt x="11783" y="157"/>
                    <a:pt x="10213" y="1458"/>
                    <a:pt x="8806" y="3557"/>
                  </a:cubicBezTo>
                  <a:cubicBezTo>
                    <a:pt x="7955" y="4827"/>
                    <a:pt x="7174" y="6377"/>
                    <a:pt x="6367" y="7826"/>
                  </a:cubicBezTo>
                  <a:cubicBezTo>
                    <a:pt x="5424" y="9518"/>
                    <a:pt x="4446" y="11072"/>
                    <a:pt x="3390" y="12190"/>
                  </a:cubicBezTo>
                  <a:cubicBezTo>
                    <a:pt x="2313" y="13330"/>
                    <a:pt x="1168" y="14003"/>
                    <a:pt x="0" y="14172"/>
                  </a:cubicBezTo>
                  <a:cubicBezTo>
                    <a:pt x="2052" y="18626"/>
                    <a:pt x="4625" y="21146"/>
                    <a:pt x="7299" y="21323"/>
                  </a:cubicBezTo>
                  <a:cubicBezTo>
                    <a:pt x="9674" y="21480"/>
                    <a:pt x="12013" y="19772"/>
                    <a:pt x="14005" y="16412"/>
                  </a:cubicBezTo>
                  <a:cubicBezTo>
                    <a:pt x="15042" y="14662"/>
                    <a:pt x="15967" y="12488"/>
                    <a:pt x="17036" y="10870"/>
                  </a:cubicBezTo>
                  <a:cubicBezTo>
                    <a:pt x="18421" y="8774"/>
                    <a:pt x="19997" y="7680"/>
                    <a:pt x="21600" y="7701"/>
                  </a:cubicBezTo>
                  <a:close/>
                </a:path>
              </a:pathLst>
            </a:custGeom>
            <a:grpFill/>
            <a:ln w="12700">
              <a:miter lim="400000"/>
            </a:ln>
            <a:effectLst/>
          </p:spPr>
          <p:txBody>
            <a:bodyPr lIns="0" tIns="0" rIns="0" bIns="0" anchor="ctr"/>
            <a:lstStyle/>
            <a:p>
              <a:pPr lvl="0">
                <a:defRPr sz="2400"/>
              </a:pPr>
              <a:endParaRPr>
                <a:cs typeface="+mn-ea"/>
                <a:sym typeface="+mn-lt"/>
              </a:endParaRPr>
            </a:p>
          </p:txBody>
        </p:sp>
        <p:sp>
          <p:nvSpPr>
            <p:cNvPr id="2" name="KOPPT"/>
            <p:cNvSpPr/>
            <p:nvPr/>
          </p:nvSpPr>
          <p:spPr>
            <a:xfrm rot="21449189">
              <a:off x="3894125" y="2637336"/>
              <a:ext cx="1968171" cy="748868"/>
            </a:xfrm>
            <a:custGeom>
              <a:avLst/>
              <a:gdLst/>
              <a:ahLst/>
              <a:cxnLst>
                <a:cxn ang="0">
                  <a:pos x="wd2" y="hd2"/>
                </a:cxn>
                <a:cxn ang="5400000">
                  <a:pos x="wd2" y="hd2"/>
                </a:cxn>
                <a:cxn ang="10800000">
                  <a:pos x="wd2" y="hd2"/>
                </a:cxn>
                <a:cxn ang="16200000">
                  <a:pos x="wd2" y="hd2"/>
                </a:cxn>
              </a:cxnLst>
              <a:rect l="0" t="0" r="r" b="b"/>
              <a:pathLst>
                <a:path w="21600" h="21333" extrusionOk="0">
                  <a:moveTo>
                    <a:pt x="21600" y="7701"/>
                  </a:moveTo>
                  <a:cubicBezTo>
                    <a:pt x="20426" y="5337"/>
                    <a:pt x="19135" y="3464"/>
                    <a:pt x="17774" y="2111"/>
                  </a:cubicBezTo>
                  <a:cubicBezTo>
                    <a:pt x="16391" y="736"/>
                    <a:pt x="14916" y="-120"/>
                    <a:pt x="13405" y="14"/>
                  </a:cubicBezTo>
                  <a:cubicBezTo>
                    <a:pt x="11783" y="157"/>
                    <a:pt x="10213" y="1458"/>
                    <a:pt x="8806" y="3557"/>
                  </a:cubicBezTo>
                  <a:cubicBezTo>
                    <a:pt x="7955" y="4827"/>
                    <a:pt x="7174" y="6377"/>
                    <a:pt x="6367" y="7826"/>
                  </a:cubicBezTo>
                  <a:cubicBezTo>
                    <a:pt x="5424" y="9518"/>
                    <a:pt x="4446" y="11072"/>
                    <a:pt x="3390" y="12190"/>
                  </a:cubicBezTo>
                  <a:cubicBezTo>
                    <a:pt x="2313" y="13330"/>
                    <a:pt x="1168" y="14003"/>
                    <a:pt x="0" y="14172"/>
                  </a:cubicBezTo>
                  <a:cubicBezTo>
                    <a:pt x="2052" y="18626"/>
                    <a:pt x="4625" y="21146"/>
                    <a:pt x="7299" y="21323"/>
                  </a:cubicBezTo>
                  <a:cubicBezTo>
                    <a:pt x="9674" y="21480"/>
                    <a:pt x="12013" y="19772"/>
                    <a:pt x="14005" y="16412"/>
                  </a:cubicBezTo>
                  <a:cubicBezTo>
                    <a:pt x="15042" y="14662"/>
                    <a:pt x="15967" y="12488"/>
                    <a:pt x="17036" y="10870"/>
                  </a:cubicBezTo>
                  <a:cubicBezTo>
                    <a:pt x="18421" y="8774"/>
                    <a:pt x="19997" y="7680"/>
                    <a:pt x="21600" y="7701"/>
                  </a:cubicBezTo>
                  <a:close/>
                </a:path>
              </a:pathLst>
            </a:custGeom>
            <a:grpFill/>
            <a:ln w="12700">
              <a:miter lim="400000"/>
            </a:ln>
            <a:effectLst/>
          </p:spPr>
          <p:txBody>
            <a:bodyPr lIns="0" tIns="0" rIns="0" bIns="0" anchor="ctr"/>
            <a:lstStyle/>
            <a:p>
              <a:pPr lvl="0">
                <a:defRPr sz="2400"/>
              </a:pPr>
              <a:endParaRPr>
                <a:cs typeface="+mn-ea"/>
                <a:sym typeface="+mn-lt"/>
              </a:endParaRPr>
            </a:p>
          </p:txBody>
        </p:sp>
      </p:grpSp>
      <p:cxnSp>
        <p:nvCxnSpPr>
          <p:cNvPr id="6" name="直接连接符 5"/>
          <p:cNvCxnSpPr/>
          <p:nvPr/>
        </p:nvCxnSpPr>
        <p:spPr>
          <a:xfrm flipH="1" flipV="1">
            <a:off x="9963150" y="1831976"/>
            <a:ext cx="0" cy="1660524"/>
          </a:xfrm>
          <a:prstGeom prst="line">
            <a:avLst/>
          </a:prstGeom>
          <a:ln>
            <a:gradFill>
              <a:gsLst>
                <a:gs pos="0">
                  <a:schemeClr val="accent1">
                    <a:alpha val="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flipV="1">
            <a:off x="10548798" y="1819276"/>
            <a:ext cx="0" cy="1660524"/>
          </a:xfrm>
          <a:prstGeom prst="line">
            <a:avLst/>
          </a:prstGeom>
          <a:ln>
            <a:gradFill>
              <a:gsLst>
                <a:gs pos="0">
                  <a:schemeClr val="accent1">
                    <a:alpha val="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flipV="1">
            <a:off x="8572500" y="1822450"/>
            <a:ext cx="0" cy="840459"/>
          </a:xfrm>
          <a:prstGeom prst="line">
            <a:avLst/>
          </a:prstGeom>
          <a:ln>
            <a:gradFill>
              <a:gsLst>
                <a:gs pos="0">
                  <a:schemeClr val="accent1">
                    <a:alpha val="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H="1" flipV="1">
            <a:off x="9213850" y="1831976"/>
            <a:ext cx="0" cy="1323974"/>
          </a:xfrm>
          <a:prstGeom prst="line">
            <a:avLst/>
          </a:prstGeom>
          <a:ln>
            <a:gradFill>
              <a:gsLst>
                <a:gs pos="0">
                  <a:schemeClr val="accent1">
                    <a:alpha val="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flipH="1">
            <a:off x="2005013" y="4166152"/>
            <a:ext cx="0" cy="840459"/>
          </a:xfrm>
          <a:prstGeom prst="line">
            <a:avLst/>
          </a:prstGeom>
          <a:ln>
            <a:gradFill>
              <a:gsLst>
                <a:gs pos="0">
                  <a:schemeClr val="accent1">
                    <a:alpha val="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H="1">
            <a:off x="2395538" y="4166152"/>
            <a:ext cx="0" cy="840459"/>
          </a:xfrm>
          <a:prstGeom prst="line">
            <a:avLst/>
          </a:prstGeom>
          <a:ln>
            <a:gradFill>
              <a:gsLst>
                <a:gs pos="0">
                  <a:schemeClr val="accent1">
                    <a:alpha val="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2786063" y="4166152"/>
            <a:ext cx="0" cy="840459"/>
          </a:xfrm>
          <a:prstGeom prst="line">
            <a:avLst/>
          </a:prstGeom>
          <a:ln>
            <a:gradFill>
              <a:gsLst>
                <a:gs pos="0">
                  <a:schemeClr val="accent1">
                    <a:alpha val="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3224213" y="4166152"/>
            <a:ext cx="0" cy="840459"/>
          </a:xfrm>
          <a:prstGeom prst="line">
            <a:avLst/>
          </a:prstGeom>
          <a:ln>
            <a:gradFill>
              <a:gsLst>
                <a:gs pos="0">
                  <a:schemeClr val="accent1">
                    <a:alpha val="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3662363" y="4166152"/>
            <a:ext cx="0" cy="840459"/>
          </a:xfrm>
          <a:prstGeom prst="line">
            <a:avLst/>
          </a:prstGeom>
          <a:ln>
            <a:gradFill>
              <a:gsLst>
                <a:gs pos="0">
                  <a:schemeClr val="accent1">
                    <a:alpha val="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4024313" y="4166152"/>
            <a:ext cx="0" cy="840459"/>
          </a:xfrm>
          <a:prstGeom prst="line">
            <a:avLst/>
          </a:prstGeom>
          <a:ln>
            <a:gradFill>
              <a:gsLst>
                <a:gs pos="0">
                  <a:schemeClr val="accent1">
                    <a:alpha val="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8361045" y="889635"/>
            <a:ext cx="2298065" cy="1014730"/>
          </a:xfrm>
          <a:prstGeom prst="rect">
            <a:avLst/>
          </a:prstGeom>
          <a:noFill/>
        </p:spPr>
        <p:txBody>
          <a:bodyPr wrap="square" rtlCol="0">
            <a:spAutoFit/>
          </a:bodyPr>
          <a:lstStyle/>
          <a:p>
            <a:pPr algn="dist"/>
            <a:r>
              <a:rPr lang="en-US" altLang="zh-CN" sz="6000">
                <a:solidFill>
                  <a:schemeClr val="accent1">
                    <a:lumMod val="50000"/>
                  </a:schemeClr>
                </a:solidFill>
                <a:effectLst>
                  <a:outerShdw blurRad="381000" algn="ctr" rotWithShape="0">
                    <a:prstClr val="black">
                      <a:alpha val="25000"/>
                    </a:prstClr>
                  </a:outerShdw>
                </a:effectLst>
                <a:cs typeface="+mn-ea"/>
                <a:sym typeface="+mn-lt"/>
              </a:rPr>
              <a:t>HOW</a:t>
            </a:r>
          </a:p>
        </p:txBody>
      </p:sp>
      <p:sp>
        <p:nvSpPr>
          <p:cNvPr id="23" name="文本框 22"/>
          <p:cNvSpPr txBox="1"/>
          <p:nvPr/>
        </p:nvSpPr>
        <p:spPr>
          <a:xfrm>
            <a:off x="1634998" y="5007054"/>
            <a:ext cx="2807245" cy="645160"/>
          </a:xfrm>
          <a:prstGeom prst="rect">
            <a:avLst/>
          </a:prstGeom>
          <a:noFill/>
        </p:spPr>
        <p:txBody>
          <a:bodyPr wrap="square" rtlCol="0">
            <a:spAutoFit/>
          </a:bodyPr>
          <a:lstStyle/>
          <a:p>
            <a:pPr algn="dist"/>
            <a:r>
              <a:rPr lang="zh-CN" altLang="en-US" sz="3600">
                <a:solidFill>
                  <a:schemeClr val="accent1">
                    <a:lumMod val="50000"/>
                  </a:schemeClr>
                </a:solidFill>
                <a:effectLst>
                  <a:outerShdw blurRad="381000" algn="ctr" rotWithShape="0">
                    <a:prstClr val="black">
                      <a:alpha val="25000"/>
                    </a:prstClr>
                  </a:outerShdw>
                </a:effectLst>
                <a:cs typeface="+mn-ea"/>
                <a:sym typeface="+mn-lt"/>
              </a:rPr>
              <a:t>项目展示</a:t>
            </a:r>
          </a:p>
        </p:txBody>
      </p:sp>
      <p:sp>
        <p:nvSpPr>
          <p:cNvPr id="24" name="矩形 23"/>
          <p:cNvSpPr/>
          <p:nvPr/>
        </p:nvSpPr>
        <p:spPr>
          <a:xfrm>
            <a:off x="5969000" y="4153535"/>
            <a:ext cx="4690110" cy="1723742"/>
          </a:xfrm>
          <a:prstGeom prst="rect">
            <a:avLst/>
          </a:prstGeom>
        </p:spPr>
        <p:txBody>
          <a:bodyPr wrap="square">
            <a:spAutoFit/>
          </a:bodyPr>
          <a:lstStyle/>
          <a:p>
            <a:pPr>
              <a:lnSpc>
                <a:spcPct val="150000"/>
              </a:lnSpc>
            </a:pPr>
            <a:r>
              <a:rPr lang="en-US" altLang="zh-CN" sz="1200">
                <a:solidFill>
                  <a:schemeClr val="tx2"/>
                </a:solidFill>
                <a:effectLst>
                  <a:outerShdw blurRad="63500" algn="ctr" rotWithShape="0">
                    <a:prstClr val="black">
                      <a:alpha val="40000"/>
                    </a:prstClr>
                  </a:outerShdw>
                </a:effectLst>
                <a:cs typeface="+mn-ea"/>
                <a:sym typeface="+mn-lt"/>
              </a:rPr>
              <a:t>R</a:t>
            </a:r>
            <a:r>
              <a:rPr lang="zh-CN" altLang="en-US" sz="1200">
                <a:solidFill>
                  <a:schemeClr val="tx2"/>
                </a:solidFill>
                <a:effectLst>
                  <a:outerShdw blurRad="63500" algn="ctr" rotWithShape="0">
                    <a:prstClr val="black">
                      <a:alpha val="40000"/>
                    </a:prstClr>
                  </a:outerShdw>
                </a:effectLst>
                <a:cs typeface="+mn-ea"/>
                <a:sym typeface="+mn-lt"/>
              </a:rPr>
              <a:t>em ipsum dolor sit amet, consectetur adipiscing elit, sed do eiusmod tempor incididunt ut labore et dolore magna aliqua. Ut enim ad minim veniam, quis nostrud exercitation ullamco laboris nisi ut aliquip ex commodo consequat.</a:t>
            </a:r>
            <a:r>
              <a:rPr lang="en-US" altLang="zh-CN" sz="1200">
                <a:solidFill>
                  <a:schemeClr val="tx2"/>
                </a:solidFill>
                <a:effectLst>
                  <a:outerShdw blurRad="63500" algn="ctr" rotWithShape="0">
                    <a:prstClr val="black">
                      <a:alpha val="40000"/>
                    </a:prstClr>
                  </a:outerShdw>
                </a:effectLst>
                <a:cs typeface="+mn-ea"/>
                <a:sym typeface="+mn-lt"/>
              </a:rPr>
              <a:t> R</a:t>
            </a:r>
            <a:r>
              <a:rPr lang="zh-CN" altLang="en-US" sz="1200">
                <a:solidFill>
                  <a:schemeClr val="tx2"/>
                </a:solidFill>
                <a:effectLst>
                  <a:outerShdw blurRad="63500" algn="ctr" rotWithShape="0">
                    <a:prstClr val="black">
                      <a:alpha val="40000"/>
                    </a:prstClr>
                  </a:outerShdw>
                </a:effectLst>
                <a:cs typeface="+mn-ea"/>
                <a:sym typeface="+mn-lt"/>
              </a:rPr>
              <a:t>em ipsum dolor sit amet, consectetur adipiscing elit, sed do eiusmod tempor incididunt ut labore et dolore</a:t>
            </a:r>
          </a:p>
        </p:txBody>
      </p:sp>
    </p:spTree>
    <p:custDataLst>
      <p:tags r:id="Rc4d45569f69d432b"/>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1" presetClass="entr" presetSubtype="1"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heel(1)">
                                      <p:cBhvr>
                                        <p:cTn id="7" dur="2000"/>
                                        <p:tgtEl>
                                          <p:spTgt spid="19"/>
                                        </p:tgtEl>
                                      </p:cBhvr>
                                    </p:animEffect>
                                  </p:childTnLst>
                                </p:cTn>
                              </p:par>
                            </p:childTnLst>
                          </p:cTn>
                        </p:par>
                        <p:par>
                          <p:cTn id="8" fill="hold" nodeType="afterGroup">
                            <p:stCondLst>
                              <p:cond delay="2000"/>
                            </p:stCondLst>
                            <p:childTnLst>
                              <p:par>
                                <p:cTn id="9" presetID="3" presetClass="entr" presetSubtype="1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par>
                                <p:cTn id="12" presetID="3" presetClass="entr" presetSubtype="10" fill="hold"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blinds(horizontal)">
                                      <p:cBhvr>
                                        <p:cTn id="14" dur="500"/>
                                        <p:tgtEl>
                                          <p:spTgt spid="8"/>
                                        </p:tgtEl>
                                      </p:cBhvr>
                                    </p:animEffect>
                                  </p:childTnLst>
                                </p:cTn>
                              </p:par>
                              <p:par>
                                <p:cTn id="15" presetID="3" presetClass="entr" presetSubtype="1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par>
                                <p:cTn id="18" presetID="3" presetClass="entr" presetSubtype="1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linds(horizontal)">
                                      <p:cBhvr>
                                        <p:cTn id="20" dur="500"/>
                                        <p:tgtEl>
                                          <p:spTgt spid="4"/>
                                        </p:tgtEl>
                                      </p:cBhvr>
                                    </p:animEffect>
                                  </p:childTnLst>
                                </p:cTn>
                              </p:par>
                              <p:par>
                                <p:cTn id="21" presetID="3" presetClass="entr" presetSubtype="1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linds(horizontal)">
                                      <p:cBhvr>
                                        <p:cTn id="23" dur="500"/>
                                        <p:tgtEl>
                                          <p:spTgt spid="5"/>
                                        </p:tgtEl>
                                      </p:cBhvr>
                                    </p:animEffect>
                                  </p:childTnLst>
                                </p:cTn>
                              </p:par>
                              <p:par>
                                <p:cTn id="24" presetID="3" presetClass="entr" presetSubtype="1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linds(horizontal)">
                                      <p:cBhvr>
                                        <p:cTn id="26" dur="500"/>
                                        <p:tgtEl>
                                          <p:spTgt spid="13"/>
                                        </p:tgtEl>
                                      </p:cBhvr>
                                    </p:animEffect>
                                  </p:childTnLst>
                                </p:cTn>
                              </p:par>
                              <p:par>
                                <p:cTn id="27" presetID="3" presetClass="entr" presetSubtype="1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blinds(horizontal)">
                                      <p:cBhvr>
                                        <p:cTn id="29" dur="500"/>
                                        <p:tgtEl>
                                          <p:spTgt spid="14"/>
                                        </p:tgtEl>
                                      </p:cBhvr>
                                    </p:animEffect>
                                  </p:childTnLst>
                                </p:cTn>
                              </p:par>
                              <p:par>
                                <p:cTn id="30" presetID="3" presetClass="entr" presetSubtype="1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linds(horizontal)">
                                      <p:cBhvr>
                                        <p:cTn id="32" dur="500"/>
                                        <p:tgtEl>
                                          <p:spTgt spid="15"/>
                                        </p:tgtEl>
                                      </p:cBhvr>
                                    </p:animEffect>
                                  </p:childTnLst>
                                </p:cTn>
                              </p:par>
                              <p:par>
                                <p:cTn id="33" presetID="3" presetClass="entr" presetSubtype="1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blinds(horizontal)">
                                      <p:cBhvr>
                                        <p:cTn id="35" dur="500"/>
                                        <p:tgtEl>
                                          <p:spTgt spid="16"/>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blinds(horizontal)">
                                      <p:cBhvr>
                                        <p:cTn id="38" dur="500"/>
                                        <p:tgtEl>
                                          <p:spTgt spid="22"/>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blinds(horizontal)">
                                      <p:cBhvr>
                                        <p:cTn id="41" dur="500"/>
                                        <p:tgtEl>
                                          <p:spTgt spid="23"/>
                                        </p:tgtEl>
                                      </p:cBhvr>
                                    </p:animEffect>
                                  </p:childTnLst>
                                </p:cTn>
                              </p:par>
                              <p:par>
                                <p:cTn id="42" presetID="3" presetClass="entr" presetSubtype="10" fill="hold" nodeType="with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blinds(horizontal)">
                                      <p:cBhvr>
                                        <p:cTn id="44" dur="500"/>
                                        <p:tgtEl>
                                          <p:spTgt spid="7"/>
                                        </p:tgtEl>
                                      </p:cBhvr>
                                    </p:animEffect>
                                  </p:childTnLst>
                                </p:cTn>
                              </p:par>
                            </p:childTnLst>
                          </p:cTn>
                        </p:par>
                        <p:par>
                          <p:cTn id="45" fill="hold" nodeType="afterGroup">
                            <p:stCondLst>
                              <p:cond delay="2500"/>
                            </p:stCondLst>
                            <p:childTnLst>
                              <p:par>
                                <p:cTn id="46" presetID="42" presetClass="entr" presetSubtype="0" fill="hold" grpId="0" nodeType="after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1000"/>
                                        <p:tgtEl>
                                          <p:spTgt spid="24"/>
                                        </p:tgtEl>
                                      </p:cBhvr>
                                    </p:animEffect>
                                    <p:anim calcmode="lin" valueType="num">
                                      <p:cBhvr>
                                        <p:cTn id="49" dur="1000" fill="hold"/>
                                        <p:tgtEl>
                                          <p:spTgt spid="24"/>
                                        </p:tgtEl>
                                        <p:attrNameLst>
                                          <p:attrName>ppt_x</p:attrName>
                                        </p:attrNameLst>
                                      </p:cBhvr>
                                      <p:tavLst>
                                        <p:tav tm="0">
                                          <p:val>
                                            <p:strVal val="#ppt_x"/>
                                          </p:val>
                                        </p:tav>
                                        <p:tav tm="100000">
                                          <p:val>
                                            <p:strVal val="#ppt_x"/>
                                          </p:val>
                                        </p:tav>
                                      </p:tavLst>
                                    </p:anim>
                                    <p:anim calcmode="lin" valueType="num">
                                      <p:cBhvr>
                                        <p:cTn id="50"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8000"/>
          </a:schemeClr>
        </a:solidFill>
        <a:effectLst/>
      </p:bgPr>
    </p:bg>
    <p:spTree>
      <p:nvGrpSpPr>
        <p:cNvPr id="1" name=""/>
        <p:cNvGrpSpPr/>
        <p:nvPr/>
      </p:nvGrpSpPr>
      <p:grpSpPr>
        <a:xfrm>
          <a:off x="0" y="0"/>
          <a:ext cx="0" cy="0"/>
          <a:chOff x="0" y="0"/>
          <a:chExt cx="0" cy="0"/>
        </a:xfrm>
      </p:grpSpPr>
      <p:sp>
        <p:nvSpPr>
          <p:cNvPr id="12" name="矩形 11"/>
          <p:cNvSpPr/>
          <p:nvPr/>
        </p:nvSpPr>
        <p:spPr>
          <a:xfrm>
            <a:off x="610784" y="755821"/>
            <a:ext cx="517962" cy="45719"/>
          </a:xfrm>
          <a:prstGeom prst="rect">
            <a:avLst/>
          </a:prstGeom>
          <a:gradFill>
            <a:gsLst>
              <a:gs pos="50000">
                <a:schemeClr val="accent1">
                  <a:lumMod val="75000"/>
                  <a:alpha val="29000"/>
                </a:schemeClr>
              </a:gs>
              <a:gs pos="0">
                <a:schemeClr val="accent1">
                  <a:lumMod val="50000"/>
                  <a:alpha val="63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21" name="文本框 20"/>
          <p:cNvSpPr txBox="1"/>
          <p:nvPr/>
        </p:nvSpPr>
        <p:spPr>
          <a:xfrm>
            <a:off x="534670" y="380365"/>
            <a:ext cx="1605280" cy="337185"/>
          </a:xfrm>
          <a:prstGeom prst="rect">
            <a:avLst/>
          </a:prstGeom>
          <a:noFill/>
        </p:spPr>
        <p:txBody>
          <a:bodyPr wrap="square" rtlCol="0">
            <a:spAutoFit/>
          </a:bodyPr>
          <a:lstStyle/>
          <a:p>
            <a:pPr algn="dist"/>
            <a:r>
              <a:rPr lang="en-US" altLang="zh-CN" sz="1600" b="1" err="1">
                <a:solidFill>
                  <a:schemeClr val="accent1">
                    <a:lumMod val="50000"/>
                  </a:schemeClr>
                </a:solidFill>
                <a:cs typeface="+mn-ea"/>
                <a:sym typeface="+mn-lt"/>
              </a:rPr>
              <a:t>PART.02</a:t>
            </a:r>
          </a:p>
        </p:txBody>
      </p:sp>
      <p:sp>
        <p:nvSpPr>
          <p:cNvPr id="9" name="图文框 8"/>
          <p:cNvSpPr/>
          <p:nvPr/>
        </p:nvSpPr>
        <p:spPr>
          <a:xfrm>
            <a:off x="11207203" y="5963688"/>
            <a:ext cx="517962" cy="517962"/>
          </a:xfrm>
          <a:prstGeom prst="frame">
            <a:avLst>
              <a:gd name="adj1" fmla="val 5842"/>
            </a:avLst>
          </a:prstGeom>
          <a:solidFill>
            <a:schemeClr val="accent1">
              <a:lumMod val="75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03460" y="60042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05151" y="61887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sp>
        <p:nvSpPr>
          <p:cNvPr id="2" name="矩形 1"/>
          <p:cNvSpPr/>
          <p:nvPr/>
        </p:nvSpPr>
        <p:spPr>
          <a:xfrm>
            <a:off x="534584" y="717721"/>
            <a:ext cx="517962" cy="45719"/>
          </a:xfrm>
          <a:prstGeom prst="rect">
            <a:avLst/>
          </a:prstGeom>
          <a:gradFill>
            <a:gsLst>
              <a:gs pos="50000">
                <a:srgbClr val="EBA874"/>
              </a:gs>
              <a:gs pos="0">
                <a:srgbClr val="F2C5A2"/>
              </a:gs>
              <a:gs pos="100000">
                <a:srgbClr val="E48B45"/>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grpSp>
        <p:nvGrpSpPr>
          <p:cNvPr id="17" name="组合 16"/>
          <p:cNvGrpSpPr/>
          <p:nvPr/>
        </p:nvGrpSpPr>
        <p:grpSpPr>
          <a:xfrm>
            <a:off x="4570792" y="1868259"/>
            <a:ext cx="3205176" cy="3187523"/>
            <a:chOff x="4186225" y="1876425"/>
            <a:chExt cx="3819549" cy="3798513"/>
          </a:xfrm>
        </p:grpSpPr>
        <p:grpSp>
          <p:nvGrpSpPr>
            <p:cNvPr id="18" name="组合 17"/>
            <p:cNvGrpSpPr/>
            <p:nvPr/>
          </p:nvGrpSpPr>
          <p:grpSpPr>
            <a:xfrm>
              <a:off x="4546600" y="2235200"/>
              <a:ext cx="3098800" cy="3098800"/>
              <a:chOff x="4419600" y="1752600"/>
              <a:chExt cx="3352800" cy="3352800"/>
            </a:xfrm>
          </p:grpSpPr>
          <p:sp>
            <p:nvSpPr>
              <p:cNvPr id="19" name="空心弧 18"/>
              <p:cNvSpPr/>
              <p:nvPr/>
            </p:nvSpPr>
            <p:spPr>
              <a:xfrm>
                <a:off x="4775200" y="2108200"/>
                <a:ext cx="2641600" cy="2641600"/>
              </a:xfrm>
              <a:prstGeom prst="blockArc">
                <a:avLst>
                  <a:gd name="adj1" fmla="val 10800000"/>
                  <a:gd name="adj2" fmla="val 5243846"/>
                  <a:gd name="adj3" fmla="val 0"/>
                </a:avLst>
              </a:prstGeom>
              <a:ln w="19050">
                <a:gradFill>
                  <a:gsLst>
                    <a:gs pos="0">
                      <a:srgbClr val="393939"/>
                    </a:gs>
                    <a:gs pos="100000">
                      <a:srgbClr val="5F5F5F"/>
                    </a:gs>
                  </a:gsLst>
                  <a:lin ang="5400000" scaled="1"/>
                </a:gradFill>
              </a:ln>
            </p:spPr>
            <p:style>
              <a:lnRef idx="2">
                <a:srgbClr val="393939">
                  <a:shade val="50000"/>
                </a:srgbClr>
              </a:lnRef>
              <a:fillRef idx="1">
                <a:srgbClr val="393939"/>
              </a:fillRef>
              <a:effectRef idx="0">
                <a:srgbClr val="393939"/>
              </a:effectRef>
              <a:fontRef idx="minor">
                <a:srgbClr val="FFFFFF"/>
              </a:fontRef>
            </p:style>
            <p:txBody>
              <a:bodyPr rtlCol="0" anchor="ctr"/>
              <a:lstStyle/>
              <a:p>
                <a:pPr algn="ctr"/>
                <a:endParaRPr lang="zh-CN" altLang="en-US">
                  <a:solidFill>
                    <a:srgbClr val="2F2F2F"/>
                  </a:solidFill>
                  <a:cs typeface="+mn-ea"/>
                  <a:sym typeface="+mn-lt"/>
                </a:endParaRPr>
              </a:p>
            </p:txBody>
          </p:sp>
          <p:sp>
            <p:nvSpPr>
              <p:cNvPr id="20" name="空心弧 19"/>
              <p:cNvSpPr/>
              <p:nvPr/>
            </p:nvSpPr>
            <p:spPr>
              <a:xfrm rot="10800000">
                <a:off x="4419600" y="1752600"/>
                <a:ext cx="3352800" cy="3352800"/>
              </a:xfrm>
              <a:prstGeom prst="blockArc">
                <a:avLst>
                  <a:gd name="adj1" fmla="val 10800000"/>
                  <a:gd name="adj2" fmla="val 5243846"/>
                  <a:gd name="adj3" fmla="val 0"/>
                </a:avLst>
              </a:prstGeom>
              <a:ln w="19050">
                <a:gradFill>
                  <a:gsLst>
                    <a:gs pos="0">
                      <a:srgbClr val="393939"/>
                    </a:gs>
                    <a:gs pos="100000">
                      <a:srgbClr val="5F5F5F"/>
                    </a:gs>
                  </a:gsLst>
                  <a:lin ang="5400000" scaled="1"/>
                </a:gradFill>
              </a:ln>
            </p:spPr>
            <p:style>
              <a:lnRef idx="2">
                <a:srgbClr val="393939">
                  <a:shade val="50000"/>
                </a:srgbClr>
              </a:lnRef>
              <a:fillRef idx="1">
                <a:srgbClr val="393939"/>
              </a:fillRef>
              <a:effectRef idx="0">
                <a:srgbClr val="393939"/>
              </a:effectRef>
              <a:fontRef idx="minor">
                <a:srgbClr val="FFFFFF"/>
              </a:fontRef>
            </p:style>
            <p:txBody>
              <a:bodyPr rtlCol="0" anchor="ctr"/>
              <a:lstStyle/>
              <a:p>
                <a:pPr algn="ctr"/>
                <a:endParaRPr lang="zh-CN" altLang="en-US">
                  <a:solidFill>
                    <a:srgbClr val="2F2F2F"/>
                  </a:solidFill>
                  <a:cs typeface="+mn-ea"/>
                  <a:sym typeface="+mn-lt"/>
                </a:endParaRPr>
              </a:p>
            </p:txBody>
          </p:sp>
        </p:grpSp>
        <p:cxnSp>
          <p:nvCxnSpPr>
            <p:cNvPr id="22" name="直接连接符 21"/>
            <p:cNvCxnSpPr>
              <a:stCxn id="20" idx="1"/>
            </p:cNvCxnSpPr>
            <p:nvPr/>
          </p:nvCxnSpPr>
          <p:spPr>
            <a:xfrm flipV="1">
              <a:off x="6025645" y="1876425"/>
              <a:ext cx="3680" cy="360373"/>
            </a:xfrm>
            <a:prstGeom prst="line">
              <a:avLst/>
            </a:prstGeom>
            <a:ln w="22225">
              <a:solidFill>
                <a:srgbClr val="2D4875"/>
              </a:solidFill>
              <a:tailEnd type="oval"/>
            </a:ln>
          </p:spPr>
          <p:style>
            <a:lnRef idx="1">
              <a:srgbClr val="393939"/>
            </a:lnRef>
            <a:fillRef idx="0">
              <a:srgbClr val="393939"/>
            </a:fillRef>
            <a:effectRef idx="0">
              <a:srgbClr val="393939"/>
            </a:effectRef>
            <a:fontRef idx="minor">
              <a:srgbClr val="2F2F2F"/>
            </a:fontRef>
          </p:style>
        </p:cxnSp>
        <p:cxnSp>
          <p:nvCxnSpPr>
            <p:cNvPr id="23" name="直接连接符 22"/>
            <p:cNvCxnSpPr/>
            <p:nvPr/>
          </p:nvCxnSpPr>
          <p:spPr>
            <a:xfrm rot="5400000" flipV="1">
              <a:off x="7823748" y="3602574"/>
              <a:ext cx="3680" cy="360373"/>
            </a:xfrm>
            <a:prstGeom prst="line">
              <a:avLst/>
            </a:prstGeom>
            <a:ln w="22225">
              <a:solidFill>
                <a:srgbClr val="2D4875"/>
              </a:solidFill>
              <a:tailEnd type="oval"/>
            </a:ln>
          </p:spPr>
          <p:style>
            <a:lnRef idx="1">
              <a:srgbClr val="393939"/>
            </a:lnRef>
            <a:fillRef idx="0">
              <a:srgbClr val="393939"/>
            </a:fillRef>
            <a:effectRef idx="0">
              <a:srgbClr val="393939"/>
            </a:effectRef>
            <a:fontRef idx="minor">
              <a:srgbClr val="2F2F2F"/>
            </a:fontRef>
          </p:style>
        </p:cxnSp>
        <p:cxnSp>
          <p:nvCxnSpPr>
            <p:cNvPr id="25" name="直接连接符 24"/>
            <p:cNvCxnSpPr/>
            <p:nvPr/>
          </p:nvCxnSpPr>
          <p:spPr>
            <a:xfrm flipH="1">
              <a:off x="4186225" y="3784600"/>
              <a:ext cx="685071" cy="0"/>
            </a:xfrm>
            <a:prstGeom prst="line">
              <a:avLst/>
            </a:prstGeom>
            <a:ln w="22225">
              <a:solidFill>
                <a:srgbClr val="2D4875"/>
              </a:solidFill>
              <a:tailEnd type="oval"/>
            </a:ln>
          </p:spPr>
          <p:style>
            <a:lnRef idx="1">
              <a:srgbClr val="393939"/>
            </a:lnRef>
            <a:fillRef idx="0">
              <a:srgbClr val="393939"/>
            </a:fillRef>
            <a:effectRef idx="0">
              <a:srgbClr val="393939"/>
            </a:effectRef>
            <a:fontRef idx="minor">
              <a:srgbClr val="2F2F2F"/>
            </a:fontRef>
          </p:style>
        </p:cxnSp>
        <p:cxnSp>
          <p:nvCxnSpPr>
            <p:cNvPr id="26" name="直接连接符 25"/>
            <p:cNvCxnSpPr/>
            <p:nvPr/>
          </p:nvCxnSpPr>
          <p:spPr>
            <a:xfrm rot="16200000" flipH="1">
              <a:off x="5805477" y="5332403"/>
              <a:ext cx="685071" cy="0"/>
            </a:xfrm>
            <a:prstGeom prst="line">
              <a:avLst/>
            </a:prstGeom>
            <a:ln w="22225">
              <a:solidFill>
                <a:srgbClr val="2D4875"/>
              </a:solidFill>
              <a:tailEnd type="oval"/>
            </a:ln>
          </p:spPr>
          <p:style>
            <a:lnRef idx="1">
              <a:srgbClr val="393939"/>
            </a:lnRef>
            <a:fillRef idx="0">
              <a:srgbClr val="393939"/>
            </a:fillRef>
            <a:effectRef idx="0">
              <a:srgbClr val="393939"/>
            </a:effectRef>
            <a:fontRef idx="minor">
              <a:srgbClr val="2F2F2F"/>
            </a:fontRef>
          </p:style>
        </p:cxnSp>
      </p:grpSp>
      <p:sp>
        <p:nvSpPr>
          <p:cNvPr id="28" name="1"/>
          <p:cNvSpPr>
            <a:spLocks noChangeArrowheads="1"/>
          </p:cNvSpPr>
          <p:nvPr/>
        </p:nvSpPr>
        <p:spPr bwMode="auto">
          <a:xfrm>
            <a:off x="5633085" y="2908300"/>
            <a:ext cx="1079500" cy="1078865"/>
          </a:xfrm>
          <a:prstGeom prst="pentagon">
            <a:avLst/>
          </a:prstGeom>
          <a:solidFill>
            <a:srgbClr val="2D4875"/>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a:latin typeface="+mn-lt"/>
              <a:ea typeface="+mn-ea"/>
              <a:cs typeface="+mn-ea"/>
              <a:sym typeface="+mn-lt"/>
            </a:endParaRPr>
          </a:p>
        </p:txBody>
      </p:sp>
      <p:sp>
        <p:nvSpPr>
          <p:cNvPr id="29" name="1"/>
          <p:cNvSpPr/>
          <p:nvPr/>
        </p:nvSpPr>
        <p:spPr bwMode="auto">
          <a:xfrm>
            <a:off x="5938520" y="3244850"/>
            <a:ext cx="470535" cy="480695"/>
          </a:xfrm>
          <a:custGeom>
            <a:avLst/>
            <a:gdLst>
              <a:gd name="T0" fmla="*/ 190536572 w 452"/>
              <a:gd name="T1" fmla="*/ 208133043 h 462"/>
              <a:gd name="T2" fmla="*/ 190536572 w 452"/>
              <a:gd name="T3" fmla="*/ 208133043 h 462"/>
              <a:gd name="T4" fmla="*/ 300701596 w 452"/>
              <a:gd name="T5" fmla="*/ 17978060 h 462"/>
              <a:gd name="T6" fmla="*/ 300701596 w 452"/>
              <a:gd name="T7" fmla="*/ 12446605 h 462"/>
              <a:gd name="T8" fmla="*/ 294466216 w 452"/>
              <a:gd name="T9" fmla="*/ 12446605 h 462"/>
              <a:gd name="T10" fmla="*/ 110165024 w 452"/>
              <a:gd name="T11" fmla="*/ 123081521 h 462"/>
              <a:gd name="T12" fmla="*/ 6235379 w 452"/>
              <a:gd name="T13" fmla="*/ 208133043 h 462"/>
              <a:gd name="T14" fmla="*/ 24249806 w 452"/>
              <a:gd name="T15" fmla="*/ 226802950 h 462"/>
              <a:gd name="T16" fmla="*/ 60972036 w 452"/>
              <a:gd name="T17" fmla="*/ 214356345 h 462"/>
              <a:gd name="T18" fmla="*/ 104622187 w 452"/>
              <a:gd name="T19" fmla="*/ 257227614 h 462"/>
              <a:gd name="T20" fmla="*/ 92150596 w 452"/>
              <a:gd name="T21" fmla="*/ 293875581 h 462"/>
              <a:gd name="T22" fmla="*/ 104622187 w 452"/>
              <a:gd name="T23" fmla="*/ 312545488 h 462"/>
              <a:gd name="T24" fmla="*/ 190536572 w 452"/>
              <a:gd name="T25" fmla="*/ 208133043 h 462"/>
              <a:gd name="T26" fmla="*/ 208550999 w 452"/>
              <a:gd name="T27" fmla="*/ 103720598 h 462"/>
              <a:gd name="T28" fmla="*/ 208550999 w 452"/>
              <a:gd name="T29" fmla="*/ 103720598 h 462"/>
              <a:gd name="T30" fmla="*/ 208550999 w 452"/>
              <a:gd name="T31" fmla="*/ 67072631 h 462"/>
              <a:gd name="T32" fmla="*/ 245272396 w 452"/>
              <a:gd name="T33" fmla="*/ 67072631 h 462"/>
              <a:gd name="T34" fmla="*/ 245272396 w 452"/>
              <a:gd name="T35" fmla="*/ 103720598 h 462"/>
              <a:gd name="T36" fmla="*/ 208550999 w 452"/>
              <a:gd name="T37" fmla="*/ 103720598 h 4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52" h="462">
                <a:moveTo>
                  <a:pt x="275" y="301"/>
                </a:moveTo>
                <a:lnTo>
                  <a:pt x="275" y="301"/>
                </a:lnTo>
                <a:cubicBezTo>
                  <a:pt x="275" y="301"/>
                  <a:pt x="451" y="169"/>
                  <a:pt x="434" y="26"/>
                </a:cubicBezTo>
                <a:lnTo>
                  <a:pt x="434" y="18"/>
                </a:lnTo>
                <a:cubicBezTo>
                  <a:pt x="425" y="18"/>
                  <a:pt x="425" y="18"/>
                  <a:pt x="425" y="18"/>
                </a:cubicBezTo>
                <a:cubicBezTo>
                  <a:pt x="284" y="0"/>
                  <a:pt x="159" y="178"/>
                  <a:pt x="159" y="178"/>
                </a:cubicBezTo>
                <a:cubicBezTo>
                  <a:pt x="53" y="159"/>
                  <a:pt x="62" y="186"/>
                  <a:pt x="9" y="301"/>
                </a:cubicBezTo>
                <a:cubicBezTo>
                  <a:pt x="0" y="328"/>
                  <a:pt x="18" y="328"/>
                  <a:pt x="35" y="328"/>
                </a:cubicBezTo>
                <a:cubicBezTo>
                  <a:pt x="53" y="319"/>
                  <a:pt x="88" y="310"/>
                  <a:pt x="88" y="310"/>
                </a:cubicBezTo>
                <a:cubicBezTo>
                  <a:pt x="151" y="372"/>
                  <a:pt x="151" y="372"/>
                  <a:pt x="151" y="372"/>
                </a:cubicBezTo>
                <a:cubicBezTo>
                  <a:pt x="151" y="372"/>
                  <a:pt x="141" y="407"/>
                  <a:pt x="133" y="425"/>
                </a:cubicBezTo>
                <a:cubicBezTo>
                  <a:pt x="124" y="443"/>
                  <a:pt x="133" y="461"/>
                  <a:pt x="151" y="452"/>
                </a:cubicBezTo>
                <a:cubicBezTo>
                  <a:pt x="266" y="398"/>
                  <a:pt x="292" y="407"/>
                  <a:pt x="275" y="301"/>
                </a:cubicBezTo>
                <a:close/>
                <a:moveTo>
                  <a:pt x="301" y="150"/>
                </a:moveTo>
                <a:lnTo>
                  <a:pt x="301" y="150"/>
                </a:lnTo>
                <a:cubicBezTo>
                  <a:pt x="284" y="133"/>
                  <a:pt x="284" y="115"/>
                  <a:pt x="301" y="97"/>
                </a:cubicBezTo>
                <a:cubicBezTo>
                  <a:pt x="319" y="80"/>
                  <a:pt x="345" y="80"/>
                  <a:pt x="354" y="97"/>
                </a:cubicBezTo>
                <a:cubicBezTo>
                  <a:pt x="372" y="115"/>
                  <a:pt x="372" y="133"/>
                  <a:pt x="354" y="150"/>
                </a:cubicBezTo>
                <a:cubicBezTo>
                  <a:pt x="345" y="169"/>
                  <a:pt x="319" y="169"/>
                  <a:pt x="301" y="150"/>
                </a:cubicBezTo>
                <a:close/>
              </a:path>
            </a:pathLst>
          </a:custGeom>
          <a:solidFill>
            <a:schemeClr val="bg1"/>
          </a:solidFill>
          <a:ln>
            <a:noFill/>
          </a:ln>
        </p:spPr>
        <p:txBody>
          <a:bodyPr wrap="none" anchor="ctr"/>
          <a:lstStyle/>
          <a:p>
            <a:endParaRPr lang="zh-CN" altLang="en-US">
              <a:solidFill>
                <a:srgbClr val="241A1D"/>
              </a:solidFill>
              <a:cs typeface="+mn-ea"/>
              <a:sym typeface="+mn-lt"/>
            </a:endParaRPr>
          </a:p>
        </p:txBody>
      </p:sp>
      <p:sp>
        <p:nvSpPr>
          <p:cNvPr id="30" name="文本框 29"/>
          <p:cNvSpPr txBox="1"/>
          <p:nvPr/>
        </p:nvSpPr>
        <p:spPr>
          <a:xfrm>
            <a:off x="4569569" y="1035362"/>
            <a:ext cx="3041467" cy="692497"/>
          </a:xfrm>
          <a:prstGeom prst="rect">
            <a:avLst/>
          </a:prstGeom>
          <a:noFill/>
          <a:effectLst/>
        </p:spPr>
        <p:txBody>
          <a:bodyPr wrap="square" rtlCol="0">
            <a:spAutoFit/>
          </a:bodyPr>
          <a:lstStyle/>
          <a:p>
            <a:pPr algn="ctr">
              <a:lnSpc>
                <a:spcPct val="130000"/>
              </a:lnSpc>
            </a:pPr>
            <a:r>
              <a:rPr lang="en-US" altLang="zh-CN" sz="1000">
                <a:solidFill>
                  <a:schemeClr val="tx1">
                    <a:lumMod val="65000"/>
                    <a:lumOff val="35000"/>
                  </a:schemeClr>
                </a:solidFill>
                <a:cs typeface="+mn-ea"/>
                <a:sym typeface="+mn-lt"/>
              </a:rPr>
              <a:t>This template is the spring and autumn advertising original This template is the spring and autumn advertising original</a:t>
            </a:r>
          </a:p>
        </p:txBody>
      </p:sp>
      <p:sp>
        <p:nvSpPr>
          <p:cNvPr id="31" name="TextBox 76"/>
          <p:cNvSpPr txBox="1"/>
          <p:nvPr/>
        </p:nvSpPr>
        <p:spPr>
          <a:xfrm>
            <a:off x="5477624" y="634931"/>
            <a:ext cx="1276797" cy="400110"/>
          </a:xfrm>
          <a:prstGeom prst="rect">
            <a:avLst/>
          </a:prstGeom>
          <a:noFill/>
          <a:effectLst/>
        </p:spPr>
        <p:txBody>
          <a:bodyPr wrap="square" rtlCol="0">
            <a:spAutoFit/>
          </a:bodyPr>
          <a:lstStyle/>
          <a:p>
            <a:pPr algn="ctr"/>
            <a:r>
              <a:rPr lang="zh-CN" altLang="en-US" sz="2000">
                <a:solidFill>
                  <a:schemeClr val="tx1">
                    <a:lumMod val="65000"/>
                    <a:lumOff val="35000"/>
                  </a:schemeClr>
                </a:solidFill>
                <a:cs typeface="+mn-ea"/>
                <a:sym typeface="+mn-lt"/>
              </a:rPr>
              <a:t>添加标题</a:t>
            </a:r>
          </a:p>
        </p:txBody>
      </p:sp>
      <p:sp>
        <p:nvSpPr>
          <p:cNvPr id="32" name="文本框 31"/>
          <p:cNvSpPr txBox="1"/>
          <p:nvPr/>
        </p:nvSpPr>
        <p:spPr>
          <a:xfrm>
            <a:off x="1052939" y="3101652"/>
            <a:ext cx="3041467" cy="692497"/>
          </a:xfrm>
          <a:prstGeom prst="rect">
            <a:avLst/>
          </a:prstGeom>
          <a:noFill/>
          <a:effectLst/>
        </p:spPr>
        <p:txBody>
          <a:bodyPr wrap="square" rtlCol="0">
            <a:spAutoFit/>
          </a:bodyPr>
          <a:lstStyle/>
          <a:p>
            <a:pPr algn="ctr">
              <a:lnSpc>
                <a:spcPct val="130000"/>
              </a:lnSpc>
            </a:pPr>
            <a:r>
              <a:rPr lang="en-US" altLang="zh-CN" sz="1000">
                <a:solidFill>
                  <a:schemeClr val="tx1">
                    <a:lumMod val="65000"/>
                    <a:lumOff val="35000"/>
                  </a:schemeClr>
                </a:solidFill>
                <a:cs typeface="+mn-ea"/>
                <a:sym typeface="+mn-lt"/>
              </a:rPr>
              <a:t>This template is the spring and autumn advertising original This template is the spring and autumn advertising original</a:t>
            </a:r>
          </a:p>
        </p:txBody>
      </p:sp>
      <p:sp>
        <p:nvSpPr>
          <p:cNvPr id="33" name="TextBox 76"/>
          <p:cNvSpPr txBox="1"/>
          <p:nvPr/>
        </p:nvSpPr>
        <p:spPr>
          <a:xfrm>
            <a:off x="1960994" y="2701221"/>
            <a:ext cx="1276797" cy="400110"/>
          </a:xfrm>
          <a:prstGeom prst="rect">
            <a:avLst/>
          </a:prstGeom>
          <a:noFill/>
          <a:effectLst/>
        </p:spPr>
        <p:txBody>
          <a:bodyPr wrap="square" rtlCol="0">
            <a:spAutoFit/>
          </a:bodyPr>
          <a:lstStyle/>
          <a:p>
            <a:pPr algn="ctr"/>
            <a:r>
              <a:rPr lang="zh-CN" altLang="en-US" sz="2000">
                <a:solidFill>
                  <a:schemeClr val="tx1">
                    <a:lumMod val="65000"/>
                    <a:lumOff val="35000"/>
                  </a:schemeClr>
                </a:solidFill>
                <a:cs typeface="+mn-ea"/>
                <a:sym typeface="+mn-lt"/>
              </a:rPr>
              <a:t>添加标题</a:t>
            </a:r>
          </a:p>
        </p:txBody>
      </p:sp>
      <p:sp>
        <p:nvSpPr>
          <p:cNvPr id="34" name="文本框 33"/>
          <p:cNvSpPr txBox="1"/>
          <p:nvPr/>
        </p:nvSpPr>
        <p:spPr>
          <a:xfrm>
            <a:off x="4725144" y="5676577"/>
            <a:ext cx="3041467" cy="692497"/>
          </a:xfrm>
          <a:prstGeom prst="rect">
            <a:avLst/>
          </a:prstGeom>
          <a:noFill/>
          <a:effectLst/>
        </p:spPr>
        <p:txBody>
          <a:bodyPr wrap="square" rtlCol="0">
            <a:spAutoFit/>
          </a:bodyPr>
          <a:lstStyle/>
          <a:p>
            <a:pPr algn="ctr">
              <a:lnSpc>
                <a:spcPct val="130000"/>
              </a:lnSpc>
            </a:pPr>
            <a:r>
              <a:rPr lang="en-US" altLang="zh-CN" sz="1000">
                <a:solidFill>
                  <a:schemeClr val="tx1">
                    <a:lumMod val="65000"/>
                    <a:lumOff val="35000"/>
                  </a:schemeClr>
                </a:solidFill>
                <a:cs typeface="+mn-ea"/>
                <a:sym typeface="+mn-lt"/>
              </a:rPr>
              <a:t>This template is the spring and autumn advertising original This template is the spring and autumn advertising original</a:t>
            </a:r>
          </a:p>
        </p:txBody>
      </p:sp>
      <p:sp>
        <p:nvSpPr>
          <p:cNvPr id="35" name="TextBox 76"/>
          <p:cNvSpPr txBox="1"/>
          <p:nvPr/>
        </p:nvSpPr>
        <p:spPr>
          <a:xfrm>
            <a:off x="5633199" y="5276146"/>
            <a:ext cx="1276797" cy="400110"/>
          </a:xfrm>
          <a:prstGeom prst="rect">
            <a:avLst/>
          </a:prstGeom>
          <a:noFill/>
          <a:effectLst/>
        </p:spPr>
        <p:txBody>
          <a:bodyPr wrap="square" rtlCol="0">
            <a:spAutoFit/>
          </a:bodyPr>
          <a:lstStyle/>
          <a:p>
            <a:pPr algn="ctr"/>
            <a:r>
              <a:rPr lang="zh-CN" altLang="en-US" sz="2000">
                <a:solidFill>
                  <a:schemeClr val="tx1">
                    <a:lumMod val="65000"/>
                    <a:lumOff val="35000"/>
                  </a:schemeClr>
                </a:solidFill>
                <a:cs typeface="+mn-ea"/>
                <a:sym typeface="+mn-lt"/>
              </a:rPr>
              <a:t>添加标题</a:t>
            </a:r>
          </a:p>
        </p:txBody>
      </p:sp>
      <p:sp>
        <p:nvSpPr>
          <p:cNvPr id="36" name="文本框 35"/>
          <p:cNvSpPr txBox="1"/>
          <p:nvPr/>
        </p:nvSpPr>
        <p:spPr>
          <a:xfrm>
            <a:off x="8110964" y="3064187"/>
            <a:ext cx="3041467" cy="692497"/>
          </a:xfrm>
          <a:prstGeom prst="rect">
            <a:avLst/>
          </a:prstGeom>
          <a:noFill/>
          <a:effectLst/>
        </p:spPr>
        <p:txBody>
          <a:bodyPr wrap="square" rtlCol="0">
            <a:spAutoFit/>
          </a:bodyPr>
          <a:lstStyle/>
          <a:p>
            <a:pPr algn="ctr">
              <a:lnSpc>
                <a:spcPct val="130000"/>
              </a:lnSpc>
            </a:pPr>
            <a:r>
              <a:rPr lang="en-US" altLang="zh-CN" sz="1000">
                <a:solidFill>
                  <a:schemeClr val="tx1">
                    <a:lumMod val="65000"/>
                    <a:lumOff val="35000"/>
                  </a:schemeClr>
                </a:solidFill>
                <a:cs typeface="+mn-ea"/>
                <a:sym typeface="+mn-lt"/>
              </a:rPr>
              <a:t>This template is the spring and autumn advertising original This template is the spring and autumn advertising original</a:t>
            </a:r>
          </a:p>
        </p:txBody>
      </p:sp>
      <p:sp>
        <p:nvSpPr>
          <p:cNvPr id="37" name="TextBox 76"/>
          <p:cNvSpPr txBox="1"/>
          <p:nvPr/>
        </p:nvSpPr>
        <p:spPr>
          <a:xfrm>
            <a:off x="9019019" y="2663756"/>
            <a:ext cx="1276797" cy="400110"/>
          </a:xfrm>
          <a:prstGeom prst="rect">
            <a:avLst/>
          </a:prstGeom>
          <a:noFill/>
          <a:effectLst/>
        </p:spPr>
        <p:txBody>
          <a:bodyPr wrap="square" rtlCol="0">
            <a:spAutoFit/>
          </a:bodyPr>
          <a:lstStyle/>
          <a:p>
            <a:pPr algn="ctr"/>
            <a:r>
              <a:rPr lang="zh-CN" altLang="en-US" sz="2000">
                <a:solidFill>
                  <a:schemeClr val="tx1">
                    <a:lumMod val="65000"/>
                    <a:lumOff val="35000"/>
                  </a:schemeClr>
                </a:solidFill>
                <a:cs typeface="+mn-ea"/>
                <a:sym typeface="+mn-lt"/>
              </a:rPr>
              <a:t>添加标题</a:t>
            </a:r>
          </a:p>
        </p:txBody>
      </p:sp>
    </p:spTree>
    <p:custDataLst>
      <p:tags r:id="Re5e1e1e934f64977"/>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par>
                          <p:cTn id="10" fill="hold" nodeType="afterGroup">
                            <p:stCondLst>
                              <p:cond delay="1000"/>
                            </p:stCondLst>
                            <p:childTnLst>
                              <p:par>
                                <p:cTn id="11" presetID="21" presetClass="entr" presetSubtype="1"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heel(1)">
                                      <p:cBhvr>
                                        <p:cTn id="13" dur="2000"/>
                                        <p:tgtEl>
                                          <p:spTgt spid="17"/>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wheel(1)">
                                      <p:cBhvr>
                                        <p:cTn id="16" dur="2000"/>
                                        <p:tgtEl>
                                          <p:spTgt spid="28"/>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wheel(1)">
                                      <p:cBhvr>
                                        <p:cTn id="19" dur="2000"/>
                                        <p:tgtEl>
                                          <p:spTgt spid="29"/>
                                        </p:tgtEl>
                                      </p:cBhvr>
                                    </p:animEffect>
                                  </p:childTnLst>
                                </p:cTn>
                              </p:par>
                            </p:childTnLst>
                          </p:cTn>
                        </p:par>
                        <p:par>
                          <p:cTn id="20" fill="hold" nodeType="afterGroup">
                            <p:stCondLst>
                              <p:cond delay="3000"/>
                            </p:stCondLst>
                            <p:childTnLst>
                              <p:par>
                                <p:cTn id="21" presetID="42" presetClass="entr" presetSubtype="0" fill="hold" grpId="0" nodeType="after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1000"/>
                                        <p:tgtEl>
                                          <p:spTgt spid="30"/>
                                        </p:tgtEl>
                                      </p:cBhvr>
                                    </p:animEffect>
                                    <p:anim calcmode="lin" valueType="num">
                                      <p:cBhvr>
                                        <p:cTn id="24" dur="1000" fill="hold"/>
                                        <p:tgtEl>
                                          <p:spTgt spid="30"/>
                                        </p:tgtEl>
                                        <p:attrNameLst>
                                          <p:attrName>ppt_x</p:attrName>
                                        </p:attrNameLst>
                                      </p:cBhvr>
                                      <p:tavLst>
                                        <p:tav tm="0">
                                          <p:val>
                                            <p:strVal val="#ppt_x"/>
                                          </p:val>
                                        </p:tav>
                                        <p:tav tm="100000">
                                          <p:val>
                                            <p:strVal val="#ppt_x"/>
                                          </p:val>
                                        </p:tav>
                                      </p:tavLst>
                                    </p:anim>
                                    <p:anim calcmode="lin" valueType="num">
                                      <p:cBhvr>
                                        <p:cTn id="25" dur="1000" fill="hold"/>
                                        <p:tgtEl>
                                          <p:spTgt spid="30"/>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1000"/>
                                        <p:tgtEl>
                                          <p:spTgt spid="31"/>
                                        </p:tgtEl>
                                      </p:cBhvr>
                                    </p:animEffect>
                                    <p:anim calcmode="lin" valueType="num">
                                      <p:cBhvr>
                                        <p:cTn id="29" dur="1000" fill="hold"/>
                                        <p:tgtEl>
                                          <p:spTgt spid="31"/>
                                        </p:tgtEl>
                                        <p:attrNameLst>
                                          <p:attrName>ppt_x</p:attrName>
                                        </p:attrNameLst>
                                      </p:cBhvr>
                                      <p:tavLst>
                                        <p:tav tm="0">
                                          <p:val>
                                            <p:strVal val="#ppt_x"/>
                                          </p:val>
                                        </p:tav>
                                        <p:tav tm="100000">
                                          <p:val>
                                            <p:strVal val="#ppt_x"/>
                                          </p:val>
                                        </p:tav>
                                      </p:tavLst>
                                    </p:anim>
                                    <p:anim calcmode="lin" valueType="num">
                                      <p:cBhvr>
                                        <p:cTn id="30" dur="1000" fill="hold"/>
                                        <p:tgtEl>
                                          <p:spTgt spid="31"/>
                                        </p:tgtEl>
                                        <p:attrNameLst>
                                          <p:attrName>ppt_y</p:attrName>
                                        </p:attrNameLst>
                                      </p:cBhvr>
                                      <p:tavLst>
                                        <p:tav tm="0">
                                          <p:val>
                                            <p:strVal val="#ppt_y+.1"/>
                                          </p:val>
                                        </p:tav>
                                        <p:tav tm="100000">
                                          <p:val>
                                            <p:strVal val="#ppt_y"/>
                                          </p:val>
                                        </p:tav>
                                      </p:tavLst>
                                    </p:anim>
                                  </p:childTnLst>
                                </p:cTn>
                              </p:par>
                            </p:childTnLst>
                          </p:cTn>
                        </p:par>
                        <p:par>
                          <p:cTn id="31" fill="hold" nodeType="afterGroup">
                            <p:stCondLst>
                              <p:cond delay="4000"/>
                            </p:stCondLst>
                            <p:childTnLst>
                              <p:par>
                                <p:cTn id="32" presetID="42" presetClass="entr" presetSubtype="0" fill="hold" grpId="0" nodeType="after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1000"/>
                                        <p:tgtEl>
                                          <p:spTgt spid="32"/>
                                        </p:tgtEl>
                                      </p:cBhvr>
                                    </p:animEffect>
                                    <p:anim calcmode="lin" valueType="num">
                                      <p:cBhvr>
                                        <p:cTn id="35" dur="1000" fill="hold"/>
                                        <p:tgtEl>
                                          <p:spTgt spid="32"/>
                                        </p:tgtEl>
                                        <p:attrNameLst>
                                          <p:attrName>ppt_x</p:attrName>
                                        </p:attrNameLst>
                                      </p:cBhvr>
                                      <p:tavLst>
                                        <p:tav tm="0">
                                          <p:val>
                                            <p:strVal val="#ppt_x"/>
                                          </p:val>
                                        </p:tav>
                                        <p:tav tm="100000">
                                          <p:val>
                                            <p:strVal val="#ppt_x"/>
                                          </p:val>
                                        </p:tav>
                                      </p:tavLst>
                                    </p:anim>
                                    <p:anim calcmode="lin" valueType="num">
                                      <p:cBhvr>
                                        <p:cTn id="36" dur="1000" fill="hold"/>
                                        <p:tgtEl>
                                          <p:spTgt spid="32"/>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1000"/>
                                        <p:tgtEl>
                                          <p:spTgt spid="33"/>
                                        </p:tgtEl>
                                      </p:cBhvr>
                                    </p:animEffect>
                                    <p:anim calcmode="lin" valueType="num">
                                      <p:cBhvr>
                                        <p:cTn id="40" dur="1000" fill="hold"/>
                                        <p:tgtEl>
                                          <p:spTgt spid="33"/>
                                        </p:tgtEl>
                                        <p:attrNameLst>
                                          <p:attrName>ppt_x</p:attrName>
                                        </p:attrNameLst>
                                      </p:cBhvr>
                                      <p:tavLst>
                                        <p:tav tm="0">
                                          <p:val>
                                            <p:strVal val="#ppt_x"/>
                                          </p:val>
                                        </p:tav>
                                        <p:tav tm="100000">
                                          <p:val>
                                            <p:strVal val="#ppt_x"/>
                                          </p:val>
                                        </p:tav>
                                      </p:tavLst>
                                    </p:anim>
                                    <p:anim calcmode="lin" valueType="num">
                                      <p:cBhvr>
                                        <p:cTn id="41" dur="1000" fill="hold"/>
                                        <p:tgtEl>
                                          <p:spTgt spid="33"/>
                                        </p:tgtEl>
                                        <p:attrNameLst>
                                          <p:attrName>ppt_y</p:attrName>
                                        </p:attrNameLst>
                                      </p:cBhvr>
                                      <p:tavLst>
                                        <p:tav tm="0">
                                          <p:val>
                                            <p:strVal val="#ppt_y+.1"/>
                                          </p:val>
                                        </p:tav>
                                        <p:tav tm="100000">
                                          <p:val>
                                            <p:strVal val="#ppt_y"/>
                                          </p:val>
                                        </p:tav>
                                      </p:tavLst>
                                    </p:anim>
                                  </p:childTnLst>
                                </p:cTn>
                              </p:par>
                            </p:childTnLst>
                          </p:cTn>
                        </p:par>
                        <p:par>
                          <p:cTn id="42" fill="hold" nodeType="afterGroup">
                            <p:stCondLst>
                              <p:cond delay="5000"/>
                            </p:stCondLst>
                            <p:childTnLst>
                              <p:par>
                                <p:cTn id="43" presetID="42" presetClass="entr" presetSubtype="0" fill="hold" grpId="0" nodeType="after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1000"/>
                                        <p:tgtEl>
                                          <p:spTgt spid="34"/>
                                        </p:tgtEl>
                                      </p:cBhvr>
                                    </p:animEffect>
                                    <p:anim calcmode="lin" valueType="num">
                                      <p:cBhvr>
                                        <p:cTn id="46" dur="1000" fill="hold"/>
                                        <p:tgtEl>
                                          <p:spTgt spid="34"/>
                                        </p:tgtEl>
                                        <p:attrNameLst>
                                          <p:attrName>ppt_x</p:attrName>
                                        </p:attrNameLst>
                                      </p:cBhvr>
                                      <p:tavLst>
                                        <p:tav tm="0">
                                          <p:val>
                                            <p:strVal val="#ppt_x"/>
                                          </p:val>
                                        </p:tav>
                                        <p:tav tm="100000">
                                          <p:val>
                                            <p:strVal val="#ppt_x"/>
                                          </p:val>
                                        </p:tav>
                                      </p:tavLst>
                                    </p:anim>
                                    <p:anim calcmode="lin" valueType="num">
                                      <p:cBhvr>
                                        <p:cTn id="47" dur="1000" fill="hold"/>
                                        <p:tgtEl>
                                          <p:spTgt spid="34"/>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1000"/>
                                        <p:tgtEl>
                                          <p:spTgt spid="35"/>
                                        </p:tgtEl>
                                      </p:cBhvr>
                                    </p:animEffect>
                                    <p:anim calcmode="lin" valueType="num">
                                      <p:cBhvr>
                                        <p:cTn id="51" dur="1000" fill="hold"/>
                                        <p:tgtEl>
                                          <p:spTgt spid="35"/>
                                        </p:tgtEl>
                                        <p:attrNameLst>
                                          <p:attrName>ppt_x</p:attrName>
                                        </p:attrNameLst>
                                      </p:cBhvr>
                                      <p:tavLst>
                                        <p:tav tm="0">
                                          <p:val>
                                            <p:strVal val="#ppt_x"/>
                                          </p:val>
                                        </p:tav>
                                        <p:tav tm="100000">
                                          <p:val>
                                            <p:strVal val="#ppt_x"/>
                                          </p:val>
                                        </p:tav>
                                      </p:tavLst>
                                    </p:anim>
                                    <p:anim calcmode="lin" valueType="num">
                                      <p:cBhvr>
                                        <p:cTn id="52" dur="1000" fill="hold"/>
                                        <p:tgtEl>
                                          <p:spTgt spid="35"/>
                                        </p:tgtEl>
                                        <p:attrNameLst>
                                          <p:attrName>ppt_y</p:attrName>
                                        </p:attrNameLst>
                                      </p:cBhvr>
                                      <p:tavLst>
                                        <p:tav tm="0">
                                          <p:val>
                                            <p:strVal val="#ppt_y+.1"/>
                                          </p:val>
                                        </p:tav>
                                        <p:tav tm="100000">
                                          <p:val>
                                            <p:strVal val="#ppt_y"/>
                                          </p:val>
                                        </p:tav>
                                      </p:tavLst>
                                    </p:anim>
                                  </p:childTnLst>
                                </p:cTn>
                              </p:par>
                            </p:childTnLst>
                          </p:cTn>
                        </p:par>
                        <p:par>
                          <p:cTn id="53" fill="hold" nodeType="afterGroup">
                            <p:stCondLst>
                              <p:cond delay="6000"/>
                            </p:stCondLst>
                            <p:childTnLst>
                              <p:par>
                                <p:cTn id="54" presetID="42" presetClass="entr" presetSubtype="0" fill="hold" grpId="0" nodeType="after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fade">
                                      <p:cBhvr>
                                        <p:cTn id="56" dur="1000"/>
                                        <p:tgtEl>
                                          <p:spTgt spid="36"/>
                                        </p:tgtEl>
                                      </p:cBhvr>
                                    </p:animEffect>
                                    <p:anim calcmode="lin" valueType="num">
                                      <p:cBhvr>
                                        <p:cTn id="57" dur="1000" fill="hold"/>
                                        <p:tgtEl>
                                          <p:spTgt spid="36"/>
                                        </p:tgtEl>
                                        <p:attrNameLst>
                                          <p:attrName>ppt_x</p:attrName>
                                        </p:attrNameLst>
                                      </p:cBhvr>
                                      <p:tavLst>
                                        <p:tav tm="0">
                                          <p:val>
                                            <p:strVal val="#ppt_x"/>
                                          </p:val>
                                        </p:tav>
                                        <p:tav tm="100000">
                                          <p:val>
                                            <p:strVal val="#ppt_x"/>
                                          </p:val>
                                        </p:tav>
                                      </p:tavLst>
                                    </p:anim>
                                    <p:anim calcmode="lin" valueType="num">
                                      <p:cBhvr>
                                        <p:cTn id="58" dur="1000" fill="hold"/>
                                        <p:tgtEl>
                                          <p:spTgt spid="36"/>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1000"/>
                                        <p:tgtEl>
                                          <p:spTgt spid="37"/>
                                        </p:tgtEl>
                                      </p:cBhvr>
                                    </p:animEffect>
                                    <p:anim calcmode="lin" valueType="num">
                                      <p:cBhvr>
                                        <p:cTn id="62" dur="1000" fill="hold"/>
                                        <p:tgtEl>
                                          <p:spTgt spid="37"/>
                                        </p:tgtEl>
                                        <p:attrNameLst>
                                          <p:attrName>ppt_x</p:attrName>
                                        </p:attrNameLst>
                                      </p:cBhvr>
                                      <p:tavLst>
                                        <p:tav tm="0">
                                          <p:val>
                                            <p:strVal val="#ppt_x"/>
                                          </p:val>
                                        </p:tav>
                                        <p:tav tm="100000">
                                          <p:val>
                                            <p:strVal val="#ppt_x"/>
                                          </p:val>
                                        </p:tav>
                                      </p:tavLst>
                                    </p:anim>
                                    <p:anim calcmode="lin" valueType="num">
                                      <p:cBhvr>
                                        <p:cTn id="63"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8" grpId="0" bldLvl="0" animBg="1"/>
      <p:bldP spid="29" grpId="0" bldLvl="0" animBg="1"/>
      <p:bldP spid="30" grpId="0" bldLvl="0" animBg="1"/>
      <p:bldP spid="31" grpId="0" bldLvl="0" animBg="1"/>
      <p:bldP spid="32" grpId="0" bldLvl="0" animBg="1"/>
      <p:bldP spid="33" grpId="0" bldLvl="0" animBg="1"/>
      <p:bldP spid="34" grpId="0" bldLvl="0" animBg="1"/>
      <p:bldP spid="35" grpId="0" bldLvl="0" animBg="1"/>
      <p:bldP spid="36" grpId="0" bldLvl="0" animBg="1"/>
      <p:bldP spid="37"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8000"/>
          </a:schemeClr>
        </a:solidFill>
        <a:effectLst/>
      </p:bgPr>
    </p:bg>
    <p:spTree>
      <p:nvGrpSpPr>
        <p:cNvPr id="1" name=""/>
        <p:cNvGrpSpPr/>
        <p:nvPr/>
      </p:nvGrpSpPr>
      <p:grpSpPr>
        <a:xfrm>
          <a:off x="0" y="0"/>
          <a:ext cx="0" cy="0"/>
          <a:chOff x="0" y="0"/>
          <a:chExt cx="0" cy="0"/>
        </a:xfrm>
      </p:grpSpPr>
      <p:sp>
        <p:nvSpPr>
          <p:cNvPr id="3" name="矩形: 圆角 2"/>
          <p:cNvSpPr/>
          <p:nvPr/>
        </p:nvSpPr>
        <p:spPr>
          <a:xfrm>
            <a:off x="335280" y="959485"/>
            <a:ext cx="11522075" cy="5229225"/>
          </a:xfrm>
          <a:prstGeom prst="roundRect">
            <a:avLst>
              <a:gd name="adj" fmla="val 3507"/>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 name="矩形 4"/>
          <p:cNvSpPr/>
          <p:nvPr/>
        </p:nvSpPr>
        <p:spPr>
          <a:xfrm>
            <a:off x="4879115" y="0"/>
            <a:ext cx="3347784" cy="6858000"/>
          </a:xfrm>
          <a:prstGeom prst="rect">
            <a:avLst/>
          </a:prstGeom>
          <a:blipFill rotWithShape="1">
            <a:blip r:embed="R60be8d5c6b81488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2" name="组合 21"/>
          <p:cNvGrpSpPr/>
          <p:nvPr/>
        </p:nvGrpSpPr>
        <p:grpSpPr>
          <a:xfrm>
            <a:off x="679948" y="1409691"/>
            <a:ext cx="3634837" cy="1446550"/>
            <a:chOff x="679948" y="509551"/>
            <a:chExt cx="3634837" cy="1446550"/>
          </a:xfrm>
        </p:grpSpPr>
        <p:sp>
          <p:nvSpPr>
            <p:cNvPr id="6" name="文本框 5"/>
            <p:cNvSpPr txBox="1"/>
            <p:nvPr/>
          </p:nvSpPr>
          <p:spPr>
            <a:xfrm>
              <a:off x="679948" y="509551"/>
              <a:ext cx="789908"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8800" b="0" i="0" u="none" strike="noStrike" kern="1200" cap="none" spc="0" normalizeH="0" baseline="0" noProof="0">
                  <a:ln>
                    <a:noFill/>
                  </a:ln>
                  <a:solidFill>
                    <a:schemeClr val="accent1">
                      <a:lumMod val="50000"/>
                    </a:schemeClr>
                  </a:solidFill>
                  <a:effectLst/>
                  <a:uLnTx/>
                  <a:uFillTx/>
                  <a:cs typeface="+mn-ea"/>
                  <a:sym typeface="+mn-lt"/>
                </a:rPr>
                <a:t>1</a:t>
              </a:r>
            </a:p>
          </p:txBody>
        </p:sp>
        <p:sp>
          <p:nvSpPr>
            <p:cNvPr id="7" name="文本框 6"/>
            <p:cNvSpPr txBox="1"/>
            <p:nvPr/>
          </p:nvSpPr>
          <p:spPr>
            <a:xfrm>
              <a:off x="1469856" y="786550"/>
              <a:ext cx="252855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prstClr val="black"/>
                  </a:solidFill>
                  <a:effectLst/>
                  <a:uLnTx/>
                  <a:uFillTx/>
                  <a:cs typeface="+mn-ea"/>
                  <a:sym typeface="+mn-lt"/>
                </a:rPr>
                <a:t>ENETER THE TEXT</a:t>
              </a: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8" name="文本框 7"/>
            <p:cNvSpPr txBox="1"/>
            <p:nvPr/>
          </p:nvSpPr>
          <p:spPr>
            <a:xfrm>
              <a:off x="1469856" y="1232826"/>
              <a:ext cx="2844929"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prstClr val="white">
                      <a:lumMod val="85000"/>
                    </a:prstClr>
                  </a:solidFill>
                  <a:effectLst/>
                  <a:uLnTx/>
                  <a:uFillTx/>
                  <a:cs typeface="+mn-ea"/>
                  <a:sym typeface="+mn-lt"/>
                </a:rPr>
                <a:t>Lorem ipsum dolor sit amet, consectetuer adipiscing elit. Maecenas porttitor congue massa. Fusce posuere, magna sed</a:t>
              </a:r>
            </a:p>
          </p:txBody>
        </p:sp>
      </p:grpSp>
      <p:grpSp>
        <p:nvGrpSpPr>
          <p:cNvPr id="2" name="组合 1"/>
          <p:cNvGrpSpPr/>
          <p:nvPr/>
        </p:nvGrpSpPr>
        <p:grpSpPr>
          <a:xfrm>
            <a:off x="679948" y="3001947"/>
            <a:ext cx="3634837" cy="1446550"/>
            <a:chOff x="263388" y="2592351"/>
            <a:chExt cx="3634837" cy="1446550"/>
          </a:xfrm>
        </p:grpSpPr>
        <p:sp>
          <p:nvSpPr>
            <p:cNvPr id="4" name="文本框 3"/>
            <p:cNvSpPr txBox="1"/>
            <p:nvPr/>
          </p:nvSpPr>
          <p:spPr>
            <a:xfrm>
              <a:off x="263388" y="2592351"/>
              <a:ext cx="789908" cy="1446550"/>
            </a:xfrm>
            <a:prstGeom prst="rect">
              <a:avLst/>
            </a:prstGeom>
            <a:noFill/>
          </p:spPr>
          <p:txBody>
            <a:bodyPr wrap="square" rtlCol="0">
              <a:spAutoFit/>
            </a:bodyPr>
            <a:lstStyle/>
            <a:p>
              <a:pPr algn="ctr">
                <a:defRPr/>
              </a:pPr>
              <a:r>
                <a:rPr lang="en-US" altLang="zh-CN" sz="8800">
                  <a:solidFill>
                    <a:schemeClr val="accent1">
                      <a:lumMod val="50000"/>
                    </a:schemeClr>
                  </a:solidFill>
                  <a:cs typeface="+mn-ea"/>
                  <a:sym typeface="+mn-lt"/>
                </a:rPr>
                <a:t>2</a:t>
              </a:r>
            </a:p>
          </p:txBody>
        </p:sp>
        <p:sp>
          <p:nvSpPr>
            <p:cNvPr id="13" name="文本框 12"/>
            <p:cNvSpPr txBox="1"/>
            <p:nvPr/>
          </p:nvSpPr>
          <p:spPr>
            <a:xfrm>
              <a:off x="1053296" y="2869350"/>
              <a:ext cx="2528553" cy="369332"/>
            </a:xfrm>
            <a:prstGeom prst="rect">
              <a:avLst/>
            </a:prstGeom>
            <a:noFill/>
          </p:spPr>
          <p:txBody>
            <a:bodyPr wrap="square" rtlCol="0">
              <a:spAutoFit/>
            </a:bodyPr>
            <a:lstStyle/>
            <a:p>
              <a:pPr>
                <a:defRPr/>
              </a:pPr>
              <a:r>
                <a:rPr lang="en-US" altLang="zh-CN">
                  <a:solidFill>
                    <a:prstClr val="black"/>
                  </a:solidFill>
                  <a:cs typeface="+mn-ea"/>
                  <a:sym typeface="+mn-lt"/>
                </a:rPr>
                <a:t>ENETER THE TEXT</a:t>
              </a:r>
              <a:endParaRPr lang="zh-CN" altLang="en-US">
                <a:solidFill>
                  <a:prstClr val="black"/>
                </a:solidFill>
                <a:cs typeface="+mn-ea"/>
                <a:sym typeface="+mn-lt"/>
              </a:endParaRPr>
            </a:p>
          </p:txBody>
        </p:sp>
        <p:sp>
          <p:nvSpPr>
            <p:cNvPr id="14" name="文本框 13"/>
            <p:cNvSpPr txBox="1"/>
            <p:nvPr/>
          </p:nvSpPr>
          <p:spPr>
            <a:xfrm>
              <a:off x="1053296" y="3315626"/>
              <a:ext cx="2844929" cy="553998"/>
            </a:xfrm>
            <a:prstGeom prst="rect">
              <a:avLst/>
            </a:prstGeom>
            <a:noFill/>
          </p:spPr>
          <p:txBody>
            <a:bodyPr wrap="square" rtlCol="0">
              <a:spAutoFit/>
            </a:bodyPr>
            <a:lstStyle/>
            <a:p>
              <a:pPr>
                <a:defRPr/>
              </a:pPr>
              <a:r>
                <a:rPr lang="en-US" altLang="zh-CN" sz="1000">
                  <a:solidFill>
                    <a:prstClr val="white">
                      <a:lumMod val="85000"/>
                    </a:prstClr>
                  </a:solidFill>
                  <a:cs typeface="+mn-ea"/>
                  <a:sym typeface="+mn-lt"/>
                </a:rPr>
                <a:t>Lorem ipsum dolor sit amet, consectetuer adipiscing elit. Maecenas porttitor congue massa. Fusce posuere, magna sed</a:t>
              </a:r>
            </a:p>
          </p:txBody>
        </p:sp>
      </p:grpSp>
      <p:grpSp>
        <p:nvGrpSpPr>
          <p:cNvPr id="15" name="组合 14"/>
          <p:cNvGrpSpPr/>
          <p:nvPr/>
        </p:nvGrpSpPr>
        <p:grpSpPr>
          <a:xfrm>
            <a:off x="679948" y="4594202"/>
            <a:ext cx="3634837" cy="1446550"/>
            <a:chOff x="263388" y="509551"/>
            <a:chExt cx="3634837" cy="1446550"/>
          </a:xfrm>
        </p:grpSpPr>
        <p:sp>
          <p:nvSpPr>
            <p:cNvPr id="16" name="文本框 15"/>
            <p:cNvSpPr txBox="1"/>
            <p:nvPr/>
          </p:nvSpPr>
          <p:spPr>
            <a:xfrm>
              <a:off x="263388" y="509551"/>
              <a:ext cx="789908" cy="1446550"/>
            </a:xfrm>
            <a:prstGeom prst="rect">
              <a:avLst/>
            </a:prstGeom>
            <a:noFill/>
          </p:spPr>
          <p:txBody>
            <a:bodyPr wrap="square" rtlCol="0">
              <a:spAutoFit/>
            </a:bodyPr>
            <a:lstStyle/>
            <a:p>
              <a:pPr algn="ctr">
                <a:defRPr/>
              </a:pPr>
              <a:r>
                <a:rPr lang="en-US" altLang="zh-CN" sz="8800">
                  <a:solidFill>
                    <a:schemeClr val="accent1">
                      <a:lumMod val="50000"/>
                    </a:schemeClr>
                  </a:solidFill>
                  <a:cs typeface="+mn-ea"/>
                  <a:sym typeface="+mn-lt"/>
                </a:rPr>
                <a:t>3</a:t>
              </a:r>
            </a:p>
          </p:txBody>
        </p:sp>
        <p:sp>
          <p:nvSpPr>
            <p:cNvPr id="17" name="文本框 16"/>
            <p:cNvSpPr txBox="1"/>
            <p:nvPr/>
          </p:nvSpPr>
          <p:spPr>
            <a:xfrm>
              <a:off x="1053296" y="786550"/>
              <a:ext cx="2528553" cy="369332"/>
            </a:xfrm>
            <a:prstGeom prst="rect">
              <a:avLst/>
            </a:prstGeom>
            <a:noFill/>
          </p:spPr>
          <p:txBody>
            <a:bodyPr wrap="square" rtlCol="0">
              <a:spAutoFit/>
            </a:bodyPr>
            <a:lstStyle/>
            <a:p>
              <a:pPr>
                <a:defRPr/>
              </a:pPr>
              <a:r>
                <a:rPr lang="en-US" altLang="zh-CN">
                  <a:solidFill>
                    <a:prstClr val="black"/>
                  </a:solidFill>
                  <a:cs typeface="+mn-ea"/>
                  <a:sym typeface="+mn-lt"/>
                </a:rPr>
                <a:t>ENETER THE TEXT</a:t>
              </a:r>
              <a:endParaRPr lang="zh-CN" altLang="en-US">
                <a:solidFill>
                  <a:prstClr val="black"/>
                </a:solidFill>
                <a:cs typeface="+mn-ea"/>
                <a:sym typeface="+mn-lt"/>
              </a:endParaRPr>
            </a:p>
          </p:txBody>
        </p:sp>
        <p:sp>
          <p:nvSpPr>
            <p:cNvPr id="18" name="文本框 17"/>
            <p:cNvSpPr txBox="1"/>
            <p:nvPr/>
          </p:nvSpPr>
          <p:spPr>
            <a:xfrm>
              <a:off x="1053296" y="1232826"/>
              <a:ext cx="2844929" cy="553998"/>
            </a:xfrm>
            <a:prstGeom prst="rect">
              <a:avLst/>
            </a:prstGeom>
            <a:noFill/>
          </p:spPr>
          <p:txBody>
            <a:bodyPr wrap="square" rtlCol="0">
              <a:spAutoFit/>
            </a:bodyPr>
            <a:lstStyle/>
            <a:p>
              <a:pPr>
                <a:defRPr/>
              </a:pPr>
              <a:r>
                <a:rPr lang="en-US" altLang="zh-CN" sz="1000">
                  <a:solidFill>
                    <a:prstClr val="white">
                      <a:lumMod val="85000"/>
                    </a:prstClr>
                  </a:solidFill>
                  <a:cs typeface="+mn-ea"/>
                  <a:sym typeface="+mn-lt"/>
                </a:rPr>
                <a:t>Lorem ipsum dolor sit amet, consectetuer adipiscing elit. Maecenas porttitor congue massa. Fusce posuere, magna sed</a:t>
              </a:r>
            </a:p>
          </p:txBody>
        </p:sp>
      </p:grpSp>
      <p:sp>
        <p:nvSpPr>
          <p:cNvPr id="19" name="文本框 18"/>
          <p:cNvSpPr txBox="1"/>
          <p:nvPr/>
        </p:nvSpPr>
        <p:spPr>
          <a:xfrm>
            <a:off x="5091125" y="1163740"/>
            <a:ext cx="2923765" cy="1938020"/>
          </a:xfrm>
          <a:prstGeom prst="rect">
            <a:avLst/>
          </a:prstGeom>
          <a:noFill/>
        </p:spPr>
        <p:txBody>
          <a:bodyPr wrap="square" rtlCol="0">
            <a:spAutoFit/>
          </a:bodyPr>
          <a:lstStyle/>
          <a:p>
            <a:pPr>
              <a:defRPr/>
            </a:pPr>
            <a:r>
              <a:rPr lang="en-US" altLang="zh-CN" sz="4000" b="1">
                <a:solidFill>
                  <a:schemeClr val="accent1">
                    <a:lumMod val="50000"/>
                  </a:schemeClr>
                </a:solidFill>
                <a:cs typeface="+mn-ea"/>
                <a:sym typeface="+mn-lt"/>
              </a:rPr>
              <a:t>TITLE COMPANY</a:t>
            </a:r>
          </a:p>
          <a:p>
            <a:pPr>
              <a:defRPr/>
            </a:pPr>
            <a:r>
              <a:rPr lang="en-US" altLang="zh-CN" sz="4000" b="1">
                <a:solidFill>
                  <a:schemeClr val="accent1">
                    <a:lumMod val="50000"/>
                  </a:schemeClr>
                </a:solidFill>
                <a:cs typeface="+mn-ea"/>
                <a:sym typeface="+mn-lt"/>
              </a:rPr>
              <a:t>VISION</a:t>
            </a:r>
          </a:p>
        </p:txBody>
      </p:sp>
      <p:grpSp>
        <p:nvGrpSpPr>
          <p:cNvPr id="20" name="组合 19"/>
          <p:cNvGrpSpPr/>
          <p:nvPr/>
        </p:nvGrpSpPr>
        <p:grpSpPr>
          <a:xfrm>
            <a:off x="5130543" y="3458997"/>
            <a:ext cx="2844929" cy="2447414"/>
            <a:chOff x="4879115" y="3458997"/>
            <a:chExt cx="2844929" cy="2447414"/>
          </a:xfrm>
        </p:grpSpPr>
        <p:sp>
          <p:nvSpPr>
            <p:cNvPr id="23" name="文本框 22"/>
            <p:cNvSpPr txBox="1"/>
            <p:nvPr/>
          </p:nvSpPr>
          <p:spPr>
            <a:xfrm>
              <a:off x="4879115" y="3458997"/>
              <a:ext cx="2844929" cy="1169551"/>
            </a:xfrm>
            <a:prstGeom prst="rect">
              <a:avLst/>
            </a:prstGeom>
            <a:noFill/>
          </p:spPr>
          <p:txBody>
            <a:bodyPr wrap="square" rtlCol="0">
              <a:spAutoFit/>
            </a:bodyPr>
            <a:lstStyle/>
            <a:p>
              <a:pPr>
                <a:defRPr/>
              </a:pPr>
              <a:r>
                <a:rPr lang="en-US" altLang="zh-CN" sz="1000">
                  <a:solidFill>
                    <a:schemeClr val="tx1">
                      <a:lumMod val="75000"/>
                      <a:lumOff val="25000"/>
                    </a:schemeClr>
                  </a:solidFill>
                  <a:cs typeface="+mn-ea"/>
                  <a:sym typeface="+mn-lt"/>
                </a:rPr>
                <a:t>Lorem ipsum dolor sit amet, consectetuer adipiscing elit. Maecenas porttitor congue massa. Fusce posuere, magna sedLorem ipsum dolor sit amet, consectetuer adipiscing elit. Maecenas porttitor congue massa. Fusce posuere, magna sed</a:t>
              </a:r>
            </a:p>
            <a:p>
              <a:pPr>
                <a:defRPr/>
              </a:pPr>
              <a:endParaRPr lang="en-US" altLang="zh-CN" sz="1000">
                <a:solidFill>
                  <a:schemeClr val="tx1">
                    <a:lumMod val="75000"/>
                    <a:lumOff val="25000"/>
                  </a:schemeClr>
                </a:solidFill>
                <a:cs typeface="+mn-ea"/>
                <a:sym typeface="+mn-lt"/>
              </a:endParaRPr>
            </a:p>
          </p:txBody>
        </p:sp>
        <p:sp>
          <p:nvSpPr>
            <p:cNvPr id="24" name="文本框 23"/>
            <p:cNvSpPr txBox="1"/>
            <p:nvPr/>
          </p:nvSpPr>
          <p:spPr>
            <a:xfrm>
              <a:off x="4879115" y="4615512"/>
              <a:ext cx="2844929" cy="553998"/>
            </a:xfrm>
            <a:prstGeom prst="rect">
              <a:avLst/>
            </a:prstGeom>
            <a:noFill/>
          </p:spPr>
          <p:txBody>
            <a:bodyPr wrap="square" rtlCol="0">
              <a:spAutoFit/>
            </a:bodyPr>
            <a:lstStyle/>
            <a:p>
              <a:pPr>
                <a:defRPr/>
              </a:pPr>
              <a:r>
                <a:rPr lang="en-US" altLang="zh-CN" sz="1000">
                  <a:solidFill>
                    <a:schemeClr val="tx1">
                      <a:lumMod val="75000"/>
                      <a:lumOff val="25000"/>
                    </a:schemeClr>
                  </a:solidFill>
                  <a:cs typeface="+mn-ea"/>
                  <a:sym typeface="+mn-lt"/>
                </a:rPr>
                <a:t>Lorem ipsum dolor sit amet, consectetuer adipiscing elit. Maecenas porttitor congue massa. Fusce posuere, magna sed</a:t>
              </a:r>
            </a:p>
          </p:txBody>
        </p:sp>
        <p:sp>
          <p:nvSpPr>
            <p:cNvPr id="25" name="文本框 24"/>
            <p:cNvSpPr txBox="1"/>
            <p:nvPr/>
          </p:nvSpPr>
          <p:spPr>
            <a:xfrm>
              <a:off x="4879115" y="5352413"/>
              <a:ext cx="2844929" cy="553998"/>
            </a:xfrm>
            <a:prstGeom prst="rect">
              <a:avLst/>
            </a:prstGeom>
            <a:noFill/>
          </p:spPr>
          <p:txBody>
            <a:bodyPr wrap="square" rtlCol="0">
              <a:spAutoFit/>
            </a:bodyPr>
            <a:lstStyle/>
            <a:p>
              <a:pPr>
                <a:defRPr/>
              </a:pPr>
              <a:r>
                <a:rPr lang="en-US" altLang="zh-CN" sz="1000">
                  <a:solidFill>
                    <a:schemeClr val="tx1">
                      <a:lumMod val="75000"/>
                      <a:lumOff val="25000"/>
                    </a:schemeClr>
                  </a:solidFill>
                  <a:cs typeface="+mn-ea"/>
                  <a:sym typeface="+mn-lt"/>
                </a:rPr>
                <a:t>Lorem ipsum dolor sit amet, consectetuer adipiscing elit. Maecenas porttitor congue massa. Fusce posuere, magna sed</a:t>
              </a:r>
            </a:p>
          </p:txBody>
        </p:sp>
      </p:grpSp>
      <p:graphicFrame>
        <p:nvGraphicFramePr>
          <p:cNvPr id="26" name="图表 25"/>
          <p:cNvGraphicFramePr/>
          <p:nvPr/>
        </p:nvGraphicFramePr>
        <p:xfrm>
          <a:off x="8417848" y="749935"/>
          <a:ext cx="3192551" cy="5362555"/>
        </p:xfrm>
        <a:graphic>
          <a:graphicData uri="http://schemas.openxmlformats.org/drawingml/2006/chart">
            <c:chart xmlns:c="http://schemas.openxmlformats.org/drawingml/2006/chart" xmlns:r="http://schemas.openxmlformats.org/officeDocument/2006/relationships" r:id="Rdb0503f050b74bb8"/>
          </a:graphicData>
        </a:graphic>
      </p:graphicFrame>
      <p:sp>
        <p:nvSpPr>
          <p:cNvPr id="12" name="矩形 11"/>
          <p:cNvSpPr/>
          <p:nvPr/>
        </p:nvSpPr>
        <p:spPr>
          <a:xfrm>
            <a:off x="610784" y="755821"/>
            <a:ext cx="517962" cy="45719"/>
          </a:xfrm>
          <a:prstGeom prst="rect">
            <a:avLst/>
          </a:prstGeom>
          <a:gradFill>
            <a:gsLst>
              <a:gs pos="50000">
                <a:schemeClr val="accent1">
                  <a:lumMod val="75000"/>
                  <a:alpha val="29000"/>
                </a:schemeClr>
              </a:gs>
              <a:gs pos="0">
                <a:schemeClr val="accent1">
                  <a:lumMod val="50000"/>
                  <a:alpha val="63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21" name="文本框 20"/>
          <p:cNvSpPr txBox="1"/>
          <p:nvPr/>
        </p:nvSpPr>
        <p:spPr>
          <a:xfrm>
            <a:off x="534670" y="380365"/>
            <a:ext cx="1605280" cy="337185"/>
          </a:xfrm>
          <a:prstGeom prst="rect">
            <a:avLst/>
          </a:prstGeom>
          <a:noFill/>
        </p:spPr>
        <p:txBody>
          <a:bodyPr wrap="square" rtlCol="0">
            <a:spAutoFit/>
          </a:bodyPr>
          <a:lstStyle/>
          <a:p>
            <a:pPr algn="dist"/>
            <a:r>
              <a:rPr lang="en-US" altLang="zh-CN" sz="1600" b="1" err="1">
                <a:solidFill>
                  <a:schemeClr val="accent1">
                    <a:lumMod val="50000"/>
                  </a:schemeClr>
                </a:solidFill>
                <a:cs typeface="+mn-ea"/>
                <a:sym typeface="+mn-lt"/>
              </a:rPr>
              <a:t>PART.02</a:t>
            </a:r>
          </a:p>
        </p:txBody>
      </p:sp>
      <p:sp>
        <p:nvSpPr>
          <p:cNvPr id="9" name="图文框 8"/>
          <p:cNvSpPr/>
          <p:nvPr/>
        </p:nvSpPr>
        <p:spPr>
          <a:xfrm>
            <a:off x="11207203" y="5963688"/>
            <a:ext cx="517962" cy="517962"/>
          </a:xfrm>
          <a:prstGeom prst="frame">
            <a:avLst>
              <a:gd name="adj1" fmla="val 5842"/>
            </a:avLst>
          </a:prstGeom>
          <a:solidFill>
            <a:schemeClr val="accent1">
              <a:lumMod val="75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03460" y="60042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05151" y="61887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spTree>
    <p:custDataLst>
      <p:tags r:id="R4edbc19749324a84"/>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 presetClass="entr" presetSubtype="10"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linds(horizontal)">
                                      <p:cBhvr>
                                        <p:cTn id="7" dur="500"/>
                                        <p:tgtEl>
                                          <p:spTgt spid="22"/>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par>
                                <p:cTn id="11" presetID="3" presetClass="entr" presetSubtype="1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blinds(horizontal)">
                                      <p:cBhvr>
                                        <p:cTn id="13" dur="500"/>
                                        <p:tgtEl>
                                          <p:spTgt spid="15"/>
                                        </p:tgtEl>
                                      </p:cBhvr>
                                    </p:animEffect>
                                  </p:childTnLst>
                                </p:cTn>
                              </p:par>
                              <p:par>
                                <p:cTn id="14" presetID="3" presetClass="entr" presetSubtype="10" fill="hold" nodeType="withEffect">
                                  <p:stCondLst>
                                    <p:cond delay="0"/>
                                  </p:stCondLst>
                                  <p:childTnLst>
                                    <p:set>
                                      <p:cBhvr>
                                        <p:cTn id="15" dur="1" fill="hold">
                                          <p:stCondLst>
                                            <p:cond delay="0"/>
                                          </p:stCondLst>
                                        </p:cTn>
                                        <p:tgtEl>
                                          <p:spTgt spid="26">
                                            <p:graphicEl>
                                              <a:chart bldStep="ptInSeries"/>
                                            </p:graphicEl>
                                          </p:spTgt>
                                        </p:tgtEl>
                                        <p:attrNameLst>
                                          <p:attrName>style.visibility</p:attrName>
                                        </p:attrNameLst>
                                      </p:cBhvr>
                                      <p:to>
                                        <p:strVal val="visible"/>
                                      </p:to>
                                    </p:set>
                                    <p:animEffect transition="in" filter="blinds(horizontal)">
                                      <p:cBhvr>
                                        <p:cTn id="16" dur="500"/>
                                        <p:tgtEl>
                                          <p:spTgt spid="26">
                                            <p:graphicEl>
                                              <a:chart bldStep="ptInSeries"/>
                                            </p:graphicEl>
                                          </p:spTgt>
                                        </p:tgtEl>
                                      </p:cBhvr>
                                    </p:animEffect>
                                  </p:childTnLst>
                                </p:cTn>
                              </p:par>
                              <p:par>
                                <p:cTn id="17" presetID="55"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1000" fill="hold"/>
                                        <p:tgtEl>
                                          <p:spTgt spid="3"/>
                                        </p:tgtEl>
                                        <p:attrNameLst>
                                          <p:attrName>ppt_w</p:attrName>
                                        </p:attrNameLst>
                                      </p:cBhvr>
                                      <p:tavLst>
                                        <p:tav tm="0">
                                          <p:val>
                                            <p:strVal val="#ppt_w*0.70"/>
                                          </p:val>
                                        </p:tav>
                                        <p:tav tm="100000">
                                          <p:val>
                                            <p:strVal val="#ppt_w"/>
                                          </p:val>
                                        </p:tav>
                                      </p:tavLst>
                                    </p:anim>
                                    <p:anim calcmode="lin" valueType="num">
                                      <p:cBhvr>
                                        <p:cTn id="20" dur="1000" fill="hold"/>
                                        <p:tgtEl>
                                          <p:spTgt spid="3"/>
                                        </p:tgtEl>
                                        <p:attrNameLst>
                                          <p:attrName>ppt_h</p:attrName>
                                        </p:attrNameLst>
                                      </p:cBhvr>
                                      <p:tavLst>
                                        <p:tav tm="0">
                                          <p:val>
                                            <p:strVal val="#ppt_h"/>
                                          </p:val>
                                        </p:tav>
                                        <p:tav tm="100000">
                                          <p:val>
                                            <p:strVal val="#ppt_h"/>
                                          </p:val>
                                        </p:tav>
                                      </p:tavLst>
                                    </p:anim>
                                    <p:animEffect transition="in" filter="fade">
                                      <p:cBhvr>
                                        <p:cTn id="21" dur="1000"/>
                                        <p:tgtEl>
                                          <p:spTgt spid="3"/>
                                        </p:tgtEl>
                                      </p:cBhvr>
                                    </p:animEffect>
                                  </p:childTnLst>
                                </p:cTn>
                              </p:par>
                            </p:childTnLst>
                          </p:cTn>
                        </p:par>
                        <p:par>
                          <p:cTn id="22" fill="hold" nodeType="afterGroup">
                            <p:stCondLst>
                              <p:cond delay="1000"/>
                            </p:stCondLst>
                            <p:childTnLst>
                              <p:par>
                                <p:cTn id="23" presetID="47" presetClass="entr" presetSubtype="0"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par>
                                <p:cTn id="28" presetID="47"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1000"/>
                                        <p:tgtEl>
                                          <p:spTgt spid="19"/>
                                        </p:tgtEl>
                                      </p:cBhvr>
                                    </p:animEffect>
                                    <p:anim calcmode="lin" valueType="num">
                                      <p:cBhvr>
                                        <p:cTn id="31" dur="1000" fill="hold"/>
                                        <p:tgtEl>
                                          <p:spTgt spid="19"/>
                                        </p:tgtEl>
                                        <p:attrNameLst>
                                          <p:attrName>ppt_x</p:attrName>
                                        </p:attrNameLst>
                                      </p:cBhvr>
                                      <p:tavLst>
                                        <p:tav tm="0">
                                          <p:val>
                                            <p:strVal val="#ppt_x"/>
                                          </p:val>
                                        </p:tav>
                                        <p:tav tm="100000">
                                          <p:val>
                                            <p:strVal val="#ppt_x"/>
                                          </p:val>
                                        </p:tav>
                                      </p:tavLst>
                                    </p:anim>
                                    <p:anim calcmode="lin" valueType="num">
                                      <p:cBhvr>
                                        <p:cTn id="32" dur="1000" fill="hold"/>
                                        <p:tgtEl>
                                          <p:spTgt spid="19"/>
                                        </p:tgtEl>
                                        <p:attrNameLst>
                                          <p:attrName>ppt_y</p:attrName>
                                        </p:attrNameLst>
                                      </p:cBhvr>
                                      <p:tavLst>
                                        <p:tav tm="0">
                                          <p:val>
                                            <p:strVal val="#ppt_y-.1"/>
                                          </p:val>
                                        </p:tav>
                                        <p:tav tm="100000">
                                          <p:val>
                                            <p:strVal val="#ppt_y"/>
                                          </p:val>
                                        </p:tav>
                                      </p:tavLst>
                                    </p:anim>
                                  </p:childTnLst>
                                </p:cTn>
                              </p:par>
                              <p:par>
                                <p:cTn id="33" presetID="47"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1000"/>
                                        <p:tgtEl>
                                          <p:spTgt spid="20"/>
                                        </p:tgtEl>
                                      </p:cBhvr>
                                    </p:animEffect>
                                    <p:anim calcmode="lin" valueType="num">
                                      <p:cBhvr>
                                        <p:cTn id="36" dur="1000" fill="hold"/>
                                        <p:tgtEl>
                                          <p:spTgt spid="20"/>
                                        </p:tgtEl>
                                        <p:attrNameLst>
                                          <p:attrName>ppt_x</p:attrName>
                                        </p:attrNameLst>
                                      </p:cBhvr>
                                      <p:tavLst>
                                        <p:tav tm="0">
                                          <p:val>
                                            <p:strVal val="#ppt_x"/>
                                          </p:val>
                                        </p:tav>
                                        <p:tav tm="100000">
                                          <p:val>
                                            <p:strVal val="#ppt_x"/>
                                          </p:val>
                                        </p:tav>
                                      </p:tavLst>
                                    </p:anim>
                                    <p:anim calcmode="lin" valueType="num">
                                      <p:cBhvr>
                                        <p:cTn id="3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8000"/>
          </a:schemeClr>
        </a:solidFill>
        <a:effectLst/>
      </p:bgPr>
    </p:bg>
    <p:spTree>
      <p:nvGrpSpPr>
        <p:cNvPr id="1" name=""/>
        <p:cNvGrpSpPr/>
        <p:nvPr/>
      </p:nvGrpSpPr>
      <p:grpSpPr>
        <a:xfrm>
          <a:off x="0" y="0"/>
          <a:ext cx="0" cy="0"/>
          <a:chOff x="0" y="0"/>
          <a:chExt cx="0" cy="0"/>
        </a:xfrm>
      </p:grpSpPr>
      <p:sp>
        <p:nvSpPr>
          <p:cNvPr id="12" name="矩形 11"/>
          <p:cNvSpPr/>
          <p:nvPr/>
        </p:nvSpPr>
        <p:spPr>
          <a:xfrm>
            <a:off x="610784" y="755821"/>
            <a:ext cx="517962" cy="45719"/>
          </a:xfrm>
          <a:prstGeom prst="rect">
            <a:avLst/>
          </a:prstGeom>
          <a:gradFill>
            <a:gsLst>
              <a:gs pos="50000">
                <a:schemeClr val="accent1">
                  <a:lumMod val="75000"/>
                  <a:alpha val="29000"/>
                </a:schemeClr>
              </a:gs>
              <a:gs pos="0">
                <a:schemeClr val="accent1">
                  <a:lumMod val="50000"/>
                  <a:alpha val="63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21" name="文本框 20"/>
          <p:cNvSpPr txBox="1"/>
          <p:nvPr/>
        </p:nvSpPr>
        <p:spPr>
          <a:xfrm>
            <a:off x="534670" y="380365"/>
            <a:ext cx="1605280" cy="337185"/>
          </a:xfrm>
          <a:prstGeom prst="rect">
            <a:avLst/>
          </a:prstGeom>
          <a:noFill/>
        </p:spPr>
        <p:txBody>
          <a:bodyPr wrap="square" rtlCol="0">
            <a:spAutoFit/>
          </a:bodyPr>
          <a:lstStyle/>
          <a:p>
            <a:pPr algn="dist"/>
            <a:r>
              <a:rPr lang="en-US" altLang="zh-CN" sz="1600" b="1" err="1">
                <a:solidFill>
                  <a:schemeClr val="accent1">
                    <a:lumMod val="50000"/>
                  </a:schemeClr>
                </a:solidFill>
                <a:cs typeface="+mn-ea"/>
                <a:sym typeface="+mn-lt"/>
              </a:rPr>
              <a:t>PART.02</a:t>
            </a:r>
          </a:p>
        </p:txBody>
      </p:sp>
      <p:sp>
        <p:nvSpPr>
          <p:cNvPr id="9" name="图文框 8"/>
          <p:cNvSpPr/>
          <p:nvPr/>
        </p:nvSpPr>
        <p:spPr>
          <a:xfrm>
            <a:off x="11207203" y="5963688"/>
            <a:ext cx="517962" cy="517962"/>
          </a:xfrm>
          <a:prstGeom prst="frame">
            <a:avLst>
              <a:gd name="adj1" fmla="val 5842"/>
            </a:avLst>
          </a:prstGeom>
          <a:solidFill>
            <a:schemeClr val="accent1">
              <a:lumMod val="75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03460" y="60042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05151" y="61887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grpSp>
        <p:nvGrpSpPr>
          <p:cNvPr id="27" name="组合 26"/>
          <p:cNvGrpSpPr/>
          <p:nvPr/>
        </p:nvGrpSpPr>
        <p:grpSpPr>
          <a:xfrm>
            <a:off x="3914644" y="1667193"/>
            <a:ext cx="4341678" cy="4130013"/>
            <a:chOff x="3368738" y="1067753"/>
            <a:chExt cx="5439439" cy="5174256"/>
          </a:xfrm>
          <a:solidFill>
            <a:schemeClr val="bg1"/>
          </a:solidFill>
          <a:effectLst>
            <a:outerShdw blurRad="50800" dist="38100" dir="5400000" algn="t" rotWithShape="0">
              <a:prstClr val="black">
                <a:alpha val="40000"/>
              </a:prstClr>
            </a:outerShdw>
          </a:effectLst>
        </p:grpSpPr>
        <p:sp>
          <p:nvSpPr>
            <p:cNvPr id="28" name="直角三角形 27"/>
            <p:cNvSpPr/>
            <p:nvPr/>
          </p:nvSpPr>
          <p:spPr>
            <a:xfrm>
              <a:off x="6633988" y="1067753"/>
              <a:ext cx="1306943" cy="3112440"/>
            </a:xfrm>
            <a:prstGeom prst="rtTriangle">
              <a:avLst/>
            </a:prstGeom>
            <a:solidFill>
              <a:schemeClr val="accent1">
                <a:lumMod val="50000"/>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a:cs typeface="+mn-ea"/>
                <a:sym typeface="+mn-lt"/>
              </a:endParaRPr>
            </a:p>
          </p:txBody>
        </p:sp>
        <p:sp>
          <p:nvSpPr>
            <p:cNvPr id="29" name="直角三角形 28"/>
            <p:cNvSpPr/>
            <p:nvPr/>
          </p:nvSpPr>
          <p:spPr>
            <a:xfrm rot="16200000">
              <a:off x="4270079" y="780897"/>
              <a:ext cx="1309760" cy="3112442"/>
            </a:xfrm>
            <a:prstGeom prst="rtTriangle">
              <a:avLst/>
            </a:prstGeom>
            <a:solidFill>
              <a:schemeClr val="accent1">
                <a:lumMod val="50000"/>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a:cs typeface="+mn-ea"/>
                <a:sym typeface="+mn-lt"/>
              </a:endParaRPr>
            </a:p>
          </p:txBody>
        </p:sp>
        <p:sp>
          <p:nvSpPr>
            <p:cNvPr id="30" name="直角三角形 29"/>
            <p:cNvSpPr/>
            <p:nvPr/>
          </p:nvSpPr>
          <p:spPr>
            <a:xfrm rot="10800000">
              <a:off x="4259519" y="3129569"/>
              <a:ext cx="1309761" cy="3112440"/>
            </a:xfrm>
            <a:prstGeom prst="rtTriangle">
              <a:avLst/>
            </a:prstGeom>
            <a:solidFill>
              <a:schemeClr val="accent1">
                <a:lumMod val="50000"/>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a:cs typeface="+mn-ea"/>
                <a:sym typeface="+mn-lt"/>
              </a:endParaRPr>
            </a:p>
          </p:txBody>
        </p:sp>
        <p:sp>
          <p:nvSpPr>
            <p:cNvPr id="31" name="直角三角形 30"/>
            <p:cNvSpPr/>
            <p:nvPr/>
          </p:nvSpPr>
          <p:spPr>
            <a:xfrm rot="5400000">
              <a:off x="6598485" y="3390106"/>
              <a:ext cx="1306943" cy="3112441"/>
            </a:xfrm>
            <a:prstGeom prst="rtTriangle">
              <a:avLst/>
            </a:prstGeom>
            <a:solidFill>
              <a:schemeClr val="accent1">
                <a:lumMod val="50000"/>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cs typeface="+mn-ea"/>
                <a:sym typeface="+mn-lt"/>
              </a:endParaRPr>
            </a:p>
          </p:txBody>
        </p:sp>
      </p:grpSp>
      <p:sp>
        <p:nvSpPr>
          <p:cNvPr id="32" name="文本框 31"/>
          <p:cNvSpPr txBox="1"/>
          <p:nvPr/>
        </p:nvSpPr>
        <p:spPr>
          <a:xfrm>
            <a:off x="7917118" y="2515699"/>
            <a:ext cx="1782951" cy="338554"/>
          </a:xfrm>
          <a:prstGeom prst="rect">
            <a:avLst/>
          </a:prstGeom>
        </p:spPr>
        <p:txBody>
          <a:bodyPr wrap="square">
            <a:spAutoFit/>
          </a:bodyPr>
          <a:lstStyle>
            <a:defPPr>
              <a:defRPr lang="zh-CN"/>
            </a:defPPr>
            <a:lvl1pPr>
              <a:defRPr sz="1400" spc="-150">
                <a:solidFill>
                  <a:schemeClr val="bg1"/>
                </a:solidFill>
                <a:latin typeface="Meiryo" panose="020B0604030504040204" pitchFamily="34" charset="-128"/>
                <a:ea typeface="Meiryo" panose="020B0604030504040204" pitchFamily="34" charset="-128"/>
              </a:defRPr>
            </a:lvl1pPr>
          </a:lstStyle>
          <a:p>
            <a:r>
              <a:rPr lang="zh-CN" altLang="en-US" sz="1600" spc="0">
                <a:solidFill>
                  <a:schemeClr val="tx1">
                    <a:lumMod val="65000"/>
                    <a:lumOff val="35000"/>
                  </a:schemeClr>
                </a:solidFill>
                <a:latin typeface="+mn-lt"/>
                <a:ea typeface="+mn-ea"/>
                <a:cs typeface="+mn-ea"/>
                <a:sym typeface="+mn-lt"/>
              </a:rPr>
              <a:t>输入您的标题</a:t>
            </a:r>
          </a:p>
        </p:txBody>
      </p:sp>
      <p:sp>
        <p:nvSpPr>
          <p:cNvPr id="33" name="矩形 32"/>
          <p:cNvSpPr/>
          <p:nvPr/>
        </p:nvSpPr>
        <p:spPr>
          <a:xfrm>
            <a:off x="7917118" y="2825136"/>
            <a:ext cx="2754529" cy="646331"/>
          </a:xfrm>
          <a:prstGeom prst="rect">
            <a:avLst/>
          </a:prstGeom>
        </p:spPr>
        <p:txBody>
          <a:bodyPr wrap="square">
            <a:spAutoFit/>
          </a:bodyPr>
          <a:lstStyle/>
          <a:p>
            <a:r>
              <a:rPr lang="en-US" altLang="zh-CN" sz="1200">
                <a:solidFill>
                  <a:schemeClr val="tx1">
                    <a:lumMod val="65000"/>
                    <a:lumOff val="35000"/>
                  </a:schemeClr>
                </a:solidFill>
                <a:cs typeface="+mn-ea"/>
                <a:sym typeface="+mn-lt"/>
              </a:rPr>
              <a:t>Lorem ipsum dolor sit amet, consectetuer adipiscing elit. Maecenas porttitor congue massa. </a:t>
            </a:r>
          </a:p>
        </p:txBody>
      </p:sp>
      <p:sp>
        <p:nvSpPr>
          <p:cNvPr id="34" name="文本框 33"/>
          <p:cNvSpPr txBox="1"/>
          <p:nvPr/>
        </p:nvSpPr>
        <p:spPr>
          <a:xfrm>
            <a:off x="6879057" y="5071644"/>
            <a:ext cx="1782951" cy="338554"/>
          </a:xfrm>
          <a:prstGeom prst="rect">
            <a:avLst/>
          </a:prstGeom>
        </p:spPr>
        <p:txBody>
          <a:bodyPr wrap="square">
            <a:spAutoFit/>
          </a:bodyPr>
          <a:lstStyle>
            <a:defPPr>
              <a:defRPr lang="zh-CN"/>
            </a:defPPr>
            <a:lvl1pPr>
              <a:defRPr sz="1400" spc="-150">
                <a:solidFill>
                  <a:schemeClr val="bg1"/>
                </a:solidFill>
                <a:latin typeface="Meiryo" panose="020B0604030504040204" pitchFamily="34" charset="-128"/>
                <a:ea typeface="Meiryo" panose="020B0604030504040204" pitchFamily="34" charset="-128"/>
              </a:defRPr>
            </a:lvl1pPr>
          </a:lstStyle>
          <a:p>
            <a:r>
              <a:rPr lang="zh-CN" altLang="en-US" sz="1600" spc="0">
                <a:solidFill>
                  <a:schemeClr val="tx1">
                    <a:lumMod val="65000"/>
                    <a:lumOff val="35000"/>
                  </a:schemeClr>
                </a:solidFill>
                <a:latin typeface="+mn-lt"/>
                <a:ea typeface="+mn-ea"/>
                <a:cs typeface="+mn-ea"/>
                <a:sym typeface="+mn-lt"/>
              </a:rPr>
              <a:t>输入您的标题</a:t>
            </a:r>
          </a:p>
        </p:txBody>
      </p:sp>
      <p:sp>
        <p:nvSpPr>
          <p:cNvPr id="35" name="矩形 34"/>
          <p:cNvSpPr/>
          <p:nvPr/>
        </p:nvSpPr>
        <p:spPr>
          <a:xfrm>
            <a:off x="6879057" y="5393781"/>
            <a:ext cx="2754529" cy="646331"/>
          </a:xfrm>
          <a:prstGeom prst="rect">
            <a:avLst/>
          </a:prstGeom>
        </p:spPr>
        <p:txBody>
          <a:bodyPr wrap="square">
            <a:spAutoFit/>
          </a:bodyPr>
          <a:lstStyle/>
          <a:p>
            <a:r>
              <a:rPr lang="en-US" altLang="zh-CN" sz="1200">
                <a:solidFill>
                  <a:schemeClr val="tx1">
                    <a:lumMod val="65000"/>
                    <a:lumOff val="35000"/>
                  </a:schemeClr>
                </a:solidFill>
                <a:cs typeface="+mn-ea"/>
                <a:sym typeface="+mn-lt"/>
              </a:rPr>
              <a:t>Lorem ipsum dolor sit amet, consectetuer adipiscing elit. Maecenas porttitor congue massa. </a:t>
            </a:r>
          </a:p>
        </p:txBody>
      </p:sp>
      <p:sp>
        <p:nvSpPr>
          <p:cNvPr id="36" name="文本框 35"/>
          <p:cNvSpPr txBox="1"/>
          <p:nvPr/>
        </p:nvSpPr>
        <p:spPr>
          <a:xfrm>
            <a:off x="3521657" y="1512511"/>
            <a:ext cx="1782951" cy="337185"/>
          </a:xfrm>
          <a:prstGeom prst="rect">
            <a:avLst/>
          </a:prstGeom>
        </p:spPr>
        <p:txBody>
          <a:bodyPr wrap="square">
            <a:spAutoFit/>
          </a:bodyPr>
          <a:lstStyle>
            <a:defPPr>
              <a:defRPr lang="zh-CN"/>
            </a:defPPr>
            <a:lvl1pPr>
              <a:defRPr sz="1400" spc="-150">
                <a:solidFill>
                  <a:schemeClr val="bg1"/>
                </a:solidFill>
                <a:latin typeface="Meiryo" panose="020B0604030504040204" pitchFamily="34" charset="-128"/>
                <a:ea typeface="Meiryo" panose="020B0604030504040204" pitchFamily="34" charset="-128"/>
              </a:defRPr>
            </a:lvl1pPr>
          </a:lstStyle>
          <a:p>
            <a:pPr algn="r"/>
            <a:r>
              <a:rPr lang="zh-CN" altLang="en-US" sz="1600" spc="0">
                <a:solidFill>
                  <a:schemeClr val="tx1">
                    <a:lumMod val="65000"/>
                    <a:lumOff val="35000"/>
                  </a:schemeClr>
                </a:solidFill>
                <a:latin typeface="+mn-lt"/>
                <a:ea typeface="+mn-ea"/>
                <a:cs typeface="+mn-ea"/>
                <a:sym typeface="+mn-lt"/>
              </a:rPr>
              <a:t>输入您的标题</a:t>
            </a:r>
          </a:p>
        </p:txBody>
      </p:sp>
      <p:sp>
        <p:nvSpPr>
          <p:cNvPr id="37" name="矩形 36"/>
          <p:cNvSpPr/>
          <p:nvPr/>
        </p:nvSpPr>
        <p:spPr>
          <a:xfrm>
            <a:off x="2550079" y="1849888"/>
            <a:ext cx="2754529" cy="646331"/>
          </a:xfrm>
          <a:prstGeom prst="rect">
            <a:avLst/>
          </a:prstGeom>
        </p:spPr>
        <p:txBody>
          <a:bodyPr wrap="square">
            <a:spAutoFit/>
          </a:bodyPr>
          <a:lstStyle/>
          <a:p>
            <a:pPr algn="r"/>
            <a:r>
              <a:rPr lang="en-US" altLang="zh-CN" sz="1200">
                <a:solidFill>
                  <a:schemeClr val="tx1">
                    <a:lumMod val="65000"/>
                    <a:lumOff val="35000"/>
                  </a:schemeClr>
                </a:solidFill>
                <a:cs typeface="+mn-ea"/>
                <a:sym typeface="+mn-lt"/>
              </a:rPr>
              <a:t>Lorem ipsum dolor sit amet, consectetuer adipiscing elit. Maecenas porttitor congue massa. </a:t>
            </a:r>
          </a:p>
        </p:txBody>
      </p:sp>
      <p:sp>
        <p:nvSpPr>
          <p:cNvPr id="38" name="文本框 37"/>
          <p:cNvSpPr txBox="1"/>
          <p:nvPr/>
        </p:nvSpPr>
        <p:spPr>
          <a:xfrm>
            <a:off x="2449714" y="4072143"/>
            <a:ext cx="1782951" cy="338554"/>
          </a:xfrm>
          <a:prstGeom prst="rect">
            <a:avLst/>
          </a:prstGeom>
        </p:spPr>
        <p:txBody>
          <a:bodyPr wrap="square">
            <a:spAutoFit/>
          </a:bodyPr>
          <a:lstStyle>
            <a:defPPr>
              <a:defRPr lang="zh-CN"/>
            </a:defPPr>
            <a:lvl1pPr>
              <a:defRPr sz="1400" spc="-150">
                <a:solidFill>
                  <a:schemeClr val="bg1"/>
                </a:solidFill>
                <a:latin typeface="Meiryo" panose="020B0604030504040204" pitchFamily="34" charset="-128"/>
                <a:ea typeface="Meiryo" panose="020B0604030504040204" pitchFamily="34" charset="-128"/>
              </a:defRPr>
            </a:lvl1pPr>
          </a:lstStyle>
          <a:p>
            <a:pPr algn="r"/>
            <a:r>
              <a:rPr lang="zh-CN" altLang="en-US" sz="1600" spc="0">
                <a:solidFill>
                  <a:schemeClr val="tx1">
                    <a:lumMod val="65000"/>
                    <a:lumOff val="35000"/>
                  </a:schemeClr>
                </a:solidFill>
                <a:latin typeface="+mn-lt"/>
                <a:ea typeface="+mn-ea"/>
                <a:cs typeface="+mn-ea"/>
                <a:sym typeface="+mn-lt"/>
              </a:rPr>
              <a:t>输入您的标题</a:t>
            </a:r>
          </a:p>
        </p:txBody>
      </p:sp>
      <p:sp>
        <p:nvSpPr>
          <p:cNvPr id="39" name="矩形 38"/>
          <p:cNvSpPr/>
          <p:nvPr/>
        </p:nvSpPr>
        <p:spPr>
          <a:xfrm>
            <a:off x="1465436" y="4381580"/>
            <a:ext cx="2754529" cy="646331"/>
          </a:xfrm>
          <a:prstGeom prst="rect">
            <a:avLst/>
          </a:prstGeom>
        </p:spPr>
        <p:txBody>
          <a:bodyPr wrap="square">
            <a:spAutoFit/>
          </a:bodyPr>
          <a:lstStyle/>
          <a:p>
            <a:pPr algn="r"/>
            <a:r>
              <a:rPr lang="en-US" altLang="zh-CN" sz="1200">
                <a:solidFill>
                  <a:schemeClr val="tx1">
                    <a:lumMod val="65000"/>
                    <a:lumOff val="35000"/>
                  </a:schemeClr>
                </a:solidFill>
                <a:cs typeface="+mn-ea"/>
                <a:sym typeface="+mn-lt"/>
              </a:rPr>
              <a:t>Lorem ipsum dolor sit amet, consectetuer adipiscing elit. Maecenas porttitor congue massa. </a:t>
            </a:r>
          </a:p>
        </p:txBody>
      </p:sp>
    </p:spTree>
    <p:custDataLst>
      <p:tags r:id="R966611fa90424a80"/>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1" presetClass="entr" presetSubtype="1"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heel(1)">
                                      <p:cBhvr>
                                        <p:cTn id="7" dur="2000"/>
                                        <p:tgtEl>
                                          <p:spTgt spid="27"/>
                                        </p:tgtEl>
                                      </p:cBhvr>
                                    </p:animEffect>
                                  </p:childTnLst>
                                </p:cTn>
                              </p:par>
                            </p:childTnLst>
                          </p:cTn>
                        </p:par>
                        <p:par>
                          <p:cTn id="8" fill="hold" nodeType="afterGroup">
                            <p:stCondLst>
                              <p:cond delay="2000"/>
                            </p:stCondLst>
                            <p:childTnLst>
                              <p:par>
                                <p:cTn id="9" presetID="55" presetClass="entr" presetSubtype="0"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p:cTn id="11" dur="1000" fill="hold"/>
                                        <p:tgtEl>
                                          <p:spTgt spid="34"/>
                                        </p:tgtEl>
                                        <p:attrNameLst>
                                          <p:attrName>ppt_w</p:attrName>
                                        </p:attrNameLst>
                                      </p:cBhvr>
                                      <p:tavLst>
                                        <p:tav tm="0">
                                          <p:val>
                                            <p:strVal val="#ppt_w*0.70"/>
                                          </p:val>
                                        </p:tav>
                                        <p:tav tm="100000">
                                          <p:val>
                                            <p:strVal val="#ppt_w"/>
                                          </p:val>
                                        </p:tav>
                                      </p:tavLst>
                                    </p:anim>
                                    <p:anim calcmode="lin" valueType="num">
                                      <p:cBhvr>
                                        <p:cTn id="12" dur="1000" fill="hold"/>
                                        <p:tgtEl>
                                          <p:spTgt spid="34"/>
                                        </p:tgtEl>
                                        <p:attrNameLst>
                                          <p:attrName>ppt_h</p:attrName>
                                        </p:attrNameLst>
                                      </p:cBhvr>
                                      <p:tavLst>
                                        <p:tav tm="0">
                                          <p:val>
                                            <p:strVal val="#ppt_h"/>
                                          </p:val>
                                        </p:tav>
                                        <p:tav tm="100000">
                                          <p:val>
                                            <p:strVal val="#ppt_h"/>
                                          </p:val>
                                        </p:tav>
                                      </p:tavLst>
                                    </p:anim>
                                    <p:animEffect transition="in" filter="fade">
                                      <p:cBhvr>
                                        <p:cTn id="13" dur="1000"/>
                                        <p:tgtEl>
                                          <p:spTgt spid="34"/>
                                        </p:tgtEl>
                                      </p:cBhvr>
                                    </p:animEffect>
                                  </p:childTnLst>
                                </p:cTn>
                              </p:par>
                              <p:par>
                                <p:cTn id="14" presetID="55" presetClass="entr" presetSubtype="0" fill="hold" grpId="0" nodeType="withEffect">
                                  <p:stCondLst>
                                    <p:cond delay="0"/>
                                  </p:stCondLst>
                                  <p:childTnLst>
                                    <p:set>
                                      <p:cBhvr>
                                        <p:cTn id="15" dur="1" fill="hold">
                                          <p:stCondLst>
                                            <p:cond delay="0"/>
                                          </p:stCondLst>
                                        </p:cTn>
                                        <p:tgtEl>
                                          <p:spTgt spid="36"/>
                                        </p:tgtEl>
                                        <p:attrNameLst>
                                          <p:attrName>style.visibility</p:attrName>
                                        </p:attrNameLst>
                                      </p:cBhvr>
                                      <p:to>
                                        <p:strVal val="visible"/>
                                      </p:to>
                                    </p:set>
                                    <p:anim calcmode="lin" valueType="num">
                                      <p:cBhvr>
                                        <p:cTn id="16" dur="1000" fill="hold"/>
                                        <p:tgtEl>
                                          <p:spTgt spid="36"/>
                                        </p:tgtEl>
                                        <p:attrNameLst>
                                          <p:attrName>ppt_w</p:attrName>
                                        </p:attrNameLst>
                                      </p:cBhvr>
                                      <p:tavLst>
                                        <p:tav tm="0">
                                          <p:val>
                                            <p:strVal val="#ppt_w*0.70"/>
                                          </p:val>
                                        </p:tav>
                                        <p:tav tm="100000">
                                          <p:val>
                                            <p:strVal val="#ppt_w"/>
                                          </p:val>
                                        </p:tav>
                                      </p:tavLst>
                                    </p:anim>
                                    <p:anim calcmode="lin" valueType="num">
                                      <p:cBhvr>
                                        <p:cTn id="17" dur="1000" fill="hold"/>
                                        <p:tgtEl>
                                          <p:spTgt spid="36"/>
                                        </p:tgtEl>
                                        <p:attrNameLst>
                                          <p:attrName>ppt_h</p:attrName>
                                        </p:attrNameLst>
                                      </p:cBhvr>
                                      <p:tavLst>
                                        <p:tav tm="0">
                                          <p:val>
                                            <p:strVal val="#ppt_h"/>
                                          </p:val>
                                        </p:tav>
                                        <p:tav tm="100000">
                                          <p:val>
                                            <p:strVal val="#ppt_h"/>
                                          </p:val>
                                        </p:tav>
                                      </p:tavLst>
                                    </p:anim>
                                    <p:animEffect transition="in" filter="fade">
                                      <p:cBhvr>
                                        <p:cTn id="18" dur="1000"/>
                                        <p:tgtEl>
                                          <p:spTgt spid="36"/>
                                        </p:tgtEl>
                                      </p:cBhvr>
                                    </p:animEffect>
                                  </p:childTnLst>
                                </p:cTn>
                              </p:par>
                              <p:par>
                                <p:cTn id="19" presetID="55"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anim calcmode="lin" valueType="num">
                                      <p:cBhvr>
                                        <p:cTn id="21" dur="1000" fill="hold"/>
                                        <p:tgtEl>
                                          <p:spTgt spid="37"/>
                                        </p:tgtEl>
                                        <p:attrNameLst>
                                          <p:attrName>ppt_w</p:attrName>
                                        </p:attrNameLst>
                                      </p:cBhvr>
                                      <p:tavLst>
                                        <p:tav tm="0">
                                          <p:val>
                                            <p:strVal val="#ppt_w*0.70"/>
                                          </p:val>
                                        </p:tav>
                                        <p:tav tm="100000">
                                          <p:val>
                                            <p:strVal val="#ppt_w"/>
                                          </p:val>
                                        </p:tav>
                                      </p:tavLst>
                                    </p:anim>
                                    <p:anim calcmode="lin" valueType="num">
                                      <p:cBhvr>
                                        <p:cTn id="22" dur="1000" fill="hold"/>
                                        <p:tgtEl>
                                          <p:spTgt spid="37"/>
                                        </p:tgtEl>
                                        <p:attrNameLst>
                                          <p:attrName>ppt_h</p:attrName>
                                        </p:attrNameLst>
                                      </p:cBhvr>
                                      <p:tavLst>
                                        <p:tav tm="0">
                                          <p:val>
                                            <p:strVal val="#ppt_h"/>
                                          </p:val>
                                        </p:tav>
                                        <p:tav tm="100000">
                                          <p:val>
                                            <p:strVal val="#ppt_h"/>
                                          </p:val>
                                        </p:tav>
                                      </p:tavLst>
                                    </p:anim>
                                    <p:animEffect transition="in" filter="fade">
                                      <p:cBhvr>
                                        <p:cTn id="23" dur="1000"/>
                                        <p:tgtEl>
                                          <p:spTgt spid="37"/>
                                        </p:tgtEl>
                                      </p:cBhvr>
                                    </p:animEffect>
                                  </p:childTnLst>
                                </p:cTn>
                              </p:par>
                              <p:par>
                                <p:cTn id="24" presetID="55" presetClass="entr" presetSubtype="0" fill="hold" grpId="0" nodeType="withEffect">
                                  <p:stCondLst>
                                    <p:cond delay="0"/>
                                  </p:stCondLst>
                                  <p:childTnLst>
                                    <p:set>
                                      <p:cBhvr>
                                        <p:cTn id="25" dur="1" fill="hold">
                                          <p:stCondLst>
                                            <p:cond delay="0"/>
                                          </p:stCondLst>
                                        </p:cTn>
                                        <p:tgtEl>
                                          <p:spTgt spid="38"/>
                                        </p:tgtEl>
                                        <p:attrNameLst>
                                          <p:attrName>style.visibility</p:attrName>
                                        </p:attrNameLst>
                                      </p:cBhvr>
                                      <p:to>
                                        <p:strVal val="visible"/>
                                      </p:to>
                                    </p:set>
                                    <p:anim calcmode="lin" valueType="num">
                                      <p:cBhvr>
                                        <p:cTn id="26" dur="1000" fill="hold"/>
                                        <p:tgtEl>
                                          <p:spTgt spid="38"/>
                                        </p:tgtEl>
                                        <p:attrNameLst>
                                          <p:attrName>ppt_w</p:attrName>
                                        </p:attrNameLst>
                                      </p:cBhvr>
                                      <p:tavLst>
                                        <p:tav tm="0">
                                          <p:val>
                                            <p:strVal val="#ppt_w*0.70"/>
                                          </p:val>
                                        </p:tav>
                                        <p:tav tm="100000">
                                          <p:val>
                                            <p:strVal val="#ppt_w"/>
                                          </p:val>
                                        </p:tav>
                                      </p:tavLst>
                                    </p:anim>
                                    <p:anim calcmode="lin" valueType="num">
                                      <p:cBhvr>
                                        <p:cTn id="27" dur="1000" fill="hold"/>
                                        <p:tgtEl>
                                          <p:spTgt spid="38"/>
                                        </p:tgtEl>
                                        <p:attrNameLst>
                                          <p:attrName>ppt_h</p:attrName>
                                        </p:attrNameLst>
                                      </p:cBhvr>
                                      <p:tavLst>
                                        <p:tav tm="0">
                                          <p:val>
                                            <p:strVal val="#ppt_h"/>
                                          </p:val>
                                        </p:tav>
                                        <p:tav tm="100000">
                                          <p:val>
                                            <p:strVal val="#ppt_h"/>
                                          </p:val>
                                        </p:tav>
                                      </p:tavLst>
                                    </p:anim>
                                    <p:animEffect transition="in" filter="fade">
                                      <p:cBhvr>
                                        <p:cTn id="28" dur="1000"/>
                                        <p:tgtEl>
                                          <p:spTgt spid="38"/>
                                        </p:tgtEl>
                                      </p:cBhvr>
                                    </p:animEffect>
                                  </p:childTnLst>
                                </p:cTn>
                              </p:par>
                              <p:par>
                                <p:cTn id="29" presetID="55"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 calcmode="lin" valueType="num">
                                      <p:cBhvr>
                                        <p:cTn id="31" dur="1000" fill="hold"/>
                                        <p:tgtEl>
                                          <p:spTgt spid="39"/>
                                        </p:tgtEl>
                                        <p:attrNameLst>
                                          <p:attrName>ppt_w</p:attrName>
                                        </p:attrNameLst>
                                      </p:cBhvr>
                                      <p:tavLst>
                                        <p:tav tm="0">
                                          <p:val>
                                            <p:strVal val="#ppt_w*0.70"/>
                                          </p:val>
                                        </p:tav>
                                        <p:tav tm="100000">
                                          <p:val>
                                            <p:strVal val="#ppt_w"/>
                                          </p:val>
                                        </p:tav>
                                      </p:tavLst>
                                    </p:anim>
                                    <p:anim calcmode="lin" valueType="num">
                                      <p:cBhvr>
                                        <p:cTn id="32" dur="1000" fill="hold"/>
                                        <p:tgtEl>
                                          <p:spTgt spid="39"/>
                                        </p:tgtEl>
                                        <p:attrNameLst>
                                          <p:attrName>ppt_h</p:attrName>
                                        </p:attrNameLst>
                                      </p:cBhvr>
                                      <p:tavLst>
                                        <p:tav tm="0">
                                          <p:val>
                                            <p:strVal val="#ppt_h"/>
                                          </p:val>
                                        </p:tav>
                                        <p:tav tm="100000">
                                          <p:val>
                                            <p:strVal val="#ppt_h"/>
                                          </p:val>
                                        </p:tav>
                                      </p:tavLst>
                                    </p:anim>
                                    <p:animEffect transition="in" filter="fade">
                                      <p:cBhvr>
                                        <p:cTn id="33" dur="1000"/>
                                        <p:tgtEl>
                                          <p:spTgt spid="39"/>
                                        </p:tgtEl>
                                      </p:cBhvr>
                                    </p:animEffect>
                                  </p:childTnLst>
                                </p:cTn>
                              </p:par>
                              <p:par>
                                <p:cTn id="34" presetID="55" presetClass="entr" presetSubtype="0" fill="hold" grpId="0" nodeType="withEffect">
                                  <p:stCondLst>
                                    <p:cond delay="0"/>
                                  </p:stCondLst>
                                  <p:childTnLst>
                                    <p:set>
                                      <p:cBhvr>
                                        <p:cTn id="35" dur="1" fill="hold">
                                          <p:stCondLst>
                                            <p:cond delay="0"/>
                                          </p:stCondLst>
                                        </p:cTn>
                                        <p:tgtEl>
                                          <p:spTgt spid="35"/>
                                        </p:tgtEl>
                                        <p:attrNameLst>
                                          <p:attrName>style.visibility</p:attrName>
                                        </p:attrNameLst>
                                      </p:cBhvr>
                                      <p:to>
                                        <p:strVal val="visible"/>
                                      </p:to>
                                    </p:set>
                                    <p:anim calcmode="lin" valueType="num">
                                      <p:cBhvr>
                                        <p:cTn id="36" dur="1000" fill="hold"/>
                                        <p:tgtEl>
                                          <p:spTgt spid="35"/>
                                        </p:tgtEl>
                                        <p:attrNameLst>
                                          <p:attrName>ppt_w</p:attrName>
                                        </p:attrNameLst>
                                      </p:cBhvr>
                                      <p:tavLst>
                                        <p:tav tm="0">
                                          <p:val>
                                            <p:strVal val="#ppt_w*0.70"/>
                                          </p:val>
                                        </p:tav>
                                        <p:tav tm="100000">
                                          <p:val>
                                            <p:strVal val="#ppt_w"/>
                                          </p:val>
                                        </p:tav>
                                      </p:tavLst>
                                    </p:anim>
                                    <p:anim calcmode="lin" valueType="num">
                                      <p:cBhvr>
                                        <p:cTn id="37" dur="1000" fill="hold"/>
                                        <p:tgtEl>
                                          <p:spTgt spid="35"/>
                                        </p:tgtEl>
                                        <p:attrNameLst>
                                          <p:attrName>ppt_h</p:attrName>
                                        </p:attrNameLst>
                                      </p:cBhvr>
                                      <p:tavLst>
                                        <p:tav tm="0">
                                          <p:val>
                                            <p:strVal val="#ppt_h"/>
                                          </p:val>
                                        </p:tav>
                                        <p:tav tm="100000">
                                          <p:val>
                                            <p:strVal val="#ppt_h"/>
                                          </p:val>
                                        </p:tav>
                                      </p:tavLst>
                                    </p:anim>
                                    <p:animEffect transition="in" filter="fade">
                                      <p:cBhvr>
                                        <p:cTn id="38" dur="1000"/>
                                        <p:tgtEl>
                                          <p:spTgt spid="35"/>
                                        </p:tgtEl>
                                      </p:cBhvr>
                                    </p:animEffect>
                                  </p:childTnLst>
                                </p:cTn>
                              </p:par>
                              <p:par>
                                <p:cTn id="39" presetID="55"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anim calcmode="lin" valueType="num">
                                      <p:cBhvr>
                                        <p:cTn id="41" dur="1000" fill="hold"/>
                                        <p:tgtEl>
                                          <p:spTgt spid="33"/>
                                        </p:tgtEl>
                                        <p:attrNameLst>
                                          <p:attrName>ppt_w</p:attrName>
                                        </p:attrNameLst>
                                      </p:cBhvr>
                                      <p:tavLst>
                                        <p:tav tm="0">
                                          <p:val>
                                            <p:strVal val="#ppt_w*0.70"/>
                                          </p:val>
                                        </p:tav>
                                        <p:tav tm="100000">
                                          <p:val>
                                            <p:strVal val="#ppt_w"/>
                                          </p:val>
                                        </p:tav>
                                      </p:tavLst>
                                    </p:anim>
                                    <p:anim calcmode="lin" valueType="num">
                                      <p:cBhvr>
                                        <p:cTn id="42" dur="1000" fill="hold"/>
                                        <p:tgtEl>
                                          <p:spTgt spid="33"/>
                                        </p:tgtEl>
                                        <p:attrNameLst>
                                          <p:attrName>ppt_h</p:attrName>
                                        </p:attrNameLst>
                                      </p:cBhvr>
                                      <p:tavLst>
                                        <p:tav tm="0">
                                          <p:val>
                                            <p:strVal val="#ppt_h"/>
                                          </p:val>
                                        </p:tav>
                                        <p:tav tm="100000">
                                          <p:val>
                                            <p:strVal val="#ppt_h"/>
                                          </p:val>
                                        </p:tav>
                                      </p:tavLst>
                                    </p:anim>
                                    <p:animEffect transition="in" filter="fade">
                                      <p:cBhvr>
                                        <p:cTn id="43" dur="1000"/>
                                        <p:tgtEl>
                                          <p:spTgt spid="33"/>
                                        </p:tgtEl>
                                      </p:cBhvr>
                                    </p:animEffect>
                                  </p:childTnLst>
                                </p:cTn>
                              </p:par>
                              <p:par>
                                <p:cTn id="44" presetID="55"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 calcmode="lin" valueType="num">
                                      <p:cBhvr>
                                        <p:cTn id="46" dur="1000" fill="hold"/>
                                        <p:tgtEl>
                                          <p:spTgt spid="32"/>
                                        </p:tgtEl>
                                        <p:attrNameLst>
                                          <p:attrName>ppt_w</p:attrName>
                                        </p:attrNameLst>
                                      </p:cBhvr>
                                      <p:tavLst>
                                        <p:tav tm="0">
                                          <p:val>
                                            <p:strVal val="#ppt_w*0.70"/>
                                          </p:val>
                                        </p:tav>
                                        <p:tav tm="100000">
                                          <p:val>
                                            <p:strVal val="#ppt_w"/>
                                          </p:val>
                                        </p:tav>
                                      </p:tavLst>
                                    </p:anim>
                                    <p:anim calcmode="lin" valueType="num">
                                      <p:cBhvr>
                                        <p:cTn id="47" dur="1000" fill="hold"/>
                                        <p:tgtEl>
                                          <p:spTgt spid="32"/>
                                        </p:tgtEl>
                                        <p:attrNameLst>
                                          <p:attrName>ppt_h</p:attrName>
                                        </p:attrNameLst>
                                      </p:cBhvr>
                                      <p:tavLst>
                                        <p:tav tm="0">
                                          <p:val>
                                            <p:strVal val="#ppt_h"/>
                                          </p:val>
                                        </p:tav>
                                        <p:tav tm="100000">
                                          <p:val>
                                            <p:strVal val="#ppt_h"/>
                                          </p:val>
                                        </p:tav>
                                      </p:tavLst>
                                    </p:anim>
                                    <p:animEffect transition="in" filter="fade">
                                      <p:cBhvr>
                                        <p:cTn id="48"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p:bldP spid="36" grpId="0"/>
      <p:bldP spid="37" grpId="0"/>
      <p:bldP spid="38" grpId="0"/>
      <p:bldP spid="39"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8000"/>
          </a:schemeClr>
        </a:solidFill>
        <a:effectLst/>
      </p:bgPr>
    </p:bg>
    <p:spTree>
      <p:nvGrpSpPr>
        <p:cNvPr id="1" name=""/>
        <p:cNvGrpSpPr/>
        <p:nvPr/>
      </p:nvGrpSpPr>
      <p:grpSpPr>
        <a:xfrm>
          <a:off x="0" y="0"/>
          <a:ext cx="0" cy="0"/>
          <a:chOff x="0" y="0"/>
          <a:chExt cx="0" cy="0"/>
        </a:xfrm>
      </p:grpSpPr>
      <p:sp>
        <p:nvSpPr>
          <p:cNvPr id="12" name="矩形 11"/>
          <p:cNvSpPr/>
          <p:nvPr/>
        </p:nvSpPr>
        <p:spPr>
          <a:xfrm>
            <a:off x="610784" y="755821"/>
            <a:ext cx="517962" cy="45719"/>
          </a:xfrm>
          <a:prstGeom prst="rect">
            <a:avLst/>
          </a:prstGeom>
          <a:gradFill>
            <a:gsLst>
              <a:gs pos="50000">
                <a:schemeClr val="accent1">
                  <a:lumMod val="75000"/>
                  <a:alpha val="29000"/>
                </a:schemeClr>
              </a:gs>
              <a:gs pos="0">
                <a:schemeClr val="accent1">
                  <a:lumMod val="50000"/>
                  <a:alpha val="63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21" name="文本框 20"/>
          <p:cNvSpPr txBox="1"/>
          <p:nvPr/>
        </p:nvSpPr>
        <p:spPr>
          <a:xfrm>
            <a:off x="534670" y="380365"/>
            <a:ext cx="1605280" cy="337185"/>
          </a:xfrm>
          <a:prstGeom prst="rect">
            <a:avLst/>
          </a:prstGeom>
          <a:noFill/>
        </p:spPr>
        <p:txBody>
          <a:bodyPr wrap="square" rtlCol="0">
            <a:spAutoFit/>
          </a:bodyPr>
          <a:lstStyle/>
          <a:p>
            <a:pPr algn="dist"/>
            <a:r>
              <a:rPr lang="en-US" altLang="zh-CN" sz="1600" b="1" err="1">
                <a:solidFill>
                  <a:schemeClr val="accent1">
                    <a:lumMod val="50000"/>
                  </a:schemeClr>
                </a:solidFill>
                <a:cs typeface="+mn-ea"/>
                <a:sym typeface="+mn-lt"/>
              </a:rPr>
              <a:t>PART.02</a:t>
            </a:r>
          </a:p>
        </p:txBody>
      </p:sp>
      <p:sp>
        <p:nvSpPr>
          <p:cNvPr id="9" name="图文框 8"/>
          <p:cNvSpPr/>
          <p:nvPr/>
        </p:nvSpPr>
        <p:spPr>
          <a:xfrm>
            <a:off x="11207203" y="5963688"/>
            <a:ext cx="517962" cy="517962"/>
          </a:xfrm>
          <a:prstGeom prst="frame">
            <a:avLst>
              <a:gd name="adj1" fmla="val 5842"/>
            </a:avLst>
          </a:prstGeom>
          <a:solidFill>
            <a:schemeClr val="accent1">
              <a:lumMod val="75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03460" y="60042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05151" y="61887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sp>
        <p:nvSpPr>
          <p:cNvPr id="2" name="矩形 1"/>
          <p:cNvSpPr/>
          <p:nvPr/>
        </p:nvSpPr>
        <p:spPr>
          <a:xfrm>
            <a:off x="0" y="1209039"/>
            <a:ext cx="12192000" cy="2256474"/>
          </a:xfrm>
          <a:prstGeom prst="rect">
            <a:avLst/>
          </a:prstGeom>
          <a:blipFill rotWithShape="1">
            <a:blip r:embed="R1fce1d09aa8b406a"/>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p:cNvSpPr/>
          <p:nvPr/>
        </p:nvSpPr>
        <p:spPr>
          <a:xfrm>
            <a:off x="146685" y="5233035"/>
            <a:ext cx="1198880" cy="15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文本框 2"/>
          <p:cNvSpPr txBox="1"/>
          <p:nvPr/>
        </p:nvSpPr>
        <p:spPr>
          <a:xfrm>
            <a:off x="4758816" y="3739143"/>
            <a:ext cx="3436060" cy="2144305"/>
          </a:xfrm>
          <a:prstGeom prst="rect">
            <a:avLst/>
          </a:prstGeom>
          <a:noFill/>
        </p:spPr>
        <p:txBody>
          <a:bodyPr wrap="square" rtlCol="0">
            <a:spAutoFit/>
          </a:body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000" b="0" i="0" u="none" strike="noStrike" kern="1200" cap="none" spc="0" normalizeH="0" baseline="0" noProof="0">
                <a:ln>
                  <a:noFill/>
                </a:ln>
                <a:effectLst/>
                <a:uLnTx/>
                <a:uFillTx/>
                <a:cs typeface="+mn-ea"/>
                <a:sym typeface="+mn-lt"/>
              </a:rPr>
              <a:t>Lorem ipsum dolor sit amet, consectetuer adipiscing elit. Maecenas porttitor congue massa. Fusce posuere, magna sed pulvinar ultricies, purus lectus malesuada libero, sit amet commodo magna eros quis urna.</a:t>
            </a:r>
          </a:p>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000" b="0" i="0" u="none" strike="noStrike" kern="1200" cap="none" spc="0" normalizeH="0" baseline="0" noProof="0">
                <a:ln>
                  <a:noFill/>
                </a:ln>
                <a:effectLst/>
                <a:uLnTx/>
                <a:uFillTx/>
                <a:cs typeface="+mn-ea"/>
                <a:sym typeface="+mn-lt"/>
              </a:rPr>
              <a:t>Nunc viverra imperdiet enim. Fusce est. Vivamus a tellus.</a:t>
            </a:r>
          </a:p>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000" b="0" i="0" u="none" strike="noStrike" kern="1200" cap="none" spc="0" normalizeH="0" baseline="0" noProof="0" err="1">
                <a:ln>
                  <a:noFill/>
                </a:ln>
                <a:effectLst/>
                <a:uLnTx/>
                <a:uFillTx/>
                <a:cs typeface="+mn-ea"/>
                <a:sym typeface="+mn-lt"/>
              </a:rPr>
              <a:t>Pellentesque</a:t>
            </a:r>
            <a:r>
              <a:rPr kumimoji="0" lang="en-US" altLang="zh-CN" sz="1000" b="0" i="0" u="none" strike="noStrike" kern="1200" cap="none" spc="0" normalizeH="0" baseline="0" noProof="0">
                <a:ln>
                  <a:noFill/>
                </a:ln>
                <a:effectLst/>
                <a:uLnTx/>
                <a:uFillTx/>
                <a:cs typeface="+mn-ea"/>
                <a:sym typeface="+mn-lt"/>
              </a:rPr>
              <a:t> habitant morbi tristique senectus et netus et malesuada fames ac turpis egestas. Proin pharetra nonummy pede. Mauris et </a:t>
            </a:r>
            <a:r>
              <a:rPr kumimoji="0" lang="en-US" altLang="zh-CN" sz="1000" b="0" i="0" u="none" strike="noStrike" kern="1200" cap="none" spc="0" normalizeH="0" baseline="0" noProof="0" err="1">
                <a:ln>
                  <a:noFill/>
                </a:ln>
                <a:effectLst/>
                <a:uLnTx/>
                <a:uFillTx/>
                <a:cs typeface="+mn-ea"/>
                <a:sym typeface="+mn-lt"/>
              </a:rPr>
              <a:t>orci</a:t>
            </a:r>
            <a:r>
              <a:rPr kumimoji="0" lang="en-US" altLang="zh-CN" sz="1000" b="0" i="0" u="none" strike="noStrike" kern="1200" cap="none" spc="0" normalizeH="0" baseline="0" noProof="0">
                <a:ln>
                  <a:noFill/>
                </a:ln>
                <a:effectLst/>
                <a:uLnTx/>
                <a:uFillTx/>
                <a:cs typeface="+mn-ea"/>
                <a:sym typeface="+mn-lt"/>
              </a:rPr>
              <a:t>.</a:t>
            </a:r>
          </a:p>
        </p:txBody>
      </p:sp>
      <p:sp>
        <p:nvSpPr>
          <p:cNvPr id="4" name="文本框 3"/>
          <p:cNvSpPr txBox="1"/>
          <p:nvPr/>
        </p:nvSpPr>
        <p:spPr>
          <a:xfrm>
            <a:off x="4758924" y="1599862"/>
            <a:ext cx="5147238" cy="2226700"/>
          </a:xfrm>
          <a:prstGeom prst="rect">
            <a:avLst/>
          </a:prstGeom>
          <a:noFill/>
        </p:spPr>
        <p:txBody>
          <a:bodyPr wrap="square" rtlCol="0">
            <a:spAutoFit/>
          </a:bodyPr>
          <a:lstStyle/>
          <a:p>
            <a:pPr marL="0" marR="0" lvl="0" indent="0" algn="l" defTabSz="914400" rtl="0" eaLnBrk="1" fontAlgn="auto" latinLnBrk="0" hangingPunct="1">
              <a:lnSpc>
                <a:spcPct val="150000"/>
              </a:lnSpc>
              <a:spcBef>
                <a:spcPct val="0"/>
              </a:spcBef>
              <a:spcAft>
                <a:spcPct val="0"/>
              </a:spcAft>
              <a:buClrTx/>
              <a:buSzTx/>
              <a:buFontTx/>
              <a:buNone/>
              <a:defRPr/>
            </a:pPr>
            <a:r>
              <a:rPr lang="en-US" altLang="zh-CN" sz="3200" b="1">
                <a:solidFill>
                  <a:schemeClr val="accent1">
                    <a:lumMod val="50000"/>
                  </a:schemeClr>
                </a:solidFill>
                <a:cs typeface="+mn-ea"/>
                <a:sym typeface="+mn-lt"/>
              </a:rPr>
              <a:t>PLEASE ENTER YOUR TEXT OR YOUR THINKING</a:t>
            </a:r>
            <a:endParaRPr kumimoji="0" lang="en-US" altLang="zh-CN" sz="3200" b="1" i="0" u="none" strike="noStrike" kern="1200" cap="none" spc="0" normalizeH="0" baseline="0" noProof="0">
              <a:ln>
                <a:noFill/>
              </a:ln>
              <a:solidFill>
                <a:schemeClr val="accent1">
                  <a:lumMod val="50000"/>
                </a:schemeClr>
              </a:solidFill>
              <a:effectLst/>
              <a:uLnTx/>
              <a:uFillTx/>
              <a:cs typeface="+mn-ea"/>
              <a:sym typeface="+mn-lt"/>
            </a:endParaRPr>
          </a:p>
        </p:txBody>
      </p:sp>
      <p:sp>
        <p:nvSpPr>
          <p:cNvPr id="7" name="文本框 6"/>
          <p:cNvSpPr txBox="1"/>
          <p:nvPr/>
        </p:nvSpPr>
        <p:spPr>
          <a:xfrm>
            <a:off x="8504982" y="3739143"/>
            <a:ext cx="3436060" cy="2144305"/>
          </a:xfrm>
          <a:prstGeom prst="rect">
            <a:avLst/>
          </a:prstGeom>
          <a:noFill/>
        </p:spPr>
        <p:txBody>
          <a:bodyPr wrap="square" rtlCol="0">
            <a:spAutoFit/>
          </a:body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000" b="0" i="0" u="none" strike="noStrike" kern="1200" cap="none" spc="0" normalizeH="0" baseline="0" noProof="0">
                <a:ln>
                  <a:noFill/>
                </a:ln>
                <a:effectLst/>
                <a:uLnTx/>
                <a:uFillTx/>
                <a:cs typeface="+mn-ea"/>
                <a:sym typeface="+mn-lt"/>
              </a:rPr>
              <a:t>Lorem ipsum dolor sit amet, consectetuer adipiscing elit. Maecenas porttitor congue massa. Fusce posuere, magna sed pulvinar ultricies, purus lectus malesuada libero, sit amet commodo magna eros quis urna.</a:t>
            </a:r>
          </a:p>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000" b="0" i="0" u="none" strike="noStrike" kern="1200" cap="none" spc="0" normalizeH="0" baseline="0" noProof="0">
                <a:ln>
                  <a:noFill/>
                </a:ln>
                <a:effectLst/>
                <a:uLnTx/>
                <a:uFillTx/>
                <a:cs typeface="+mn-ea"/>
                <a:sym typeface="+mn-lt"/>
              </a:rPr>
              <a:t>Nunc viverra imperdiet enim. Fusce est. Vivamus a tellus.</a:t>
            </a:r>
          </a:p>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000" b="0" i="0" u="none" strike="noStrike" kern="1200" cap="none" spc="0" normalizeH="0" baseline="0" noProof="0" err="1">
                <a:ln>
                  <a:noFill/>
                </a:ln>
                <a:effectLst/>
                <a:uLnTx/>
                <a:uFillTx/>
                <a:cs typeface="+mn-ea"/>
                <a:sym typeface="+mn-lt"/>
              </a:rPr>
              <a:t>Pellentesque</a:t>
            </a:r>
            <a:r>
              <a:rPr kumimoji="0" lang="en-US" altLang="zh-CN" sz="1000" b="0" i="0" u="none" strike="noStrike" kern="1200" cap="none" spc="0" normalizeH="0" baseline="0" noProof="0">
                <a:ln>
                  <a:noFill/>
                </a:ln>
                <a:effectLst/>
                <a:uLnTx/>
                <a:uFillTx/>
                <a:cs typeface="+mn-ea"/>
                <a:sym typeface="+mn-lt"/>
              </a:rPr>
              <a:t> habitant morbi tristique senectus et netus et malesuada fames ac turpis egestas. Proin pharetra nonummy pede. Mauris et </a:t>
            </a:r>
            <a:r>
              <a:rPr kumimoji="0" lang="en-US" altLang="zh-CN" sz="1000" b="0" i="0" u="none" strike="noStrike" kern="1200" cap="none" spc="0" normalizeH="0" baseline="0" noProof="0" err="1">
                <a:ln>
                  <a:noFill/>
                </a:ln>
                <a:effectLst/>
                <a:uLnTx/>
                <a:uFillTx/>
                <a:cs typeface="+mn-ea"/>
                <a:sym typeface="+mn-lt"/>
              </a:rPr>
              <a:t>orci</a:t>
            </a:r>
            <a:r>
              <a:rPr kumimoji="0" lang="en-US" altLang="zh-CN" sz="1000" b="0" i="0" u="none" strike="noStrike" kern="1200" cap="none" spc="0" normalizeH="0" baseline="0" noProof="0">
                <a:ln>
                  <a:noFill/>
                </a:ln>
                <a:effectLst/>
                <a:uLnTx/>
                <a:uFillTx/>
                <a:cs typeface="+mn-ea"/>
                <a:sym typeface="+mn-lt"/>
              </a:rPr>
              <a:t>.</a:t>
            </a:r>
          </a:p>
        </p:txBody>
      </p:sp>
      <p:pic>
        <p:nvPicPr>
          <p:cNvPr id="8" name="图片 7"/>
          <p:cNvPicPr>
            <a:picLocks noChangeAspect="1"/>
          </p:cNvPicPr>
          <p:nvPr/>
        </p:nvPicPr>
        <p:blipFill>
          <a:blip r:embed="R7ef0444f05eb4f14"/>
          <a:stretch>
            <a:fillRect/>
          </a:stretch>
        </p:blipFill>
        <p:spPr>
          <a:xfrm>
            <a:off x="-3113224" y="1209041"/>
            <a:ext cx="7561934" cy="4439920"/>
          </a:xfrm>
          <a:prstGeom prst="rect">
            <a:avLst/>
          </a:prstGeom>
        </p:spPr>
      </p:pic>
      <p:pic>
        <p:nvPicPr>
          <p:cNvPr id="14" name="图片 13" descr="C:\Users\Administrator\Desktop\图片1.png图片1"/>
          <p:cNvPicPr>
            <a:picLocks noChangeAspect="1"/>
          </p:cNvPicPr>
          <p:nvPr/>
        </p:nvPicPr>
        <p:blipFill>
          <a:blip r:embed="Rd8d585751f18448d"/>
          <a:stretch>
            <a:fillRect/>
          </a:stretch>
        </p:blipFill>
        <p:spPr>
          <a:xfrm>
            <a:off x="-1911350" y="1209040"/>
            <a:ext cx="5711825" cy="4174490"/>
          </a:xfrm>
          <a:prstGeom prst="rect">
            <a:avLst/>
          </a:prstGeom>
        </p:spPr>
      </p:pic>
    </p:spTree>
    <p:custDataLst>
      <p:tags r:id="R609c158527dd4b82"/>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linds(horizontal)">
                                      <p:cBhvr>
                                        <p:cTn id="10" dur="500"/>
                                        <p:tgtEl>
                                          <p:spTgt spid="14"/>
                                        </p:tgtEl>
                                      </p:cBhvr>
                                    </p:animEffect>
                                  </p:childTnLst>
                                </p:cTn>
                              </p:par>
                            </p:childTnLst>
                          </p:cTn>
                        </p:par>
                        <p:par>
                          <p:cTn id="11" fill="hold" nodeType="afterGroup">
                            <p:stCondLst>
                              <p:cond delay="500"/>
                            </p:stCondLst>
                            <p:childTnLst>
                              <p:par>
                                <p:cTn id="12" presetID="47" presetClass="entr" presetSubtype="0"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par>
                                <p:cTn id="17" presetID="47"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par>
                          <p:cTn id="22" fill="hold" nodeType="afterGroup">
                            <p:stCondLst>
                              <p:cond delay="1500"/>
                            </p:stCondLst>
                            <p:childTnLst>
                              <p:par>
                                <p:cTn id="23" presetID="55" presetClass="entr" presetSubtype="0" fill="hold" grpId="0" nodeType="after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1000" fill="hold"/>
                                        <p:tgtEl>
                                          <p:spTgt spid="3"/>
                                        </p:tgtEl>
                                        <p:attrNameLst>
                                          <p:attrName>ppt_w</p:attrName>
                                        </p:attrNameLst>
                                      </p:cBhvr>
                                      <p:tavLst>
                                        <p:tav tm="0">
                                          <p:val>
                                            <p:strVal val="#ppt_w*0.70"/>
                                          </p:val>
                                        </p:tav>
                                        <p:tav tm="100000">
                                          <p:val>
                                            <p:strVal val="#ppt_w"/>
                                          </p:val>
                                        </p:tav>
                                      </p:tavLst>
                                    </p:anim>
                                    <p:anim calcmode="lin" valueType="num">
                                      <p:cBhvr>
                                        <p:cTn id="26" dur="1000" fill="hold"/>
                                        <p:tgtEl>
                                          <p:spTgt spid="3"/>
                                        </p:tgtEl>
                                        <p:attrNameLst>
                                          <p:attrName>ppt_h</p:attrName>
                                        </p:attrNameLst>
                                      </p:cBhvr>
                                      <p:tavLst>
                                        <p:tav tm="0">
                                          <p:val>
                                            <p:strVal val="#ppt_h"/>
                                          </p:val>
                                        </p:tav>
                                        <p:tav tm="100000">
                                          <p:val>
                                            <p:strVal val="#ppt_h"/>
                                          </p:val>
                                        </p:tav>
                                      </p:tavLst>
                                    </p:anim>
                                    <p:animEffect transition="in" filter="fade">
                                      <p:cBhvr>
                                        <p:cTn id="27" dur="1000"/>
                                        <p:tgtEl>
                                          <p:spTgt spid="3"/>
                                        </p:tgtEl>
                                      </p:cBhvr>
                                    </p:animEffect>
                                  </p:childTnLst>
                                </p:cTn>
                              </p:par>
                              <p:par>
                                <p:cTn id="28" presetID="55"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p:cTn id="30" dur="1000" fill="hold"/>
                                        <p:tgtEl>
                                          <p:spTgt spid="7"/>
                                        </p:tgtEl>
                                        <p:attrNameLst>
                                          <p:attrName>ppt_w</p:attrName>
                                        </p:attrNameLst>
                                      </p:cBhvr>
                                      <p:tavLst>
                                        <p:tav tm="0">
                                          <p:val>
                                            <p:strVal val="#ppt_w*0.70"/>
                                          </p:val>
                                        </p:tav>
                                        <p:tav tm="100000">
                                          <p:val>
                                            <p:strVal val="#ppt_w"/>
                                          </p:val>
                                        </p:tav>
                                      </p:tavLst>
                                    </p:anim>
                                    <p:anim calcmode="lin" valueType="num">
                                      <p:cBhvr>
                                        <p:cTn id="31" dur="1000" fill="hold"/>
                                        <p:tgtEl>
                                          <p:spTgt spid="7"/>
                                        </p:tgtEl>
                                        <p:attrNameLst>
                                          <p:attrName>ppt_h</p:attrName>
                                        </p:attrNameLst>
                                      </p:cBhvr>
                                      <p:tavLst>
                                        <p:tav tm="0">
                                          <p:val>
                                            <p:strVal val="#ppt_h"/>
                                          </p:val>
                                        </p:tav>
                                        <p:tav tm="100000">
                                          <p:val>
                                            <p:strVal val="#ppt_h"/>
                                          </p:val>
                                        </p:tav>
                                      </p:tavLst>
                                    </p:anim>
                                    <p:animEffect transition="in" filter="fade">
                                      <p:cBhvr>
                                        <p:cTn id="3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3" grpId="0"/>
      <p:bldP spid="4"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59b77bab208b0"/>
          <p:cNvPicPr>
            <a:picLocks noChangeAspect="1"/>
          </p:cNvPicPr>
          <p:nvPr/>
        </p:nvPicPr>
        <p:blipFill>
          <a:blip r:embed="R561d172459e24959"/>
          <a:stretch>
            <a:fillRect/>
          </a:stretch>
        </p:blipFill>
        <p:spPr>
          <a:xfrm>
            <a:off x="0" y="0"/>
            <a:ext cx="12184380" cy="6857365"/>
          </a:xfrm>
          <a:prstGeom prst="rect">
            <a:avLst/>
          </a:prstGeom>
        </p:spPr>
      </p:pic>
      <p:sp>
        <p:nvSpPr>
          <p:cNvPr id="5" name="矩形 4"/>
          <p:cNvSpPr/>
          <p:nvPr/>
        </p:nvSpPr>
        <p:spPr>
          <a:xfrm rot="16200000">
            <a:off x="1224915" y="-1224280"/>
            <a:ext cx="9742805" cy="12192000"/>
          </a:xfrm>
          <a:prstGeom prst="rect">
            <a:avLst/>
          </a:prstGeom>
          <a:gradFill>
            <a:gsLst>
              <a:gs pos="19000">
                <a:schemeClr val="tx2">
                  <a:lumMod val="75000"/>
                  <a:lumOff val="25000"/>
                  <a:alpha val="0"/>
                </a:schemeClr>
              </a:gs>
              <a:gs pos="92000">
                <a:schemeClr val="accent1">
                  <a:lumMod val="50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文本框 7"/>
          <p:cNvSpPr txBox="1"/>
          <p:nvPr/>
        </p:nvSpPr>
        <p:spPr>
          <a:xfrm rot="5400000">
            <a:off x="-1520228" y="3336668"/>
            <a:ext cx="3952874" cy="183515"/>
          </a:xfrm>
          <a:prstGeom prst="rect">
            <a:avLst/>
          </a:prstGeom>
          <a:noFill/>
        </p:spPr>
        <p:txBody>
          <a:bodyPr wrap="square" rtlCol="0">
            <a:spAutoFit/>
          </a:bodyPr>
          <a:lstStyle/>
          <a:p>
            <a:pPr algn="dist"/>
            <a:r>
              <a:rPr lang="en-US" altLang="zh-CN" sz="600">
                <a:solidFill>
                  <a:schemeClr val="accent1">
                    <a:lumMod val="75000"/>
                  </a:schemeClr>
                </a:solidFill>
                <a:effectLst>
                  <a:outerShdw blurRad="381000" algn="ctr" rotWithShape="0">
                    <a:prstClr val="black">
                      <a:alpha val="25000"/>
                    </a:prstClr>
                  </a:outerShdw>
                </a:effectLst>
                <a:cs typeface="+mn-ea"/>
                <a:sym typeface="+mn-lt"/>
              </a:rPr>
              <a:t>DESIGNED BY IBOTU</a:t>
            </a:r>
          </a:p>
        </p:txBody>
      </p:sp>
      <p:sp>
        <p:nvSpPr>
          <p:cNvPr id="9" name="图文框 8"/>
          <p:cNvSpPr/>
          <p:nvPr/>
        </p:nvSpPr>
        <p:spPr>
          <a:xfrm>
            <a:off x="11296103" y="426488"/>
            <a:ext cx="517962" cy="517962"/>
          </a:xfrm>
          <a:prstGeom prst="frame">
            <a:avLst>
              <a:gd name="adj1" fmla="val 5842"/>
            </a:avLst>
          </a:prstGeom>
          <a:solidFill>
            <a:schemeClr val="bg1">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92360" y="467044"/>
            <a:ext cx="723900" cy="260350"/>
          </a:xfrm>
          <a:prstGeom prst="rect">
            <a:avLst/>
          </a:prstGeom>
          <a:noFill/>
        </p:spPr>
        <p:txBody>
          <a:bodyPr wrap="square" rtlCol="0">
            <a:spAutoFit/>
          </a:bodyPr>
          <a:lstStyle/>
          <a:p>
            <a:pPr algn="ctr"/>
            <a:r>
              <a:rPr lang="en-US" altLang="zh-CN" sz="1100" b="1">
                <a:solidFill>
                  <a:schemeClr val="bg1">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94051" y="651597"/>
            <a:ext cx="723900" cy="260350"/>
          </a:xfrm>
          <a:prstGeom prst="rect">
            <a:avLst/>
          </a:prstGeom>
          <a:noFill/>
        </p:spPr>
        <p:txBody>
          <a:bodyPr wrap="square" rtlCol="0">
            <a:spAutoFit/>
          </a:bodyPr>
          <a:lstStyle/>
          <a:p>
            <a:pPr algn="ctr"/>
            <a:r>
              <a:rPr lang="en-US" altLang="zh-CN" sz="1100" b="1">
                <a:solidFill>
                  <a:schemeClr val="bg1">
                    <a:alpha val="50000"/>
                  </a:schemeClr>
                </a:solidFill>
                <a:effectLst>
                  <a:outerShdw blurRad="381000" algn="ctr" rotWithShape="0">
                    <a:prstClr val="black">
                      <a:alpha val="25000"/>
                    </a:prstClr>
                  </a:outerShdw>
                </a:effectLst>
                <a:cs typeface="+mn-ea"/>
                <a:sym typeface="+mn-lt"/>
              </a:rPr>
              <a:t>RAY</a:t>
            </a:r>
          </a:p>
        </p:txBody>
      </p:sp>
      <p:sp>
        <p:nvSpPr>
          <p:cNvPr id="12" name="矩形 11"/>
          <p:cNvSpPr/>
          <p:nvPr/>
        </p:nvSpPr>
        <p:spPr>
          <a:xfrm>
            <a:off x="405679" y="1011726"/>
            <a:ext cx="517962" cy="45719"/>
          </a:xfrm>
          <a:prstGeom prst="rect">
            <a:avLst/>
          </a:prstGeom>
          <a:gradFill>
            <a:gsLst>
              <a:gs pos="50000">
                <a:schemeClr val="accent1">
                  <a:lumMod val="75000"/>
                  <a:alpha val="27000"/>
                </a:schemeClr>
              </a:gs>
              <a:gs pos="0">
                <a:schemeClr val="bg1">
                  <a:lumMod val="95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3" name="文本框 12"/>
          <p:cNvSpPr txBox="1"/>
          <p:nvPr/>
        </p:nvSpPr>
        <p:spPr>
          <a:xfrm>
            <a:off x="320843" y="426488"/>
            <a:ext cx="1060425" cy="533400"/>
          </a:xfrm>
          <a:prstGeom prst="rect">
            <a:avLst/>
          </a:prstGeom>
          <a:noFill/>
        </p:spPr>
        <p:txBody>
          <a:bodyPr wrap="square" rtlCol="0">
            <a:spAutoFit/>
          </a:bodyPr>
          <a:lstStyle/>
          <a:p>
            <a:pPr>
              <a:lnSpc>
                <a:spcPct val="120000"/>
              </a:lnSpc>
            </a:pPr>
            <a:r>
              <a:rPr lang="en-US" altLang="zh-CN" sz="1200" b="1">
                <a:solidFill>
                  <a:schemeClr val="accent1">
                    <a:lumMod val="75000"/>
                    <a:alpha val="50000"/>
                  </a:schemeClr>
                </a:solidFill>
                <a:effectLst>
                  <a:outerShdw blurRad="381000" algn="ctr" rotWithShape="0">
                    <a:prstClr val="black">
                      <a:alpha val="25000"/>
                    </a:prstClr>
                  </a:outerShdw>
                </a:effectLst>
                <a:cs typeface="+mn-ea"/>
                <a:sym typeface="+mn-lt"/>
              </a:rPr>
              <a:t>HEY</a:t>
            </a:r>
          </a:p>
          <a:p>
            <a:pPr>
              <a:lnSpc>
                <a:spcPct val="120000"/>
              </a:lnSpc>
            </a:pPr>
            <a:r>
              <a:rPr lang="en-US" altLang="zh-CN" sz="1200" b="1">
                <a:solidFill>
                  <a:schemeClr val="accent1">
                    <a:lumMod val="75000"/>
                    <a:alpha val="50000"/>
                  </a:schemeClr>
                </a:solidFill>
                <a:effectLst>
                  <a:outerShdw blurRad="381000" algn="ctr" rotWithShape="0">
                    <a:prstClr val="black">
                      <a:alpha val="25000"/>
                    </a:prstClr>
                  </a:outerShdw>
                </a:effectLst>
                <a:cs typeface="+mn-ea"/>
                <a:sym typeface="+mn-lt"/>
              </a:rPr>
              <a:t>WAKE UP!</a:t>
            </a:r>
          </a:p>
        </p:txBody>
      </p:sp>
      <p:sp>
        <p:nvSpPr>
          <p:cNvPr id="14" name="文本框 13"/>
          <p:cNvSpPr txBox="1"/>
          <p:nvPr/>
        </p:nvSpPr>
        <p:spPr>
          <a:xfrm>
            <a:off x="239448" y="5619771"/>
            <a:ext cx="1060426" cy="533400"/>
          </a:xfrm>
          <a:prstGeom prst="rect">
            <a:avLst/>
          </a:prstGeom>
          <a:noFill/>
        </p:spPr>
        <p:txBody>
          <a:bodyPr wrap="square" rtlCol="0">
            <a:spAutoFit/>
          </a:bodyPr>
          <a:lstStyle/>
          <a:p>
            <a:pPr>
              <a:lnSpc>
                <a:spcPct val="120000"/>
              </a:lnSpc>
            </a:pPr>
            <a:r>
              <a:rPr lang="en-US" altLang="zh-CN" sz="1200" b="1">
                <a:solidFill>
                  <a:schemeClr val="accent1">
                    <a:lumMod val="75000"/>
                  </a:schemeClr>
                </a:solidFill>
                <a:effectLst>
                  <a:outerShdw blurRad="381000" algn="ctr" rotWithShape="0">
                    <a:prstClr val="black">
                      <a:alpha val="25000"/>
                    </a:prstClr>
                  </a:outerShdw>
                </a:effectLst>
                <a:cs typeface="+mn-ea"/>
                <a:sym typeface="+mn-lt"/>
              </a:rPr>
              <a:t>DO SOME</a:t>
            </a:r>
          </a:p>
          <a:p>
            <a:pPr>
              <a:lnSpc>
                <a:spcPct val="120000"/>
              </a:lnSpc>
            </a:pPr>
            <a:r>
              <a:rPr lang="en-US" altLang="zh-CN" sz="1200" b="1">
                <a:solidFill>
                  <a:schemeClr val="accent1">
                    <a:lumMod val="75000"/>
                  </a:schemeClr>
                </a:solidFill>
                <a:effectLst>
                  <a:outerShdw blurRad="381000" algn="ctr" rotWithShape="0">
                    <a:prstClr val="black">
                      <a:alpha val="25000"/>
                    </a:prstClr>
                  </a:outerShdw>
                </a:effectLst>
                <a:cs typeface="+mn-ea"/>
                <a:sym typeface="+mn-lt"/>
              </a:rPr>
              <a:t>THINGS!</a:t>
            </a:r>
          </a:p>
        </p:txBody>
      </p:sp>
      <p:sp>
        <p:nvSpPr>
          <p:cNvPr id="16" name="矩形 15"/>
          <p:cNvSpPr/>
          <p:nvPr/>
        </p:nvSpPr>
        <p:spPr>
          <a:xfrm>
            <a:off x="11334115" y="5721985"/>
            <a:ext cx="440690" cy="76200"/>
          </a:xfrm>
          <a:prstGeom prst="rect">
            <a:avLst/>
          </a:prstGeom>
          <a:solidFill>
            <a:schemeClr val="bg1">
              <a:alpha val="62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ffectLst>
                <a:outerShdw blurRad="381000" algn="ctr" rotWithShape="0">
                  <a:prstClr val="black">
                    <a:alpha val="25000"/>
                  </a:prstClr>
                </a:outerShdw>
              </a:effectLst>
              <a:cs typeface="+mn-ea"/>
              <a:sym typeface="+mn-lt"/>
            </a:endParaRPr>
          </a:p>
        </p:txBody>
      </p:sp>
      <p:sp>
        <p:nvSpPr>
          <p:cNvPr id="6" name="文本框 5"/>
          <p:cNvSpPr txBox="1"/>
          <p:nvPr/>
        </p:nvSpPr>
        <p:spPr>
          <a:xfrm rot="5400000">
            <a:off x="9745942" y="3336668"/>
            <a:ext cx="3952874" cy="183515"/>
          </a:xfrm>
          <a:prstGeom prst="rect">
            <a:avLst/>
          </a:prstGeom>
          <a:noFill/>
        </p:spPr>
        <p:txBody>
          <a:bodyPr wrap="square" rtlCol="0">
            <a:spAutoFit/>
          </a:bodyPr>
          <a:lstStyle/>
          <a:p>
            <a:pPr algn="dist"/>
            <a:r>
              <a:rPr lang="en-US" altLang="zh-CN" sz="600">
                <a:solidFill>
                  <a:schemeClr val="bg1">
                    <a:alpha val="68000"/>
                  </a:schemeClr>
                </a:solidFill>
                <a:effectLst>
                  <a:outerShdw blurRad="381000" algn="ctr" rotWithShape="0">
                    <a:prstClr val="black">
                      <a:alpha val="25000"/>
                    </a:prstClr>
                  </a:outerShdw>
                </a:effectLst>
                <a:cs typeface="+mn-ea"/>
                <a:sym typeface="+mn-lt"/>
              </a:rPr>
              <a:t>DESIGNED BY IBOTU</a:t>
            </a:r>
          </a:p>
        </p:txBody>
      </p:sp>
      <p:sp>
        <p:nvSpPr>
          <p:cNvPr id="7" name="矩形 6"/>
          <p:cNvSpPr/>
          <p:nvPr/>
        </p:nvSpPr>
        <p:spPr>
          <a:xfrm>
            <a:off x="5577205" y="1699260"/>
            <a:ext cx="5417820" cy="3457575"/>
          </a:xfrm>
          <a:prstGeom prst="rect">
            <a:avLst/>
          </a:prstGeom>
          <a:noFill/>
          <a:ln w="85725" cmpd="sng">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2" name="矩形 71"/>
          <p:cNvSpPr/>
          <p:nvPr/>
        </p:nvSpPr>
        <p:spPr>
          <a:xfrm>
            <a:off x="6116320" y="4170045"/>
            <a:ext cx="4602480" cy="368300"/>
          </a:xfrm>
          <a:prstGeom prst="rect">
            <a:avLst/>
          </a:prstGeom>
        </p:spPr>
        <p:txBody>
          <a:bodyPr wrap="square">
            <a:spAutoFit/>
          </a:bodyPr>
          <a:lstStyle/>
          <a:p>
            <a:pPr algn="dist">
              <a:spcBef>
                <a:spcPct val="0"/>
              </a:spcBef>
            </a:pPr>
            <a:r>
              <a:rPr lang="en-US" altLang="zh-CN">
                <a:solidFill>
                  <a:schemeClr val="bg1"/>
                </a:solidFill>
                <a:cs typeface="+mn-ea"/>
                <a:sym typeface="+mn-lt"/>
              </a:rPr>
              <a:t>Please add the title here</a:t>
            </a:r>
          </a:p>
        </p:txBody>
      </p:sp>
      <p:sp>
        <p:nvSpPr>
          <p:cNvPr id="31" name="文本框 30"/>
          <p:cNvSpPr txBox="1"/>
          <p:nvPr/>
        </p:nvSpPr>
        <p:spPr>
          <a:xfrm>
            <a:off x="6017260" y="3242945"/>
            <a:ext cx="4800600" cy="768350"/>
          </a:xfrm>
          <a:prstGeom prst="rect">
            <a:avLst/>
          </a:prstGeom>
          <a:noFill/>
        </p:spPr>
        <p:txBody>
          <a:bodyPr wrap="square" rtlCol="0">
            <a:spAutoFit/>
          </a:bodyPr>
          <a:lstStyle/>
          <a:p>
            <a:pPr algn="dist"/>
            <a:r>
              <a:rPr lang="zh-CN" altLang="en-US" sz="4400">
                <a:solidFill>
                  <a:schemeClr val="bg1"/>
                </a:solidFill>
                <a:effectLst/>
                <a:cs typeface="+mn-ea"/>
                <a:sym typeface="+mn-lt"/>
              </a:rPr>
              <a:t>工作完成情况</a:t>
            </a:r>
          </a:p>
        </p:txBody>
      </p:sp>
      <p:sp>
        <p:nvSpPr>
          <p:cNvPr id="18" name="矩形 17"/>
          <p:cNvSpPr/>
          <p:nvPr/>
        </p:nvSpPr>
        <p:spPr>
          <a:xfrm>
            <a:off x="6017260" y="2293620"/>
            <a:ext cx="2614930" cy="706755"/>
          </a:xfrm>
          <a:prstGeom prst="rect">
            <a:avLst/>
          </a:prstGeom>
        </p:spPr>
        <p:txBody>
          <a:bodyPr wrap="square">
            <a:spAutoFit/>
          </a:bodyPr>
          <a:lstStyle/>
          <a:p>
            <a:pPr algn="dist">
              <a:spcBef>
                <a:spcPct val="0"/>
              </a:spcBef>
            </a:pPr>
            <a:r>
              <a:rPr lang="en-US" altLang="zh-CN" sz="4000">
                <a:solidFill>
                  <a:schemeClr val="bg1"/>
                </a:solidFill>
                <a:cs typeface="+mn-ea"/>
                <a:sym typeface="+mn-lt"/>
              </a:rPr>
              <a:t>PART .03</a:t>
            </a:r>
          </a:p>
        </p:txBody>
      </p:sp>
    </p:spTree>
    <p:custDataLst>
      <p:tags r:id="R2a52e02bc2914377"/>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1000" fill="hold"/>
                                        <p:tgtEl>
                                          <p:spTgt spid="12"/>
                                        </p:tgtEl>
                                        <p:attrNameLst>
                                          <p:attrName>ppt_w</p:attrName>
                                        </p:attrNameLst>
                                      </p:cBhvr>
                                      <p:tavLst>
                                        <p:tav tm="0">
                                          <p:val>
                                            <p:strVal val="#ppt_w*0.70"/>
                                          </p:val>
                                        </p:tav>
                                        <p:tav tm="100000">
                                          <p:val>
                                            <p:strVal val="#ppt_w"/>
                                          </p:val>
                                        </p:tav>
                                      </p:tavLst>
                                    </p:anim>
                                    <p:anim calcmode="lin" valueType="num">
                                      <p:cBhvr>
                                        <p:cTn id="13" dur="1000" fill="hold"/>
                                        <p:tgtEl>
                                          <p:spTgt spid="12"/>
                                        </p:tgtEl>
                                        <p:attrNameLst>
                                          <p:attrName>ppt_h</p:attrName>
                                        </p:attrNameLst>
                                      </p:cBhvr>
                                      <p:tavLst>
                                        <p:tav tm="0">
                                          <p:val>
                                            <p:strVal val="#ppt_h"/>
                                          </p:val>
                                        </p:tav>
                                        <p:tav tm="100000">
                                          <p:val>
                                            <p:strVal val="#ppt_h"/>
                                          </p:val>
                                        </p:tav>
                                      </p:tavLst>
                                    </p:anim>
                                    <p:animEffect transition="in" filter="fade">
                                      <p:cBhvr>
                                        <p:cTn id="14" dur="1000"/>
                                        <p:tgtEl>
                                          <p:spTgt spid="12"/>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1000" fill="hold"/>
                                        <p:tgtEl>
                                          <p:spTgt spid="13"/>
                                        </p:tgtEl>
                                        <p:attrNameLst>
                                          <p:attrName>ppt_w</p:attrName>
                                        </p:attrNameLst>
                                      </p:cBhvr>
                                      <p:tavLst>
                                        <p:tav tm="0">
                                          <p:val>
                                            <p:strVal val="#ppt_w*0.70"/>
                                          </p:val>
                                        </p:tav>
                                        <p:tav tm="100000">
                                          <p:val>
                                            <p:strVal val="#ppt_w"/>
                                          </p:val>
                                        </p:tav>
                                      </p:tavLst>
                                    </p:anim>
                                    <p:anim calcmode="lin" valueType="num">
                                      <p:cBhvr>
                                        <p:cTn id="18" dur="1000" fill="hold"/>
                                        <p:tgtEl>
                                          <p:spTgt spid="13"/>
                                        </p:tgtEl>
                                        <p:attrNameLst>
                                          <p:attrName>ppt_h</p:attrName>
                                        </p:attrNameLst>
                                      </p:cBhvr>
                                      <p:tavLst>
                                        <p:tav tm="0">
                                          <p:val>
                                            <p:strVal val="#ppt_h"/>
                                          </p:val>
                                        </p:tav>
                                        <p:tav tm="100000">
                                          <p:val>
                                            <p:strVal val="#ppt_h"/>
                                          </p:val>
                                        </p:tav>
                                      </p:tavLst>
                                    </p:anim>
                                    <p:animEffect transition="in" filter="fade">
                                      <p:cBhvr>
                                        <p:cTn id="19" dur="1000"/>
                                        <p:tgtEl>
                                          <p:spTgt spid="13"/>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1000" fill="hold"/>
                                        <p:tgtEl>
                                          <p:spTgt spid="14"/>
                                        </p:tgtEl>
                                        <p:attrNameLst>
                                          <p:attrName>ppt_w</p:attrName>
                                        </p:attrNameLst>
                                      </p:cBhvr>
                                      <p:tavLst>
                                        <p:tav tm="0">
                                          <p:val>
                                            <p:strVal val="#ppt_w*0.70"/>
                                          </p:val>
                                        </p:tav>
                                        <p:tav tm="100000">
                                          <p:val>
                                            <p:strVal val="#ppt_w"/>
                                          </p:val>
                                        </p:tav>
                                      </p:tavLst>
                                    </p:anim>
                                    <p:anim calcmode="lin" valueType="num">
                                      <p:cBhvr>
                                        <p:cTn id="23" dur="1000" fill="hold"/>
                                        <p:tgtEl>
                                          <p:spTgt spid="14"/>
                                        </p:tgtEl>
                                        <p:attrNameLst>
                                          <p:attrName>ppt_h</p:attrName>
                                        </p:attrNameLst>
                                      </p:cBhvr>
                                      <p:tavLst>
                                        <p:tav tm="0">
                                          <p:val>
                                            <p:strVal val="#ppt_h"/>
                                          </p:val>
                                        </p:tav>
                                        <p:tav tm="100000">
                                          <p:val>
                                            <p:strVal val="#ppt_h"/>
                                          </p:val>
                                        </p:tav>
                                      </p:tavLst>
                                    </p:anim>
                                    <p:animEffect transition="in" filter="fade">
                                      <p:cBhvr>
                                        <p:cTn id="24" dur="1000"/>
                                        <p:tgtEl>
                                          <p:spTgt spid="14"/>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1000" fill="hold"/>
                                        <p:tgtEl>
                                          <p:spTgt spid="11"/>
                                        </p:tgtEl>
                                        <p:attrNameLst>
                                          <p:attrName>ppt_w</p:attrName>
                                        </p:attrNameLst>
                                      </p:cBhvr>
                                      <p:tavLst>
                                        <p:tav tm="0">
                                          <p:val>
                                            <p:strVal val="#ppt_w*0.70"/>
                                          </p:val>
                                        </p:tav>
                                        <p:tav tm="100000">
                                          <p:val>
                                            <p:strVal val="#ppt_w"/>
                                          </p:val>
                                        </p:tav>
                                      </p:tavLst>
                                    </p:anim>
                                    <p:anim calcmode="lin" valueType="num">
                                      <p:cBhvr>
                                        <p:cTn id="28" dur="1000" fill="hold"/>
                                        <p:tgtEl>
                                          <p:spTgt spid="11"/>
                                        </p:tgtEl>
                                        <p:attrNameLst>
                                          <p:attrName>ppt_h</p:attrName>
                                        </p:attrNameLst>
                                      </p:cBhvr>
                                      <p:tavLst>
                                        <p:tav tm="0">
                                          <p:val>
                                            <p:strVal val="#ppt_h"/>
                                          </p:val>
                                        </p:tav>
                                        <p:tav tm="100000">
                                          <p:val>
                                            <p:strVal val="#ppt_h"/>
                                          </p:val>
                                        </p:tav>
                                      </p:tavLst>
                                    </p:anim>
                                    <p:animEffect transition="in" filter="fade">
                                      <p:cBhvr>
                                        <p:cTn id="29" dur="1000"/>
                                        <p:tgtEl>
                                          <p:spTgt spid="11"/>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1000" fill="hold"/>
                                        <p:tgtEl>
                                          <p:spTgt spid="10"/>
                                        </p:tgtEl>
                                        <p:attrNameLst>
                                          <p:attrName>ppt_w</p:attrName>
                                        </p:attrNameLst>
                                      </p:cBhvr>
                                      <p:tavLst>
                                        <p:tav tm="0">
                                          <p:val>
                                            <p:strVal val="#ppt_w*0.70"/>
                                          </p:val>
                                        </p:tav>
                                        <p:tav tm="100000">
                                          <p:val>
                                            <p:strVal val="#ppt_w"/>
                                          </p:val>
                                        </p:tav>
                                      </p:tavLst>
                                    </p:anim>
                                    <p:anim calcmode="lin" valueType="num">
                                      <p:cBhvr>
                                        <p:cTn id="33" dur="1000" fill="hold"/>
                                        <p:tgtEl>
                                          <p:spTgt spid="10"/>
                                        </p:tgtEl>
                                        <p:attrNameLst>
                                          <p:attrName>ppt_h</p:attrName>
                                        </p:attrNameLst>
                                      </p:cBhvr>
                                      <p:tavLst>
                                        <p:tav tm="0">
                                          <p:val>
                                            <p:strVal val="#ppt_h"/>
                                          </p:val>
                                        </p:tav>
                                        <p:tav tm="100000">
                                          <p:val>
                                            <p:strVal val="#ppt_h"/>
                                          </p:val>
                                        </p:tav>
                                      </p:tavLst>
                                    </p:anim>
                                    <p:animEffect transition="in" filter="fade">
                                      <p:cBhvr>
                                        <p:cTn id="34" dur="1000"/>
                                        <p:tgtEl>
                                          <p:spTgt spid="10"/>
                                        </p:tgtEl>
                                      </p:cBhvr>
                                    </p:animEffect>
                                  </p:childTnLst>
                                </p:cTn>
                              </p:par>
                              <p:par>
                                <p:cTn id="35" presetID="55"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1000" fill="hold"/>
                                        <p:tgtEl>
                                          <p:spTgt spid="9"/>
                                        </p:tgtEl>
                                        <p:attrNameLst>
                                          <p:attrName>ppt_w</p:attrName>
                                        </p:attrNameLst>
                                      </p:cBhvr>
                                      <p:tavLst>
                                        <p:tav tm="0">
                                          <p:val>
                                            <p:strVal val="#ppt_w*0.70"/>
                                          </p:val>
                                        </p:tav>
                                        <p:tav tm="100000">
                                          <p:val>
                                            <p:strVal val="#ppt_w"/>
                                          </p:val>
                                        </p:tav>
                                      </p:tavLst>
                                    </p:anim>
                                    <p:anim calcmode="lin" valueType="num">
                                      <p:cBhvr>
                                        <p:cTn id="38" dur="1000" fill="hold"/>
                                        <p:tgtEl>
                                          <p:spTgt spid="9"/>
                                        </p:tgtEl>
                                        <p:attrNameLst>
                                          <p:attrName>ppt_h</p:attrName>
                                        </p:attrNameLst>
                                      </p:cBhvr>
                                      <p:tavLst>
                                        <p:tav tm="0">
                                          <p:val>
                                            <p:strVal val="#ppt_h"/>
                                          </p:val>
                                        </p:tav>
                                        <p:tav tm="100000">
                                          <p:val>
                                            <p:strVal val="#ppt_h"/>
                                          </p:val>
                                        </p:tav>
                                      </p:tavLst>
                                    </p:anim>
                                    <p:animEffect transition="in" filter="fade">
                                      <p:cBhvr>
                                        <p:cTn id="39" dur="1000"/>
                                        <p:tgtEl>
                                          <p:spTgt spid="9"/>
                                        </p:tgtEl>
                                      </p:cBhvr>
                                    </p:animEffect>
                                  </p:childTnLst>
                                </p:cTn>
                              </p:par>
                              <p:par>
                                <p:cTn id="40" presetID="55" presetClass="entr" presetSubtype="0"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1000" fill="hold"/>
                                        <p:tgtEl>
                                          <p:spTgt spid="6"/>
                                        </p:tgtEl>
                                        <p:attrNameLst>
                                          <p:attrName>ppt_w</p:attrName>
                                        </p:attrNameLst>
                                      </p:cBhvr>
                                      <p:tavLst>
                                        <p:tav tm="0">
                                          <p:val>
                                            <p:strVal val="#ppt_w*0.70"/>
                                          </p:val>
                                        </p:tav>
                                        <p:tav tm="100000">
                                          <p:val>
                                            <p:strVal val="#ppt_w"/>
                                          </p:val>
                                        </p:tav>
                                      </p:tavLst>
                                    </p:anim>
                                    <p:anim calcmode="lin" valueType="num">
                                      <p:cBhvr>
                                        <p:cTn id="43" dur="1000" fill="hold"/>
                                        <p:tgtEl>
                                          <p:spTgt spid="6"/>
                                        </p:tgtEl>
                                        <p:attrNameLst>
                                          <p:attrName>ppt_h</p:attrName>
                                        </p:attrNameLst>
                                      </p:cBhvr>
                                      <p:tavLst>
                                        <p:tav tm="0">
                                          <p:val>
                                            <p:strVal val="#ppt_h"/>
                                          </p:val>
                                        </p:tav>
                                        <p:tav tm="100000">
                                          <p:val>
                                            <p:strVal val="#ppt_h"/>
                                          </p:val>
                                        </p:tav>
                                      </p:tavLst>
                                    </p:anim>
                                    <p:animEffect transition="in" filter="fade">
                                      <p:cBhvr>
                                        <p:cTn id="44" dur="1000"/>
                                        <p:tgtEl>
                                          <p:spTgt spid="6"/>
                                        </p:tgtEl>
                                      </p:cBhvr>
                                    </p:animEffect>
                                  </p:childTnLst>
                                </p:cTn>
                              </p:par>
                              <p:par>
                                <p:cTn id="45" presetID="55"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p:cTn id="47" dur="1000" fill="hold"/>
                                        <p:tgtEl>
                                          <p:spTgt spid="16"/>
                                        </p:tgtEl>
                                        <p:attrNameLst>
                                          <p:attrName>ppt_w</p:attrName>
                                        </p:attrNameLst>
                                      </p:cBhvr>
                                      <p:tavLst>
                                        <p:tav tm="0">
                                          <p:val>
                                            <p:strVal val="#ppt_w*0.70"/>
                                          </p:val>
                                        </p:tav>
                                        <p:tav tm="100000">
                                          <p:val>
                                            <p:strVal val="#ppt_w"/>
                                          </p:val>
                                        </p:tav>
                                      </p:tavLst>
                                    </p:anim>
                                    <p:anim calcmode="lin" valueType="num">
                                      <p:cBhvr>
                                        <p:cTn id="48" dur="1000" fill="hold"/>
                                        <p:tgtEl>
                                          <p:spTgt spid="16"/>
                                        </p:tgtEl>
                                        <p:attrNameLst>
                                          <p:attrName>ppt_h</p:attrName>
                                        </p:attrNameLst>
                                      </p:cBhvr>
                                      <p:tavLst>
                                        <p:tav tm="0">
                                          <p:val>
                                            <p:strVal val="#ppt_h"/>
                                          </p:val>
                                        </p:tav>
                                        <p:tav tm="100000">
                                          <p:val>
                                            <p:strVal val="#ppt_h"/>
                                          </p:val>
                                        </p:tav>
                                      </p:tavLst>
                                    </p:anim>
                                    <p:animEffect transition="in" filter="fade">
                                      <p:cBhvr>
                                        <p:cTn id="49" dur="1000"/>
                                        <p:tgtEl>
                                          <p:spTgt spid="16"/>
                                        </p:tgtEl>
                                      </p:cBhvr>
                                    </p:animEffect>
                                  </p:childTnLst>
                                </p:cTn>
                              </p:par>
                            </p:childTnLst>
                          </p:cTn>
                        </p:par>
                        <p:par>
                          <p:cTn id="50" fill="hold" nodeType="afterGroup">
                            <p:stCondLst>
                              <p:cond delay="1000"/>
                            </p:stCondLst>
                            <p:childTnLst>
                              <p:par>
                                <p:cTn id="51" presetID="3" presetClass="entr" presetSubtype="10" fill="hold" grpId="0" nodeType="after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blinds(horizontal)">
                                      <p:cBhvr>
                                        <p:cTn id="53" dur="500"/>
                                        <p:tgtEl>
                                          <p:spTgt spid="7"/>
                                        </p:tgtEl>
                                      </p:cBhvr>
                                    </p:animEffect>
                                  </p:childTnLst>
                                </p:cTn>
                              </p:par>
                            </p:childTnLst>
                          </p:cTn>
                        </p:par>
                        <p:par>
                          <p:cTn id="54" fill="hold" nodeType="afterGroup">
                            <p:stCondLst>
                              <p:cond delay="1500"/>
                            </p:stCondLst>
                            <p:childTnLst>
                              <p:par>
                                <p:cTn id="55" presetID="47" presetClass="entr" presetSubtype="0" fill="hold" grpId="0" nodeType="afterEffect">
                                  <p:stCondLst>
                                    <p:cond delay="0"/>
                                  </p:stCondLst>
                                  <p:childTnLst>
                                    <p:set>
                                      <p:cBhvr>
                                        <p:cTn id="56" dur="1" fill="hold">
                                          <p:stCondLst>
                                            <p:cond delay="0"/>
                                          </p:stCondLst>
                                        </p:cTn>
                                        <p:tgtEl>
                                          <p:spTgt spid="72"/>
                                        </p:tgtEl>
                                        <p:attrNameLst>
                                          <p:attrName>style.visibility</p:attrName>
                                        </p:attrNameLst>
                                      </p:cBhvr>
                                      <p:to>
                                        <p:strVal val="visible"/>
                                      </p:to>
                                    </p:set>
                                    <p:animEffect transition="in" filter="fade">
                                      <p:cBhvr>
                                        <p:cTn id="57" dur="1000"/>
                                        <p:tgtEl>
                                          <p:spTgt spid="72"/>
                                        </p:tgtEl>
                                      </p:cBhvr>
                                    </p:animEffect>
                                    <p:anim calcmode="lin" valueType="num">
                                      <p:cBhvr>
                                        <p:cTn id="58" dur="1000" fill="hold"/>
                                        <p:tgtEl>
                                          <p:spTgt spid="72"/>
                                        </p:tgtEl>
                                        <p:attrNameLst>
                                          <p:attrName>ppt_x</p:attrName>
                                        </p:attrNameLst>
                                      </p:cBhvr>
                                      <p:tavLst>
                                        <p:tav tm="0">
                                          <p:val>
                                            <p:strVal val="#ppt_x"/>
                                          </p:val>
                                        </p:tav>
                                        <p:tav tm="100000">
                                          <p:val>
                                            <p:strVal val="#ppt_x"/>
                                          </p:val>
                                        </p:tav>
                                      </p:tavLst>
                                    </p:anim>
                                    <p:anim calcmode="lin" valueType="num">
                                      <p:cBhvr>
                                        <p:cTn id="59" dur="1000" fill="hold"/>
                                        <p:tgtEl>
                                          <p:spTgt spid="72"/>
                                        </p:tgtEl>
                                        <p:attrNameLst>
                                          <p:attrName>ppt_y</p:attrName>
                                        </p:attrNameLst>
                                      </p:cBhvr>
                                      <p:tavLst>
                                        <p:tav tm="0">
                                          <p:val>
                                            <p:strVal val="#ppt_y-.1"/>
                                          </p:val>
                                        </p:tav>
                                        <p:tav tm="100000">
                                          <p:val>
                                            <p:strVal val="#ppt_y"/>
                                          </p:val>
                                        </p:tav>
                                      </p:tavLst>
                                    </p:anim>
                                  </p:childTnLst>
                                </p:cTn>
                              </p:par>
                              <p:par>
                                <p:cTn id="60" presetID="47" presetClass="entr" presetSubtype="0" fill="hold" grpId="0" nodeType="with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1000"/>
                                        <p:tgtEl>
                                          <p:spTgt spid="31"/>
                                        </p:tgtEl>
                                      </p:cBhvr>
                                    </p:animEffect>
                                    <p:anim calcmode="lin" valueType="num">
                                      <p:cBhvr>
                                        <p:cTn id="63" dur="1000" fill="hold"/>
                                        <p:tgtEl>
                                          <p:spTgt spid="31"/>
                                        </p:tgtEl>
                                        <p:attrNameLst>
                                          <p:attrName>ppt_x</p:attrName>
                                        </p:attrNameLst>
                                      </p:cBhvr>
                                      <p:tavLst>
                                        <p:tav tm="0">
                                          <p:val>
                                            <p:strVal val="#ppt_x"/>
                                          </p:val>
                                        </p:tav>
                                        <p:tav tm="100000">
                                          <p:val>
                                            <p:strVal val="#ppt_x"/>
                                          </p:val>
                                        </p:tav>
                                      </p:tavLst>
                                    </p:anim>
                                    <p:anim calcmode="lin" valueType="num">
                                      <p:cBhvr>
                                        <p:cTn id="64" dur="1000" fill="hold"/>
                                        <p:tgtEl>
                                          <p:spTgt spid="31"/>
                                        </p:tgtEl>
                                        <p:attrNameLst>
                                          <p:attrName>ppt_y</p:attrName>
                                        </p:attrNameLst>
                                      </p:cBhvr>
                                      <p:tavLst>
                                        <p:tav tm="0">
                                          <p:val>
                                            <p:strVal val="#ppt_y-.1"/>
                                          </p:val>
                                        </p:tav>
                                        <p:tav tm="100000">
                                          <p:val>
                                            <p:strVal val="#ppt_y"/>
                                          </p:val>
                                        </p:tav>
                                      </p:tavLst>
                                    </p:anim>
                                  </p:childTnLst>
                                </p:cTn>
                              </p:par>
                            </p:childTnLst>
                          </p:cTn>
                        </p:par>
                        <p:par>
                          <p:cTn id="65" fill="hold" nodeType="afterGroup">
                            <p:stCondLst>
                              <p:cond delay="2500"/>
                            </p:stCondLst>
                            <p:childTnLst>
                              <p:par>
                                <p:cTn id="66" presetID="47" presetClass="entr" presetSubtype="0" fill="hold" grpId="0" nodeType="after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1000"/>
                                        <p:tgtEl>
                                          <p:spTgt spid="18"/>
                                        </p:tgtEl>
                                      </p:cBhvr>
                                    </p:animEffect>
                                    <p:anim calcmode="lin" valueType="num">
                                      <p:cBhvr>
                                        <p:cTn id="69" dur="1000" fill="hold"/>
                                        <p:tgtEl>
                                          <p:spTgt spid="18"/>
                                        </p:tgtEl>
                                        <p:attrNameLst>
                                          <p:attrName>ppt_x</p:attrName>
                                        </p:attrNameLst>
                                      </p:cBhvr>
                                      <p:tavLst>
                                        <p:tav tm="0">
                                          <p:val>
                                            <p:strVal val="#ppt_x"/>
                                          </p:val>
                                        </p:tav>
                                        <p:tav tm="100000">
                                          <p:val>
                                            <p:strVal val="#ppt_x"/>
                                          </p:val>
                                        </p:tav>
                                      </p:tavLst>
                                    </p:anim>
                                    <p:anim calcmode="lin" valueType="num">
                                      <p:cBhvr>
                                        <p:cTn id="7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ldLvl="0" animBg="1"/>
      <p:bldP spid="10" grpId="0"/>
      <p:bldP spid="11" grpId="0"/>
      <p:bldP spid="12" grpId="0" bldLvl="0" animBg="1"/>
      <p:bldP spid="13" grpId="0"/>
      <p:bldP spid="14" grpId="0"/>
      <p:bldP spid="16" grpId="0" bldLvl="0" animBg="1"/>
      <p:bldP spid="6" grpId="0"/>
      <p:bldP spid="7" grpId="0" bldLvl="0" animBg="1"/>
      <p:bldP spid="72" grpId="0"/>
      <p:bldP spid="31" grpId="0"/>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8000"/>
          </a:schemeClr>
        </a:solidFill>
        <a:effectLst/>
      </p:bgPr>
    </p:bg>
    <p:spTree>
      <p:nvGrpSpPr>
        <p:cNvPr id="1" name=""/>
        <p:cNvGrpSpPr/>
        <p:nvPr/>
      </p:nvGrpSpPr>
      <p:grpSpPr>
        <a:xfrm>
          <a:off x="0" y="0"/>
          <a:ext cx="0" cy="0"/>
          <a:chOff x="0" y="0"/>
          <a:chExt cx="0" cy="0"/>
        </a:xfrm>
      </p:grpSpPr>
      <p:pic>
        <p:nvPicPr>
          <p:cNvPr id="20" name="图片 19" descr="C:\Users\111\Desktop\59b77bab208b0.jpg59b77bab208b0"/>
          <p:cNvPicPr>
            <a:picLocks noChangeAspect="1"/>
          </p:cNvPicPr>
          <p:nvPr/>
        </p:nvPicPr>
        <p:blipFill>
          <a:blip r:embed="R7e0ed9da03f94f21"/>
          <a:stretch>
            <a:fillRect/>
          </a:stretch>
        </p:blipFill>
        <p:spPr>
          <a:xfrm rot="5400000">
            <a:off x="4196080" y="-4196080"/>
            <a:ext cx="4137025" cy="12529185"/>
          </a:xfrm>
          <a:prstGeom prst="rect">
            <a:avLst/>
          </a:prstGeom>
        </p:spPr>
      </p:pic>
      <p:sp>
        <p:nvSpPr>
          <p:cNvPr id="12" name="矩形 11"/>
          <p:cNvSpPr/>
          <p:nvPr/>
        </p:nvSpPr>
        <p:spPr>
          <a:xfrm>
            <a:off x="610784" y="755821"/>
            <a:ext cx="517962" cy="45719"/>
          </a:xfrm>
          <a:prstGeom prst="rect">
            <a:avLst/>
          </a:prstGeom>
          <a:gradFill>
            <a:gsLst>
              <a:gs pos="50000">
                <a:schemeClr val="accent1">
                  <a:lumMod val="75000"/>
                  <a:alpha val="29000"/>
                </a:schemeClr>
              </a:gs>
              <a:gs pos="0">
                <a:schemeClr val="accent1">
                  <a:lumMod val="50000"/>
                  <a:alpha val="63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21" name="文本框 20"/>
          <p:cNvSpPr txBox="1"/>
          <p:nvPr/>
        </p:nvSpPr>
        <p:spPr>
          <a:xfrm>
            <a:off x="534670" y="380365"/>
            <a:ext cx="1605280" cy="337185"/>
          </a:xfrm>
          <a:prstGeom prst="rect">
            <a:avLst/>
          </a:prstGeom>
          <a:noFill/>
        </p:spPr>
        <p:txBody>
          <a:bodyPr wrap="square" rtlCol="0">
            <a:spAutoFit/>
          </a:bodyPr>
          <a:lstStyle/>
          <a:p>
            <a:pPr algn="dist"/>
            <a:r>
              <a:rPr lang="en-US" altLang="zh-CN" sz="1600" b="1" err="1">
                <a:solidFill>
                  <a:schemeClr val="accent1">
                    <a:lumMod val="50000"/>
                  </a:schemeClr>
                </a:solidFill>
                <a:cs typeface="+mn-ea"/>
                <a:sym typeface="+mn-lt"/>
              </a:rPr>
              <a:t>PART.03</a:t>
            </a:r>
          </a:p>
        </p:txBody>
      </p:sp>
      <p:sp>
        <p:nvSpPr>
          <p:cNvPr id="9" name="图文框 8"/>
          <p:cNvSpPr/>
          <p:nvPr/>
        </p:nvSpPr>
        <p:spPr>
          <a:xfrm>
            <a:off x="11207203" y="5963688"/>
            <a:ext cx="517962" cy="517962"/>
          </a:xfrm>
          <a:prstGeom prst="frame">
            <a:avLst>
              <a:gd name="adj1" fmla="val 5842"/>
            </a:avLst>
          </a:prstGeom>
          <a:solidFill>
            <a:schemeClr val="accent1">
              <a:lumMod val="75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03460" y="599789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05151" y="61887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graphicFrame>
        <p:nvGraphicFramePr>
          <p:cNvPr id="4" name="图表 3"/>
          <p:cNvGraphicFramePr/>
          <p:nvPr/>
        </p:nvGraphicFramePr>
        <p:xfrm>
          <a:off x="1116965" y="1607245"/>
          <a:ext cx="2245996" cy="1985738"/>
        </p:xfrm>
        <a:graphic>
          <a:graphicData uri="http://schemas.openxmlformats.org/drawingml/2006/chart">
            <c:chart xmlns:c="http://schemas.openxmlformats.org/drawingml/2006/chart" xmlns:r="http://schemas.openxmlformats.org/officeDocument/2006/relationships" r:id="R8774160d644c460f"/>
          </a:graphicData>
        </a:graphic>
      </p:graphicFrame>
      <p:sp>
        <p:nvSpPr>
          <p:cNvPr id="6" name="文本框 5"/>
          <p:cNvSpPr txBox="1"/>
          <p:nvPr/>
        </p:nvSpPr>
        <p:spPr>
          <a:xfrm>
            <a:off x="656745" y="4761859"/>
            <a:ext cx="3191834" cy="975995"/>
          </a:xfrm>
          <a:prstGeom prst="rect">
            <a:avLst/>
          </a:prstGeom>
          <a:noFill/>
        </p:spPr>
        <p:txBody>
          <a:bodyPr wrap="square" rtlCol="0">
            <a:spAutoFit/>
          </a:bodyPr>
          <a:lstStyle/>
          <a:p>
            <a:pPr marL="0" marR="0" lvl="0" indent="0" algn="ctr" defTabSz="914400" rtl="0" eaLnBrk="1" fontAlgn="auto" latinLnBrk="0" hangingPunct="1">
              <a:lnSpc>
                <a:spcPct val="180000"/>
              </a:lnSpc>
              <a:spcBef>
                <a:spcPct val="0"/>
              </a:spcBef>
              <a:spcAft>
                <a:spcPct val="0"/>
              </a:spcAft>
              <a:buClrTx/>
              <a:buSzTx/>
              <a:buFontTx/>
              <a:buNone/>
              <a:defRPr/>
            </a:pPr>
            <a:r>
              <a:rPr kumimoji="0" lang="en-US" altLang="zh-CN" sz="800" b="0" i="0" u="none" strike="noStrike" kern="1200" cap="none" spc="0" normalizeH="0" baseline="0" noProof="0">
                <a:ln>
                  <a:noFill/>
                </a:ln>
                <a:effectLst/>
                <a:uLnTx/>
                <a:uFillTx/>
                <a:cs typeface="+mn-ea"/>
                <a:sym typeface="+mn-lt"/>
              </a:rPr>
              <a:t>Lorem ipsum dolor sit amet, </a:t>
            </a:r>
            <a:r>
              <a:rPr kumimoji="0" lang="en-US" altLang="zh-CN" sz="800" b="0" i="0" u="none" strike="noStrike" kern="1200" cap="none" spc="0" normalizeH="0" baseline="0" noProof="0" err="1">
                <a:ln>
                  <a:noFill/>
                </a:ln>
                <a:effectLst/>
                <a:uLnTx/>
                <a:uFillTx/>
                <a:cs typeface="+mn-ea"/>
                <a:sym typeface="+mn-lt"/>
              </a:rPr>
              <a:t>consectetuer</a:t>
            </a:r>
            <a:r>
              <a:rPr kumimoji="0" lang="en-US" altLang="zh-CN" sz="800" b="0" i="0" u="none" strike="noStrike" kern="1200" cap="none" spc="0" normalizeH="0" baseline="0" noProof="0">
                <a:ln>
                  <a:noFill/>
                </a:ln>
                <a:effectLst/>
                <a:uLnTx/>
                <a:uFillTx/>
                <a:cs typeface="+mn-ea"/>
                <a:sym typeface="+mn-lt"/>
              </a:rPr>
              <a:t> </a:t>
            </a:r>
            <a:r>
              <a:rPr kumimoji="0" lang="en-US" altLang="zh-CN" sz="800" b="0" i="0" u="none" strike="noStrike" kern="1200" cap="none" spc="0" normalizeH="0" baseline="0" noProof="0" err="1">
                <a:ln>
                  <a:noFill/>
                </a:ln>
                <a:effectLst/>
                <a:uLnTx/>
                <a:uFillTx/>
                <a:cs typeface="+mn-ea"/>
                <a:sym typeface="+mn-lt"/>
              </a:rPr>
              <a:t>adipiscing</a:t>
            </a:r>
            <a:r>
              <a:rPr kumimoji="0" lang="en-US" altLang="zh-CN" sz="800" b="0" i="0" u="none" strike="noStrike" kern="1200" cap="none" spc="0" normalizeH="0" baseline="0" noProof="0">
                <a:ln>
                  <a:noFill/>
                </a:ln>
                <a:effectLst/>
                <a:uLnTx/>
                <a:uFillTx/>
                <a:cs typeface="+mn-ea"/>
                <a:sym typeface="+mn-lt"/>
              </a:rPr>
              <a:t> </a:t>
            </a:r>
            <a:r>
              <a:rPr kumimoji="0" lang="en-US" altLang="zh-CN" sz="800" b="0" i="0" u="none" strike="noStrike" kern="1200" cap="none" spc="0" normalizeH="0" baseline="0" noProof="0" err="1">
                <a:ln>
                  <a:noFill/>
                </a:ln>
                <a:effectLst/>
                <a:uLnTx/>
                <a:uFillTx/>
                <a:cs typeface="+mn-ea"/>
                <a:sym typeface="+mn-lt"/>
              </a:rPr>
              <a:t>elit</a:t>
            </a:r>
            <a:r>
              <a:rPr kumimoji="0" lang="en-US" altLang="zh-CN" sz="800" b="0" i="0" u="none" strike="noStrike" kern="1200" cap="none" spc="0" normalizeH="0" baseline="0" noProof="0">
                <a:ln>
                  <a:noFill/>
                </a:ln>
                <a:effectLst/>
                <a:uLnTx/>
                <a:uFillTx/>
                <a:cs typeface="+mn-ea"/>
                <a:sym typeface="+mn-lt"/>
              </a:rPr>
              <a:t>. Maecenas porttitor congue massa. Fusce posuere, magna sed pulvinar ultricies, purus lectus malesuada libero, sit amet </a:t>
            </a:r>
            <a:r>
              <a:rPr kumimoji="0" lang="en-US" altLang="zh-CN" sz="800" b="0" i="0" u="none" strike="noStrike" kern="1200" cap="none" spc="0" normalizeH="0" baseline="0" noProof="0" err="1">
                <a:ln>
                  <a:noFill/>
                </a:ln>
                <a:effectLst/>
                <a:uLnTx/>
                <a:uFillTx/>
                <a:cs typeface="+mn-ea"/>
                <a:sym typeface="+mn-lt"/>
              </a:rPr>
              <a:t>commodo</a:t>
            </a:r>
            <a:r>
              <a:rPr kumimoji="0" lang="en-US" altLang="zh-CN" sz="800" b="0" i="0" u="none" strike="noStrike" kern="1200" cap="none" spc="0" normalizeH="0" baseline="0" noProof="0">
                <a:ln>
                  <a:noFill/>
                </a:ln>
                <a:effectLst/>
                <a:uLnTx/>
                <a:uFillTx/>
                <a:cs typeface="+mn-ea"/>
                <a:sym typeface="+mn-lt"/>
              </a:rPr>
              <a:t> magna eros Nunc </a:t>
            </a:r>
            <a:r>
              <a:rPr kumimoji="0" lang="en-US" altLang="zh-CN" sz="800" b="0" i="0" u="none" strike="noStrike" kern="1200" cap="none" spc="0" normalizeH="0" baseline="0" noProof="0" err="1">
                <a:ln>
                  <a:noFill/>
                </a:ln>
                <a:effectLst/>
                <a:uLnTx/>
                <a:uFillTx/>
                <a:cs typeface="+mn-ea"/>
                <a:sym typeface="+mn-lt"/>
              </a:rPr>
              <a:t>viverra</a:t>
            </a:r>
            <a:r>
              <a:rPr kumimoji="0" lang="en-US" altLang="zh-CN" sz="800" b="0" i="0" u="none" strike="noStrike" kern="1200" cap="none" spc="0" normalizeH="0" baseline="0" noProof="0">
                <a:ln>
                  <a:noFill/>
                </a:ln>
                <a:effectLst/>
                <a:uLnTx/>
                <a:uFillTx/>
                <a:cs typeface="+mn-ea"/>
                <a:sym typeface="+mn-lt"/>
              </a:rPr>
              <a:t> </a:t>
            </a:r>
            <a:r>
              <a:rPr kumimoji="0" lang="en-US" altLang="zh-CN" sz="800" b="0" i="0" u="none" strike="noStrike" kern="1200" cap="none" spc="0" normalizeH="0" baseline="0" noProof="0" err="1">
                <a:ln>
                  <a:noFill/>
                </a:ln>
                <a:effectLst/>
                <a:uLnTx/>
                <a:uFillTx/>
                <a:cs typeface="+mn-ea"/>
                <a:sym typeface="+mn-lt"/>
              </a:rPr>
              <a:t>imperdiet</a:t>
            </a:r>
            <a:r>
              <a:rPr kumimoji="0" lang="en-US" altLang="zh-CN" sz="800" b="0" i="0" u="none" strike="noStrike" kern="1200" cap="none" spc="0" normalizeH="0" baseline="0" noProof="0">
                <a:ln>
                  <a:noFill/>
                </a:ln>
                <a:effectLst/>
                <a:uLnTx/>
                <a:uFillTx/>
                <a:cs typeface="+mn-ea"/>
                <a:sym typeface="+mn-lt"/>
              </a:rPr>
              <a:t> </a:t>
            </a:r>
            <a:r>
              <a:rPr kumimoji="0" lang="en-US" altLang="zh-CN" sz="800" b="0" i="0" u="none" strike="noStrike" kern="1200" cap="none" spc="0" normalizeH="0" baseline="0" noProof="0" err="1">
                <a:ln>
                  <a:noFill/>
                </a:ln>
                <a:effectLst/>
                <a:uLnTx/>
                <a:uFillTx/>
                <a:cs typeface="+mn-ea"/>
                <a:sym typeface="+mn-lt"/>
              </a:rPr>
              <a:t>enim</a:t>
            </a:r>
            <a:endParaRPr kumimoji="0" lang="en-US" altLang="zh-CN" sz="800" b="0" i="0" u="none" strike="noStrike" kern="1200" cap="none" spc="0" normalizeH="0" baseline="0" noProof="0">
              <a:ln>
                <a:noFill/>
              </a:ln>
              <a:effectLst/>
              <a:uLnTx/>
              <a:uFillTx/>
              <a:cs typeface="+mn-ea"/>
              <a:sym typeface="+mn-lt"/>
            </a:endParaRPr>
          </a:p>
        </p:txBody>
      </p:sp>
      <p:sp>
        <p:nvSpPr>
          <p:cNvPr id="7" name="文本框 6"/>
          <p:cNvSpPr txBox="1"/>
          <p:nvPr/>
        </p:nvSpPr>
        <p:spPr>
          <a:xfrm>
            <a:off x="644045" y="4243699"/>
            <a:ext cx="3191834" cy="430887"/>
          </a:xfrm>
          <a:prstGeom prst="rect">
            <a:avLst/>
          </a:prstGeom>
          <a:noFill/>
        </p:spPr>
        <p:txBody>
          <a:bodyPr wrap="square" rtlCol="0">
            <a:spAutoFit/>
          </a:bodyPr>
          <a:lstStyle/>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1600" b="0" i="0" u="none" strike="noStrike" kern="1200" cap="none" spc="0" normalizeH="0" baseline="0" noProof="0">
                <a:ln>
                  <a:noFill/>
                </a:ln>
                <a:effectLst/>
                <a:uLnTx/>
                <a:uFillTx/>
                <a:cs typeface="+mn-ea"/>
                <a:sym typeface="+mn-lt"/>
              </a:rPr>
              <a:t>THE TEXT</a:t>
            </a:r>
          </a:p>
        </p:txBody>
      </p:sp>
      <p:graphicFrame>
        <p:nvGraphicFramePr>
          <p:cNvPr id="2" name="图表 1"/>
          <p:cNvGraphicFramePr/>
          <p:nvPr/>
        </p:nvGraphicFramePr>
        <p:xfrm>
          <a:off x="4973003" y="1607245"/>
          <a:ext cx="2245996" cy="1985738"/>
        </p:xfrm>
        <a:graphic>
          <a:graphicData uri="http://schemas.openxmlformats.org/drawingml/2006/chart">
            <c:chart xmlns:c="http://schemas.openxmlformats.org/drawingml/2006/chart" xmlns:r="http://schemas.openxmlformats.org/officeDocument/2006/relationships" r:id="R320e11ff1bfe4d80"/>
          </a:graphicData>
        </a:graphic>
      </p:graphicFrame>
      <p:sp>
        <p:nvSpPr>
          <p:cNvPr id="3" name="文本框 2"/>
          <p:cNvSpPr txBox="1"/>
          <p:nvPr/>
        </p:nvSpPr>
        <p:spPr>
          <a:xfrm>
            <a:off x="4512783" y="4761859"/>
            <a:ext cx="3191834" cy="946156"/>
          </a:xfrm>
          <a:prstGeom prst="rect">
            <a:avLst/>
          </a:prstGeom>
          <a:noFill/>
        </p:spPr>
        <p:txBody>
          <a:bodyPr wrap="square" rtlCol="0">
            <a:spAutoFit/>
          </a:bodyPr>
          <a:lstStyle/>
          <a:p>
            <a:pPr marL="0" marR="0" lvl="0" indent="0" algn="ctr" defTabSz="914400" rtl="0" eaLnBrk="1" fontAlgn="auto" latinLnBrk="0" hangingPunct="1">
              <a:lnSpc>
                <a:spcPct val="180000"/>
              </a:lnSpc>
              <a:spcBef>
                <a:spcPct val="0"/>
              </a:spcBef>
              <a:spcAft>
                <a:spcPct val="0"/>
              </a:spcAft>
              <a:buClrTx/>
              <a:buSzTx/>
              <a:buFontTx/>
              <a:buNone/>
              <a:defRPr/>
            </a:pPr>
            <a:r>
              <a:rPr kumimoji="0" lang="en-US" altLang="zh-CN" sz="800" b="0" i="0" u="none" strike="noStrike" kern="1200" cap="none" spc="0" normalizeH="0" baseline="0" noProof="0">
                <a:ln>
                  <a:noFill/>
                </a:ln>
                <a:effectLst/>
                <a:uLnTx/>
                <a:uFillTx/>
                <a:cs typeface="+mn-ea"/>
                <a:sym typeface="+mn-lt"/>
              </a:rPr>
              <a:t>Lorem ipsum dolor sit amet, </a:t>
            </a:r>
            <a:r>
              <a:rPr kumimoji="0" lang="en-US" altLang="zh-CN" sz="800" b="0" i="0" u="none" strike="noStrike" kern="1200" cap="none" spc="0" normalizeH="0" baseline="0" noProof="0" err="1">
                <a:ln>
                  <a:noFill/>
                </a:ln>
                <a:effectLst/>
                <a:uLnTx/>
                <a:uFillTx/>
                <a:cs typeface="+mn-ea"/>
                <a:sym typeface="+mn-lt"/>
              </a:rPr>
              <a:t>consectetuer</a:t>
            </a:r>
            <a:r>
              <a:rPr kumimoji="0" lang="en-US" altLang="zh-CN" sz="800" b="0" i="0" u="none" strike="noStrike" kern="1200" cap="none" spc="0" normalizeH="0" baseline="0" noProof="0">
                <a:ln>
                  <a:noFill/>
                </a:ln>
                <a:effectLst/>
                <a:uLnTx/>
                <a:uFillTx/>
                <a:cs typeface="+mn-ea"/>
                <a:sym typeface="+mn-lt"/>
              </a:rPr>
              <a:t> </a:t>
            </a:r>
            <a:r>
              <a:rPr kumimoji="0" lang="en-US" altLang="zh-CN" sz="800" b="0" i="0" u="none" strike="noStrike" kern="1200" cap="none" spc="0" normalizeH="0" baseline="0" noProof="0" err="1">
                <a:ln>
                  <a:noFill/>
                </a:ln>
                <a:effectLst/>
                <a:uLnTx/>
                <a:uFillTx/>
                <a:cs typeface="+mn-ea"/>
                <a:sym typeface="+mn-lt"/>
              </a:rPr>
              <a:t>adipiscing</a:t>
            </a:r>
            <a:r>
              <a:rPr kumimoji="0" lang="en-US" altLang="zh-CN" sz="800" b="0" i="0" u="none" strike="noStrike" kern="1200" cap="none" spc="0" normalizeH="0" baseline="0" noProof="0">
                <a:ln>
                  <a:noFill/>
                </a:ln>
                <a:effectLst/>
                <a:uLnTx/>
                <a:uFillTx/>
                <a:cs typeface="+mn-ea"/>
                <a:sym typeface="+mn-lt"/>
              </a:rPr>
              <a:t> </a:t>
            </a:r>
            <a:r>
              <a:rPr kumimoji="0" lang="en-US" altLang="zh-CN" sz="800" b="0" i="0" u="none" strike="noStrike" kern="1200" cap="none" spc="0" normalizeH="0" baseline="0" noProof="0" err="1">
                <a:ln>
                  <a:noFill/>
                </a:ln>
                <a:effectLst/>
                <a:uLnTx/>
                <a:uFillTx/>
                <a:cs typeface="+mn-ea"/>
                <a:sym typeface="+mn-lt"/>
              </a:rPr>
              <a:t>elit</a:t>
            </a:r>
            <a:r>
              <a:rPr kumimoji="0" lang="en-US" altLang="zh-CN" sz="800" b="0" i="0" u="none" strike="noStrike" kern="1200" cap="none" spc="0" normalizeH="0" baseline="0" noProof="0">
                <a:ln>
                  <a:noFill/>
                </a:ln>
                <a:effectLst/>
                <a:uLnTx/>
                <a:uFillTx/>
                <a:cs typeface="+mn-ea"/>
                <a:sym typeface="+mn-lt"/>
              </a:rPr>
              <a:t>. Maecenas porttitor congue massa. Fusce posuere, magna sed pulvinar ultricies, purus lectus malesuada libero, sit </a:t>
            </a:r>
            <a:r>
              <a:rPr kumimoji="0" lang="en-US" altLang="zh-CN" sz="800" b="0" i="0" u="none" strike="noStrike" kern="1200" cap="none" spc="0" normalizeH="0" baseline="0" noProof="0" err="1">
                <a:ln>
                  <a:noFill/>
                </a:ln>
                <a:effectLst/>
                <a:uLnTx/>
                <a:uFillTx/>
                <a:cs typeface="+mn-ea"/>
                <a:sym typeface="+mn-lt"/>
              </a:rPr>
              <a:t>amet</a:t>
            </a:r>
            <a:r>
              <a:rPr kumimoji="0" lang="en-US" altLang="zh-CN" sz="800" b="0" i="0" u="none" strike="noStrike" kern="1200" cap="none" spc="0" normalizeH="0" baseline="0" noProof="0">
                <a:ln>
                  <a:noFill/>
                </a:ln>
                <a:effectLst/>
                <a:uLnTx/>
                <a:uFillTx/>
                <a:cs typeface="+mn-ea"/>
                <a:sym typeface="+mn-lt"/>
              </a:rPr>
              <a:t> </a:t>
            </a:r>
            <a:r>
              <a:rPr kumimoji="0" lang="en-US" altLang="zh-CN" sz="800" b="0" i="0" u="none" strike="noStrike" kern="1200" cap="none" spc="0" normalizeH="0" baseline="0" noProof="0" err="1">
                <a:ln>
                  <a:noFill/>
                </a:ln>
                <a:effectLst/>
                <a:uLnTx/>
                <a:uFillTx/>
                <a:cs typeface="+mn-ea"/>
                <a:sym typeface="+mn-lt"/>
              </a:rPr>
              <a:t>commodo</a:t>
            </a:r>
            <a:r>
              <a:rPr kumimoji="0" lang="en-US" altLang="zh-CN" sz="800" b="0" i="0" u="none" strike="noStrike" kern="1200" cap="none" spc="0" normalizeH="0" baseline="0" noProof="0">
                <a:ln>
                  <a:noFill/>
                </a:ln>
                <a:effectLst/>
                <a:uLnTx/>
                <a:uFillTx/>
                <a:cs typeface="+mn-ea"/>
                <a:sym typeface="+mn-lt"/>
              </a:rPr>
              <a:t> magna eros Nunc </a:t>
            </a:r>
            <a:r>
              <a:rPr kumimoji="0" lang="en-US" altLang="zh-CN" sz="800" b="0" i="0" u="none" strike="noStrike" kern="1200" cap="none" spc="0" normalizeH="0" baseline="0" noProof="0" err="1">
                <a:ln>
                  <a:noFill/>
                </a:ln>
                <a:effectLst/>
                <a:uLnTx/>
                <a:uFillTx/>
                <a:cs typeface="+mn-ea"/>
                <a:sym typeface="+mn-lt"/>
              </a:rPr>
              <a:t>viverra</a:t>
            </a:r>
            <a:r>
              <a:rPr kumimoji="0" lang="en-US" altLang="zh-CN" sz="800" b="0" i="0" u="none" strike="noStrike" kern="1200" cap="none" spc="0" normalizeH="0" baseline="0" noProof="0">
                <a:ln>
                  <a:noFill/>
                </a:ln>
                <a:effectLst/>
                <a:uLnTx/>
                <a:uFillTx/>
                <a:cs typeface="+mn-ea"/>
                <a:sym typeface="+mn-lt"/>
              </a:rPr>
              <a:t> </a:t>
            </a:r>
            <a:r>
              <a:rPr kumimoji="0" lang="en-US" altLang="zh-CN" sz="800" b="0" i="0" u="none" strike="noStrike" kern="1200" cap="none" spc="0" normalizeH="0" baseline="0" noProof="0" err="1">
                <a:ln>
                  <a:noFill/>
                </a:ln>
                <a:effectLst/>
                <a:uLnTx/>
                <a:uFillTx/>
                <a:cs typeface="+mn-ea"/>
                <a:sym typeface="+mn-lt"/>
              </a:rPr>
              <a:t>imperdiet</a:t>
            </a:r>
            <a:r>
              <a:rPr kumimoji="0" lang="en-US" altLang="zh-CN" sz="800" b="0" i="0" u="none" strike="noStrike" kern="1200" cap="none" spc="0" normalizeH="0" baseline="0" noProof="0">
                <a:ln>
                  <a:noFill/>
                </a:ln>
                <a:effectLst/>
                <a:uLnTx/>
                <a:uFillTx/>
                <a:cs typeface="+mn-ea"/>
                <a:sym typeface="+mn-lt"/>
              </a:rPr>
              <a:t> </a:t>
            </a:r>
            <a:r>
              <a:rPr kumimoji="0" lang="en-US" altLang="zh-CN" sz="800" b="0" i="0" u="none" strike="noStrike" kern="1200" cap="none" spc="0" normalizeH="0" baseline="0" noProof="0" err="1">
                <a:ln>
                  <a:noFill/>
                </a:ln>
                <a:effectLst/>
                <a:uLnTx/>
                <a:uFillTx/>
                <a:cs typeface="+mn-ea"/>
                <a:sym typeface="+mn-lt"/>
              </a:rPr>
              <a:t>enim</a:t>
            </a:r>
            <a:endParaRPr kumimoji="0" lang="en-US" altLang="zh-CN" sz="800" b="0" i="0" u="none" strike="noStrike" kern="1200" cap="none" spc="0" normalizeH="0" baseline="0" noProof="0">
              <a:ln>
                <a:noFill/>
              </a:ln>
              <a:effectLst/>
              <a:uLnTx/>
              <a:uFillTx/>
              <a:cs typeface="+mn-ea"/>
              <a:sym typeface="+mn-lt"/>
            </a:endParaRPr>
          </a:p>
        </p:txBody>
      </p:sp>
      <p:sp>
        <p:nvSpPr>
          <p:cNvPr id="5" name="文本框 4"/>
          <p:cNvSpPr txBox="1"/>
          <p:nvPr/>
        </p:nvSpPr>
        <p:spPr>
          <a:xfrm>
            <a:off x="4500083" y="4243699"/>
            <a:ext cx="3191834" cy="430887"/>
          </a:xfrm>
          <a:prstGeom prst="rect">
            <a:avLst/>
          </a:prstGeom>
          <a:noFill/>
        </p:spPr>
        <p:txBody>
          <a:bodyPr wrap="square" rtlCol="0">
            <a:spAutoFit/>
          </a:bodyPr>
          <a:lstStyle/>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1600" b="0" i="0" u="none" strike="noStrike" kern="1200" cap="none" spc="0" normalizeH="0" baseline="0" noProof="0">
                <a:ln>
                  <a:noFill/>
                </a:ln>
                <a:effectLst/>
                <a:uLnTx/>
                <a:uFillTx/>
                <a:cs typeface="+mn-ea"/>
                <a:sym typeface="+mn-lt"/>
              </a:rPr>
              <a:t>THE TEXT</a:t>
            </a:r>
          </a:p>
        </p:txBody>
      </p:sp>
      <p:graphicFrame>
        <p:nvGraphicFramePr>
          <p:cNvPr id="14" name="图表 13"/>
          <p:cNvGraphicFramePr/>
          <p:nvPr/>
        </p:nvGraphicFramePr>
        <p:xfrm>
          <a:off x="8829041" y="1597720"/>
          <a:ext cx="2245996" cy="1985738"/>
        </p:xfrm>
        <a:graphic>
          <a:graphicData uri="http://schemas.openxmlformats.org/drawingml/2006/chart">
            <c:chart xmlns:c="http://schemas.openxmlformats.org/drawingml/2006/chart" xmlns:r="http://schemas.openxmlformats.org/officeDocument/2006/relationships" r:id="Red8ad6ca54e44038"/>
          </a:graphicData>
        </a:graphic>
      </p:graphicFrame>
      <p:sp>
        <p:nvSpPr>
          <p:cNvPr id="15" name="文本框 14"/>
          <p:cNvSpPr txBox="1"/>
          <p:nvPr/>
        </p:nvSpPr>
        <p:spPr>
          <a:xfrm>
            <a:off x="8356121" y="4752334"/>
            <a:ext cx="3191834" cy="946156"/>
          </a:xfrm>
          <a:prstGeom prst="rect">
            <a:avLst/>
          </a:prstGeom>
          <a:noFill/>
        </p:spPr>
        <p:txBody>
          <a:bodyPr wrap="square" rtlCol="0">
            <a:spAutoFit/>
          </a:bodyPr>
          <a:lstStyle/>
          <a:p>
            <a:pPr marL="0" marR="0" lvl="0" indent="0" algn="ctr" defTabSz="914400" rtl="0" eaLnBrk="1" fontAlgn="auto" latinLnBrk="0" hangingPunct="1">
              <a:lnSpc>
                <a:spcPct val="180000"/>
              </a:lnSpc>
              <a:spcBef>
                <a:spcPct val="0"/>
              </a:spcBef>
              <a:spcAft>
                <a:spcPct val="0"/>
              </a:spcAft>
              <a:buClrTx/>
              <a:buSzTx/>
              <a:buFontTx/>
              <a:buNone/>
              <a:defRPr/>
            </a:pPr>
            <a:r>
              <a:rPr kumimoji="0" lang="en-US" altLang="zh-CN" sz="800" b="0" i="0" u="none" strike="noStrike" kern="1200" cap="none" spc="0" normalizeH="0" baseline="0" noProof="0">
                <a:ln>
                  <a:noFill/>
                </a:ln>
                <a:effectLst/>
                <a:uLnTx/>
                <a:uFillTx/>
                <a:cs typeface="+mn-ea"/>
                <a:sym typeface="+mn-lt"/>
              </a:rPr>
              <a:t>Lorem ipsum dolor sit amet, </a:t>
            </a:r>
            <a:r>
              <a:rPr kumimoji="0" lang="en-US" altLang="zh-CN" sz="800" b="0" i="0" u="none" strike="noStrike" kern="1200" cap="none" spc="0" normalizeH="0" baseline="0" noProof="0" err="1">
                <a:ln>
                  <a:noFill/>
                </a:ln>
                <a:effectLst/>
                <a:uLnTx/>
                <a:uFillTx/>
                <a:cs typeface="+mn-ea"/>
                <a:sym typeface="+mn-lt"/>
              </a:rPr>
              <a:t>consectetuer</a:t>
            </a:r>
            <a:r>
              <a:rPr kumimoji="0" lang="en-US" altLang="zh-CN" sz="800" b="0" i="0" u="none" strike="noStrike" kern="1200" cap="none" spc="0" normalizeH="0" baseline="0" noProof="0">
                <a:ln>
                  <a:noFill/>
                </a:ln>
                <a:effectLst/>
                <a:uLnTx/>
                <a:uFillTx/>
                <a:cs typeface="+mn-ea"/>
                <a:sym typeface="+mn-lt"/>
              </a:rPr>
              <a:t> </a:t>
            </a:r>
            <a:r>
              <a:rPr kumimoji="0" lang="en-US" altLang="zh-CN" sz="800" b="0" i="0" u="none" strike="noStrike" kern="1200" cap="none" spc="0" normalizeH="0" baseline="0" noProof="0" err="1">
                <a:ln>
                  <a:noFill/>
                </a:ln>
                <a:effectLst/>
                <a:uLnTx/>
                <a:uFillTx/>
                <a:cs typeface="+mn-ea"/>
                <a:sym typeface="+mn-lt"/>
              </a:rPr>
              <a:t>adipiscing</a:t>
            </a:r>
            <a:r>
              <a:rPr kumimoji="0" lang="en-US" altLang="zh-CN" sz="800" b="0" i="0" u="none" strike="noStrike" kern="1200" cap="none" spc="0" normalizeH="0" baseline="0" noProof="0">
                <a:ln>
                  <a:noFill/>
                </a:ln>
                <a:effectLst/>
                <a:uLnTx/>
                <a:uFillTx/>
                <a:cs typeface="+mn-ea"/>
                <a:sym typeface="+mn-lt"/>
              </a:rPr>
              <a:t> </a:t>
            </a:r>
            <a:r>
              <a:rPr kumimoji="0" lang="en-US" altLang="zh-CN" sz="800" b="0" i="0" u="none" strike="noStrike" kern="1200" cap="none" spc="0" normalizeH="0" baseline="0" noProof="0" err="1">
                <a:ln>
                  <a:noFill/>
                </a:ln>
                <a:effectLst/>
                <a:uLnTx/>
                <a:uFillTx/>
                <a:cs typeface="+mn-ea"/>
                <a:sym typeface="+mn-lt"/>
              </a:rPr>
              <a:t>elit</a:t>
            </a:r>
            <a:r>
              <a:rPr kumimoji="0" lang="en-US" altLang="zh-CN" sz="800" b="0" i="0" u="none" strike="noStrike" kern="1200" cap="none" spc="0" normalizeH="0" baseline="0" noProof="0">
                <a:ln>
                  <a:noFill/>
                </a:ln>
                <a:effectLst/>
                <a:uLnTx/>
                <a:uFillTx/>
                <a:cs typeface="+mn-ea"/>
                <a:sym typeface="+mn-lt"/>
              </a:rPr>
              <a:t>. Maecenas porttitor congue massa. Fusce posuere, magna sed pulvinar ultricies, purus lectus malesuada libero, sit </a:t>
            </a:r>
            <a:r>
              <a:rPr kumimoji="0" lang="en-US" altLang="zh-CN" sz="800" b="0" i="0" u="none" strike="noStrike" kern="1200" cap="none" spc="0" normalizeH="0" baseline="0" noProof="0" err="1">
                <a:ln>
                  <a:noFill/>
                </a:ln>
                <a:effectLst/>
                <a:uLnTx/>
                <a:uFillTx/>
                <a:cs typeface="+mn-ea"/>
                <a:sym typeface="+mn-lt"/>
              </a:rPr>
              <a:t>amet</a:t>
            </a:r>
            <a:r>
              <a:rPr kumimoji="0" lang="en-US" altLang="zh-CN" sz="800" b="0" i="0" u="none" strike="noStrike" kern="1200" cap="none" spc="0" normalizeH="0" baseline="0" noProof="0">
                <a:ln>
                  <a:noFill/>
                </a:ln>
                <a:effectLst/>
                <a:uLnTx/>
                <a:uFillTx/>
                <a:cs typeface="+mn-ea"/>
                <a:sym typeface="+mn-lt"/>
              </a:rPr>
              <a:t> </a:t>
            </a:r>
            <a:r>
              <a:rPr kumimoji="0" lang="en-US" altLang="zh-CN" sz="800" b="0" i="0" u="none" strike="noStrike" kern="1200" cap="none" spc="0" normalizeH="0" baseline="0" noProof="0" err="1">
                <a:ln>
                  <a:noFill/>
                </a:ln>
                <a:effectLst/>
                <a:uLnTx/>
                <a:uFillTx/>
                <a:cs typeface="+mn-ea"/>
                <a:sym typeface="+mn-lt"/>
              </a:rPr>
              <a:t>commodo</a:t>
            </a:r>
            <a:r>
              <a:rPr kumimoji="0" lang="en-US" altLang="zh-CN" sz="800" b="0" i="0" u="none" strike="noStrike" kern="1200" cap="none" spc="0" normalizeH="0" baseline="0" noProof="0">
                <a:ln>
                  <a:noFill/>
                </a:ln>
                <a:effectLst/>
                <a:uLnTx/>
                <a:uFillTx/>
                <a:cs typeface="+mn-ea"/>
                <a:sym typeface="+mn-lt"/>
              </a:rPr>
              <a:t> magna eros Nunc </a:t>
            </a:r>
            <a:r>
              <a:rPr kumimoji="0" lang="en-US" altLang="zh-CN" sz="800" b="0" i="0" u="none" strike="noStrike" kern="1200" cap="none" spc="0" normalizeH="0" baseline="0" noProof="0" err="1">
                <a:ln>
                  <a:noFill/>
                </a:ln>
                <a:effectLst/>
                <a:uLnTx/>
                <a:uFillTx/>
                <a:cs typeface="+mn-ea"/>
                <a:sym typeface="+mn-lt"/>
              </a:rPr>
              <a:t>viverra</a:t>
            </a:r>
            <a:r>
              <a:rPr kumimoji="0" lang="en-US" altLang="zh-CN" sz="800" b="0" i="0" u="none" strike="noStrike" kern="1200" cap="none" spc="0" normalizeH="0" baseline="0" noProof="0">
                <a:ln>
                  <a:noFill/>
                </a:ln>
                <a:effectLst/>
                <a:uLnTx/>
                <a:uFillTx/>
                <a:cs typeface="+mn-ea"/>
                <a:sym typeface="+mn-lt"/>
              </a:rPr>
              <a:t> </a:t>
            </a:r>
            <a:r>
              <a:rPr kumimoji="0" lang="en-US" altLang="zh-CN" sz="800" b="0" i="0" u="none" strike="noStrike" kern="1200" cap="none" spc="0" normalizeH="0" baseline="0" noProof="0" err="1">
                <a:ln>
                  <a:noFill/>
                </a:ln>
                <a:effectLst/>
                <a:uLnTx/>
                <a:uFillTx/>
                <a:cs typeface="+mn-ea"/>
                <a:sym typeface="+mn-lt"/>
              </a:rPr>
              <a:t>imperdiet</a:t>
            </a:r>
            <a:r>
              <a:rPr kumimoji="0" lang="en-US" altLang="zh-CN" sz="800" b="0" i="0" u="none" strike="noStrike" kern="1200" cap="none" spc="0" normalizeH="0" baseline="0" noProof="0">
                <a:ln>
                  <a:noFill/>
                </a:ln>
                <a:effectLst/>
                <a:uLnTx/>
                <a:uFillTx/>
                <a:cs typeface="+mn-ea"/>
                <a:sym typeface="+mn-lt"/>
              </a:rPr>
              <a:t> </a:t>
            </a:r>
            <a:r>
              <a:rPr kumimoji="0" lang="en-US" altLang="zh-CN" sz="800" b="0" i="0" u="none" strike="noStrike" kern="1200" cap="none" spc="0" normalizeH="0" baseline="0" noProof="0" err="1">
                <a:ln>
                  <a:noFill/>
                </a:ln>
                <a:effectLst/>
                <a:uLnTx/>
                <a:uFillTx/>
                <a:cs typeface="+mn-ea"/>
                <a:sym typeface="+mn-lt"/>
              </a:rPr>
              <a:t>enim</a:t>
            </a:r>
            <a:endParaRPr kumimoji="0" lang="en-US" altLang="zh-CN" sz="800" b="0" i="0" u="none" strike="noStrike" kern="1200" cap="none" spc="0" normalizeH="0" baseline="0" noProof="0">
              <a:ln>
                <a:noFill/>
              </a:ln>
              <a:effectLst/>
              <a:uLnTx/>
              <a:uFillTx/>
              <a:cs typeface="+mn-ea"/>
              <a:sym typeface="+mn-lt"/>
            </a:endParaRPr>
          </a:p>
        </p:txBody>
      </p:sp>
      <p:sp>
        <p:nvSpPr>
          <p:cNvPr id="16" name="文本框 15"/>
          <p:cNvSpPr txBox="1"/>
          <p:nvPr/>
        </p:nvSpPr>
        <p:spPr>
          <a:xfrm>
            <a:off x="8356121" y="4234174"/>
            <a:ext cx="3191834" cy="430887"/>
          </a:xfrm>
          <a:prstGeom prst="rect">
            <a:avLst/>
          </a:prstGeom>
          <a:noFill/>
        </p:spPr>
        <p:txBody>
          <a:bodyPr wrap="square" rtlCol="0">
            <a:spAutoFit/>
          </a:bodyPr>
          <a:lstStyle/>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1600" b="0" i="0" u="none" strike="noStrike" kern="1200" cap="none" spc="0" normalizeH="0" baseline="0" noProof="0">
                <a:ln>
                  <a:noFill/>
                </a:ln>
                <a:effectLst/>
                <a:uLnTx/>
                <a:uFillTx/>
                <a:cs typeface="+mn-ea"/>
                <a:sym typeface="+mn-lt"/>
              </a:rPr>
              <a:t>THE TEXT</a:t>
            </a:r>
          </a:p>
        </p:txBody>
      </p:sp>
      <p:sp>
        <p:nvSpPr>
          <p:cNvPr id="8" name="文本框 7"/>
          <p:cNvSpPr txBox="1"/>
          <p:nvPr/>
        </p:nvSpPr>
        <p:spPr>
          <a:xfrm>
            <a:off x="1394302" y="2276949"/>
            <a:ext cx="1691323" cy="646331"/>
          </a:xfrm>
          <a:prstGeom prst="rect">
            <a:avLst/>
          </a:prstGeom>
          <a:noFill/>
        </p:spPr>
        <p:txBody>
          <a:bodyPr wrap="square" rtlCol="0">
            <a:spAutoFit/>
          </a:bodyPr>
          <a:lstStyle/>
          <a:p>
            <a:pPr algn="ctr"/>
            <a:r>
              <a:rPr lang="en-US" altLang="zh-CN" sz="3600">
                <a:solidFill>
                  <a:schemeClr val="accent1">
                    <a:lumMod val="50000"/>
                  </a:schemeClr>
                </a:solidFill>
                <a:cs typeface="+mn-ea"/>
                <a:sym typeface="+mn-lt"/>
              </a:rPr>
              <a:t>25%</a:t>
            </a:r>
          </a:p>
        </p:txBody>
      </p:sp>
      <p:sp>
        <p:nvSpPr>
          <p:cNvPr id="17" name="文本框 16"/>
          <p:cNvSpPr txBox="1"/>
          <p:nvPr/>
        </p:nvSpPr>
        <p:spPr>
          <a:xfrm>
            <a:off x="5250338" y="2276949"/>
            <a:ext cx="1691323" cy="646331"/>
          </a:xfrm>
          <a:prstGeom prst="rect">
            <a:avLst/>
          </a:prstGeom>
          <a:noFill/>
        </p:spPr>
        <p:txBody>
          <a:bodyPr wrap="square" rtlCol="0">
            <a:spAutoFit/>
          </a:bodyPr>
          <a:lstStyle/>
          <a:p>
            <a:pPr algn="ctr"/>
            <a:r>
              <a:rPr lang="en-US" altLang="zh-CN" sz="3600">
                <a:solidFill>
                  <a:schemeClr val="accent1">
                    <a:lumMod val="50000"/>
                  </a:schemeClr>
                </a:solidFill>
                <a:cs typeface="+mn-ea"/>
                <a:sym typeface="+mn-lt"/>
              </a:rPr>
              <a:t>50%</a:t>
            </a:r>
          </a:p>
        </p:txBody>
      </p:sp>
      <p:sp>
        <p:nvSpPr>
          <p:cNvPr id="18" name="文本框 17"/>
          <p:cNvSpPr txBox="1"/>
          <p:nvPr/>
        </p:nvSpPr>
        <p:spPr>
          <a:xfrm>
            <a:off x="9106374" y="2267424"/>
            <a:ext cx="1691323" cy="646331"/>
          </a:xfrm>
          <a:prstGeom prst="rect">
            <a:avLst/>
          </a:prstGeom>
          <a:noFill/>
        </p:spPr>
        <p:txBody>
          <a:bodyPr wrap="square" rtlCol="0">
            <a:spAutoFit/>
          </a:bodyPr>
          <a:lstStyle/>
          <a:p>
            <a:pPr algn="ctr"/>
            <a:r>
              <a:rPr lang="en-US" altLang="zh-CN" sz="3600">
                <a:solidFill>
                  <a:schemeClr val="accent1">
                    <a:lumMod val="50000"/>
                  </a:schemeClr>
                </a:solidFill>
                <a:cs typeface="+mn-ea"/>
                <a:sym typeface="+mn-lt"/>
              </a:rPr>
              <a:t>75%</a:t>
            </a:r>
          </a:p>
        </p:txBody>
      </p:sp>
      <p:sp>
        <p:nvSpPr>
          <p:cNvPr id="13" name="文本框 12"/>
          <p:cNvSpPr txBox="1"/>
          <p:nvPr/>
        </p:nvSpPr>
        <p:spPr>
          <a:xfrm>
            <a:off x="4898073" y="587493"/>
            <a:ext cx="2732405" cy="369332"/>
          </a:xfrm>
          <a:prstGeom prst="rect">
            <a:avLst/>
          </a:prstGeom>
          <a:noFill/>
        </p:spPr>
        <p:txBody>
          <a:bodyPr wrap="square" rtlCol="0">
            <a:spAutoFit/>
          </a:bodyPr>
          <a:lstStyle/>
          <a:p>
            <a:pPr algn="ctr"/>
            <a:r>
              <a:rPr lang="en-US" altLang="zh-CN">
                <a:solidFill>
                  <a:schemeClr val="accent1">
                    <a:lumMod val="50000"/>
                  </a:schemeClr>
                </a:solidFill>
                <a:cs typeface="+mn-ea"/>
                <a:sym typeface="+mn-lt"/>
              </a:rPr>
              <a:t>DATA ANALYSIS</a:t>
            </a:r>
          </a:p>
        </p:txBody>
      </p:sp>
      <p:sp>
        <p:nvSpPr>
          <p:cNvPr id="19" name="文本框 18"/>
          <p:cNvSpPr txBox="1"/>
          <p:nvPr/>
        </p:nvSpPr>
        <p:spPr>
          <a:xfrm>
            <a:off x="3504328" y="982496"/>
            <a:ext cx="5519895" cy="510909"/>
          </a:xfrm>
          <a:prstGeom prst="rect">
            <a:avLst/>
          </a:prstGeom>
          <a:noFill/>
        </p:spPr>
        <p:txBody>
          <a:bodyPr wrap="square" rtlCol="0">
            <a:spAutoFit/>
          </a:bodyPr>
          <a:lstStyle/>
          <a:p>
            <a:pPr marL="0" marR="0" lvl="0" indent="0" algn="ctr" defTabSz="914400" rtl="0" eaLnBrk="1" fontAlgn="auto" latinLnBrk="0" hangingPunct="1">
              <a:lnSpc>
                <a:spcPct val="180000"/>
              </a:lnSpc>
              <a:spcBef>
                <a:spcPct val="0"/>
              </a:spcBef>
              <a:spcAft>
                <a:spcPct val="0"/>
              </a:spcAft>
              <a:buClrTx/>
              <a:buSzTx/>
              <a:buFontTx/>
              <a:buNone/>
              <a:defRPr/>
            </a:pPr>
            <a:r>
              <a:rPr kumimoji="0" lang="en-US" altLang="zh-CN" sz="800" b="0" i="0" u="none" strike="noStrike" kern="1200" cap="none" spc="0" normalizeH="0" baseline="0" noProof="0">
                <a:ln>
                  <a:noFill/>
                </a:ln>
                <a:solidFill>
                  <a:schemeClr val="accent1">
                    <a:lumMod val="50000"/>
                  </a:schemeClr>
                </a:solidFill>
                <a:effectLst/>
                <a:uLnTx/>
                <a:uFillTx/>
                <a:cs typeface="+mn-ea"/>
                <a:sym typeface="+mn-lt"/>
              </a:rPr>
              <a:t>Lorem ipsum dolor sit amet, </a:t>
            </a:r>
            <a:r>
              <a:rPr kumimoji="0" lang="en-US" altLang="zh-CN" sz="800" b="0" i="0" u="none" strike="noStrike" kern="1200" cap="none" spc="0" normalizeH="0" baseline="0" noProof="0" err="1">
                <a:ln>
                  <a:noFill/>
                </a:ln>
                <a:solidFill>
                  <a:schemeClr val="accent1">
                    <a:lumMod val="50000"/>
                  </a:schemeClr>
                </a:solidFill>
                <a:effectLst/>
                <a:uLnTx/>
                <a:uFillTx/>
                <a:cs typeface="+mn-ea"/>
                <a:sym typeface="+mn-lt"/>
              </a:rPr>
              <a:t>consectetuer</a:t>
            </a:r>
            <a:r>
              <a:rPr kumimoji="0" lang="en-US" altLang="zh-CN" sz="800" b="0" i="0" u="none" strike="noStrike" kern="1200" cap="none" spc="0" normalizeH="0" baseline="0" noProof="0">
                <a:ln>
                  <a:noFill/>
                </a:ln>
                <a:solidFill>
                  <a:schemeClr val="accent1">
                    <a:lumMod val="50000"/>
                  </a:schemeClr>
                </a:solidFill>
                <a:effectLst/>
                <a:uLnTx/>
                <a:uFillTx/>
                <a:cs typeface="+mn-ea"/>
                <a:sym typeface="+mn-lt"/>
              </a:rPr>
              <a:t> </a:t>
            </a:r>
            <a:r>
              <a:rPr kumimoji="0" lang="en-US" altLang="zh-CN" sz="800" b="0" i="0" u="none" strike="noStrike" kern="1200" cap="none" spc="0" normalizeH="0" baseline="0" noProof="0" err="1">
                <a:ln>
                  <a:noFill/>
                </a:ln>
                <a:solidFill>
                  <a:schemeClr val="accent1">
                    <a:lumMod val="50000"/>
                  </a:schemeClr>
                </a:solidFill>
                <a:effectLst/>
                <a:uLnTx/>
                <a:uFillTx/>
                <a:cs typeface="+mn-ea"/>
                <a:sym typeface="+mn-lt"/>
              </a:rPr>
              <a:t>adipiscing</a:t>
            </a:r>
            <a:r>
              <a:rPr kumimoji="0" lang="en-US" altLang="zh-CN" sz="800" b="0" i="0" u="none" strike="noStrike" kern="1200" cap="none" spc="0" normalizeH="0" baseline="0" noProof="0">
                <a:ln>
                  <a:noFill/>
                </a:ln>
                <a:solidFill>
                  <a:schemeClr val="accent1">
                    <a:lumMod val="50000"/>
                  </a:schemeClr>
                </a:solidFill>
                <a:effectLst/>
                <a:uLnTx/>
                <a:uFillTx/>
                <a:cs typeface="+mn-ea"/>
                <a:sym typeface="+mn-lt"/>
              </a:rPr>
              <a:t> </a:t>
            </a:r>
            <a:r>
              <a:rPr kumimoji="0" lang="en-US" altLang="zh-CN" sz="800" b="0" i="0" u="none" strike="noStrike" kern="1200" cap="none" spc="0" normalizeH="0" baseline="0" noProof="0" err="1">
                <a:ln>
                  <a:noFill/>
                </a:ln>
                <a:solidFill>
                  <a:schemeClr val="accent1">
                    <a:lumMod val="50000"/>
                  </a:schemeClr>
                </a:solidFill>
                <a:effectLst/>
                <a:uLnTx/>
                <a:uFillTx/>
                <a:cs typeface="+mn-ea"/>
                <a:sym typeface="+mn-lt"/>
              </a:rPr>
              <a:t>elit</a:t>
            </a:r>
            <a:r>
              <a:rPr kumimoji="0" lang="en-US" altLang="zh-CN" sz="800" b="0" i="0" u="none" strike="noStrike" kern="1200" cap="none" spc="0" normalizeH="0" baseline="0" noProof="0">
                <a:ln>
                  <a:noFill/>
                </a:ln>
                <a:solidFill>
                  <a:schemeClr val="accent1">
                    <a:lumMod val="50000"/>
                  </a:schemeClr>
                </a:solidFill>
                <a:effectLst/>
                <a:uLnTx/>
                <a:uFillTx/>
                <a:cs typeface="+mn-ea"/>
                <a:sym typeface="+mn-lt"/>
              </a:rPr>
              <a:t>. Maecenas porttitor congue massa. Fusce posuere, magna sed pulvinar </a:t>
            </a:r>
            <a:r>
              <a:rPr kumimoji="0" lang="en-US" altLang="zh-CN" sz="800" b="0" i="0" u="none" strike="noStrike" kern="1200" cap="none" spc="0" normalizeH="0" baseline="0" noProof="0" err="1">
                <a:ln>
                  <a:noFill/>
                </a:ln>
                <a:solidFill>
                  <a:schemeClr val="accent1">
                    <a:lumMod val="50000"/>
                  </a:schemeClr>
                </a:solidFill>
                <a:effectLst/>
                <a:uLnTx/>
                <a:uFillTx/>
                <a:cs typeface="+mn-ea"/>
                <a:sym typeface="+mn-lt"/>
              </a:rPr>
              <a:t>lectus</a:t>
            </a:r>
            <a:r>
              <a:rPr kumimoji="0" lang="en-US" altLang="zh-CN" sz="800" b="0" i="0" u="none" strike="noStrike" kern="1200" cap="none" spc="0" normalizeH="0" baseline="0" noProof="0">
                <a:ln>
                  <a:noFill/>
                </a:ln>
                <a:solidFill>
                  <a:schemeClr val="accent1">
                    <a:lumMod val="50000"/>
                  </a:schemeClr>
                </a:solidFill>
                <a:effectLst/>
                <a:uLnTx/>
                <a:uFillTx/>
                <a:cs typeface="+mn-ea"/>
                <a:sym typeface="+mn-lt"/>
              </a:rPr>
              <a:t> malesuada libero, sit t </a:t>
            </a:r>
            <a:r>
              <a:rPr kumimoji="0" lang="en-US" altLang="zh-CN" sz="800" b="0" i="0" u="none" strike="noStrike" kern="1200" cap="none" spc="0" normalizeH="0" baseline="0" noProof="0" err="1">
                <a:ln>
                  <a:noFill/>
                </a:ln>
                <a:solidFill>
                  <a:schemeClr val="accent1">
                    <a:lumMod val="50000"/>
                  </a:schemeClr>
                </a:solidFill>
                <a:effectLst/>
                <a:uLnTx/>
                <a:uFillTx/>
                <a:cs typeface="+mn-ea"/>
                <a:sym typeface="+mn-lt"/>
              </a:rPr>
              <a:t>commodo</a:t>
            </a:r>
            <a:r>
              <a:rPr kumimoji="0" lang="en-US" altLang="zh-CN" sz="800" b="0" i="0" u="none" strike="noStrike" kern="1200" cap="none" spc="0" normalizeH="0" baseline="0" noProof="0">
                <a:ln>
                  <a:noFill/>
                </a:ln>
                <a:solidFill>
                  <a:schemeClr val="accent1">
                    <a:lumMod val="50000"/>
                  </a:schemeClr>
                </a:solidFill>
                <a:effectLst/>
                <a:uLnTx/>
                <a:uFillTx/>
                <a:cs typeface="+mn-ea"/>
                <a:sym typeface="+mn-lt"/>
              </a:rPr>
              <a:t> magna eros Nunc </a:t>
            </a:r>
            <a:r>
              <a:rPr kumimoji="0" lang="en-US" altLang="zh-CN" sz="800" b="0" i="0" u="none" strike="noStrike" kern="1200" cap="none" spc="0" normalizeH="0" baseline="0" noProof="0" err="1">
                <a:ln>
                  <a:noFill/>
                </a:ln>
                <a:solidFill>
                  <a:schemeClr val="accent1">
                    <a:lumMod val="50000"/>
                  </a:schemeClr>
                </a:solidFill>
                <a:effectLst/>
                <a:uLnTx/>
                <a:uFillTx/>
                <a:cs typeface="+mn-ea"/>
                <a:sym typeface="+mn-lt"/>
              </a:rPr>
              <a:t>viverra</a:t>
            </a:r>
            <a:r>
              <a:rPr kumimoji="0" lang="en-US" altLang="zh-CN" sz="800" b="0" i="0" u="none" strike="noStrike" kern="1200" cap="none" spc="0" normalizeH="0" baseline="0" noProof="0">
                <a:ln>
                  <a:noFill/>
                </a:ln>
                <a:solidFill>
                  <a:schemeClr val="accent1">
                    <a:lumMod val="50000"/>
                  </a:schemeClr>
                </a:solidFill>
                <a:effectLst/>
                <a:uLnTx/>
                <a:uFillTx/>
                <a:cs typeface="+mn-ea"/>
                <a:sym typeface="+mn-lt"/>
              </a:rPr>
              <a:t> </a:t>
            </a:r>
            <a:r>
              <a:rPr kumimoji="0" lang="en-US" altLang="zh-CN" sz="800" b="0" i="0" u="none" strike="noStrike" kern="1200" cap="none" spc="0" normalizeH="0" baseline="0" noProof="0" err="1">
                <a:ln>
                  <a:noFill/>
                </a:ln>
                <a:solidFill>
                  <a:schemeClr val="accent1">
                    <a:lumMod val="50000"/>
                  </a:schemeClr>
                </a:solidFill>
                <a:effectLst/>
                <a:uLnTx/>
                <a:uFillTx/>
                <a:cs typeface="+mn-ea"/>
                <a:sym typeface="+mn-lt"/>
              </a:rPr>
              <a:t>imperdiet</a:t>
            </a:r>
            <a:r>
              <a:rPr kumimoji="0" lang="en-US" altLang="zh-CN" sz="800" b="0" i="0" u="none" strike="noStrike" kern="1200" cap="none" spc="0" normalizeH="0" baseline="0" noProof="0">
                <a:ln>
                  <a:noFill/>
                </a:ln>
                <a:solidFill>
                  <a:schemeClr val="accent1">
                    <a:lumMod val="50000"/>
                  </a:schemeClr>
                </a:solidFill>
                <a:effectLst/>
                <a:uLnTx/>
                <a:uFillTx/>
                <a:cs typeface="+mn-ea"/>
                <a:sym typeface="+mn-lt"/>
              </a:rPr>
              <a:t> </a:t>
            </a:r>
            <a:r>
              <a:rPr kumimoji="0" lang="en-US" altLang="zh-CN" sz="800" b="0" i="0" u="none" strike="noStrike" kern="1200" cap="none" spc="0" normalizeH="0" baseline="0" noProof="0" err="1">
                <a:ln>
                  <a:noFill/>
                </a:ln>
                <a:solidFill>
                  <a:schemeClr val="accent1">
                    <a:lumMod val="50000"/>
                  </a:schemeClr>
                </a:solidFill>
                <a:effectLst/>
                <a:uLnTx/>
                <a:uFillTx/>
                <a:cs typeface="+mn-ea"/>
                <a:sym typeface="+mn-lt"/>
              </a:rPr>
              <a:t>enim</a:t>
            </a:r>
          </a:p>
        </p:txBody>
      </p:sp>
    </p:spTree>
    <p:custDataLst>
      <p:tags r:id="R9d7ac7886d2f4a48"/>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1000"/>
                                        <p:tgtEl>
                                          <p:spTgt spid="20"/>
                                        </p:tgtEl>
                                      </p:cBhvr>
                                    </p:animEffect>
                                    <p:anim calcmode="lin" valueType="num">
                                      <p:cBhvr>
                                        <p:cTn id="18" dur="1000" fill="hold"/>
                                        <p:tgtEl>
                                          <p:spTgt spid="20"/>
                                        </p:tgtEl>
                                        <p:attrNameLst>
                                          <p:attrName>ppt_x</p:attrName>
                                        </p:attrNameLst>
                                      </p:cBhvr>
                                      <p:tavLst>
                                        <p:tav tm="0">
                                          <p:val>
                                            <p:strVal val="#ppt_x"/>
                                          </p:val>
                                        </p:tav>
                                        <p:tav tm="100000">
                                          <p:val>
                                            <p:strVal val="#ppt_x"/>
                                          </p:val>
                                        </p:tav>
                                      </p:tavLst>
                                    </p:anim>
                                    <p:anim calcmode="lin" valueType="num">
                                      <p:cBhvr>
                                        <p:cTn id="19" dur="1000" fill="hold"/>
                                        <p:tgtEl>
                                          <p:spTgt spid="20"/>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1000"/>
                            </p:stCondLst>
                            <p:childTnLst>
                              <p:par>
                                <p:cTn id="21" presetID="55" presetClass="entr" presetSubtype="0" fill="hold" nodeType="afterEffect">
                                  <p:stCondLst>
                                    <p:cond delay="0"/>
                                  </p:stCondLst>
                                  <p:childTnLst>
                                    <p:set>
                                      <p:cBhvr>
                                        <p:cTn id="22" dur="1" fill="hold">
                                          <p:stCondLst>
                                            <p:cond delay="0"/>
                                          </p:stCondLst>
                                        </p:cTn>
                                        <p:tgtEl>
                                          <p:spTgt spid="4">
                                            <p:graphicEl>
                                              <a:chart bldStep="ptInSeries"/>
                                            </p:graphicEl>
                                          </p:spTgt>
                                        </p:tgtEl>
                                        <p:attrNameLst>
                                          <p:attrName>style.visibility</p:attrName>
                                        </p:attrNameLst>
                                      </p:cBhvr>
                                      <p:to>
                                        <p:strVal val="visible"/>
                                      </p:to>
                                    </p:set>
                                    <p:anim calcmode="lin" valueType="num">
                                      <p:cBhvr>
                                        <p:cTn id="23" dur="1000" fill="hold"/>
                                        <p:tgtEl>
                                          <p:spTgt spid="4">
                                            <p:graphicEl>
                                              <a:chart bldStep="ptInSeries"/>
                                            </p:graphicEl>
                                          </p:spTgt>
                                        </p:tgtEl>
                                        <p:attrNameLst>
                                          <p:attrName>ppt_w</p:attrName>
                                        </p:attrNameLst>
                                      </p:cBhvr>
                                      <p:tavLst>
                                        <p:tav tm="0">
                                          <p:val>
                                            <p:strVal val="#ppt_w*0.70"/>
                                          </p:val>
                                        </p:tav>
                                        <p:tav tm="100000">
                                          <p:val>
                                            <p:strVal val="#ppt_w"/>
                                          </p:val>
                                        </p:tav>
                                      </p:tavLst>
                                    </p:anim>
                                    <p:anim calcmode="lin" valueType="num">
                                      <p:cBhvr>
                                        <p:cTn id="24" dur="1000" fill="hold"/>
                                        <p:tgtEl>
                                          <p:spTgt spid="4">
                                            <p:graphicEl>
                                              <a:chart bldStep="ptInSeries"/>
                                            </p:graphicEl>
                                          </p:spTgt>
                                        </p:tgtEl>
                                        <p:attrNameLst>
                                          <p:attrName>ppt_h</p:attrName>
                                        </p:attrNameLst>
                                      </p:cBhvr>
                                      <p:tavLst>
                                        <p:tav tm="0">
                                          <p:val>
                                            <p:strVal val="#ppt_h"/>
                                          </p:val>
                                        </p:tav>
                                        <p:tav tm="100000">
                                          <p:val>
                                            <p:strVal val="#ppt_h"/>
                                          </p:val>
                                        </p:tav>
                                      </p:tavLst>
                                    </p:anim>
                                    <p:animEffect transition="in" filter="fade">
                                      <p:cBhvr>
                                        <p:cTn id="25" dur="1000"/>
                                        <p:tgtEl>
                                          <p:spTgt spid="4">
                                            <p:graphicEl>
                                              <a:chart bldStep="ptInSeries"/>
                                            </p:graphicEl>
                                          </p:spTgt>
                                        </p:tgtEl>
                                      </p:cBhvr>
                                    </p:animEffect>
                                  </p:childTnLst>
                                </p:cTn>
                              </p:par>
                              <p:par>
                                <p:cTn id="26" presetID="55"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1000" fill="hold"/>
                                        <p:tgtEl>
                                          <p:spTgt spid="8"/>
                                        </p:tgtEl>
                                        <p:attrNameLst>
                                          <p:attrName>ppt_w</p:attrName>
                                        </p:attrNameLst>
                                      </p:cBhvr>
                                      <p:tavLst>
                                        <p:tav tm="0">
                                          <p:val>
                                            <p:strVal val="#ppt_w*0.70"/>
                                          </p:val>
                                        </p:tav>
                                        <p:tav tm="100000">
                                          <p:val>
                                            <p:strVal val="#ppt_w"/>
                                          </p:val>
                                        </p:tav>
                                      </p:tavLst>
                                    </p:anim>
                                    <p:anim calcmode="lin" valueType="num">
                                      <p:cBhvr>
                                        <p:cTn id="29" dur="1000" fill="hold"/>
                                        <p:tgtEl>
                                          <p:spTgt spid="8"/>
                                        </p:tgtEl>
                                        <p:attrNameLst>
                                          <p:attrName>ppt_h</p:attrName>
                                        </p:attrNameLst>
                                      </p:cBhvr>
                                      <p:tavLst>
                                        <p:tav tm="0">
                                          <p:val>
                                            <p:strVal val="#ppt_h"/>
                                          </p:val>
                                        </p:tav>
                                        <p:tav tm="100000">
                                          <p:val>
                                            <p:strVal val="#ppt_h"/>
                                          </p:val>
                                        </p:tav>
                                      </p:tavLst>
                                    </p:anim>
                                    <p:animEffect transition="in" filter="fade">
                                      <p:cBhvr>
                                        <p:cTn id="30" dur="1000"/>
                                        <p:tgtEl>
                                          <p:spTgt spid="8"/>
                                        </p:tgtEl>
                                      </p:cBhvr>
                                    </p:animEffect>
                                  </p:childTnLst>
                                </p:cTn>
                              </p:par>
                              <p:par>
                                <p:cTn id="31" presetID="55"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p:cTn id="33" dur="1000" fill="hold"/>
                                        <p:tgtEl>
                                          <p:spTgt spid="6"/>
                                        </p:tgtEl>
                                        <p:attrNameLst>
                                          <p:attrName>ppt_w</p:attrName>
                                        </p:attrNameLst>
                                      </p:cBhvr>
                                      <p:tavLst>
                                        <p:tav tm="0">
                                          <p:val>
                                            <p:strVal val="#ppt_w*0.70"/>
                                          </p:val>
                                        </p:tav>
                                        <p:tav tm="100000">
                                          <p:val>
                                            <p:strVal val="#ppt_w"/>
                                          </p:val>
                                        </p:tav>
                                      </p:tavLst>
                                    </p:anim>
                                    <p:anim calcmode="lin" valueType="num">
                                      <p:cBhvr>
                                        <p:cTn id="34" dur="1000" fill="hold"/>
                                        <p:tgtEl>
                                          <p:spTgt spid="6"/>
                                        </p:tgtEl>
                                        <p:attrNameLst>
                                          <p:attrName>ppt_h</p:attrName>
                                        </p:attrNameLst>
                                      </p:cBhvr>
                                      <p:tavLst>
                                        <p:tav tm="0">
                                          <p:val>
                                            <p:strVal val="#ppt_h"/>
                                          </p:val>
                                        </p:tav>
                                        <p:tav tm="100000">
                                          <p:val>
                                            <p:strVal val="#ppt_h"/>
                                          </p:val>
                                        </p:tav>
                                      </p:tavLst>
                                    </p:anim>
                                    <p:animEffect transition="in" filter="fade">
                                      <p:cBhvr>
                                        <p:cTn id="35" dur="1000"/>
                                        <p:tgtEl>
                                          <p:spTgt spid="6"/>
                                        </p:tgtEl>
                                      </p:cBhvr>
                                    </p:animEffect>
                                  </p:childTnLst>
                                </p:cTn>
                              </p:par>
                              <p:par>
                                <p:cTn id="36" presetID="55"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p:cTn id="38" dur="1000" fill="hold"/>
                                        <p:tgtEl>
                                          <p:spTgt spid="7"/>
                                        </p:tgtEl>
                                        <p:attrNameLst>
                                          <p:attrName>ppt_w</p:attrName>
                                        </p:attrNameLst>
                                      </p:cBhvr>
                                      <p:tavLst>
                                        <p:tav tm="0">
                                          <p:val>
                                            <p:strVal val="#ppt_w*0.70"/>
                                          </p:val>
                                        </p:tav>
                                        <p:tav tm="100000">
                                          <p:val>
                                            <p:strVal val="#ppt_w"/>
                                          </p:val>
                                        </p:tav>
                                      </p:tavLst>
                                    </p:anim>
                                    <p:anim calcmode="lin" valueType="num">
                                      <p:cBhvr>
                                        <p:cTn id="39" dur="1000" fill="hold"/>
                                        <p:tgtEl>
                                          <p:spTgt spid="7"/>
                                        </p:tgtEl>
                                        <p:attrNameLst>
                                          <p:attrName>ppt_h</p:attrName>
                                        </p:attrNameLst>
                                      </p:cBhvr>
                                      <p:tavLst>
                                        <p:tav tm="0">
                                          <p:val>
                                            <p:strVal val="#ppt_h"/>
                                          </p:val>
                                        </p:tav>
                                        <p:tav tm="100000">
                                          <p:val>
                                            <p:strVal val="#ppt_h"/>
                                          </p:val>
                                        </p:tav>
                                      </p:tavLst>
                                    </p:anim>
                                    <p:animEffect transition="in" filter="fade">
                                      <p:cBhvr>
                                        <p:cTn id="40" dur="1000"/>
                                        <p:tgtEl>
                                          <p:spTgt spid="7"/>
                                        </p:tgtEl>
                                      </p:cBhvr>
                                    </p:animEffect>
                                  </p:childTnLst>
                                </p:cTn>
                              </p:par>
                            </p:childTnLst>
                          </p:cTn>
                        </p:par>
                        <p:par>
                          <p:cTn id="41" fill="hold" nodeType="afterGroup">
                            <p:stCondLst>
                              <p:cond delay="2000"/>
                            </p:stCondLst>
                            <p:childTnLst>
                              <p:par>
                                <p:cTn id="42" presetID="55" presetClass="entr" presetSubtype="0" fill="hold" nodeType="afterEffect">
                                  <p:stCondLst>
                                    <p:cond delay="0"/>
                                  </p:stCondLst>
                                  <p:childTnLst>
                                    <p:set>
                                      <p:cBhvr>
                                        <p:cTn id="43" dur="1" fill="hold">
                                          <p:stCondLst>
                                            <p:cond delay="0"/>
                                          </p:stCondLst>
                                        </p:cTn>
                                        <p:tgtEl>
                                          <p:spTgt spid="2">
                                            <p:graphicEl>
                                              <a:chart bldStep="ptInSeries"/>
                                            </p:graphicEl>
                                          </p:spTgt>
                                        </p:tgtEl>
                                        <p:attrNameLst>
                                          <p:attrName>style.visibility</p:attrName>
                                        </p:attrNameLst>
                                      </p:cBhvr>
                                      <p:to>
                                        <p:strVal val="visible"/>
                                      </p:to>
                                    </p:set>
                                    <p:anim calcmode="lin" valueType="num">
                                      <p:cBhvr>
                                        <p:cTn id="44" dur="1000" fill="hold"/>
                                        <p:tgtEl>
                                          <p:spTgt spid="2">
                                            <p:graphicEl>
                                              <a:chart bldStep="ptInSeries"/>
                                            </p:graphicEl>
                                          </p:spTgt>
                                        </p:tgtEl>
                                        <p:attrNameLst>
                                          <p:attrName>ppt_w</p:attrName>
                                        </p:attrNameLst>
                                      </p:cBhvr>
                                      <p:tavLst>
                                        <p:tav tm="0">
                                          <p:val>
                                            <p:strVal val="#ppt_w*0.70"/>
                                          </p:val>
                                        </p:tav>
                                        <p:tav tm="100000">
                                          <p:val>
                                            <p:strVal val="#ppt_w"/>
                                          </p:val>
                                        </p:tav>
                                      </p:tavLst>
                                    </p:anim>
                                    <p:anim calcmode="lin" valueType="num">
                                      <p:cBhvr>
                                        <p:cTn id="45" dur="1000" fill="hold"/>
                                        <p:tgtEl>
                                          <p:spTgt spid="2">
                                            <p:graphicEl>
                                              <a:chart bldStep="ptInSeries"/>
                                            </p:graphicEl>
                                          </p:spTgt>
                                        </p:tgtEl>
                                        <p:attrNameLst>
                                          <p:attrName>ppt_h</p:attrName>
                                        </p:attrNameLst>
                                      </p:cBhvr>
                                      <p:tavLst>
                                        <p:tav tm="0">
                                          <p:val>
                                            <p:strVal val="#ppt_h"/>
                                          </p:val>
                                        </p:tav>
                                        <p:tav tm="100000">
                                          <p:val>
                                            <p:strVal val="#ppt_h"/>
                                          </p:val>
                                        </p:tav>
                                      </p:tavLst>
                                    </p:anim>
                                    <p:animEffect transition="in" filter="fade">
                                      <p:cBhvr>
                                        <p:cTn id="46" dur="1000"/>
                                        <p:tgtEl>
                                          <p:spTgt spid="2">
                                            <p:graphicEl>
                                              <a:chart bldStep="ptInSeries"/>
                                            </p:graphicEl>
                                          </p:spTgt>
                                        </p:tgtEl>
                                      </p:cBhvr>
                                    </p:animEffect>
                                  </p:childTnLst>
                                </p:cTn>
                              </p:par>
                              <p:par>
                                <p:cTn id="47" presetID="55" presetClass="entr" presetSubtype="0" fill="hold" grpId="0" nodeType="withEffect">
                                  <p:stCondLst>
                                    <p:cond delay="0"/>
                                  </p:stCondLst>
                                  <p:childTnLst>
                                    <p:set>
                                      <p:cBhvr>
                                        <p:cTn id="48" dur="1" fill="hold">
                                          <p:stCondLst>
                                            <p:cond delay="0"/>
                                          </p:stCondLst>
                                        </p:cTn>
                                        <p:tgtEl>
                                          <p:spTgt spid="3"/>
                                        </p:tgtEl>
                                        <p:attrNameLst>
                                          <p:attrName>style.visibility</p:attrName>
                                        </p:attrNameLst>
                                      </p:cBhvr>
                                      <p:to>
                                        <p:strVal val="visible"/>
                                      </p:to>
                                    </p:set>
                                    <p:anim calcmode="lin" valueType="num">
                                      <p:cBhvr>
                                        <p:cTn id="49" dur="1000" fill="hold"/>
                                        <p:tgtEl>
                                          <p:spTgt spid="3"/>
                                        </p:tgtEl>
                                        <p:attrNameLst>
                                          <p:attrName>ppt_w</p:attrName>
                                        </p:attrNameLst>
                                      </p:cBhvr>
                                      <p:tavLst>
                                        <p:tav tm="0">
                                          <p:val>
                                            <p:strVal val="#ppt_w*0.70"/>
                                          </p:val>
                                        </p:tav>
                                        <p:tav tm="100000">
                                          <p:val>
                                            <p:strVal val="#ppt_w"/>
                                          </p:val>
                                        </p:tav>
                                      </p:tavLst>
                                    </p:anim>
                                    <p:anim calcmode="lin" valueType="num">
                                      <p:cBhvr>
                                        <p:cTn id="50" dur="1000" fill="hold"/>
                                        <p:tgtEl>
                                          <p:spTgt spid="3"/>
                                        </p:tgtEl>
                                        <p:attrNameLst>
                                          <p:attrName>ppt_h</p:attrName>
                                        </p:attrNameLst>
                                      </p:cBhvr>
                                      <p:tavLst>
                                        <p:tav tm="0">
                                          <p:val>
                                            <p:strVal val="#ppt_h"/>
                                          </p:val>
                                        </p:tav>
                                        <p:tav tm="100000">
                                          <p:val>
                                            <p:strVal val="#ppt_h"/>
                                          </p:val>
                                        </p:tav>
                                      </p:tavLst>
                                    </p:anim>
                                    <p:animEffect transition="in" filter="fade">
                                      <p:cBhvr>
                                        <p:cTn id="51" dur="1000"/>
                                        <p:tgtEl>
                                          <p:spTgt spid="3"/>
                                        </p:tgtEl>
                                      </p:cBhvr>
                                    </p:animEffect>
                                  </p:childTnLst>
                                </p:cTn>
                              </p:par>
                              <p:par>
                                <p:cTn id="52" presetID="55" presetClass="entr" presetSubtype="0" fill="hold" grpId="0" nodeType="withEffect">
                                  <p:stCondLst>
                                    <p:cond delay="0"/>
                                  </p:stCondLst>
                                  <p:childTnLst>
                                    <p:set>
                                      <p:cBhvr>
                                        <p:cTn id="53" dur="1" fill="hold">
                                          <p:stCondLst>
                                            <p:cond delay="0"/>
                                          </p:stCondLst>
                                        </p:cTn>
                                        <p:tgtEl>
                                          <p:spTgt spid="5"/>
                                        </p:tgtEl>
                                        <p:attrNameLst>
                                          <p:attrName>style.visibility</p:attrName>
                                        </p:attrNameLst>
                                      </p:cBhvr>
                                      <p:to>
                                        <p:strVal val="visible"/>
                                      </p:to>
                                    </p:set>
                                    <p:anim calcmode="lin" valueType="num">
                                      <p:cBhvr>
                                        <p:cTn id="54" dur="1000" fill="hold"/>
                                        <p:tgtEl>
                                          <p:spTgt spid="5"/>
                                        </p:tgtEl>
                                        <p:attrNameLst>
                                          <p:attrName>ppt_w</p:attrName>
                                        </p:attrNameLst>
                                      </p:cBhvr>
                                      <p:tavLst>
                                        <p:tav tm="0">
                                          <p:val>
                                            <p:strVal val="#ppt_w*0.70"/>
                                          </p:val>
                                        </p:tav>
                                        <p:tav tm="100000">
                                          <p:val>
                                            <p:strVal val="#ppt_w"/>
                                          </p:val>
                                        </p:tav>
                                      </p:tavLst>
                                    </p:anim>
                                    <p:anim calcmode="lin" valueType="num">
                                      <p:cBhvr>
                                        <p:cTn id="55" dur="1000" fill="hold"/>
                                        <p:tgtEl>
                                          <p:spTgt spid="5"/>
                                        </p:tgtEl>
                                        <p:attrNameLst>
                                          <p:attrName>ppt_h</p:attrName>
                                        </p:attrNameLst>
                                      </p:cBhvr>
                                      <p:tavLst>
                                        <p:tav tm="0">
                                          <p:val>
                                            <p:strVal val="#ppt_h"/>
                                          </p:val>
                                        </p:tav>
                                        <p:tav tm="100000">
                                          <p:val>
                                            <p:strVal val="#ppt_h"/>
                                          </p:val>
                                        </p:tav>
                                      </p:tavLst>
                                    </p:anim>
                                    <p:animEffect transition="in" filter="fade">
                                      <p:cBhvr>
                                        <p:cTn id="56" dur="1000"/>
                                        <p:tgtEl>
                                          <p:spTgt spid="5"/>
                                        </p:tgtEl>
                                      </p:cBhvr>
                                    </p:animEffect>
                                  </p:childTnLst>
                                </p:cTn>
                              </p:par>
                              <p:par>
                                <p:cTn id="57" presetID="55" presetClass="entr" presetSubtype="0"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p:cTn id="59" dur="1000" fill="hold"/>
                                        <p:tgtEl>
                                          <p:spTgt spid="17"/>
                                        </p:tgtEl>
                                        <p:attrNameLst>
                                          <p:attrName>ppt_w</p:attrName>
                                        </p:attrNameLst>
                                      </p:cBhvr>
                                      <p:tavLst>
                                        <p:tav tm="0">
                                          <p:val>
                                            <p:strVal val="#ppt_w*0.70"/>
                                          </p:val>
                                        </p:tav>
                                        <p:tav tm="100000">
                                          <p:val>
                                            <p:strVal val="#ppt_w"/>
                                          </p:val>
                                        </p:tav>
                                      </p:tavLst>
                                    </p:anim>
                                    <p:anim calcmode="lin" valueType="num">
                                      <p:cBhvr>
                                        <p:cTn id="60" dur="1000" fill="hold"/>
                                        <p:tgtEl>
                                          <p:spTgt spid="17"/>
                                        </p:tgtEl>
                                        <p:attrNameLst>
                                          <p:attrName>ppt_h</p:attrName>
                                        </p:attrNameLst>
                                      </p:cBhvr>
                                      <p:tavLst>
                                        <p:tav tm="0">
                                          <p:val>
                                            <p:strVal val="#ppt_h"/>
                                          </p:val>
                                        </p:tav>
                                        <p:tav tm="100000">
                                          <p:val>
                                            <p:strVal val="#ppt_h"/>
                                          </p:val>
                                        </p:tav>
                                      </p:tavLst>
                                    </p:anim>
                                    <p:animEffect transition="in" filter="fade">
                                      <p:cBhvr>
                                        <p:cTn id="61" dur="1000"/>
                                        <p:tgtEl>
                                          <p:spTgt spid="17"/>
                                        </p:tgtEl>
                                      </p:cBhvr>
                                    </p:animEffect>
                                  </p:childTnLst>
                                </p:cTn>
                              </p:par>
                            </p:childTnLst>
                          </p:cTn>
                        </p:par>
                        <p:par>
                          <p:cTn id="62" fill="hold" nodeType="afterGroup">
                            <p:stCondLst>
                              <p:cond delay="3000"/>
                            </p:stCondLst>
                            <p:childTnLst>
                              <p:par>
                                <p:cTn id="63" presetID="55" presetClass="entr" presetSubtype="0" fill="hold" nodeType="afterEffect">
                                  <p:stCondLst>
                                    <p:cond delay="0"/>
                                  </p:stCondLst>
                                  <p:childTnLst>
                                    <p:set>
                                      <p:cBhvr>
                                        <p:cTn id="64" dur="1" fill="hold">
                                          <p:stCondLst>
                                            <p:cond delay="0"/>
                                          </p:stCondLst>
                                        </p:cTn>
                                        <p:tgtEl>
                                          <p:spTgt spid="14">
                                            <p:graphicEl>
                                              <a:chart bldStep="ptInSeries"/>
                                            </p:graphicEl>
                                          </p:spTgt>
                                        </p:tgtEl>
                                        <p:attrNameLst>
                                          <p:attrName>style.visibility</p:attrName>
                                        </p:attrNameLst>
                                      </p:cBhvr>
                                      <p:to>
                                        <p:strVal val="visible"/>
                                      </p:to>
                                    </p:set>
                                    <p:anim calcmode="lin" valueType="num">
                                      <p:cBhvr>
                                        <p:cTn id="65" dur="1000" fill="hold"/>
                                        <p:tgtEl>
                                          <p:spTgt spid="14">
                                            <p:graphicEl>
                                              <a:chart bldStep="ptInSeries"/>
                                            </p:graphicEl>
                                          </p:spTgt>
                                        </p:tgtEl>
                                        <p:attrNameLst>
                                          <p:attrName>ppt_w</p:attrName>
                                        </p:attrNameLst>
                                      </p:cBhvr>
                                      <p:tavLst>
                                        <p:tav tm="0">
                                          <p:val>
                                            <p:strVal val="#ppt_w*0.70"/>
                                          </p:val>
                                        </p:tav>
                                        <p:tav tm="100000">
                                          <p:val>
                                            <p:strVal val="#ppt_w"/>
                                          </p:val>
                                        </p:tav>
                                      </p:tavLst>
                                    </p:anim>
                                    <p:anim calcmode="lin" valueType="num">
                                      <p:cBhvr>
                                        <p:cTn id="66" dur="1000" fill="hold"/>
                                        <p:tgtEl>
                                          <p:spTgt spid="14">
                                            <p:graphicEl>
                                              <a:chart bldStep="ptInSeries"/>
                                            </p:graphicEl>
                                          </p:spTgt>
                                        </p:tgtEl>
                                        <p:attrNameLst>
                                          <p:attrName>ppt_h</p:attrName>
                                        </p:attrNameLst>
                                      </p:cBhvr>
                                      <p:tavLst>
                                        <p:tav tm="0">
                                          <p:val>
                                            <p:strVal val="#ppt_h"/>
                                          </p:val>
                                        </p:tav>
                                        <p:tav tm="100000">
                                          <p:val>
                                            <p:strVal val="#ppt_h"/>
                                          </p:val>
                                        </p:tav>
                                      </p:tavLst>
                                    </p:anim>
                                    <p:animEffect transition="in" filter="fade">
                                      <p:cBhvr>
                                        <p:cTn id="67" dur="1000"/>
                                        <p:tgtEl>
                                          <p:spTgt spid="14">
                                            <p:graphicEl>
                                              <a:chart bldStep="ptInSeries"/>
                                            </p:graphicEl>
                                          </p:spTgt>
                                        </p:tgtEl>
                                      </p:cBhvr>
                                    </p:animEffect>
                                  </p:childTnLst>
                                </p:cTn>
                              </p:par>
                              <p:par>
                                <p:cTn id="68" presetID="55" presetClass="entr" presetSubtype="0"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 calcmode="lin" valueType="num">
                                      <p:cBhvr>
                                        <p:cTn id="70" dur="1000" fill="hold"/>
                                        <p:tgtEl>
                                          <p:spTgt spid="15"/>
                                        </p:tgtEl>
                                        <p:attrNameLst>
                                          <p:attrName>ppt_w</p:attrName>
                                        </p:attrNameLst>
                                      </p:cBhvr>
                                      <p:tavLst>
                                        <p:tav tm="0">
                                          <p:val>
                                            <p:strVal val="#ppt_w*0.70"/>
                                          </p:val>
                                        </p:tav>
                                        <p:tav tm="100000">
                                          <p:val>
                                            <p:strVal val="#ppt_w"/>
                                          </p:val>
                                        </p:tav>
                                      </p:tavLst>
                                    </p:anim>
                                    <p:anim calcmode="lin" valueType="num">
                                      <p:cBhvr>
                                        <p:cTn id="71" dur="1000" fill="hold"/>
                                        <p:tgtEl>
                                          <p:spTgt spid="15"/>
                                        </p:tgtEl>
                                        <p:attrNameLst>
                                          <p:attrName>ppt_h</p:attrName>
                                        </p:attrNameLst>
                                      </p:cBhvr>
                                      <p:tavLst>
                                        <p:tav tm="0">
                                          <p:val>
                                            <p:strVal val="#ppt_h"/>
                                          </p:val>
                                        </p:tav>
                                        <p:tav tm="100000">
                                          <p:val>
                                            <p:strVal val="#ppt_h"/>
                                          </p:val>
                                        </p:tav>
                                      </p:tavLst>
                                    </p:anim>
                                    <p:animEffect transition="in" filter="fade">
                                      <p:cBhvr>
                                        <p:cTn id="72" dur="1000"/>
                                        <p:tgtEl>
                                          <p:spTgt spid="15"/>
                                        </p:tgtEl>
                                      </p:cBhvr>
                                    </p:animEffect>
                                  </p:childTnLst>
                                </p:cTn>
                              </p:par>
                              <p:par>
                                <p:cTn id="73" presetID="55" presetClass="entr" presetSubtype="0" fill="hold" grpId="0" nodeType="withEffect">
                                  <p:stCondLst>
                                    <p:cond delay="0"/>
                                  </p:stCondLst>
                                  <p:childTnLst>
                                    <p:set>
                                      <p:cBhvr>
                                        <p:cTn id="74" dur="1" fill="hold">
                                          <p:stCondLst>
                                            <p:cond delay="0"/>
                                          </p:stCondLst>
                                        </p:cTn>
                                        <p:tgtEl>
                                          <p:spTgt spid="16"/>
                                        </p:tgtEl>
                                        <p:attrNameLst>
                                          <p:attrName>style.visibility</p:attrName>
                                        </p:attrNameLst>
                                      </p:cBhvr>
                                      <p:to>
                                        <p:strVal val="visible"/>
                                      </p:to>
                                    </p:set>
                                    <p:anim calcmode="lin" valueType="num">
                                      <p:cBhvr>
                                        <p:cTn id="75" dur="1000" fill="hold"/>
                                        <p:tgtEl>
                                          <p:spTgt spid="16"/>
                                        </p:tgtEl>
                                        <p:attrNameLst>
                                          <p:attrName>ppt_w</p:attrName>
                                        </p:attrNameLst>
                                      </p:cBhvr>
                                      <p:tavLst>
                                        <p:tav tm="0">
                                          <p:val>
                                            <p:strVal val="#ppt_w*0.70"/>
                                          </p:val>
                                        </p:tav>
                                        <p:tav tm="100000">
                                          <p:val>
                                            <p:strVal val="#ppt_w"/>
                                          </p:val>
                                        </p:tav>
                                      </p:tavLst>
                                    </p:anim>
                                    <p:anim calcmode="lin" valueType="num">
                                      <p:cBhvr>
                                        <p:cTn id="76" dur="1000" fill="hold"/>
                                        <p:tgtEl>
                                          <p:spTgt spid="16"/>
                                        </p:tgtEl>
                                        <p:attrNameLst>
                                          <p:attrName>ppt_h</p:attrName>
                                        </p:attrNameLst>
                                      </p:cBhvr>
                                      <p:tavLst>
                                        <p:tav tm="0">
                                          <p:val>
                                            <p:strVal val="#ppt_h"/>
                                          </p:val>
                                        </p:tav>
                                        <p:tav tm="100000">
                                          <p:val>
                                            <p:strVal val="#ppt_h"/>
                                          </p:val>
                                        </p:tav>
                                      </p:tavLst>
                                    </p:anim>
                                    <p:animEffect transition="in" filter="fade">
                                      <p:cBhvr>
                                        <p:cTn id="77" dur="1000"/>
                                        <p:tgtEl>
                                          <p:spTgt spid="16"/>
                                        </p:tgtEl>
                                      </p:cBhvr>
                                    </p:animEffect>
                                  </p:childTnLst>
                                </p:cTn>
                              </p:par>
                              <p:par>
                                <p:cTn id="78" presetID="55" presetClass="entr" presetSubtype="0" fill="hold" grpId="0" nodeType="withEffect">
                                  <p:stCondLst>
                                    <p:cond delay="0"/>
                                  </p:stCondLst>
                                  <p:childTnLst>
                                    <p:set>
                                      <p:cBhvr>
                                        <p:cTn id="79" dur="1" fill="hold">
                                          <p:stCondLst>
                                            <p:cond delay="0"/>
                                          </p:stCondLst>
                                        </p:cTn>
                                        <p:tgtEl>
                                          <p:spTgt spid="18"/>
                                        </p:tgtEl>
                                        <p:attrNameLst>
                                          <p:attrName>style.visibility</p:attrName>
                                        </p:attrNameLst>
                                      </p:cBhvr>
                                      <p:to>
                                        <p:strVal val="visible"/>
                                      </p:to>
                                    </p:set>
                                    <p:anim calcmode="lin" valueType="num">
                                      <p:cBhvr>
                                        <p:cTn id="80" dur="1000" fill="hold"/>
                                        <p:tgtEl>
                                          <p:spTgt spid="18"/>
                                        </p:tgtEl>
                                        <p:attrNameLst>
                                          <p:attrName>ppt_w</p:attrName>
                                        </p:attrNameLst>
                                      </p:cBhvr>
                                      <p:tavLst>
                                        <p:tav tm="0">
                                          <p:val>
                                            <p:strVal val="#ppt_w*0.70"/>
                                          </p:val>
                                        </p:tav>
                                        <p:tav tm="100000">
                                          <p:val>
                                            <p:strVal val="#ppt_w"/>
                                          </p:val>
                                        </p:tav>
                                      </p:tavLst>
                                    </p:anim>
                                    <p:anim calcmode="lin" valueType="num">
                                      <p:cBhvr>
                                        <p:cTn id="81" dur="1000" fill="hold"/>
                                        <p:tgtEl>
                                          <p:spTgt spid="18"/>
                                        </p:tgtEl>
                                        <p:attrNameLst>
                                          <p:attrName>ppt_h</p:attrName>
                                        </p:attrNameLst>
                                      </p:cBhvr>
                                      <p:tavLst>
                                        <p:tav tm="0">
                                          <p:val>
                                            <p:strVal val="#ppt_h"/>
                                          </p:val>
                                        </p:tav>
                                        <p:tav tm="100000">
                                          <p:val>
                                            <p:strVal val="#ppt_h"/>
                                          </p:val>
                                        </p:tav>
                                      </p:tavLst>
                                    </p:anim>
                                    <p:animEffect transition="in" filter="fade">
                                      <p:cBhvr>
                                        <p:cTn id="82"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3" grpId="0"/>
      <p:bldP spid="5" grpId="0"/>
      <p:bldP spid="15" grpId="0"/>
      <p:bldP spid="16" grpId="0"/>
      <p:bldP spid="8" grpId="0"/>
      <p:bldP spid="17" grpId="0"/>
      <p:bldP spid="18" grpId="0"/>
      <p:bldP spid="13" grpId="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8000"/>
          </a:schemeClr>
        </a:solidFill>
        <a:effectLst/>
      </p:bgPr>
    </p:bg>
    <p:spTree>
      <p:nvGrpSpPr>
        <p:cNvPr id="1" name=""/>
        <p:cNvGrpSpPr/>
        <p:nvPr/>
      </p:nvGrpSpPr>
      <p:grpSpPr>
        <a:xfrm>
          <a:off x="0" y="0"/>
          <a:ext cx="0" cy="0"/>
          <a:chOff x="0" y="0"/>
          <a:chExt cx="0" cy="0"/>
        </a:xfrm>
      </p:grpSpPr>
      <p:sp>
        <p:nvSpPr>
          <p:cNvPr id="12" name="矩形 11"/>
          <p:cNvSpPr/>
          <p:nvPr/>
        </p:nvSpPr>
        <p:spPr>
          <a:xfrm>
            <a:off x="610784" y="755821"/>
            <a:ext cx="517962" cy="45719"/>
          </a:xfrm>
          <a:prstGeom prst="rect">
            <a:avLst/>
          </a:prstGeom>
          <a:gradFill>
            <a:gsLst>
              <a:gs pos="50000">
                <a:schemeClr val="accent1">
                  <a:lumMod val="75000"/>
                  <a:alpha val="29000"/>
                </a:schemeClr>
              </a:gs>
              <a:gs pos="0">
                <a:schemeClr val="accent1">
                  <a:lumMod val="50000"/>
                  <a:alpha val="63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21" name="文本框 20"/>
          <p:cNvSpPr txBox="1"/>
          <p:nvPr/>
        </p:nvSpPr>
        <p:spPr>
          <a:xfrm>
            <a:off x="534670" y="380365"/>
            <a:ext cx="1605280" cy="337185"/>
          </a:xfrm>
          <a:prstGeom prst="rect">
            <a:avLst/>
          </a:prstGeom>
          <a:noFill/>
        </p:spPr>
        <p:txBody>
          <a:bodyPr wrap="square" rtlCol="0">
            <a:spAutoFit/>
          </a:bodyPr>
          <a:lstStyle/>
          <a:p>
            <a:pPr algn="dist"/>
            <a:r>
              <a:rPr lang="en-US" altLang="zh-CN" sz="1600" b="1" err="1">
                <a:solidFill>
                  <a:schemeClr val="accent1">
                    <a:lumMod val="50000"/>
                  </a:schemeClr>
                </a:solidFill>
                <a:cs typeface="+mn-ea"/>
                <a:sym typeface="+mn-lt"/>
              </a:rPr>
              <a:t>PART.03</a:t>
            </a:r>
          </a:p>
        </p:txBody>
      </p:sp>
      <p:sp>
        <p:nvSpPr>
          <p:cNvPr id="9" name="图文框 8"/>
          <p:cNvSpPr/>
          <p:nvPr/>
        </p:nvSpPr>
        <p:spPr>
          <a:xfrm>
            <a:off x="11207203" y="5963688"/>
            <a:ext cx="517962" cy="517962"/>
          </a:xfrm>
          <a:prstGeom prst="frame">
            <a:avLst>
              <a:gd name="adj1" fmla="val 5842"/>
            </a:avLst>
          </a:prstGeom>
          <a:solidFill>
            <a:schemeClr val="accent1">
              <a:lumMod val="75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03460" y="60042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05151" y="61887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sp>
        <p:nvSpPr>
          <p:cNvPr id="2" name="Round Diagonal Corner Rectangle 2"/>
          <p:cNvSpPr/>
          <p:nvPr/>
        </p:nvSpPr>
        <p:spPr>
          <a:xfrm>
            <a:off x="993072" y="2037432"/>
            <a:ext cx="1300879" cy="1301218"/>
          </a:xfrm>
          <a:prstGeom prst="round2DiagRect">
            <a:avLst>
              <a:gd name="adj1" fmla="val 18841"/>
              <a:gd name="adj2" fmla="val 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9710" tIns="54855" rIns="109710" bIns="54855" rtlCol="0" anchor="ctr"/>
          <a:lstStyle/>
          <a:p>
            <a:pPr algn="ctr"/>
            <a:endParaRPr lang="bg-BG" sz="900">
              <a:cs typeface="+mn-ea"/>
              <a:sym typeface="+mn-lt"/>
            </a:endParaRPr>
          </a:p>
        </p:txBody>
      </p:sp>
      <p:sp>
        <p:nvSpPr>
          <p:cNvPr id="3" name="Freeform 121"/>
          <p:cNvSpPr>
            <a:spLocks noChangeArrowheads="1"/>
          </p:cNvSpPr>
          <p:nvPr/>
        </p:nvSpPr>
        <p:spPr bwMode="auto">
          <a:xfrm rot="16200000">
            <a:off x="2417054" y="2438525"/>
            <a:ext cx="997584" cy="499029"/>
          </a:xfrm>
          <a:custGeom>
            <a:avLst/>
            <a:gdLst>
              <a:gd name="T0" fmla="*/ 516 w 517"/>
              <a:gd name="T1" fmla="*/ 119 h 245"/>
              <a:gd name="T2" fmla="*/ 386 w 517"/>
              <a:gd name="T3" fmla="*/ 0 h 245"/>
              <a:gd name="T4" fmla="*/ 386 w 517"/>
              <a:gd name="T5" fmla="*/ 76 h 245"/>
              <a:gd name="T6" fmla="*/ 0 w 517"/>
              <a:gd name="T7" fmla="*/ 76 h 245"/>
              <a:gd name="T8" fmla="*/ 0 w 517"/>
              <a:gd name="T9" fmla="*/ 168 h 245"/>
              <a:gd name="T10" fmla="*/ 386 w 517"/>
              <a:gd name="T11" fmla="*/ 168 h 245"/>
              <a:gd name="T12" fmla="*/ 386 w 517"/>
              <a:gd name="T13" fmla="*/ 244 h 245"/>
              <a:gd name="T14" fmla="*/ 516 w 517"/>
              <a:gd name="T15" fmla="*/ 119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7" h="245">
                <a:moveTo>
                  <a:pt x="516" y="119"/>
                </a:moveTo>
                <a:lnTo>
                  <a:pt x="386" y="0"/>
                </a:lnTo>
                <a:lnTo>
                  <a:pt x="386" y="76"/>
                </a:lnTo>
                <a:lnTo>
                  <a:pt x="0" y="76"/>
                </a:lnTo>
                <a:lnTo>
                  <a:pt x="0" y="168"/>
                </a:lnTo>
                <a:lnTo>
                  <a:pt x="386" y="168"/>
                </a:lnTo>
                <a:lnTo>
                  <a:pt x="386" y="244"/>
                </a:lnTo>
                <a:lnTo>
                  <a:pt x="516" y="119"/>
                </a:lnTo>
              </a:path>
            </a:pathLst>
          </a:custGeom>
          <a:solidFill>
            <a:srgbClr val="2D4875"/>
          </a:solidFill>
          <a:ln>
            <a:noFill/>
          </a:ln>
          <a:effectLst/>
        </p:spPr>
        <p:txBody>
          <a:bodyPr wrap="none" lIns="60927" tIns="30463" rIns="60927" bIns="30463" anchor="ctr"/>
          <a:lstStyle/>
          <a:p>
            <a:endParaRPr lang="en-US" sz="900">
              <a:cs typeface="+mn-ea"/>
              <a:sym typeface="+mn-lt"/>
            </a:endParaRPr>
          </a:p>
        </p:txBody>
      </p:sp>
      <p:sp>
        <p:nvSpPr>
          <p:cNvPr id="7" name="TextBox 4"/>
          <p:cNvSpPr txBox="1"/>
          <p:nvPr/>
        </p:nvSpPr>
        <p:spPr>
          <a:xfrm>
            <a:off x="1099932" y="2364875"/>
            <a:ext cx="1082348" cy="646331"/>
          </a:xfrm>
          <a:prstGeom prst="rect">
            <a:avLst/>
          </a:prstGeom>
          <a:noFill/>
        </p:spPr>
        <p:txBody>
          <a:bodyPr wrap="none" rtlCol="0">
            <a:spAutoFit/>
          </a:bodyPr>
          <a:lstStyle/>
          <a:p>
            <a:r>
              <a:rPr lang="en-US" sz="3600">
                <a:solidFill>
                  <a:schemeClr val="bg1"/>
                </a:solidFill>
                <a:cs typeface="+mn-ea"/>
                <a:sym typeface="+mn-lt"/>
              </a:rPr>
              <a:t>5</a:t>
            </a:r>
            <a:r>
              <a:rPr lang="id-ID" sz="3600">
                <a:solidFill>
                  <a:schemeClr val="bg1"/>
                </a:solidFill>
                <a:cs typeface="+mn-ea"/>
                <a:sym typeface="+mn-lt"/>
              </a:rPr>
              <a:t>0%</a:t>
            </a:r>
          </a:p>
        </p:txBody>
      </p:sp>
      <p:sp>
        <p:nvSpPr>
          <p:cNvPr id="8" name="Round Diagonal Corner Rectangle 7"/>
          <p:cNvSpPr/>
          <p:nvPr/>
        </p:nvSpPr>
        <p:spPr>
          <a:xfrm>
            <a:off x="6291102" y="2037432"/>
            <a:ext cx="1300879" cy="1301218"/>
          </a:xfrm>
          <a:prstGeom prst="round2DiagRect">
            <a:avLst>
              <a:gd name="adj1" fmla="val 18841"/>
              <a:gd name="adj2" fmla="val 0"/>
            </a:avLst>
          </a:prstGeom>
          <a:solidFill>
            <a:srgbClr val="2D4875">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9710" tIns="54855" rIns="109710" bIns="54855" rtlCol="0" anchor="ctr"/>
          <a:lstStyle/>
          <a:p>
            <a:pPr algn="ctr"/>
            <a:endParaRPr lang="bg-BG" sz="900">
              <a:cs typeface="+mn-ea"/>
              <a:sym typeface="+mn-lt"/>
            </a:endParaRPr>
          </a:p>
        </p:txBody>
      </p:sp>
      <p:sp>
        <p:nvSpPr>
          <p:cNvPr id="17" name="Freeform 121"/>
          <p:cNvSpPr>
            <a:spLocks noChangeArrowheads="1"/>
          </p:cNvSpPr>
          <p:nvPr/>
        </p:nvSpPr>
        <p:spPr bwMode="auto">
          <a:xfrm rot="5400000">
            <a:off x="7750009" y="2438525"/>
            <a:ext cx="997584" cy="499029"/>
          </a:xfrm>
          <a:custGeom>
            <a:avLst/>
            <a:gdLst>
              <a:gd name="T0" fmla="*/ 516 w 517"/>
              <a:gd name="T1" fmla="*/ 119 h 245"/>
              <a:gd name="T2" fmla="*/ 386 w 517"/>
              <a:gd name="T3" fmla="*/ 0 h 245"/>
              <a:gd name="T4" fmla="*/ 386 w 517"/>
              <a:gd name="T5" fmla="*/ 76 h 245"/>
              <a:gd name="T6" fmla="*/ 0 w 517"/>
              <a:gd name="T7" fmla="*/ 76 h 245"/>
              <a:gd name="T8" fmla="*/ 0 w 517"/>
              <a:gd name="T9" fmla="*/ 168 h 245"/>
              <a:gd name="T10" fmla="*/ 386 w 517"/>
              <a:gd name="T11" fmla="*/ 168 h 245"/>
              <a:gd name="T12" fmla="*/ 386 w 517"/>
              <a:gd name="T13" fmla="*/ 244 h 245"/>
              <a:gd name="T14" fmla="*/ 516 w 517"/>
              <a:gd name="T15" fmla="*/ 119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7" h="245">
                <a:moveTo>
                  <a:pt x="516" y="119"/>
                </a:moveTo>
                <a:lnTo>
                  <a:pt x="386" y="0"/>
                </a:lnTo>
                <a:lnTo>
                  <a:pt x="386" y="76"/>
                </a:lnTo>
                <a:lnTo>
                  <a:pt x="0" y="76"/>
                </a:lnTo>
                <a:lnTo>
                  <a:pt x="0" y="168"/>
                </a:lnTo>
                <a:lnTo>
                  <a:pt x="386" y="168"/>
                </a:lnTo>
                <a:lnTo>
                  <a:pt x="386" y="244"/>
                </a:lnTo>
                <a:lnTo>
                  <a:pt x="516" y="119"/>
                </a:lnTo>
              </a:path>
            </a:pathLst>
          </a:custGeom>
          <a:solidFill>
            <a:srgbClr val="2D4875"/>
          </a:solidFill>
          <a:ln>
            <a:noFill/>
          </a:ln>
          <a:effectLst/>
        </p:spPr>
        <p:txBody>
          <a:bodyPr wrap="none" lIns="60927" tIns="30463" rIns="60927" bIns="30463" anchor="ctr"/>
          <a:lstStyle/>
          <a:p>
            <a:endParaRPr lang="en-US" sz="900">
              <a:cs typeface="+mn-ea"/>
              <a:sym typeface="+mn-lt"/>
            </a:endParaRPr>
          </a:p>
        </p:txBody>
      </p:sp>
      <p:sp>
        <p:nvSpPr>
          <p:cNvPr id="18" name="TextBox 9"/>
          <p:cNvSpPr txBox="1"/>
          <p:nvPr/>
        </p:nvSpPr>
        <p:spPr>
          <a:xfrm>
            <a:off x="6432887" y="2364875"/>
            <a:ext cx="1077539" cy="646331"/>
          </a:xfrm>
          <a:prstGeom prst="rect">
            <a:avLst/>
          </a:prstGeom>
          <a:noFill/>
        </p:spPr>
        <p:txBody>
          <a:bodyPr wrap="none" rtlCol="0">
            <a:spAutoFit/>
          </a:bodyPr>
          <a:lstStyle/>
          <a:p>
            <a:r>
              <a:rPr lang="en-US" sz="3600">
                <a:solidFill>
                  <a:schemeClr val="bg1"/>
                </a:solidFill>
                <a:cs typeface="+mn-ea"/>
                <a:sym typeface="+mn-lt"/>
              </a:rPr>
              <a:t>3</a:t>
            </a:r>
            <a:r>
              <a:rPr lang="id-ID" sz="3600">
                <a:solidFill>
                  <a:schemeClr val="bg1"/>
                </a:solidFill>
                <a:cs typeface="+mn-ea"/>
                <a:sym typeface="+mn-lt"/>
              </a:rPr>
              <a:t>0%</a:t>
            </a:r>
          </a:p>
        </p:txBody>
      </p:sp>
      <p:sp>
        <p:nvSpPr>
          <p:cNvPr id="19" name="文本框 18"/>
          <p:cNvSpPr txBox="1"/>
          <p:nvPr/>
        </p:nvSpPr>
        <p:spPr>
          <a:xfrm>
            <a:off x="3272221" y="2477521"/>
            <a:ext cx="2611514" cy="773289"/>
          </a:xfrm>
          <a:prstGeom prst="rect">
            <a:avLst/>
          </a:prstGeom>
          <a:noFill/>
        </p:spPr>
        <p:txBody>
          <a:bodyPr wrap="square" rtlCol="0">
            <a:spAutoFit/>
          </a:bodyPr>
          <a:lstStyle/>
          <a:p>
            <a:pPr>
              <a:lnSpc>
                <a:spcPct val="125000"/>
              </a:lnSpc>
            </a:pPr>
            <a:r>
              <a:rPr lang="zh-CN" altLang="en-US" sz="1200">
                <a:solidFill>
                  <a:schemeClr val="tx1">
                    <a:lumMod val="75000"/>
                    <a:lumOff val="25000"/>
                  </a:schemeClr>
                </a:solidFill>
                <a:cs typeface="+mn-ea"/>
                <a:sym typeface="+mn-lt"/>
              </a:rPr>
              <a:t>点击文本框即可进行编辑输入相关内容点击文本框即可进行编辑输入相关内容</a:t>
            </a:r>
          </a:p>
        </p:txBody>
      </p:sp>
      <p:sp>
        <p:nvSpPr>
          <p:cNvPr id="20" name="文本框 19"/>
          <p:cNvSpPr txBox="1"/>
          <p:nvPr/>
        </p:nvSpPr>
        <p:spPr>
          <a:xfrm>
            <a:off x="3272219" y="2231675"/>
            <a:ext cx="1065814" cy="337185"/>
          </a:xfrm>
          <a:prstGeom prst="rect">
            <a:avLst/>
          </a:prstGeom>
          <a:noFill/>
        </p:spPr>
        <p:txBody>
          <a:bodyPr wrap="square" rtlCol="0">
            <a:spAutoFit/>
          </a:bodyPr>
          <a:lstStyle/>
          <a:p>
            <a:r>
              <a:rPr lang="zh-CN" altLang="en-US" sz="1600">
                <a:solidFill>
                  <a:schemeClr val="tx1">
                    <a:lumMod val="75000"/>
                    <a:lumOff val="25000"/>
                  </a:schemeClr>
                </a:solidFill>
                <a:cs typeface="+mn-ea"/>
                <a:sym typeface="+mn-lt"/>
              </a:rPr>
              <a:t>编辑标题</a:t>
            </a:r>
          </a:p>
        </p:txBody>
      </p:sp>
      <p:sp>
        <p:nvSpPr>
          <p:cNvPr id="22" name="文本框 21"/>
          <p:cNvSpPr txBox="1"/>
          <p:nvPr/>
        </p:nvSpPr>
        <p:spPr>
          <a:xfrm>
            <a:off x="8684388" y="2477521"/>
            <a:ext cx="2611514" cy="773289"/>
          </a:xfrm>
          <a:prstGeom prst="rect">
            <a:avLst/>
          </a:prstGeom>
          <a:noFill/>
        </p:spPr>
        <p:txBody>
          <a:bodyPr wrap="square" rtlCol="0">
            <a:spAutoFit/>
          </a:bodyPr>
          <a:lstStyle/>
          <a:p>
            <a:pPr>
              <a:lnSpc>
                <a:spcPct val="125000"/>
              </a:lnSpc>
            </a:pPr>
            <a:r>
              <a:rPr lang="zh-CN" altLang="en-US" sz="1200">
                <a:solidFill>
                  <a:schemeClr val="tx1">
                    <a:lumMod val="75000"/>
                    <a:lumOff val="25000"/>
                  </a:schemeClr>
                </a:solidFill>
                <a:cs typeface="+mn-ea"/>
                <a:sym typeface="+mn-lt"/>
              </a:rPr>
              <a:t>点击文本框即可进行编辑输入相关内容点击文本框即可进行编辑输入相关内容</a:t>
            </a:r>
          </a:p>
        </p:txBody>
      </p:sp>
      <p:sp>
        <p:nvSpPr>
          <p:cNvPr id="23" name="文本框 22"/>
          <p:cNvSpPr txBox="1"/>
          <p:nvPr/>
        </p:nvSpPr>
        <p:spPr>
          <a:xfrm>
            <a:off x="8684386" y="2231675"/>
            <a:ext cx="1065814" cy="337185"/>
          </a:xfrm>
          <a:prstGeom prst="rect">
            <a:avLst/>
          </a:prstGeom>
          <a:noFill/>
        </p:spPr>
        <p:txBody>
          <a:bodyPr wrap="square" rtlCol="0">
            <a:spAutoFit/>
          </a:bodyPr>
          <a:lstStyle/>
          <a:p>
            <a:r>
              <a:rPr lang="zh-CN" altLang="en-US" sz="1600">
                <a:solidFill>
                  <a:schemeClr val="tx1">
                    <a:lumMod val="75000"/>
                    <a:lumOff val="25000"/>
                  </a:schemeClr>
                </a:solidFill>
                <a:cs typeface="+mn-ea"/>
                <a:sym typeface="+mn-lt"/>
              </a:rPr>
              <a:t>编辑标题</a:t>
            </a:r>
          </a:p>
        </p:txBody>
      </p:sp>
      <p:sp>
        <p:nvSpPr>
          <p:cNvPr id="24" name="文本框 23"/>
          <p:cNvSpPr txBox="1"/>
          <p:nvPr/>
        </p:nvSpPr>
        <p:spPr>
          <a:xfrm>
            <a:off x="883710" y="4057056"/>
            <a:ext cx="10412192" cy="542456"/>
          </a:xfrm>
          <a:prstGeom prst="rect">
            <a:avLst/>
          </a:prstGeom>
          <a:noFill/>
        </p:spPr>
        <p:txBody>
          <a:bodyPr wrap="square" rtlCol="0">
            <a:spAutoFit/>
          </a:bodyPr>
          <a:lstStyle/>
          <a:p>
            <a:pPr>
              <a:lnSpc>
                <a:spcPct val="125000"/>
              </a:lnSpc>
            </a:pPr>
            <a:r>
              <a:rPr lang="zh-CN" altLang="en-US" sz="1200">
                <a:solidFill>
                  <a:schemeClr val="tx1">
                    <a:lumMod val="75000"/>
                    <a:lumOff val="25000"/>
                  </a:schemeClr>
                </a:solidFill>
                <a:cs typeface="+mn-ea"/>
                <a:sym typeface="+mn-lt"/>
              </a:rPr>
              <a:t>点击文本框即可进行编辑输入相关内容点击文本框即可进行编辑输入相关内容点击文本框即可进行编辑输入相关内容点击文本框即可进行编辑输入相关内容点击文本框即可进行编辑输入相关内容</a:t>
            </a:r>
          </a:p>
        </p:txBody>
      </p:sp>
      <p:sp>
        <p:nvSpPr>
          <p:cNvPr id="25" name="文本框 24"/>
          <p:cNvSpPr txBox="1"/>
          <p:nvPr/>
        </p:nvSpPr>
        <p:spPr>
          <a:xfrm>
            <a:off x="883710" y="3718439"/>
            <a:ext cx="1154273" cy="337185"/>
          </a:xfrm>
          <a:prstGeom prst="rect">
            <a:avLst/>
          </a:prstGeom>
          <a:noFill/>
        </p:spPr>
        <p:txBody>
          <a:bodyPr wrap="square" rtlCol="0">
            <a:spAutoFit/>
          </a:bodyPr>
          <a:lstStyle/>
          <a:p>
            <a:pPr algn="dist"/>
            <a:r>
              <a:rPr lang="zh-CN" altLang="en-US" sz="1600">
                <a:solidFill>
                  <a:schemeClr val="accent1">
                    <a:lumMod val="50000"/>
                  </a:schemeClr>
                </a:solidFill>
                <a:cs typeface="+mn-ea"/>
                <a:sym typeface="+mn-lt"/>
              </a:rPr>
              <a:t>编辑标题</a:t>
            </a:r>
          </a:p>
        </p:txBody>
      </p:sp>
      <p:sp>
        <p:nvSpPr>
          <p:cNvPr id="26" name="Shape 717"/>
          <p:cNvSpPr txBox="1"/>
          <p:nvPr/>
        </p:nvSpPr>
        <p:spPr>
          <a:xfrm>
            <a:off x="970794" y="4598778"/>
            <a:ext cx="10241705" cy="610028"/>
          </a:xfrm>
          <a:prstGeom prst="rect">
            <a:avLst/>
          </a:prstGeom>
          <a:noFill/>
          <a:ln>
            <a:noFill/>
          </a:ln>
        </p:spPr>
        <p:txBody>
          <a:bodyPr lIns="0" tIns="0" rIns="0" bIns="0" anchor="t" anchorCtr="0">
            <a:noAutofit/>
          </a:bodyPr>
          <a:lstStyle/>
          <a:p>
            <a:pPr>
              <a:lnSpc>
                <a:spcPct val="150000"/>
              </a:lnSpc>
              <a:defRPr/>
            </a:pPr>
            <a:r>
              <a:rPr lang="en-US" altLang="zh-CN" sz="1100">
                <a:solidFill>
                  <a:schemeClr val="tx1">
                    <a:lumMod val="75000"/>
                    <a:lumOff val="25000"/>
                  </a:schemeClr>
                </a:solidFill>
                <a:cs typeface="+mn-ea"/>
                <a:sym typeface="+mn-lt"/>
              </a:rPr>
              <a:t>A company is an association or collection of individuals, whether natural persons, legal persons, or a mixture of both a company is an association or collection of individuals, whether natural persons, legal persons, or a mixture of both</a:t>
            </a:r>
          </a:p>
        </p:txBody>
      </p:sp>
    </p:spTree>
    <p:custDataLst>
      <p:tags r:id="R2f3b7efb45724d88"/>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checkerboard(across)">
                                      <p:cBhvr>
                                        <p:cTn id="13" dur="500"/>
                                        <p:tgtEl>
                                          <p:spTgt spid="7"/>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checkerboard(across)">
                                      <p:cBhvr>
                                        <p:cTn id="16" dur="500"/>
                                        <p:tgtEl>
                                          <p:spTgt spid="8"/>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checkerboard(across)">
                                      <p:cBhvr>
                                        <p:cTn id="19" dur="500"/>
                                        <p:tgtEl>
                                          <p:spTgt spid="17"/>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checkerboard(across)">
                                      <p:cBhvr>
                                        <p:cTn id="22" dur="500"/>
                                        <p:tgtEl>
                                          <p:spTgt spid="18"/>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checkerboard(across)">
                                      <p:cBhvr>
                                        <p:cTn id="25" dur="500"/>
                                        <p:tgtEl>
                                          <p:spTgt spid="19"/>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checkerboard(across)">
                                      <p:cBhvr>
                                        <p:cTn id="28" dur="500"/>
                                        <p:tgtEl>
                                          <p:spTgt spid="20"/>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checkerboard(across)">
                                      <p:cBhvr>
                                        <p:cTn id="31" dur="500"/>
                                        <p:tgtEl>
                                          <p:spTgt spid="22"/>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checkerboard(across)">
                                      <p:cBhvr>
                                        <p:cTn id="34" dur="500"/>
                                        <p:tgtEl>
                                          <p:spTgt spid="23"/>
                                        </p:tgtEl>
                                      </p:cBhvr>
                                    </p:animEffect>
                                  </p:childTnLst>
                                </p:cTn>
                              </p:par>
                            </p:childTnLst>
                          </p:cTn>
                        </p:par>
                        <p:par>
                          <p:cTn id="35" fill="hold" nodeType="afterGroup">
                            <p:stCondLst>
                              <p:cond delay="500"/>
                            </p:stCondLst>
                            <p:childTnLst>
                              <p:par>
                                <p:cTn id="36" presetID="42" presetClass="entr" presetSubtype="0" fill="hold" grpId="0" nodeType="after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1000"/>
                                        <p:tgtEl>
                                          <p:spTgt spid="24"/>
                                        </p:tgtEl>
                                      </p:cBhvr>
                                    </p:animEffect>
                                    <p:anim calcmode="lin" valueType="num">
                                      <p:cBhvr>
                                        <p:cTn id="39" dur="1000" fill="hold"/>
                                        <p:tgtEl>
                                          <p:spTgt spid="24"/>
                                        </p:tgtEl>
                                        <p:attrNameLst>
                                          <p:attrName>ppt_x</p:attrName>
                                        </p:attrNameLst>
                                      </p:cBhvr>
                                      <p:tavLst>
                                        <p:tav tm="0">
                                          <p:val>
                                            <p:strVal val="#ppt_x"/>
                                          </p:val>
                                        </p:tav>
                                        <p:tav tm="100000">
                                          <p:val>
                                            <p:strVal val="#ppt_x"/>
                                          </p:val>
                                        </p:tav>
                                      </p:tavLst>
                                    </p:anim>
                                    <p:anim calcmode="lin" valueType="num">
                                      <p:cBhvr>
                                        <p:cTn id="40" dur="1000" fill="hold"/>
                                        <p:tgtEl>
                                          <p:spTgt spid="24"/>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1000"/>
                                        <p:tgtEl>
                                          <p:spTgt spid="25"/>
                                        </p:tgtEl>
                                      </p:cBhvr>
                                    </p:animEffect>
                                    <p:anim calcmode="lin" valueType="num">
                                      <p:cBhvr>
                                        <p:cTn id="44" dur="1000" fill="hold"/>
                                        <p:tgtEl>
                                          <p:spTgt spid="25"/>
                                        </p:tgtEl>
                                        <p:attrNameLst>
                                          <p:attrName>ppt_x</p:attrName>
                                        </p:attrNameLst>
                                      </p:cBhvr>
                                      <p:tavLst>
                                        <p:tav tm="0">
                                          <p:val>
                                            <p:strVal val="#ppt_x"/>
                                          </p:val>
                                        </p:tav>
                                        <p:tav tm="100000">
                                          <p:val>
                                            <p:strVal val="#ppt_x"/>
                                          </p:val>
                                        </p:tav>
                                      </p:tavLst>
                                    </p:anim>
                                    <p:anim calcmode="lin" valueType="num">
                                      <p:cBhvr>
                                        <p:cTn id="45" dur="1000" fill="hold"/>
                                        <p:tgtEl>
                                          <p:spTgt spid="25"/>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1000"/>
                                        <p:tgtEl>
                                          <p:spTgt spid="26"/>
                                        </p:tgtEl>
                                      </p:cBhvr>
                                    </p:animEffect>
                                    <p:anim calcmode="lin" valueType="num">
                                      <p:cBhvr>
                                        <p:cTn id="49" dur="1000" fill="hold"/>
                                        <p:tgtEl>
                                          <p:spTgt spid="26"/>
                                        </p:tgtEl>
                                        <p:attrNameLst>
                                          <p:attrName>ppt_x</p:attrName>
                                        </p:attrNameLst>
                                      </p:cBhvr>
                                      <p:tavLst>
                                        <p:tav tm="0">
                                          <p:val>
                                            <p:strVal val="#ppt_x"/>
                                          </p:val>
                                        </p:tav>
                                        <p:tav tm="100000">
                                          <p:val>
                                            <p:strVal val="#ppt_x"/>
                                          </p:val>
                                        </p:tav>
                                      </p:tavLst>
                                    </p:anim>
                                    <p:anim calcmode="lin" valueType="num">
                                      <p:cBhvr>
                                        <p:cTn id="50"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7" grpId="0"/>
      <p:bldP spid="8" grpId="0" bldLvl="0" animBg="1"/>
      <p:bldP spid="17" grpId="0" bldLvl="0" animBg="1"/>
      <p:bldP spid="18" grpId="0"/>
      <p:bldP spid="19" grpId="0"/>
      <p:bldP spid="20" grpId="0"/>
      <p:bldP spid="22" grpId="0"/>
      <p:bldP spid="23" grpId="0"/>
      <p:bldP spid="24" grpId="0"/>
      <p:bldP spid="25" grpId="0"/>
      <p:bldP spid="26"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8000"/>
          </a:schemeClr>
        </a:solidFill>
        <a:effectLst/>
      </p:bgPr>
    </p:bg>
    <p:spTree>
      <p:nvGrpSpPr>
        <p:cNvPr id="1" name=""/>
        <p:cNvGrpSpPr/>
        <p:nvPr/>
      </p:nvGrpSpPr>
      <p:grpSpPr>
        <a:xfrm>
          <a:off x="0" y="0"/>
          <a:ext cx="0" cy="0"/>
          <a:chOff x="0" y="0"/>
          <a:chExt cx="0" cy="0"/>
        </a:xfrm>
      </p:grpSpPr>
      <p:sp>
        <p:nvSpPr>
          <p:cNvPr id="8" name="任意多边形: 形状 17"/>
          <p:cNvSpPr/>
          <p:nvPr/>
        </p:nvSpPr>
        <p:spPr>
          <a:xfrm rot="5400000">
            <a:off x="7730989" y="2747545"/>
            <a:ext cx="4355102" cy="1644432"/>
          </a:xfrm>
          <a:custGeom>
            <a:avLst/>
            <a:gdLst>
              <a:gd name="connsiteX0" fmla="*/ 0 w 3798365"/>
              <a:gd name="connsiteY0" fmla="*/ 717105 h 1434215"/>
              <a:gd name="connsiteX1" fmla="*/ 353310 w 3798365"/>
              <a:gd name="connsiteY1" fmla="*/ 10483 h 1434215"/>
              <a:gd name="connsiteX2" fmla="*/ 353310 w 3798365"/>
              <a:gd name="connsiteY2" fmla="*/ 7 h 1434215"/>
              <a:gd name="connsiteX3" fmla="*/ 358549 w 3798365"/>
              <a:gd name="connsiteY3" fmla="*/ 7 h 1434215"/>
              <a:gd name="connsiteX4" fmla="*/ 358552 w 3798365"/>
              <a:gd name="connsiteY4" fmla="*/ 0 h 1434215"/>
              <a:gd name="connsiteX5" fmla="*/ 1305130 w 3798365"/>
              <a:gd name="connsiteY5" fmla="*/ 0 h 1434215"/>
              <a:gd name="connsiteX6" fmla="*/ 1305133 w 3798365"/>
              <a:gd name="connsiteY6" fmla="*/ 7 h 1434215"/>
              <a:gd name="connsiteX7" fmla="*/ 2493232 w 3798365"/>
              <a:gd name="connsiteY7" fmla="*/ 7 h 1434215"/>
              <a:gd name="connsiteX8" fmla="*/ 2493235 w 3798365"/>
              <a:gd name="connsiteY8" fmla="*/ 0 h 1434215"/>
              <a:gd name="connsiteX9" fmla="*/ 3439813 w 3798365"/>
              <a:gd name="connsiteY9" fmla="*/ 0 h 1434215"/>
              <a:gd name="connsiteX10" fmla="*/ 3439817 w 3798365"/>
              <a:gd name="connsiteY10" fmla="*/ 7 h 1434215"/>
              <a:gd name="connsiteX11" fmla="*/ 3445055 w 3798365"/>
              <a:gd name="connsiteY11" fmla="*/ 7 h 1434215"/>
              <a:gd name="connsiteX12" fmla="*/ 3445055 w 3798365"/>
              <a:gd name="connsiteY12" fmla="*/ 10483 h 1434215"/>
              <a:gd name="connsiteX13" fmla="*/ 3798365 w 3798365"/>
              <a:gd name="connsiteY13" fmla="*/ 717105 h 1434215"/>
              <a:gd name="connsiteX14" fmla="*/ 3445054 w 3798365"/>
              <a:gd name="connsiteY14" fmla="*/ 1423726 h 1434215"/>
              <a:gd name="connsiteX15" fmla="*/ 3445054 w 3798365"/>
              <a:gd name="connsiteY15" fmla="*/ 1434215 h 1434215"/>
              <a:gd name="connsiteX16" fmla="*/ 353310 w 3798365"/>
              <a:gd name="connsiteY16" fmla="*/ 1434215 h 1434215"/>
              <a:gd name="connsiteX17" fmla="*/ 353310 w 3798365"/>
              <a:gd name="connsiteY17" fmla="*/ 1423726 h 14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98365" h="1434215">
                <a:moveTo>
                  <a:pt x="0" y="717105"/>
                </a:moveTo>
                <a:lnTo>
                  <a:pt x="353310" y="10483"/>
                </a:lnTo>
                <a:lnTo>
                  <a:pt x="353310" y="7"/>
                </a:lnTo>
                <a:lnTo>
                  <a:pt x="358549" y="7"/>
                </a:lnTo>
                <a:lnTo>
                  <a:pt x="358552" y="0"/>
                </a:lnTo>
                <a:lnTo>
                  <a:pt x="1305130" y="0"/>
                </a:lnTo>
                <a:lnTo>
                  <a:pt x="1305133" y="7"/>
                </a:lnTo>
                <a:lnTo>
                  <a:pt x="2493232" y="7"/>
                </a:lnTo>
                <a:lnTo>
                  <a:pt x="2493235" y="0"/>
                </a:lnTo>
                <a:lnTo>
                  <a:pt x="3439813" y="0"/>
                </a:lnTo>
                <a:lnTo>
                  <a:pt x="3439817" y="7"/>
                </a:lnTo>
                <a:lnTo>
                  <a:pt x="3445055" y="7"/>
                </a:lnTo>
                <a:lnTo>
                  <a:pt x="3445055" y="10483"/>
                </a:lnTo>
                <a:lnTo>
                  <a:pt x="3798365" y="717105"/>
                </a:lnTo>
                <a:lnTo>
                  <a:pt x="3445054" y="1423726"/>
                </a:lnTo>
                <a:lnTo>
                  <a:pt x="3445054" y="1434215"/>
                </a:lnTo>
                <a:lnTo>
                  <a:pt x="353310" y="1434215"/>
                </a:lnTo>
                <a:lnTo>
                  <a:pt x="353310" y="1423726"/>
                </a:lnTo>
                <a:close/>
              </a:path>
            </a:pathLst>
          </a:custGeom>
          <a:solidFill>
            <a:schemeClr val="accent1">
              <a:lumMod val="50000"/>
              <a:alpha val="79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任意多边形: 形状 17"/>
          <p:cNvSpPr/>
          <p:nvPr/>
        </p:nvSpPr>
        <p:spPr>
          <a:xfrm rot="5400000">
            <a:off x="90034" y="2798345"/>
            <a:ext cx="4355102" cy="1644432"/>
          </a:xfrm>
          <a:custGeom>
            <a:avLst/>
            <a:gdLst>
              <a:gd name="connsiteX0" fmla="*/ 0 w 3798365"/>
              <a:gd name="connsiteY0" fmla="*/ 717105 h 1434215"/>
              <a:gd name="connsiteX1" fmla="*/ 353310 w 3798365"/>
              <a:gd name="connsiteY1" fmla="*/ 10483 h 1434215"/>
              <a:gd name="connsiteX2" fmla="*/ 353310 w 3798365"/>
              <a:gd name="connsiteY2" fmla="*/ 7 h 1434215"/>
              <a:gd name="connsiteX3" fmla="*/ 358549 w 3798365"/>
              <a:gd name="connsiteY3" fmla="*/ 7 h 1434215"/>
              <a:gd name="connsiteX4" fmla="*/ 358552 w 3798365"/>
              <a:gd name="connsiteY4" fmla="*/ 0 h 1434215"/>
              <a:gd name="connsiteX5" fmla="*/ 1305130 w 3798365"/>
              <a:gd name="connsiteY5" fmla="*/ 0 h 1434215"/>
              <a:gd name="connsiteX6" fmla="*/ 1305133 w 3798365"/>
              <a:gd name="connsiteY6" fmla="*/ 7 h 1434215"/>
              <a:gd name="connsiteX7" fmla="*/ 2493232 w 3798365"/>
              <a:gd name="connsiteY7" fmla="*/ 7 h 1434215"/>
              <a:gd name="connsiteX8" fmla="*/ 2493235 w 3798365"/>
              <a:gd name="connsiteY8" fmla="*/ 0 h 1434215"/>
              <a:gd name="connsiteX9" fmla="*/ 3439813 w 3798365"/>
              <a:gd name="connsiteY9" fmla="*/ 0 h 1434215"/>
              <a:gd name="connsiteX10" fmla="*/ 3439817 w 3798365"/>
              <a:gd name="connsiteY10" fmla="*/ 7 h 1434215"/>
              <a:gd name="connsiteX11" fmla="*/ 3445055 w 3798365"/>
              <a:gd name="connsiteY11" fmla="*/ 7 h 1434215"/>
              <a:gd name="connsiteX12" fmla="*/ 3445055 w 3798365"/>
              <a:gd name="connsiteY12" fmla="*/ 10483 h 1434215"/>
              <a:gd name="connsiteX13" fmla="*/ 3798365 w 3798365"/>
              <a:gd name="connsiteY13" fmla="*/ 717105 h 1434215"/>
              <a:gd name="connsiteX14" fmla="*/ 3445054 w 3798365"/>
              <a:gd name="connsiteY14" fmla="*/ 1423726 h 1434215"/>
              <a:gd name="connsiteX15" fmla="*/ 3445054 w 3798365"/>
              <a:gd name="connsiteY15" fmla="*/ 1434215 h 1434215"/>
              <a:gd name="connsiteX16" fmla="*/ 353310 w 3798365"/>
              <a:gd name="connsiteY16" fmla="*/ 1434215 h 1434215"/>
              <a:gd name="connsiteX17" fmla="*/ 353310 w 3798365"/>
              <a:gd name="connsiteY17" fmla="*/ 1423726 h 14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98365" h="1434215">
                <a:moveTo>
                  <a:pt x="0" y="717105"/>
                </a:moveTo>
                <a:lnTo>
                  <a:pt x="353310" y="10483"/>
                </a:lnTo>
                <a:lnTo>
                  <a:pt x="353310" y="7"/>
                </a:lnTo>
                <a:lnTo>
                  <a:pt x="358549" y="7"/>
                </a:lnTo>
                <a:lnTo>
                  <a:pt x="358552" y="0"/>
                </a:lnTo>
                <a:lnTo>
                  <a:pt x="1305130" y="0"/>
                </a:lnTo>
                <a:lnTo>
                  <a:pt x="1305133" y="7"/>
                </a:lnTo>
                <a:lnTo>
                  <a:pt x="2493232" y="7"/>
                </a:lnTo>
                <a:lnTo>
                  <a:pt x="2493235" y="0"/>
                </a:lnTo>
                <a:lnTo>
                  <a:pt x="3439813" y="0"/>
                </a:lnTo>
                <a:lnTo>
                  <a:pt x="3439817" y="7"/>
                </a:lnTo>
                <a:lnTo>
                  <a:pt x="3445055" y="7"/>
                </a:lnTo>
                <a:lnTo>
                  <a:pt x="3445055" y="10483"/>
                </a:lnTo>
                <a:lnTo>
                  <a:pt x="3798365" y="717105"/>
                </a:lnTo>
                <a:lnTo>
                  <a:pt x="3445054" y="1423726"/>
                </a:lnTo>
                <a:lnTo>
                  <a:pt x="3445054" y="1434215"/>
                </a:lnTo>
                <a:lnTo>
                  <a:pt x="353310" y="1434215"/>
                </a:lnTo>
                <a:lnTo>
                  <a:pt x="353310" y="1423726"/>
                </a:lnTo>
                <a:close/>
              </a:path>
            </a:pathLst>
          </a:custGeom>
          <a:solidFill>
            <a:schemeClr val="accent1">
              <a:lumMod val="50000"/>
              <a:alpha val="79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矩形 11"/>
          <p:cNvSpPr/>
          <p:nvPr/>
        </p:nvSpPr>
        <p:spPr>
          <a:xfrm>
            <a:off x="610784" y="755821"/>
            <a:ext cx="517962" cy="45719"/>
          </a:xfrm>
          <a:prstGeom prst="rect">
            <a:avLst/>
          </a:prstGeom>
          <a:gradFill>
            <a:gsLst>
              <a:gs pos="50000">
                <a:schemeClr val="accent1">
                  <a:lumMod val="75000"/>
                  <a:alpha val="29000"/>
                </a:schemeClr>
              </a:gs>
              <a:gs pos="0">
                <a:schemeClr val="accent1">
                  <a:lumMod val="50000"/>
                  <a:alpha val="63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21" name="文本框 20"/>
          <p:cNvSpPr txBox="1"/>
          <p:nvPr/>
        </p:nvSpPr>
        <p:spPr>
          <a:xfrm>
            <a:off x="534670" y="380365"/>
            <a:ext cx="1605280" cy="337185"/>
          </a:xfrm>
          <a:prstGeom prst="rect">
            <a:avLst/>
          </a:prstGeom>
          <a:noFill/>
        </p:spPr>
        <p:txBody>
          <a:bodyPr wrap="square" rtlCol="0">
            <a:spAutoFit/>
          </a:bodyPr>
          <a:lstStyle/>
          <a:p>
            <a:pPr algn="dist"/>
            <a:r>
              <a:rPr lang="en-US" altLang="zh-CN" sz="1600" b="1" err="1">
                <a:solidFill>
                  <a:schemeClr val="accent1">
                    <a:lumMod val="50000"/>
                  </a:schemeClr>
                </a:solidFill>
                <a:cs typeface="+mn-ea"/>
                <a:sym typeface="+mn-lt"/>
              </a:rPr>
              <a:t>PART.03</a:t>
            </a:r>
          </a:p>
        </p:txBody>
      </p:sp>
      <p:sp>
        <p:nvSpPr>
          <p:cNvPr id="9" name="图文框 8"/>
          <p:cNvSpPr/>
          <p:nvPr/>
        </p:nvSpPr>
        <p:spPr>
          <a:xfrm>
            <a:off x="11207203" y="5963688"/>
            <a:ext cx="517962" cy="517962"/>
          </a:xfrm>
          <a:prstGeom prst="frame">
            <a:avLst>
              <a:gd name="adj1" fmla="val 5842"/>
            </a:avLst>
          </a:prstGeom>
          <a:solidFill>
            <a:schemeClr val="accent1">
              <a:lumMod val="75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03460" y="60042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05151" y="61887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sp>
        <p:nvSpPr>
          <p:cNvPr id="18" name="任意多边形: 形状 17"/>
          <p:cNvSpPr/>
          <p:nvPr/>
        </p:nvSpPr>
        <p:spPr>
          <a:xfrm rot="5400000">
            <a:off x="3918449" y="2734845"/>
            <a:ext cx="4355102" cy="1644432"/>
          </a:xfrm>
          <a:custGeom>
            <a:avLst/>
            <a:gdLst>
              <a:gd name="connsiteX0" fmla="*/ 0 w 3798365"/>
              <a:gd name="connsiteY0" fmla="*/ 717105 h 1434215"/>
              <a:gd name="connsiteX1" fmla="*/ 353310 w 3798365"/>
              <a:gd name="connsiteY1" fmla="*/ 10483 h 1434215"/>
              <a:gd name="connsiteX2" fmla="*/ 353310 w 3798365"/>
              <a:gd name="connsiteY2" fmla="*/ 7 h 1434215"/>
              <a:gd name="connsiteX3" fmla="*/ 358549 w 3798365"/>
              <a:gd name="connsiteY3" fmla="*/ 7 h 1434215"/>
              <a:gd name="connsiteX4" fmla="*/ 358552 w 3798365"/>
              <a:gd name="connsiteY4" fmla="*/ 0 h 1434215"/>
              <a:gd name="connsiteX5" fmla="*/ 1305130 w 3798365"/>
              <a:gd name="connsiteY5" fmla="*/ 0 h 1434215"/>
              <a:gd name="connsiteX6" fmla="*/ 1305133 w 3798365"/>
              <a:gd name="connsiteY6" fmla="*/ 7 h 1434215"/>
              <a:gd name="connsiteX7" fmla="*/ 2493232 w 3798365"/>
              <a:gd name="connsiteY7" fmla="*/ 7 h 1434215"/>
              <a:gd name="connsiteX8" fmla="*/ 2493235 w 3798365"/>
              <a:gd name="connsiteY8" fmla="*/ 0 h 1434215"/>
              <a:gd name="connsiteX9" fmla="*/ 3439813 w 3798365"/>
              <a:gd name="connsiteY9" fmla="*/ 0 h 1434215"/>
              <a:gd name="connsiteX10" fmla="*/ 3439817 w 3798365"/>
              <a:gd name="connsiteY10" fmla="*/ 7 h 1434215"/>
              <a:gd name="connsiteX11" fmla="*/ 3445055 w 3798365"/>
              <a:gd name="connsiteY11" fmla="*/ 7 h 1434215"/>
              <a:gd name="connsiteX12" fmla="*/ 3445055 w 3798365"/>
              <a:gd name="connsiteY12" fmla="*/ 10483 h 1434215"/>
              <a:gd name="connsiteX13" fmla="*/ 3798365 w 3798365"/>
              <a:gd name="connsiteY13" fmla="*/ 717105 h 1434215"/>
              <a:gd name="connsiteX14" fmla="*/ 3445054 w 3798365"/>
              <a:gd name="connsiteY14" fmla="*/ 1423726 h 1434215"/>
              <a:gd name="connsiteX15" fmla="*/ 3445054 w 3798365"/>
              <a:gd name="connsiteY15" fmla="*/ 1434215 h 1434215"/>
              <a:gd name="connsiteX16" fmla="*/ 353310 w 3798365"/>
              <a:gd name="connsiteY16" fmla="*/ 1434215 h 1434215"/>
              <a:gd name="connsiteX17" fmla="*/ 353310 w 3798365"/>
              <a:gd name="connsiteY17" fmla="*/ 1423726 h 14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98365" h="1434215">
                <a:moveTo>
                  <a:pt x="0" y="717105"/>
                </a:moveTo>
                <a:lnTo>
                  <a:pt x="353310" y="10483"/>
                </a:lnTo>
                <a:lnTo>
                  <a:pt x="353310" y="7"/>
                </a:lnTo>
                <a:lnTo>
                  <a:pt x="358549" y="7"/>
                </a:lnTo>
                <a:lnTo>
                  <a:pt x="358552" y="0"/>
                </a:lnTo>
                <a:lnTo>
                  <a:pt x="1305130" y="0"/>
                </a:lnTo>
                <a:lnTo>
                  <a:pt x="1305133" y="7"/>
                </a:lnTo>
                <a:lnTo>
                  <a:pt x="2493232" y="7"/>
                </a:lnTo>
                <a:lnTo>
                  <a:pt x="2493235" y="0"/>
                </a:lnTo>
                <a:lnTo>
                  <a:pt x="3439813" y="0"/>
                </a:lnTo>
                <a:lnTo>
                  <a:pt x="3439817" y="7"/>
                </a:lnTo>
                <a:lnTo>
                  <a:pt x="3445055" y="7"/>
                </a:lnTo>
                <a:lnTo>
                  <a:pt x="3445055" y="10483"/>
                </a:lnTo>
                <a:lnTo>
                  <a:pt x="3798365" y="717105"/>
                </a:lnTo>
                <a:lnTo>
                  <a:pt x="3445054" y="1423726"/>
                </a:lnTo>
                <a:lnTo>
                  <a:pt x="3445054" y="1434215"/>
                </a:lnTo>
                <a:lnTo>
                  <a:pt x="353310" y="1434215"/>
                </a:lnTo>
                <a:lnTo>
                  <a:pt x="353310" y="1423726"/>
                </a:lnTo>
                <a:close/>
              </a:path>
            </a:pathLst>
          </a:custGeom>
          <a:solidFill>
            <a:schemeClr val="accent1">
              <a:lumMod val="50000"/>
              <a:alpha val="79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六边形 3"/>
          <p:cNvSpPr/>
          <p:nvPr/>
        </p:nvSpPr>
        <p:spPr>
          <a:xfrm rot="5400000">
            <a:off x="1438090" y="1799779"/>
            <a:ext cx="1663682" cy="1434209"/>
          </a:xfrm>
          <a:prstGeom prst="hexagon">
            <a:avLst/>
          </a:prstGeom>
          <a:blipFill dpi="0" rotWithShape="1">
            <a:blip r:embed="R55b576f046224a08"/>
            <a:stretch>
              <a:fillRect b="1000"/>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六边形 4"/>
          <p:cNvSpPr/>
          <p:nvPr/>
        </p:nvSpPr>
        <p:spPr>
          <a:xfrm rot="5400000">
            <a:off x="5264158" y="1656903"/>
            <a:ext cx="1663682" cy="1434209"/>
          </a:xfrm>
          <a:prstGeom prst="hexagon">
            <a:avLst/>
          </a:prstGeom>
          <a:blipFill dpi="0" rotWithShape="1">
            <a:blip r:embed="R55b576f046224a08"/>
            <a:stretch>
              <a:fillRect b="1000"/>
            </a:stretch>
          </a:blip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六边形 5"/>
          <p:cNvSpPr/>
          <p:nvPr/>
        </p:nvSpPr>
        <p:spPr>
          <a:xfrm rot="5400000">
            <a:off x="9090223" y="1780731"/>
            <a:ext cx="1663680" cy="1434207"/>
          </a:xfrm>
          <a:prstGeom prst="hexagon">
            <a:avLst/>
          </a:prstGeom>
          <a:blipFill dpi="0" rotWithShape="1">
            <a:blip r:embed="R55b576f046224a08"/>
            <a:stretch>
              <a:fillRect b="1000"/>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六边形 12"/>
          <p:cNvSpPr/>
          <p:nvPr/>
        </p:nvSpPr>
        <p:spPr>
          <a:xfrm rot="5400000">
            <a:off x="7177192" y="1799782"/>
            <a:ext cx="1663680" cy="1434207"/>
          </a:xfrm>
          <a:prstGeom prst="hexagon">
            <a:avLst/>
          </a:prstGeom>
          <a:blipFill dpi="0" rotWithShape="1">
            <a:blip r:embed="R55b576f046224a08"/>
            <a:stretch>
              <a:fillRect b="1000"/>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六边形 13"/>
          <p:cNvSpPr/>
          <p:nvPr/>
        </p:nvSpPr>
        <p:spPr>
          <a:xfrm rot="5400000">
            <a:off x="3351124" y="1799779"/>
            <a:ext cx="1663682" cy="1434209"/>
          </a:xfrm>
          <a:prstGeom prst="hexagon">
            <a:avLst/>
          </a:prstGeom>
          <a:blipFill dpi="0" rotWithShape="1">
            <a:blip r:embed="R55b576f046224a08"/>
            <a:stretch>
              <a:fillRect b="1000"/>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文本框 18"/>
          <p:cNvSpPr txBox="1"/>
          <p:nvPr/>
        </p:nvSpPr>
        <p:spPr>
          <a:xfrm>
            <a:off x="1341120" y="3573780"/>
            <a:ext cx="1776730" cy="460375"/>
          </a:xfrm>
          <a:prstGeom prst="rect">
            <a:avLst/>
          </a:prstGeom>
          <a:noFill/>
        </p:spPr>
        <p:txBody>
          <a:bodyPr wrap="square" rtlCol="0">
            <a:spAutoFit/>
          </a:bodyPr>
          <a:lstStyle/>
          <a:p>
            <a:pPr algn="ctr"/>
            <a:r>
              <a:rPr lang="zh-CN" altLang="en-US" sz="2400">
                <a:solidFill>
                  <a:schemeClr val="bg1"/>
                </a:solidFill>
                <a:cs typeface="+mn-ea"/>
                <a:sym typeface="+mn-lt"/>
              </a:rPr>
              <a:t>添加标题</a:t>
            </a:r>
            <a:endParaRPr lang="zh-CN" altLang="en-US" sz="2400">
              <a:solidFill>
                <a:schemeClr val="bg1"/>
              </a:solidFill>
              <a:effectLst>
                <a:outerShdw blurRad="381000" algn="ctr" rotWithShape="0">
                  <a:prstClr val="black">
                    <a:alpha val="25000"/>
                  </a:prstClr>
                </a:outerShdw>
              </a:effectLst>
              <a:cs typeface="+mn-ea"/>
              <a:sym typeface="+mn-lt"/>
            </a:endParaRPr>
          </a:p>
        </p:txBody>
      </p:sp>
      <p:sp>
        <p:nvSpPr>
          <p:cNvPr id="20" name="矩形 19"/>
          <p:cNvSpPr/>
          <p:nvPr/>
        </p:nvSpPr>
        <p:spPr>
          <a:xfrm>
            <a:off x="1459822" y="3970095"/>
            <a:ext cx="1539320" cy="1474891"/>
          </a:xfrm>
          <a:prstGeom prst="rect">
            <a:avLst/>
          </a:prstGeom>
          <a:noFill/>
          <a:effectLst>
            <a:outerShdw blurRad="381000" algn="ctr" rotWithShape="0">
              <a:prstClr val="black">
                <a:alpha val="25000"/>
              </a:prstClr>
            </a:outerShdw>
          </a:effectLst>
        </p:spPr>
        <p:txBody>
          <a:bodyPr wrap="square" rtlCol="0">
            <a:spAutoFit/>
          </a:bodyPr>
          <a:lstStyle/>
          <a:p>
            <a:pPr algn="ctr">
              <a:lnSpc>
                <a:spcPct val="130000"/>
              </a:lnSpc>
            </a:pPr>
            <a:r>
              <a:rPr lang="en-US" altLang="zh-CN" sz="1000">
                <a:solidFill>
                  <a:schemeClr val="bg1"/>
                </a:solidFill>
                <a:effectLst/>
                <a:cs typeface="+mn-ea"/>
                <a:sym typeface="+mn-lt"/>
              </a:rPr>
              <a:t>R</a:t>
            </a:r>
            <a:r>
              <a:rPr lang="zh-CN" altLang="en-US" sz="1000">
                <a:solidFill>
                  <a:schemeClr val="bg1"/>
                </a:solidFill>
                <a:effectLst/>
                <a:cs typeface="+mn-ea"/>
                <a:sym typeface="+mn-lt"/>
              </a:rPr>
              <a:t>em ipsum dolor sit amet, consectetur adipiscing elit, sed do eiusmod tempor incididunt ut labore et dolore magna aliqua. mama</a:t>
            </a:r>
          </a:p>
        </p:txBody>
      </p:sp>
      <p:sp>
        <p:nvSpPr>
          <p:cNvPr id="2" name="文本框 1"/>
          <p:cNvSpPr txBox="1"/>
          <p:nvPr/>
        </p:nvSpPr>
        <p:spPr>
          <a:xfrm>
            <a:off x="3364865" y="3559810"/>
            <a:ext cx="1568450" cy="460375"/>
          </a:xfrm>
          <a:prstGeom prst="rect">
            <a:avLst/>
          </a:prstGeom>
          <a:noFill/>
        </p:spPr>
        <p:txBody>
          <a:bodyPr wrap="square" rtlCol="0">
            <a:spAutoFit/>
          </a:bodyPr>
          <a:lstStyle/>
          <a:p>
            <a:pPr algn="ctr"/>
            <a:r>
              <a:rPr lang="zh-CN" altLang="en-US" sz="2400">
                <a:solidFill>
                  <a:schemeClr val="tx1">
                    <a:lumMod val="65000"/>
                    <a:lumOff val="35000"/>
                  </a:schemeClr>
                </a:solidFill>
                <a:cs typeface="+mn-ea"/>
                <a:sym typeface="+mn-lt"/>
              </a:rPr>
              <a:t>添加标题</a:t>
            </a:r>
            <a:endParaRPr lang="zh-CN" altLang="en-US" sz="2400">
              <a:effectLst>
                <a:outerShdw blurRad="381000" algn="ctr" rotWithShape="0">
                  <a:prstClr val="black">
                    <a:alpha val="25000"/>
                  </a:prstClr>
                </a:outerShdw>
              </a:effectLst>
              <a:cs typeface="+mn-ea"/>
              <a:sym typeface="+mn-lt"/>
            </a:endParaRPr>
          </a:p>
        </p:txBody>
      </p:sp>
      <p:sp>
        <p:nvSpPr>
          <p:cNvPr id="22" name="矩形 21"/>
          <p:cNvSpPr/>
          <p:nvPr/>
        </p:nvSpPr>
        <p:spPr>
          <a:xfrm>
            <a:off x="3360750" y="3957395"/>
            <a:ext cx="1539320" cy="1474891"/>
          </a:xfrm>
          <a:prstGeom prst="rect">
            <a:avLst/>
          </a:prstGeom>
          <a:noFill/>
          <a:effectLst>
            <a:outerShdw blurRad="381000" algn="ctr" rotWithShape="0">
              <a:prstClr val="black">
                <a:alpha val="25000"/>
              </a:prstClr>
            </a:outerShdw>
          </a:effectLst>
        </p:spPr>
        <p:txBody>
          <a:bodyPr wrap="square" rtlCol="0">
            <a:spAutoFit/>
          </a:bodyPr>
          <a:lstStyle/>
          <a:p>
            <a:pPr algn="ctr">
              <a:lnSpc>
                <a:spcPct val="130000"/>
              </a:lnSpc>
            </a:pPr>
            <a:r>
              <a:rPr lang="en-US" altLang="zh-CN" sz="1000">
                <a:solidFill>
                  <a:schemeClr val="tx2"/>
                </a:solidFill>
                <a:effectLst/>
                <a:cs typeface="+mn-ea"/>
                <a:sym typeface="+mn-lt"/>
              </a:rPr>
              <a:t>R</a:t>
            </a:r>
            <a:r>
              <a:rPr lang="zh-CN" altLang="en-US" sz="1000">
                <a:solidFill>
                  <a:schemeClr val="tx2"/>
                </a:solidFill>
                <a:effectLst/>
                <a:cs typeface="+mn-ea"/>
                <a:sym typeface="+mn-lt"/>
              </a:rPr>
              <a:t>em ipsum dolor sit amet, consectetur adipiscing elit, sed do eiusmod tempor incididunt ut labore et dolore magna aliqua. mama</a:t>
            </a:r>
          </a:p>
        </p:txBody>
      </p:sp>
      <p:sp>
        <p:nvSpPr>
          <p:cNvPr id="23" name="文本框 22"/>
          <p:cNvSpPr txBox="1"/>
          <p:nvPr/>
        </p:nvSpPr>
        <p:spPr>
          <a:xfrm>
            <a:off x="5419344" y="3403471"/>
            <a:ext cx="1353312" cy="461665"/>
          </a:xfrm>
          <a:prstGeom prst="rect">
            <a:avLst/>
          </a:prstGeom>
          <a:noFill/>
        </p:spPr>
        <p:txBody>
          <a:bodyPr wrap="square" rtlCol="0">
            <a:spAutoFit/>
          </a:bodyPr>
          <a:lstStyle/>
          <a:p>
            <a:pPr algn="ctr"/>
            <a:r>
              <a:rPr lang="en-US" altLang="zh-CN" sz="2400">
                <a:solidFill>
                  <a:schemeClr val="bg1"/>
                </a:solidFill>
                <a:effectLst>
                  <a:outerShdw blurRad="381000" algn="ctr" rotWithShape="0">
                    <a:prstClr val="black">
                      <a:alpha val="25000"/>
                    </a:prstClr>
                  </a:outerShdw>
                </a:effectLst>
                <a:cs typeface="+mn-ea"/>
                <a:sym typeface="+mn-lt"/>
              </a:rPr>
              <a:t>PETER</a:t>
            </a:r>
            <a:endParaRPr lang="zh-CN" altLang="en-US" sz="2400">
              <a:solidFill>
                <a:schemeClr val="bg1"/>
              </a:solidFill>
              <a:effectLst>
                <a:outerShdw blurRad="381000" algn="ctr" rotWithShape="0">
                  <a:prstClr val="black">
                    <a:alpha val="25000"/>
                  </a:prstClr>
                </a:outerShdw>
              </a:effectLst>
              <a:cs typeface="+mn-ea"/>
              <a:sym typeface="+mn-lt"/>
            </a:endParaRPr>
          </a:p>
        </p:txBody>
      </p:sp>
      <p:sp>
        <p:nvSpPr>
          <p:cNvPr id="25" name="矩形 24"/>
          <p:cNvSpPr/>
          <p:nvPr/>
        </p:nvSpPr>
        <p:spPr>
          <a:xfrm>
            <a:off x="5326339" y="3801128"/>
            <a:ext cx="1539320" cy="1474891"/>
          </a:xfrm>
          <a:prstGeom prst="rect">
            <a:avLst/>
          </a:prstGeom>
          <a:noFill/>
          <a:effectLst>
            <a:outerShdw blurRad="381000" algn="ctr" rotWithShape="0">
              <a:prstClr val="black">
                <a:alpha val="25000"/>
              </a:prstClr>
            </a:outerShdw>
          </a:effectLst>
        </p:spPr>
        <p:txBody>
          <a:bodyPr wrap="square" rtlCol="0">
            <a:spAutoFit/>
          </a:bodyPr>
          <a:lstStyle/>
          <a:p>
            <a:pPr algn="ctr">
              <a:lnSpc>
                <a:spcPct val="130000"/>
              </a:lnSpc>
            </a:pPr>
            <a:r>
              <a:rPr lang="en-US" altLang="zh-CN" sz="1000">
                <a:solidFill>
                  <a:schemeClr val="bg1"/>
                </a:solidFill>
                <a:effectLst>
                  <a:outerShdw blurRad="381000" algn="ctr" rotWithShape="0">
                    <a:prstClr val="black">
                      <a:alpha val="25000"/>
                    </a:prstClr>
                  </a:outerShdw>
                </a:effectLst>
                <a:cs typeface="+mn-ea"/>
                <a:sym typeface="+mn-lt"/>
              </a:rPr>
              <a:t>R</a:t>
            </a:r>
            <a:r>
              <a:rPr lang="zh-CN" altLang="en-US" sz="1000">
                <a:solidFill>
                  <a:schemeClr val="bg1"/>
                </a:solidFill>
                <a:effectLst>
                  <a:outerShdw blurRad="381000" algn="ctr" rotWithShape="0">
                    <a:prstClr val="black">
                      <a:alpha val="25000"/>
                    </a:prstClr>
                  </a:outerShdw>
                </a:effectLst>
                <a:cs typeface="+mn-ea"/>
                <a:sym typeface="+mn-lt"/>
              </a:rPr>
              <a:t>em ipsum dolor sit amet, consectetur adipiscing elit, sed do eiusmod tempor incididunt ut labore et dolore magna aliqua. mama</a:t>
            </a:r>
          </a:p>
        </p:txBody>
      </p:sp>
      <p:sp>
        <p:nvSpPr>
          <p:cNvPr id="26" name="文本框 25"/>
          <p:cNvSpPr txBox="1"/>
          <p:nvPr/>
        </p:nvSpPr>
        <p:spPr>
          <a:xfrm>
            <a:off x="7261860" y="3559810"/>
            <a:ext cx="1568450" cy="460375"/>
          </a:xfrm>
          <a:prstGeom prst="rect">
            <a:avLst/>
          </a:prstGeom>
          <a:noFill/>
        </p:spPr>
        <p:txBody>
          <a:bodyPr wrap="square" rtlCol="0">
            <a:spAutoFit/>
          </a:bodyPr>
          <a:lstStyle/>
          <a:p>
            <a:pPr algn="ctr"/>
            <a:r>
              <a:rPr lang="zh-CN" altLang="en-US" sz="2400">
                <a:solidFill>
                  <a:schemeClr val="tx1">
                    <a:lumMod val="65000"/>
                    <a:lumOff val="35000"/>
                  </a:schemeClr>
                </a:solidFill>
                <a:cs typeface="+mn-ea"/>
                <a:sym typeface="+mn-lt"/>
              </a:rPr>
              <a:t>添加标题</a:t>
            </a:r>
            <a:endParaRPr lang="zh-CN" altLang="en-US" sz="2400">
              <a:effectLst>
                <a:outerShdw blurRad="381000" algn="ctr" rotWithShape="0">
                  <a:prstClr val="black">
                    <a:alpha val="25000"/>
                  </a:prstClr>
                </a:outerShdw>
              </a:effectLst>
              <a:cs typeface="+mn-ea"/>
              <a:sym typeface="+mn-lt"/>
            </a:endParaRPr>
          </a:p>
        </p:txBody>
      </p:sp>
      <p:sp>
        <p:nvSpPr>
          <p:cNvPr id="27" name="矩形 26"/>
          <p:cNvSpPr/>
          <p:nvPr/>
        </p:nvSpPr>
        <p:spPr>
          <a:xfrm>
            <a:off x="7257566" y="3957395"/>
            <a:ext cx="1539320" cy="1474891"/>
          </a:xfrm>
          <a:prstGeom prst="rect">
            <a:avLst/>
          </a:prstGeom>
          <a:noFill/>
          <a:effectLst>
            <a:outerShdw blurRad="381000" algn="ctr" rotWithShape="0">
              <a:prstClr val="black">
                <a:alpha val="25000"/>
              </a:prstClr>
            </a:outerShdw>
          </a:effectLst>
        </p:spPr>
        <p:txBody>
          <a:bodyPr wrap="square" rtlCol="0">
            <a:spAutoFit/>
          </a:bodyPr>
          <a:lstStyle/>
          <a:p>
            <a:pPr algn="ctr">
              <a:lnSpc>
                <a:spcPct val="130000"/>
              </a:lnSpc>
            </a:pPr>
            <a:r>
              <a:rPr lang="en-US" altLang="zh-CN" sz="1000">
                <a:solidFill>
                  <a:schemeClr val="tx2"/>
                </a:solidFill>
                <a:effectLst/>
                <a:cs typeface="+mn-ea"/>
                <a:sym typeface="+mn-lt"/>
              </a:rPr>
              <a:t>R</a:t>
            </a:r>
            <a:r>
              <a:rPr lang="zh-CN" altLang="en-US" sz="1000">
                <a:solidFill>
                  <a:schemeClr val="tx2"/>
                </a:solidFill>
                <a:effectLst/>
                <a:cs typeface="+mn-ea"/>
                <a:sym typeface="+mn-lt"/>
              </a:rPr>
              <a:t>em ipsum dolor sit amet, consectetur adipiscing elit, sed do eiusmod tempor incididunt ut labore et dolore magna aliqua. mama</a:t>
            </a:r>
          </a:p>
        </p:txBody>
      </p:sp>
      <p:sp>
        <p:nvSpPr>
          <p:cNvPr id="28" name="文本框 27"/>
          <p:cNvSpPr txBox="1"/>
          <p:nvPr/>
        </p:nvSpPr>
        <p:spPr>
          <a:xfrm>
            <a:off x="9162415" y="3559810"/>
            <a:ext cx="1568450" cy="460375"/>
          </a:xfrm>
          <a:prstGeom prst="rect">
            <a:avLst/>
          </a:prstGeom>
          <a:noFill/>
        </p:spPr>
        <p:txBody>
          <a:bodyPr wrap="square" rtlCol="0">
            <a:spAutoFit/>
          </a:bodyPr>
          <a:lstStyle/>
          <a:p>
            <a:pPr algn="ctr"/>
            <a:r>
              <a:rPr lang="zh-CN" altLang="en-US" sz="2400">
                <a:solidFill>
                  <a:schemeClr val="bg1"/>
                </a:solidFill>
                <a:cs typeface="+mn-ea"/>
                <a:sym typeface="+mn-lt"/>
              </a:rPr>
              <a:t>添加标题</a:t>
            </a:r>
            <a:endParaRPr lang="zh-CN" altLang="en-US" sz="2400">
              <a:solidFill>
                <a:schemeClr val="bg1"/>
              </a:solidFill>
              <a:effectLst>
                <a:outerShdw blurRad="381000" algn="ctr" rotWithShape="0">
                  <a:prstClr val="black">
                    <a:alpha val="25000"/>
                  </a:prstClr>
                </a:outerShdw>
              </a:effectLst>
              <a:cs typeface="+mn-ea"/>
              <a:sym typeface="+mn-lt"/>
            </a:endParaRPr>
          </a:p>
        </p:txBody>
      </p:sp>
      <p:sp>
        <p:nvSpPr>
          <p:cNvPr id="29" name="矩形 28"/>
          <p:cNvSpPr/>
          <p:nvPr/>
        </p:nvSpPr>
        <p:spPr>
          <a:xfrm>
            <a:off x="9158494" y="3957395"/>
            <a:ext cx="1539320" cy="1474891"/>
          </a:xfrm>
          <a:prstGeom prst="rect">
            <a:avLst/>
          </a:prstGeom>
          <a:noFill/>
          <a:effectLst>
            <a:outerShdw blurRad="381000" algn="ctr" rotWithShape="0">
              <a:prstClr val="black">
                <a:alpha val="25000"/>
              </a:prstClr>
            </a:outerShdw>
          </a:effectLst>
        </p:spPr>
        <p:txBody>
          <a:bodyPr wrap="square" rtlCol="0">
            <a:spAutoFit/>
          </a:bodyPr>
          <a:lstStyle/>
          <a:p>
            <a:pPr algn="ctr">
              <a:lnSpc>
                <a:spcPct val="130000"/>
              </a:lnSpc>
            </a:pPr>
            <a:r>
              <a:rPr lang="en-US" altLang="zh-CN" sz="1000">
                <a:solidFill>
                  <a:schemeClr val="bg1"/>
                </a:solidFill>
                <a:effectLst/>
                <a:cs typeface="+mn-ea"/>
                <a:sym typeface="+mn-lt"/>
              </a:rPr>
              <a:t>R</a:t>
            </a:r>
            <a:r>
              <a:rPr lang="zh-CN" altLang="en-US" sz="1000">
                <a:solidFill>
                  <a:schemeClr val="bg1"/>
                </a:solidFill>
                <a:effectLst/>
                <a:cs typeface="+mn-ea"/>
                <a:sym typeface="+mn-lt"/>
              </a:rPr>
              <a:t>em ipsum dolor sit amet, consectetur adipiscing elit, sed do eiusmod tempor incididunt ut labore et dolore magna aliqua. mama</a:t>
            </a:r>
          </a:p>
        </p:txBody>
      </p:sp>
    </p:spTree>
    <p:custDataLst>
      <p:tags r:id="R6d6072701b554c48"/>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1000"/>
                                        <p:tgtEl>
                                          <p:spTgt spid="19"/>
                                        </p:tgtEl>
                                      </p:cBhvr>
                                    </p:animEffect>
                                    <p:anim calcmode="lin" valueType="num">
                                      <p:cBhvr>
                                        <p:cTn id="18" dur="1000" fill="hold"/>
                                        <p:tgtEl>
                                          <p:spTgt spid="19"/>
                                        </p:tgtEl>
                                        <p:attrNameLst>
                                          <p:attrName>ppt_x</p:attrName>
                                        </p:attrNameLst>
                                      </p:cBhvr>
                                      <p:tavLst>
                                        <p:tav tm="0">
                                          <p:val>
                                            <p:strVal val="#ppt_x"/>
                                          </p:val>
                                        </p:tav>
                                        <p:tav tm="100000">
                                          <p:val>
                                            <p:strVal val="#ppt_x"/>
                                          </p:val>
                                        </p:tav>
                                      </p:tavLst>
                                    </p:anim>
                                    <p:anim calcmode="lin" valueType="num">
                                      <p:cBhvr>
                                        <p:cTn id="19" dur="1000" fill="hold"/>
                                        <p:tgtEl>
                                          <p:spTgt spid="1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1000"/>
                                        <p:tgtEl>
                                          <p:spTgt spid="20"/>
                                        </p:tgtEl>
                                      </p:cBhvr>
                                    </p:animEffect>
                                    <p:anim calcmode="lin" valueType="num">
                                      <p:cBhvr>
                                        <p:cTn id="23" dur="1000" fill="hold"/>
                                        <p:tgtEl>
                                          <p:spTgt spid="20"/>
                                        </p:tgtEl>
                                        <p:attrNameLst>
                                          <p:attrName>ppt_x</p:attrName>
                                        </p:attrNameLst>
                                      </p:cBhvr>
                                      <p:tavLst>
                                        <p:tav tm="0">
                                          <p:val>
                                            <p:strVal val="#ppt_x"/>
                                          </p:val>
                                        </p:tav>
                                        <p:tav tm="100000">
                                          <p:val>
                                            <p:strVal val="#ppt_x"/>
                                          </p:val>
                                        </p:tav>
                                      </p:tavLst>
                                    </p:anim>
                                    <p:anim calcmode="lin" valueType="num">
                                      <p:cBhvr>
                                        <p:cTn id="24" dur="1000" fill="hold"/>
                                        <p:tgtEl>
                                          <p:spTgt spid="20"/>
                                        </p:tgtEl>
                                        <p:attrNameLst>
                                          <p:attrName>ppt_y</p:attrName>
                                        </p:attrNameLst>
                                      </p:cBhvr>
                                      <p:tavLst>
                                        <p:tav tm="0">
                                          <p:val>
                                            <p:strVal val="#ppt_y+.1"/>
                                          </p:val>
                                        </p:tav>
                                        <p:tav tm="100000">
                                          <p:val>
                                            <p:strVal val="#ppt_y"/>
                                          </p:val>
                                        </p:tav>
                                      </p:tavLst>
                                    </p:anim>
                                  </p:childTnLst>
                                </p:cTn>
                              </p:par>
                            </p:childTnLst>
                          </p:cTn>
                        </p:par>
                        <p:par>
                          <p:cTn id="25" fill="hold" nodeType="afterGroup">
                            <p:stCondLst>
                              <p:cond delay="1000"/>
                            </p:stCondLst>
                            <p:childTnLst>
                              <p:par>
                                <p:cTn id="26" presetID="16" presetClass="entr" presetSubtype="21"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barn(inVertical)">
                                      <p:cBhvr>
                                        <p:cTn id="28" dur="500"/>
                                        <p:tgtEl>
                                          <p:spTgt spid="14"/>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arn(inVertical)">
                                      <p:cBhvr>
                                        <p:cTn id="31" dur="500"/>
                                        <p:tgtEl>
                                          <p:spTgt spid="2"/>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barn(inVertical)">
                                      <p:cBhvr>
                                        <p:cTn id="34" dur="500"/>
                                        <p:tgtEl>
                                          <p:spTgt spid="22"/>
                                        </p:tgtEl>
                                      </p:cBhvr>
                                    </p:animEffect>
                                  </p:childTnLst>
                                </p:cTn>
                              </p:par>
                            </p:childTnLst>
                          </p:cTn>
                        </p:par>
                        <p:par>
                          <p:cTn id="35" fill="hold" nodeType="afterGroup">
                            <p:stCondLst>
                              <p:cond delay="1500"/>
                            </p:stCondLst>
                            <p:childTnLst>
                              <p:par>
                                <p:cTn id="36" presetID="47" presetClass="entr" presetSubtype="0" fill="hold" grpId="0" nodeType="after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1000"/>
                                        <p:tgtEl>
                                          <p:spTgt spid="18"/>
                                        </p:tgtEl>
                                      </p:cBhvr>
                                    </p:animEffect>
                                    <p:anim calcmode="lin" valueType="num">
                                      <p:cBhvr>
                                        <p:cTn id="39" dur="1000" fill="hold"/>
                                        <p:tgtEl>
                                          <p:spTgt spid="18"/>
                                        </p:tgtEl>
                                        <p:attrNameLst>
                                          <p:attrName>ppt_x</p:attrName>
                                        </p:attrNameLst>
                                      </p:cBhvr>
                                      <p:tavLst>
                                        <p:tav tm="0">
                                          <p:val>
                                            <p:strVal val="#ppt_x"/>
                                          </p:val>
                                        </p:tav>
                                        <p:tav tm="100000">
                                          <p:val>
                                            <p:strVal val="#ppt_x"/>
                                          </p:val>
                                        </p:tav>
                                      </p:tavLst>
                                    </p:anim>
                                    <p:anim calcmode="lin" valueType="num">
                                      <p:cBhvr>
                                        <p:cTn id="40" dur="1000" fill="hold"/>
                                        <p:tgtEl>
                                          <p:spTgt spid="18"/>
                                        </p:tgtEl>
                                        <p:attrNameLst>
                                          <p:attrName>ppt_y</p:attrName>
                                        </p:attrNameLst>
                                      </p:cBhvr>
                                      <p:tavLst>
                                        <p:tav tm="0">
                                          <p:val>
                                            <p:strVal val="#ppt_y-.1"/>
                                          </p:val>
                                        </p:tav>
                                        <p:tav tm="100000">
                                          <p:val>
                                            <p:strVal val="#ppt_y"/>
                                          </p:val>
                                        </p:tav>
                                      </p:tavLst>
                                    </p:anim>
                                  </p:childTnLst>
                                </p:cTn>
                              </p:par>
                              <p:par>
                                <p:cTn id="41" presetID="47" presetClass="entr" presetSubtype="0"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1000"/>
                                        <p:tgtEl>
                                          <p:spTgt spid="5"/>
                                        </p:tgtEl>
                                      </p:cBhvr>
                                    </p:animEffect>
                                    <p:anim calcmode="lin" valueType="num">
                                      <p:cBhvr>
                                        <p:cTn id="44" dur="1000" fill="hold"/>
                                        <p:tgtEl>
                                          <p:spTgt spid="5"/>
                                        </p:tgtEl>
                                        <p:attrNameLst>
                                          <p:attrName>ppt_x</p:attrName>
                                        </p:attrNameLst>
                                      </p:cBhvr>
                                      <p:tavLst>
                                        <p:tav tm="0">
                                          <p:val>
                                            <p:strVal val="#ppt_x"/>
                                          </p:val>
                                        </p:tav>
                                        <p:tav tm="100000">
                                          <p:val>
                                            <p:strVal val="#ppt_x"/>
                                          </p:val>
                                        </p:tav>
                                      </p:tavLst>
                                    </p:anim>
                                    <p:anim calcmode="lin" valueType="num">
                                      <p:cBhvr>
                                        <p:cTn id="45" dur="1000" fill="hold"/>
                                        <p:tgtEl>
                                          <p:spTgt spid="5"/>
                                        </p:tgtEl>
                                        <p:attrNameLst>
                                          <p:attrName>ppt_y</p:attrName>
                                        </p:attrNameLst>
                                      </p:cBhvr>
                                      <p:tavLst>
                                        <p:tav tm="0">
                                          <p:val>
                                            <p:strVal val="#ppt_y-.1"/>
                                          </p:val>
                                        </p:tav>
                                        <p:tav tm="100000">
                                          <p:val>
                                            <p:strVal val="#ppt_y"/>
                                          </p:val>
                                        </p:tav>
                                      </p:tavLst>
                                    </p:anim>
                                  </p:childTnLst>
                                </p:cTn>
                              </p:par>
                              <p:par>
                                <p:cTn id="46" presetID="47"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1000"/>
                                        <p:tgtEl>
                                          <p:spTgt spid="23"/>
                                        </p:tgtEl>
                                      </p:cBhvr>
                                    </p:animEffect>
                                    <p:anim calcmode="lin" valueType="num">
                                      <p:cBhvr>
                                        <p:cTn id="49" dur="1000" fill="hold"/>
                                        <p:tgtEl>
                                          <p:spTgt spid="23"/>
                                        </p:tgtEl>
                                        <p:attrNameLst>
                                          <p:attrName>ppt_x</p:attrName>
                                        </p:attrNameLst>
                                      </p:cBhvr>
                                      <p:tavLst>
                                        <p:tav tm="0">
                                          <p:val>
                                            <p:strVal val="#ppt_x"/>
                                          </p:val>
                                        </p:tav>
                                        <p:tav tm="100000">
                                          <p:val>
                                            <p:strVal val="#ppt_x"/>
                                          </p:val>
                                        </p:tav>
                                      </p:tavLst>
                                    </p:anim>
                                    <p:anim calcmode="lin" valueType="num">
                                      <p:cBhvr>
                                        <p:cTn id="50" dur="1000" fill="hold"/>
                                        <p:tgtEl>
                                          <p:spTgt spid="23"/>
                                        </p:tgtEl>
                                        <p:attrNameLst>
                                          <p:attrName>ppt_y</p:attrName>
                                        </p:attrNameLst>
                                      </p:cBhvr>
                                      <p:tavLst>
                                        <p:tav tm="0">
                                          <p:val>
                                            <p:strVal val="#ppt_y-.1"/>
                                          </p:val>
                                        </p:tav>
                                        <p:tav tm="100000">
                                          <p:val>
                                            <p:strVal val="#ppt_y"/>
                                          </p:val>
                                        </p:tav>
                                      </p:tavLst>
                                    </p:anim>
                                  </p:childTnLst>
                                </p:cTn>
                              </p:par>
                              <p:par>
                                <p:cTn id="51" presetID="47"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1000"/>
                                        <p:tgtEl>
                                          <p:spTgt spid="25"/>
                                        </p:tgtEl>
                                      </p:cBhvr>
                                    </p:animEffect>
                                    <p:anim calcmode="lin" valueType="num">
                                      <p:cBhvr>
                                        <p:cTn id="54" dur="1000" fill="hold"/>
                                        <p:tgtEl>
                                          <p:spTgt spid="25"/>
                                        </p:tgtEl>
                                        <p:attrNameLst>
                                          <p:attrName>ppt_x</p:attrName>
                                        </p:attrNameLst>
                                      </p:cBhvr>
                                      <p:tavLst>
                                        <p:tav tm="0">
                                          <p:val>
                                            <p:strVal val="#ppt_x"/>
                                          </p:val>
                                        </p:tav>
                                        <p:tav tm="100000">
                                          <p:val>
                                            <p:strVal val="#ppt_x"/>
                                          </p:val>
                                        </p:tav>
                                      </p:tavLst>
                                    </p:anim>
                                    <p:anim calcmode="lin" valueType="num">
                                      <p:cBhvr>
                                        <p:cTn id="55" dur="1000" fill="hold"/>
                                        <p:tgtEl>
                                          <p:spTgt spid="25"/>
                                        </p:tgtEl>
                                        <p:attrNameLst>
                                          <p:attrName>ppt_y</p:attrName>
                                        </p:attrNameLst>
                                      </p:cBhvr>
                                      <p:tavLst>
                                        <p:tav tm="0">
                                          <p:val>
                                            <p:strVal val="#ppt_y-.1"/>
                                          </p:val>
                                        </p:tav>
                                        <p:tav tm="100000">
                                          <p:val>
                                            <p:strVal val="#ppt_y"/>
                                          </p:val>
                                        </p:tav>
                                      </p:tavLst>
                                    </p:anim>
                                  </p:childTnLst>
                                </p:cTn>
                              </p:par>
                            </p:childTnLst>
                          </p:cTn>
                        </p:par>
                        <p:par>
                          <p:cTn id="56" fill="hold" nodeType="afterGroup">
                            <p:stCondLst>
                              <p:cond delay="2500"/>
                            </p:stCondLst>
                            <p:childTnLst>
                              <p:par>
                                <p:cTn id="57" presetID="16" presetClass="entr" presetSubtype="21" fill="hold" grpId="0" nodeType="after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barn(inVertical)">
                                      <p:cBhvr>
                                        <p:cTn id="59" dur="500"/>
                                        <p:tgtEl>
                                          <p:spTgt spid="13"/>
                                        </p:tgtEl>
                                      </p:cBhvr>
                                    </p:animEffect>
                                  </p:childTnLst>
                                </p:cTn>
                              </p:par>
                              <p:par>
                                <p:cTn id="60" presetID="16" presetClass="entr" presetSubtype="21"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barn(inVertical)">
                                      <p:cBhvr>
                                        <p:cTn id="62" dur="500"/>
                                        <p:tgtEl>
                                          <p:spTgt spid="26"/>
                                        </p:tgtEl>
                                      </p:cBhvr>
                                    </p:animEffect>
                                  </p:childTnLst>
                                </p:cTn>
                              </p:par>
                              <p:par>
                                <p:cTn id="63" presetID="16" presetClass="entr" presetSubtype="21"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barn(inVertical)">
                                      <p:cBhvr>
                                        <p:cTn id="65" dur="500"/>
                                        <p:tgtEl>
                                          <p:spTgt spid="27"/>
                                        </p:tgtEl>
                                      </p:cBhvr>
                                    </p:animEffect>
                                  </p:childTnLst>
                                </p:cTn>
                              </p:par>
                            </p:childTnLst>
                          </p:cTn>
                        </p:par>
                        <p:par>
                          <p:cTn id="66" fill="hold" nodeType="afterGroup">
                            <p:stCondLst>
                              <p:cond delay="3000"/>
                            </p:stCondLst>
                            <p:childTnLst>
                              <p:par>
                                <p:cTn id="67" presetID="47" presetClass="entr" presetSubtype="0" fill="hold" grpId="0" nodeType="afterEffect">
                                  <p:stCondLst>
                                    <p:cond delay="0"/>
                                  </p:stCondLst>
                                  <p:childTnLst>
                                    <p:set>
                                      <p:cBhvr>
                                        <p:cTn id="68" dur="1" fill="hold">
                                          <p:stCondLst>
                                            <p:cond delay="0"/>
                                          </p:stCondLst>
                                        </p:cTn>
                                        <p:tgtEl>
                                          <p:spTgt spid="8"/>
                                        </p:tgtEl>
                                        <p:attrNameLst>
                                          <p:attrName>style.visibility</p:attrName>
                                        </p:attrNameLst>
                                      </p:cBhvr>
                                      <p:to>
                                        <p:strVal val="visible"/>
                                      </p:to>
                                    </p:set>
                                    <p:animEffect transition="in" filter="fade">
                                      <p:cBhvr>
                                        <p:cTn id="69" dur="1000"/>
                                        <p:tgtEl>
                                          <p:spTgt spid="8"/>
                                        </p:tgtEl>
                                      </p:cBhvr>
                                    </p:animEffect>
                                    <p:anim calcmode="lin" valueType="num">
                                      <p:cBhvr>
                                        <p:cTn id="70" dur="1000" fill="hold"/>
                                        <p:tgtEl>
                                          <p:spTgt spid="8"/>
                                        </p:tgtEl>
                                        <p:attrNameLst>
                                          <p:attrName>ppt_x</p:attrName>
                                        </p:attrNameLst>
                                      </p:cBhvr>
                                      <p:tavLst>
                                        <p:tav tm="0">
                                          <p:val>
                                            <p:strVal val="#ppt_x"/>
                                          </p:val>
                                        </p:tav>
                                        <p:tav tm="100000">
                                          <p:val>
                                            <p:strVal val="#ppt_x"/>
                                          </p:val>
                                        </p:tav>
                                      </p:tavLst>
                                    </p:anim>
                                    <p:anim calcmode="lin" valueType="num">
                                      <p:cBhvr>
                                        <p:cTn id="71" dur="1000" fill="hold"/>
                                        <p:tgtEl>
                                          <p:spTgt spid="8"/>
                                        </p:tgtEl>
                                        <p:attrNameLst>
                                          <p:attrName>ppt_y</p:attrName>
                                        </p:attrNameLst>
                                      </p:cBhvr>
                                      <p:tavLst>
                                        <p:tav tm="0">
                                          <p:val>
                                            <p:strVal val="#ppt_y-.1"/>
                                          </p:val>
                                        </p:tav>
                                        <p:tav tm="100000">
                                          <p:val>
                                            <p:strVal val="#ppt_y"/>
                                          </p:val>
                                        </p:tav>
                                      </p:tavLst>
                                    </p:anim>
                                  </p:childTnLst>
                                </p:cTn>
                              </p:par>
                              <p:par>
                                <p:cTn id="72" presetID="47" presetClass="entr" presetSubtype="0" fill="hold" grpId="0" nodeType="withEffect">
                                  <p:stCondLst>
                                    <p:cond delay="0"/>
                                  </p:stCondLst>
                                  <p:childTnLst>
                                    <p:set>
                                      <p:cBhvr>
                                        <p:cTn id="73" dur="1" fill="hold">
                                          <p:stCondLst>
                                            <p:cond delay="0"/>
                                          </p:stCondLst>
                                        </p:cTn>
                                        <p:tgtEl>
                                          <p:spTgt spid="6"/>
                                        </p:tgtEl>
                                        <p:attrNameLst>
                                          <p:attrName>style.visibility</p:attrName>
                                        </p:attrNameLst>
                                      </p:cBhvr>
                                      <p:to>
                                        <p:strVal val="visible"/>
                                      </p:to>
                                    </p:set>
                                    <p:animEffect transition="in" filter="fade">
                                      <p:cBhvr>
                                        <p:cTn id="74" dur="1000"/>
                                        <p:tgtEl>
                                          <p:spTgt spid="6"/>
                                        </p:tgtEl>
                                      </p:cBhvr>
                                    </p:animEffect>
                                    <p:anim calcmode="lin" valueType="num">
                                      <p:cBhvr>
                                        <p:cTn id="75" dur="1000" fill="hold"/>
                                        <p:tgtEl>
                                          <p:spTgt spid="6"/>
                                        </p:tgtEl>
                                        <p:attrNameLst>
                                          <p:attrName>ppt_x</p:attrName>
                                        </p:attrNameLst>
                                      </p:cBhvr>
                                      <p:tavLst>
                                        <p:tav tm="0">
                                          <p:val>
                                            <p:strVal val="#ppt_x"/>
                                          </p:val>
                                        </p:tav>
                                        <p:tav tm="100000">
                                          <p:val>
                                            <p:strVal val="#ppt_x"/>
                                          </p:val>
                                        </p:tav>
                                      </p:tavLst>
                                    </p:anim>
                                    <p:anim calcmode="lin" valueType="num">
                                      <p:cBhvr>
                                        <p:cTn id="76" dur="1000" fill="hold"/>
                                        <p:tgtEl>
                                          <p:spTgt spid="6"/>
                                        </p:tgtEl>
                                        <p:attrNameLst>
                                          <p:attrName>ppt_y</p:attrName>
                                        </p:attrNameLst>
                                      </p:cBhvr>
                                      <p:tavLst>
                                        <p:tav tm="0">
                                          <p:val>
                                            <p:strVal val="#ppt_y-.1"/>
                                          </p:val>
                                        </p:tav>
                                        <p:tav tm="100000">
                                          <p:val>
                                            <p:strVal val="#ppt_y"/>
                                          </p:val>
                                        </p:tav>
                                      </p:tavLst>
                                    </p:anim>
                                  </p:childTnLst>
                                </p:cTn>
                              </p:par>
                              <p:par>
                                <p:cTn id="77" presetID="47"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1000"/>
                                        <p:tgtEl>
                                          <p:spTgt spid="28"/>
                                        </p:tgtEl>
                                      </p:cBhvr>
                                    </p:animEffect>
                                    <p:anim calcmode="lin" valueType="num">
                                      <p:cBhvr>
                                        <p:cTn id="80" dur="1000" fill="hold"/>
                                        <p:tgtEl>
                                          <p:spTgt spid="28"/>
                                        </p:tgtEl>
                                        <p:attrNameLst>
                                          <p:attrName>ppt_x</p:attrName>
                                        </p:attrNameLst>
                                      </p:cBhvr>
                                      <p:tavLst>
                                        <p:tav tm="0">
                                          <p:val>
                                            <p:strVal val="#ppt_x"/>
                                          </p:val>
                                        </p:tav>
                                        <p:tav tm="100000">
                                          <p:val>
                                            <p:strVal val="#ppt_x"/>
                                          </p:val>
                                        </p:tav>
                                      </p:tavLst>
                                    </p:anim>
                                    <p:anim calcmode="lin" valueType="num">
                                      <p:cBhvr>
                                        <p:cTn id="81" dur="1000" fill="hold"/>
                                        <p:tgtEl>
                                          <p:spTgt spid="28"/>
                                        </p:tgtEl>
                                        <p:attrNameLst>
                                          <p:attrName>ppt_y</p:attrName>
                                        </p:attrNameLst>
                                      </p:cBhvr>
                                      <p:tavLst>
                                        <p:tav tm="0">
                                          <p:val>
                                            <p:strVal val="#ppt_y-.1"/>
                                          </p:val>
                                        </p:tav>
                                        <p:tav tm="100000">
                                          <p:val>
                                            <p:strVal val="#ppt_y"/>
                                          </p:val>
                                        </p:tav>
                                      </p:tavLst>
                                    </p:anim>
                                  </p:childTnLst>
                                </p:cTn>
                              </p:par>
                              <p:par>
                                <p:cTn id="82" presetID="47"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1000"/>
                                        <p:tgtEl>
                                          <p:spTgt spid="29"/>
                                        </p:tgtEl>
                                      </p:cBhvr>
                                    </p:animEffect>
                                    <p:anim calcmode="lin" valueType="num">
                                      <p:cBhvr>
                                        <p:cTn id="85" dur="1000" fill="hold"/>
                                        <p:tgtEl>
                                          <p:spTgt spid="29"/>
                                        </p:tgtEl>
                                        <p:attrNameLst>
                                          <p:attrName>ppt_x</p:attrName>
                                        </p:attrNameLst>
                                      </p:cBhvr>
                                      <p:tavLst>
                                        <p:tav tm="0">
                                          <p:val>
                                            <p:strVal val="#ppt_x"/>
                                          </p:val>
                                        </p:tav>
                                        <p:tav tm="100000">
                                          <p:val>
                                            <p:strVal val="#ppt_x"/>
                                          </p:val>
                                        </p:tav>
                                      </p:tavLst>
                                    </p:anim>
                                    <p:anim calcmode="lin" valueType="num">
                                      <p:cBhvr>
                                        <p:cTn id="86"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18" grpId="0" animBg="1"/>
      <p:bldP spid="4" grpId="0" animBg="1"/>
      <p:bldP spid="5" grpId="0" animBg="1"/>
      <p:bldP spid="6" grpId="0" animBg="1"/>
      <p:bldP spid="13" grpId="0" animBg="1"/>
      <p:bldP spid="14" grpId="0" animBg="1"/>
      <p:bldP spid="19" grpId="0"/>
      <p:bldP spid="20" grpId="0" animBg="1"/>
      <p:bldP spid="2" grpId="0"/>
      <p:bldP spid="22" grpId="0" animBg="1"/>
      <p:bldP spid="23" grpId="0"/>
      <p:bldP spid="25" grpId="0" animBg="1"/>
      <p:bldP spid="26" grpId="0"/>
      <p:bldP spid="27" grpId="0" animBg="1"/>
      <p:bldP spid="28" grpId="0"/>
      <p:bldP spid="2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8000"/>
          </a:schemeClr>
        </a:solidFill>
        <a:effectLst/>
      </p:bgPr>
    </p:bg>
    <p:spTree>
      <p:nvGrpSpPr>
        <p:cNvPr id="1" name=""/>
        <p:cNvGrpSpPr/>
        <p:nvPr/>
      </p:nvGrpSpPr>
      <p:grpSpPr>
        <a:xfrm>
          <a:off x="0" y="0"/>
          <a:ext cx="0" cy="0"/>
          <a:chOff x="0" y="0"/>
          <a:chExt cx="0" cy="0"/>
        </a:xfrm>
      </p:grpSpPr>
      <p:sp>
        <p:nvSpPr>
          <p:cNvPr id="12" name="矩形 11"/>
          <p:cNvSpPr/>
          <p:nvPr/>
        </p:nvSpPr>
        <p:spPr>
          <a:xfrm>
            <a:off x="610784" y="755821"/>
            <a:ext cx="517962" cy="45719"/>
          </a:xfrm>
          <a:prstGeom prst="rect">
            <a:avLst/>
          </a:prstGeom>
          <a:gradFill>
            <a:gsLst>
              <a:gs pos="50000">
                <a:schemeClr val="accent1">
                  <a:lumMod val="75000"/>
                  <a:alpha val="29000"/>
                </a:schemeClr>
              </a:gs>
              <a:gs pos="0">
                <a:schemeClr val="accent1">
                  <a:lumMod val="50000"/>
                  <a:alpha val="63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21" name="文本框 20"/>
          <p:cNvSpPr txBox="1"/>
          <p:nvPr/>
        </p:nvSpPr>
        <p:spPr>
          <a:xfrm>
            <a:off x="534670" y="380365"/>
            <a:ext cx="1605280" cy="337185"/>
          </a:xfrm>
          <a:prstGeom prst="rect">
            <a:avLst/>
          </a:prstGeom>
          <a:noFill/>
        </p:spPr>
        <p:txBody>
          <a:bodyPr wrap="square" rtlCol="0">
            <a:spAutoFit/>
          </a:bodyPr>
          <a:lstStyle/>
          <a:p>
            <a:pPr algn="dist"/>
            <a:r>
              <a:rPr lang="en-US" altLang="zh-CN" sz="1600" b="1" err="1">
                <a:solidFill>
                  <a:schemeClr val="accent1">
                    <a:lumMod val="50000"/>
                  </a:schemeClr>
                </a:solidFill>
                <a:cs typeface="+mn-ea"/>
                <a:sym typeface="+mn-lt"/>
              </a:rPr>
              <a:t>PART.03</a:t>
            </a:r>
          </a:p>
        </p:txBody>
      </p:sp>
      <p:sp>
        <p:nvSpPr>
          <p:cNvPr id="9" name="图文框 8"/>
          <p:cNvSpPr/>
          <p:nvPr/>
        </p:nvSpPr>
        <p:spPr>
          <a:xfrm>
            <a:off x="11207203" y="5963688"/>
            <a:ext cx="517962" cy="517962"/>
          </a:xfrm>
          <a:prstGeom prst="frame">
            <a:avLst>
              <a:gd name="adj1" fmla="val 5842"/>
            </a:avLst>
          </a:prstGeom>
          <a:solidFill>
            <a:schemeClr val="accent1">
              <a:lumMod val="75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03460" y="60042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05151" y="61887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pic>
        <p:nvPicPr>
          <p:cNvPr id="14" name="图片 13" descr="C:\Users\111\Desktop\59b77bab208b0.jpg59b77bab208b0"/>
          <p:cNvPicPr>
            <a:picLocks noChangeAspect="1"/>
          </p:cNvPicPr>
          <p:nvPr/>
        </p:nvPicPr>
        <p:blipFill>
          <a:blip r:embed="R0bd50c1448d241cd"/>
          <a:stretch>
            <a:fillRect/>
          </a:stretch>
        </p:blipFill>
        <p:spPr>
          <a:xfrm rot="5400000">
            <a:off x="5923280" y="-508000"/>
            <a:ext cx="2550160" cy="5766435"/>
          </a:xfrm>
          <a:prstGeom prst="rect">
            <a:avLst/>
          </a:prstGeom>
        </p:spPr>
      </p:pic>
      <p:sp>
        <p:nvSpPr>
          <p:cNvPr id="2" name="文本框 1"/>
          <p:cNvSpPr txBox="1"/>
          <p:nvPr/>
        </p:nvSpPr>
        <p:spPr>
          <a:xfrm>
            <a:off x="-74930" y="1247140"/>
            <a:ext cx="3983990" cy="1322070"/>
          </a:xfrm>
          <a:prstGeom prst="rect">
            <a:avLst/>
          </a:prstGeom>
          <a:noFill/>
        </p:spPr>
        <p:txBody>
          <a:bodyPr wrap="square" rtlCol="0">
            <a:spAutoFit/>
          </a:bodyPr>
          <a:lstStyle/>
          <a:p>
            <a:pPr algn="r"/>
            <a:r>
              <a:rPr lang="en-US" sz="4000">
                <a:solidFill>
                  <a:schemeClr val="accent1">
                    <a:lumMod val="50000"/>
                  </a:schemeClr>
                </a:solidFill>
                <a:cs typeface="+mn-ea"/>
                <a:sym typeface="+mn-lt"/>
              </a:rPr>
              <a:t>The title</a:t>
            </a:r>
          </a:p>
          <a:p>
            <a:pPr algn="r"/>
            <a:r>
              <a:rPr lang="en-US" sz="4000">
                <a:solidFill>
                  <a:schemeClr val="accent1">
                    <a:lumMod val="50000"/>
                  </a:schemeClr>
                </a:solidFill>
                <a:cs typeface="+mn-ea"/>
                <a:sym typeface="+mn-lt"/>
              </a:rPr>
              <a:t> content here</a:t>
            </a:r>
            <a:endParaRPr lang="en-US" altLang="zh-CN" sz="4000">
              <a:solidFill>
                <a:schemeClr val="accent1">
                  <a:lumMod val="50000"/>
                </a:schemeClr>
              </a:solidFill>
              <a:cs typeface="+mn-ea"/>
              <a:sym typeface="+mn-lt"/>
            </a:endParaRPr>
          </a:p>
        </p:txBody>
      </p:sp>
      <p:sp>
        <p:nvSpPr>
          <p:cNvPr id="3" name="矩形 2"/>
          <p:cNvSpPr/>
          <p:nvPr/>
        </p:nvSpPr>
        <p:spPr>
          <a:xfrm flipH="1">
            <a:off x="4243070" y="-8890"/>
            <a:ext cx="71755" cy="6857365"/>
          </a:xfrm>
          <a:prstGeom prst="rect">
            <a:avLst/>
          </a:prstGeom>
          <a:solidFill>
            <a:srgbClr val="2D4875">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454" name="Rectangle 22"/>
          <p:cNvSpPr>
            <a:spLocks noChangeArrowheads="1"/>
          </p:cNvSpPr>
          <p:nvPr/>
        </p:nvSpPr>
        <p:spPr bwMode="auto">
          <a:xfrm>
            <a:off x="4951095" y="4284345"/>
            <a:ext cx="5048885" cy="110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defTabSz="685800" fontAlgn="auto">
              <a:lnSpc>
                <a:spcPct val="120000"/>
              </a:lnSpc>
              <a:spcBef>
                <a:spcPct val="0"/>
              </a:spcBef>
              <a:spcAft>
                <a:spcPct val="0"/>
              </a:spcAft>
              <a:defRPr/>
            </a:pPr>
            <a:r>
              <a:rPr lang="en-US" altLang="zh-CN" sz="1200">
                <a:solidFill>
                  <a:schemeClr val="tx1">
                    <a:lumMod val="75000"/>
                    <a:lumOff val="25000"/>
                  </a:schemeClr>
                </a:solidFill>
                <a:cs typeface="+mn-ea"/>
                <a:sym typeface="+mn-lt"/>
              </a:rPr>
              <a:t>There are many variations of passages of Lorem available, but the majority have suffered alteration in some form, by injected humor, or randomized words which don't look even slightly believable. If you are going to use a passage of Lorem, you need to be sure there isn't anything embarrassing. There are many variations of passages.</a:t>
            </a:r>
            <a:endParaRPr lang="en-US" altLang="zh-CN" sz="1200" kern="0">
              <a:solidFill>
                <a:schemeClr val="tx1">
                  <a:lumMod val="75000"/>
                  <a:lumOff val="25000"/>
                </a:schemeClr>
              </a:solidFill>
              <a:cs typeface="+mn-ea"/>
              <a:sym typeface="+mn-lt"/>
            </a:endParaRPr>
          </a:p>
        </p:txBody>
      </p:sp>
      <p:sp>
        <p:nvSpPr>
          <p:cNvPr id="4" name="文本框 3"/>
          <p:cNvSpPr txBox="1"/>
          <p:nvPr/>
        </p:nvSpPr>
        <p:spPr>
          <a:xfrm>
            <a:off x="306705" y="4284345"/>
            <a:ext cx="3639820" cy="1198880"/>
          </a:xfrm>
          <a:prstGeom prst="rect">
            <a:avLst/>
          </a:prstGeom>
          <a:noFill/>
        </p:spPr>
        <p:txBody>
          <a:bodyPr wrap="square" rtlCol="0">
            <a:spAutoFit/>
          </a:bodyPr>
          <a:lstStyle/>
          <a:p>
            <a:pPr algn="r"/>
            <a:r>
              <a:rPr lang="en-US" altLang="zh-CN" sz="3600">
                <a:solidFill>
                  <a:schemeClr val="tx1">
                    <a:lumMod val="50000"/>
                    <a:lumOff val="50000"/>
                  </a:schemeClr>
                </a:solidFill>
                <a:cs typeface="+mn-ea"/>
                <a:sym typeface="+mn-lt"/>
              </a:rPr>
              <a:t>XXX</a:t>
            </a:r>
          </a:p>
          <a:p>
            <a:pPr algn="r"/>
            <a:r>
              <a:rPr lang="zh-CN" altLang="en-US" sz="3600">
                <a:solidFill>
                  <a:schemeClr val="tx1">
                    <a:lumMod val="50000"/>
                    <a:lumOff val="50000"/>
                  </a:schemeClr>
                </a:solidFill>
                <a:cs typeface="+mn-ea"/>
                <a:sym typeface="+mn-lt"/>
              </a:rPr>
              <a:t>项目完成情况</a:t>
            </a:r>
          </a:p>
        </p:txBody>
      </p:sp>
      <p:sp>
        <p:nvSpPr>
          <p:cNvPr id="5" name="文本框 4"/>
          <p:cNvSpPr txBox="1"/>
          <p:nvPr/>
        </p:nvSpPr>
        <p:spPr>
          <a:xfrm>
            <a:off x="2110740" y="2894330"/>
            <a:ext cx="1684020" cy="961995"/>
          </a:xfrm>
          <a:prstGeom prst="rect">
            <a:avLst/>
          </a:prstGeom>
          <a:noFill/>
        </p:spPr>
        <p:txBody>
          <a:bodyPr wrap="square" rtlCol="0" anchor="t">
            <a:spAutoFit/>
          </a:bodyPr>
          <a:lstStyle/>
          <a:p>
            <a:pPr algn="r" fontAlgn="auto">
              <a:lnSpc>
                <a:spcPct val="120000"/>
              </a:lnSpc>
            </a:pPr>
            <a:r>
              <a:rPr lang="en-US" altLang="zh-CN" sz="1200">
                <a:solidFill>
                  <a:schemeClr val="tx1">
                    <a:lumMod val="75000"/>
                    <a:lumOff val="25000"/>
                  </a:schemeClr>
                </a:solidFill>
                <a:cs typeface="+mn-ea"/>
                <a:sym typeface="+mn-lt"/>
              </a:rPr>
              <a:t>There are many variations of passages of Lorem available</a:t>
            </a:r>
          </a:p>
        </p:txBody>
      </p:sp>
      <p:sp>
        <p:nvSpPr>
          <p:cNvPr id="6" name="矩形 5"/>
          <p:cNvSpPr/>
          <p:nvPr/>
        </p:nvSpPr>
        <p:spPr>
          <a:xfrm rot="5400000" flipH="1">
            <a:off x="8219440" y="-276225"/>
            <a:ext cx="76200" cy="7907655"/>
          </a:xfrm>
          <a:prstGeom prst="rect">
            <a:avLst/>
          </a:prstGeom>
          <a:solidFill>
            <a:srgbClr val="2D4875">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7"/>
          <p:cNvSpPr/>
          <p:nvPr/>
        </p:nvSpPr>
        <p:spPr>
          <a:xfrm rot="5400000">
            <a:off x="2105025" y="-1080770"/>
            <a:ext cx="76200" cy="4201160"/>
          </a:xfrm>
          <a:prstGeom prst="rect">
            <a:avLst/>
          </a:prstGeom>
          <a:solidFill>
            <a:srgbClr val="2D4875">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ustDataLst>
      <p:tags r:id="R0624e2b1f599449c"/>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1000" fill="hold"/>
                                        <p:tgtEl>
                                          <p:spTgt spid="14"/>
                                        </p:tgtEl>
                                        <p:attrNameLst>
                                          <p:attrName>ppt_w</p:attrName>
                                        </p:attrNameLst>
                                      </p:cBhvr>
                                      <p:tavLst>
                                        <p:tav tm="0">
                                          <p:val>
                                            <p:strVal val="#ppt_w*0.70"/>
                                          </p:val>
                                        </p:tav>
                                        <p:tav tm="100000">
                                          <p:val>
                                            <p:strVal val="#ppt_w"/>
                                          </p:val>
                                        </p:tav>
                                      </p:tavLst>
                                    </p:anim>
                                    <p:anim calcmode="lin" valueType="num">
                                      <p:cBhvr>
                                        <p:cTn id="8" dur="1000" fill="hold"/>
                                        <p:tgtEl>
                                          <p:spTgt spid="14"/>
                                        </p:tgtEl>
                                        <p:attrNameLst>
                                          <p:attrName>ppt_h</p:attrName>
                                        </p:attrNameLst>
                                      </p:cBhvr>
                                      <p:tavLst>
                                        <p:tav tm="0">
                                          <p:val>
                                            <p:strVal val="#ppt_h"/>
                                          </p:val>
                                        </p:tav>
                                        <p:tav tm="100000">
                                          <p:val>
                                            <p:strVal val="#ppt_h"/>
                                          </p:val>
                                        </p:tav>
                                      </p:tavLst>
                                    </p:anim>
                                    <p:animEffect transition="in" filter="fade">
                                      <p:cBhvr>
                                        <p:cTn id="9" dur="1000"/>
                                        <p:tgtEl>
                                          <p:spTgt spid="14"/>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strVal val="#ppt_w*0.70"/>
                                          </p:val>
                                        </p:tav>
                                        <p:tav tm="100000">
                                          <p:val>
                                            <p:strVal val="#ppt_w"/>
                                          </p:val>
                                        </p:tav>
                                      </p:tavLst>
                                    </p:anim>
                                    <p:anim calcmode="lin" valueType="num">
                                      <p:cBhvr>
                                        <p:cTn id="13" dur="1000" fill="hold"/>
                                        <p:tgtEl>
                                          <p:spTgt spid="3"/>
                                        </p:tgtEl>
                                        <p:attrNameLst>
                                          <p:attrName>ppt_h</p:attrName>
                                        </p:attrNameLst>
                                      </p:cBhvr>
                                      <p:tavLst>
                                        <p:tav tm="0">
                                          <p:val>
                                            <p:strVal val="#ppt_h"/>
                                          </p:val>
                                        </p:tav>
                                        <p:tav tm="100000">
                                          <p:val>
                                            <p:strVal val="#ppt_h"/>
                                          </p:val>
                                        </p:tav>
                                      </p:tavLst>
                                    </p:anim>
                                    <p:animEffect transition="in" filter="fade">
                                      <p:cBhvr>
                                        <p:cTn id="14" dur="1000"/>
                                        <p:tgtEl>
                                          <p:spTgt spid="3"/>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8454"/>
                                        </p:tgtEl>
                                        <p:attrNameLst>
                                          <p:attrName>style.visibility</p:attrName>
                                        </p:attrNameLst>
                                      </p:cBhvr>
                                      <p:to>
                                        <p:strVal val="visible"/>
                                      </p:to>
                                    </p:set>
                                    <p:anim calcmode="lin" valueType="num">
                                      <p:cBhvr>
                                        <p:cTn id="17" dur="1000" fill="hold"/>
                                        <p:tgtEl>
                                          <p:spTgt spid="18454"/>
                                        </p:tgtEl>
                                        <p:attrNameLst>
                                          <p:attrName>ppt_w</p:attrName>
                                        </p:attrNameLst>
                                      </p:cBhvr>
                                      <p:tavLst>
                                        <p:tav tm="0">
                                          <p:val>
                                            <p:strVal val="#ppt_w*0.70"/>
                                          </p:val>
                                        </p:tav>
                                        <p:tav tm="100000">
                                          <p:val>
                                            <p:strVal val="#ppt_w"/>
                                          </p:val>
                                        </p:tav>
                                      </p:tavLst>
                                    </p:anim>
                                    <p:anim calcmode="lin" valueType="num">
                                      <p:cBhvr>
                                        <p:cTn id="18" dur="1000" fill="hold"/>
                                        <p:tgtEl>
                                          <p:spTgt spid="18454"/>
                                        </p:tgtEl>
                                        <p:attrNameLst>
                                          <p:attrName>ppt_h</p:attrName>
                                        </p:attrNameLst>
                                      </p:cBhvr>
                                      <p:tavLst>
                                        <p:tav tm="0">
                                          <p:val>
                                            <p:strVal val="#ppt_h"/>
                                          </p:val>
                                        </p:tav>
                                        <p:tav tm="100000">
                                          <p:val>
                                            <p:strVal val="#ppt_h"/>
                                          </p:val>
                                        </p:tav>
                                      </p:tavLst>
                                    </p:anim>
                                    <p:animEffect transition="in" filter="fade">
                                      <p:cBhvr>
                                        <p:cTn id="19" dur="1000"/>
                                        <p:tgtEl>
                                          <p:spTgt spid="18454"/>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1000" fill="hold"/>
                                        <p:tgtEl>
                                          <p:spTgt spid="6"/>
                                        </p:tgtEl>
                                        <p:attrNameLst>
                                          <p:attrName>ppt_w</p:attrName>
                                        </p:attrNameLst>
                                      </p:cBhvr>
                                      <p:tavLst>
                                        <p:tav tm="0">
                                          <p:val>
                                            <p:strVal val="#ppt_w*0.70"/>
                                          </p:val>
                                        </p:tav>
                                        <p:tav tm="100000">
                                          <p:val>
                                            <p:strVal val="#ppt_w"/>
                                          </p:val>
                                        </p:tav>
                                      </p:tavLst>
                                    </p:anim>
                                    <p:anim calcmode="lin" valueType="num">
                                      <p:cBhvr>
                                        <p:cTn id="23" dur="1000" fill="hold"/>
                                        <p:tgtEl>
                                          <p:spTgt spid="6"/>
                                        </p:tgtEl>
                                        <p:attrNameLst>
                                          <p:attrName>ppt_h</p:attrName>
                                        </p:attrNameLst>
                                      </p:cBhvr>
                                      <p:tavLst>
                                        <p:tav tm="0">
                                          <p:val>
                                            <p:strVal val="#ppt_h"/>
                                          </p:val>
                                        </p:tav>
                                        <p:tav tm="100000">
                                          <p:val>
                                            <p:strVal val="#ppt_h"/>
                                          </p:val>
                                        </p:tav>
                                      </p:tavLst>
                                    </p:anim>
                                    <p:animEffect transition="in" filter="fade">
                                      <p:cBhvr>
                                        <p:cTn id="24" dur="1000"/>
                                        <p:tgtEl>
                                          <p:spTgt spid="6"/>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1000" fill="hold"/>
                                        <p:tgtEl>
                                          <p:spTgt spid="8"/>
                                        </p:tgtEl>
                                        <p:attrNameLst>
                                          <p:attrName>ppt_w</p:attrName>
                                        </p:attrNameLst>
                                      </p:cBhvr>
                                      <p:tavLst>
                                        <p:tav tm="0">
                                          <p:val>
                                            <p:strVal val="#ppt_w*0.70"/>
                                          </p:val>
                                        </p:tav>
                                        <p:tav tm="100000">
                                          <p:val>
                                            <p:strVal val="#ppt_w"/>
                                          </p:val>
                                        </p:tav>
                                      </p:tavLst>
                                    </p:anim>
                                    <p:anim calcmode="lin" valueType="num">
                                      <p:cBhvr>
                                        <p:cTn id="28" dur="1000" fill="hold"/>
                                        <p:tgtEl>
                                          <p:spTgt spid="8"/>
                                        </p:tgtEl>
                                        <p:attrNameLst>
                                          <p:attrName>ppt_h</p:attrName>
                                        </p:attrNameLst>
                                      </p:cBhvr>
                                      <p:tavLst>
                                        <p:tav tm="0">
                                          <p:val>
                                            <p:strVal val="#ppt_h"/>
                                          </p:val>
                                        </p:tav>
                                        <p:tav tm="100000">
                                          <p:val>
                                            <p:strVal val="#ppt_h"/>
                                          </p:val>
                                        </p:tav>
                                      </p:tavLst>
                                    </p:anim>
                                    <p:animEffect transition="in" filter="fade">
                                      <p:cBhvr>
                                        <p:cTn id="29" dur="1000"/>
                                        <p:tgtEl>
                                          <p:spTgt spid="8"/>
                                        </p:tgtEl>
                                      </p:cBhvr>
                                    </p:animEffect>
                                  </p:childTnLst>
                                </p:cTn>
                              </p:par>
                            </p:childTnLst>
                          </p:cTn>
                        </p:par>
                        <p:par>
                          <p:cTn id="30" fill="hold" nodeType="afterGroup">
                            <p:stCondLst>
                              <p:cond delay="1000"/>
                            </p:stCondLst>
                            <p:childTnLst>
                              <p:par>
                                <p:cTn id="31" presetID="42" presetClass="entr" presetSubtype="0" fill="hold" grpId="0" nodeType="after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1000"/>
                                        <p:tgtEl>
                                          <p:spTgt spid="2"/>
                                        </p:tgtEl>
                                      </p:cBhvr>
                                    </p:animEffect>
                                    <p:anim calcmode="lin" valueType="num">
                                      <p:cBhvr>
                                        <p:cTn id="34" dur="1000" fill="hold"/>
                                        <p:tgtEl>
                                          <p:spTgt spid="2"/>
                                        </p:tgtEl>
                                        <p:attrNameLst>
                                          <p:attrName>ppt_x</p:attrName>
                                        </p:attrNameLst>
                                      </p:cBhvr>
                                      <p:tavLst>
                                        <p:tav tm="0">
                                          <p:val>
                                            <p:strVal val="#ppt_x"/>
                                          </p:val>
                                        </p:tav>
                                        <p:tav tm="100000">
                                          <p:val>
                                            <p:strVal val="#ppt_x"/>
                                          </p:val>
                                        </p:tav>
                                      </p:tavLst>
                                    </p:anim>
                                    <p:anim calcmode="lin" valueType="num">
                                      <p:cBhvr>
                                        <p:cTn id="35" dur="1000" fill="hold"/>
                                        <p:tgtEl>
                                          <p:spTgt spid="2"/>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1000"/>
                                        <p:tgtEl>
                                          <p:spTgt spid="4"/>
                                        </p:tgtEl>
                                      </p:cBhvr>
                                    </p:animEffect>
                                    <p:anim calcmode="lin" valueType="num">
                                      <p:cBhvr>
                                        <p:cTn id="39" dur="1000" fill="hold"/>
                                        <p:tgtEl>
                                          <p:spTgt spid="4"/>
                                        </p:tgtEl>
                                        <p:attrNameLst>
                                          <p:attrName>ppt_x</p:attrName>
                                        </p:attrNameLst>
                                      </p:cBhvr>
                                      <p:tavLst>
                                        <p:tav tm="0">
                                          <p:val>
                                            <p:strVal val="#ppt_x"/>
                                          </p:val>
                                        </p:tav>
                                        <p:tav tm="100000">
                                          <p:val>
                                            <p:strVal val="#ppt_x"/>
                                          </p:val>
                                        </p:tav>
                                      </p:tavLst>
                                    </p:anim>
                                    <p:anim calcmode="lin" valueType="num">
                                      <p:cBhvr>
                                        <p:cTn id="40" dur="1000" fill="hold"/>
                                        <p:tgtEl>
                                          <p:spTgt spid="4"/>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1000"/>
                                        <p:tgtEl>
                                          <p:spTgt spid="5"/>
                                        </p:tgtEl>
                                      </p:cBhvr>
                                    </p:animEffect>
                                    <p:anim calcmode="lin" valueType="num">
                                      <p:cBhvr>
                                        <p:cTn id="44" dur="1000" fill="hold"/>
                                        <p:tgtEl>
                                          <p:spTgt spid="5"/>
                                        </p:tgtEl>
                                        <p:attrNameLst>
                                          <p:attrName>ppt_x</p:attrName>
                                        </p:attrNameLst>
                                      </p:cBhvr>
                                      <p:tavLst>
                                        <p:tav tm="0">
                                          <p:val>
                                            <p:strVal val="#ppt_x"/>
                                          </p:val>
                                        </p:tav>
                                        <p:tav tm="100000">
                                          <p:val>
                                            <p:strVal val="#ppt_x"/>
                                          </p:val>
                                        </p:tav>
                                      </p:tavLst>
                                    </p:anim>
                                    <p:anim calcmode="lin" valueType="num">
                                      <p:cBhvr>
                                        <p:cTn id="4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18454" grpId="0"/>
      <p:bldP spid="4" grpId="0"/>
      <p:bldP spid="5" grpId="0"/>
      <p:bldP spid="6"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8000"/>
          </a:schemeClr>
        </a:solidFill>
        <a:effectLst/>
      </p:bgPr>
    </p:bg>
    <p:spTree>
      <p:nvGrpSpPr>
        <p:cNvPr id="1" name=""/>
        <p:cNvGrpSpPr/>
        <p:nvPr/>
      </p:nvGrpSpPr>
      <p:grpSpPr>
        <a:xfrm>
          <a:off x="0" y="0"/>
          <a:ext cx="0" cy="0"/>
          <a:chOff x="0" y="0"/>
          <a:chExt cx="0" cy="0"/>
        </a:xfrm>
      </p:grpSpPr>
      <p:sp>
        <p:nvSpPr>
          <p:cNvPr id="12" name="矩形 11"/>
          <p:cNvSpPr/>
          <p:nvPr/>
        </p:nvSpPr>
        <p:spPr>
          <a:xfrm>
            <a:off x="610784" y="755821"/>
            <a:ext cx="517962" cy="45719"/>
          </a:xfrm>
          <a:prstGeom prst="rect">
            <a:avLst/>
          </a:prstGeom>
          <a:gradFill>
            <a:gsLst>
              <a:gs pos="50000">
                <a:schemeClr val="accent1">
                  <a:lumMod val="75000"/>
                  <a:alpha val="29000"/>
                </a:schemeClr>
              </a:gs>
              <a:gs pos="0">
                <a:schemeClr val="accent1">
                  <a:lumMod val="50000"/>
                  <a:alpha val="63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21" name="文本框 20"/>
          <p:cNvSpPr txBox="1"/>
          <p:nvPr/>
        </p:nvSpPr>
        <p:spPr>
          <a:xfrm>
            <a:off x="534670" y="380365"/>
            <a:ext cx="1605280" cy="337185"/>
          </a:xfrm>
          <a:prstGeom prst="rect">
            <a:avLst/>
          </a:prstGeom>
          <a:noFill/>
        </p:spPr>
        <p:txBody>
          <a:bodyPr wrap="square" rtlCol="0">
            <a:spAutoFit/>
          </a:bodyPr>
          <a:lstStyle/>
          <a:p>
            <a:pPr algn="dist"/>
            <a:r>
              <a:rPr lang="en-US" altLang="zh-CN" sz="1600" b="1" err="1">
                <a:solidFill>
                  <a:schemeClr val="accent1">
                    <a:lumMod val="50000"/>
                  </a:schemeClr>
                </a:solidFill>
                <a:cs typeface="+mn-ea"/>
                <a:sym typeface="+mn-lt"/>
              </a:rPr>
              <a:t>PART.03</a:t>
            </a:r>
          </a:p>
        </p:txBody>
      </p:sp>
      <p:sp>
        <p:nvSpPr>
          <p:cNvPr id="9" name="图文框 8"/>
          <p:cNvSpPr/>
          <p:nvPr/>
        </p:nvSpPr>
        <p:spPr>
          <a:xfrm>
            <a:off x="11207203" y="5963688"/>
            <a:ext cx="517962" cy="517962"/>
          </a:xfrm>
          <a:prstGeom prst="frame">
            <a:avLst>
              <a:gd name="adj1" fmla="val 5842"/>
            </a:avLst>
          </a:prstGeom>
          <a:solidFill>
            <a:schemeClr val="accent1">
              <a:lumMod val="75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03460" y="60042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05151" y="61887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sp>
        <p:nvSpPr>
          <p:cNvPr id="16" name="椭圆 15"/>
          <p:cNvSpPr/>
          <p:nvPr/>
        </p:nvSpPr>
        <p:spPr>
          <a:xfrm>
            <a:off x="3152947" y="4177600"/>
            <a:ext cx="5955956" cy="1260390"/>
          </a:xfrm>
          <a:prstGeom prst="ellipse">
            <a:avLst/>
          </a:prstGeom>
          <a:noFill/>
          <a:ln>
            <a:gradFill>
              <a:gsLst>
                <a:gs pos="100000">
                  <a:srgbClr val="393939"/>
                </a:gs>
                <a:gs pos="25000">
                  <a:srgbClr val="393939">
                    <a:alpha val="0"/>
                  </a:srgbClr>
                </a:gs>
              </a:gsLst>
              <a:lin ang="5400000" scaled="1"/>
            </a:gradFill>
          </a:ln>
        </p:spPr>
        <p:style>
          <a:lnRef idx="2">
            <a:srgbClr val="393939">
              <a:shade val="50000"/>
            </a:srgbClr>
          </a:lnRef>
          <a:fillRef idx="1">
            <a:srgbClr val="393939"/>
          </a:fillRef>
          <a:effectRef idx="0">
            <a:srgbClr val="393939"/>
          </a:effectRef>
          <a:fontRef idx="minor">
            <a:srgbClr val="FFFFFF"/>
          </a:fontRef>
        </p:style>
        <p:txBody>
          <a:bodyPr rtlCol="0" anchor="ctr"/>
          <a:lstStyle/>
          <a:p>
            <a:pPr algn="ctr"/>
            <a:endParaRPr lang="zh-CN" altLang="en-US">
              <a:cs typeface="+mn-ea"/>
              <a:sym typeface="+mn-lt"/>
            </a:endParaRPr>
          </a:p>
        </p:txBody>
      </p:sp>
      <p:sp>
        <p:nvSpPr>
          <p:cNvPr id="19" name="椭圆 18"/>
          <p:cNvSpPr/>
          <p:nvPr/>
        </p:nvSpPr>
        <p:spPr>
          <a:xfrm>
            <a:off x="2412365" y="4289501"/>
            <a:ext cx="7437120" cy="1484192"/>
          </a:xfrm>
          <a:prstGeom prst="ellipse">
            <a:avLst/>
          </a:prstGeom>
          <a:noFill/>
          <a:ln>
            <a:gradFill>
              <a:gsLst>
                <a:gs pos="100000">
                  <a:srgbClr val="393939"/>
                </a:gs>
                <a:gs pos="25000">
                  <a:srgbClr val="393939">
                    <a:alpha val="0"/>
                  </a:srgbClr>
                </a:gs>
              </a:gsLst>
              <a:lin ang="5400000" scaled="1"/>
            </a:gradFill>
          </a:ln>
        </p:spPr>
        <p:style>
          <a:lnRef idx="2">
            <a:srgbClr val="393939">
              <a:shade val="50000"/>
            </a:srgbClr>
          </a:lnRef>
          <a:fillRef idx="1">
            <a:srgbClr val="393939"/>
          </a:fillRef>
          <a:effectRef idx="0">
            <a:srgbClr val="393939"/>
          </a:effectRef>
          <a:fontRef idx="minor">
            <a:srgbClr val="FFFFFF"/>
          </a:fontRef>
        </p:style>
        <p:txBody>
          <a:bodyPr rtlCol="0" anchor="ctr"/>
          <a:lstStyle/>
          <a:p>
            <a:pPr algn="ctr"/>
            <a:endParaRPr lang="zh-CN" altLang="en-US">
              <a:cs typeface="+mn-ea"/>
              <a:sym typeface="+mn-lt"/>
            </a:endParaRPr>
          </a:p>
        </p:txBody>
      </p:sp>
      <p:sp>
        <p:nvSpPr>
          <p:cNvPr id="20" name="椭圆 19"/>
          <p:cNvSpPr/>
          <p:nvPr/>
        </p:nvSpPr>
        <p:spPr>
          <a:xfrm>
            <a:off x="1303527" y="4289501"/>
            <a:ext cx="9656066" cy="1807516"/>
          </a:xfrm>
          <a:prstGeom prst="ellipse">
            <a:avLst/>
          </a:prstGeom>
          <a:noFill/>
          <a:ln>
            <a:gradFill>
              <a:gsLst>
                <a:gs pos="100000">
                  <a:srgbClr val="393939"/>
                </a:gs>
                <a:gs pos="25000">
                  <a:srgbClr val="393939">
                    <a:alpha val="0"/>
                  </a:srgbClr>
                </a:gs>
              </a:gsLst>
              <a:lin ang="5400000" scaled="1"/>
            </a:gradFill>
          </a:ln>
        </p:spPr>
        <p:style>
          <a:lnRef idx="2">
            <a:srgbClr val="393939">
              <a:shade val="50000"/>
            </a:srgbClr>
          </a:lnRef>
          <a:fillRef idx="1">
            <a:srgbClr val="393939"/>
          </a:fillRef>
          <a:effectRef idx="0">
            <a:srgbClr val="393939"/>
          </a:effectRef>
          <a:fontRef idx="minor">
            <a:srgbClr val="FFFFFF"/>
          </a:fontRef>
        </p:style>
        <p:txBody>
          <a:bodyPr rtlCol="0" anchor="ctr"/>
          <a:lstStyle/>
          <a:p>
            <a:pPr algn="ctr"/>
            <a:endParaRPr lang="zh-CN" altLang="en-US">
              <a:cs typeface="+mn-ea"/>
              <a:sym typeface="+mn-lt"/>
            </a:endParaRPr>
          </a:p>
        </p:txBody>
      </p:sp>
      <p:sp>
        <p:nvSpPr>
          <p:cNvPr id="22" name="文本框 21"/>
          <p:cNvSpPr txBox="1"/>
          <p:nvPr/>
        </p:nvSpPr>
        <p:spPr>
          <a:xfrm>
            <a:off x="3373788" y="4188109"/>
            <a:ext cx="5466014" cy="829945"/>
          </a:xfrm>
          <a:prstGeom prst="rect">
            <a:avLst/>
          </a:prstGeom>
          <a:noFill/>
        </p:spPr>
        <p:txBody>
          <a:bodyPr wrap="square" rtlCol="0">
            <a:spAutoFit/>
          </a:bodyPr>
          <a:lstStyle/>
          <a:p>
            <a:pPr algn="ctr"/>
            <a:r>
              <a:rPr lang="en-US" altLang="zh-CN" sz="4800">
                <a:solidFill>
                  <a:schemeClr val="accent1">
                    <a:lumMod val="50000"/>
                  </a:schemeClr>
                </a:solidFill>
                <a:effectLst>
                  <a:outerShdw blurRad="381000" algn="ctr" rotWithShape="0">
                    <a:prstClr val="black">
                      <a:alpha val="25000"/>
                    </a:prstClr>
                  </a:outerShdw>
                </a:effectLst>
                <a:cs typeface="+mn-ea"/>
                <a:sym typeface="+mn-lt"/>
              </a:rPr>
              <a:t>No pain , no gain</a:t>
            </a:r>
          </a:p>
        </p:txBody>
      </p:sp>
      <p:cxnSp>
        <p:nvCxnSpPr>
          <p:cNvPr id="23" name="直接连接符 22"/>
          <p:cNvCxnSpPr/>
          <p:nvPr/>
        </p:nvCxnSpPr>
        <p:spPr>
          <a:xfrm flipH="1" flipV="1">
            <a:off x="2368042" y="3133344"/>
            <a:ext cx="0" cy="1520130"/>
          </a:xfrm>
          <a:prstGeom prst="line">
            <a:avLst/>
          </a:prstGeom>
          <a:ln w="22225">
            <a:gradFill>
              <a:gsLst>
                <a:gs pos="9000">
                  <a:srgbClr val="393939">
                    <a:alpha val="0"/>
                  </a:srgbClr>
                </a:gs>
                <a:gs pos="100000">
                  <a:srgbClr val="393939"/>
                </a:gs>
              </a:gsLst>
              <a:lin ang="5400000" scaled="1"/>
            </a:gradFill>
          </a:ln>
        </p:spPr>
        <p:style>
          <a:lnRef idx="1">
            <a:srgbClr val="393939"/>
          </a:lnRef>
          <a:fillRef idx="0">
            <a:srgbClr val="393939"/>
          </a:fillRef>
          <a:effectRef idx="0">
            <a:srgbClr val="393939"/>
          </a:effectRef>
          <a:fontRef idx="minor">
            <a:srgbClr val="2F2F2F"/>
          </a:fontRef>
        </p:style>
      </p:cxnSp>
      <p:cxnSp>
        <p:nvCxnSpPr>
          <p:cNvPr id="25" name="直接连接符 24"/>
          <p:cNvCxnSpPr/>
          <p:nvPr/>
        </p:nvCxnSpPr>
        <p:spPr>
          <a:xfrm flipH="1" flipV="1">
            <a:off x="6062124" y="2363119"/>
            <a:ext cx="0" cy="1520130"/>
          </a:xfrm>
          <a:prstGeom prst="line">
            <a:avLst/>
          </a:prstGeom>
          <a:ln w="22225">
            <a:gradFill>
              <a:gsLst>
                <a:gs pos="9000">
                  <a:srgbClr val="393939">
                    <a:alpha val="0"/>
                  </a:srgbClr>
                </a:gs>
                <a:gs pos="100000">
                  <a:srgbClr val="393939"/>
                </a:gs>
              </a:gsLst>
              <a:lin ang="5400000" scaled="1"/>
            </a:gradFill>
          </a:ln>
        </p:spPr>
        <p:style>
          <a:lnRef idx="1">
            <a:srgbClr val="393939"/>
          </a:lnRef>
          <a:fillRef idx="0">
            <a:srgbClr val="393939"/>
          </a:fillRef>
          <a:effectRef idx="0">
            <a:srgbClr val="393939"/>
          </a:effectRef>
          <a:fontRef idx="minor">
            <a:srgbClr val="2F2F2F"/>
          </a:fontRef>
        </p:style>
      </p:cxnSp>
      <p:cxnSp>
        <p:nvCxnSpPr>
          <p:cNvPr id="27" name="直接连接符 26"/>
          <p:cNvCxnSpPr/>
          <p:nvPr/>
        </p:nvCxnSpPr>
        <p:spPr>
          <a:xfrm flipH="1" flipV="1">
            <a:off x="9664827" y="3133344"/>
            <a:ext cx="0" cy="1520130"/>
          </a:xfrm>
          <a:prstGeom prst="line">
            <a:avLst/>
          </a:prstGeom>
          <a:ln w="22225">
            <a:gradFill>
              <a:gsLst>
                <a:gs pos="9000">
                  <a:srgbClr val="393939">
                    <a:alpha val="0"/>
                  </a:srgbClr>
                </a:gs>
                <a:gs pos="100000">
                  <a:srgbClr val="393939"/>
                </a:gs>
              </a:gsLst>
              <a:lin ang="5400000" scaled="1"/>
            </a:gradFill>
          </a:ln>
        </p:spPr>
        <p:style>
          <a:lnRef idx="1">
            <a:srgbClr val="393939"/>
          </a:lnRef>
          <a:fillRef idx="0">
            <a:srgbClr val="393939"/>
          </a:fillRef>
          <a:effectRef idx="0">
            <a:srgbClr val="393939"/>
          </a:effectRef>
          <a:fontRef idx="minor">
            <a:srgbClr val="2F2F2F"/>
          </a:fontRef>
        </p:style>
      </p:cxnSp>
      <p:sp>
        <p:nvSpPr>
          <p:cNvPr id="33" name="文本框 32"/>
          <p:cNvSpPr txBox="1"/>
          <p:nvPr/>
        </p:nvSpPr>
        <p:spPr>
          <a:xfrm>
            <a:off x="849739" y="1991672"/>
            <a:ext cx="3041467" cy="692497"/>
          </a:xfrm>
          <a:prstGeom prst="rect">
            <a:avLst/>
          </a:prstGeom>
          <a:noFill/>
          <a:effectLst/>
        </p:spPr>
        <p:txBody>
          <a:bodyPr wrap="square" rtlCol="0">
            <a:spAutoFit/>
          </a:bodyPr>
          <a:lstStyle/>
          <a:p>
            <a:pPr algn="ctr">
              <a:lnSpc>
                <a:spcPct val="130000"/>
              </a:lnSpc>
            </a:pPr>
            <a:r>
              <a:rPr lang="en-US" altLang="zh-CN" sz="1000">
                <a:solidFill>
                  <a:schemeClr val="tx1">
                    <a:lumMod val="65000"/>
                    <a:lumOff val="35000"/>
                  </a:schemeClr>
                </a:solidFill>
                <a:cs typeface="+mn-ea"/>
                <a:sym typeface="+mn-lt"/>
              </a:rPr>
              <a:t>This template is the spring and autumn advertising original This template is the spring and autumn advertising original</a:t>
            </a:r>
          </a:p>
        </p:txBody>
      </p:sp>
      <p:sp>
        <p:nvSpPr>
          <p:cNvPr id="34" name="TextBox 76"/>
          <p:cNvSpPr txBox="1"/>
          <p:nvPr/>
        </p:nvSpPr>
        <p:spPr>
          <a:xfrm>
            <a:off x="1757794" y="1591241"/>
            <a:ext cx="1276797" cy="400110"/>
          </a:xfrm>
          <a:prstGeom prst="rect">
            <a:avLst/>
          </a:prstGeom>
          <a:noFill/>
          <a:effectLst/>
        </p:spPr>
        <p:txBody>
          <a:bodyPr wrap="square" rtlCol="0">
            <a:spAutoFit/>
          </a:bodyPr>
          <a:lstStyle/>
          <a:p>
            <a:pPr algn="ctr"/>
            <a:r>
              <a:rPr lang="zh-CN" altLang="en-US" sz="2000">
                <a:solidFill>
                  <a:schemeClr val="tx1">
                    <a:lumMod val="65000"/>
                    <a:lumOff val="35000"/>
                  </a:schemeClr>
                </a:solidFill>
                <a:cs typeface="+mn-ea"/>
                <a:sym typeface="+mn-lt"/>
              </a:rPr>
              <a:t>添加标题</a:t>
            </a:r>
          </a:p>
        </p:txBody>
      </p:sp>
      <p:sp>
        <p:nvSpPr>
          <p:cNvPr id="28" name="文本框 27"/>
          <p:cNvSpPr txBox="1"/>
          <p:nvPr/>
        </p:nvSpPr>
        <p:spPr>
          <a:xfrm>
            <a:off x="4560044" y="1298887"/>
            <a:ext cx="3041467" cy="692497"/>
          </a:xfrm>
          <a:prstGeom prst="rect">
            <a:avLst/>
          </a:prstGeom>
          <a:noFill/>
          <a:effectLst/>
        </p:spPr>
        <p:txBody>
          <a:bodyPr wrap="square" rtlCol="0">
            <a:spAutoFit/>
          </a:bodyPr>
          <a:lstStyle/>
          <a:p>
            <a:pPr algn="ctr">
              <a:lnSpc>
                <a:spcPct val="130000"/>
              </a:lnSpc>
            </a:pPr>
            <a:r>
              <a:rPr lang="en-US" altLang="zh-CN" sz="1000">
                <a:solidFill>
                  <a:schemeClr val="tx1">
                    <a:lumMod val="65000"/>
                    <a:lumOff val="35000"/>
                  </a:schemeClr>
                </a:solidFill>
                <a:cs typeface="+mn-ea"/>
                <a:sym typeface="+mn-lt"/>
              </a:rPr>
              <a:t>This template is the spring and autumn advertising original This template is the spring and autumn advertising original</a:t>
            </a:r>
          </a:p>
        </p:txBody>
      </p:sp>
      <p:sp>
        <p:nvSpPr>
          <p:cNvPr id="29" name="TextBox 76"/>
          <p:cNvSpPr txBox="1"/>
          <p:nvPr/>
        </p:nvSpPr>
        <p:spPr>
          <a:xfrm>
            <a:off x="5468099" y="898456"/>
            <a:ext cx="1276797" cy="400110"/>
          </a:xfrm>
          <a:prstGeom prst="rect">
            <a:avLst/>
          </a:prstGeom>
          <a:noFill/>
          <a:effectLst/>
        </p:spPr>
        <p:txBody>
          <a:bodyPr wrap="square" rtlCol="0">
            <a:spAutoFit/>
          </a:bodyPr>
          <a:lstStyle/>
          <a:p>
            <a:pPr algn="ctr"/>
            <a:r>
              <a:rPr lang="zh-CN" altLang="en-US" sz="2000">
                <a:solidFill>
                  <a:schemeClr val="tx1">
                    <a:lumMod val="65000"/>
                    <a:lumOff val="35000"/>
                  </a:schemeClr>
                </a:solidFill>
                <a:cs typeface="+mn-ea"/>
                <a:sym typeface="+mn-lt"/>
              </a:rPr>
              <a:t>添加标题</a:t>
            </a:r>
          </a:p>
        </p:txBody>
      </p:sp>
      <p:sp>
        <p:nvSpPr>
          <p:cNvPr id="30" name="文本框 29"/>
          <p:cNvSpPr txBox="1"/>
          <p:nvPr/>
        </p:nvSpPr>
        <p:spPr>
          <a:xfrm>
            <a:off x="8110964" y="1924997"/>
            <a:ext cx="3041467" cy="692497"/>
          </a:xfrm>
          <a:prstGeom prst="rect">
            <a:avLst/>
          </a:prstGeom>
          <a:noFill/>
          <a:effectLst/>
        </p:spPr>
        <p:txBody>
          <a:bodyPr wrap="square" rtlCol="0">
            <a:spAutoFit/>
          </a:bodyPr>
          <a:lstStyle/>
          <a:p>
            <a:pPr algn="ctr">
              <a:lnSpc>
                <a:spcPct val="130000"/>
              </a:lnSpc>
            </a:pPr>
            <a:r>
              <a:rPr lang="en-US" altLang="zh-CN" sz="1000">
                <a:solidFill>
                  <a:schemeClr val="tx1">
                    <a:lumMod val="65000"/>
                    <a:lumOff val="35000"/>
                  </a:schemeClr>
                </a:solidFill>
                <a:cs typeface="+mn-ea"/>
                <a:sym typeface="+mn-lt"/>
              </a:rPr>
              <a:t>This template is the spring and autumn advertising original This template is the spring and autumn advertising original</a:t>
            </a:r>
          </a:p>
        </p:txBody>
      </p:sp>
      <p:sp>
        <p:nvSpPr>
          <p:cNvPr id="31" name="TextBox 76"/>
          <p:cNvSpPr txBox="1"/>
          <p:nvPr/>
        </p:nvSpPr>
        <p:spPr>
          <a:xfrm>
            <a:off x="9019019" y="1524566"/>
            <a:ext cx="1276797" cy="400110"/>
          </a:xfrm>
          <a:prstGeom prst="rect">
            <a:avLst/>
          </a:prstGeom>
          <a:noFill/>
          <a:effectLst/>
        </p:spPr>
        <p:txBody>
          <a:bodyPr wrap="square" rtlCol="0">
            <a:spAutoFit/>
          </a:bodyPr>
          <a:lstStyle/>
          <a:p>
            <a:pPr algn="ctr"/>
            <a:r>
              <a:rPr lang="zh-CN" altLang="en-US" sz="2000">
                <a:solidFill>
                  <a:schemeClr val="tx1">
                    <a:lumMod val="65000"/>
                    <a:lumOff val="35000"/>
                  </a:schemeClr>
                </a:solidFill>
                <a:cs typeface="+mn-ea"/>
                <a:sym typeface="+mn-lt"/>
              </a:rPr>
              <a:t>添加标题</a:t>
            </a:r>
          </a:p>
        </p:txBody>
      </p:sp>
    </p:spTree>
    <p:custDataLst>
      <p:tags r:id="Rc27b051a257844be"/>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1000"/>
                                        <p:tgtEl>
                                          <p:spTgt spid="20"/>
                                        </p:tgtEl>
                                      </p:cBhvr>
                                    </p:animEffect>
                                    <p:anim calcmode="lin" valueType="num">
                                      <p:cBhvr>
                                        <p:cTn id="18" dur="1000" fill="hold"/>
                                        <p:tgtEl>
                                          <p:spTgt spid="20"/>
                                        </p:tgtEl>
                                        <p:attrNameLst>
                                          <p:attrName>ppt_x</p:attrName>
                                        </p:attrNameLst>
                                      </p:cBhvr>
                                      <p:tavLst>
                                        <p:tav tm="0">
                                          <p:val>
                                            <p:strVal val="#ppt_x"/>
                                          </p:val>
                                        </p:tav>
                                        <p:tav tm="100000">
                                          <p:val>
                                            <p:strVal val="#ppt_x"/>
                                          </p:val>
                                        </p:tav>
                                      </p:tavLst>
                                    </p:anim>
                                    <p:anim calcmode="lin" valueType="num">
                                      <p:cBhvr>
                                        <p:cTn id="19" dur="1000" fill="hold"/>
                                        <p:tgtEl>
                                          <p:spTgt spid="2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1000"/>
                                        <p:tgtEl>
                                          <p:spTgt spid="22"/>
                                        </p:tgtEl>
                                      </p:cBhvr>
                                    </p:animEffect>
                                    <p:anim calcmode="lin" valueType="num">
                                      <p:cBhvr>
                                        <p:cTn id="23" dur="1000" fill="hold"/>
                                        <p:tgtEl>
                                          <p:spTgt spid="22"/>
                                        </p:tgtEl>
                                        <p:attrNameLst>
                                          <p:attrName>ppt_x</p:attrName>
                                        </p:attrNameLst>
                                      </p:cBhvr>
                                      <p:tavLst>
                                        <p:tav tm="0">
                                          <p:val>
                                            <p:strVal val="#ppt_x"/>
                                          </p:val>
                                        </p:tav>
                                        <p:tav tm="100000">
                                          <p:val>
                                            <p:strVal val="#ppt_x"/>
                                          </p:val>
                                        </p:tav>
                                      </p:tavLst>
                                    </p:anim>
                                    <p:anim calcmode="lin" valueType="num">
                                      <p:cBhvr>
                                        <p:cTn id="24" dur="1000" fill="hold"/>
                                        <p:tgtEl>
                                          <p:spTgt spid="22"/>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1000"/>
                                        <p:tgtEl>
                                          <p:spTgt spid="25"/>
                                        </p:tgtEl>
                                      </p:cBhvr>
                                    </p:animEffect>
                                    <p:anim calcmode="lin" valueType="num">
                                      <p:cBhvr>
                                        <p:cTn id="28" dur="1000" fill="hold"/>
                                        <p:tgtEl>
                                          <p:spTgt spid="25"/>
                                        </p:tgtEl>
                                        <p:attrNameLst>
                                          <p:attrName>ppt_x</p:attrName>
                                        </p:attrNameLst>
                                      </p:cBhvr>
                                      <p:tavLst>
                                        <p:tav tm="0">
                                          <p:val>
                                            <p:strVal val="#ppt_x"/>
                                          </p:val>
                                        </p:tav>
                                        <p:tav tm="100000">
                                          <p:val>
                                            <p:strVal val="#ppt_x"/>
                                          </p:val>
                                        </p:tav>
                                      </p:tavLst>
                                    </p:anim>
                                    <p:anim calcmode="lin" valueType="num">
                                      <p:cBhvr>
                                        <p:cTn id="29" dur="1000" fill="hold"/>
                                        <p:tgtEl>
                                          <p:spTgt spid="25"/>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1000"/>
                                        <p:tgtEl>
                                          <p:spTgt spid="23"/>
                                        </p:tgtEl>
                                      </p:cBhvr>
                                    </p:animEffect>
                                    <p:anim calcmode="lin" valueType="num">
                                      <p:cBhvr>
                                        <p:cTn id="33" dur="1000" fill="hold"/>
                                        <p:tgtEl>
                                          <p:spTgt spid="23"/>
                                        </p:tgtEl>
                                        <p:attrNameLst>
                                          <p:attrName>ppt_x</p:attrName>
                                        </p:attrNameLst>
                                      </p:cBhvr>
                                      <p:tavLst>
                                        <p:tav tm="0">
                                          <p:val>
                                            <p:strVal val="#ppt_x"/>
                                          </p:val>
                                        </p:tav>
                                        <p:tav tm="100000">
                                          <p:val>
                                            <p:strVal val="#ppt_x"/>
                                          </p:val>
                                        </p:tav>
                                      </p:tavLst>
                                    </p:anim>
                                    <p:anim calcmode="lin" valueType="num">
                                      <p:cBhvr>
                                        <p:cTn id="34" dur="1000" fill="hold"/>
                                        <p:tgtEl>
                                          <p:spTgt spid="23"/>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1000"/>
                                        <p:tgtEl>
                                          <p:spTgt spid="27"/>
                                        </p:tgtEl>
                                      </p:cBhvr>
                                    </p:animEffect>
                                    <p:anim calcmode="lin" valueType="num">
                                      <p:cBhvr>
                                        <p:cTn id="38" dur="1000" fill="hold"/>
                                        <p:tgtEl>
                                          <p:spTgt spid="27"/>
                                        </p:tgtEl>
                                        <p:attrNameLst>
                                          <p:attrName>ppt_x</p:attrName>
                                        </p:attrNameLst>
                                      </p:cBhvr>
                                      <p:tavLst>
                                        <p:tav tm="0">
                                          <p:val>
                                            <p:strVal val="#ppt_x"/>
                                          </p:val>
                                        </p:tav>
                                        <p:tav tm="100000">
                                          <p:val>
                                            <p:strVal val="#ppt_x"/>
                                          </p:val>
                                        </p:tav>
                                      </p:tavLst>
                                    </p:anim>
                                    <p:anim calcmode="lin" valueType="num">
                                      <p:cBhvr>
                                        <p:cTn id="39" dur="1000" fill="hold"/>
                                        <p:tgtEl>
                                          <p:spTgt spid="27"/>
                                        </p:tgtEl>
                                        <p:attrNameLst>
                                          <p:attrName>ppt_y</p:attrName>
                                        </p:attrNameLst>
                                      </p:cBhvr>
                                      <p:tavLst>
                                        <p:tav tm="0">
                                          <p:val>
                                            <p:strVal val="#ppt_y+.1"/>
                                          </p:val>
                                        </p:tav>
                                        <p:tav tm="100000">
                                          <p:val>
                                            <p:strVal val="#ppt_y"/>
                                          </p:val>
                                        </p:tav>
                                      </p:tavLst>
                                    </p:anim>
                                  </p:childTnLst>
                                </p:cTn>
                              </p:par>
                            </p:childTnLst>
                          </p:cTn>
                        </p:par>
                        <p:par>
                          <p:cTn id="40" fill="hold" nodeType="afterGroup">
                            <p:stCondLst>
                              <p:cond delay="1000"/>
                            </p:stCondLst>
                            <p:childTnLst>
                              <p:par>
                                <p:cTn id="41" presetID="42" presetClass="entr" presetSubtype="0" fill="hold" grpId="0" nodeType="after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1000"/>
                                        <p:tgtEl>
                                          <p:spTgt spid="33"/>
                                        </p:tgtEl>
                                      </p:cBhvr>
                                    </p:animEffect>
                                    <p:anim calcmode="lin" valueType="num">
                                      <p:cBhvr>
                                        <p:cTn id="44" dur="1000" fill="hold"/>
                                        <p:tgtEl>
                                          <p:spTgt spid="33"/>
                                        </p:tgtEl>
                                        <p:attrNameLst>
                                          <p:attrName>ppt_x</p:attrName>
                                        </p:attrNameLst>
                                      </p:cBhvr>
                                      <p:tavLst>
                                        <p:tav tm="0">
                                          <p:val>
                                            <p:strVal val="#ppt_x"/>
                                          </p:val>
                                        </p:tav>
                                        <p:tav tm="100000">
                                          <p:val>
                                            <p:strVal val="#ppt_x"/>
                                          </p:val>
                                        </p:tav>
                                      </p:tavLst>
                                    </p:anim>
                                    <p:anim calcmode="lin" valueType="num">
                                      <p:cBhvr>
                                        <p:cTn id="45" dur="1000" fill="hold"/>
                                        <p:tgtEl>
                                          <p:spTgt spid="33"/>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1000"/>
                                        <p:tgtEl>
                                          <p:spTgt spid="34"/>
                                        </p:tgtEl>
                                      </p:cBhvr>
                                    </p:animEffect>
                                    <p:anim calcmode="lin" valueType="num">
                                      <p:cBhvr>
                                        <p:cTn id="49" dur="1000" fill="hold"/>
                                        <p:tgtEl>
                                          <p:spTgt spid="34"/>
                                        </p:tgtEl>
                                        <p:attrNameLst>
                                          <p:attrName>ppt_x</p:attrName>
                                        </p:attrNameLst>
                                      </p:cBhvr>
                                      <p:tavLst>
                                        <p:tav tm="0">
                                          <p:val>
                                            <p:strVal val="#ppt_x"/>
                                          </p:val>
                                        </p:tav>
                                        <p:tav tm="100000">
                                          <p:val>
                                            <p:strVal val="#ppt_x"/>
                                          </p:val>
                                        </p:tav>
                                      </p:tavLst>
                                    </p:anim>
                                    <p:anim calcmode="lin" valueType="num">
                                      <p:cBhvr>
                                        <p:cTn id="50" dur="1000" fill="hold"/>
                                        <p:tgtEl>
                                          <p:spTgt spid="34"/>
                                        </p:tgtEl>
                                        <p:attrNameLst>
                                          <p:attrName>ppt_y</p:attrName>
                                        </p:attrNameLst>
                                      </p:cBhvr>
                                      <p:tavLst>
                                        <p:tav tm="0">
                                          <p:val>
                                            <p:strVal val="#ppt_y+.1"/>
                                          </p:val>
                                        </p:tav>
                                        <p:tav tm="100000">
                                          <p:val>
                                            <p:strVal val="#ppt_y"/>
                                          </p:val>
                                        </p:tav>
                                      </p:tavLst>
                                    </p:anim>
                                  </p:childTnLst>
                                </p:cTn>
                              </p:par>
                            </p:childTnLst>
                          </p:cTn>
                        </p:par>
                        <p:par>
                          <p:cTn id="51" fill="hold" nodeType="afterGroup">
                            <p:stCondLst>
                              <p:cond delay="2000"/>
                            </p:stCondLst>
                            <p:childTnLst>
                              <p:par>
                                <p:cTn id="52" presetID="42" presetClass="entr" presetSubtype="0"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1000"/>
                                        <p:tgtEl>
                                          <p:spTgt spid="28"/>
                                        </p:tgtEl>
                                      </p:cBhvr>
                                    </p:animEffect>
                                    <p:anim calcmode="lin" valueType="num">
                                      <p:cBhvr>
                                        <p:cTn id="55" dur="1000" fill="hold"/>
                                        <p:tgtEl>
                                          <p:spTgt spid="28"/>
                                        </p:tgtEl>
                                        <p:attrNameLst>
                                          <p:attrName>ppt_x</p:attrName>
                                        </p:attrNameLst>
                                      </p:cBhvr>
                                      <p:tavLst>
                                        <p:tav tm="0">
                                          <p:val>
                                            <p:strVal val="#ppt_x"/>
                                          </p:val>
                                        </p:tav>
                                        <p:tav tm="100000">
                                          <p:val>
                                            <p:strVal val="#ppt_x"/>
                                          </p:val>
                                        </p:tav>
                                      </p:tavLst>
                                    </p:anim>
                                    <p:anim calcmode="lin" valueType="num">
                                      <p:cBhvr>
                                        <p:cTn id="56" dur="1000" fill="hold"/>
                                        <p:tgtEl>
                                          <p:spTgt spid="28"/>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1000"/>
                                        <p:tgtEl>
                                          <p:spTgt spid="29"/>
                                        </p:tgtEl>
                                      </p:cBhvr>
                                    </p:animEffect>
                                    <p:anim calcmode="lin" valueType="num">
                                      <p:cBhvr>
                                        <p:cTn id="60" dur="1000" fill="hold"/>
                                        <p:tgtEl>
                                          <p:spTgt spid="29"/>
                                        </p:tgtEl>
                                        <p:attrNameLst>
                                          <p:attrName>ppt_x</p:attrName>
                                        </p:attrNameLst>
                                      </p:cBhvr>
                                      <p:tavLst>
                                        <p:tav tm="0">
                                          <p:val>
                                            <p:strVal val="#ppt_x"/>
                                          </p:val>
                                        </p:tav>
                                        <p:tav tm="100000">
                                          <p:val>
                                            <p:strVal val="#ppt_x"/>
                                          </p:val>
                                        </p:tav>
                                      </p:tavLst>
                                    </p:anim>
                                    <p:anim calcmode="lin" valueType="num">
                                      <p:cBhvr>
                                        <p:cTn id="61" dur="1000" fill="hold"/>
                                        <p:tgtEl>
                                          <p:spTgt spid="29"/>
                                        </p:tgtEl>
                                        <p:attrNameLst>
                                          <p:attrName>ppt_y</p:attrName>
                                        </p:attrNameLst>
                                      </p:cBhvr>
                                      <p:tavLst>
                                        <p:tav tm="0">
                                          <p:val>
                                            <p:strVal val="#ppt_y+.1"/>
                                          </p:val>
                                        </p:tav>
                                        <p:tav tm="100000">
                                          <p:val>
                                            <p:strVal val="#ppt_y"/>
                                          </p:val>
                                        </p:tav>
                                      </p:tavLst>
                                    </p:anim>
                                  </p:childTnLst>
                                </p:cTn>
                              </p:par>
                            </p:childTnLst>
                          </p:cTn>
                        </p:par>
                        <p:par>
                          <p:cTn id="62" fill="hold" nodeType="afterGroup">
                            <p:stCondLst>
                              <p:cond delay="3000"/>
                            </p:stCondLst>
                            <p:childTnLst>
                              <p:par>
                                <p:cTn id="63" presetID="42" presetClass="entr" presetSubtype="0" fill="hold" grpId="0" nodeType="after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1000"/>
                                        <p:tgtEl>
                                          <p:spTgt spid="30"/>
                                        </p:tgtEl>
                                      </p:cBhvr>
                                    </p:animEffect>
                                    <p:anim calcmode="lin" valueType="num">
                                      <p:cBhvr>
                                        <p:cTn id="66" dur="1000" fill="hold"/>
                                        <p:tgtEl>
                                          <p:spTgt spid="30"/>
                                        </p:tgtEl>
                                        <p:attrNameLst>
                                          <p:attrName>ppt_x</p:attrName>
                                        </p:attrNameLst>
                                      </p:cBhvr>
                                      <p:tavLst>
                                        <p:tav tm="0">
                                          <p:val>
                                            <p:strVal val="#ppt_x"/>
                                          </p:val>
                                        </p:tav>
                                        <p:tav tm="100000">
                                          <p:val>
                                            <p:strVal val="#ppt_x"/>
                                          </p:val>
                                        </p:tav>
                                      </p:tavLst>
                                    </p:anim>
                                    <p:anim calcmode="lin" valueType="num">
                                      <p:cBhvr>
                                        <p:cTn id="67" dur="1000" fill="hold"/>
                                        <p:tgtEl>
                                          <p:spTgt spid="30"/>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1000"/>
                                        <p:tgtEl>
                                          <p:spTgt spid="31"/>
                                        </p:tgtEl>
                                      </p:cBhvr>
                                    </p:animEffect>
                                    <p:anim calcmode="lin" valueType="num">
                                      <p:cBhvr>
                                        <p:cTn id="71" dur="1000" fill="hold"/>
                                        <p:tgtEl>
                                          <p:spTgt spid="31"/>
                                        </p:tgtEl>
                                        <p:attrNameLst>
                                          <p:attrName>ppt_x</p:attrName>
                                        </p:attrNameLst>
                                      </p:cBhvr>
                                      <p:tavLst>
                                        <p:tav tm="0">
                                          <p:val>
                                            <p:strVal val="#ppt_x"/>
                                          </p:val>
                                        </p:tav>
                                        <p:tav tm="100000">
                                          <p:val>
                                            <p:strVal val="#ppt_x"/>
                                          </p:val>
                                        </p:tav>
                                      </p:tavLst>
                                    </p:anim>
                                    <p:anim calcmode="lin" valueType="num">
                                      <p:cBhvr>
                                        <p:cTn id="72"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19" grpId="0" bldLvl="0" animBg="1"/>
      <p:bldP spid="20" grpId="0" bldLvl="0" animBg="1"/>
      <p:bldP spid="22" grpId="0"/>
      <p:bldP spid="33" grpId="0" bldLvl="0" animBg="1"/>
      <p:bldP spid="34" grpId="0" bldLvl="0" animBg="1"/>
      <p:bldP spid="28" grpId="0" bldLvl="0" animBg="1"/>
      <p:bldP spid="29" grpId="0" bldLvl="0" animBg="1"/>
      <p:bldP spid="30" grpId="0" bldLvl="0" animBg="1"/>
      <p:bldP spid="31"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59b77bab208b0"/>
          <p:cNvPicPr>
            <a:picLocks noChangeAspect="1"/>
          </p:cNvPicPr>
          <p:nvPr/>
        </p:nvPicPr>
        <p:blipFill>
          <a:blip r:embed="R1da10523646d4c58"/>
          <a:stretch>
            <a:fillRect/>
          </a:stretch>
        </p:blipFill>
        <p:spPr>
          <a:xfrm>
            <a:off x="0" y="0"/>
            <a:ext cx="12184380" cy="6857365"/>
          </a:xfrm>
          <a:prstGeom prst="rect">
            <a:avLst/>
          </a:prstGeom>
        </p:spPr>
      </p:pic>
      <p:sp>
        <p:nvSpPr>
          <p:cNvPr id="5" name="矩形 4"/>
          <p:cNvSpPr/>
          <p:nvPr/>
        </p:nvSpPr>
        <p:spPr>
          <a:xfrm rot="16200000">
            <a:off x="1224915" y="-1224280"/>
            <a:ext cx="9742805" cy="12192000"/>
          </a:xfrm>
          <a:prstGeom prst="rect">
            <a:avLst/>
          </a:prstGeom>
          <a:gradFill>
            <a:gsLst>
              <a:gs pos="19000">
                <a:schemeClr val="tx2">
                  <a:lumMod val="75000"/>
                  <a:lumOff val="25000"/>
                  <a:alpha val="0"/>
                </a:schemeClr>
              </a:gs>
              <a:gs pos="92000">
                <a:schemeClr val="accent1">
                  <a:lumMod val="50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文本框 7"/>
          <p:cNvSpPr txBox="1"/>
          <p:nvPr/>
        </p:nvSpPr>
        <p:spPr>
          <a:xfrm rot="5400000">
            <a:off x="-1520228" y="3336668"/>
            <a:ext cx="3952874" cy="183515"/>
          </a:xfrm>
          <a:prstGeom prst="rect">
            <a:avLst/>
          </a:prstGeom>
          <a:noFill/>
        </p:spPr>
        <p:txBody>
          <a:bodyPr wrap="square" rtlCol="0">
            <a:spAutoFit/>
          </a:bodyPr>
          <a:lstStyle/>
          <a:p>
            <a:pPr algn="dist"/>
            <a:r>
              <a:rPr lang="en-US" altLang="zh-CN" sz="600">
                <a:solidFill>
                  <a:schemeClr val="accent1">
                    <a:lumMod val="75000"/>
                  </a:schemeClr>
                </a:solidFill>
                <a:effectLst>
                  <a:outerShdw blurRad="381000" algn="ctr" rotWithShape="0">
                    <a:prstClr val="black">
                      <a:alpha val="25000"/>
                    </a:prstClr>
                  </a:outerShdw>
                </a:effectLst>
                <a:cs typeface="+mn-ea"/>
                <a:sym typeface="+mn-lt"/>
              </a:rPr>
              <a:t>DESIGNED BY IBOTU</a:t>
            </a:r>
          </a:p>
        </p:txBody>
      </p:sp>
      <p:sp>
        <p:nvSpPr>
          <p:cNvPr id="9" name="图文框 8"/>
          <p:cNvSpPr/>
          <p:nvPr/>
        </p:nvSpPr>
        <p:spPr>
          <a:xfrm>
            <a:off x="11296103" y="426488"/>
            <a:ext cx="517962" cy="517962"/>
          </a:xfrm>
          <a:prstGeom prst="frame">
            <a:avLst>
              <a:gd name="adj1" fmla="val 5842"/>
            </a:avLst>
          </a:prstGeom>
          <a:solidFill>
            <a:schemeClr val="bg1">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92360" y="467044"/>
            <a:ext cx="723900" cy="260350"/>
          </a:xfrm>
          <a:prstGeom prst="rect">
            <a:avLst/>
          </a:prstGeom>
          <a:noFill/>
        </p:spPr>
        <p:txBody>
          <a:bodyPr wrap="square" rtlCol="0">
            <a:spAutoFit/>
          </a:bodyPr>
          <a:lstStyle/>
          <a:p>
            <a:pPr algn="ctr"/>
            <a:r>
              <a:rPr lang="en-US" altLang="zh-CN" sz="1100" b="1">
                <a:solidFill>
                  <a:schemeClr val="bg1">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94051" y="651597"/>
            <a:ext cx="723900" cy="260350"/>
          </a:xfrm>
          <a:prstGeom prst="rect">
            <a:avLst/>
          </a:prstGeom>
          <a:noFill/>
        </p:spPr>
        <p:txBody>
          <a:bodyPr wrap="square" rtlCol="0">
            <a:spAutoFit/>
          </a:bodyPr>
          <a:lstStyle/>
          <a:p>
            <a:pPr algn="ctr"/>
            <a:r>
              <a:rPr lang="en-US" altLang="zh-CN" sz="1100" b="1">
                <a:solidFill>
                  <a:schemeClr val="bg1">
                    <a:alpha val="50000"/>
                  </a:schemeClr>
                </a:solidFill>
                <a:effectLst>
                  <a:outerShdw blurRad="381000" algn="ctr" rotWithShape="0">
                    <a:prstClr val="black">
                      <a:alpha val="25000"/>
                    </a:prstClr>
                  </a:outerShdw>
                </a:effectLst>
                <a:cs typeface="+mn-ea"/>
                <a:sym typeface="+mn-lt"/>
              </a:rPr>
              <a:t>RAY</a:t>
            </a:r>
          </a:p>
        </p:txBody>
      </p:sp>
      <p:sp>
        <p:nvSpPr>
          <p:cNvPr id="12" name="矩形 11"/>
          <p:cNvSpPr/>
          <p:nvPr/>
        </p:nvSpPr>
        <p:spPr>
          <a:xfrm>
            <a:off x="405679" y="1011726"/>
            <a:ext cx="517962" cy="45719"/>
          </a:xfrm>
          <a:prstGeom prst="rect">
            <a:avLst/>
          </a:prstGeom>
          <a:gradFill>
            <a:gsLst>
              <a:gs pos="50000">
                <a:schemeClr val="accent1">
                  <a:lumMod val="75000"/>
                  <a:alpha val="27000"/>
                </a:schemeClr>
              </a:gs>
              <a:gs pos="0">
                <a:schemeClr val="bg1">
                  <a:lumMod val="95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3" name="文本框 12"/>
          <p:cNvSpPr txBox="1"/>
          <p:nvPr/>
        </p:nvSpPr>
        <p:spPr>
          <a:xfrm>
            <a:off x="320843" y="426488"/>
            <a:ext cx="1060425" cy="533400"/>
          </a:xfrm>
          <a:prstGeom prst="rect">
            <a:avLst/>
          </a:prstGeom>
          <a:noFill/>
        </p:spPr>
        <p:txBody>
          <a:bodyPr wrap="square" rtlCol="0">
            <a:spAutoFit/>
          </a:bodyPr>
          <a:lstStyle/>
          <a:p>
            <a:pPr>
              <a:lnSpc>
                <a:spcPct val="120000"/>
              </a:lnSpc>
            </a:pPr>
            <a:r>
              <a:rPr lang="en-US" altLang="zh-CN" sz="1200" b="1">
                <a:solidFill>
                  <a:schemeClr val="accent1">
                    <a:lumMod val="75000"/>
                    <a:alpha val="50000"/>
                  </a:schemeClr>
                </a:solidFill>
                <a:effectLst>
                  <a:outerShdw blurRad="381000" algn="ctr" rotWithShape="0">
                    <a:prstClr val="black">
                      <a:alpha val="25000"/>
                    </a:prstClr>
                  </a:outerShdw>
                </a:effectLst>
                <a:cs typeface="+mn-ea"/>
                <a:sym typeface="+mn-lt"/>
              </a:rPr>
              <a:t>HEY</a:t>
            </a:r>
          </a:p>
          <a:p>
            <a:pPr>
              <a:lnSpc>
                <a:spcPct val="120000"/>
              </a:lnSpc>
            </a:pPr>
            <a:r>
              <a:rPr lang="en-US" altLang="zh-CN" sz="1200" b="1">
                <a:solidFill>
                  <a:schemeClr val="accent1">
                    <a:lumMod val="75000"/>
                    <a:alpha val="50000"/>
                  </a:schemeClr>
                </a:solidFill>
                <a:effectLst>
                  <a:outerShdw blurRad="381000" algn="ctr" rotWithShape="0">
                    <a:prstClr val="black">
                      <a:alpha val="25000"/>
                    </a:prstClr>
                  </a:outerShdw>
                </a:effectLst>
                <a:cs typeface="+mn-ea"/>
                <a:sym typeface="+mn-lt"/>
              </a:rPr>
              <a:t>WAKE UP!</a:t>
            </a:r>
          </a:p>
        </p:txBody>
      </p:sp>
      <p:sp>
        <p:nvSpPr>
          <p:cNvPr id="14" name="文本框 13"/>
          <p:cNvSpPr txBox="1"/>
          <p:nvPr/>
        </p:nvSpPr>
        <p:spPr>
          <a:xfrm>
            <a:off x="239448" y="5619771"/>
            <a:ext cx="1060426" cy="533400"/>
          </a:xfrm>
          <a:prstGeom prst="rect">
            <a:avLst/>
          </a:prstGeom>
          <a:noFill/>
        </p:spPr>
        <p:txBody>
          <a:bodyPr wrap="square" rtlCol="0">
            <a:spAutoFit/>
          </a:bodyPr>
          <a:lstStyle/>
          <a:p>
            <a:pPr>
              <a:lnSpc>
                <a:spcPct val="120000"/>
              </a:lnSpc>
            </a:pPr>
            <a:r>
              <a:rPr lang="en-US" altLang="zh-CN" sz="1200" b="1">
                <a:solidFill>
                  <a:schemeClr val="accent1">
                    <a:lumMod val="75000"/>
                  </a:schemeClr>
                </a:solidFill>
                <a:effectLst>
                  <a:outerShdw blurRad="381000" algn="ctr" rotWithShape="0">
                    <a:prstClr val="black">
                      <a:alpha val="25000"/>
                    </a:prstClr>
                  </a:outerShdw>
                </a:effectLst>
                <a:cs typeface="+mn-ea"/>
                <a:sym typeface="+mn-lt"/>
              </a:rPr>
              <a:t>DO SOME</a:t>
            </a:r>
          </a:p>
          <a:p>
            <a:pPr>
              <a:lnSpc>
                <a:spcPct val="120000"/>
              </a:lnSpc>
            </a:pPr>
            <a:r>
              <a:rPr lang="en-US" altLang="zh-CN" sz="1200" b="1">
                <a:solidFill>
                  <a:schemeClr val="accent1">
                    <a:lumMod val="75000"/>
                  </a:schemeClr>
                </a:solidFill>
                <a:effectLst>
                  <a:outerShdw blurRad="381000" algn="ctr" rotWithShape="0">
                    <a:prstClr val="black">
                      <a:alpha val="25000"/>
                    </a:prstClr>
                  </a:outerShdw>
                </a:effectLst>
                <a:cs typeface="+mn-ea"/>
                <a:sym typeface="+mn-lt"/>
              </a:rPr>
              <a:t>THINGS!</a:t>
            </a:r>
          </a:p>
        </p:txBody>
      </p:sp>
      <p:sp>
        <p:nvSpPr>
          <p:cNvPr id="16" name="矩形 15"/>
          <p:cNvSpPr/>
          <p:nvPr/>
        </p:nvSpPr>
        <p:spPr>
          <a:xfrm>
            <a:off x="11334115" y="5721985"/>
            <a:ext cx="440690" cy="76200"/>
          </a:xfrm>
          <a:prstGeom prst="rect">
            <a:avLst/>
          </a:prstGeom>
          <a:solidFill>
            <a:schemeClr val="bg1">
              <a:alpha val="62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ffectLst>
                <a:outerShdw blurRad="381000" algn="ctr" rotWithShape="0">
                  <a:prstClr val="black">
                    <a:alpha val="25000"/>
                  </a:prstClr>
                </a:outerShdw>
              </a:effectLst>
              <a:cs typeface="+mn-ea"/>
              <a:sym typeface="+mn-lt"/>
            </a:endParaRPr>
          </a:p>
        </p:txBody>
      </p:sp>
      <p:sp>
        <p:nvSpPr>
          <p:cNvPr id="6" name="文本框 5"/>
          <p:cNvSpPr txBox="1"/>
          <p:nvPr/>
        </p:nvSpPr>
        <p:spPr>
          <a:xfrm rot="5400000">
            <a:off x="9745942" y="3336668"/>
            <a:ext cx="3952874" cy="183515"/>
          </a:xfrm>
          <a:prstGeom prst="rect">
            <a:avLst/>
          </a:prstGeom>
          <a:noFill/>
        </p:spPr>
        <p:txBody>
          <a:bodyPr wrap="square" rtlCol="0">
            <a:spAutoFit/>
          </a:bodyPr>
          <a:lstStyle/>
          <a:p>
            <a:pPr algn="dist"/>
            <a:r>
              <a:rPr lang="en-US" altLang="zh-CN" sz="600">
                <a:solidFill>
                  <a:schemeClr val="bg1">
                    <a:alpha val="68000"/>
                  </a:schemeClr>
                </a:solidFill>
                <a:effectLst>
                  <a:outerShdw blurRad="381000" algn="ctr" rotWithShape="0">
                    <a:prstClr val="black">
                      <a:alpha val="25000"/>
                    </a:prstClr>
                  </a:outerShdw>
                </a:effectLst>
                <a:cs typeface="+mn-ea"/>
                <a:sym typeface="+mn-lt"/>
              </a:rPr>
              <a:t>DESIGNED BY IBOTU</a:t>
            </a:r>
          </a:p>
        </p:txBody>
      </p:sp>
      <p:sp>
        <p:nvSpPr>
          <p:cNvPr id="7" name="矩形 6"/>
          <p:cNvSpPr/>
          <p:nvPr/>
        </p:nvSpPr>
        <p:spPr>
          <a:xfrm>
            <a:off x="5577205" y="1699260"/>
            <a:ext cx="5417820" cy="3457575"/>
          </a:xfrm>
          <a:prstGeom prst="rect">
            <a:avLst/>
          </a:prstGeom>
          <a:noFill/>
          <a:ln w="85725" cmpd="sng">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2" name="矩形 71"/>
          <p:cNvSpPr/>
          <p:nvPr/>
        </p:nvSpPr>
        <p:spPr>
          <a:xfrm>
            <a:off x="6116320" y="4170045"/>
            <a:ext cx="4602480" cy="368300"/>
          </a:xfrm>
          <a:prstGeom prst="rect">
            <a:avLst/>
          </a:prstGeom>
        </p:spPr>
        <p:txBody>
          <a:bodyPr wrap="square">
            <a:spAutoFit/>
          </a:bodyPr>
          <a:lstStyle/>
          <a:p>
            <a:pPr algn="dist">
              <a:spcBef>
                <a:spcPct val="0"/>
              </a:spcBef>
            </a:pPr>
            <a:r>
              <a:rPr lang="en-US" altLang="zh-CN">
                <a:solidFill>
                  <a:schemeClr val="bg1"/>
                </a:solidFill>
                <a:cs typeface="+mn-ea"/>
                <a:sym typeface="+mn-lt"/>
              </a:rPr>
              <a:t>Please add the title here</a:t>
            </a:r>
          </a:p>
        </p:txBody>
      </p:sp>
      <p:sp>
        <p:nvSpPr>
          <p:cNvPr id="31" name="文本框 30"/>
          <p:cNvSpPr txBox="1"/>
          <p:nvPr/>
        </p:nvSpPr>
        <p:spPr>
          <a:xfrm>
            <a:off x="6017260" y="3242945"/>
            <a:ext cx="4800600" cy="768350"/>
          </a:xfrm>
          <a:prstGeom prst="rect">
            <a:avLst/>
          </a:prstGeom>
          <a:noFill/>
        </p:spPr>
        <p:txBody>
          <a:bodyPr wrap="square" rtlCol="0">
            <a:spAutoFit/>
          </a:bodyPr>
          <a:lstStyle/>
          <a:p>
            <a:pPr algn="dist"/>
            <a:r>
              <a:rPr lang="zh-CN" altLang="en-US" sz="4400">
                <a:solidFill>
                  <a:schemeClr val="bg1"/>
                </a:solidFill>
                <a:effectLst/>
                <a:cs typeface="+mn-ea"/>
                <a:sym typeface="+mn-lt"/>
              </a:rPr>
              <a:t>未来工作计划</a:t>
            </a:r>
          </a:p>
        </p:txBody>
      </p:sp>
      <p:sp>
        <p:nvSpPr>
          <p:cNvPr id="18" name="矩形 17"/>
          <p:cNvSpPr/>
          <p:nvPr/>
        </p:nvSpPr>
        <p:spPr>
          <a:xfrm>
            <a:off x="6017260" y="2293620"/>
            <a:ext cx="2614930" cy="706755"/>
          </a:xfrm>
          <a:prstGeom prst="rect">
            <a:avLst/>
          </a:prstGeom>
        </p:spPr>
        <p:txBody>
          <a:bodyPr wrap="square">
            <a:spAutoFit/>
          </a:bodyPr>
          <a:lstStyle/>
          <a:p>
            <a:pPr algn="dist">
              <a:spcBef>
                <a:spcPct val="0"/>
              </a:spcBef>
            </a:pPr>
            <a:r>
              <a:rPr lang="en-US" altLang="zh-CN" sz="4000">
                <a:solidFill>
                  <a:schemeClr val="bg1"/>
                </a:solidFill>
                <a:cs typeface="+mn-ea"/>
                <a:sym typeface="+mn-lt"/>
              </a:rPr>
              <a:t>PART .04</a:t>
            </a:r>
          </a:p>
        </p:txBody>
      </p:sp>
    </p:spTree>
    <p:custDataLst>
      <p:tags r:id="R21b4c245a3bd41bb"/>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1000" fill="hold"/>
                                        <p:tgtEl>
                                          <p:spTgt spid="12"/>
                                        </p:tgtEl>
                                        <p:attrNameLst>
                                          <p:attrName>ppt_w</p:attrName>
                                        </p:attrNameLst>
                                      </p:cBhvr>
                                      <p:tavLst>
                                        <p:tav tm="0">
                                          <p:val>
                                            <p:strVal val="#ppt_w*0.70"/>
                                          </p:val>
                                        </p:tav>
                                        <p:tav tm="100000">
                                          <p:val>
                                            <p:strVal val="#ppt_w"/>
                                          </p:val>
                                        </p:tav>
                                      </p:tavLst>
                                    </p:anim>
                                    <p:anim calcmode="lin" valueType="num">
                                      <p:cBhvr>
                                        <p:cTn id="13" dur="1000" fill="hold"/>
                                        <p:tgtEl>
                                          <p:spTgt spid="12"/>
                                        </p:tgtEl>
                                        <p:attrNameLst>
                                          <p:attrName>ppt_h</p:attrName>
                                        </p:attrNameLst>
                                      </p:cBhvr>
                                      <p:tavLst>
                                        <p:tav tm="0">
                                          <p:val>
                                            <p:strVal val="#ppt_h"/>
                                          </p:val>
                                        </p:tav>
                                        <p:tav tm="100000">
                                          <p:val>
                                            <p:strVal val="#ppt_h"/>
                                          </p:val>
                                        </p:tav>
                                      </p:tavLst>
                                    </p:anim>
                                    <p:animEffect transition="in" filter="fade">
                                      <p:cBhvr>
                                        <p:cTn id="14" dur="1000"/>
                                        <p:tgtEl>
                                          <p:spTgt spid="12"/>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1000" fill="hold"/>
                                        <p:tgtEl>
                                          <p:spTgt spid="13"/>
                                        </p:tgtEl>
                                        <p:attrNameLst>
                                          <p:attrName>ppt_w</p:attrName>
                                        </p:attrNameLst>
                                      </p:cBhvr>
                                      <p:tavLst>
                                        <p:tav tm="0">
                                          <p:val>
                                            <p:strVal val="#ppt_w*0.70"/>
                                          </p:val>
                                        </p:tav>
                                        <p:tav tm="100000">
                                          <p:val>
                                            <p:strVal val="#ppt_w"/>
                                          </p:val>
                                        </p:tav>
                                      </p:tavLst>
                                    </p:anim>
                                    <p:anim calcmode="lin" valueType="num">
                                      <p:cBhvr>
                                        <p:cTn id="18" dur="1000" fill="hold"/>
                                        <p:tgtEl>
                                          <p:spTgt spid="13"/>
                                        </p:tgtEl>
                                        <p:attrNameLst>
                                          <p:attrName>ppt_h</p:attrName>
                                        </p:attrNameLst>
                                      </p:cBhvr>
                                      <p:tavLst>
                                        <p:tav tm="0">
                                          <p:val>
                                            <p:strVal val="#ppt_h"/>
                                          </p:val>
                                        </p:tav>
                                        <p:tav tm="100000">
                                          <p:val>
                                            <p:strVal val="#ppt_h"/>
                                          </p:val>
                                        </p:tav>
                                      </p:tavLst>
                                    </p:anim>
                                    <p:animEffect transition="in" filter="fade">
                                      <p:cBhvr>
                                        <p:cTn id="19" dur="1000"/>
                                        <p:tgtEl>
                                          <p:spTgt spid="13"/>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1000" fill="hold"/>
                                        <p:tgtEl>
                                          <p:spTgt spid="14"/>
                                        </p:tgtEl>
                                        <p:attrNameLst>
                                          <p:attrName>ppt_w</p:attrName>
                                        </p:attrNameLst>
                                      </p:cBhvr>
                                      <p:tavLst>
                                        <p:tav tm="0">
                                          <p:val>
                                            <p:strVal val="#ppt_w*0.70"/>
                                          </p:val>
                                        </p:tav>
                                        <p:tav tm="100000">
                                          <p:val>
                                            <p:strVal val="#ppt_w"/>
                                          </p:val>
                                        </p:tav>
                                      </p:tavLst>
                                    </p:anim>
                                    <p:anim calcmode="lin" valueType="num">
                                      <p:cBhvr>
                                        <p:cTn id="23" dur="1000" fill="hold"/>
                                        <p:tgtEl>
                                          <p:spTgt spid="14"/>
                                        </p:tgtEl>
                                        <p:attrNameLst>
                                          <p:attrName>ppt_h</p:attrName>
                                        </p:attrNameLst>
                                      </p:cBhvr>
                                      <p:tavLst>
                                        <p:tav tm="0">
                                          <p:val>
                                            <p:strVal val="#ppt_h"/>
                                          </p:val>
                                        </p:tav>
                                        <p:tav tm="100000">
                                          <p:val>
                                            <p:strVal val="#ppt_h"/>
                                          </p:val>
                                        </p:tav>
                                      </p:tavLst>
                                    </p:anim>
                                    <p:animEffect transition="in" filter="fade">
                                      <p:cBhvr>
                                        <p:cTn id="24" dur="1000"/>
                                        <p:tgtEl>
                                          <p:spTgt spid="14"/>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1000" fill="hold"/>
                                        <p:tgtEl>
                                          <p:spTgt spid="11"/>
                                        </p:tgtEl>
                                        <p:attrNameLst>
                                          <p:attrName>ppt_w</p:attrName>
                                        </p:attrNameLst>
                                      </p:cBhvr>
                                      <p:tavLst>
                                        <p:tav tm="0">
                                          <p:val>
                                            <p:strVal val="#ppt_w*0.70"/>
                                          </p:val>
                                        </p:tav>
                                        <p:tav tm="100000">
                                          <p:val>
                                            <p:strVal val="#ppt_w"/>
                                          </p:val>
                                        </p:tav>
                                      </p:tavLst>
                                    </p:anim>
                                    <p:anim calcmode="lin" valueType="num">
                                      <p:cBhvr>
                                        <p:cTn id="28" dur="1000" fill="hold"/>
                                        <p:tgtEl>
                                          <p:spTgt spid="11"/>
                                        </p:tgtEl>
                                        <p:attrNameLst>
                                          <p:attrName>ppt_h</p:attrName>
                                        </p:attrNameLst>
                                      </p:cBhvr>
                                      <p:tavLst>
                                        <p:tav tm="0">
                                          <p:val>
                                            <p:strVal val="#ppt_h"/>
                                          </p:val>
                                        </p:tav>
                                        <p:tav tm="100000">
                                          <p:val>
                                            <p:strVal val="#ppt_h"/>
                                          </p:val>
                                        </p:tav>
                                      </p:tavLst>
                                    </p:anim>
                                    <p:animEffect transition="in" filter="fade">
                                      <p:cBhvr>
                                        <p:cTn id="29" dur="1000"/>
                                        <p:tgtEl>
                                          <p:spTgt spid="11"/>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1000" fill="hold"/>
                                        <p:tgtEl>
                                          <p:spTgt spid="10"/>
                                        </p:tgtEl>
                                        <p:attrNameLst>
                                          <p:attrName>ppt_w</p:attrName>
                                        </p:attrNameLst>
                                      </p:cBhvr>
                                      <p:tavLst>
                                        <p:tav tm="0">
                                          <p:val>
                                            <p:strVal val="#ppt_w*0.70"/>
                                          </p:val>
                                        </p:tav>
                                        <p:tav tm="100000">
                                          <p:val>
                                            <p:strVal val="#ppt_w"/>
                                          </p:val>
                                        </p:tav>
                                      </p:tavLst>
                                    </p:anim>
                                    <p:anim calcmode="lin" valueType="num">
                                      <p:cBhvr>
                                        <p:cTn id="33" dur="1000" fill="hold"/>
                                        <p:tgtEl>
                                          <p:spTgt spid="10"/>
                                        </p:tgtEl>
                                        <p:attrNameLst>
                                          <p:attrName>ppt_h</p:attrName>
                                        </p:attrNameLst>
                                      </p:cBhvr>
                                      <p:tavLst>
                                        <p:tav tm="0">
                                          <p:val>
                                            <p:strVal val="#ppt_h"/>
                                          </p:val>
                                        </p:tav>
                                        <p:tav tm="100000">
                                          <p:val>
                                            <p:strVal val="#ppt_h"/>
                                          </p:val>
                                        </p:tav>
                                      </p:tavLst>
                                    </p:anim>
                                    <p:animEffect transition="in" filter="fade">
                                      <p:cBhvr>
                                        <p:cTn id="34" dur="1000"/>
                                        <p:tgtEl>
                                          <p:spTgt spid="10"/>
                                        </p:tgtEl>
                                      </p:cBhvr>
                                    </p:animEffect>
                                  </p:childTnLst>
                                </p:cTn>
                              </p:par>
                              <p:par>
                                <p:cTn id="35" presetID="55"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1000" fill="hold"/>
                                        <p:tgtEl>
                                          <p:spTgt spid="9"/>
                                        </p:tgtEl>
                                        <p:attrNameLst>
                                          <p:attrName>ppt_w</p:attrName>
                                        </p:attrNameLst>
                                      </p:cBhvr>
                                      <p:tavLst>
                                        <p:tav tm="0">
                                          <p:val>
                                            <p:strVal val="#ppt_w*0.70"/>
                                          </p:val>
                                        </p:tav>
                                        <p:tav tm="100000">
                                          <p:val>
                                            <p:strVal val="#ppt_w"/>
                                          </p:val>
                                        </p:tav>
                                      </p:tavLst>
                                    </p:anim>
                                    <p:anim calcmode="lin" valueType="num">
                                      <p:cBhvr>
                                        <p:cTn id="38" dur="1000" fill="hold"/>
                                        <p:tgtEl>
                                          <p:spTgt spid="9"/>
                                        </p:tgtEl>
                                        <p:attrNameLst>
                                          <p:attrName>ppt_h</p:attrName>
                                        </p:attrNameLst>
                                      </p:cBhvr>
                                      <p:tavLst>
                                        <p:tav tm="0">
                                          <p:val>
                                            <p:strVal val="#ppt_h"/>
                                          </p:val>
                                        </p:tav>
                                        <p:tav tm="100000">
                                          <p:val>
                                            <p:strVal val="#ppt_h"/>
                                          </p:val>
                                        </p:tav>
                                      </p:tavLst>
                                    </p:anim>
                                    <p:animEffect transition="in" filter="fade">
                                      <p:cBhvr>
                                        <p:cTn id="39" dur="1000"/>
                                        <p:tgtEl>
                                          <p:spTgt spid="9"/>
                                        </p:tgtEl>
                                      </p:cBhvr>
                                    </p:animEffect>
                                  </p:childTnLst>
                                </p:cTn>
                              </p:par>
                              <p:par>
                                <p:cTn id="40" presetID="55" presetClass="entr" presetSubtype="0"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1000" fill="hold"/>
                                        <p:tgtEl>
                                          <p:spTgt spid="6"/>
                                        </p:tgtEl>
                                        <p:attrNameLst>
                                          <p:attrName>ppt_w</p:attrName>
                                        </p:attrNameLst>
                                      </p:cBhvr>
                                      <p:tavLst>
                                        <p:tav tm="0">
                                          <p:val>
                                            <p:strVal val="#ppt_w*0.70"/>
                                          </p:val>
                                        </p:tav>
                                        <p:tav tm="100000">
                                          <p:val>
                                            <p:strVal val="#ppt_w"/>
                                          </p:val>
                                        </p:tav>
                                      </p:tavLst>
                                    </p:anim>
                                    <p:anim calcmode="lin" valueType="num">
                                      <p:cBhvr>
                                        <p:cTn id="43" dur="1000" fill="hold"/>
                                        <p:tgtEl>
                                          <p:spTgt spid="6"/>
                                        </p:tgtEl>
                                        <p:attrNameLst>
                                          <p:attrName>ppt_h</p:attrName>
                                        </p:attrNameLst>
                                      </p:cBhvr>
                                      <p:tavLst>
                                        <p:tav tm="0">
                                          <p:val>
                                            <p:strVal val="#ppt_h"/>
                                          </p:val>
                                        </p:tav>
                                        <p:tav tm="100000">
                                          <p:val>
                                            <p:strVal val="#ppt_h"/>
                                          </p:val>
                                        </p:tav>
                                      </p:tavLst>
                                    </p:anim>
                                    <p:animEffect transition="in" filter="fade">
                                      <p:cBhvr>
                                        <p:cTn id="44" dur="1000"/>
                                        <p:tgtEl>
                                          <p:spTgt spid="6"/>
                                        </p:tgtEl>
                                      </p:cBhvr>
                                    </p:animEffect>
                                  </p:childTnLst>
                                </p:cTn>
                              </p:par>
                              <p:par>
                                <p:cTn id="45" presetID="55"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p:cTn id="47" dur="1000" fill="hold"/>
                                        <p:tgtEl>
                                          <p:spTgt spid="16"/>
                                        </p:tgtEl>
                                        <p:attrNameLst>
                                          <p:attrName>ppt_w</p:attrName>
                                        </p:attrNameLst>
                                      </p:cBhvr>
                                      <p:tavLst>
                                        <p:tav tm="0">
                                          <p:val>
                                            <p:strVal val="#ppt_w*0.70"/>
                                          </p:val>
                                        </p:tav>
                                        <p:tav tm="100000">
                                          <p:val>
                                            <p:strVal val="#ppt_w"/>
                                          </p:val>
                                        </p:tav>
                                      </p:tavLst>
                                    </p:anim>
                                    <p:anim calcmode="lin" valueType="num">
                                      <p:cBhvr>
                                        <p:cTn id="48" dur="1000" fill="hold"/>
                                        <p:tgtEl>
                                          <p:spTgt spid="16"/>
                                        </p:tgtEl>
                                        <p:attrNameLst>
                                          <p:attrName>ppt_h</p:attrName>
                                        </p:attrNameLst>
                                      </p:cBhvr>
                                      <p:tavLst>
                                        <p:tav tm="0">
                                          <p:val>
                                            <p:strVal val="#ppt_h"/>
                                          </p:val>
                                        </p:tav>
                                        <p:tav tm="100000">
                                          <p:val>
                                            <p:strVal val="#ppt_h"/>
                                          </p:val>
                                        </p:tav>
                                      </p:tavLst>
                                    </p:anim>
                                    <p:animEffect transition="in" filter="fade">
                                      <p:cBhvr>
                                        <p:cTn id="49" dur="1000"/>
                                        <p:tgtEl>
                                          <p:spTgt spid="16"/>
                                        </p:tgtEl>
                                      </p:cBhvr>
                                    </p:animEffect>
                                  </p:childTnLst>
                                </p:cTn>
                              </p:par>
                            </p:childTnLst>
                          </p:cTn>
                        </p:par>
                        <p:par>
                          <p:cTn id="50" fill="hold" nodeType="afterGroup">
                            <p:stCondLst>
                              <p:cond delay="1000"/>
                            </p:stCondLst>
                            <p:childTnLst>
                              <p:par>
                                <p:cTn id="51" presetID="3" presetClass="entr" presetSubtype="10" fill="hold" grpId="0" nodeType="after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blinds(horizontal)">
                                      <p:cBhvr>
                                        <p:cTn id="53" dur="500"/>
                                        <p:tgtEl>
                                          <p:spTgt spid="7"/>
                                        </p:tgtEl>
                                      </p:cBhvr>
                                    </p:animEffect>
                                  </p:childTnLst>
                                </p:cTn>
                              </p:par>
                            </p:childTnLst>
                          </p:cTn>
                        </p:par>
                        <p:par>
                          <p:cTn id="54" fill="hold" nodeType="afterGroup">
                            <p:stCondLst>
                              <p:cond delay="1500"/>
                            </p:stCondLst>
                            <p:childTnLst>
                              <p:par>
                                <p:cTn id="55" presetID="47" presetClass="entr" presetSubtype="0" fill="hold" grpId="0" nodeType="afterEffect">
                                  <p:stCondLst>
                                    <p:cond delay="0"/>
                                  </p:stCondLst>
                                  <p:childTnLst>
                                    <p:set>
                                      <p:cBhvr>
                                        <p:cTn id="56" dur="1" fill="hold">
                                          <p:stCondLst>
                                            <p:cond delay="0"/>
                                          </p:stCondLst>
                                        </p:cTn>
                                        <p:tgtEl>
                                          <p:spTgt spid="72"/>
                                        </p:tgtEl>
                                        <p:attrNameLst>
                                          <p:attrName>style.visibility</p:attrName>
                                        </p:attrNameLst>
                                      </p:cBhvr>
                                      <p:to>
                                        <p:strVal val="visible"/>
                                      </p:to>
                                    </p:set>
                                    <p:animEffect transition="in" filter="fade">
                                      <p:cBhvr>
                                        <p:cTn id="57" dur="1000"/>
                                        <p:tgtEl>
                                          <p:spTgt spid="72"/>
                                        </p:tgtEl>
                                      </p:cBhvr>
                                    </p:animEffect>
                                    <p:anim calcmode="lin" valueType="num">
                                      <p:cBhvr>
                                        <p:cTn id="58" dur="1000" fill="hold"/>
                                        <p:tgtEl>
                                          <p:spTgt spid="72"/>
                                        </p:tgtEl>
                                        <p:attrNameLst>
                                          <p:attrName>ppt_x</p:attrName>
                                        </p:attrNameLst>
                                      </p:cBhvr>
                                      <p:tavLst>
                                        <p:tav tm="0">
                                          <p:val>
                                            <p:strVal val="#ppt_x"/>
                                          </p:val>
                                        </p:tav>
                                        <p:tav tm="100000">
                                          <p:val>
                                            <p:strVal val="#ppt_x"/>
                                          </p:val>
                                        </p:tav>
                                      </p:tavLst>
                                    </p:anim>
                                    <p:anim calcmode="lin" valueType="num">
                                      <p:cBhvr>
                                        <p:cTn id="59" dur="1000" fill="hold"/>
                                        <p:tgtEl>
                                          <p:spTgt spid="72"/>
                                        </p:tgtEl>
                                        <p:attrNameLst>
                                          <p:attrName>ppt_y</p:attrName>
                                        </p:attrNameLst>
                                      </p:cBhvr>
                                      <p:tavLst>
                                        <p:tav tm="0">
                                          <p:val>
                                            <p:strVal val="#ppt_y-.1"/>
                                          </p:val>
                                        </p:tav>
                                        <p:tav tm="100000">
                                          <p:val>
                                            <p:strVal val="#ppt_y"/>
                                          </p:val>
                                        </p:tav>
                                      </p:tavLst>
                                    </p:anim>
                                  </p:childTnLst>
                                </p:cTn>
                              </p:par>
                              <p:par>
                                <p:cTn id="60" presetID="47" presetClass="entr" presetSubtype="0" fill="hold" grpId="0" nodeType="with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1000"/>
                                        <p:tgtEl>
                                          <p:spTgt spid="31"/>
                                        </p:tgtEl>
                                      </p:cBhvr>
                                    </p:animEffect>
                                    <p:anim calcmode="lin" valueType="num">
                                      <p:cBhvr>
                                        <p:cTn id="63" dur="1000" fill="hold"/>
                                        <p:tgtEl>
                                          <p:spTgt spid="31"/>
                                        </p:tgtEl>
                                        <p:attrNameLst>
                                          <p:attrName>ppt_x</p:attrName>
                                        </p:attrNameLst>
                                      </p:cBhvr>
                                      <p:tavLst>
                                        <p:tav tm="0">
                                          <p:val>
                                            <p:strVal val="#ppt_x"/>
                                          </p:val>
                                        </p:tav>
                                        <p:tav tm="100000">
                                          <p:val>
                                            <p:strVal val="#ppt_x"/>
                                          </p:val>
                                        </p:tav>
                                      </p:tavLst>
                                    </p:anim>
                                    <p:anim calcmode="lin" valueType="num">
                                      <p:cBhvr>
                                        <p:cTn id="64" dur="1000" fill="hold"/>
                                        <p:tgtEl>
                                          <p:spTgt spid="31"/>
                                        </p:tgtEl>
                                        <p:attrNameLst>
                                          <p:attrName>ppt_y</p:attrName>
                                        </p:attrNameLst>
                                      </p:cBhvr>
                                      <p:tavLst>
                                        <p:tav tm="0">
                                          <p:val>
                                            <p:strVal val="#ppt_y-.1"/>
                                          </p:val>
                                        </p:tav>
                                        <p:tav tm="100000">
                                          <p:val>
                                            <p:strVal val="#ppt_y"/>
                                          </p:val>
                                        </p:tav>
                                      </p:tavLst>
                                    </p:anim>
                                  </p:childTnLst>
                                </p:cTn>
                              </p:par>
                            </p:childTnLst>
                          </p:cTn>
                        </p:par>
                        <p:par>
                          <p:cTn id="65" fill="hold" nodeType="afterGroup">
                            <p:stCondLst>
                              <p:cond delay="2500"/>
                            </p:stCondLst>
                            <p:childTnLst>
                              <p:par>
                                <p:cTn id="66" presetID="47" presetClass="entr" presetSubtype="0" fill="hold" grpId="0" nodeType="after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1000"/>
                                        <p:tgtEl>
                                          <p:spTgt spid="18"/>
                                        </p:tgtEl>
                                      </p:cBhvr>
                                    </p:animEffect>
                                    <p:anim calcmode="lin" valueType="num">
                                      <p:cBhvr>
                                        <p:cTn id="69" dur="1000" fill="hold"/>
                                        <p:tgtEl>
                                          <p:spTgt spid="18"/>
                                        </p:tgtEl>
                                        <p:attrNameLst>
                                          <p:attrName>ppt_x</p:attrName>
                                        </p:attrNameLst>
                                      </p:cBhvr>
                                      <p:tavLst>
                                        <p:tav tm="0">
                                          <p:val>
                                            <p:strVal val="#ppt_x"/>
                                          </p:val>
                                        </p:tav>
                                        <p:tav tm="100000">
                                          <p:val>
                                            <p:strVal val="#ppt_x"/>
                                          </p:val>
                                        </p:tav>
                                      </p:tavLst>
                                    </p:anim>
                                    <p:anim calcmode="lin" valueType="num">
                                      <p:cBhvr>
                                        <p:cTn id="7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ldLvl="0" animBg="1"/>
      <p:bldP spid="10" grpId="0"/>
      <p:bldP spid="11" grpId="0"/>
      <p:bldP spid="12" grpId="0" bldLvl="0" animBg="1"/>
      <p:bldP spid="13" grpId="0"/>
      <p:bldP spid="14" grpId="0"/>
      <p:bldP spid="16" grpId="0" bldLvl="0" animBg="1"/>
      <p:bldP spid="6" grpId="0"/>
      <p:bldP spid="7" grpId="0" bldLvl="0" animBg="1"/>
      <p:bldP spid="72" grpId="0"/>
      <p:bldP spid="31" grpId="0"/>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8000"/>
          </a:schemeClr>
        </a:solidFill>
        <a:effectLst/>
      </p:bgPr>
    </p:bg>
    <p:spTree>
      <p:nvGrpSpPr>
        <p:cNvPr id="1" name=""/>
        <p:cNvGrpSpPr/>
        <p:nvPr/>
      </p:nvGrpSpPr>
      <p:grpSpPr>
        <a:xfrm>
          <a:off x="0" y="0"/>
          <a:ext cx="0" cy="0"/>
          <a:chOff x="0" y="0"/>
          <a:chExt cx="0" cy="0"/>
        </a:xfrm>
      </p:grpSpPr>
      <p:sp>
        <p:nvSpPr>
          <p:cNvPr id="12" name="矩形 11"/>
          <p:cNvSpPr/>
          <p:nvPr/>
        </p:nvSpPr>
        <p:spPr>
          <a:xfrm>
            <a:off x="610784" y="755821"/>
            <a:ext cx="517962" cy="45719"/>
          </a:xfrm>
          <a:prstGeom prst="rect">
            <a:avLst/>
          </a:prstGeom>
          <a:gradFill>
            <a:gsLst>
              <a:gs pos="50000">
                <a:schemeClr val="accent1">
                  <a:lumMod val="75000"/>
                  <a:alpha val="29000"/>
                </a:schemeClr>
              </a:gs>
              <a:gs pos="0">
                <a:schemeClr val="accent1">
                  <a:lumMod val="50000"/>
                  <a:alpha val="63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21" name="文本框 20"/>
          <p:cNvSpPr txBox="1"/>
          <p:nvPr/>
        </p:nvSpPr>
        <p:spPr>
          <a:xfrm>
            <a:off x="534670" y="380365"/>
            <a:ext cx="1605280" cy="337185"/>
          </a:xfrm>
          <a:prstGeom prst="rect">
            <a:avLst/>
          </a:prstGeom>
          <a:noFill/>
        </p:spPr>
        <p:txBody>
          <a:bodyPr wrap="square" rtlCol="0">
            <a:spAutoFit/>
          </a:bodyPr>
          <a:lstStyle/>
          <a:p>
            <a:pPr algn="dist"/>
            <a:r>
              <a:rPr lang="en-US" altLang="zh-CN" sz="1600" b="1" err="1">
                <a:solidFill>
                  <a:schemeClr val="accent1">
                    <a:lumMod val="50000"/>
                  </a:schemeClr>
                </a:solidFill>
                <a:cs typeface="+mn-ea"/>
                <a:sym typeface="+mn-lt"/>
              </a:rPr>
              <a:t>PART.04</a:t>
            </a:r>
          </a:p>
        </p:txBody>
      </p:sp>
      <p:sp>
        <p:nvSpPr>
          <p:cNvPr id="9" name="图文框 8"/>
          <p:cNvSpPr/>
          <p:nvPr/>
        </p:nvSpPr>
        <p:spPr>
          <a:xfrm>
            <a:off x="11207203" y="5963688"/>
            <a:ext cx="517962" cy="517962"/>
          </a:xfrm>
          <a:prstGeom prst="frame">
            <a:avLst>
              <a:gd name="adj1" fmla="val 5842"/>
            </a:avLst>
          </a:prstGeom>
          <a:solidFill>
            <a:schemeClr val="accent1">
              <a:lumMod val="75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03460" y="60042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05151" y="61887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pic>
        <p:nvPicPr>
          <p:cNvPr id="5" name="图片 4" descr="C:\Users\111\Desktop\59b77bab208b0.jpg59b77bab208b0"/>
          <p:cNvPicPr preferRelativeResize="0">
            <a:picLocks noChangeAspect="1"/>
          </p:cNvPicPr>
          <p:nvPr/>
        </p:nvPicPr>
        <p:blipFill>
          <a:blip r:embed="R6b07f7e2c88c4a9a"/>
          <a:stretch>
            <a:fillRect/>
          </a:stretch>
        </p:blipFill>
        <p:spPr>
          <a:xfrm>
            <a:off x="5491480" y="1223645"/>
            <a:ext cx="6699885" cy="3590925"/>
          </a:xfrm>
          <a:prstGeom prst="rect">
            <a:avLst/>
          </a:prstGeom>
          <a:blipFill rotWithShape="1">
            <a:blip r:embed="R6b07f7e2c88c4a9a"/>
            <a:stretch>
              <a:fillRect b="1000"/>
            </a:stretch>
          </a:blipFill>
          <a:effectLst>
            <a:outerShdw blurRad="381000" algn="ctr" rotWithShape="0">
              <a:prstClr val="black">
                <a:alpha val="25000"/>
              </a:prstClr>
            </a:outerShdw>
          </a:effectLst>
        </p:spPr>
      </p:pic>
      <p:sp>
        <p:nvSpPr>
          <p:cNvPr id="6" name="矩形 5"/>
          <p:cNvSpPr/>
          <p:nvPr/>
        </p:nvSpPr>
        <p:spPr>
          <a:xfrm>
            <a:off x="5491615" y="4814521"/>
            <a:ext cx="6700385" cy="752475"/>
          </a:xfrm>
          <a:prstGeom prst="rect">
            <a:avLst/>
          </a:prstGeom>
          <a:solidFill>
            <a:schemeClr val="bg1">
              <a:lumMod val="95000"/>
            </a:schemeClr>
          </a:solidFill>
          <a:ln>
            <a:gradFill>
              <a:gsLst>
                <a:gs pos="0">
                  <a:schemeClr val="accent1"/>
                </a:gs>
                <a:gs pos="9000">
                  <a:schemeClr val="accent1">
                    <a:alpha val="0"/>
                  </a:schemeClr>
                </a:gs>
              </a:gsLst>
              <a:lin ang="19200000" scaled="0"/>
            </a:grad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6"/>
          <p:cNvSpPr/>
          <p:nvPr/>
        </p:nvSpPr>
        <p:spPr>
          <a:xfrm>
            <a:off x="5951220" y="4814521"/>
            <a:ext cx="533400" cy="533400"/>
          </a:xfrm>
          <a:prstGeom prst="rect">
            <a:avLst/>
          </a:prstGeom>
          <a:solidFill>
            <a:schemeClr val="accent1">
              <a:lumMod val="50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7"/>
          <p:cNvSpPr/>
          <p:nvPr/>
        </p:nvSpPr>
        <p:spPr>
          <a:xfrm>
            <a:off x="6677525" y="4814521"/>
            <a:ext cx="533400" cy="533400"/>
          </a:xfrm>
          <a:prstGeom prst="rect">
            <a:avLst/>
          </a:prstGeom>
          <a:solidFill>
            <a:schemeClr val="accent1">
              <a:lumMod val="50000"/>
              <a:alpha val="85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矩形 1"/>
          <p:cNvSpPr/>
          <p:nvPr/>
        </p:nvSpPr>
        <p:spPr>
          <a:xfrm>
            <a:off x="7390995" y="4814521"/>
            <a:ext cx="533400" cy="533400"/>
          </a:xfrm>
          <a:prstGeom prst="rect">
            <a:avLst/>
          </a:prstGeom>
          <a:solidFill>
            <a:schemeClr val="accent1">
              <a:lumMod val="50000"/>
              <a:alpha val="66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矩形 2"/>
          <p:cNvSpPr/>
          <p:nvPr/>
        </p:nvSpPr>
        <p:spPr>
          <a:xfrm>
            <a:off x="8117300" y="4814521"/>
            <a:ext cx="533400" cy="533400"/>
          </a:xfrm>
          <a:prstGeom prst="rect">
            <a:avLst/>
          </a:prstGeom>
          <a:solidFill>
            <a:schemeClr val="accent1">
              <a:lumMod val="50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4" name="图形 11" descr="笔记本电脑"/>
          <p:cNvPicPr>
            <a:picLocks noChangeAspect="1"/>
          </p:cNvPicPr>
          <p:nvPr/>
        </p:nvPicPr>
        <p:blipFill>
          <a:blip r:embed="R55c71aec2c154f10" cstate="print">
            <a:extLst>
              <a:ext uri="{28A0092B-C50C-407E-A947-70E740481C1C}">
                <a14:useLocalDpi xmlns:a14="http://schemas.microsoft.com/office/drawing/2010/main" val="0"/>
              </a:ext>
            </a:extLst>
          </a:blip>
          <a:stretch>
            <a:fillRect/>
          </a:stretch>
        </p:blipFill>
        <p:spPr>
          <a:xfrm>
            <a:off x="6066682" y="4929981"/>
            <a:ext cx="302475" cy="302475"/>
          </a:xfrm>
          <a:prstGeom prst="rect">
            <a:avLst/>
          </a:prstGeom>
          <a:effectLst>
            <a:outerShdw blurRad="381000" algn="ctr" rotWithShape="0">
              <a:prstClr val="black">
                <a:alpha val="25000"/>
              </a:prstClr>
            </a:outerShdw>
          </a:effectLst>
        </p:spPr>
      </p:pic>
      <p:pic>
        <p:nvPicPr>
          <p:cNvPr id="14" name="图形 13" descr="光盘"/>
          <p:cNvPicPr>
            <a:picLocks noChangeAspect="1"/>
          </p:cNvPicPr>
          <p:nvPr/>
        </p:nvPicPr>
        <p:blipFill>
          <a:blip>
            <a:extLst>
              <a:ext uri="{28A0092B-C50C-407E-A947-70E740481C1C}">
                <a14:useLocalDpi xmlns:a14="http://schemas.microsoft.com/office/drawing/2010/main" val="0"/>
              </a:ext>
            </a:extLst>
          </a:blip>
          <a:stretch>
            <a:fillRect/>
          </a:stretch>
        </p:blipFill>
        <p:spPr>
          <a:xfrm>
            <a:off x="6792987" y="4929983"/>
            <a:ext cx="302475" cy="302475"/>
          </a:xfrm>
          <a:prstGeom prst="rect">
            <a:avLst/>
          </a:prstGeom>
          <a:effectLst>
            <a:outerShdw blurRad="381000" algn="ctr" rotWithShape="0">
              <a:prstClr val="black">
                <a:alpha val="25000"/>
              </a:prstClr>
            </a:outerShdw>
          </a:effectLst>
        </p:spPr>
      </p:pic>
      <p:pic>
        <p:nvPicPr>
          <p:cNvPr id="16" name="图形 15" descr="磁盘"/>
          <p:cNvPicPr>
            <a:picLocks noChangeAspect="1"/>
          </p:cNvPicPr>
          <p:nvPr/>
        </p:nvPicPr>
        <p:blipFill>
          <a:blip>
            <a:extLst>
              <a:ext uri="{28A0092B-C50C-407E-A947-70E740481C1C}">
                <a14:useLocalDpi xmlns:a14="http://schemas.microsoft.com/office/drawing/2010/main" val="0"/>
              </a:ext>
            </a:extLst>
          </a:blip>
          <a:stretch>
            <a:fillRect/>
          </a:stretch>
        </p:blipFill>
        <p:spPr>
          <a:xfrm>
            <a:off x="7506457" y="4929983"/>
            <a:ext cx="302475" cy="302475"/>
          </a:xfrm>
          <a:prstGeom prst="rect">
            <a:avLst/>
          </a:prstGeom>
          <a:effectLst>
            <a:outerShdw blurRad="381000" algn="ctr" rotWithShape="0">
              <a:prstClr val="black">
                <a:alpha val="25000"/>
              </a:prstClr>
            </a:outerShdw>
          </a:effectLst>
        </p:spPr>
      </p:pic>
      <p:pic>
        <p:nvPicPr>
          <p:cNvPr id="18" name="图形 17" descr="USB"/>
          <p:cNvPicPr>
            <a:picLocks noChangeAspect="1"/>
          </p:cNvPicPr>
          <p:nvPr/>
        </p:nvPicPr>
        <p:blipFill>
          <a:blip>
            <a:extLst>
              <a:ext uri="{28A0092B-C50C-407E-A947-70E740481C1C}">
                <a14:useLocalDpi xmlns:a14="http://schemas.microsoft.com/office/drawing/2010/main" val="0"/>
              </a:ext>
            </a:extLst>
          </a:blip>
          <a:stretch>
            <a:fillRect/>
          </a:stretch>
        </p:blipFill>
        <p:spPr>
          <a:xfrm>
            <a:off x="8232762" y="4929982"/>
            <a:ext cx="302475" cy="302475"/>
          </a:xfrm>
          <a:prstGeom prst="rect">
            <a:avLst/>
          </a:prstGeom>
          <a:effectLst>
            <a:outerShdw blurRad="381000" algn="ctr" rotWithShape="0">
              <a:prstClr val="black">
                <a:alpha val="25000"/>
              </a:prstClr>
            </a:outerShdw>
          </a:effectLst>
        </p:spPr>
      </p:pic>
      <p:sp>
        <p:nvSpPr>
          <p:cNvPr id="19" name="矩形 18"/>
          <p:cNvSpPr/>
          <p:nvPr/>
        </p:nvSpPr>
        <p:spPr>
          <a:xfrm>
            <a:off x="8886257" y="4929981"/>
            <a:ext cx="3194862" cy="450215"/>
          </a:xfrm>
          <a:prstGeom prst="rect">
            <a:avLst/>
          </a:prstGeom>
          <a:noFill/>
          <a:effectLst>
            <a:outerShdw blurRad="381000" algn="ctr" rotWithShape="0">
              <a:prstClr val="black">
                <a:alpha val="25000"/>
              </a:prstClr>
            </a:outerShdw>
          </a:effectLst>
        </p:spPr>
        <p:txBody>
          <a:bodyPr wrap="square" rtlCol="0">
            <a:spAutoFit/>
          </a:bodyPr>
          <a:lstStyle/>
          <a:p>
            <a:pPr>
              <a:lnSpc>
                <a:spcPct val="130000"/>
              </a:lnSpc>
            </a:pPr>
            <a:r>
              <a:rPr lang="en-US" altLang="zh-CN" sz="900">
                <a:solidFill>
                  <a:schemeClr val="tx2"/>
                </a:solidFill>
                <a:effectLst/>
                <a:cs typeface="+mn-ea"/>
                <a:sym typeface="+mn-lt"/>
              </a:rPr>
              <a:t>R</a:t>
            </a:r>
            <a:r>
              <a:rPr lang="zh-CN" altLang="en-US" sz="900">
                <a:solidFill>
                  <a:schemeClr val="tx2"/>
                </a:solidFill>
                <a:effectLst/>
                <a:cs typeface="+mn-ea"/>
                <a:sym typeface="+mn-lt"/>
              </a:rPr>
              <a:t>em ipsum dolor sit amet, consectetur adipiscing elit, sed do eiusmod tempor incididunt ut labore et dolore</a:t>
            </a:r>
          </a:p>
        </p:txBody>
      </p:sp>
      <p:sp>
        <p:nvSpPr>
          <p:cNvPr id="13" name="矩形 1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1233805" y="3965701"/>
            <a:ext cx="3290351" cy="1036759"/>
          </a:xfrm>
          <a:prstGeom prst="rect">
            <a:avLst/>
          </a:prstGeom>
        </p:spPr>
        <p:txBody>
          <a:bodyPr wrap="square">
            <a:spAutoFit/>
          </a:bodyPr>
          <a:lstStyle/>
          <a:p>
            <a:pPr lvl="0" fontAlgn="base">
              <a:lnSpc>
                <a:spcPct val="150000"/>
              </a:lnSpc>
              <a:spcBef>
                <a:spcPct val="0"/>
              </a:spcBef>
              <a:spcAft>
                <a:spcPct val="0"/>
              </a:spcAft>
            </a:pPr>
            <a:r>
              <a:rPr lang="en-US" altLang="zh-CN" sz="1050">
                <a:solidFill>
                  <a:schemeClr val="tx1">
                    <a:lumMod val="65000"/>
                    <a:lumOff val="35000"/>
                  </a:schemeClr>
                </a:solidFill>
                <a:cs typeface="+mn-ea"/>
                <a:sym typeface="+mn-lt"/>
              </a:rPr>
              <a:t>Lorem ipsum dolor sit amet, consectetuer adipiscing elit. Aenean commodo ligula eget dolor. Cum sociis natoque penatibus et magnis dis parturient montes, nascetur ridiculus mus. </a:t>
            </a:r>
          </a:p>
        </p:txBody>
      </p:sp>
      <p:sp>
        <p:nvSpPr>
          <p:cNvPr id="15" name="文本框 14"/>
          <p:cNvSpPr txBox="1"/>
          <p:nvPr/>
        </p:nvSpPr>
        <p:spPr>
          <a:xfrm>
            <a:off x="1234440" y="1713230"/>
            <a:ext cx="3814445" cy="1938020"/>
          </a:xfrm>
          <a:prstGeom prst="rect">
            <a:avLst/>
          </a:prstGeom>
          <a:noFill/>
        </p:spPr>
        <p:txBody>
          <a:bodyPr wrap="square" rtlCol="0">
            <a:spAutoFit/>
          </a:bodyPr>
          <a:lstStyle/>
          <a:p>
            <a:r>
              <a:rPr lang="en-US" altLang="zh-CN" sz="4000">
                <a:solidFill>
                  <a:schemeClr val="accent1">
                    <a:lumMod val="50000"/>
                  </a:schemeClr>
                </a:solidFill>
                <a:cs typeface="+mn-ea"/>
                <a:sym typeface="+mn-lt"/>
              </a:rPr>
              <a:t>Work Plan</a:t>
            </a:r>
          </a:p>
          <a:p>
            <a:r>
              <a:rPr lang="en-US" altLang="zh-CN" sz="4000">
                <a:solidFill>
                  <a:schemeClr val="accent1">
                    <a:lumMod val="50000"/>
                  </a:schemeClr>
                </a:solidFill>
                <a:cs typeface="+mn-ea"/>
                <a:sym typeface="+mn-lt"/>
              </a:rPr>
              <a:t>In Future</a:t>
            </a:r>
          </a:p>
          <a:p>
            <a:r>
              <a:rPr lang="zh-CN" altLang="en-US" sz="4000">
                <a:solidFill>
                  <a:schemeClr val="accent1">
                    <a:lumMod val="50000"/>
                  </a:schemeClr>
                </a:solidFill>
                <a:cs typeface="+mn-ea"/>
                <a:sym typeface="+mn-lt"/>
              </a:rPr>
              <a:t>未来工作计划</a:t>
            </a:r>
          </a:p>
        </p:txBody>
      </p:sp>
    </p:spTree>
    <p:custDataLst>
      <p:tags r:id="R92addac5995f4675"/>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par>
                          <p:cTn id="15" fill="hold" nodeType="afterGroup">
                            <p:stCondLst>
                              <p:cond delay="1000"/>
                            </p:stCondLst>
                            <p:childTnLst>
                              <p:par>
                                <p:cTn id="16" presetID="55"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1000" fill="hold"/>
                                        <p:tgtEl>
                                          <p:spTgt spid="5"/>
                                        </p:tgtEl>
                                        <p:attrNameLst>
                                          <p:attrName>ppt_w</p:attrName>
                                        </p:attrNameLst>
                                      </p:cBhvr>
                                      <p:tavLst>
                                        <p:tav tm="0">
                                          <p:val>
                                            <p:strVal val="#ppt_w*0.70"/>
                                          </p:val>
                                        </p:tav>
                                        <p:tav tm="100000">
                                          <p:val>
                                            <p:strVal val="#ppt_w"/>
                                          </p:val>
                                        </p:tav>
                                      </p:tavLst>
                                    </p:anim>
                                    <p:anim calcmode="lin" valueType="num">
                                      <p:cBhvr>
                                        <p:cTn id="19" dur="1000" fill="hold"/>
                                        <p:tgtEl>
                                          <p:spTgt spid="5"/>
                                        </p:tgtEl>
                                        <p:attrNameLst>
                                          <p:attrName>ppt_h</p:attrName>
                                        </p:attrNameLst>
                                      </p:cBhvr>
                                      <p:tavLst>
                                        <p:tav tm="0">
                                          <p:val>
                                            <p:strVal val="#ppt_h"/>
                                          </p:val>
                                        </p:tav>
                                        <p:tav tm="100000">
                                          <p:val>
                                            <p:strVal val="#ppt_h"/>
                                          </p:val>
                                        </p:tav>
                                      </p:tavLst>
                                    </p:anim>
                                    <p:animEffect transition="in" filter="fade">
                                      <p:cBhvr>
                                        <p:cTn id="20" dur="1000"/>
                                        <p:tgtEl>
                                          <p:spTgt spid="5"/>
                                        </p:tgtEl>
                                      </p:cBhvr>
                                    </p:animEffect>
                                  </p:childTnLst>
                                </p:cTn>
                              </p:par>
                              <p:par>
                                <p:cTn id="21" presetID="55"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strVal val="#ppt_w*0.70"/>
                                          </p:val>
                                        </p:tav>
                                        <p:tav tm="100000">
                                          <p:val>
                                            <p:strVal val="#ppt_w"/>
                                          </p:val>
                                        </p:tav>
                                      </p:tavLst>
                                    </p:anim>
                                    <p:anim calcmode="lin" valueType="num">
                                      <p:cBhvr>
                                        <p:cTn id="24" dur="1000" fill="hold"/>
                                        <p:tgtEl>
                                          <p:spTgt spid="6"/>
                                        </p:tgtEl>
                                        <p:attrNameLst>
                                          <p:attrName>ppt_h</p:attrName>
                                        </p:attrNameLst>
                                      </p:cBhvr>
                                      <p:tavLst>
                                        <p:tav tm="0">
                                          <p:val>
                                            <p:strVal val="#ppt_h"/>
                                          </p:val>
                                        </p:tav>
                                        <p:tav tm="100000">
                                          <p:val>
                                            <p:strVal val="#ppt_h"/>
                                          </p:val>
                                        </p:tav>
                                      </p:tavLst>
                                    </p:anim>
                                    <p:animEffect transition="in" filter="fade">
                                      <p:cBhvr>
                                        <p:cTn id="25" dur="1000"/>
                                        <p:tgtEl>
                                          <p:spTgt spid="6"/>
                                        </p:tgtEl>
                                      </p:cBhvr>
                                    </p:animEffect>
                                  </p:childTnLst>
                                </p:cTn>
                              </p:par>
                              <p:par>
                                <p:cTn id="26" presetID="55"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p:cTn id="28" dur="1000" fill="hold"/>
                                        <p:tgtEl>
                                          <p:spTgt spid="7"/>
                                        </p:tgtEl>
                                        <p:attrNameLst>
                                          <p:attrName>ppt_w</p:attrName>
                                        </p:attrNameLst>
                                      </p:cBhvr>
                                      <p:tavLst>
                                        <p:tav tm="0">
                                          <p:val>
                                            <p:strVal val="#ppt_w*0.70"/>
                                          </p:val>
                                        </p:tav>
                                        <p:tav tm="100000">
                                          <p:val>
                                            <p:strVal val="#ppt_w"/>
                                          </p:val>
                                        </p:tav>
                                      </p:tavLst>
                                    </p:anim>
                                    <p:anim calcmode="lin" valueType="num">
                                      <p:cBhvr>
                                        <p:cTn id="29" dur="1000" fill="hold"/>
                                        <p:tgtEl>
                                          <p:spTgt spid="7"/>
                                        </p:tgtEl>
                                        <p:attrNameLst>
                                          <p:attrName>ppt_h</p:attrName>
                                        </p:attrNameLst>
                                      </p:cBhvr>
                                      <p:tavLst>
                                        <p:tav tm="0">
                                          <p:val>
                                            <p:strVal val="#ppt_h"/>
                                          </p:val>
                                        </p:tav>
                                        <p:tav tm="100000">
                                          <p:val>
                                            <p:strVal val="#ppt_h"/>
                                          </p:val>
                                        </p:tav>
                                      </p:tavLst>
                                    </p:anim>
                                    <p:animEffect transition="in" filter="fade">
                                      <p:cBhvr>
                                        <p:cTn id="30" dur="1000"/>
                                        <p:tgtEl>
                                          <p:spTgt spid="7"/>
                                        </p:tgtEl>
                                      </p:cBhvr>
                                    </p:animEffect>
                                  </p:childTnLst>
                                </p:cTn>
                              </p:par>
                              <p:par>
                                <p:cTn id="31" presetID="55"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p:cTn id="33" dur="1000" fill="hold"/>
                                        <p:tgtEl>
                                          <p:spTgt spid="8"/>
                                        </p:tgtEl>
                                        <p:attrNameLst>
                                          <p:attrName>ppt_w</p:attrName>
                                        </p:attrNameLst>
                                      </p:cBhvr>
                                      <p:tavLst>
                                        <p:tav tm="0">
                                          <p:val>
                                            <p:strVal val="#ppt_w*0.70"/>
                                          </p:val>
                                        </p:tav>
                                        <p:tav tm="100000">
                                          <p:val>
                                            <p:strVal val="#ppt_w"/>
                                          </p:val>
                                        </p:tav>
                                      </p:tavLst>
                                    </p:anim>
                                    <p:anim calcmode="lin" valueType="num">
                                      <p:cBhvr>
                                        <p:cTn id="34" dur="1000" fill="hold"/>
                                        <p:tgtEl>
                                          <p:spTgt spid="8"/>
                                        </p:tgtEl>
                                        <p:attrNameLst>
                                          <p:attrName>ppt_h</p:attrName>
                                        </p:attrNameLst>
                                      </p:cBhvr>
                                      <p:tavLst>
                                        <p:tav tm="0">
                                          <p:val>
                                            <p:strVal val="#ppt_h"/>
                                          </p:val>
                                        </p:tav>
                                        <p:tav tm="100000">
                                          <p:val>
                                            <p:strVal val="#ppt_h"/>
                                          </p:val>
                                        </p:tav>
                                      </p:tavLst>
                                    </p:anim>
                                    <p:animEffect transition="in" filter="fade">
                                      <p:cBhvr>
                                        <p:cTn id="35" dur="1000"/>
                                        <p:tgtEl>
                                          <p:spTgt spid="8"/>
                                        </p:tgtEl>
                                      </p:cBhvr>
                                    </p:animEffect>
                                  </p:childTnLst>
                                </p:cTn>
                              </p:par>
                              <p:par>
                                <p:cTn id="36" presetID="55" presetClass="entr" presetSubtype="0" fill="hold" grpId="0" nodeType="withEffect">
                                  <p:stCondLst>
                                    <p:cond delay="0"/>
                                  </p:stCondLst>
                                  <p:childTnLst>
                                    <p:set>
                                      <p:cBhvr>
                                        <p:cTn id="37" dur="1" fill="hold">
                                          <p:stCondLst>
                                            <p:cond delay="0"/>
                                          </p:stCondLst>
                                        </p:cTn>
                                        <p:tgtEl>
                                          <p:spTgt spid="2"/>
                                        </p:tgtEl>
                                        <p:attrNameLst>
                                          <p:attrName>style.visibility</p:attrName>
                                        </p:attrNameLst>
                                      </p:cBhvr>
                                      <p:to>
                                        <p:strVal val="visible"/>
                                      </p:to>
                                    </p:set>
                                    <p:anim calcmode="lin" valueType="num">
                                      <p:cBhvr>
                                        <p:cTn id="38" dur="1000" fill="hold"/>
                                        <p:tgtEl>
                                          <p:spTgt spid="2"/>
                                        </p:tgtEl>
                                        <p:attrNameLst>
                                          <p:attrName>ppt_w</p:attrName>
                                        </p:attrNameLst>
                                      </p:cBhvr>
                                      <p:tavLst>
                                        <p:tav tm="0">
                                          <p:val>
                                            <p:strVal val="#ppt_w*0.70"/>
                                          </p:val>
                                        </p:tav>
                                        <p:tav tm="100000">
                                          <p:val>
                                            <p:strVal val="#ppt_w"/>
                                          </p:val>
                                        </p:tav>
                                      </p:tavLst>
                                    </p:anim>
                                    <p:anim calcmode="lin" valueType="num">
                                      <p:cBhvr>
                                        <p:cTn id="39" dur="1000" fill="hold"/>
                                        <p:tgtEl>
                                          <p:spTgt spid="2"/>
                                        </p:tgtEl>
                                        <p:attrNameLst>
                                          <p:attrName>ppt_h</p:attrName>
                                        </p:attrNameLst>
                                      </p:cBhvr>
                                      <p:tavLst>
                                        <p:tav tm="0">
                                          <p:val>
                                            <p:strVal val="#ppt_h"/>
                                          </p:val>
                                        </p:tav>
                                        <p:tav tm="100000">
                                          <p:val>
                                            <p:strVal val="#ppt_h"/>
                                          </p:val>
                                        </p:tav>
                                      </p:tavLst>
                                    </p:anim>
                                    <p:animEffect transition="in" filter="fade">
                                      <p:cBhvr>
                                        <p:cTn id="40" dur="1000"/>
                                        <p:tgtEl>
                                          <p:spTgt spid="2"/>
                                        </p:tgtEl>
                                      </p:cBhvr>
                                    </p:animEffect>
                                  </p:childTnLst>
                                </p:cTn>
                              </p:par>
                              <p:par>
                                <p:cTn id="41" presetID="55" presetClass="entr" presetSubtype="0" fill="hold" grpId="0" nodeType="with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p:cTn id="43" dur="1000" fill="hold"/>
                                        <p:tgtEl>
                                          <p:spTgt spid="3"/>
                                        </p:tgtEl>
                                        <p:attrNameLst>
                                          <p:attrName>ppt_w</p:attrName>
                                        </p:attrNameLst>
                                      </p:cBhvr>
                                      <p:tavLst>
                                        <p:tav tm="0">
                                          <p:val>
                                            <p:strVal val="#ppt_w*0.70"/>
                                          </p:val>
                                        </p:tav>
                                        <p:tav tm="100000">
                                          <p:val>
                                            <p:strVal val="#ppt_w"/>
                                          </p:val>
                                        </p:tav>
                                      </p:tavLst>
                                    </p:anim>
                                    <p:anim calcmode="lin" valueType="num">
                                      <p:cBhvr>
                                        <p:cTn id="44" dur="1000" fill="hold"/>
                                        <p:tgtEl>
                                          <p:spTgt spid="3"/>
                                        </p:tgtEl>
                                        <p:attrNameLst>
                                          <p:attrName>ppt_h</p:attrName>
                                        </p:attrNameLst>
                                      </p:cBhvr>
                                      <p:tavLst>
                                        <p:tav tm="0">
                                          <p:val>
                                            <p:strVal val="#ppt_h"/>
                                          </p:val>
                                        </p:tav>
                                        <p:tav tm="100000">
                                          <p:val>
                                            <p:strVal val="#ppt_h"/>
                                          </p:val>
                                        </p:tav>
                                      </p:tavLst>
                                    </p:anim>
                                    <p:animEffect transition="in" filter="fade">
                                      <p:cBhvr>
                                        <p:cTn id="45" dur="1000"/>
                                        <p:tgtEl>
                                          <p:spTgt spid="3"/>
                                        </p:tgtEl>
                                      </p:cBhvr>
                                    </p:animEffect>
                                  </p:childTnLst>
                                </p:cTn>
                              </p:par>
                              <p:par>
                                <p:cTn id="46" presetID="55" presetClass="entr" presetSubtype="0" fill="hold" nodeType="with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p:cTn id="48" dur="1000" fill="hold"/>
                                        <p:tgtEl>
                                          <p:spTgt spid="4"/>
                                        </p:tgtEl>
                                        <p:attrNameLst>
                                          <p:attrName>ppt_w</p:attrName>
                                        </p:attrNameLst>
                                      </p:cBhvr>
                                      <p:tavLst>
                                        <p:tav tm="0">
                                          <p:val>
                                            <p:strVal val="#ppt_w*0.70"/>
                                          </p:val>
                                        </p:tav>
                                        <p:tav tm="100000">
                                          <p:val>
                                            <p:strVal val="#ppt_w"/>
                                          </p:val>
                                        </p:tav>
                                      </p:tavLst>
                                    </p:anim>
                                    <p:anim calcmode="lin" valueType="num">
                                      <p:cBhvr>
                                        <p:cTn id="49" dur="1000" fill="hold"/>
                                        <p:tgtEl>
                                          <p:spTgt spid="4"/>
                                        </p:tgtEl>
                                        <p:attrNameLst>
                                          <p:attrName>ppt_h</p:attrName>
                                        </p:attrNameLst>
                                      </p:cBhvr>
                                      <p:tavLst>
                                        <p:tav tm="0">
                                          <p:val>
                                            <p:strVal val="#ppt_h"/>
                                          </p:val>
                                        </p:tav>
                                        <p:tav tm="100000">
                                          <p:val>
                                            <p:strVal val="#ppt_h"/>
                                          </p:val>
                                        </p:tav>
                                      </p:tavLst>
                                    </p:anim>
                                    <p:animEffect transition="in" filter="fade">
                                      <p:cBhvr>
                                        <p:cTn id="50" dur="1000"/>
                                        <p:tgtEl>
                                          <p:spTgt spid="4"/>
                                        </p:tgtEl>
                                      </p:cBhvr>
                                    </p:animEffect>
                                  </p:childTnLst>
                                </p:cTn>
                              </p:par>
                              <p:par>
                                <p:cTn id="51" presetID="55" presetClass="entr" presetSubtype="0" fill="hold" nodeType="with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p:cTn id="53" dur="1000" fill="hold"/>
                                        <p:tgtEl>
                                          <p:spTgt spid="14"/>
                                        </p:tgtEl>
                                        <p:attrNameLst>
                                          <p:attrName>ppt_w</p:attrName>
                                        </p:attrNameLst>
                                      </p:cBhvr>
                                      <p:tavLst>
                                        <p:tav tm="0">
                                          <p:val>
                                            <p:strVal val="#ppt_w*0.70"/>
                                          </p:val>
                                        </p:tav>
                                        <p:tav tm="100000">
                                          <p:val>
                                            <p:strVal val="#ppt_w"/>
                                          </p:val>
                                        </p:tav>
                                      </p:tavLst>
                                    </p:anim>
                                    <p:anim calcmode="lin" valueType="num">
                                      <p:cBhvr>
                                        <p:cTn id="54" dur="1000" fill="hold"/>
                                        <p:tgtEl>
                                          <p:spTgt spid="14"/>
                                        </p:tgtEl>
                                        <p:attrNameLst>
                                          <p:attrName>ppt_h</p:attrName>
                                        </p:attrNameLst>
                                      </p:cBhvr>
                                      <p:tavLst>
                                        <p:tav tm="0">
                                          <p:val>
                                            <p:strVal val="#ppt_h"/>
                                          </p:val>
                                        </p:tav>
                                        <p:tav tm="100000">
                                          <p:val>
                                            <p:strVal val="#ppt_h"/>
                                          </p:val>
                                        </p:tav>
                                      </p:tavLst>
                                    </p:anim>
                                    <p:animEffect transition="in" filter="fade">
                                      <p:cBhvr>
                                        <p:cTn id="55" dur="1000"/>
                                        <p:tgtEl>
                                          <p:spTgt spid="14"/>
                                        </p:tgtEl>
                                      </p:cBhvr>
                                    </p:animEffect>
                                  </p:childTnLst>
                                </p:cTn>
                              </p:par>
                              <p:par>
                                <p:cTn id="56" presetID="55" presetClass="entr" presetSubtype="0" fill="hold" nodeType="with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p:cTn id="58" dur="1000" fill="hold"/>
                                        <p:tgtEl>
                                          <p:spTgt spid="16"/>
                                        </p:tgtEl>
                                        <p:attrNameLst>
                                          <p:attrName>ppt_w</p:attrName>
                                        </p:attrNameLst>
                                      </p:cBhvr>
                                      <p:tavLst>
                                        <p:tav tm="0">
                                          <p:val>
                                            <p:strVal val="#ppt_w*0.70"/>
                                          </p:val>
                                        </p:tav>
                                        <p:tav tm="100000">
                                          <p:val>
                                            <p:strVal val="#ppt_w"/>
                                          </p:val>
                                        </p:tav>
                                      </p:tavLst>
                                    </p:anim>
                                    <p:anim calcmode="lin" valueType="num">
                                      <p:cBhvr>
                                        <p:cTn id="59" dur="1000" fill="hold"/>
                                        <p:tgtEl>
                                          <p:spTgt spid="16"/>
                                        </p:tgtEl>
                                        <p:attrNameLst>
                                          <p:attrName>ppt_h</p:attrName>
                                        </p:attrNameLst>
                                      </p:cBhvr>
                                      <p:tavLst>
                                        <p:tav tm="0">
                                          <p:val>
                                            <p:strVal val="#ppt_h"/>
                                          </p:val>
                                        </p:tav>
                                        <p:tav tm="100000">
                                          <p:val>
                                            <p:strVal val="#ppt_h"/>
                                          </p:val>
                                        </p:tav>
                                      </p:tavLst>
                                    </p:anim>
                                    <p:animEffect transition="in" filter="fade">
                                      <p:cBhvr>
                                        <p:cTn id="60" dur="1000"/>
                                        <p:tgtEl>
                                          <p:spTgt spid="16"/>
                                        </p:tgtEl>
                                      </p:cBhvr>
                                    </p:animEffect>
                                  </p:childTnLst>
                                </p:cTn>
                              </p:par>
                              <p:par>
                                <p:cTn id="61" presetID="55" presetClass="entr" presetSubtype="0" fill="hold" nodeType="with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p:cTn id="63" dur="1000" fill="hold"/>
                                        <p:tgtEl>
                                          <p:spTgt spid="18"/>
                                        </p:tgtEl>
                                        <p:attrNameLst>
                                          <p:attrName>ppt_w</p:attrName>
                                        </p:attrNameLst>
                                      </p:cBhvr>
                                      <p:tavLst>
                                        <p:tav tm="0">
                                          <p:val>
                                            <p:strVal val="#ppt_w*0.70"/>
                                          </p:val>
                                        </p:tav>
                                        <p:tav tm="100000">
                                          <p:val>
                                            <p:strVal val="#ppt_w"/>
                                          </p:val>
                                        </p:tav>
                                      </p:tavLst>
                                    </p:anim>
                                    <p:anim calcmode="lin" valueType="num">
                                      <p:cBhvr>
                                        <p:cTn id="64" dur="1000" fill="hold"/>
                                        <p:tgtEl>
                                          <p:spTgt spid="18"/>
                                        </p:tgtEl>
                                        <p:attrNameLst>
                                          <p:attrName>ppt_h</p:attrName>
                                        </p:attrNameLst>
                                      </p:cBhvr>
                                      <p:tavLst>
                                        <p:tav tm="0">
                                          <p:val>
                                            <p:strVal val="#ppt_h"/>
                                          </p:val>
                                        </p:tav>
                                        <p:tav tm="100000">
                                          <p:val>
                                            <p:strVal val="#ppt_h"/>
                                          </p:val>
                                        </p:tav>
                                      </p:tavLst>
                                    </p:anim>
                                    <p:animEffect transition="in" filter="fade">
                                      <p:cBhvr>
                                        <p:cTn id="65" dur="1000"/>
                                        <p:tgtEl>
                                          <p:spTgt spid="18"/>
                                        </p:tgtEl>
                                      </p:cBhvr>
                                    </p:animEffect>
                                  </p:childTnLst>
                                </p:cTn>
                              </p:par>
                              <p:par>
                                <p:cTn id="66" presetID="55" presetClass="entr" presetSubtype="0" fill="hold" grpId="0" nodeType="withEffect">
                                  <p:stCondLst>
                                    <p:cond delay="0"/>
                                  </p:stCondLst>
                                  <p:childTnLst>
                                    <p:set>
                                      <p:cBhvr>
                                        <p:cTn id="67" dur="1" fill="hold">
                                          <p:stCondLst>
                                            <p:cond delay="0"/>
                                          </p:stCondLst>
                                        </p:cTn>
                                        <p:tgtEl>
                                          <p:spTgt spid="19"/>
                                        </p:tgtEl>
                                        <p:attrNameLst>
                                          <p:attrName>style.visibility</p:attrName>
                                        </p:attrNameLst>
                                      </p:cBhvr>
                                      <p:to>
                                        <p:strVal val="visible"/>
                                      </p:to>
                                    </p:set>
                                    <p:anim calcmode="lin" valueType="num">
                                      <p:cBhvr>
                                        <p:cTn id="68" dur="1000" fill="hold"/>
                                        <p:tgtEl>
                                          <p:spTgt spid="19"/>
                                        </p:tgtEl>
                                        <p:attrNameLst>
                                          <p:attrName>ppt_w</p:attrName>
                                        </p:attrNameLst>
                                      </p:cBhvr>
                                      <p:tavLst>
                                        <p:tav tm="0">
                                          <p:val>
                                            <p:strVal val="#ppt_w*0.70"/>
                                          </p:val>
                                        </p:tav>
                                        <p:tav tm="100000">
                                          <p:val>
                                            <p:strVal val="#ppt_w"/>
                                          </p:val>
                                        </p:tav>
                                      </p:tavLst>
                                    </p:anim>
                                    <p:anim calcmode="lin" valueType="num">
                                      <p:cBhvr>
                                        <p:cTn id="69" dur="1000" fill="hold"/>
                                        <p:tgtEl>
                                          <p:spTgt spid="19"/>
                                        </p:tgtEl>
                                        <p:attrNameLst>
                                          <p:attrName>ppt_h</p:attrName>
                                        </p:attrNameLst>
                                      </p:cBhvr>
                                      <p:tavLst>
                                        <p:tav tm="0">
                                          <p:val>
                                            <p:strVal val="#ppt_h"/>
                                          </p:val>
                                        </p:tav>
                                        <p:tav tm="100000">
                                          <p:val>
                                            <p:strVal val="#ppt_h"/>
                                          </p:val>
                                        </p:tav>
                                      </p:tavLst>
                                    </p:anim>
                                    <p:animEffect transition="in" filter="fade">
                                      <p:cBhvr>
                                        <p:cTn id="70"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2" grpId="0" animBg="1"/>
      <p:bldP spid="3" grpId="0" animBg="1"/>
      <p:bldP spid="19" grpId="0" animBg="1"/>
      <p:bldP spid="13" grpId="0"/>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8000"/>
          </a:schemeClr>
        </a:solidFill>
        <a:effectLst/>
      </p:bgPr>
    </p:bg>
    <p:spTree>
      <p:nvGrpSpPr>
        <p:cNvPr id="1" name=""/>
        <p:cNvGrpSpPr/>
        <p:nvPr/>
      </p:nvGrpSpPr>
      <p:grpSpPr>
        <a:xfrm>
          <a:off x="0" y="0"/>
          <a:ext cx="0" cy="0"/>
          <a:chOff x="0" y="0"/>
          <a:chExt cx="0" cy="0"/>
        </a:xfrm>
      </p:grpSpPr>
      <p:sp>
        <p:nvSpPr>
          <p:cNvPr id="2" name="矩形 1"/>
          <p:cNvSpPr/>
          <p:nvPr/>
        </p:nvSpPr>
        <p:spPr>
          <a:xfrm>
            <a:off x="0" y="4728210"/>
            <a:ext cx="12192000" cy="1805940"/>
          </a:xfrm>
          <a:prstGeom prst="rect">
            <a:avLst/>
          </a:prstGeom>
          <a:solidFill>
            <a:srgbClr val="B3C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矩形 3"/>
          <p:cNvSpPr/>
          <p:nvPr/>
        </p:nvSpPr>
        <p:spPr>
          <a:xfrm>
            <a:off x="2954655" y="-450850"/>
            <a:ext cx="9672320" cy="5627370"/>
          </a:xfrm>
          <a:prstGeom prst="rect">
            <a:avLst/>
          </a:prstGeom>
          <a:blipFill rotWithShape="1">
            <a:blip r:embed="Rfaed1d70f7dd4fbc"/>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矩形 2"/>
          <p:cNvSpPr/>
          <p:nvPr/>
        </p:nvSpPr>
        <p:spPr>
          <a:xfrm>
            <a:off x="1786255" y="1395095"/>
            <a:ext cx="9382125" cy="4782185"/>
          </a:xfrm>
          <a:prstGeom prst="rect">
            <a:avLst/>
          </a:prstGeom>
          <a:solidFill>
            <a:srgbClr val="2D4875">
              <a:alpha val="63000"/>
            </a:srgbClr>
          </a:solidFill>
          <a:ln w="412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TextBox 12"/>
          <p:cNvSpPr txBox="1"/>
          <p:nvPr/>
        </p:nvSpPr>
        <p:spPr>
          <a:xfrm>
            <a:off x="2856559" y="2933318"/>
            <a:ext cx="3987770" cy="1600438"/>
          </a:xfrm>
          <a:prstGeom prst="rect">
            <a:avLst/>
          </a:prstGeom>
          <a:noFill/>
        </p:spPr>
        <p:txBody>
          <a:bodyPr wrap="square" rtlCol="0">
            <a:spAutoFit/>
          </a:bodyPr>
          <a:lstStyle/>
          <a:p>
            <a:r>
              <a:rPr lang="id-ID" sz="1400" spc="50">
                <a:solidFill>
                  <a:schemeClr val="bg1"/>
                </a:solidFill>
                <a:cs typeface="+mn-ea"/>
                <a:sym typeface="+mn-lt"/>
              </a:rPr>
              <a:t>Lorem ipsum dolor sit amet, id congue sententiae mea, bonorum eruditi nominavi ut cum, has lucilius platonem ocurreret no. Ea duo probatus assentior, dolorem consectetuer in vix. Ne noster possim sed, nihil fastidii reformidans sea cu, odio audiam commodo et eum. </a:t>
            </a:r>
          </a:p>
        </p:txBody>
      </p:sp>
      <p:sp>
        <p:nvSpPr>
          <p:cNvPr id="5" name="圆形2"/>
          <p:cNvSpPr/>
          <p:nvPr/>
        </p:nvSpPr>
        <p:spPr>
          <a:xfrm>
            <a:off x="6430010" y="1088390"/>
            <a:ext cx="1892300" cy="1844675"/>
          </a:xfrm>
          <a:prstGeom prst="ellipse">
            <a:avLst/>
          </a:prstGeom>
          <a:solidFill>
            <a:srgbClr val="B3C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cs typeface="+mn-ea"/>
              <a:sym typeface="+mn-lt"/>
            </a:endParaRPr>
          </a:p>
        </p:txBody>
      </p:sp>
      <p:sp>
        <p:nvSpPr>
          <p:cNvPr id="6" name="文本框3"/>
          <p:cNvSpPr txBox="1"/>
          <p:nvPr/>
        </p:nvSpPr>
        <p:spPr>
          <a:xfrm>
            <a:off x="7359303" y="2153997"/>
            <a:ext cx="3470822" cy="1578253"/>
          </a:xfrm>
          <a:prstGeom prst="rect">
            <a:avLst/>
          </a:prstGeom>
          <a:noFill/>
        </p:spPr>
        <p:txBody>
          <a:bodyPr vert="horz" wrap="none" rtlCol="0" anchor="ctr">
            <a:spAutoFit/>
          </a:bodyPr>
          <a:lstStyle/>
          <a:p>
            <a:pPr>
              <a:lnSpc>
                <a:spcPct val="80000"/>
              </a:lnSpc>
            </a:pPr>
            <a:r>
              <a:rPr lang="id-ID" sz="6000" spc="600">
                <a:solidFill>
                  <a:srgbClr val="0F4C82"/>
                </a:solidFill>
                <a:cs typeface="+mn-ea"/>
                <a:sym typeface="+mn-lt"/>
              </a:rPr>
              <a:t>H</a:t>
            </a:r>
            <a:r>
              <a:rPr lang="id-ID" sz="6000" spc="600">
                <a:solidFill>
                  <a:schemeClr val="bg1"/>
                </a:solidFill>
                <a:cs typeface="+mn-ea"/>
                <a:sym typeface="+mn-lt"/>
              </a:rPr>
              <a:t>ELLO</a:t>
            </a:r>
          </a:p>
          <a:p>
            <a:pPr>
              <a:lnSpc>
                <a:spcPct val="80000"/>
              </a:lnSpc>
            </a:pPr>
            <a:r>
              <a:rPr lang="id-ID" sz="6000" spc="600">
                <a:solidFill>
                  <a:schemeClr val="bg1"/>
                </a:solidFill>
                <a:cs typeface="+mn-ea"/>
                <a:sym typeface="+mn-lt"/>
              </a:rPr>
              <a:t>WORLD</a:t>
            </a:r>
          </a:p>
        </p:txBody>
      </p:sp>
      <p:sp>
        <p:nvSpPr>
          <p:cNvPr id="43" name="文本框2"/>
          <p:cNvSpPr/>
          <p:nvPr/>
        </p:nvSpPr>
        <p:spPr>
          <a:xfrm>
            <a:off x="2856865" y="4565015"/>
            <a:ext cx="7432040" cy="484876"/>
          </a:xfrm>
          <a:prstGeom prst="rect">
            <a:avLst/>
          </a:prstGeom>
        </p:spPr>
        <p:txBody>
          <a:bodyPr wrap="square">
            <a:spAutoFit/>
          </a:bodyPr>
          <a:lstStyle/>
          <a:p>
            <a:pPr>
              <a:lnSpc>
                <a:spcPct val="150000"/>
              </a:lnSpc>
              <a:spcAft>
                <a:spcPts val="800"/>
              </a:spcAft>
            </a:pPr>
            <a:r>
              <a:rPr lang="id-ID" sz="900">
                <a:solidFill>
                  <a:schemeClr val="bg1"/>
                </a:solidFill>
                <a:cs typeface="+mn-ea"/>
                <a:sym typeface="+mn-lt"/>
              </a:rPr>
              <a:t>Lorem ipsum dolor sit amet, id congue sententiae mea, bonorum eruditi nominavi ut cum, has lucilius platonem ocurreret no. Ea duo probatus assentior, dolorem consectetuer in vix. Ne noster possim sed, nihil fastidii reformidans sea cu, odio audiam commodo et eum. </a:t>
            </a:r>
          </a:p>
        </p:txBody>
      </p:sp>
      <p:sp>
        <p:nvSpPr>
          <p:cNvPr id="14" name="文本框2"/>
          <p:cNvSpPr/>
          <p:nvPr/>
        </p:nvSpPr>
        <p:spPr>
          <a:xfrm>
            <a:off x="2799715" y="5081270"/>
            <a:ext cx="7432040" cy="484876"/>
          </a:xfrm>
          <a:prstGeom prst="rect">
            <a:avLst/>
          </a:prstGeom>
        </p:spPr>
        <p:txBody>
          <a:bodyPr wrap="square">
            <a:spAutoFit/>
          </a:bodyPr>
          <a:lstStyle/>
          <a:p>
            <a:pPr>
              <a:lnSpc>
                <a:spcPct val="150000"/>
              </a:lnSpc>
              <a:spcAft>
                <a:spcPts val="800"/>
              </a:spcAft>
            </a:pPr>
            <a:r>
              <a:rPr lang="id-ID" sz="900">
                <a:solidFill>
                  <a:schemeClr val="bg1"/>
                </a:solidFill>
                <a:cs typeface="+mn-ea"/>
                <a:sym typeface="+mn-lt"/>
              </a:rPr>
              <a:t>Lorem ipsum dolor sit amet, id congue sententiae mea, bonorum eruditi nominavi ut cum, has lucilius platonem ocurreret no. Ea duo probatus assentior, dolorem consectetuer in vix. Ne noster possim sed, nihil fastidii reformidans sea cu, odio audiam commodo et eum. </a:t>
            </a:r>
          </a:p>
        </p:txBody>
      </p:sp>
      <p:sp>
        <p:nvSpPr>
          <p:cNvPr id="15" name="矩形 14"/>
          <p:cNvSpPr/>
          <p:nvPr/>
        </p:nvSpPr>
        <p:spPr>
          <a:xfrm>
            <a:off x="2162175" y="1728470"/>
            <a:ext cx="371475" cy="4105275"/>
          </a:xfrm>
          <a:prstGeom prst="rect">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矩形 11"/>
          <p:cNvSpPr/>
          <p:nvPr/>
        </p:nvSpPr>
        <p:spPr>
          <a:xfrm>
            <a:off x="610784" y="755821"/>
            <a:ext cx="517962" cy="45719"/>
          </a:xfrm>
          <a:prstGeom prst="rect">
            <a:avLst/>
          </a:prstGeom>
          <a:gradFill>
            <a:gsLst>
              <a:gs pos="50000">
                <a:schemeClr val="accent1">
                  <a:lumMod val="75000"/>
                  <a:alpha val="29000"/>
                </a:schemeClr>
              </a:gs>
              <a:gs pos="0">
                <a:schemeClr val="accent1">
                  <a:lumMod val="50000"/>
                  <a:alpha val="63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21" name="文本框 20"/>
          <p:cNvSpPr txBox="1"/>
          <p:nvPr/>
        </p:nvSpPr>
        <p:spPr>
          <a:xfrm>
            <a:off x="534670" y="380365"/>
            <a:ext cx="1605280" cy="337185"/>
          </a:xfrm>
          <a:prstGeom prst="rect">
            <a:avLst/>
          </a:prstGeom>
          <a:noFill/>
        </p:spPr>
        <p:txBody>
          <a:bodyPr wrap="square" rtlCol="0">
            <a:spAutoFit/>
          </a:bodyPr>
          <a:lstStyle/>
          <a:p>
            <a:pPr algn="dist"/>
            <a:r>
              <a:rPr lang="en-US" altLang="zh-CN" sz="1600" b="1" err="1">
                <a:solidFill>
                  <a:schemeClr val="accent1">
                    <a:lumMod val="50000"/>
                  </a:schemeClr>
                </a:solidFill>
                <a:cs typeface="+mn-ea"/>
                <a:sym typeface="+mn-lt"/>
              </a:rPr>
              <a:t>PART.04</a:t>
            </a:r>
          </a:p>
        </p:txBody>
      </p:sp>
      <p:sp>
        <p:nvSpPr>
          <p:cNvPr id="9" name="图文框 8"/>
          <p:cNvSpPr/>
          <p:nvPr/>
        </p:nvSpPr>
        <p:spPr>
          <a:xfrm>
            <a:off x="11207203" y="5963688"/>
            <a:ext cx="517962" cy="517962"/>
          </a:xfrm>
          <a:prstGeom prst="frame">
            <a:avLst>
              <a:gd name="adj1" fmla="val 5842"/>
            </a:avLst>
          </a:prstGeom>
          <a:solidFill>
            <a:schemeClr val="accent1">
              <a:lumMod val="75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03460" y="60042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05151" y="61887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sp>
        <p:nvSpPr>
          <p:cNvPr id="7" name="文本框 6"/>
          <p:cNvSpPr txBox="1"/>
          <p:nvPr/>
        </p:nvSpPr>
        <p:spPr>
          <a:xfrm>
            <a:off x="2856865" y="2159000"/>
            <a:ext cx="3572510" cy="706755"/>
          </a:xfrm>
          <a:prstGeom prst="rect">
            <a:avLst/>
          </a:prstGeom>
          <a:noFill/>
        </p:spPr>
        <p:txBody>
          <a:bodyPr wrap="square" rtlCol="0" anchor="t">
            <a:spAutoFit/>
          </a:bodyPr>
          <a:lstStyle/>
          <a:p>
            <a:r>
              <a:rPr lang="zh-CN" altLang="en-US" sz="4000">
                <a:solidFill>
                  <a:schemeClr val="bg1"/>
                </a:solidFill>
                <a:cs typeface="+mn-ea"/>
                <a:sym typeface="+mn-lt"/>
              </a:rPr>
              <a:t>未来工作计划</a:t>
            </a:r>
          </a:p>
        </p:txBody>
      </p:sp>
    </p:spTree>
    <p:custDataLst>
      <p:tags r:id="R5475e05776804c1d"/>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500"/>
                                        <p:tgtEl>
                                          <p:spTgt spid="3"/>
                                        </p:tgtEl>
                                      </p:cBhvr>
                                    </p:animEffect>
                                  </p:childTnLst>
                                </p:cTn>
                              </p:par>
                              <p:par>
                                <p:cTn id="12" presetID="16" presetClass="entr" presetSubtype="21"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barn(inVertical)">
                                      <p:cBhvr>
                                        <p:cTn id="14" dur="500"/>
                                        <p:tgtEl>
                                          <p:spTgt spid="13"/>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barn(inVertical)">
                                      <p:cBhvr>
                                        <p:cTn id="17" dur="500"/>
                                        <p:tgtEl>
                                          <p:spTgt spid="43"/>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barn(inVertical)">
                                      <p:cBhvr>
                                        <p:cTn id="20" dur="500"/>
                                        <p:tgtEl>
                                          <p:spTgt spid="14"/>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arn(inVertical)">
                                      <p:cBhvr>
                                        <p:cTn id="23" dur="500"/>
                                        <p:tgtEl>
                                          <p:spTgt spid="15"/>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arn(inVertical)">
                                      <p:cBhvr>
                                        <p:cTn id="26" dur="500"/>
                                        <p:tgtEl>
                                          <p:spTgt spid="7"/>
                                        </p:tgtEl>
                                      </p:cBhvr>
                                    </p:animEffect>
                                  </p:childTnLst>
                                </p:cTn>
                              </p:par>
                            </p:childTnLst>
                          </p:cTn>
                        </p:par>
                        <p:par>
                          <p:cTn id="27" fill="hold" nodeType="afterGroup">
                            <p:stCondLst>
                              <p:cond delay="1000"/>
                            </p:stCondLst>
                            <p:childTnLst>
                              <p:par>
                                <p:cTn id="28" presetID="55"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p:cTn id="30" dur="1000" fill="hold"/>
                                        <p:tgtEl>
                                          <p:spTgt spid="5"/>
                                        </p:tgtEl>
                                        <p:attrNameLst>
                                          <p:attrName>ppt_w</p:attrName>
                                        </p:attrNameLst>
                                      </p:cBhvr>
                                      <p:tavLst>
                                        <p:tav tm="0">
                                          <p:val>
                                            <p:strVal val="#ppt_w*0.70"/>
                                          </p:val>
                                        </p:tav>
                                        <p:tav tm="100000">
                                          <p:val>
                                            <p:strVal val="#ppt_w"/>
                                          </p:val>
                                        </p:tav>
                                      </p:tavLst>
                                    </p:anim>
                                    <p:anim calcmode="lin" valueType="num">
                                      <p:cBhvr>
                                        <p:cTn id="31" dur="1000" fill="hold"/>
                                        <p:tgtEl>
                                          <p:spTgt spid="5"/>
                                        </p:tgtEl>
                                        <p:attrNameLst>
                                          <p:attrName>ppt_h</p:attrName>
                                        </p:attrNameLst>
                                      </p:cBhvr>
                                      <p:tavLst>
                                        <p:tav tm="0">
                                          <p:val>
                                            <p:strVal val="#ppt_h"/>
                                          </p:val>
                                        </p:tav>
                                        <p:tav tm="100000">
                                          <p:val>
                                            <p:strVal val="#ppt_h"/>
                                          </p:val>
                                        </p:tav>
                                      </p:tavLst>
                                    </p:anim>
                                    <p:animEffect transition="in" filter="fade">
                                      <p:cBhvr>
                                        <p:cTn id="32" dur="1000"/>
                                        <p:tgtEl>
                                          <p:spTgt spid="5"/>
                                        </p:tgtEl>
                                      </p:cBhvr>
                                    </p:animEffect>
                                  </p:childTnLst>
                                </p:cTn>
                              </p:par>
                              <p:par>
                                <p:cTn id="33" presetID="55"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strVal val="#ppt_w*0.70"/>
                                          </p:val>
                                        </p:tav>
                                        <p:tav tm="100000">
                                          <p:val>
                                            <p:strVal val="#ppt_w"/>
                                          </p:val>
                                        </p:tav>
                                      </p:tavLst>
                                    </p:anim>
                                    <p:anim calcmode="lin" valueType="num">
                                      <p:cBhvr>
                                        <p:cTn id="36" dur="1000" fill="hold"/>
                                        <p:tgtEl>
                                          <p:spTgt spid="6"/>
                                        </p:tgtEl>
                                        <p:attrNameLst>
                                          <p:attrName>ppt_h</p:attrName>
                                        </p:attrNameLst>
                                      </p:cBhvr>
                                      <p:tavLst>
                                        <p:tav tm="0">
                                          <p:val>
                                            <p:strVal val="#ppt_h"/>
                                          </p:val>
                                        </p:tav>
                                        <p:tav tm="100000">
                                          <p:val>
                                            <p:strVal val="#ppt_h"/>
                                          </p:val>
                                        </p:tav>
                                      </p:tavLst>
                                    </p:anim>
                                    <p:animEffect transition="in" filter="fade">
                                      <p:cBhvr>
                                        <p:cTn id="3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3" grpId="0" animBg="1"/>
      <p:bldP spid="13" grpId="0"/>
      <p:bldP spid="5" grpId="0" animBg="1"/>
      <p:bldP spid="6" grpId="0"/>
      <p:bldP spid="43" grpId="0"/>
      <p:bldP spid="14" grpId="0"/>
      <p:bldP spid="15" grpId="0" animBg="1"/>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8000"/>
          </a:schemeClr>
        </a:solidFill>
        <a:effectLst/>
      </p:bgPr>
    </p:bg>
    <p:spTree>
      <p:nvGrpSpPr>
        <p:cNvPr id="1" name=""/>
        <p:cNvGrpSpPr/>
        <p:nvPr/>
      </p:nvGrpSpPr>
      <p:grpSpPr>
        <a:xfrm>
          <a:off x="0" y="0"/>
          <a:ext cx="0" cy="0"/>
          <a:chOff x="0" y="0"/>
          <a:chExt cx="0" cy="0"/>
        </a:xfrm>
      </p:grpSpPr>
      <p:sp>
        <p:nvSpPr>
          <p:cNvPr id="12" name="矩形 11"/>
          <p:cNvSpPr/>
          <p:nvPr/>
        </p:nvSpPr>
        <p:spPr>
          <a:xfrm>
            <a:off x="610784" y="755821"/>
            <a:ext cx="517962" cy="45719"/>
          </a:xfrm>
          <a:prstGeom prst="rect">
            <a:avLst/>
          </a:prstGeom>
          <a:gradFill>
            <a:gsLst>
              <a:gs pos="50000">
                <a:schemeClr val="accent1">
                  <a:lumMod val="75000"/>
                  <a:alpha val="29000"/>
                </a:schemeClr>
              </a:gs>
              <a:gs pos="0">
                <a:schemeClr val="accent1">
                  <a:lumMod val="50000"/>
                  <a:alpha val="63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21" name="文本框 20"/>
          <p:cNvSpPr txBox="1"/>
          <p:nvPr/>
        </p:nvSpPr>
        <p:spPr>
          <a:xfrm>
            <a:off x="534670" y="380365"/>
            <a:ext cx="1605280" cy="337185"/>
          </a:xfrm>
          <a:prstGeom prst="rect">
            <a:avLst/>
          </a:prstGeom>
          <a:noFill/>
        </p:spPr>
        <p:txBody>
          <a:bodyPr wrap="square" rtlCol="0">
            <a:spAutoFit/>
          </a:bodyPr>
          <a:lstStyle/>
          <a:p>
            <a:pPr algn="dist"/>
            <a:r>
              <a:rPr lang="en-US" altLang="zh-CN" sz="1600" b="1" err="1">
                <a:solidFill>
                  <a:schemeClr val="accent1">
                    <a:lumMod val="50000"/>
                  </a:schemeClr>
                </a:solidFill>
                <a:cs typeface="+mn-ea"/>
                <a:sym typeface="+mn-lt"/>
              </a:rPr>
              <a:t>PART.04</a:t>
            </a:r>
          </a:p>
        </p:txBody>
      </p:sp>
      <p:sp>
        <p:nvSpPr>
          <p:cNvPr id="9" name="图文框 8"/>
          <p:cNvSpPr/>
          <p:nvPr/>
        </p:nvSpPr>
        <p:spPr>
          <a:xfrm>
            <a:off x="11207203" y="5963688"/>
            <a:ext cx="517962" cy="517962"/>
          </a:xfrm>
          <a:prstGeom prst="frame">
            <a:avLst>
              <a:gd name="adj1" fmla="val 5842"/>
            </a:avLst>
          </a:prstGeom>
          <a:solidFill>
            <a:schemeClr val="accent1">
              <a:lumMod val="75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03460" y="60042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05151" y="61887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sp>
        <p:nvSpPr>
          <p:cNvPr id="7" name="1"/>
          <p:cNvSpPr>
            <a:spLocks noChangeArrowheads="1"/>
          </p:cNvSpPr>
          <p:nvPr/>
        </p:nvSpPr>
        <p:spPr bwMode="auto">
          <a:xfrm>
            <a:off x="2444750" y="2009775"/>
            <a:ext cx="862330" cy="861695"/>
          </a:xfrm>
          <a:prstGeom prst="pentagon">
            <a:avLst/>
          </a:prstGeom>
          <a:solidFill>
            <a:srgbClr val="5A73A2"/>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800">
              <a:latin typeface="+mn-lt"/>
              <a:ea typeface="+mn-ea"/>
              <a:cs typeface="+mn-ea"/>
              <a:sym typeface="+mn-lt"/>
            </a:endParaRPr>
          </a:p>
        </p:txBody>
      </p:sp>
      <p:sp>
        <p:nvSpPr>
          <p:cNvPr id="8" name="1"/>
          <p:cNvSpPr>
            <a:spLocks noChangeArrowheads="1"/>
          </p:cNvSpPr>
          <p:nvPr/>
        </p:nvSpPr>
        <p:spPr bwMode="auto">
          <a:xfrm>
            <a:off x="5852160" y="1979930"/>
            <a:ext cx="862330" cy="861695"/>
          </a:xfrm>
          <a:prstGeom prst="pentagon">
            <a:avLst/>
          </a:prstGeom>
          <a:solidFill>
            <a:srgbClr val="51596E"/>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a:latin typeface="+mn-lt"/>
              <a:ea typeface="+mn-ea"/>
              <a:cs typeface="+mn-ea"/>
              <a:sym typeface="+mn-lt"/>
            </a:endParaRPr>
          </a:p>
        </p:txBody>
      </p:sp>
      <p:sp>
        <p:nvSpPr>
          <p:cNvPr id="2" name="1"/>
          <p:cNvSpPr>
            <a:spLocks noChangeArrowheads="1"/>
          </p:cNvSpPr>
          <p:nvPr/>
        </p:nvSpPr>
        <p:spPr bwMode="auto">
          <a:xfrm>
            <a:off x="9348470" y="1979930"/>
            <a:ext cx="860425" cy="861695"/>
          </a:xfrm>
          <a:prstGeom prst="pentagon">
            <a:avLst/>
          </a:prstGeom>
          <a:solidFill>
            <a:srgbClr val="5A73A2"/>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400">
              <a:latin typeface="+mn-lt"/>
              <a:ea typeface="+mn-ea"/>
              <a:cs typeface="+mn-ea"/>
              <a:sym typeface="+mn-lt"/>
            </a:endParaRPr>
          </a:p>
        </p:txBody>
      </p:sp>
      <p:sp>
        <p:nvSpPr>
          <p:cNvPr id="3" name="1"/>
          <p:cNvSpPr/>
          <p:nvPr/>
        </p:nvSpPr>
        <p:spPr bwMode="auto">
          <a:xfrm>
            <a:off x="9597390" y="2305685"/>
            <a:ext cx="412750" cy="370205"/>
          </a:xfrm>
          <a:custGeom>
            <a:avLst/>
            <a:gdLst>
              <a:gd name="T0" fmla="*/ 305537980 w 497"/>
              <a:gd name="T1" fmla="*/ 48581956 h 444"/>
              <a:gd name="T2" fmla="*/ 305537980 w 497"/>
              <a:gd name="T3" fmla="*/ 48581956 h 444"/>
              <a:gd name="T4" fmla="*/ 293813222 w 497"/>
              <a:gd name="T5" fmla="*/ 48581956 h 444"/>
              <a:gd name="T6" fmla="*/ 293813222 w 497"/>
              <a:gd name="T7" fmla="*/ 307452738 h 444"/>
              <a:gd name="T8" fmla="*/ 305537980 w 497"/>
              <a:gd name="T9" fmla="*/ 307452738 h 444"/>
              <a:gd name="T10" fmla="*/ 342092515 w 497"/>
              <a:gd name="T11" fmla="*/ 276221362 h 444"/>
              <a:gd name="T12" fmla="*/ 342092515 w 497"/>
              <a:gd name="T13" fmla="*/ 86058942 h 444"/>
              <a:gd name="T14" fmla="*/ 305537980 w 497"/>
              <a:gd name="T15" fmla="*/ 48581956 h 444"/>
              <a:gd name="T16" fmla="*/ 0 w 497"/>
              <a:gd name="T17" fmla="*/ 86058942 h 444"/>
              <a:gd name="T18" fmla="*/ 0 w 497"/>
              <a:gd name="T19" fmla="*/ 86058942 h 444"/>
              <a:gd name="T20" fmla="*/ 0 w 497"/>
              <a:gd name="T21" fmla="*/ 276221362 h 444"/>
              <a:gd name="T22" fmla="*/ 36554535 w 497"/>
              <a:gd name="T23" fmla="*/ 307452738 h 444"/>
              <a:gd name="T24" fmla="*/ 48968594 w 497"/>
              <a:gd name="T25" fmla="*/ 307452738 h 444"/>
              <a:gd name="T26" fmla="*/ 48968594 w 497"/>
              <a:gd name="T27" fmla="*/ 48581956 h 444"/>
              <a:gd name="T28" fmla="*/ 36554535 w 497"/>
              <a:gd name="T29" fmla="*/ 48581956 h 444"/>
              <a:gd name="T30" fmla="*/ 0 w 497"/>
              <a:gd name="T31" fmla="*/ 86058942 h 444"/>
              <a:gd name="T32" fmla="*/ 232429740 w 497"/>
              <a:gd name="T33" fmla="*/ 18044536 h 444"/>
              <a:gd name="T34" fmla="*/ 232429740 w 497"/>
              <a:gd name="T35" fmla="*/ 18044536 h 444"/>
              <a:gd name="T36" fmla="*/ 171046258 w 497"/>
              <a:gd name="T37" fmla="*/ 0 h 444"/>
              <a:gd name="T38" fmla="*/ 110352076 w 497"/>
              <a:gd name="T39" fmla="*/ 18044536 h 444"/>
              <a:gd name="T40" fmla="*/ 110352076 w 497"/>
              <a:gd name="T41" fmla="*/ 48581956 h 444"/>
              <a:gd name="T42" fmla="*/ 73798371 w 497"/>
              <a:gd name="T43" fmla="*/ 48581956 h 444"/>
              <a:gd name="T44" fmla="*/ 73798371 w 497"/>
              <a:gd name="T45" fmla="*/ 307452738 h 444"/>
              <a:gd name="T46" fmla="*/ 268983445 w 497"/>
              <a:gd name="T47" fmla="*/ 307452738 h 444"/>
              <a:gd name="T48" fmla="*/ 268983445 w 497"/>
              <a:gd name="T49" fmla="*/ 48581956 h 444"/>
              <a:gd name="T50" fmla="*/ 232429740 w 497"/>
              <a:gd name="T51" fmla="*/ 48581956 h 444"/>
              <a:gd name="T52" fmla="*/ 232429740 w 497"/>
              <a:gd name="T53" fmla="*/ 18044536 h 444"/>
              <a:gd name="T54" fmla="*/ 207599962 w 497"/>
              <a:gd name="T55" fmla="*/ 48581956 h 444"/>
              <a:gd name="T56" fmla="*/ 207599962 w 497"/>
              <a:gd name="T57" fmla="*/ 48581956 h 444"/>
              <a:gd name="T58" fmla="*/ 134491722 w 497"/>
              <a:gd name="T59" fmla="*/ 48581956 h 444"/>
              <a:gd name="T60" fmla="*/ 134491722 w 497"/>
              <a:gd name="T61" fmla="*/ 30537420 h 444"/>
              <a:gd name="T62" fmla="*/ 171046258 w 497"/>
              <a:gd name="T63" fmla="*/ 18044536 h 444"/>
              <a:gd name="T64" fmla="*/ 207599962 w 497"/>
              <a:gd name="T65" fmla="*/ 30537420 h 444"/>
              <a:gd name="T66" fmla="*/ 207599962 w 497"/>
              <a:gd name="T67" fmla="*/ 48581956 h 44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97" h="443">
                <a:moveTo>
                  <a:pt x="443" y="70"/>
                </a:moveTo>
                <a:lnTo>
                  <a:pt x="443" y="70"/>
                </a:lnTo>
                <a:cubicBezTo>
                  <a:pt x="426" y="70"/>
                  <a:pt x="426" y="70"/>
                  <a:pt x="426" y="70"/>
                </a:cubicBezTo>
                <a:cubicBezTo>
                  <a:pt x="426" y="443"/>
                  <a:pt x="426" y="443"/>
                  <a:pt x="426" y="443"/>
                </a:cubicBezTo>
                <a:cubicBezTo>
                  <a:pt x="443" y="443"/>
                  <a:pt x="443" y="443"/>
                  <a:pt x="443" y="443"/>
                </a:cubicBezTo>
                <a:cubicBezTo>
                  <a:pt x="479" y="443"/>
                  <a:pt x="496" y="425"/>
                  <a:pt x="496" y="398"/>
                </a:cubicBezTo>
                <a:cubicBezTo>
                  <a:pt x="496" y="124"/>
                  <a:pt x="496" y="124"/>
                  <a:pt x="496" y="124"/>
                </a:cubicBezTo>
                <a:cubicBezTo>
                  <a:pt x="496" y="97"/>
                  <a:pt x="479" y="70"/>
                  <a:pt x="443" y="70"/>
                </a:cubicBezTo>
                <a:close/>
                <a:moveTo>
                  <a:pt x="0" y="124"/>
                </a:moveTo>
                <a:lnTo>
                  <a:pt x="0" y="124"/>
                </a:lnTo>
                <a:cubicBezTo>
                  <a:pt x="0" y="398"/>
                  <a:pt x="0" y="398"/>
                  <a:pt x="0" y="398"/>
                </a:cubicBezTo>
                <a:cubicBezTo>
                  <a:pt x="0" y="425"/>
                  <a:pt x="26" y="443"/>
                  <a:pt x="53" y="443"/>
                </a:cubicBezTo>
                <a:cubicBezTo>
                  <a:pt x="71" y="443"/>
                  <a:pt x="71" y="443"/>
                  <a:pt x="71" y="443"/>
                </a:cubicBezTo>
                <a:cubicBezTo>
                  <a:pt x="71" y="70"/>
                  <a:pt x="71" y="70"/>
                  <a:pt x="71" y="70"/>
                </a:cubicBezTo>
                <a:cubicBezTo>
                  <a:pt x="53" y="70"/>
                  <a:pt x="53" y="70"/>
                  <a:pt x="53" y="70"/>
                </a:cubicBezTo>
                <a:cubicBezTo>
                  <a:pt x="26" y="70"/>
                  <a:pt x="0" y="97"/>
                  <a:pt x="0" y="124"/>
                </a:cubicBezTo>
                <a:close/>
                <a:moveTo>
                  <a:pt x="337" y="26"/>
                </a:moveTo>
                <a:lnTo>
                  <a:pt x="337" y="26"/>
                </a:lnTo>
                <a:cubicBezTo>
                  <a:pt x="319" y="17"/>
                  <a:pt x="292" y="0"/>
                  <a:pt x="248" y="0"/>
                </a:cubicBezTo>
                <a:cubicBezTo>
                  <a:pt x="204" y="0"/>
                  <a:pt x="177" y="17"/>
                  <a:pt x="160" y="26"/>
                </a:cubicBezTo>
                <a:cubicBezTo>
                  <a:pt x="160" y="70"/>
                  <a:pt x="160" y="70"/>
                  <a:pt x="160" y="70"/>
                </a:cubicBezTo>
                <a:cubicBezTo>
                  <a:pt x="107" y="70"/>
                  <a:pt x="107" y="70"/>
                  <a:pt x="107" y="70"/>
                </a:cubicBezTo>
                <a:cubicBezTo>
                  <a:pt x="107" y="443"/>
                  <a:pt x="107" y="443"/>
                  <a:pt x="107" y="443"/>
                </a:cubicBezTo>
                <a:cubicBezTo>
                  <a:pt x="390" y="443"/>
                  <a:pt x="390" y="443"/>
                  <a:pt x="390" y="443"/>
                </a:cubicBezTo>
                <a:cubicBezTo>
                  <a:pt x="390" y="70"/>
                  <a:pt x="390" y="70"/>
                  <a:pt x="390" y="70"/>
                </a:cubicBezTo>
                <a:cubicBezTo>
                  <a:pt x="337" y="70"/>
                  <a:pt x="337" y="70"/>
                  <a:pt x="337" y="70"/>
                </a:cubicBezTo>
                <a:lnTo>
                  <a:pt x="337" y="26"/>
                </a:lnTo>
                <a:close/>
                <a:moveTo>
                  <a:pt x="301" y="70"/>
                </a:moveTo>
                <a:lnTo>
                  <a:pt x="301" y="70"/>
                </a:lnTo>
                <a:cubicBezTo>
                  <a:pt x="195" y="70"/>
                  <a:pt x="195" y="70"/>
                  <a:pt x="195" y="70"/>
                </a:cubicBezTo>
                <a:cubicBezTo>
                  <a:pt x="195" y="44"/>
                  <a:pt x="195" y="44"/>
                  <a:pt x="195" y="44"/>
                </a:cubicBezTo>
                <a:cubicBezTo>
                  <a:pt x="204" y="35"/>
                  <a:pt x="222" y="26"/>
                  <a:pt x="248" y="26"/>
                </a:cubicBezTo>
                <a:cubicBezTo>
                  <a:pt x="275" y="26"/>
                  <a:pt x="292" y="35"/>
                  <a:pt x="301" y="44"/>
                </a:cubicBezTo>
                <a:lnTo>
                  <a:pt x="301" y="70"/>
                </a:lnTo>
                <a:close/>
              </a:path>
            </a:pathLst>
          </a:custGeom>
          <a:solidFill>
            <a:schemeClr val="bg1">
              <a:lumMod val="85000"/>
            </a:schemeClr>
          </a:solidFill>
          <a:ln>
            <a:noFill/>
          </a:ln>
        </p:spPr>
        <p:txBody>
          <a:bodyPr wrap="none" anchor="ctr"/>
          <a:lstStyle/>
          <a:p>
            <a:endParaRPr lang="zh-CN" altLang="en-US">
              <a:solidFill>
                <a:srgbClr val="241A1D"/>
              </a:solidFill>
              <a:cs typeface="+mn-ea"/>
              <a:sym typeface="+mn-lt"/>
            </a:endParaRPr>
          </a:p>
        </p:txBody>
      </p:sp>
      <p:sp>
        <p:nvSpPr>
          <p:cNvPr id="4" name="1"/>
          <p:cNvSpPr/>
          <p:nvPr/>
        </p:nvSpPr>
        <p:spPr bwMode="auto">
          <a:xfrm>
            <a:off x="2691130" y="2364740"/>
            <a:ext cx="369570" cy="311150"/>
          </a:xfrm>
          <a:custGeom>
            <a:avLst/>
            <a:gdLst>
              <a:gd name="T0" fmla="*/ 301204649 w 444"/>
              <a:gd name="T1" fmla="*/ 148218346 h 373"/>
              <a:gd name="T2" fmla="*/ 301204649 w 444"/>
              <a:gd name="T3" fmla="*/ 148218346 h 373"/>
              <a:gd name="T4" fmla="*/ 245683277 w 444"/>
              <a:gd name="T5" fmla="*/ 18788288 h 373"/>
              <a:gd name="T6" fmla="*/ 221392365 w 444"/>
              <a:gd name="T7" fmla="*/ 0 h 373"/>
              <a:gd name="T8" fmla="*/ 86058709 w 444"/>
              <a:gd name="T9" fmla="*/ 0 h 373"/>
              <a:gd name="T10" fmla="*/ 55521372 w 444"/>
              <a:gd name="T11" fmla="*/ 18788288 h 373"/>
              <a:gd name="T12" fmla="*/ 6246425 w 444"/>
              <a:gd name="T13" fmla="*/ 148218346 h 373"/>
              <a:gd name="T14" fmla="*/ 0 w 444"/>
              <a:gd name="T15" fmla="*/ 178836174 h 373"/>
              <a:gd name="T16" fmla="*/ 12492017 w 444"/>
              <a:gd name="T17" fmla="*/ 240071828 h 373"/>
              <a:gd name="T18" fmla="*/ 31231292 w 444"/>
              <a:gd name="T19" fmla="*/ 258860116 h 373"/>
              <a:gd name="T20" fmla="*/ 276913737 w 444"/>
              <a:gd name="T21" fmla="*/ 258860116 h 373"/>
              <a:gd name="T22" fmla="*/ 294959057 w 444"/>
              <a:gd name="T23" fmla="*/ 240071828 h 373"/>
              <a:gd name="T24" fmla="*/ 307451074 w 444"/>
              <a:gd name="T25" fmla="*/ 178836174 h 373"/>
              <a:gd name="T26" fmla="*/ 301204649 w 444"/>
              <a:gd name="T27" fmla="*/ 148218346 h 373"/>
              <a:gd name="T28" fmla="*/ 276913737 w 444"/>
              <a:gd name="T29" fmla="*/ 191361421 h 373"/>
              <a:gd name="T30" fmla="*/ 276913737 w 444"/>
              <a:gd name="T31" fmla="*/ 191361421 h 373"/>
              <a:gd name="T32" fmla="*/ 276913737 w 444"/>
              <a:gd name="T33" fmla="*/ 215717042 h 373"/>
              <a:gd name="T34" fmla="*/ 258175294 w 444"/>
              <a:gd name="T35" fmla="*/ 234504496 h 373"/>
              <a:gd name="T36" fmla="*/ 49275780 w 444"/>
              <a:gd name="T37" fmla="*/ 234504496 h 373"/>
              <a:gd name="T38" fmla="*/ 31231292 w 444"/>
              <a:gd name="T39" fmla="*/ 215717042 h 373"/>
              <a:gd name="T40" fmla="*/ 24290912 w 444"/>
              <a:gd name="T41" fmla="*/ 191361421 h 373"/>
              <a:gd name="T42" fmla="*/ 43029355 w 444"/>
              <a:gd name="T43" fmla="*/ 172573133 h 373"/>
              <a:gd name="T44" fmla="*/ 264421720 w 444"/>
              <a:gd name="T45" fmla="*/ 172573133 h 373"/>
              <a:gd name="T46" fmla="*/ 276913737 w 444"/>
              <a:gd name="T47" fmla="*/ 191361421 h 37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43" h="373">
                <a:moveTo>
                  <a:pt x="434" y="213"/>
                </a:moveTo>
                <a:lnTo>
                  <a:pt x="434" y="213"/>
                </a:lnTo>
                <a:cubicBezTo>
                  <a:pt x="354" y="27"/>
                  <a:pt x="354" y="27"/>
                  <a:pt x="354" y="27"/>
                </a:cubicBezTo>
                <a:cubicBezTo>
                  <a:pt x="354" y="9"/>
                  <a:pt x="337" y="0"/>
                  <a:pt x="319" y="0"/>
                </a:cubicBezTo>
                <a:cubicBezTo>
                  <a:pt x="124" y="0"/>
                  <a:pt x="124" y="0"/>
                  <a:pt x="124" y="0"/>
                </a:cubicBezTo>
                <a:cubicBezTo>
                  <a:pt x="106" y="0"/>
                  <a:pt x="89" y="9"/>
                  <a:pt x="80" y="27"/>
                </a:cubicBezTo>
                <a:cubicBezTo>
                  <a:pt x="9" y="213"/>
                  <a:pt x="9" y="213"/>
                  <a:pt x="9" y="213"/>
                </a:cubicBezTo>
                <a:cubicBezTo>
                  <a:pt x="0" y="222"/>
                  <a:pt x="0" y="248"/>
                  <a:pt x="0" y="257"/>
                </a:cubicBezTo>
                <a:cubicBezTo>
                  <a:pt x="18" y="345"/>
                  <a:pt x="18" y="345"/>
                  <a:pt x="18" y="345"/>
                </a:cubicBezTo>
                <a:cubicBezTo>
                  <a:pt x="18" y="363"/>
                  <a:pt x="35" y="372"/>
                  <a:pt x="45" y="372"/>
                </a:cubicBezTo>
                <a:cubicBezTo>
                  <a:pt x="399" y="372"/>
                  <a:pt x="399" y="372"/>
                  <a:pt x="399" y="372"/>
                </a:cubicBezTo>
                <a:cubicBezTo>
                  <a:pt x="408" y="372"/>
                  <a:pt x="425" y="363"/>
                  <a:pt x="425" y="345"/>
                </a:cubicBezTo>
                <a:cubicBezTo>
                  <a:pt x="443" y="257"/>
                  <a:pt x="443" y="257"/>
                  <a:pt x="443" y="257"/>
                </a:cubicBezTo>
                <a:cubicBezTo>
                  <a:pt x="443" y="248"/>
                  <a:pt x="443" y="222"/>
                  <a:pt x="434" y="213"/>
                </a:cubicBezTo>
                <a:close/>
                <a:moveTo>
                  <a:pt x="399" y="275"/>
                </a:moveTo>
                <a:lnTo>
                  <a:pt x="399" y="275"/>
                </a:lnTo>
                <a:cubicBezTo>
                  <a:pt x="399" y="310"/>
                  <a:pt x="399" y="310"/>
                  <a:pt x="399" y="310"/>
                </a:cubicBezTo>
                <a:cubicBezTo>
                  <a:pt x="399" y="328"/>
                  <a:pt x="381" y="337"/>
                  <a:pt x="372" y="337"/>
                </a:cubicBezTo>
                <a:cubicBezTo>
                  <a:pt x="71" y="337"/>
                  <a:pt x="71" y="337"/>
                  <a:pt x="71" y="337"/>
                </a:cubicBezTo>
                <a:cubicBezTo>
                  <a:pt x="62" y="337"/>
                  <a:pt x="45" y="328"/>
                  <a:pt x="45" y="310"/>
                </a:cubicBezTo>
                <a:cubicBezTo>
                  <a:pt x="35" y="275"/>
                  <a:pt x="35" y="275"/>
                  <a:pt x="35" y="275"/>
                </a:cubicBezTo>
                <a:cubicBezTo>
                  <a:pt x="35" y="266"/>
                  <a:pt x="45" y="248"/>
                  <a:pt x="62" y="248"/>
                </a:cubicBezTo>
                <a:cubicBezTo>
                  <a:pt x="381" y="248"/>
                  <a:pt x="381" y="248"/>
                  <a:pt x="381" y="248"/>
                </a:cubicBezTo>
                <a:cubicBezTo>
                  <a:pt x="399" y="248"/>
                  <a:pt x="408" y="266"/>
                  <a:pt x="399" y="275"/>
                </a:cubicBezTo>
                <a:close/>
              </a:path>
            </a:pathLst>
          </a:custGeom>
          <a:solidFill>
            <a:schemeClr val="bg1">
              <a:lumMod val="85000"/>
            </a:schemeClr>
          </a:solidFill>
          <a:ln>
            <a:noFill/>
          </a:ln>
        </p:spPr>
        <p:txBody>
          <a:bodyPr wrap="none" anchor="ctr"/>
          <a:lstStyle/>
          <a:p>
            <a:endParaRPr lang="zh-CN" altLang="en-US">
              <a:solidFill>
                <a:srgbClr val="241A1D"/>
              </a:solidFill>
              <a:cs typeface="+mn-ea"/>
              <a:sym typeface="+mn-lt"/>
            </a:endParaRPr>
          </a:p>
        </p:txBody>
      </p:sp>
      <p:sp>
        <p:nvSpPr>
          <p:cNvPr id="5" name="1"/>
          <p:cNvSpPr/>
          <p:nvPr/>
        </p:nvSpPr>
        <p:spPr bwMode="auto">
          <a:xfrm>
            <a:off x="6095365" y="2298065"/>
            <a:ext cx="375920" cy="384175"/>
          </a:xfrm>
          <a:custGeom>
            <a:avLst/>
            <a:gdLst>
              <a:gd name="T0" fmla="*/ 190536572 w 452"/>
              <a:gd name="T1" fmla="*/ 208133043 h 462"/>
              <a:gd name="T2" fmla="*/ 190536572 w 452"/>
              <a:gd name="T3" fmla="*/ 208133043 h 462"/>
              <a:gd name="T4" fmla="*/ 300701596 w 452"/>
              <a:gd name="T5" fmla="*/ 17978060 h 462"/>
              <a:gd name="T6" fmla="*/ 300701596 w 452"/>
              <a:gd name="T7" fmla="*/ 12446605 h 462"/>
              <a:gd name="T8" fmla="*/ 294466216 w 452"/>
              <a:gd name="T9" fmla="*/ 12446605 h 462"/>
              <a:gd name="T10" fmla="*/ 110165024 w 452"/>
              <a:gd name="T11" fmla="*/ 123081521 h 462"/>
              <a:gd name="T12" fmla="*/ 6235379 w 452"/>
              <a:gd name="T13" fmla="*/ 208133043 h 462"/>
              <a:gd name="T14" fmla="*/ 24249806 w 452"/>
              <a:gd name="T15" fmla="*/ 226802950 h 462"/>
              <a:gd name="T16" fmla="*/ 60972036 w 452"/>
              <a:gd name="T17" fmla="*/ 214356345 h 462"/>
              <a:gd name="T18" fmla="*/ 104622187 w 452"/>
              <a:gd name="T19" fmla="*/ 257227614 h 462"/>
              <a:gd name="T20" fmla="*/ 92150596 w 452"/>
              <a:gd name="T21" fmla="*/ 293875581 h 462"/>
              <a:gd name="T22" fmla="*/ 104622187 w 452"/>
              <a:gd name="T23" fmla="*/ 312545488 h 462"/>
              <a:gd name="T24" fmla="*/ 190536572 w 452"/>
              <a:gd name="T25" fmla="*/ 208133043 h 462"/>
              <a:gd name="T26" fmla="*/ 208550999 w 452"/>
              <a:gd name="T27" fmla="*/ 103720598 h 462"/>
              <a:gd name="T28" fmla="*/ 208550999 w 452"/>
              <a:gd name="T29" fmla="*/ 103720598 h 462"/>
              <a:gd name="T30" fmla="*/ 208550999 w 452"/>
              <a:gd name="T31" fmla="*/ 67072631 h 462"/>
              <a:gd name="T32" fmla="*/ 245272396 w 452"/>
              <a:gd name="T33" fmla="*/ 67072631 h 462"/>
              <a:gd name="T34" fmla="*/ 245272396 w 452"/>
              <a:gd name="T35" fmla="*/ 103720598 h 462"/>
              <a:gd name="T36" fmla="*/ 208550999 w 452"/>
              <a:gd name="T37" fmla="*/ 103720598 h 4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52" h="462">
                <a:moveTo>
                  <a:pt x="275" y="301"/>
                </a:moveTo>
                <a:lnTo>
                  <a:pt x="275" y="301"/>
                </a:lnTo>
                <a:cubicBezTo>
                  <a:pt x="275" y="301"/>
                  <a:pt x="451" y="169"/>
                  <a:pt x="434" y="26"/>
                </a:cubicBezTo>
                <a:lnTo>
                  <a:pt x="434" y="18"/>
                </a:lnTo>
                <a:cubicBezTo>
                  <a:pt x="425" y="18"/>
                  <a:pt x="425" y="18"/>
                  <a:pt x="425" y="18"/>
                </a:cubicBezTo>
                <a:cubicBezTo>
                  <a:pt x="284" y="0"/>
                  <a:pt x="159" y="178"/>
                  <a:pt x="159" y="178"/>
                </a:cubicBezTo>
                <a:cubicBezTo>
                  <a:pt x="53" y="159"/>
                  <a:pt x="62" y="186"/>
                  <a:pt x="9" y="301"/>
                </a:cubicBezTo>
                <a:cubicBezTo>
                  <a:pt x="0" y="328"/>
                  <a:pt x="18" y="328"/>
                  <a:pt x="35" y="328"/>
                </a:cubicBezTo>
                <a:cubicBezTo>
                  <a:pt x="53" y="319"/>
                  <a:pt x="88" y="310"/>
                  <a:pt x="88" y="310"/>
                </a:cubicBezTo>
                <a:cubicBezTo>
                  <a:pt x="151" y="372"/>
                  <a:pt x="151" y="372"/>
                  <a:pt x="151" y="372"/>
                </a:cubicBezTo>
                <a:cubicBezTo>
                  <a:pt x="151" y="372"/>
                  <a:pt x="141" y="407"/>
                  <a:pt x="133" y="425"/>
                </a:cubicBezTo>
                <a:cubicBezTo>
                  <a:pt x="124" y="443"/>
                  <a:pt x="133" y="461"/>
                  <a:pt x="151" y="452"/>
                </a:cubicBezTo>
                <a:cubicBezTo>
                  <a:pt x="266" y="398"/>
                  <a:pt x="292" y="407"/>
                  <a:pt x="275" y="301"/>
                </a:cubicBezTo>
                <a:close/>
                <a:moveTo>
                  <a:pt x="301" y="150"/>
                </a:moveTo>
                <a:lnTo>
                  <a:pt x="301" y="150"/>
                </a:lnTo>
                <a:cubicBezTo>
                  <a:pt x="284" y="133"/>
                  <a:pt x="284" y="115"/>
                  <a:pt x="301" y="97"/>
                </a:cubicBezTo>
                <a:cubicBezTo>
                  <a:pt x="319" y="80"/>
                  <a:pt x="345" y="80"/>
                  <a:pt x="354" y="97"/>
                </a:cubicBezTo>
                <a:cubicBezTo>
                  <a:pt x="372" y="115"/>
                  <a:pt x="372" y="133"/>
                  <a:pt x="354" y="150"/>
                </a:cubicBezTo>
                <a:cubicBezTo>
                  <a:pt x="345" y="169"/>
                  <a:pt x="319" y="169"/>
                  <a:pt x="301" y="150"/>
                </a:cubicBezTo>
                <a:close/>
              </a:path>
            </a:pathLst>
          </a:custGeom>
          <a:solidFill>
            <a:schemeClr val="bg1"/>
          </a:solidFill>
          <a:ln>
            <a:noFill/>
          </a:ln>
        </p:spPr>
        <p:txBody>
          <a:bodyPr wrap="none" anchor="ctr"/>
          <a:lstStyle/>
          <a:p>
            <a:endParaRPr lang="zh-CN" altLang="en-US">
              <a:solidFill>
                <a:srgbClr val="241A1D"/>
              </a:solidFill>
              <a:cs typeface="+mn-ea"/>
              <a:sym typeface="+mn-lt"/>
            </a:endParaRPr>
          </a:p>
        </p:txBody>
      </p:sp>
      <p:sp>
        <p:nvSpPr>
          <p:cNvPr id="33" name="文本框 32"/>
          <p:cNvSpPr txBox="1"/>
          <p:nvPr/>
        </p:nvSpPr>
        <p:spPr>
          <a:xfrm>
            <a:off x="1329164" y="3951282"/>
            <a:ext cx="3041467" cy="691515"/>
          </a:xfrm>
          <a:prstGeom prst="rect">
            <a:avLst/>
          </a:prstGeom>
          <a:noFill/>
          <a:effectLst/>
        </p:spPr>
        <p:txBody>
          <a:bodyPr wrap="square" rtlCol="0">
            <a:spAutoFit/>
          </a:bodyPr>
          <a:lstStyle/>
          <a:p>
            <a:pPr algn="ctr">
              <a:lnSpc>
                <a:spcPct val="130000"/>
              </a:lnSpc>
            </a:pPr>
            <a:r>
              <a:rPr lang="en-US" altLang="zh-CN" sz="1000">
                <a:solidFill>
                  <a:schemeClr val="tx1">
                    <a:lumMod val="65000"/>
                    <a:lumOff val="35000"/>
                  </a:schemeClr>
                </a:solidFill>
                <a:cs typeface="+mn-ea"/>
                <a:sym typeface="+mn-lt"/>
              </a:rPr>
              <a:t>This template is the spring and autumn advertising original This template is the spring and autumn advertising original</a:t>
            </a:r>
          </a:p>
        </p:txBody>
      </p:sp>
      <p:sp>
        <p:nvSpPr>
          <p:cNvPr id="34" name="TextBox 76"/>
          <p:cNvSpPr txBox="1"/>
          <p:nvPr/>
        </p:nvSpPr>
        <p:spPr>
          <a:xfrm>
            <a:off x="2237219" y="3550851"/>
            <a:ext cx="1276797" cy="398780"/>
          </a:xfrm>
          <a:prstGeom prst="rect">
            <a:avLst/>
          </a:prstGeom>
          <a:noFill/>
          <a:effectLst/>
        </p:spPr>
        <p:txBody>
          <a:bodyPr wrap="square" rtlCol="0">
            <a:spAutoFit/>
          </a:bodyPr>
          <a:lstStyle/>
          <a:p>
            <a:pPr algn="ctr"/>
            <a:r>
              <a:rPr lang="zh-CN" altLang="en-US" sz="2000">
                <a:solidFill>
                  <a:schemeClr val="tx1">
                    <a:lumMod val="65000"/>
                    <a:lumOff val="35000"/>
                  </a:schemeClr>
                </a:solidFill>
                <a:cs typeface="+mn-ea"/>
                <a:sym typeface="+mn-lt"/>
              </a:rPr>
              <a:t>添加标题</a:t>
            </a:r>
          </a:p>
        </p:txBody>
      </p:sp>
      <p:sp>
        <p:nvSpPr>
          <p:cNvPr id="6" name="文本框 5"/>
          <p:cNvSpPr txBox="1"/>
          <p:nvPr/>
        </p:nvSpPr>
        <p:spPr>
          <a:xfrm>
            <a:off x="4762609" y="3951282"/>
            <a:ext cx="3041467" cy="692497"/>
          </a:xfrm>
          <a:prstGeom prst="rect">
            <a:avLst/>
          </a:prstGeom>
          <a:noFill/>
          <a:effectLst/>
        </p:spPr>
        <p:txBody>
          <a:bodyPr wrap="square" rtlCol="0">
            <a:spAutoFit/>
          </a:bodyPr>
          <a:lstStyle/>
          <a:p>
            <a:pPr algn="ctr">
              <a:lnSpc>
                <a:spcPct val="130000"/>
              </a:lnSpc>
            </a:pPr>
            <a:r>
              <a:rPr lang="en-US" altLang="zh-CN" sz="1000">
                <a:solidFill>
                  <a:schemeClr val="tx1">
                    <a:lumMod val="65000"/>
                    <a:lumOff val="35000"/>
                  </a:schemeClr>
                </a:solidFill>
                <a:cs typeface="+mn-ea"/>
                <a:sym typeface="+mn-lt"/>
              </a:rPr>
              <a:t>This template is the spring and autumn advertising original This template is the spring and autumn advertising original</a:t>
            </a:r>
          </a:p>
        </p:txBody>
      </p:sp>
      <p:sp>
        <p:nvSpPr>
          <p:cNvPr id="13" name="TextBox 76"/>
          <p:cNvSpPr txBox="1"/>
          <p:nvPr/>
        </p:nvSpPr>
        <p:spPr>
          <a:xfrm>
            <a:off x="5670664" y="3550851"/>
            <a:ext cx="1276797" cy="400110"/>
          </a:xfrm>
          <a:prstGeom prst="rect">
            <a:avLst/>
          </a:prstGeom>
          <a:noFill/>
          <a:effectLst/>
        </p:spPr>
        <p:txBody>
          <a:bodyPr wrap="square" rtlCol="0">
            <a:spAutoFit/>
          </a:bodyPr>
          <a:lstStyle/>
          <a:p>
            <a:pPr algn="ctr"/>
            <a:r>
              <a:rPr lang="zh-CN" altLang="en-US" sz="2000">
                <a:solidFill>
                  <a:schemeClr val="tx1">
                    <a:lumMod val="65000"/>
                    <a:lumOff val="35000"/>
                  </a:schemeClr>
                </a:solidFill>
                <a:cs typeface="+mn-ea"/>
                <a:sym typeface="+mn-lt"/>
              </a:rPr>
              <a:t>添加标题</a:t>
            </a:r>
          </a:p>
        </p:txBody>
      </p:sp>
      <p:sp>
        <p:nvSpPr>
          <p:cNvPr id="16" name="文本框 15"/>
          <p:cNvSpPr txBox="1"/>
          <p:nvPr/>
        </p:nvSpPr>
        <p:spPr>
          <a:xfrm>
            <a:off x="8257649" y="3951282"/>
            <a:ext cx="3041467" cy="692497"/>
          </a:xfrm>
          <a:prstGeom prst="rect">
            <a:avLst/>
          </a:prstGeom>
          <a:noFill/>
          <a:effectLst/>
        </p:spPr>
        <p:txBody>
          <a:bodyPr wrap="square" rtlCol="0">
            <a:spAutoFit/>
          </a:bodyPr>
          <a:lstStyle/>
          <a:p>
            <a:pPr algn="ctr">
              <a:lnSpc>
                <a:spcPct val="130000"/>
              </a:lnSpc>
            </a:pPr>
            <a:r>
              <a:rPr lang="en-US" altLang="zh-CN" sz="1000">
                <a:solidFill>
                  <a:schemeClr val="tx1">
                    <a:lumMod val="65000"/>
                    <a:lumOff val="35000"/>
                  </a:schemeClr>
                </a:solidFill>
                <a:cs typeface="+mn-ea"/>
                <a:sym typeface="+mn-lt"/>
              </a:rPr>
              <a:t>This template is the spring and autumn advertising original This template is the spring and autumn advertising original</a:t>
            </a:r>
          </a:p>
        </p:txBody>
      </p:sp>
      <p:sp>
        <p:nvSpPr>
          <p:cNvPr id="17" name="TextBox 76"/>
          <p:cNvSpPr txBox="1"/>
          <p:nvPr/>
        </p:nvSpPr>
        <p:spPr>
          <a:xfrm>
            <a:off x="9165704" y="3550851"/>
            <a:ext cx="1276797" cy="400110"/>
          </a:xfrm>
          <a:prstGeom prst="rect">
            <a:avLst/>
          </a:prstGeom>
          <a:noFill/>
          <a:effectLst/>
        </p:spPr>
        <p:txBody>
          <a:bodyPr wrap="square" rtlCol="0">
            <a:spAutoFit/>
          </a:bodyPr>
          <a:lstStyle/>
          <a:p>
            <a:pPr algn="ctr"/>
            <a:r>
              <a:rPr lang="zh-CN" altLang="en-US" sz="2000">
                <a:solidFill>
                  <a:schemeClr val="tx1">
                    <a:lumMod val="65000"/>
                    <a:lumOff val="35000"/>
                  </a:schemeClr>
                </a:solidFill>
                <a:cs typeface="+mn-ea"/>
                <a:sym typeface="+mn-lt"/>
              </a:rPr>
              <a:t>添加标题</a:t>
            </a:r>
          </a:p>
        </p:txBody>
      </p:sp>
    </p:spTree>
    <p:custDataLst>
      <p:tags r:id="R4ac23e3ab8f94b97"/>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ppt_w</p:attrName>
                                        </p:attrNameLst>
                                      </p:cBhvr>
                                      <p:tavLst>
                                        <p:tav tm="0">
                                          <p:val>
                                            <p:strVal val="#ppt_w*0.70"/>
                                          </p:val>
                                        </p:tav>
                                        <p:tav tm="100000">
                                          <p:val>
                                            <p:strVal val="#ppt_w"/>
                                          </p:val>
                                        </p:tav>
                                      </p:tavLst>
                                    </p:anim>
                                    <p:anim calcmode="lin" valueType="num">
                                      <p:cBhvr>
                                        <p:cTn id="13" dur="1000" fill="hold"/>
                                        <p:tgtEl>
                                          <p:spTgt spid="8"/>
                                        </p:tgtEl>
                                        <p:attrNameLst>
                                          <p:attrName>ppt_h</p:attrName>
                                        </p:attrNameLst>
                                      </p:cBhvr>
                                      <p:tavLst>
                                        <p:tav tm="0">
                                          <p:val>
                                            <p:strVal val="#ppt_h"/>
                                          </p:val>
                                        </p:tav>
                                        <p:tav tm="100000">
                                          <p:val>
                                            <p:strVal val="#ppt_h"/>
                                          </p:val>
                                        </p:tav>
                                      </p:tavLst>
                                    </p:anim>
                                    <p:animEffect transition="in" filter="fade">
                                      <p:cBhvr>
                                        <p:cTn id="14" dur="1000"/>
                                        <p:tgtEl>
                                          <p:spTgt spid="8"/>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1000" fill="hold"/>
                                        <p:tgtEl>
                                          <p:spTgt spid="2"/>
                                        </p:tgtEl>
                                        <p:attrNameLst>
                                          <p:attrName>ppt_w</p:attrName>
                                        </p:attrNameLst>
                                      </p:cBhvr>
                                      <p:tavLst>
                                        <p:tav tm="0">
                                          <p:val>
                                            <p:strVal val="#ppt_w*0.70"/>
                                          </p:val>
                                        </p:tav>
                                        <p:tav tm="100000">
                                          <p:val>
                                            <p:strVal val="#ppt_w"/>
                                          </p:val>
                                        </p:tav>
                                      </p:tavLst>
                                    </p:anim>
                                    <p:anim calcmode="lin" valueType="num">
                                      <p:cBhvr>
                                        <p:cTn id="18" dur="1000" fill="hold"/>
                                        <p:tgtEl>
                                          <p:spTgt spid="2"/>
                                        </p:tgtEl>
                                        <p:attrNameLst>
                                          <p:attrName>ppt_h</p:attrName>
                                        </p:attrNameLst>
                                      </p:cBhvr>
                                      <p:tavLst>
                                        <p:tav tm="0">
                                          <p:val>
                                            <p:strVal val="#ppt_h"/>
                                          </p:val>
                                        </p:tav>
                                        <p:tav tm="100000">
                                          <p:val>
                                            <p:strVal val="#ppt_h"/>
                                          </p:val>
                                        </p:tav>
                                      </p:tavLst>
                                    </p:anim>
                                    <p:animEffect transition="in" filter="fade">
                                      <p:cBhvr>
                                        <p:cTn id="19" dur="1000"/>
                                        <p:tgtEl>
                                          <p:spTgt spid="2"/>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1000" fill="hold"/>
                                        <p:tgtEl>
                                          <p:spTgt spid="3"/>
                                        </p:tgtEl>
                                        <p:attrNameLst>
                                          <p:attrName>ppt_w</p:attrName>
                                        </p:attrNameLst>
                                      </p:cBhvr>
                                      <p:tavLst>
                                        <p:tav tm="0">
                                          <p:val>
                                            <p:strVal val="#ppt_w*0.70"/>
                                          </p:val>
                                        </p:tav>
                                        <p:tav tm="100000">
                                          <p:val>
                                            <p:strVal val="#ppt_w"/>
                                          </p:val>
                                        </p:tav>
                                      </p:tavLst>
                                    </p:anim>
                                    <p:anim calcmode="lin" valueType="num">
                                      <p:cBhvr>
                                        <p:cTn id="23" dur="1000" fill="hold"/>
                                        <p:tgtEl>
                                          <p:spTgt spid="3"/>
                                        </p:tgtEl>
                                        <p:attrNameLst>
                                          <p:attrName>ppt_h</p:attrName>
                                        </p:attrNameLst>
                                      </p:cBhvr>
                                      <p:tavLst>
                                        <p:tav tm="0">
                                          <p:val>
                                            <p:strVal val="#ppt_h"/>
                                          </p:val>
                                        </p:tav>
                                        <p:tav tm="100000">
                                          <p:val>
                                            <p:strVal val="#ppt_h"/>
                                          </p:val>
                                        </p:tav>
                                      </p:tavLst>
                                    </p:anim>
                                    <p:animEffect transition="in" filter="fade">
                                      <p:cBhvr>
                                        <p:cTn id="24" dur="1000"/>
                                        <p:tgtEl>
                                          <p:spTgt spid="3"/>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1000" fill="hold"/>
                                        <p:tgtEl>
                                          <p:spTgt spid="4"/>
                                        </p:tgtEl>
                                        <p:attrNameLst>
                                          <p:attrName>ppt_w</p:attrName>
                                        </p:attrNameLst>
                                      </p:cBhvr>
                                      <p:tavLst>
                                        <p:tav tm="0">
                                          <p:val>
                                            <p:strVal val="#ppt_w*0.70"/>
                                          </p:val>
                                        </p:tav>
                                        <p:tav tm="100000">
                                          <p:val>
                                            <p:strVal val="#ppt_w"/>
                                          </p:val>
                                        </p:tav>
                                      </p:tavLst>
                                    </p:anim>
                                    <p:anim calcmode="lin" valueType="num">
                                      <p:cBhvr>
                                        <p:cTn id="28" dur="1000" fill="hold"/>
                                        <p:tgtEl>
                                          <p:spTgt spid="4"/>
                                        </p:tgtEl>
                                        <p:attrNameLst>
                                          <p:attrName>ppt_h</p:attrName>
                                        </p:attrNameLst>
                                      </p:cBhvr>
                                      <p:tavLst>
                                        <p:tav tm="0">
                                          <p:val>
                                            <p:strVal val="#ppt_h"/>
                                          </p:val>
                                        </p:tav>
                                        <p:tav tm="100000">
                                          <p:val>
                                            <p:strVal val="#ppt_h"/>
                                          </p:val>
                                        </p:tav>
                                      </p:tavLst>
                                    </p:anim>
                                    <p:animEffect transition="in" filter="fade">
                                      <p:cBhvr>
                                        <p:cTn id="29" dur="1000"/>
                                        <p:tgtEl>
                                          <p:spTgt spid="4"/>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p:cTn id="32" dur="1000" fill="hold"/>
                                        <p:tgtEl>
                                          <p:spTgt spid="5"/>
                                        </p:tgtEl>
                                        <p:attrNameLst>
                                          <p:attrName>ppt_w</p:attrName>
                                        </p:attrNameLst>
                                      </p:cBhvr>
                                      <p:tavLst>
                                        <p:tav tm="0">
                                          <p:val>
                                            <p:strVal val="#ppt_w*0.70"/>
                                          </p:val>
                                        </p:tav>
                                        <p:tav tm="100000">
                                          <p:val>
                                            <p:strVal val="#ppt_w"/>
                                          </p:val>
                                        </p:tav>
                                      </p:tavLst>
                                    </p:anim>
                                    <p:anim calcmode="lin" valueType="num">
                                      <p:cBhvr>
                                        <p:cTn id="33" dur="1000" fill="hold"/>
                                        <p:tgtEl>
                                          <p:spTgt spid="5"/>
                                        </p:tgtEl>
                                        <p:attrNameLst>
                                          <p:attrName>ppt_h</p:attrName>
                                        </p:attrNameLst>
                                      </p:cBhvr>
                                      <p:tavLst>
                                        <p:tav tm="0">
                                          <p:val>
                                            <p:strVal val="#ppt_h"/>
                                          </p:val>
                                        </p:tav>
                                        <p:tav tm="100000">
                                          <p:val>
                                            <p:strVal val="#ppt_h"/>
                                          </p:val>
                                        </p:tav>
                                      </p:tavLst>
                                    </p:anim>
                                    <p:animEffect transition="in" filter="fade">
                                      <p:cBhvr>
                                        <p:cTn id="34" dur="1000"/>
                                        <p:tgtEl>
                                          <p:spTgt spid="5"/>
                                        </p:tgtEl>
                                      </p:cBhvr>
                                    </p:animEffect>
                                  </p:childTnLst>
                                </p:cTn>
                              </p:par>
                            </p:childTnLst>
                          </p:cTn>
                        </p:par>
                        <p:par>
                          <p:cTn id="35" fill="hold" nodeType="afterGroup">
                            <p:stCondLst>
                              <p:cond delay="1000"/>
                            </p:stCondLst>
                            <p:childTnLst>
                              <p:par>
                                <p:cTn id="36" presetID="42" presetClass="entr" presetSubtype="0" fill="hold" grpId="0" nodeType="after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1000"/>
                                        <p:tgtEl>
                                          <p:spTgt spid="33"/>
                                        </p:tgtEl>
                                      </p:cBhvr>
                                    </p:animEffect>
                                    <p:anim calcmode="lin" valueType="num">
                                      <p:cBhvr>
                                        <p:cTn id="39" dur="1000" fill="hold"/>
                                        <p:tgtEl>
                                          <p:spTgt spid="33"/>
                                        </p:tgtEl>
                                        <p:attrNameLst>
                                          <p:attrName>ppt_x</p:attrName>
                                        </p:attrNameLst>
                                      </p:cBhvr>
                                      <p:tavLst>
                                        <p:tav tm="0">
                                          <p:val>
                                            <p:strVal val="#ppt_x"/>
                                          </p:val>
                                        </p:tav>
                                        <p:tav tm="100000">
                                          <p:val>
                                            <p:strVal val="#ppt_x"/>
                                          </p:val>
                                        </p:tav>
                                      </p:tavLst>
                                    </p:anim>
                                    <p:anim calcmode="lin" valueType="num">
                                      <p:cBhvr>
                                        <p:cTn id="40" dur="1000" fill="hold"/>
                                        <p:tgtEl>
                                          <p:spTgt spid="33"/>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1000"/>
                                        <p:tgtEl>
                                          <p:spTgt spid="34"/>
                                        </p:tgtEl>
                                      </p:cBhvr>
                                    </p:animEffect>
                                    <p:anim calcmode="lin" valueType="num">
                                      <p:cBhvr>
                                        <p:cTn id="44" dur="1000" fill="hold"/>
                                        <p:tgtEl>
                                          <p:spTgt spid="34"/>
                                        </p:tgtEl>
                                        <p:attrNameLst>
                                          <p:attrName>ppt_x</p:attrName>
                                        </p:attrNameLst>
                                      </p:cBhvr>
                                      <p:tavLst>
                                        <p:tav tm="0">
                                          <p:val>
                                            <p:strVal val="#ppt_x"/>
                                          </p:val>
                                        </p:tav>
                                        <p:tav tm="100000">
                                          <p:val>
                                            <p:strVal val="#ppt_x"/>
                                          </p:val>
                                        </p:tav>
                                      </p:tavLst>
                                    </p:anim>
                                    <p:anim calcmode="lin" valueType="num">
                                      <p:cBhvr>
                                        <p:cTn id="45" dur="1000" fill="hold"/>
                                        <p:tgtEl>
                                          <p:spTgt spid="34"/>
                                        </p:tgtEl>
                                        <p:attrNameLst>
                                          <p:attrName>ppt_y</p:attrName>
                                        </p:attrNameLst>
                                      </p:cBhvr>
                                      <p:tavLst>
                                        <p:tav tm="0">
                                          <p:val>
                                            <p:strVal val="#ppt_y+.1"/>
                                          </p:val>
                                        </p:tav>
                                        <p:tav tm="100000">
                                          <p:val>
                                            <p:strVal val="#ppt_y"/>
                                          </p:val>
                                        </p:tav>
                                      </p:tavLst>
                                    </p:anim>
                                  </p:childTnLst>
                                </p:cTn>
                              </p:par>
                            </p:childTnLst>
                          </p:cTn>
                        </p:par>
                        <p:par>
                          <p:cTn id="46" fill="hold" nodeType="afterGroup">
                            <p:stCondLst>
                              <p:cond delay="2000"/>
                            </p:stCondLst>
                            <p:childTnLst>
                              <p:par>
                                <p:cTn id="47" presetID="42" presetClass="entr" presetSubtype="0" fill="hold" grpId="0" nodeType="after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1000"/>
                                        <p:tgtEl>
                                          <p:spTgt spid="6"/>
                                        </p:tgtEl>
                                      </p:cBhvr>
                                    </p:animEffect>
                                    <p:anim calcmode="lin" valueType="num">
                                      <p:cBhvr>
                                        <p:cTn id="50" dur="1000" fill="hold"/>
                                        <p:tgtEl>
                                          <p:spTgt spid="6"/>
                                        </p:tgtEl>
                                        <p:attrNameLst>
                                          <p:attrName>ppt_x</p:attrName>
                                        </p:attrNameLst>
                                      </p:cBhvr>
                                      <p:tavLst>
                                        <p:tav tm="0">
                                          <p:val>
                                            <p:strVal val="#ppt_x"/>
                                          </p:val>
                                        </p:tav>
                                        <p:tav tm="100000">
                                          <p:val>
                                            <p:strVal val="#ppt_x"/>
                                          </p:val>
                                        </p:tav>
                                      </p:tavLst>
                                    </p:anim>
                                    <p:anim calcmode="lin" valueType="num">
                                      <p:cBhvr>
                                        <p:cTn id="51" dur="1000" fill="hold"/>
                                        <p:tgtEl>
                                          <p:spTgt spid="6"/>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1000"/>
                                        <p:tgtEl>
                                          <p:spTgt spid="13"/>
                                        </p:tgtEl>
                                      </p:cBhvr>
                                    </p:animEffect>
                                    <p:anim calcmode="lin" valueType="num">
                                      <p:cBhvr>
                                        <p:cTn id="55" dur="1000" fill="hold"/>
                                        <p:tgtEl>
                                          <p:spTgt spid="13"/>
                                        </p:tgtEl>
                                        <p:attrNameLst>
                                          <p:attrName>ppt_x</p:attrName>
                                        </p:attrNameLst>
                                      </p:cBhvr>
                                      <p:tavLst>
                                        <p:tav tm="0">
                                          <p:val>
                                            <p:strVal val="#ppt_x"/>
                                          </p:val>
                                        </p:tav>
                                        <p:tav tm="100000">
                                          <p:val>
                                            <p:strVal val="#ppt_x"/>
                                          </p:val>
                                        </p:tav>
                                      </p:tavLst>
                                    </p:anim>
                                    <p:anim calcmode="lin" valueType="num">
                                      <p:cBhvr>
                                        <p:cTn id="56" dur="1000" fill="hold"/>
                                        <p:tgtEl>
                                          <p:spTgt spid="13"/>
                                        </p:tgtEl>
                                        <p:attrNameLst>
                                          <p:attrName>ppt_y</p:attrName>
                                        </p:attrNameLst>
                                      </p:cBhvr>
                                      <p:tavLst>
                                        <p:tav tm="0">
                                          <p:val>
                                            <p:strVal val="#ppt_y+.1"/>
                                          </p:val>
                                        </p:tav>
                                        <p:tav tm="100000">
                                          <p:val>
                                            <p:strVal val="#ppt_y"/>
                                          </p:val>
                                        </p:tav>
                                      </p:tavLst>
                                    </p:anim>
                                  </p:childTnLst>
                                </p:cTn>
                              </p:par>
                            </p:childTnLst>
                          </p:cTn>
                        </p:par>
                        <p:par>
                          <p:cTn id="57" fill="hold" nodeType="afterGroup">
                            <p:stCondLst>
                              <p:cond delay="3000"/>
                            </p:stCondLst>
                            <p:childTnLst>
                              <p:par>
                                <p:cTn id="58" presetID="42" presetClass="entr" presetSubtype="0" fill="hold" grpId="0" nodeType="after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1000"/>
                                        <p:tgtEl>
                                          <p:spTgt spid="16"/>
                                        </p:tgtEl>
                                      </p:cBhvr>
                                    </p:animEffect>
                                    <p:anim calcmode="lin" valueType="num">
                                      <p:cBhvr>
                                        <p:cTn id="61" dur="1000" fill="hold"/>
                                        <p:tgtEl>
                                          <p:spTgt spid="16"/>
                                        </p:tgtEl>
                                        <p:attrNameLst>
                                          <p:attrName>ppt_x</p:attrName>
                                        </p:attrNameLst>
                                      </p:cBhvr>
                                      <p:tavLst>
                                        <p:tav tm="0">
                                          <p:val>
                                            <p:strVal val="#ppt_x"/>
                                          </p:val>
                                        </p:tav>
                                        <p:tav tm="100000">
                                          <p:val>
                                            <p:strVal val="#ppt_x"/>
                                          </p:val>
                                        </p:tav>
                                      </p:tavLst>
                                    </p:anim>
                                    <p:anim calcmode="lin" valueType="num">
                                      <p:cBhvr>
                                        <p:cTn id="62" dur="1000" fill="hold"/>
                                        <p:tgtEl>
                                          <p:spTgt spid="16"/>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1000"/>
                                        <p:tgtEl>
                                          <p:spTgt spid="17"/>
                                        </p:tgtEl>
                                      </p:cBhvr>
                                    </p:animEffect>
                                    <p:anim calcmode="lin" valueType="num">
                                      <p:cBhvr>
                                        <p:cTn id="66" dur="1000" fill="hold"/>
                                        <p:tgtEl>
                                          <p:spTgt spid="17"/>
                                        </p:tgtEl>
                                        <p:attrNameLst>
                                          <p:attrName>ppt_x</p:attrName>
                                        </p:attrNameLst>
                                      </p:cBhvr>
                                      <p:tavLst>
                                        <p:tav tm="0">
                                          <p:val>
                                            <p:strVal val="#ppt_x"/>
                                          </p:val>
                                        </p:tav>
                                        <p:tav tm="100000">
                                          <p:val>
                                            <p:strVal val="#ppt_x"/>
                                          </p:val>
                                        </p:tav>
                                      </p:tavLst>
                                    </p:anim>
                                    <p:anim calcmode="lin" valueType="num">
                                      <p:cBhvr>
                                        <p:cTn id="67"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2" grpId="0" bldLvl="0" animBg="1"/>
      <p:bldP spid="3" grpId="0" bldLvl="0" animBg="1"/>
      <p:bldP spid="4" grpId="0" bldLvl="0" animBg="1"/>
      <p:bldP spid="5" grpId="0" bldLvl="0" animBg="1"/>
      <p:bldP spid="33" grpId="0" bldLvl="0" animBg="1"/>
      <p:bldP spid="34" grpId="0" bldLvl="0" animBg="1"/>
      <p:bldP spid="6" grpId="0" bldLvl="0" animBg="1"/>
      <p:bldP spid="13" grpId="0" bldLvl="0" animBg="1"/>
      <p:bldP spid="16" grpId="0" bldLvl="0" animBg="1"/>
      <p:bldP spid="17"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8000"/>
          </a:schemeClr>
        </a:solidFill>
        <a:effectLst/>
      </p:bgPr>
    </p:bg>
    <p:spTree>
      <p:nvGrpSpPr>
        <p:cNvPr id="1" name=""/>
        <p:cNvGrpSpPr/>
        <p:nvPr/>
      </p:nvGrpSpPr>
      <p:grpSpPr>
        <a:xfrm>
          <a:off x="0" y="0"/>
          <a:ext cx="0" cy="0"/>
          <a:chOff x="0" y="0"/>
          <a:chExt cx="0" cy="0"/>
        </a:xfrm>
      </p:grpSpPr>
      <p:sp>
        <p:nvSpPr>
          <p:cNvPr id="12" name="矩形 11"/>
          <p:cNvSpPr/>
          <p:nvPr/>
        </p:nvSpPr>
        <p:spPr>
          <a:xfrm>
            <a:off x="610784" y="755821"/>
            <a:ext cx="517962" cy="45719"/>
          </a:xfrm>
          <a:prstGeom prst="rect">
            <a:avLst/>
          </a:prstGeom>
          <a:gradFill>
            <a:gsLst>
              <a:gs pos="50000">
                <a:schemeClr val="accent1">
                  <a:lumMod val="75000"/>
                  <a:alpha val="29000"/>
                </a:schemeClr>
              </a:gs>
              <a:gs pos="0">
                <a:schemeClr val="accent1">
                  <a:lumMod val="50000"/>
                  <a:alpha val="63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21" name="文本框 20"/>
          <p:cNvSpPr txBox="1"/>
          <p:nvPr/>
        </p:nvSpPr>
        <p:spPr>
          <a:xfrm>
            <a:off x="534670" y="380365"/>
            <a:ext cx="1605280" cy="337185"/>
          </a:xfrm>
          <a:prstGeom prst="rect">
            <a:avLst/>
          </a:prstGeom>
          <a:noFill/>
        </p:spPr>
        <p:txBody>
          <a:bodyPr wrap="square" rtlCol="0">
            <a:spAutoFit/>
          </a:bodyPr>
          <a:lstStyle/>
          <a:p>
            <a:pPr algn="dist"/>
            <a:r>
              <a:rPr lang="en-US" altLang="zh-CN" sz="1600" b="1" err="1">
                <a:solidFill>
                  <a:schemeClr val="accent1">
                    <a:lumMod val="50000"/>
                  </a:schemeClr>
                </a:solidFill>
                <a:cs typeface="+mn-ea"/>
                <a:sym typeface="+mn-lt"/>
              </a:rPr>
              <a:t>PART.04</a:t>
            </a:r>
          </a:p>
        </p:txBody>
      </p:sp>
      <p:sp>
        <p:nvSpPr>
          <p:cNvPr id="9" name="图文框 8"/>
          <p:cNvSpPr/>
          <p:nvPr/>
        </p:nvSpPr>
        <p:spPr>
          <a:xfrm>
            <a:off x="11207203" y="5963688"/>
            <a:ext cx="517962" cy="517962"/>
          </a:xfrm>
          <a:prstGeom prst="frame">
            <a:avLst>
              <a:gd name="adj1" fmla="val 5842"/>
            </a:avLst>
          </a:prstGeom>
          <a:solidFill>
            <a:schemeClr val="accent1">
              <a:lumMod val="75000"/>
              <a:alpha val="43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03460" y="60042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05151" y="61887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grpSp>
        <p:nvGrpSpPr>
          <p:cNvPr id="5" name="组合 4"/>
          <p:cNvGrpSpPr/>
          <p:nvPr/>
        </p:nvGrpSpPr>
        <p:grpSpPr>
          <a:xfrm>
            <a:off x="3779520" y="998855"/>
            <a:ext cx="4724400" cy="2247265"/>
            <a:chOff x="5870" y="2181"/>
            <a:chExt cx="7440" cy="3539"/>
          </a:xfrm>
          <a:solidFill>
            <a:srgbClr val="0037FE"/>
          </a:solidFill>
        </p:grpSpPr>
        <p:sp>
          <p:nvSpPr>
            <p:cNvPr id="15" name="稻壳儿春秋广告/盗版必究        原创来源：http://chn.docer.com/works?userid=199329941#!/work_time"/>
            <p:cNvSpPr/>
            <p:nvPr/>
          </p:nvSpPr>
          <p:spPr>
            <a:xfrm>
              <a:off x="5870" y="2181"/>
              <a:ext cx="1757" cy="3539"/>
            </a:xfrm>
            <a:custGeom>
              <a:avLst/>
              <a:gdLst>
                <a:gd name="connsiteX0" fmla="*/ 950297 w 1900593"/>
                <a:gd name="connsiteY0" fmla="*/ 0 h 2511427"/>
                <a:gd name="connsiteX1" fmla="*/ 981361 w 1900593"/>
                <a:gd name="connsiteY1" fmla="*/ 3092 h 2511427"/>
                <a:gd name="connsiteX2" fmla="*/ 989615 w 1900593"/>
                <a:gd name="connsiteY2" fmla="*/ 120683 h 2511427"/>
                <a:gd name="connsiteX3" fmla="*/ 1054258 w 1900593"/>
                <a:gd name="connsiteY3" fmla="*/ 688433 h 2511427"/>
                <a:gd name="connsiteX4" fmla="*/ 1075203 w 1900593"/>
                <a:gd name="connsiteY4" fmla="*/ 817628 h 2511427"/>
                <a:gd name="connsiteX5" fmla="*/ 1096931 w 1900593"/>
                <a:gd name="connsiteY5" fmla="*/ 951654 h 2511427"/>
                <a:gd name="connsiteX6" fmla="*/ 1900593 w 1900593"/>
                <a:gd name="connsiteY6" fmla="*/ 2511427 h 2511427"/>
                <a:gd name="connsiteX7" fmla="*/ 0 w 1900593"/>
                <a:gd name="connsiteY7" fmla="*/ 2511427 h 2511427"/>
                <a:gd name="connsiteX8" fmla="*/ 803662 w 1900593"/>
                <a:gd name="connsiteY8" fmla="*/ 951654 h 2511427"/>
                <a:gd name="connsiteX9" fmla="*/ 825390 w 1900593"/>
                <a:gd name="connsiteY9" fmla="*/ 817628 h 2511427"/>
                <a:gd name="connsiteX10" fmla="*/ 846335 w 1900593"/>
                <a:gd name="connsiteY10" fmla="*/ 688433 h 2511427"/>
                <a:gd name="connsiteX11" fmla="*/ 910978 w 1900593"/>
                <a:gd name="connsiteY11" fmla="*/ 120683 h 2511427"/>
                <a:gd name="connsiteX12" fmla="*/ 919232 w 1900593"/>
                <a:gd name="connsiteY12" fmla="*/ 3092 h 2511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0592" h="2511427">
                  <a:moveTo>
                    <a:pt x="950297" y="0"/>
                  </a:moveTo>
                  <a:lnTo>
                    <a:pt x="981361" y="3092"/>
                  </a:lnTo>
                  <a:lnTo>
                    <a:pt x="989615" y="120683"/>
                  </a:lnTo>
                  <a:cubicBezTo>
                    <a:pt x="1006300" y="318189"/>
                    <a:pt x="1028022" y="508055"/>
                    <a:pt x="1054258" y="688433"/>
                  </a:cubicBezTo>
                  <a:lnTo>
                    <a:pt x="1075203" y="817628"/>
                  </a:lnTo>
                  <a:lnTo>
                    <a:pt x="1096931" y="951654"/>
                  </a:lnTo>
                  <a:cubicBezTo>
                    <a:pt x="1265330" y="1889014"/>
                    <a:pt x="1562320" y="2511427"/>
                    <a:pt x="1900593" y="2511427"/>
                  </a:cubicBezTo>
                  <a:lnTo>
                    <a:pt x="0" y="2511427"/>
                  </a:lnTo>
                  <a:cubicBezTo>
                    <a:pt x="338273" y="2511427"/>
                    <a:pt x="635264" y="1889014"/>
                    <a:pt x="803662" y="951654"/>
                  </a:cubicBezTo>
                  <a:lnTo>
                    <a:pt x="825390" y="817628"/>
                  </a:lnTo>
                  <a:lnTo>
                    <a:pt x="846335" y="688433"/>
                  </a:lnTo>
                  <a:cubicBezTo>
                    <a:pt x="872571" y="508055"/>
                    <a:pt x="894293" y="318189"/>
                    <a:pt x="910978" y="120683"/>
                  </a:cubicBezTo>
                  <a:lnTo>
                    <a:pt x="919232" y="3092"/>
                  </a:lnTo>
                  <a:close/>
                </a:path>
              </a:pathLst>
            </a:custGeom>
            <a:solidFill>
              <a:srgbClr val="647E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稻壳儿春秋广告/盗版必究        原创来源：http://chn.docer.com/works?userid=199329941#!/work_time"/>
            <p:cNvSpPr/>
            <p:nvPr/>
          </p:nvSpPr>
          <p:spPr>
            <a:xfrm>
              <a:off x="7771" y="2987"/>
              <a:ext cx="1757" cy="2733"/>
            </a:xfrm>
            <a:custGeom>
              <a:avLst/>
              <a:gdLst>
                <a:gd name="connsiteX0" fmla="*/ 950297 w 1900593"/>
                <a:gd name="connsiteY0" fmla="*/ 0 h 2511427"/>
                <a:gd name="connsiteX1" fmla="*/ 981361 w 1900593"/>
                <a:gd name="connsiteY1" fmla="*/ 3092 h 2511427"/>
                <a:gd name="connsiteX2" fmla="*/ 989615 w 1900593"/>
                <a:gd name="connsiteY2" fmla="*/ 120683 h 2511427"/>
                <a:gd name="connsiteX3" fmla="*/ 1054258 w 1900593"/>
                <a:gd name="connsiteY3" fmla="*/ 688433 h 2511427"/>
                <a:gd name="connsiteX4" fmla="*/ 1075203 w 1900593"/>
                <a:gd name="connsiteY4" fmla="*/ 817628 h 2511427"/>
                <a:gd name="connsiteX5" fmla="*/ 1096931 w 1900593"/>
                <a:gd name="connsiteY5" fmla="*/ 951654 h 2511427"/>
                <a:gd name="connsiteX6" fmla="*/ 1900593 w 1900593"/>
                <a:gd name="connsiteY6" fmla="*/ 2511427 h 2511427"/>
                <a:gd name="connsiteX7" fmla="*/ 0 w 1900593"/>
                <a:gd name="connsiteY7" fmla="*/ 2511427 h 2511427"/>
                <a:gd name="connsiteX8" fmla="*/ 803662 w 1900593"/>
                <a:gd name="connsiteY8" fmla="*/ 951654 h 2511427"/>
                <a:gd name="connsiteX9" fmla="*/ 825390 w 1900593"/>
                <a:gd name="connsiteY9" fmla="*/ 817628 h 2511427"/>
                <a:gd name="connsiteX10" fmla="*/ 846335 w 1900593"/>
                <a:gd name="connsiteY10" fmla="*/ 688433 h 2511427"/>
                <a:gd name="connsiteX11" fmla="*/ 910978 w 1900593"/>
                <a:gd name="connsiteY11" fmla="*/ 120683 h 2511427"/>
                <a:gd name="connsiteX12" fmla="*/ 919232 w 1900593"/>
                <a:gd name="connsiteY12" fmla="*/ 3092 h 2511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0592" h="2511427">
                  <a:moveTo>
                    <a:pt x="950297" y="0"/>
                  </a:moveTo>
                  <a:lnTo>
                    <a:pt x="981361" y="3092"/>
                  </a:lnTo>
                  <a:lnTo>
                    <a:pt x="989615" y="120683"/>
                  </a:lnTo>
                  <a:cubicBezTo>
                    <a:pt x="1006300" y="318189"/>
                    <a:pt x="1028022" y="508055"/>
                    <a:pt x="1054258" y="688433"/>
                  </a:cubicBezTo>
                  <a:lnTo>
                    <a:pt x="1075203" y="817628"/>
                  </a:lnTo>
                  <a:lnTo>
                    <a:pt x="1096931" y="951654"/>
                  </a:lnTo>
                  <a:cubicBezTo>
                    <a:pt x="1265330" y="1889014"/>
                    <a:pt x="1562320" y="2511427"/>
                    <a:pt x="1900593" y="2511427"/>
                  </a:cubicBezTo>
                  <a:lnTo>
                    <a:pt x="0" y="2511427"/>
                  </a:lnTo>
                  <a:cubicBezTo>
                    <a:pt x="338273" y="2511427"/>
                    <a:pt x="635264" y="1889014"/>
                    <a:pt x="803662" y="951654"/>
                  </a:cubicBezTo>
                  <a:lnTo>
                    <a:pt x="825390" y="817628"/>
                  </a:lnTo>
                  <a:lnTo>
                    <a:pt x="846335" y="688433"/>
                  </a:lnTo>
                  <a:cubicBezTo>
                    <a:pt x="872571" y="508055"/>
                    <a:pt x="894293" y="318189"/>
                    <a:pt x="910978" y="120683"/>
                  </a:cubicBezTo>
                  <a:lnTo>
                    <a:pt x="919232" y="3092"/>
                  </a:lnTo>
                  <a:close/>
                </a:path>
              </a:pathLst>
            </a:custGeom>
            <a:solidFill>
              <a:srgbClr val="647E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稻壳儿春秋广告/盗版必究        原创来源：http://chn.docer.com/works?userid=199329941#!/work_time"/>
            <p:cNvSpPr/>
            <p:nvPr/>
          </p:nvSpPr>
          <p:spPr>
            <a:xfrm>
              <a:off x="9672" y="5113"/>
              <a:ext cx="1757" cy="607"/>
            </a:xfrm>
            <a:custGeom>
              <a:avLst/>
              <a:gdLst>
                <a:gd name="connsiteX0" fmla="*/ 950297 w 1900593"/>
                <a:gd name="connsiteY0" fmla="*/ 0 h 2511427"/>
                <a:gd name="connsiteX1" fmla="*/ 981361 w 1900593"/>
                <a:gd name="connsiteY1" fmla="*/ 3092 h 2511427"/>
                <a:gd name="connsiteX2" fmla="*/ 989615 w 1900593"/>
                <a:gd name="connsiteY2" fmla="*/ 120683 h 2511427"/>
                <a:gd name="connsiteX3" fmla="*/ 1054258 w 1900593"/>
                <a:gd name="connsiteY3" fmla="*/ 688433 h 2511427"/>
                <a:gd name="connsiteX4" fmla="*/ 1075203 w 1900593"/>
                <a:gd name="connsiteY4" fmla="*/ 817628 h 2511427"/>
                <a:gd name="connsiteX5" fmla="*/ 1096931 w 1900593"/>
                <a:gd name="connsiteY5" fmla="*/ 951654 h 2511427"/>
                <a:gd name="connsiteX6" fmla="*/ 1900593 w 1900593"/>
                <a:gd name="connsiteY6" fmla="*/ 2511427 h 2511427"/>
                <a:gd name="connsiteX7" fmla="*/ 0 w 1900593"/>
                <a:gd name="connsiteY7" fmla="*/ 2511427 h 2511427"/>
                <a:gd name="connsiteX8" fmla="*/ 803662 w 1900593"/>
                <a:gd name="connsiteY8" fmla="*/ 951654 h 2511427"/>
                <a:gd name="connsiteX9" fmla="*/ 825390 w 1900593"/>
                <a:gd name="connsiteY9" fmla="*/ 817628 h 2511427"/>
                <a:gd name="connsiteX10" fmla="*/ 846335 w 1900593"/>
                <a:gd name="connsiteY10" fmla="*/ 688433 h 2511427"/>
                <a:gd name="connsiteX11" fmla="*/ 910978 w 1900593"/>
                <a:gd name="connsiteY11" fmla="*/ 120683 h 2511427"/>
                <a:gd name="connsiteX12" fmla="*/ 919232 w 1900593"/>
                <a:gd name="connsiteY12" fmla="*/ 3092 h 2511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0592" h="2511427">
                  <a:moveTo>
                    <a:pt x="950297" y="0"/>
                  </a:moveTo>
                  <a:lnTo>
                    <a:pt x="981361" y="3092"/>
                  </a:lnTo>
                  <a:lnTo>
                    <a:pt x="989615" y="120683"/>
                  </a:lnTo>
                  <a:cubicBezTo>
                    <a:pt x="1006300" y="318189"/>
                    <a:pt x="1028022" y="508055"/>
                    <a:pt x="1054258" y="688433"/>
                  </a:cubicBezTo>
                  <a:lnTo>
                    <a:pt x="1075203" y="817628"/>
                  </a:lnTo>
                  <a:lnTo>
                    <a:pt x="1096931" y="951654"/>
                  </a:lnTo>
                  <a:cubicBezTo>
                    <a:pt x="1265330" y="1889014"/>
                    <a:pt x="1562320" y="2511427"/>
                    <a:pt x="1900593" y="2511427"/>
                  </a:cubicBezTo>
                  <a:lnTo>
                    <a:pt x="0" y="2511427"/>
                  </a:lnTo>
                  <a:cubicBezTo>
                    <a:pt x="338273" y="2511427"/>
                    <a:pt x="635264" y="1889014"/>
                    <a:pt x="803662" y="951654"/>
                  </a:cubicBezTo>
                  <a:lnTo>
                    <a:pt x="825390" y="817628"/>
                  </a:lnTo>
                  <a:lnTo>
                    <a:pt x="846335" y="688433"/>
                  </a:lnTo>
                  <a:cubicBezTo>
                    <a:pt x="872571" y="508055"/>
                    <a:pt x="894293" y="318189"/>
                    <a:pt x="910978" y="120683"/>
                  </a:cubicBezTo>
                  <a:lnTo>
                    <a:pt x="919232" y="3092"/>
                  </a:lnTo>
                  <a:close/>
                </a:path>
              </a:pathLst>
            </a:custGeom>
            <a:solidFill>
              <a:srgbClr val="5159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稻壳儿春秋广告/盗版必究        原创来源：http://chn.docer.com/works?userid=199329941#!/work_time"/>
            <p:cNvSpPr/>
            <p:nvPr/>
          </p:nvSpPr>
          <p:spPr>
            <a:xfrm>
              <a:off x="11553" y="5237"/>
              <a:ext cx="1757" cy="483"/>
            </a:xfrm>
            <a:custGeom>
              <a:avLst/>
              <a:gdLst>
                <a:gd name="connsiteX0" fmla="*/ 950297 w 1900593"/>
                <a:gd name="connsiteY0" fmla="*/ 0 h 2511427"/>
                <a:gd name="connsiteX1" fmla="*/ 981361 w 1900593"/>
                <a:gd name="connsiteY1" fmla="*/ 3092 h 2511427"/>
                <a:gd name="connsiteX2" fmla="*/ 989615 w 1900593"/>
                <a:gd name="connsiteY2" fmla="*/ 120683 h 2511427"/>
                <a:gd name="connsiteX3" fmla="*/ 1054258 w 1900593"/>
                <a:gd name="connsiteY3" fmla="*/ 688433 h 2511427"/>
                <a:gd name="connsiteX4" fmla="*/ 1075203 w 1900593"/>
                <a:gd name="connsiteY4" fmla="*/ 817628 h 2511427"/>
                <a:gd name="connsiteX5" fmla="*/ 1096931 w 1900593"/>
                <a:gd name="connsiteY5" fmla="*/ 951654 h 2511427"/>
                <a:gd name="connsiteX6" fmla="*/ 1900593 w 1900593"/>
                <a:gd name="connsiteY6" fmla="*/ 2511427 h 2511427"/>
                <a:gd name="connsiteX7" fmla="*/ 0 w 1900593"/>
                <a:gd name="connsiteY7" fmla="*/ 2511427 h 2511427"/>
                <a:gd name="connsiteX8" fmla="*/ 803662 w 1900593"/>
                <a:gd name="connsiteY8" fmla="*/ 951654 h 2511427"/>
                <a:gd name="connsiteX9" fmla="*/ 825390 w 1900593"/>
                <a:gd name="connsiteY9" fmla="*/ 817628 h 2511427"/>
                <a:gd name="connsiteX10" fmla="*/ 846335 w 1900593"/>
                <a:gd name="connsiteY10" fmla="*/ 688433 h 2511427"/>
                <a:gd name="connsiteX11" fmla="*/ 910978 w 1900593"/>
                <a:gd name="connsiteY11" fmla="*/ 120683 h 2511427"/>
                <a:gd name="connsiteX12" fmla="*/ 919232 w 1900593"/>
                <a:gd name="connsiteY12" fmla="*/ 3092 h 2511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0592" h="2511427">
                  <a:moveTo>
                    <a:pt x="950297" y="0"/>
                  </a:moveTo>
                  <a:lnTo>
                    <a:pt x="981361" y="3092"/>
                  </a:lnTo>
                  <a:lnTo>
                    <a:pt x="989615" y="120683"/>
                  </a:lnTo>
                  <a:cubicBezTo>
                    <a:pt x="1006300" y="318189"/>
                    <a:pt x="1028022" y="508055"/>
                    <a:pt x="1054258" y="688433"/>
                  </a:cubicBezTo>
                  <a:lnTo>
                    <a:pt x="1075203" y="817628"/>
                  </a:lnTo>
                  <a:lnTo>
                    <a:pt x="1096931" y="951654"/>
                  </a:lnTo>
                  <a:cubicBezTo>
                    <a:pt x="1265330" y="1889014"/>
                    <a:pt x="1562320" y="2511427"/>
                    <a:pt x="1900593" y="2511427"/>
                  </a:cubicBezTo>
                  <a:lnTo>
                    <a:pt x="0" y="2511427"/>
                  </a:lnTo>
                  <a:cubicBezTo>
                    <a:pt x="338273" y="2511427"/>
                    <a:pt x="635264" y="1889014"/>
                    <a:pt x="803662" y="951654"/>
                  </a:cubicBezTo>
                  <a:lnTo>
                    <a:pt x="825390" y="817628"/>
                  </a:lnTo>
                  <a:lnTo>
                    <a:pt x="846335" y="688433"/>
                  </a:lnTo>
                  <a:cubicBezTo>
                    <a:pt x="872571" y="508055"/>
                    <a:pt x="894293" y="318189"/>
                    <a:pt x="910978" y="120683"/>
                  </a:cubicBezTo>
                  <a:lnTo>
                    <a:pt x="919232" y="3092"/>
                  </a:lnTo>
                  <a:close/>
                </a:path>
              </a:pathLst>
            </a:custGeom>
            <a:solidFill>
              <a:srgbClr val="5159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9" name="组合 18"/>
          <p:cNvGrpSpPr/>
          <p:nvPr/>
        </p:nvGrpSpPr>
        <p:grpSpPr>
          <a:xfrm>
            <a:off x="1783715" y="3408680"/>
            <a:ext cx="8731250" cy="2491105"/>
            <a:chOff x="2733" y="6336"/>
            <a:chExt cx="13750" cy="3923"/>
          </a:xfrm>
        </p:grpSpPr>
        <p:sp>
          <p:nvSpPr>
            <p:cNvPr id="20" name="稻壳儿春秋广告/盗版必究        原创来源：http://chn.docer.com/works?userid=199329941#!/work_time"/>
            <p:cNvSpPr txBox="1"/>
            <p:nvPr/>
          </p:nvSpPr>
          <p:spPr>
            <a:xfrm>
              <a:off x="6445" y="6336"/>
              <a:ext cx="1730" cy="822"/>
            </a:xfrm>
            <a:prstGeom prst="rect">
              <a:avLst/>
            </a:prstGeom>
            <a:noFill/>
            <a:effectLst/>
          </p:spPr>
          <p:txBody>
            <a:bodyPr wrap="square" rtlCol="0">
              <a:spAutoFit/>
            </a:bodyPr>
            <a:lstStyle/>
            <a:p>
              <a:pPr algn="r"/>
              <a:r>
                <a:rPr lang="en-US" altLang="zh-CN" sz="2800">
                  <a:solidFill>
                    <a:schemeClr val="tx1">
                      <a:lumMod val="75000"/>
                      <a:lumOff val="25000"/>
                    </a:schemeClr>
                  </a:solidFill>
                  <a:cs typeface="+mn-ea"/>
                  <a:sym typeface="+mn-lt"/>
                </a:rPr>
                <a:t>+827</a:t>
              </a:r>
            </a:p>
          </p:txBody>
        </p:sp>
        <p:sp>
          <p:nvSpPr>
            <p:cNvPr id="3" name="稻壳儿春秋广告/盗版必究        原创来源：http://chn.docer.com/works?userid=199329941#!/work_time"/>
            <p:cNvSpPr txBox="1"/>
            <p:nvPr/>
          </p:nvSpPr>
          <p:spPr>
            <a:xfrm>
              <a:off x="2733" y="7016"/>
              <a:ext cx="5458" cy="1439"/>
            </a:xfrm>
            <a:prstGeom prst="rect">
              <a:avLst/>
            </a:prstGeom>
            <a:noFill/>
            <a:effectLst/>
          </p:spPr>
          <p:txBody>
            <a:bodyPr wrap="square" rtlCol="0">
              <a:spAutoFit/>
            </a:bodyPr>
            <a:lstStyle/>
            <a:p>
              <a:pPr algn="r">
                <a:lnSpc>
                  <a:spcPct val="130000"/>
                </a:lnSpc>
              </a:pPr>
              <a:r>
                <a:rPr lang="en-US" altLang="zh-CN" sz="1050">
                  <a:cs typeface="+mn-ea"/>
                  <a:sym typeface="+mn-lt"/>
                </a:rPr>
                <a:t>Lorem ipsum dolor sit amet, consectetur adipiscing elit. Donec luctus nibh sit amet sem vulputate venenatis  </a:t>
              </a:r>
            </a:p>
            <a:p>
              <a:pPr algn="r">
                <a:lnSpc>
                  <a:spcPct val="130000"/>
                </a:lnSpc>
              </a:pPr>
              <a:r>
                <a:rPr lang="en-US" altLang="zh-CN" sz="1050">
                  <a:solidFill>
                    <a:schemeClr val="tx1">
                      <a:lumMod val="75000"/>
                      <a:lumOff val="25000"/>
                    </a:schemeClr>
                  </a:solidFill>
                  <a:cs typeface="+mn-ea"/>
                  <a:sym typeface="+mn-lt"/>
                </a:rPr>
                <a:t> </a:t>
              </a:r>
            </a:p>
          </p:txBody>
        </p:sp>
        <p:sp>
          <p:nvSpPr>
            <p:cNvPr id="22" name="稻壳儿春秋广告/盗版必究        原创来源：http://chn.docer.com/works?userid=199329941#!/work_time"/>
            <p:cNvSpPr txBox="1"/>
            <p:nvPr/>
          </p:nvSpPr>
          <p:spPr>
            <a:xfrm>
              <a:off x="6445" y="8140"/>
              <a:ext cx="1730" cy="824"/>
            </a:xfrm>
            <a:prstGeom prst="rect">
              <a:avLst/>
            </a:prstGeom>
            <a:noFill/>
            <a:effectLst/>
          </p:spPr>
          <p:txBody>
            <a:bodyPr wrap="square" rtlCol="0">
              <a:spAutoFit/>
            </a:bodyPr>
            <a:lstStyle/>
            <a:p>
              <a:pPr algn="r"/>
              <a:r>
                <a:rPr lang="en-US" altLang="zh-CN" sz="2800">
                  <a:solidFill>
                    <a:schemeClr val="tx1">
                      <a:lumMod val="75000"/>
                      <a:lumOff val="25000"/>
                    </a:schemeClr>
                  </a:solidFill>
                  <a:cs typeface="+mn-ea"/>
                  <a:sym typeface="+mn-lt"/>
                </a:rPr>
                <a:t>+812</a:t>
              </a:r>
            </a:p>
          </p:txBody>
        </p:sp>
        <p:sp>
          <p:nvSpPr>
            <p:cNvPr id="23" name="稻壳儿春秋广告/盗版必究        原创来源：http://chn.docer.com/works?userid=199329941#!/work_time"/>
            <p:cNvSpPr txBox="1"/>
            <p:nvPr/>
          </p:nvSpPr>
          <p:spPr>
            <a:xfrm>
              <a:off x="2733" y="8820"/>
              <a:ext cx="5458" cy="1439"/>
            </a:xfrm>
            <a:prstGeom prst="rect">
              <a:avLst/>
            </a:prstGeom>
            <a:noFill/>
            <a:effectLst/>
          </p:spPr>
          <p:txBody>
            <a:bodyPr wrap="square" rtlCol="0">
              <a:spAutoFit/>
            </a:bodyPr>
            <a:lstStyle/>
            <a:p>
              <a:pPr algn="r">
                <a:lnSpc>
                  <a:spcPct val="130000"/>
                </a:lnSpc>
              </a:pPr>
              <a:r>
                <a:rPr lang="en-US" altLang="zh-CN" sz="1050">
                  <a:cs typeface="+mn-ea"/>
                  <a:sym typeface="+mn-lt"/>
                </a:rPr>
                <a:t>Lorem ipsum dolor sit amet, consectetur adipiscing elit. Donec luctus nibh sit amet sem vulputate venenatis  </a:t>
              </a:r>
            </a:p>
            <a:p>
              <a:pPr algn="r">
                <a:lnSpc>
                  <a:spcPct val="130000"/>
                </a:lnSpc>
              </a:pPr>
              <a:r>
                <a:rPr lang="en-US" altLang="zh-CN" sz="1050">
                  <a:solidFill>
                    <a:schemeClr val="tx1">
                      <a:lumMod val="75000"/>
                      <a:lumOff val="25000"/>
                    </a:schemeClr>
                  </a:solidFill>
                  <a:cs typeface="+mn-ea"/>
                  <a:sym typeface="+mn-lt"/>
                </a:rPr>
                <a:t> </a:t>
              </a:r>
            </a:p>
          </p:txBody>
        </p:sp>
        <p:sp>
          <p:nvSpPr>
            <p:cNvPr id="4" name="稻壳儿春秋广告/盗版必究        原创来源：http://chn.docer.com/works?userid=199329941#!/work_time"/>
            <p:cNvSpPr txBox="1"/>
            <p:nvPr/>
          </p:nvSpPr>
          <p:spPr>
            <a:xfrm>
              <a:off x="14753" y="6336"/>
              <a:ext cx="1730" cy="824"/>
            </a:xfrm>
            <a:prstGeom prst="rect">
              <a:avLst/>
            </a:prstGeom>
            <a:noFill/>
            <a:effectLst/>
          </p:spPr>
          <p:txBody>
            <a:bodyPr wrap="square" rtlCol="0">
              <a:spAutoFit/>
            </a:bodyPr>
            <a:lstStyle/>
            <a:p>
              <a:pPr algn="r"/>
              <a:r>
                <a:rPr lang="en-US" altLang="zh-CN" sz="2800">
                  <a:solidFill>
                    <a:srgbClr val="302E31"/>
                  </a:solidFill>
                  <a:cs typeface="+mn-ea"/>
                  <a:sym typeface="+mn-lt"/>
                </a:rPr>
                <a:t>+28</a:t>
              </a:r>
            </a:p>
          </p:txBody>
        </p:sp>
        <p:sp>
          <p:nvSpPr>
            <p:cNvPr id="25" name="稻壳儿春秋广告/盗版必究        原创来源：http://chn.docer.com/works?userid=199329941#!/work_time"/>
            <p:cNvSpPr txBox="1"/>
            <p:nvPr/>
          </p:nvSpPr>
          <p:spPr>
            <a:xfrm>
              <a:off x="11025" y="7032"/>
              <a:ext cx="5458" cy="1439"/>
            </a:xfrm>
            <a:prstGeom prst="rect">
              <a:avLst/>
            </a:prstGeom>
            <a:noFill/>
            <a:effectLst/>
          </p:spPr>
          <p:txBody>
            <a:bodyPr wrap="square" rtlCol="0">
              <a:spAutoFit/>
            </a:bodyPr>
            <a:lstStyle/>
            <a:p>
              <a:pPr algn="r">
                <a:lnSpc>
                  <a:spcPct val="130000"/>
                </a:lnSpc>
              </a:pPr>
              <a:r>
                <a:rPr lang="en-US" altLang="zh-CN" sz="1050">
                  <a:cs typeface="+mn-ea"/>
                  <a:sym typeface="+mn-lt"/>
                </a:rPr>
                <a:t>Lorem ipsum dolor sit amet, consectetur adipiscing elit. Donec luctus nibh sit amet sem vulputate venenatis  </a:t>
              </a:r>
            </a:p>
            <a:p>
              <a:pPr algn="r">
                <a:lnSpc>
                  <a:spcPct val="130000"/>
                </a:lnSpc>
              </a:pPr>
              <a:r>
                <a:rPr lang="en-US" altLang="zh-CN" sz="1050">
                  <a:solidFill>
                    <a:schemeClr val="tx1">
                      <a:lumMod val="75000"/>
                      <a:lumOff val="25000"/>
                    </a:schemeClr>
                  </a:solidFill>
                  <a:cs typeface="+mn-ea"/>
                  <a:sym typeface="+mn-lt"/>
                </a:rPr>
                <a:t> </a:t>
              </a:r>
            </a:p>
          </p:txBody>
        </p:sp>
        <p:sp>
          <p:nvSpPr>
            <p:cNvPr id="26" name="稻壳儿春秋广告/盗版必究        原创来源：http://chn.docer.com/works?userid=199329941#!/work_time"/>
            <p:cNvSpPr txBox="1"/>
            <p:nvPr/>
          </p:nvSpPr>
          <p:spPr>
            <a:xfrm>
              <a:off x="14753" y="8140"/>
              <a:ext cx="1730" cy="824"/>
            </a:xfrm>
            <a:prstGeom prst="rect">
              <a:avLst/>
            </a:prstGeom>
            <a:noFill/>
            <a:effectLst/>
          </p:spPr>
          <p:txBody>
            <a:bodyPr wrap="square" rtlCol="0">
              <a:spAutoFit/>
            </a:bodyPr>
            <a:lstStyle/>
            <a:p>
              <a:pPr algn="r"/>
              <a:r>
                <a:rPr lang="en-US" altLang="zh-CN" sz="2800">
                  <a:solidFill>
                    <a:srgbClr val="302E31"/>
                  </a:solidFill>
                  <a:cs typeface="+mn-ea"/>
                  <a:sym typeface="+mn-lt"/>
                </a:rPr>
                <a:t>+23</a:t>
              </a:r>
            </a:p>
          </p:txBody>
        </p:sp>
        <p:sp>
          <p:nvSpPr>
            <p:cNvPr id="27" name="稻壳儿春秋广告/盗版必究        原创来源：http://chn.docer.com/works?userid=199329941#!/work_time"/>
            <p:cNvSpPr txBox="1"/>
            <p:nvPr/>
          </p:nvSpPr>
          <p:spPr>
            <a:xfrm>
              <a:off x="11025" y="8820"/>
              <a:ext cx="5458" cy="1439"/>
            </a:xfrm>
            <a:prstGeom prst="rect">
              <a:avLst/>
            </a:prstGeom>
            <a:noFill/>
            <a:effectLst/>
          </p:spPr>
          <p:txBody>
            <a:bodyPr wrap="square" rtlCol="0">
              <a:spAutoFit/>
            </a:bodyPr>
            <a:lstStyle/>
            <a:p>
              <a:pPr algn="r">
                <a:lnSpc>
                  <a:spcPct val="130000"/>
                </a:lnSpc>
              </a:pPr>
              <a:r>
                <a:rPr lang="en-US" altLang="zh-CN" sz="1050">
                  <a:cs typeface="+mn-ea"/>
                  <a:sym typeface="+mn-lt"/>
                </a:rPr>
                <a:t>Lorem ipsum dolor sit amet, consectetur adipiscing elit. Donec luctus nibh sit amet sem vulputate venenatis  </a:t>
              </a:r>
            </a:p>
            <a:p>
              <a:pPr algn="r">
                <a:lnSpc>
                  <a:spcPct val="130000"/>
                </a:lnSpc>
              </a:pPr>
              <a:r>
                <a:rPr lang="en-US" altLang="zh-CN" sz="1050">
                  <a:solidFill>
                    <a:schemeClr val="tx1">
                      <a:lumMod val="75000"/>
                      <a:lumOff val="25000"/>
                    </a:schemeClr>
                  </a:solidFill>
                  <a:cs typeface="+mn-ea"/>
                  <a:sym typeface="+mn-lt"/>
                </a:rPr>
                <a:t> </a:t>
              </a:r>
            </a:p>
          </p:txBody>
        </p:sp>
      </p:grpSp>
    </p:spTree>
    <p:custDataLst>
      <p:tags r:id="Rcae7e17a9d614644"/>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par>
                          <p:cTn id="10" fill="hold" nodeType="afterGroup">
                            <p:stCondLst>
                              <p:cond delay="1000"/>
                            </p:stCondLst>
                            <p:childTnLst>
                              <p:par>
                                <p:cTn id="11" presetID="42" presetClass="entr" presetSubtype="0"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1000"/>
                                        <p:tgtEl>
                                          <p:spTgt spid="19"/>
                                        </p:tgtEl>
                                      </p:cBhvr>
                                    </p:animEffect>
                                    <p:anim calcmode="lin" valueType="num">
                                      <p:cBhvr>
                                        <p:cTn id="14" dur="1000" fill="hold"/>
                                        <p:tgtEl>
                                          <p:spTgt spid="19"/>
                                        </p:tgtEl>
                                        <p:attrNameLst>
                                          <p:attrName>ppt_x</p:attrName>
                                        </p:attrNameLst>
                                      </p:cBhvr>
                                      <p:tavLst>
                                        <p:tav tm="0">
                                          <p:val>
                                            <p:strVal val="#ppt_x"/>
                                          </p:val>
                                        </p:tav>
                                        <p:tav tm="100000">
                                          <p:val>
                                            <p:strVal val="#ppt_x"/>
                                          </p:val>
                                        </p:tav>
                                      </p:tavLst>
                                    </p:anim>
                                    <p:anim calcmode="lin" valueType="num">
                                      <p:cBhvr>
                                        <p:cTn id="15"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59b77bab208b0"/>
          <p:cNvPicPr>
            <a:picLocks noChangeAspect="1"/>
          </p:cNvPicPr>
          <p:nvPr/>
        </p:nvPicPr>
        <p:blipFill>
          <a:blip r:embed="R69d75abd8e0b4610"/>
          <a:stretch>
            <a:fillRect/>
          </a:stretch>
        </p:blipFill>
        <p:spPr>
          <a:xfrm>
            <a:off x="0" y="0"/>
            <a:ext cx="12184380" cy="6857365"/>
          </a:xfrm>
          <a:prstGeom prst="rect">
            <a:avLst/>
          </a:prstGeom>
        </p:spPr>
      </p:pic>
      <p:sp>
        <p:nvSpPr>
          <p:cNvPr id="5" name="矩形 4"/>
          <p:cNvSpPr/>
          <p:nvPr/>
        </p:nvSpPr>
        <p:spPr>
          <a:xfrm>
            <a:off x="-9525" y="-18415"/>
            <a:ext cx="12211050" cy="6894830"/>
          </a:xfrm>
          <a:prstGeom prst="rect">
            <a:avLst/>
          </a:prstGeom>
          <a:gradFill>
            <a:gsLst>
              <a:gs pos="0">
                <a:schemeClr val="tx2">
                  <a:lumMod val="75000"/>
                  <a:lumOff val="25000"/>
                  <a:alpha val="0"/>
                </a:schemeClr>
              </a:gs>
              <a:gs pos="86000">
                <a:schemeClr val="accent1">
                  <a:lumMod val="50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文本框 7"/>
          <p:cNvSpPr txBox="1"/>
          <p:nvPr/>
        </p:nvSpPr>
        <p:spPr>
          <a:xfrm rot="5400000">
            <a:off x="-1520228" y="3336668"/>
            <a:ext cx="3952874" cy="183515"/>
          </a:xfrm>
          <a:prstGeom prst="rect">
            <a:avLst/>
          </a:prstGeom>
          <a:noFill/>
        </p:spPr>
        <p:txBody>
          <a:bodyPr wrap="square" rtlCol="0">
            <a:spAutoFit/>
          </a:bodyPr>
          <a:lstStyle/>
          <a:p>
            <a:pPr algn="dist"/>
            <a:r>
              <a:rPr lang="en-US" altLang="zh-CN" sz="600">
                <a:solidFill>
                  <a:schemeClr val="bg1"/>
                </a:solidFill>
                <a:effectLst>
                  <a:outerShdw blurRad="381000" algn="ctr" rotWithShape="0">
                    <a:prstClr val="black">
                      <a:alpha val="25000"/>
                    </a:prstClr>
                  </a:outerShdw>
                </a:effectLst>
                <a:cs typeface="+mn-ea"/>
                <a:sym typeface="+mn-lt"/>
              </a:rPr>
              <a:t>DESIGNED BY IBOTU</a:t>
            </a:r>
          </a:p>
        </p:txBody>
      </p:sp>
      <p:sp>
        <p:nvSpPr>
          <p:cNvPr id="9" name="图文框 8"/>
          <p:cNvSpPr/>
          <p:nvPr/>
        </p:nvSpPr>
        <p:spPr>
          <a:xfrm>
            <a:off x="11296103" y="426488"/>
            <a:ext cx="517962" cy="517962"/>
          </a:xfrm>
          <a:prstGeom prst="frame">
            <a:avLst>
              <a:gd name="adj1" fmla="val 5842"/>
            </a:avLst>
          </a:prstGeom>
          <a:solidFill>
            <a:schemeClr val="accent1">
              <a:lumMod val="75000"/>
              <a:alpha val="30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0" name="文本框 9"/>
          <p:cNvSpPr txBox="1"/>
          <p:nvPr/>
        </p:nvSpPr>
        <p:spPr>
          <a:xfrm>
            <a:off x="11192360" y="467044"/>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VITO</a:t>
            </a:r>
          </a:p>
        </p:txBody>
      </p:sp>
      <p:sp>
        <p:nvSpPr>
          <p:cNvPr id="11" name="文本框 10"/>
          <p:cNvSpPr txBox="1"/>
          <p:nvPr/>
        </p:nvSpPr>
        <p:spPr>
          <a:xfrm>
            <a:off x="11194051" y="651597"/>
            <a:ext cx="723900" cy="260350"/>
          </a:xfrm>
          <a:prstGeom prst="rect">
            <a:avLst/>
          </a:prstGeom>
          <a:noFill/>
        </p:spPr>
        <p:txBody>
          <a:bodyPr wrap="square" rtlCol="0">
            <a:spAutoFit/>
          </a:bodyPr>
          <a:lstStyle/>
          <a:p>
            <a:pPr algn="ctr"/>
            <a:r>
              <a:rPr lang="en-US" altLang="zh-CN" sz="1100" b="1">
                <a:solidFill>
                  <a:schemeClr val="accent1">
                    <a:lumMod val="75000"/>
                    <a:alpha val="50000"/>
                  </a:schemeClr>
                </a:solidFill>
                <a:effectLst>
                  <a:outerShdw blurRad="381000" algn="ctr" rotWithShape="0">
                    <a:prstClr val="black">
                      <a:alpha val="25000"/>
                    </a:prstClr>
                  </a:outerShdw>
                </a:effectLst>
                <a:cs typeface="+mn-ea"/>
                <a:sym typeface="+mn-lt"/>
              </a:rPr>
              <a:t>RAY</a:t>
            </a:r>
          </a:p>
        </p:txBody>
      </p:sp>
      <p:sp>
        <p:nvSpPr>
          <p:cNvPr id="12" name="矩形 11"/>
          <p:cNvSpPr/>
          <p:nvPr/>
        </p:nvSpPr>
        <p:spPr>
          <a:xfrm>
            <a:off x="405679" y="1011726"/>
            <a:ext cx="517962" cy="45719"/>
          </a:xfrm>
          <a:prstGeom prst="rect">
            <a:avLst/>
          </a:prstGeom>
          <a:gradFill>
            <a:gsLst>
              <a:gs pos="50000">
                <a:schemeClr val="accent1">
                  <a:lumMod val="75000"/>
                  <a:alpha val="27000"/>
                </a:schemeClr>
              </a:gs>
              <a:gs pos="0">
                <a:schemeClr val="bg1">
                  <a:lumMod val="95000"/>
                </a:schemeClr>
              </a:gs>
              <a:gs pos="100000">
                <a:schemeClr val="tx2">
                  <a:lumMod val="50000"/>
                  <a:lumOff val="50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ffectLst>
                <a:outerShdw blurRad="381000" algn="ctr" rotWithShape="0">
                  <a:prstClr val="black">
                    <a:alpha val="25000"/>
                  </a:prstClr>
                </a:outerShdw>
              </a:effectLst>
              <a:cs typeface="+mn-ea"/>
              <a:sym typeface="+mn-lt"/>
            </a:endParaRPr>
          </a:p>
        </p:txBody>
      </p:sp>
      <p:sp>
        <p:nvSpPr>
          <p:cNvPr id="13" name="文本框 12"/>
          <p:cNvSpPr txBox="1"/>
          <p:nvPr/>
        </p:nvSpPr>
        <p:spPr>
          <a:xfrm>
            <a:off x="320843" y="426488"/>
            <a:ext cx="1060425" cy="533400"/>
          </a:xfrm>
          <a:prstGeom prst="rect">
            <a:avLst/>
          </a:prstGeom>
          <a:noFill/>
        </p:spPr>
        <p:txBody>
          <a:bodyPr wrap="square" rtlCol="0">
            <a:spAutoFit/>
          </a:bodyPr>
          <a:lstStyle/>
          <a:p>
            <a:pPr>
              <a:lnSpc>
                <a:spcPct val="120000"/>
              </a:lnSpc>
            </a:pPr>
            <a:r>
              <a:rPr lang="en-US" altLang="zh-CN" sz="1200" b="1">
                <a:solidFill>
                  <a:schemeClr val="accent1">
                    <a:lumMod val="75000"/>
                    <a:alpha val="50000"/>
                  </a:schemeClr>
                </a:solidFill>
                <a:effectLst>
                  <a:outerShdw blurRad="381000" algn="ctr" rotWithShape="0">
                    <a:prstClr val="black">
                      <a:alpha val="25000"/>
                    </a:prstClr>
                  </a:outerShdw>
                </a:effectLst>
                <a:cs typeface="+mn-ea"/>
                <a:sym typeface="+mn-lt"/>
              </a:rPr>
              <a:t>HEY</a:t>
            </a:r>
          </a:p>
          <a:p>
            <a:pPr>
              <a:lnSpc>
                <a:spcPct val="120000"/>
              </a:lnSpc>
            </a:pPr>
            <a:r>
              <a:rPr lang="en-US" altLang="zh-CN" sz="1200" b="1">
                <a:solidFill>
                  <a:schemeClr val="accent1">
                    <a:lumMod val="75000"/>
                    <a:alpha val="50000"/>
                  </a:schemeClr>
                </a:solidFill>
                <a:effectLst>
                  <a:outerShdw blurRad="381000" algn="ctr" rotWithShape="0">
                    <a:prstClr val="black">
                      <a:alpha val="25000"/>
                    </a:prstClr>
                  </a:outerShdw>
                </a:effectLst>
                <a:cs typeface="+mn-ea"/>
                <a:sym typeface="+mn-lt"/>
              </a:rPr>
              <a:t>WAKE UP!</a:t>
            </a:r>
          </a:p>
        </p:txBody>
      </p:sp>
      <p:sp>
        <p:nvSpPr>
          <p:cNvPr id="14" name="文本框 13"/>
          <p:cNvSpPr txBox="1"/>
          <p:nvPr/>
        </p:nvSpPr>
        <p:spPr>
          <a:xfrm>
            <a:off x="200078" y="5610246"/>
            <a:ext cx="1060426" cy="533400"/>
          </a:xfrm>
          <a:prstGeom prst="rect">
            <a:avLst/>
          </a:prstGeom>
          <a:noFill/>
        </p:spPr>
        <p:txBody>
          <a:bodyPr wrap="square" rtlCol="0">
            <a:spAutoFit/>
          </a:bodyPr>
          <a:lstStyle/>
          <a:p>
            <a:pPr>
              <a:lnSpc>
                <a:spcPct val="120000"/>
              </a:lnSpc>
            </a:pPr>
            <a:r>
              <a:rPr lang="en-US" altLang="zh-CN" sz="1200" b="1">
                <a:solidFill>
                  <a:schemeClr val="bg1"/>
                </a:solidFill>
                <a:effectLst>
                  <a:outerShdw blurRad="381000" algn="ctr" rotWithShape="0">
                    <a:prstClr val="black">
                      <a:alpha val="25000"/>
                    </a:prstClr>
                  </a:outerShdw>
                </a:effectLst>
                <a:cs typeface="+mn-ea"/>
                <a:sym typeface="+mn-lt"/>
              </a:rPr>
              <a:t>DO SOME</a:t>
            </a:r>
          </a:p>
          <a:p>
            <a:pPr>
              <a:lnSpc>
                <a:spcPct val="120000"/>
              </a:lnSpc>
            </a:pPr>
            <a:r>
              <a:rPr lang="en-US" altLang="zh-CN" sz="1200" b="1">
                <a:solidFill>
                  <a:schemeClr val="bg1"/>
                </a:solidFill>
                <a:effectLst>
                  <a:outerShdw blurRad="381000" algn="ctr" rotWithShape="0">
                    <a:prstClr val="black">
                      <a:alpha val="25000"/>
                    </a:prstClr>
                  </a:outerShdw>
                </a:effectLst>
                <a:cs typeface="+mn-ea"/>
                <a:sym typeface="+mn-lt"/>
              </a:rPr>
              <a:t>THINGS!</a:t>
            </a:r>
            <a:endParaRPr lang="zh-CN" altLang="en-US" sz="1200" b="1">
              <a:solidFill>
                <a:schemeClr val="bg1"/>
              </a:solidFill>
              <a:effectLst>
                <a:outerShdw blurRad="381000" algn="ctr" rotWithShape="0">
                  <a:prstClr val="black">
                    <a:alpha val="25000"/>
                  </a:prstClr>
                </a:outerShdw>
              </a:effectLst>
              <a:cs typeface="+mn-ea"/>
              <a:sym typeface="+mn-lt"/>
            </a:endParaRPr>
          </a:p>
        </p:txBody>
      </p:sp>
      <p:sp>
        <p:nvSpPr>
          <p:cNvPr id="16" name="矩形 15"/>
          <p:cNvSpPr/>
          <p:nvPr/>
        </p:nvSpPr>
        <p:spPr>
          <a:xfrm>
            <a:off x="11334115" y="5721985"/>
            <a:ext cx="440690" cy="76200"/>
          </a:xfrm>
          <a:prstGeom prst="rect">
            <a:avLst/>
          </a:prstGeom>
          <a:solidFill>
            <a:schemeClr val="bg1">
              <a:alpha val="62000"/>
            </a:schemeClr>
          </a:soli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ffectLst>
                <a:outerShdw blurRad="381000" algn="ctr" rotWithShape="0">
                  <a:prstClr val="black">
                    <a:alpha val="25000"/>
                  </a:prstClr>
                </a:outerShdw>
              </a:effectLst>
              <a:cs typeface="+mn-ea"/>
              <a:sym typeface="+mn-lt"/>
            </a:endParaRPr>
          </a:p>
        </p:txBody>
      </p:sp>
      <p:sp>
        <p:nvSpPr>
          <p:cNvPr id="6" name="文本框 5"/>
          <p:cNvSpPr txBox="1"/>
          <p:nvPr/>
        </p:nvSpPr>
        <p:spPr>
          <a:xfrm rot="5400000">
            <a:off x="9745942" y="3336668"/>
            <a:ext cx="3952874" cy="183515"/>
          </a:xfrm>
          <a:prstGeom prst="rect">
            <a:avLst/>
          </a:prstGeom>
          <a:noFill/>
        </p:spPr>
        <p:txBody>
          <a:bodyPr wrap="square" rtlCol="0">
            <a:spAutoFit/>
          </a:bodyPr>
          <a:lstStyle/>
          <a:p>
            <a:pPr algn="dist"/>
            <a:r>
              <a:rPr lang="en-US" altLang="zh-CN" sz="600">
                <a:solidFill>
                  <a:schemeClr val="bg1"/>
                </a:solidFill>
                <a:effectLst>
                  <a:outerShdw blurRad="381000" algn="ctr" rotWithShape="0">
                    <a:prstClr val="black">
                      <a:alpha val="25000"/>
                    </a:prstClr>
                  </a:outerShdw>
                </a:effectLst>
                <a:cs typeface="+mn-ea"/>
                <a:sym typeface="+mn-lt"/>
              </a:rPr>
              <a:t>DESIGNED BY IBOTU</a:t>
            </a:r>
          </a:p>
        </p:txBody>
      </p:sp>
      <p:sp>
        <p:nvSpPr>
          <p:cNvPr id="19" name="矩形: 圆角 18"/>
          <p:cNvSpPr/>
          <p:nvPr/>
        </p:nvSpPr>
        <p:spPr>
          <a:xfrm>
            <a:off x="4901565" y="4191635"/>
            <a:ext cx="2672715" cy="429895"/>
          </a:xfrm>
          <a:prstGeom prst="roundRect">
            <a:avLst>
              <a:gd name="adj" fmla="val 0"/>
            </a:avLst>
          </a:prstGeom>
          <a:noFill/>
          <a:ln w="28575">
            <a:solidFill>
              <a:schemeClr val="bg1">
                <a:alpha val="3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3223895" y="2351405"/>
            <a:ext cx="5735955" cy="1322070"/>
          </a:xfrm>
          <a:prstGeom prst="rect">
            <a:avLst/>
          </a:prstGeom>
          <a:noFill/>
        </p:spPr>
        <p:txBody>
          <a:bodyPr wrap="square" rtlCol="0">
            <a:spAutoFit/>
          </a:bodyPr>
          <a:lstStyle/>
          <a:p>
            <a:pPr algn="dist"/>
            <a:r>
              <a:rPr lang="en-US" altLang="zh-CN" sz="8000">
                <a:solidFill>
                  <a:schemeClr val="bg1"/>
                </a:solidFill>
                <a:effectLst/>
                <a:cs typeface="+mn-ea"/>
                <a:sym typeface="+mn-lt"/>
              </a:rPr>
              <a:t>THANKS</a:t>
            </a:r>
          </a:p>
        </p:txBody>
      </p:sp>
      <p:sp>
        <p:nvSpPr>
          <p:cNvPr id="15" name="文本框 14"/>
          <p:cNvSpPr txBox="1"/>
          <p:nvPr/>
        </p:nvSpPr>
        <p:spPr>
          <a:xfrm>
            <a:off x="5394325" y="4178300"/>
            <a:ext cx="1842135" cy="461665"/>
          </a:xfrm>
          <a:prstGeom prst="rect">
            <a:avLst/>
          </a:prstGeom>
          <a:noFill/>
        </p:spPr>
        <p:txBody>
          <a:bodyPr wrap="square" rtlCol="0">
            <a:spAutoFit/>
          </a:bodyPr>
          <a:lstStyle/>
          <a:p>
            <a:pPr algn="ctr"/>
            <a:r>
              <a:rPr lang="zh-CN" altLang="en-US" sz="2400">
                <a:solidFill>
                  <a:srgbClr val="FFFFFF"/>
                </a:solidFill>
                <a:cs typeface="+mn-ea"/>
                <a:sym typeface="+mn-lt"/>
              </a:rPr>
              <a:t>XX</a:t>
            </a:r>
            <a:r>
              <a:rPr lang="en-US" altLang="zh-CN" sz="2400">
                <a:solidFill>
                  <a:srgbClr val="FFFFFF"/>
                </a:solidFill>
                <a:cs typeface="+mn-ea"/>
                <a:sym typeface="+mn-lt"/>
              </a:rPr>
              <a:t>PPT</a:t>
            </a:r>
          </a:p>
        </p:txBody>
      </p:sp>
      <p:sp>
        <p:nvSpPr>
          <p:cNvPr id="7" name="矩形 6"/>
          <p:cNvSpPr/>
          <p:nvPr/>
        </p:nvSpPr>
        <p:spPr>
          <a:xfrm>
            <a:off x="2211705" y="1452245"/>
            <a:ext cx="7768590" cy="3706495"/>
          </a:xfrm>
          <a:prstGeom prst="rect">
            <a:avLst/>
          </a:prstGeom>
          <a:noFill/>
          <a:ln w="85725" cmpd="sng">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文本框 19"/>
          <p:cNvSpPr txBox="1"/>
          <p:nvPr/>
        </p:nvSpPr>
        <p:spPr>
          <a:xfrm>
            <a:off x="4786630" y="1707515"/>
            <a:ext cx="3057525" cy="768350"/>
          </a:xfrm>
          <a:prstGeom prst="rect">
            <a:avLst/>
          </a:prstGeom>
          <a:noFill/>
        </p:spPr>
        <p:txBody>
          <a:bodyPr wrap="square" rtlCol="0">
            <a:spAutoFit/>
          </a:bodyPr>
          <a:lstStyle/>
          <a:p>
            <a:pPr algn="dist"/>
            <a:r>
              <a:rPr lang="en-US" altLang="zh-CN" sz="4400">
                <a:solidFill>
                  <a:schemeClr val="bg1"/>
                </a:solidFill>
                <a:effectLst/>
                <a:cs typeface="+mn-ea"/>
                <a:sym typeface="+mn-lt"/>
              </a:rPr>
              <a:t>20XX</a:t>
            </a:r>
          </a:p>
        </p:txBody>
      </p:sp>
      <p:sp>
        <p:nvSpPr>
          <p:cNvPr id="22" name="文本框 21"/>
          <p:cNvSpPr txBox="1"/>
          <p:nvPr/>
        </p:nvSpPr>
        <p:spPr>
          <a:xfrm>
            <a:off x="2654935" y="3673475"/>
            <a:ext cx="7165340" cy="183515"/>
          </a:xfrm>
          <a:prstGeom prst="rect">
            <a:avLst/>
          </a:prstGeom>
          <a:noFill/>
        </p:spPr>
        <p:txBody>
          <a:bodyPr wrap="square" rtlCol="0">
            <a:spAutoFit/>
          </a:bodyPr>
          <a:lstStyle/>
          <a:p>
            <a:pPr algn="dist"/>
            <a:r>
              <a:rPr lang="en-US" altLang="zh-CN" sz="600">
                <a:solidFill>
                  <a:schemeClr val="bg1"/>
                </a:solidFill>
                <a:cs typeface="+mn-ea"/>
                <a:sym typeface="+mn-lt"/>
              </a:rPr>
              <a:t>A SIMPLE AND NICE TEMPLATE HOPE YOU LIKE BY VITO RAY</a:t>
            </a:r>
          </a:p>
        </p:txBody>
      </p:sp>
    </p:spTree>
    <p:custDataLst>
      <p:tags r:id="R13326ecdb75f48fd"/>
    </p:custDataLst>
  </p:cSld>
  <p:clrMapOvr>
    <a:masterClrMapping/>
  </p:clrMapOvr>
  <p:transition advClick="0">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1000" fill="hold"/>
                                        <p:tgtEl>
                                          <p:spTgt spid="12"/>
                                        </p:tgtEl>
                                        <p:attrNameLst>
                                          <p:attrName>ppt_w</p:attrName>
                                        </p:attrNameLst>
                                      </p:cBhvr>
                                      <p:tavLst>
                                        <p:tav tm="0">
                                          <p:val>
                                            <p:strVal val="#ppt_w*0.70"/>
                                          </p:val>
                                        </p:tav>
                                        <p:tav tm="100000">
                                          <p:val>
                                            <p:strVal val="#ppt_w"/>
                                          </p:val>
                                        </p:tav>
                                      </p:tavLst>
                                    </p:anim>
                                    <p:anim calcmode="lin" valueType="num">
                                      <p:cBhvr>
                                        <p:cTn id="13" dur="1000" fill="hold"/>
                                        <p:tgtEl>
                                          <p:spTgt spid="12"/>
                                        </p:tgtEl>
                                        <p:attrNameLst>
                                          <p:attrName>ppt_h</p:attrName>
                                        </p:attrNameLst>
                                      </p:cBhvr>
                                      <p:tavLst>
                                        <p:tav tm="0">
                                          <p:val>
                                            <p:strVal val="#ppt_h"/>
                                          </p:val>
                                        </p:tav>
                                        <p:tav tm="100000">
                                          <p:val>
                                            <p:strVal val="#ppt_h"/>
                                          </p:val>
                                        </p:tav>
                                      </p:tavLst>
                                    </p:anim>
                                    <p:animEffect transition="in" filter="fade">
                                      <p:cBhvr>
                                        <p:cTn id="14" dur="1000"/>
                                        <p:tgtEl>
                                          <p:spTgt spid="12"/>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1000" fill="hold"/>
                                        <p:tgtEl>
                                          <p:spTgt spid="13"/>
                                        </p:tgtEl>
                                        <p:attrNameLst>
                                          <p:attrName>ppt_w</p:attrName>
                                        </p:attrNameLst>
                                      </p:cBhvr>
                                      <p:tavLst>
                                        <p:tav tm="0">
                                          <p:val>
                                            <p:strVal val="#ppt_w*0.70"/>
                                          </p:val>
                                        </p:tav>
                                        <p:tav tm="100000">
                                          <p:val>
                                            <p:strVal val="#ppt_w"/>
                                          </p:val>
                                        </p:tav>
                                      </p:tavLst>
                                    </p:anim>
                                    <p:anim calcmode="lin" valueType="num">
                                      <p:cBhvr>
                                        <p:cTn id="18" dur="1000" fill="hold"/>
                                        <p:tgtEl>
                                          <p:spTgt spid="13"/>
                                        </p:tgtEl>
                                        <p:attrNameLst>
                                          <p:attrName>ppt_h</p:attrName>
                                        </p:attrNameLst>
                                      </p:cBhvr>
                                      <p:tavLst>
                                        <p:tav tm="0">
                                          <p:val>
                                            <p:strVal val="#ppt_h"/>
                                          </p:val>
                                        </p:tav>
                                        <p:tav tm="100000">
                                          <p:val>
                                            <p:strVal val="#ppt_h"/>
                                          </p:val>
                                        </p:tav>
                                      </p:tavLst>
                                    </p:anim>
                                    <p:animEffect transition="in" filter="fade">
                                      <p:cBhvr>
                                        <p:cTn id="19" dur="1000"/>
                                        <p:tgtEl>
                                          <p:spTgt spid="13"/>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1000" fill="hold"/>
                                        <p:tgtEl>
                                          <p:spTgt spid="14"/>
                                        </p:tgtEl>
                                        <p:attrNameLst>
                                          <p:attrName>ppt_w</p:attrName>
                                        </p:attrNameLst>
                                      </p:cBhvr>
                                      <p:tavLst>
                                        <p:tav tm="0">
                                          <p:val>
                                            <p:strVal val="#ppt_w*0.70"/>
                                          </p:val>
                                        </p:tav>
                                        <p:tav tm="100000">
                                          <p:val>
                                            <p:strVal val="#ppt_w"/>
                                          </p:val>
                                        </p:tav>
                                      </p:tavLst>
                                    </p:anim>
                                    <p:anim calcmode="lin" valueType="num">
                                      <p:cBhvr>
                                        <p:cTn id="23" dur="1000" fill="hold"/>
                                        <p:tgtEl>
                                          <p:spTgt spid="14"/>
                                        </p:tgtEl>
                                        <p:attrNameLst>
                                          <p:attrName>ppt_h</p:attrName>
                                        </p:attrNameLst>
                                      </p:cBhvr>
                                      <p:tavLst>
                                        <p:tav tm="0">
                                          <p:val>
                                            <p:strVal val="#ppt_h"/>
                                          </p:val>
                                        </p:tav>
                                        <p:tav tm="100000">
                                          <p:val>
                                            <p:strVal val="#ppt_h"/>
                                          </p:val>
                                        </p:tav>
                                      </p:tavLst>
                                    </p:anim>
                                    <p:animEffect transition="in" filter="fade">
                                      <p:cBhvr>
                                        <p:cTn id="24" dur="1000"/>
                                        <p:tgtEl>
                                          <p:spTgt spid="14"/>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1000" fill="hold"/>
                                        <p:tgtEl>
                                          <p:spTgt spid="11"/>
                                        </p:tgtEl>
                                        <p:attrNameLst>
                                          <p:attrName>ppt_w</p:attrName>
                                        </p:attrNameLst>
                                      </p:cBhvr>
                                      <p:tavLst>
                                        <p:tav tm="0">
                                          <p:val>
                                            <p:strVal val="#ppt_w*0.70"/>
                                          </p:val>
                                        </p:tav>
                                        <p:tav tm="100000">
                                          <p:val>
                                            <p:strVal val="#ppt_w"/>
                                          </p:val>
                                        </p:tav>
                                      </p:tavLst>
                                    </p:anim>
                                    <p:anim calcmode="lin" valueType="num">
                                      <p:cBhvr>
                                        <p:cTn id="28" dur="1000" fill="hold"/>
                                        <p:tgtEl>
                                          <p:spTgt spid="11"/>
                                        </p:tgtEl>
                                        <p:attrNameLst>
                                          <p:attrName>ppt_h</p:attrName>
                                        </p:attrNameLst>
                                      </p:cBhvr>
                                      <p:tavLst>
                                        <p:tav tm="0">
                                          <p:val>
                                            <p:strVal val="#ppt_h"/>
                                          </p:val>
                                        </p:tav>
                                        <p:tav tm="100000">
                                          <p:val>
                                            <p:strVal val="#ppt_h"/>
                                          </p:val>
                                        </p:tav>
                                      </p:tavLst>
                                    </p:anim>
                                    <p:animEffect transition="in" filter="fade">
                                      <p:cBhvr>
                                        <p:cTn id="29" dur="1000"/>
                                        <p:tgtEl>
                                          <p:spTgt spid="11"/>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1000" fill="hold"/>
                                        <p:tgtEl>
                                          <p:spTgt spid="10"/>
                                        </p:tgtEl>
                                        <p:attrNameLst>
                                          <p:attrName>ppt_w</p:attrName>
                                        </p:attrNameLst>
                                      </p:cBhvr>
                                      <p:tavLst>
                                        <p:tav tm="0">
                                          <p:val>
                                            <p:strVal val="#ppt_w*0.70"/>
                                          </p:val>
                                        </p:tav>
                                        <p:tav tm="100000">
                                          <p:val>
                                            <p:strVal val="#ppt_w"/>
                                          </p:val>
                                        </p:tav>
                                      </p:tavLst>
                                    </p:anim>
                                    <p:anim calcmode="lin" valueType="num">
                                      <p:cBhvr>
                                        <p:cTn id="33" dur="1000" fill="hold"/>
                                        <p:tgtEl>
                                          <p:spTgt spid="10"/>
                                        </p:tgtEl>
                                        <p:attrNameLst>
                                          <p:attrName>ppt_h</p:attrName>
                                        </p:attrNameLst>
                                      </p:cBhvr>
                                      <p:tavLst>
                                        <p:tav tm="0">
                                          <p:val>
                                            <p:strVal val="#ppt_h"/>
                                          </p:val>
                                        </p:tav>
                                        <p:tav tm="100000">
                                          <p:val>
                                            <p:strVal val="#ppt_h"/>
                                          </p:val>
                                        </p:tav>
                                      </p:tavLst>
                                    </p:anim>
                                    <p:animEffect transition="in" filter="fade">
                                      <p:cBhvr>
                                        <p:cTn id="34" dur="1000"/>
                                        <p:tgtEl>
                                          <p:spTgt spid="10"/>
                                        </p:tgtEl>
                                      </p:cBhvr>
                                    </p:animEffect>
                                  </p:childTnLst>
                                </p:cTn>
                              </p:par>
                              <p:par>
                                <p:cTn id="35" presetID="55"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1000" fill="hold"/>
                                        <p:tgtEl>
                                          <p:spTgt spid="9"/>
                                        </p:tgtEl>
                                        <p:attrNameLst>
                                          <p:attrName>ppt_w</p:attrName>
                                        </p:attrNameLst>
                                      </p:cBhvr>
                                      <p:tavLst>
                                        <p:tav tm="0">
                                          <p:val>
                                            <p:strVal val="#ppt_w*0.70"/>
                                          </p:val>
                                        </p:tav>
                                        <p:tav tm="100000">
                                          <p:val>
                                            <p:strVal val="#ppt_w"/>
                                          </p:val>
                                        </p:tav>
                                      </p:tavLst>
                                    </p:anim>
                                    <p:anim calcmode="lin" valueType="num">
                                      <p:cBhvr>
                                        <p:cTn id="38" dur="1000" fill="hold"/>
                                        <p:tgtEl>
                                          <p:spTgt spid="9"/>
                                        </p:tgtEl>
                                        <p:attrNameLst>
                                          <p:attrName>ppt_h</p:attrName>
                                        </p:attrNameLst>
                                      </p:cBhvr>
                                      <p:tavLst>
                                        <p:tav tm="0">
                                          <p:val>
                                            <p:strVal val="#ppt_h"/>
                                          </p:val>
                                        </p:tav>
                                        <p:tav tm="100000">
                                          <p:val>
                                            <p:strVal val="#ppt_h"/>
                                          </p:val>
                                        </p:tav>
                                      </p:tavLst>
                                    </p:anim>
                                    <p:animEffect transition="in" filter="fade">
                                      <p:cBhvr>
                                        <p:cTn id="39" dur="1000"/>
                                        <p:tgtEl>
                                          <p:spTgt spid="9"/>
                                        </p:tgtEl>
                                      </p:cBhvr>
                                    </p:animEffect>
                                  </p:childTnLst>
                                </p:cTn>
                              </p:par>
                              <p:par>
                                <p:cTn id="40" presetID="55" presetClass="entr" presetSubtype="0"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1000" fill="hold"/>
                                        <p:tgtEl>
                                          <p:spTgt spid="6"/>
                                        </p:tgtEl>
                                        <p:attrNameLst>
                                          <p:attrName>ppt_w</p:attrName>
                                        </p:attrNameLst>
                                      </p:cBhvr>
                                      <p:tavLst>
                                        <p:tav tm="0">
                                          <p:val>
                                            <p:strVal val="#ppt_w*0.70"/>
                                          </p:val>
                                        </p:tav>
                                        <p:tav tm="100000">
                                          <p:val>
                                            <p:strVal val="#ppt_w"/>
                                          </p:val>
                                        </p:tav>
                                      </p:tavLst>
                                    </p:anim>
                                    <p:anim calcmode="lin" valueType="num">
                                      <p:cBhvr>
                                        <p:cTn id="43" dur="1000" fill="hold"/>
                                        <p:tgtEl>
                                          <p:spTgt spid="6"/>
                                        </p:tgtEl>
                                        <p:attrNameLst>
                                          <p:attrName>ppt_h</p:attrName>
                                        </p:attrNameLst>
                                      </p:cBhvr>
                                      <p:tavLst>
                                        <p:tav tm="0">
                                          <p:val>
                                            <p:strVal val="#ppt_h"/>
                                          </p:val>
                                        </p:tav>
                                        <p:tav tm="100000">
                                          <p:val>
                                            <p:strVal val="#ppt_h"/>
                                          </p:val>
                                        </p:tav>
                                      </p:tavLst>
                                    </p:anim>
                                    <p:animEffect transition="in" filter="fade">
                                      <p:cBhvr>
                                        <p:cTn id="44" dur="1000"/>
                                        <p:tgtEl>
                                          <p:spTgt spid="6"/>
                                        </p:tgtEl>
                                      </p:cBhvr>
                                    </p:animEffect>
                                  </p:childTnLst>
                                </p:cTn>
                              </p:par>
                              <p:par>
                                <p:cTn id="45" presetID="55"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p:cTn id="47" dur="1000" fill="hold"/>
                                        <p:tgtEl>
                                          <p:spTgt spid="16"/>
                                        </p:tgtEl>
                                        <p:attrNameLst>
                                          <p:attrName>ppt_w</p:attrName>
                                        </p:attrNameLst>
                                      </p:cBhvr>
                                      <p:tavLst>
                                        <p:tav tm="0">
                                          <p:val>
                                            <p:strVal val="#ppt_w*0.70"/>
                                          </p:val>
                                        </p:tav>
                                        <p:tav tm="100000">
                                          <p:val>
                                            <p:strVal val="#ppt_w"/>
                                          </p:val>
                                        </p:tav>
                                      </p:tavLst>
                                    </p:anim>
                                    <p:anim calcmode="lin" valueType="num">
                                      <p:cBhvr>
                                        <p:cTn id="48" dur="1000" fill="hold"/>
                                        <p:tgtEl>
                                          <p:spTgt spid="16"/>
                                        </p:tgtEl>
                                        <p:attrNameLst>
                                          <p:attrName>ppt_h</p:attrName>
                                        </p:attrNameLst>
                                      </p:cBhvr>
                                      <p:tavLst>
                                        <p:tav tm="0">
                                          <p:val>
                                            <p:strVal val="#ppt_h"/>
                                          </p:val>
                                        </p:tav>
                                        <p:tav tm="100000">
                                          <p:val>
                                            <p:strVal val="#ppt_h"/>
                                          </p:val>
                                        </p:tav>
                                      </p:tavLst>
                                    </p:anim>
                                    <p:animEffect transition="in" filter="fade">
                                      <p:cBhvr>
                                        <p:cTn id="49" dur="1000"/>
                                        <p:tgtEl>
                                          <p:spTgt spid="16"/>
                                        </p:tgtEl>
                                      </p:cBhvr>
                                    </p:animEffect>
                                  </p:childTnLst>
                                </p:cTn>
                              </p:par>
                            </p:childTnLst>
                          </p:cTn>
                        </p:par>
                        <p:par>
                          <p:cTn id="50" fill="hold" nodeType="afterGroup">
                            <p:stCondLst>
                              <p:cond delay="1000"/>
                            </p:stCondLst>
                            <p:childTnLst>
                              <p:par>
                                <p:cTn id="51" presetID="3" presetClass="entr" presetSubtype="10" fill="hold" grpId="0" nodeType="after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blinds(horizontal)">
                                      <p:cBhvr>
                                        <p:cTn id="53" dur="500"/>
                                        <p:tgtEl>
                                          <p:spTgt spid="7"/>
                                        </p:tgtEl>
                                      </p:cBhvr>
                                    </p:animEffect>
                                  </p:childTnLst>
                                </p:cTn>
                              </p:par>
                            </p:childTnLst>
                          </p:cTn>
                        </p:par>
                        <p:par>
                          <p:cTn id="54" fill="hold" nodeType="afterGroup">
                            <p:stCondLst>
                              <p:cond delay="1500"/>
                            </p:stCondLst>
                            <p:childTnLst>
                              <p:par>
                                <p:cTn id="55" presetID="55" presetClass="entr" presetSubtype="0"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 calcmode="lin" valueType="num">
                                      <p:cBhvr>
                                        <p:cTn id="57" dur="1000" fill="hold"/>
                                        <p:tgtEl>
                                          <p:spTgt spid="17"/>
                                        </p:tgtEl>
                                        <p:attrNameLst>
                                          <p:attrName>ppt_w</p:attrName>
                                        </p:attrNameLst>
                                      </p:cBhvr>
                                      <p:tavLst>
                                        <p:tav tm="0">
                                          <p:val>
                                            <p:strVal val="#ppt_w*0.70"/>
                                          </p:val>
                                        </p:tav>
                                        <p:tav tm="100000">
                                          <p:val>
                                            <p:strVal val="#ppt_w"/>
                                          </p:val>
                                        </p:tav>
                                      </p:tavLst>
                                    </p:anim>
                                    <p:anim calcmode="lin" valueType="num">
                                      <p:cBhvr>
                                        <p:cTn id="58" dur="1000" fill="hold"/>
                                        <p:tgtEl>
                                          <p:spTgt spid="17"/>
                                        </p:tgtEl>
                                        <p:attrNameLst>
                                          <p:attrName>ppt_h</p:attrName>
                                        </p:attrNameLst>
                                      </p:cBhvr>
                                      <p:tavLst>
                                        <p:tav tm="0">
                                          <p:val>
                                            <p:strVal val="#ppt_h"/>
                                          </p:val>
                                        </p:tav>
                                        <p:tav tm="100000">
                                          <p:val>
                                            <p:strVal val="#ppt_h"/>
                                          </p:val>
                                        </p:tav>
                                      </p:tavLst>
                                    </p:anim>
                                    <p:animEffect transition="in" filter="fade">
                                      <p:cBhvr>
                                        <p:cTn id="59" dur="1000"/>
                                        <p:tgtEl>
                                          <p:spTgt spid="17"/>
                                        </p:tgtEl>
                                      </p:cBhvr>
                                    </p:animEffect>
                                  </p:childTnLst>
                                </p:cTn>
                              </p:par>
                              <p:par>
                                <p:cTn id="60" presetID="55"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 calcmode="lin" valueType="num">
                                      <p:cBhvr>
                                        <p:cTn id="62" dur="1000" fill="hold"/>
                                        <p:tgtEl>
                                          <p:spTgt spid="20"/>
                                        </p:tgtEl>
                                        <p:attrNameLst>
                                          <p:attrName>ppt_w</p:attrName>
                                        </p:attrNameLst>
                                      </p:cBhvr>
                                      <p:tavLst>
                                        <p:tav tm="0">
                                          <p:val>
                                            <p:strVal val="#ppt_w*0.70"/>
                                          </p:val>
                                        </p:tav>
                                        <p:tav tm="100000">
                                          <p:val>
                                            <p:strVal val="#ppt_w"/>
                                          </p:val>
                                        </p:tav>
                                      </p:tavLst>
                                    </p:anim>
                                    <p:anim calcmode="lin" valueType="num">
                                      <p:cBhvr>
                                        <p:cTn id="63" dur="1000" fill="hold"/>
                                        <p:tgtEl>
                                          <p:spTgt spid="20"/>
                                        </p:tgtEl>
                                        <p:attrNameLst>
                                          <p:attrName>ppt_h</p:attrName>
                                        </p:attrNameLst>
                                      </p:cBhvr>
                                      <p:tavLst>
                                        <p:tav tm="0">
                                          <p:val>
                                            <p:strVal val="#ppt_h"/>
                                          </p:val>
                                        </p:tav>
                                        <p:tav tm="100000">
                                          <p:val>
                                            <p:strVal val="#ppt_h"/>
                                          </p:val>
                                        </p:tav>
                                      </p:tavLst>
                                    </p:anim>
                                    <p:animEffect transition="in" filter="fade">
                                      <p:cBhvr>
                                        <p:cTn id="64" dur="1000"/>
                                        <p:tgtEl>
                                          <p:spTgt spid="20"/>
                                        </p:tgtEl>
                                      </p:cBhvr>
                                    </p:animEffect>
                                  </p:childTnLst>
                                </p:cTn>
                              </p:par>
                              <p:par>
                                <p:cTn id="65" presetID="55"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p:cTn id="67" dur="1000" fill="hold"/>
                                        <p:tgtEl>
                                          <p:spTgt spid="22"/>
                                        </p:tgtEl>
                                        <p:attrNameLst>
                                          <p:attrName>ppt_w</p:attrName>
                                        </p:attrNameLst>
                                      </p:cBhvr>
                                      <p:tavLst>
                                        <p:tav tm="0">
                                          <p:val>
                                            <p:strVal val="#ppt_w*0.70"/>
                                          </p:val>
                                        </p:tav>
                                        <p:tav tm="100000">
                                          <p:val>
                                            <p:strVal val="#ppt_w"/>
                                          </p:val>
                                        </p:tav>
                                      </p:tavLst>
                                    </p:anim>
                                    <p:anim calcmode="lin" valueType="num">
                                      <p:cBhvr>
                                        <p:cTn id="68" dur="1000" fill="hold"/>
                                        <p:tgtEl>
                                          <p:spTgt spid="22"/>
                                        </p:tgtEl>
                                        <p:attrNameLst>
                                          <p:attrName>ppt_h</p:attrName>
                                        </p:attrNameLst>
                                      </p:cBhvr>
                                      <p:tavLst>
                                        <p:tav tm="0">
                                          <p:val>
                                            <p:strVal val="#ppt_h"/>
                                          </p:val>
                                        </p:tav>
                                        <p:tav tm="100000">
                                          <p:val>
                                            <p:strVal val="#ppt_h"/>
                                          </p:val>
                                        </p:tav>
                                      </p:tavLst>
                                    </p:anim>
                                    <p:animEffect transition="in" filter="fade">
                                      <p:cBhvr>
                                        <p:cTn id="69" dur="1000"/>
                                        <p:tgtEl>
                                          <p:spTgt spid="22"/>
                                        </p:tgtEl>
                                      </p:cBhvr>
                                    </p:animEffect>
                                  </p:childTnLst>
                                </p:cTn>
                              </p:par>
                            </p:childTnLst>
                          </p:cTn>
                        </p:par>
                        <p:par>
                          <p:cTn id="70" fill="hold" nodeType="afterGroup">
                            <p:stCondLst>
                              <p:cond delay="2500"/>
                            </p:stCondLst>
                            <p:childTnLst>
                              <p:par>
                                <p:cTn id="71" presetID="42" presetClass="entr" presetSubtype="0" fill="hold" grpId="0" nodeType="after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1000"/>
                                        <p:tgtEl>
                                          <p:spTgt spid="19"/>
                                        </p:tgtEl>
                                      </p:cBhvr>
                                    </p:animEffect>
                                    <p:anim calcmode="lin" valueType="num">
                                      <p:cBhvr>
                                        <p:cTn id="74" dur="1000" fill="hold"/>
                                        <p:tgtEl>
                                          <p:spTgt spid="19"/>
                                        </p:tgtEl>
                                        <p:attrNameLst>
                                          <p:attrName>ppt_x</p:attrName>
                                        </p:attrNameLst>
                                      </p:cBhvr>
                                      <p:tavLst>
                                        <p:tav tm="0">
                                          <p:val>
                                            <p:strVal val="#ppt_x"/>
                                          </p:val>
                                        </p:tav>
                                        <p:tav tm="100000">
                                          <p:val>
                                            <p:strVal val="#ppt_x"/>
                                          </p:val>
                                        </p:tav>
                                      </p:tavLst>
                                    </p:anim>
                                    <p:anim calcmode="lin" valueType="num">
                                      <p:cBhvr>
                                        <p:cTn id="75" dur="1000" fill="hold"/>
                                        <p:tgtEl>
                                          <p:spTgt spid="19"/>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fade">
                                      <p:cBhvr>
                                        <p:cTn id="78" dur="1000"/>
                                        <p:tgtEl>
                                          <p:spTgt spid="15"/>
                                        </p:tgtEl>
                                      </p:cBhvr>
                                    </p:animEffect>
                                    <p:anim calcmode="lin" valueType="num">
                                      <p:cBhvr>
                                        <p:cTn id="79" dur="1000" fill="hold"/>
                                        <p:tgtEl>
                                          <p:spTgt spid="15"/>
                                        </p:tgtEl>
                                        <p:attrNameLst>
                                          <p:attrName>ppt_x</p:attrName>
                                        </p:attrNameLst>
                                      </p:cBhvr>
                                      <p:tavLst>
                                        <p:tav tm="0">
                                          <p:val>
                                            <p:strVal val="#ppt_x"/>
                                          </p:val>
                                        </p:tav>
                                        <p:tav tm="100000">
                                          <p:val>
                                            <p:strVal val="#ppt_x"/>
                                          </p:val>
                                        </p:tav>
                                      </p:tavLst>
                                    </p:anim>
                                    <p:anim calcmode="lin" valueType="num">
                                      <p:cBhvr>
                                        <p:cTn id="8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ldLvl="0" animBg="1"/>
      <p:bldP spid="10" grpId="0"/>
      <p:bldP spid="11" grpId="0"/>
      <p:bldP spid="12" grpId="0" bldLvl="0" animBg="1"/>
      <p:bldP spid="13" grpId="0"/>
      <p:bldP spid="14" grpId="0"/>
      <p:bldP spid="16" grpId="0" bldLvl="0" animBg="1"/>
      <p:bldP spid="6" grpId="0"/>
      <p:bldP spid="19" grpId="0" bldLvl="0" animBg="1"/>
      <p:bldP spid="17" grpId="0"/>
      <p:bldP spid="15" grpId="0"/>
      <p:bldP spid="7" grpId="0" bldLvl="0" animBg="1"/>
      <p:bldP spid="20" grpId="0"/>
      <p:bldP spid="2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efd84598075d4a05">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96dcda96c202412c">
            <p14:nvContentPartPr>
              <p14:cNvPr id="16" name="墨迹 15"/>
              <p14:cNvContentPartPr/>
              <p14:nvPr/>
            </p14:nvContentPartPr>
            <p14:xfrm>
              <a:off x="2093051" y="-286110"/>
              <a:ext cx="360" cy="360"/>
            </p14:xfrm>
          </p:contentPart>
        </mc:Choice>
        <mc:Fallback>
          <p:pic>
            <p:nvPicPr>
              <p:cNvPr id="16" name="墨迹 15"/>
              <p:cNvPicPr/>
              <p:nvPr/>
            </p:nvPicPr>
            <p:blipFill>
              <a:blip r:embed="R7a0039ea56014448"/>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5e1d77dbbf254ac4">
            <p14:nvContentPartPr>
              <p14:cNvPr id="17" name="墨迹 16"/>
              <p14:cNvContentPartPr/>
              <p14:nvPr/>
            </p14:nvContentPartPr>
            <p14:xfrm>
              <a:off x="822971" y="-489150"/>
              <a:ext cx="360" cy="360"/>
            </p14:xfrm>
          </p:contentPart>
        </mc:Choice>
        <mc:Fallback>
          <p:pic>
            <p:nvPicPr>
              <p:cNvPr id="17" name="墨迹 16"/>
              <p:cNvPicPr/>
              <p:nvPr/>
            </p:nvPicPr>
            <p:blipFill>
              <a:blip r:embed="R7a0039ea56014448"/>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317b07850ef74af2bf841cd759bb4d69"/>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37b71e4f7e2a4a1a"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850c76dc20364512"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14a1679463ea49c6"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572fb8adaec34801">
            <p14:nvContentPartPr>
              <p14:cNvPr id="15" name="墨迹 14"/>
              <p14:cNvContentPartPr/>
              <p14:nvPr/>
            </p14:nvContentPartPr>
            <p14:xfrm>
              <a:off x="5357445" y="1361610"/>
              <a:ext cx="1892160" cy="360"/>
            </p14:xfrm>
          </p:contentPart>
        </mc:Choice>
        <mc:Fallback xmlns="">
          <p:pic>
            <p:nvPicPr>
              <p:cNvPr id="15" name="墨迹 14"/>
            </p:nvPicPr>
            <p:blipFill>
              <a:blip r:embed="Ra9dc1cefe53447bd"/>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37b758fc9520424b">
            <p14:nvContentPartPr>
              <p14:cNvPr id="16" name="墨迹 15"/>
              <p14:cNvContentPartPr/>
              <p14:nvPr/>
            </p14:nvContentPartPr>
            <p14:xfrm>
              <a:off x="1974990" y="-204574"/>
              <a:ext cx="360" cy="360"/>
            </p14:xfrm>
          </p:contentPart>
        </mc:Choice>
        <mc:Fallback>
          <p:pic>
            <p:nvPicPr>
              <p:cNvPr id="16" name="墨迹 15"/>
              <p:cNvPicPr/>
              <p:nvPr/>
            </p:nvPicPr>
            <p:blipFill>
              <a:blip r:embed="R7bc62b326b1b4c50"/>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b6e65d9a17a14ba7">
            <p14:nvContentPartPr>
              <p14:cNvPr id="17" name="墨迹 16"/>
              <p14:cNvContentPartPr/>
              <p14:nvPr/>
            </p14:nvContentPartPr>
            <p14:xfrm>
              <a:off x="704910" y="-489150"/>
              <a:ext cx="360" cy="360"/>
            </p14:xfrm>
          </p:contentPart>
        </mc:Choice>
        <mc:Fallback xmlns="">
          <p:pic>
            <p:nvPicPr>
              <p:cNvPr id="17" name="墨迹 16"/>
            </p:nvPicPr>
            <p:blipFill>
              <a:blip r:embed="R3d955c0e6e5347a7"/>
            </p:blipFill>
            <p:spPr>
              <a:xfrm>
                <a:off x="704910" y="-489150"/>
                <a:ext cx="360" cy="360"/>
              </a:xfrm>
              <a:prstGeom prst="rect"/>
            </p:spPr>
          </p:pic>
        </mc:Fallback>
      </mc:AlternateContent>
      <p:pic>
        <p:nvPicPr>
          <p:cNvPr id="19" name="图片 18"/>
          <p:cNvPicPr>
            <a:picLocks noChangeAspect="1"/>
          </p:cNvPicPr>
          <p:nvPr/>
        </p:nvPicPr>
        <p:blipFill>
          <a:blip r:embed="Rbcf681f2c77e436a">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f42ed4534761449e"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f09e29811d3a4455af69d59e9956d656"/>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c120529f8dd24af7"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deaf3128b16c41de">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46238316775646aa">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83a02ce809cb419d">
            <p14:nvContentPartPr>
              <p14:cNvPr id="8" name="墨迹 7"/>
              <p14:cNvContentPartPr/>
              <p14:nvPr/>
            </p14:nvContentPartPr>
            <p14:xfrm>
              <a:off x="907950" y="-825390"/>
              <a:ext cx="360" cy="360"/>
            </p14:xfrm>
          </p:contentPart>
        </mc:Choice>
        <mc:Fallback xmlns="">
          <p:pic>
            <p:nvPicPr>
              <p:cNvPr id="8" name="墨迹 7"/>
            </p:nvPicPr>
            <p:blipFill>
              <a:blip r:embed="R0adee66bff844b8b"/>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91c42756022c47b1">
            <p14:nvContentPartPr>
              <p14:cNvPr id="13" name="墨迹 12"/>
              <p14:cNvContentPartPr/>
              <p14:nvPr/>
            </p14:nvContentPartPr>
            <p14:xfrm>
              <a:off x="1130070" y="-939870"/>
              <a:ext cx="360" cy="360"/>
            </p14:xfrm>
          </p:contentPart>
        </mc:Choice>
        <mc:Fallback xmlns="">
          <p:pic>
            <p:nvPicPr>
              <p:cNvPr id="13" name="墨迹 12"/>
            </p:nvPicPr>
            <p:blipFill>
              <a:blip r:embed="R0adee66bff844b8b"/>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10e9bf1869554314">
            <p14:nvContentPartPr>
              <p14:cNvPr id="14" name="墨迹 13"/>
              <p14:cNvContentPartPr/>
              <p14:nvPr/>
            </p14:nvContentPartPr>
            <p14:xfrm>
              <a:off x="768270" y="-768510"/>
              <a:ext cx="360" cy="360"/>
            </p14:xfrm>
          </p:contentPart>
        </mc:Choice>
        <mc:Fallback xmlns="">
          <p:pic>
            <p:nvPicPr>
              <p:cNvPr id="14" name="墨迹 13"/>
            </p:nvPicPr>
            <p:blipFill>
              <a:blip r:embed="R0adee66bff844b8b"/>
            </p:blipFill>
            <p:spPr>
              <a:xfrm>
                <a:off x="768270" y="-768510"/>
                <a:ext cx="360" cy="360"/>
              </a:xfrm>
              <a:prstGeom prst="rect"/>
            </p:spPr>
          </p:pic>
        </mc:Fallback>
      </mc:AlternateContent>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476f29b76fde4ccbb3b3a4c24ef995a5"/>
              </a:rPr>
              <a:t>部分字体来源于</a:t>
            </a:r>
            <a:r>
              <a:rPr lang="en-US" altLang="zh-CN" dirty="0">
                <a:hlinkClick r:id="R476f29b76fde4ccbb3b3a4c24ef995a5"/>
              </a:rPr>
              <a:t>100font.com  </a:t>
            </a:r>
            <a:r>
              <a:rPr lang="zh-CN" altLang="en-US" dirty="0">
                <a:hlinkClick r:id="R476f29b76fde4ccbb3b3a4c24ef995a5"/>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8e16e1da101c468cbd57435b14807d73"/>
              </a:rPr>
              <a:t>部分图标来源于</a:t>
            </a:r>
            <a:r>
              <a:rPr lang="en-US" altLang="zh-CN" dirty="0">
                <a:hlinkClick r:id="R8e16e1da101c468cbd57435b14807d73"/>
              </a:rPr>
              <a:t>Storyset.com </a:t>
            </a:r>
            <a:r>
              <a:rPr lang="zh-CN" altLang="en-US" dirty="0">
                <a:hlinkClick r:id="R8e16e1da101c468cbd57435b14807d73"/>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tags/tag71.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slides/tags/tag72.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slides/tags/tag73.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slides/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78.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slides/tags/tag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84.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slides/tags/tag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90.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slides/tags/tag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95.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docProps/app.xml><?xml version="1.0" encoding="utf-8"?>
<Properties xmlns="http://schemas.openxmlformats.org/officeDocument/2006/extended-properties" xmlns:vt="http://schemas.openxmlformats.org/officeDocument/2006/docPropsVTypes">
  <TotalTime>3</TotalTime>
  <Words>2168</Words>
  <Application>Microsoft Office PowerPoint</Application>
  <PresentationFormat>宽屏</PresentationFormat>
  <Paragraphs>289</Paragraphs>
  <Slides>25</Slides>
  <Notes>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25</vt:i4>
      </vt:variant>
    </vt:vector>
  </HeadingPairs>
  <TitlesOfParts>
    <vt:vector size="30" baseType="lpstr">
      <vt:lpstr>微软雅黑</vt:lpstr>
      <vt:lpstr>字魂58号-创中黑</vt:lpstr>
      <vt:lpstr>Arial</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dc:title>
  <dc:creator>第一PPT</dc:creator>
  <cp:keywords>www.1ppt.com</cp:keywords>
  <dc:description>www.1ppt.com</dc:description>
  <cp:lastModifiedBy>JP Liu</cp:lastModifiedBy>
  <cp:revision>166</cp:revision>
  <dcterms:created xsi:type="dcterms:W3CDTF">2019-06-19T02:08:00Z</dcterms:created>
  <dcterms:modified xsi:type="dcterms:W3CDTF">2025-04-28T04:07:26Z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B4AE9B0121AE45DF9EE267AE54A73820</vt:lpwstr>
  </property>
  <property fmtid="{D5CDD505-2E9C-101B-9397-08002B2CF9AE}" pid="3" name="KSOProductBuildVer">
    <vt:lpwstr>2052-11.1.0.10495</vt:lpwstr>
  </property>
  <property fmtid="{D5CDD505-2E9C-101B-9397-08002B2CF9AE}" pid="4" name="KSOSaveFontToCloudKey">
    <vt:lpwstr>0_btnclosed</vt:lpwstr>
  </property>
</Properties>
</file>