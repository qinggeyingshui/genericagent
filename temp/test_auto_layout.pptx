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150</c:v>
                </c:pt>
                <c:pt idx="2">
                  <c:v>120</c:v>
                </c:pt>
                <c:pt idx="3">
                  <c:v>180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成本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60</c:v>
                </c:pt>
                <c:pt idx="1">
                  <c:v>80</c:v>
                </c:pt>
                <c:pt idx="2">
                  <c:v>70</c:v>
                </c:pt>
                <c:pt idx="3">
                  <c:v>90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st_layout_i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3108960" cy="594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23360" y="457200"/>
            <a:ext cx="4663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图文布局示例（左图右文）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0" y="1463040"/>
            <a:ext cx="46634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200"/>
            </a:pPr>
            <a:r>
              <a:t>这是自动排版的正文内容。</a:t>
            </a:r>
          </a:p>
          <a:p>
            <a:r>
              <a:t>支持多行文字。</a:t>
            </a:r>
          </a:p>
          <a:p>
            <a:r>
              <a:t>自动调整字号和行距。</a:t>
            </a:r>
          </a:p>
          <a:p>
            <a:r>
              <a:t>遵循留白原则。</a:t>
            </a:r>
          </a:p>
          <a:p>
            <a:r>
              <a:t>提升阅读体验。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st_layout_i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2743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图文布局示例（上图下文）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0"/>
            <a:ext cx="822960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000"/>
            </a:pPr>
            <a:r>
              <a:t>图片在上，文字在下。</a:t>
            </a:r>
          </a:p>
          <a:p>
            <a:r>
              <a:t>自动居中对齐。</a:t>
            </a:r>
          </a:p>
          <a:p>
            <a:r>
              <a:t>适合展示大图。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68096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/>
            </a:pPr>
            <a:r>
              <a:t>纯文字布局示例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副标题：自动调整字号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39"/>
            <a:ext cx="76809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200"/>
            </a:pPr>
            <a:r>
              <a:t>这是纯文字页面。</a:t>
            </a:r>
          </a:p>
          <a:p>
            <a:r>
              <a:t>根据内容长度自动调整字号。</a:t>
            </a:r>
          </a:p>
          <a:p>
            <a:r>
              <a:t>短内容用大字号（24pt）。</a:t>
            </a:r>
          </a:p>
          <a:p>
            <a:r>
              <a:t>长内容用小字号（18-20pt）。</a:t>
            </a:r>
          </a:p>
          <a:p>
            <a:r>
              <a:t>行距自动调整为1.2-1.5倍。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图表布局示例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554480"/>
          <a:ext cx="80467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