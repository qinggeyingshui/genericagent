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tags/tag1.xml" ContentType="application/vnd.openxmlformats-officedocument.presentationml.tags+xml"/>
  <Override PartName="/ppt/slides/tags/tag2.xml" ContentType="application/vnd.openxmlformats-officedocument.presentationml.tags+xml"/>
  <Override PartName="/ppt/slides/tags/tag3.xml" ContentType="application/vnd.openxmlformats-officedocument.presentationml.tags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tags/tag4.xml" ContentType="application/vnd.openxmlformats-officedocument.presentationml.tags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tags/tag5.xml" ContentType="application/vnd.openxmlformats-officedocument.presentationml.tags+xml"/>
  <Override PartName="/ppt/slides/tags/tag6.xml" ContentType="application/vnd.openxmlformats-officedocument.presentationml.tags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tags/tag7.xml" ContentType="application/vnd.openxmlformats-officedocument.presentationml.tags+xml"/>
  <Override PartName="/ppt/slides/tags/tag8.xml" ContentType="application/vnd.openxmlformats-officedocument.presentationml.tags+xml"/>
  <Override PartName="/ppt/slides/tags/tag9.xml" ContentType="application/vnd.openxmlformats-officedocument.presentationml.tags+xml"/>
  <Override PartName="/ppt/slides/tags/tag10.xml" ContentType="application/vnd.openxmlformats-officedocument.presentationml.tags+xml"/>
  <Override PartName="/ppt/slides/tags/tag11.xml" ContentType="application/vnd.openxmlformats-officedocument.presentationml.tags+xml"/>
  <Override PartName="/ppt/slides/tags/tag12.xml" ContentType="application/vnd.openxmlformats-officedocument.presentationml.tags+xml"/>
  <Override PartName="/ppt/slides/tags/tag13.xml" ContentType="application/vnd.openxmlformats-officedocument.presentationml.tags+xml"/>
  <Override PartName="/ppt/slides/tags/tag14.xml" ContentType="application/vnd.openxmlformats-officedocument.presentationml.tags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media/image18.bin" ContentType="image/jpeg"/>
  <Override PartName="/ppt/media/image20.bin" ContentType="image/jpeg"/>
  <Override PartName="/ppt/media/image21.bin" ContentType="image/jpeg"/>
  <Override PartName="/ppt/media/image22.bin" ContentType="image/jpeg"/>
  <Override PartName="/ppt/slides/tags/tag15.xml" ContentType="application/vnd.openxmlformats-officedocument.presentationml.tags+xml"/>
  <Override PartName="/ppt/slides/tags/tag16.xml" ContentType="application/vnd.openxmlformats-officedocument.presentationml.tags+xml"/>
  <Override PartName="/ppt/slides/tags/tag17.xml" ContentType="application/vnd.openxmlformats-officedocument.presentationml.tags+xml"/>
  <Override PartName="/ppt/slides/tags/tag18.xml" ContentType="application/vnd.openxmlformats-officedocument.presentationml.tags+xml"/>
  <Override PartName="/ppt/slides/tags/tag19.xml" ContentType="application/vnd.openxmlformats-officedocument.presentationml.tags+xml"/>
  <Override PartName="/ppt/slides/tags/tag20.xml" ContentType="application/vnd.openxmlformats-officedocument.presentationml.tags+xml"/>
  <Override PartName="/ppt/slides/tags/tag21.xml" ContentType="application/vnd.openxmlformats-officedocument.presentationml.tags+xml"/>
  <Override PartName="/ppt/slides/tags/tag22.xml" ContentType="application/vnd.openxmlformats-officedocument.presentationml.tags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media/image24.bin" ContentType="image/jpeg"/>
  <Override PartName="/ppt/slides/tags/tag23.xml" ContentType="application/vnd.openxmlformats-officedocument.presentationml.tags+xml"/>
  <Override PartName="/ppt/slides/tags/tag24.xml" ContentType="application/vnd.openxmlformats-officedocument.presentationml.tags+xml"/>
  <Override PartName="/ppt/slides/tags/tag25.xml" ContentType="application/vnd.openxmlformats-officedocument.presentationml.tags+xml"/>
  <Override PartName="/ppt/slides/tags/tag26.xml" ContentType="application/vnd.openxmlformats-officedocument.presentationml.tags+xml"/>
  <Override PartName="/ppt/slides/tags/tag27.xml" ContentType="application/vnd.openxmlformats-officedocument.presentationml.tags+xml"/>
  <Override PartName="/ppt/slides/tags/tag28.xml" ContentType="application/vnd.openxmlformats-officedocument.presentationml.tags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tags/tag29.xml" ContentType="application/vnd.openxmlformats-officedocument.presentationml.tags+xml"/>
  <Override PartName="/ppt/slides/tags/tag30.xml" ContentType="application/vnd.openxmlformats-officedocument.presentationml.tags+xml"/>
  <Override PartName="/ppt/slides/tags/tag31.xml" ContentType="application/vnd.openxmlformats-officedocument.presentationml.tags+xml"/>
  <Override PartName="/ppt/slides/tags/tag32.xml" ContentType="application/vnd.openxmlformats-officedocument.presentationml.tags+xml"/>
  <Override PartName="/ppt/slides/tags/tag33.xml" ContentType="application/vnd.openxmlformats-officedocument.presentationml.tags+xml"/>
  <Override PartName="/ppt/slides/tags/tag34.xml" ContentType="application/vnd.openxmlformats-officedocument.presentationml.tags+xml"/>
  <Override PartName="/ppt/slides/tags/tag35.xml" ContentType="application/vnd.openxmlformats-officedocument.presentationml.tags+xml"/>
  <Override PartName="/ppt/slides/tags/tag36.xml" ContentType="application/vnd.openxmlformats-officedocument.presentationml.tags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tags/tag37.xml" ContentType="application/vnd.openxmlformats-officedocument.presentationml.tags+xml"/>
  <Override PartName="/ppt/slides/tags/tag38.xml" ContentType="application/vnd.openxmlformats-officedocument.presentationml.tags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tags/tag39.xml" ContentType="application/vnd.openxmlformats-officedocument.presentationml.tags+xml"/>
  <Override PartName="/ppt/slides/tags/tag40.xml" ContentType="application/vnd.openxmlformats-officedocument.presentationml.tags+xml"/>
  <Override PartName="/ppt/slides/tags/tag41.xml" ContentType="application/vnd.openxmlformats-officedocument.presentationml.tags+xml"/>
  <Override PartName="/ppt/slides/tags/tag42.xml" ContentType="application/vnd.openxmlformats-officedocument.presentationml.tags+xml"/>
  <Override PartName="/ppt/slides/tags/tag43.xml" ContentType="application/vnd.openxmlformats-officedocument.presentationml.tags+xml"/>
  <Override PartName="/ppt/slides/tags/tag44.xml" ContentType="application/vnd.openxmlformats-officedocument.presentationml.tags+xml"/>
  <Override PartName="/ppt/slides/tags/tag45.xml" ContentType="application/vnd.openxmlformats-officedocument.presentationml.tags+xml"/>
  <Override PartName="/ppt/slides/tags/tag46.xml" ContentType="application/vnd.openxmlformats-officedocument.presentationml.tags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media/image34.bin" ContentType="image/jpeg"/>
  <Override PartName="/ppt/media/image35.bin" ContentType="image/jpeg"/>
  <Override PartName="/ppt/media/image36.bin" ContentType="image/jpeg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tags/tag47.xml" ContentType="application/vnd.openxmlformats-officedocument.presentationml.tags+xml"/>
  <Override PartName="/ppt/slides/tags/tag48.xml" ContentType="application/vnd.openxmlformats-officedocument.presentationml.tags+xml"/>
  <Override PartName="/ppt/slides/tags/tag49.xml" ContentType="application/vnd.openxmlformats-officedocument.presentationml.tags+xml"/>
  <Override PartName="/ppt/slides/tags/tag50.xml" ContentType="application/vnd.openxmlformats-officedocument.presentationml.tags+xml"/>
  <Override PartName="/ppt/slides/tags/tag51.xml" ContentType="application/vnd.openxmlformats-officedocument.presentationml.tags+xml"/>
  <Override PartName="/ppt/slides/tags/tag52.xml" ContentType="application/vnd.openxmlformats-officedocument.presentationml.tags+xml"/>
  <Override PartName="/ppt/slides/tags/tag53.xml" ContentType="application/vnd.openxmlformats-officedocument.presentationml.tags+xml"/>
  <Override PartName="/ppt/slides/tags/tag54.xml" ContentType="application/vnd.openxmlformats-officedocument.presentationml.tags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media/image41.bin" ContentType="image/jpeg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tags/tag55.xml" ContentType="application/vnd.openxmlformats-officedocument.presentationml.tags+xml"/>
  <Override PartName="/ppt/slides/tags/tag56.xml" ContentType="application/vnd.openxmlformats-officedocument.presentationml.tags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slides/charts/embeddings/package.bin" ContentType="application/vnd.openxmlformats-officedocument.spreadsheetml.sheet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media/image47.bin" ContentType="image/jpeg"/>
  <Override PartName="/ppt/media/image48.bin" ContentType="image/jpeg"/>
  <Override PartName="/ppt/media/image49.bin" ContentType="image/jpeg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tags/tag57.xml" ContentType="application/vnd.openxmlformats-officedocument.presentationml.tags+xml"/>
  <Override PartName="/ppt/slides/tags/tag58.xml" ContentType="application/vnd.openxmlformats-officedocument.presentationml.tags+xml"/>
  <Override PartName="/ppt/slides/tags/tag59.xml" ContentType="application/vnd.openxmlformats-officedocument.presentationml.tags+xml"/>
  <Override PartName="/ppt/slides/tags/tag60.xml" ContentType="application/vnd.openxmlformats-officedocument.presentationml.tags+xml"/>
  <Override PartName="/ppt/slides/tags/tag61.xml" ContentType="application/vnd.openxmlformats-officedocument.presentationml.tags+xml"/>
  <Override PartName="/ppt/slides/tags/tag62.xml" ContentType="application/vnd.openxmlformats-officedocument.presentationml.tags+xml"/>
  <Override PartName="/ppt/slides/tags/tag63.xml" ContentType="application/vnd.openxmlformats-officedocument.presentationml.tags+xml"/>
  <Override PartName="/ppt/slides/tags/tag64.xml" ContentType="application/vnd.openxmlformats-officedocument.presentationml.tags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media/image52.bin" ContentType="image/jpeg"/>
  <Override PartName="/ppt/media/image53.bin" ContentType="image/jpeg"/>
  <Override PartName="/ppt/slides/tags/tag65.xml" ContentType="application/vnd.openxmlformats-officedocument.presentationml.tags+xml"/>
  <Override PartName="/ppt/slides/tags/tag66.xml" ContentType="application/vnd.openxmlformats-officedocument.presentationml.tags+xml"/>
  <Override PartName="/ppt/slides/tags/tag67.xml" ContentType="application/vnd.openxmlformats-officedocument.presentationml.tags+xml"/>
  <Override PartName="/ppt/slides/tags/tag68.xml" ContentType="application/vnd.openxmlformats-officedocument.presentationml.tags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tags/tag69.xml" ContentType="application/vnd.openxmlformats-officedocument.presentationml.tags+xml"/>
  <Override PartName="/ppt/slides/tags/tag70.xml" ContentType="application/vnd.openxmlformats-officedocument.presentationml.tags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tags/tag71.xml" ContentType="application/vnd.openxmlformats-officedocument.presentationml.tags+xml"/>
  <Override PartName="/ppt/slides/tags/tag72.xml" ContentType="application/vnd.openxmlformats-officedocument.presentationml.tags+xml"/>
  <Override PartName="/ppt/slides/tags/tag73.xml" ContentType="application/vnd.openxmlformats-officedocument.presentationml.tags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media/image62.bin" ContentType="image/jpeg"/>
  <Override PartName="/ppt/slides/tags/tag74.xml" ContentType="application/vnd.openxmlformats-officedocument.presentationml.tags+xml"/>
  <Override PartName="/ppt/slides/tags/tag75.xml" ContentType="application/vnd.openxmlformats-officedocument.presentationml.tags+xml"/>
  <Override PartName="/ppt/slides/tags/tag76.xml" ContentType="application/vnd.openxmlformats-officedocument.presentationml.tags+xml"/>
  <Override PartName="/ppt/slides/tags/tag77.xml" ContentType="application/vnd.openxmlformats-officedocument.presentationml.tags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media/image66.bin" ContentType="image/jpeg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tags/tag78.xml" ContentType="application/vnd.openxmlformats-officedocument.presentationml.tags+xml"/>
  <Override PartName="/ppt/slides/tags/tag79.xml" ContentType="application/vnd.openxmlformats-officedocument.presentationml.tags+xml"/>
  <Override PartName="/ppt/slides/tags/tag80.xml" ContentType="application/vnd.openxmlformats-officedocument.presentationml.tags+xml"/>
  <Override PartName="/ppt/slides/tags/tag81.xml" ContentType="application/vnd.openxmlformats-officedocument.presentationml.tags+xml"/>
  <Override PartName="/ppt/slides/tags/tag82.xml" ContentType="application/vnd.openxmlformats-officedocument.presentationml.tags+xml"/>
  <Override PartName="/ppt/slides/tags/tag83.xml" ContentType="application/vnd.openxmlformats-officedocument.presentationml.tags+xml"/>
  <Override PartName="/ppt/slides/tags/tag84.xml" ContentType="application/vnd.openxmlformats-officedocument.presentationml.tags+xml"/>
  <Override PartName="/ppt/slides/tags/tag85.xml" ContentType="application/vnd.openxmlformats-officedocument.presentationml.tags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tags/tag86.xml" ContentType="application/vnd.openxmlformats-officedocument.presentationml.tags+xml"/>
  <Override PartName="/ppt/slides/tags/tag87.xml" ContentType="application/vnd.openxmlformats-officedocument.presentationml.tags+xml"/>
  <Override PartName="/ppt/slides/tags/tag88.xml" ContentType="application/vnd.openxmlformats-officedocument.presentationml.tags+xml"/>
  <Override PartName="/ppt/slides/tags/tag89.xml" ContentType="application/vnd.openxmlformats-officedocument.presentationml.tags+xml"/>
  <Override PartName="/ppt/slides/tags/tag90.xml" ContentType="application/vnd.openxmlformats-officedocument.presentationml.tags+xml"/>
  <Override PartName="/ppt/slides/tags/tag91.xml" ContentType="application/vnd.openxmlformats-officedocument.presentationml.tags+xml"/>
  <Override PartName="/ppt/slides/tags/tag92.xml" ContentType="application/vnd.openxmlformats-officedocument.presentationml.tags+xml"/>
  <Override PartName="/ppt/slides/tags/tag93.xml" ContentType="application/vnd.openxmlformats-officedocument.presentationml.tags+xml"/>
  <Override PartName="/ppt/slides/tags/tag94.xml" ContentType="application/vnd.openxmlformats-officedocument.presentationml.tags+xml"/>
  <Override PartName="/ppt/slides/tags/tag95.xml" ContentType="application/vnd.openxmlformats-officedocument.presentationml.tags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tags/tag96.xml" ContentType="application/vnd.openxmlformats-officedocument.presentationml.tags+xml"/>
  <Override PartName="/ppt/slides/tags/tag97.xml" ContentType="application/vnd.openxmlformats-officedocument.presentationml.tags+xml"/>
  <Override PartName="/ppt/slides/tags/tag98.xml" ContentType="application/vnd.openxmlformats-officedocument.presentationml.tags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media/image73.bin" ContentType="image/jpeg"/>
  <Override PartName="/ppt/customXML/item.xml" ContentType="application/inkml+xml"/>
  <Override PartName="/ppt/customXML/item2.xml" ContentType="application/inkml+xml"/>
  <Override PartName="/ppt/slides/slide26.xml" ContentType="application/vnd.openxmlformats-officedocument.presentationml.slide+xml"/>
  <Override PartName="/ppt/media/image76.bin" ContentType="image/jpeg"/>
  <Override PartName="/ppt/media/image77.bin" ContentType="image/jpeg"/>
  <Override PartName="/ppt/media/image80.bin" ContentType="image/jpeg"/>
  <Override PartName="/ppt/customXML/item3.xml" ContentType="application/inkml+xml"/>
  <Override PartName="/ppt/customXML/item4.xml" ContentType="application/inkml+xml"/>
  <Override PartName="/ppt/customXML/item5.xml" ContentType="application/inkml+xml"/>
  <Override PartName="/ppt/slides/slide27.xml" ContentType="application/vnd.openxmlformats-officedocument.presentationml.slide+xml"/>
  <Override PartName="/ppt/customXML/item6.xml" ContentType="application/inkml+xml"/>
  <Override PartName="/ppt/customXML/item7.xml" ContentType="application/inkml+xml"/>
  <Override PartName="/ppt/customXML/item8.xml" ContentType="application/inkml+xml"/>
  <Override PartName="/ppt/slides/slide2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98424d067874073" /><Relationship Type="http://schemas.openxmlformats.org/package/2006/relationships/metadata/core-properties" Target="/docProps/core.xml" Id="Rbdfc1ca09b6b42cf" /><Relationship Type="http://schemas.openxmlformats.org/officeDocument/2006/relationships/extended-properties" Target="/docProps/app.xml" Id="R5e97271407cf4889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8b82280fa984413c"/>
  </p:sldMasterIdLst>
  <p:notesMasterIdLst>
    <p:notesMasterId r:id="R782019b05f084d2d"/>
  </p:notesMasterIdLst>
  <p:sldIdLst>
    <p:sldId id="256" r:id="R5473d36db3c0486e"/>
    <p:sldId id="257" r:id="Rc36595b5cf8145c3"/>
    <p:sldId id="258" r:id="Rbf8e0f95f8d44b9c"/>
    <p:sldId id="259" r:id="R1d79bf17873f4287"/>
    <p:sldId id="260" r:id="R183624c3b81c458d"/>
    <p:sldId id="261" r:id="R36427d1a257c424a"/>
    <p:sldId id="262" r:id="R0154a314f9144af9"/>
    <p:sldId id="263" r:id="Reca467411c1e4791"/>
    <p:sldId id="264" r:id="R3dc24a27ea8f47de"/>
    <p:sldId id="265" r:id="Re4b727e99e484f13"/>
    <p:sldId id="266" r:id="R93f970606aab42aa"/>
    <p:sldId id="267" r:id="R904f5610901440ce"/>
    <p:sldId id="268" r:id="Rfc6ed0fba7bf409f"/>
    <p:sldId id="269" r:id="R5270858a1b7d482d"/>
    <p:sldId id="270" r:id="R8a129ab517b04fd4"/>
    <p:sldId id="271" r:id="R0925ec240a5441ea"/>
    <p:sldId id="272" r:id="R28ece528438c409a"/>
    <p:sldId id="273" r:id="Re246df52dca14237"/>
    <p:sldId id="274" r:id="R83de4e1c79e1470a"/>
    <p:sldId id="275" r:id="R41399a26ceaf4656"/>
    <p:sldId id="276" r:id="R94c56a499d4a42d4"/>
    <p:sldId id="277" r:id="R61ee76adf8ec4e88"/>
    <p:sldId id="278" r:id="R6a30839bd0b14a08"/>
    <p:sldId id="279" r:id="R3e705277ecdf4cb6"/>
    <p:sldId id="280" r:id="Rb30013b7eb4c4f68"/>
    <p:sldId id="281" r:id="R809822f3e5e2498d"/>
    <p:sldId id="282" r:id="R67706cd843794956"/>
    <p:sldId id="283" r:id="Raed8c64cdbd540f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24">
          <p15:clr>
            <a:srgbClr val="A4A3A4"/>
          </p15:clr>
        </p15:guide>
        <p15:guide id="2" pos="38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41EA"/>
    <a:srgbClr val="F33D28"/>
    <a:srgbClr val="912897"/>
    <a:srgbClr val="6B34B6"/>
    <a:srgbClr val="333FE1"/>
    <a:srgbClr val="E44887"/>
    <a:srgbClr val="1D2F7B"/>
    <a:srgbClr val="EF3C2C"/>
    <a:srgbClr val="8A279F"/>
    <a:srgbClr val="BB24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019" autoAdjust="0"/>
    <p:restoredTop sz="94220" autoAdjust="0"/>
  </p:normalViewPr>
  <p:slideViewPr>
    <p:cSldViewPr snapToGrid="0">
      <p:cViewPr varScale="1">
        <p:scale>
          <a:sx n="76" d="100"/>
          <a:sy n="76" d="100"/>
        </p:scale>
        <p:origin x="75" y="501"/>
      </p:cViewPr>
      <p:guideLst>
        <p:guide orient="horz" pos="2024"/>
        <p:guide pos="389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82019b05f084d2d" /><Relationship Type="http://schemas.openxmlformats.org/officeDocument/2006/relationships/presProps" Target="/ppt/presProps.xml" Id="R549ecec4d9af459e" /><Relationship Type="http://schemas.openxmlformats.org/officeDocument/2006/relationships/viewProps" Target="/ppt/viewProps.xml" Id="Reb78777d8c594ff0" /><Relationship Type="http://schemas.openxmlformats.org/officeDocument/2006/relationships/slideMaster" Target="/ppt/slideMasters/slideMaster1.xml" Id="R8b82280fa984413c" /><Relationship Type="http://schemas.openxmlformats.org/officeDocument/2006/relationships/theme" Target="/ppt/slideMasters/theme/theme2.xml" Id="R24ff226e8de54a78" /><Relationship Type="http://schemas.openxmlformats.org/officeDocument/2006/relationships/slide" Target="/ppt/slides/slide1.xml" Id="R5473d36db3c0486e" /><Relationship Type="http://schemas.openxmlformats.org/officeDocument/2006/relationships/slide" Target="/ppt/slides/slide2.xml" Id="Rc36595b5cf8145c3" /><Relationship Type="http://schemas.openxmlformats.org/officeDocument/2006/relationships/slide" Target="/ppt/slides/slide3.xml" Id="Rbf8e0f95f8d44b9c" /><Relationship Type="http://schemas.openxmlformats.org/officeDocument/2006/relationships/slide" Target="/ppt/slides/slide4.xml" Id="R1d79bf17873f4287" /><Relationship Type="http://schemas.openxmlformats.org/officeDocument/2006/relationships/slide" Target="/ppt/slides/slide5.xml" Id="R183624c3b81c458d" /><Relationship Type="http://schemas.openxmlformats.org/officeDocument/2006/relationships/slide" Target="/ppt/slides/slide6.xml" Id="R36427d1a257c424a" /><Relationship Type="http://schemas.openxmlformats.org/officeDocument/2006/relationships/slide" Target="/ppt/slides/slide7.xml" Id="R0154a314f9144af9" /><Relationship Type="http://schemas.openxmlformats.org/officeDocument/2006/relationships/slide" Target="/ppt/slides/slide8.xml" Id="Reca467411c1e4791" /><Relationship Type="http://schemas.openxmlformats.org/officeDocument/2006/relationships/slide" Target="/ppt/slides/slide9.xml" Id="R3dc24a27ea8f47de" /><Relationship Type="http://schemas.openxmlformats.org/officeDocument/2006/relationships/slide" Target="/ppt/slides/slide10.xml" Id="Re4b727e99e484f13" /><Relationship Type="http://schemas.openxmlformats.org/officeDocument/2006/relationships/slide" Target="/ppt/slides/slide11.xml" Id="R93f970606aab42aa" /><Relationship Type="http://schemas.openxmlformats.org/officeDocument/2006/relationships/slide" Target="/ppt/slides/slide12.xml" Id="R904f5610901440ce" /><Relationship Type="http://schemas.openxmlformats.org/officeDocument/2006/relationships/slide" Target="/ppt/slides/slide13.xml" Id="Rfc6ed0fba7bf409f" /><Relationship Type="http://schemas.openxmlformats.org/officeDocument/2006/relationships/slide" Target="/ppt/slides/slide14.xml" Id="R5270858a1b7d482d" /><Relationship Type="http://schemas.openxmlformats.org/officeDocument/2006/relationships/slide" Target="/ppt/slides/slide15.xml" Id="R8a129ab517b04fd4" /><Relationship Type="http://schemas.openxmlformats.org/officeDocument/2006/relationships/slide" Target="/ppt/slides/slide16.xml" Id="R0925ec240a5441ea" /><Relationship Type="http://schemas.openxmlformats.org/officeDocument/2006/relationships/slide" Target="/ppt/slides/slide17.xml" Id="R28ece528438c409a" /><Relationship Type="http://schemas.openxmlformats.org/officeDocument/2006/relationships/slide" Target="/ppt/slides/slide18.xml" Id="Re246df52dca14237" /><Relationship Type="http://schemas.openxmlformats.org/officeDocument/2006/relationships/slide" Target="/ppt/slides/slide19.xml" Id="R83de4e1c79e1470a" /><Relationship Type="http://schemas.openxmlformats.org/officeDocument/2006/relationships/slide" Target="/ppt/slides/slide20.xml" Id="R41399a26ceaf4656" /><Relationship Type="http://schemas.openxmlformats.org/officeDocument/2006/relationships/slide" Target="/ppt/slides/slide21.xml" Id="R94c56a499d4a42d4" /><Relationship Type="http://schemas.openxmlformats.org/officeDocument/2006/relationships/slide" Target="/ppt/slides/slide22.xml" Id="R61ee76adf8ec4e88" /><Relationship Type="http://schemas.openxmlformats.org/officeDocument/2006/relationships/slide" Target="/ppt/slides/slide23.xml" Id="R6a30839bd0b14a08" /><Relationship Type="http://schemas.openxmlformats.org/officeDocument/2006/relationships/slide" Target="/ppt/slides/slide24.xml" Id="R3e705277ecdf4cb6" /><Relationship Type="http://schemas.openxmlformats.org/officeDocument/2006/relationships/slide" Target="/ppt/slides/slide25.xml" Id="Rb30013b7eb4c4f68" /><Relationship Type="http://schemas.openxmlformats.org/officeDocument/2006/relationships/slide" Target="/ppt/slides/slide26.xml" Id="R809822f3e5e2498d" /><Relationship Type="http://schemas.openxmlformats.org/officeDocument/2006/relationships/slide" Target="/ppt/slides/slide27.xml" Id="R67706cd843794956" /><Relationship Type="http://schemas.openxmlformats.org/officeDocument/2006/relationships/slide" Target="/ppt/slides/slide28.xml" Id="Raed8c64cdbd540f8" /></Relationships>
</file>

<file path=ppt/customXML/item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3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1 1 24575,'5255'0'-1365</inkml:trace>
</inkml:ink>
</file>

<file path=ppt/customXML/item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3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0 24575,'0'0'-8191</inkml:trace>
</inkml:ink>
</file>

<file path=ppt/customXML/item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21cfded886f44caf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?[WonrLS颯豾?" panose="02020300000000000000" pitchFamily="18" charset="-122"/>
                <a:ea typeface="?[WonrLS颯豾?" panose="02020300000000000000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?[WonrLS颯豾?" panose="02020300000000000000" pitchFamily="18" charset="-122"/>
                <a:ea typeface="?[WonrLS颯豾?" panose="02020300000000000000" pitchFamily="18" charset="-122"/>
              </a:defRPr>
            </a:lvl1pPr>
          </a:lstStyle>
          <a:p>
            <a:fld id="{5D13BBE5-0BEA-4494-9BEF-C8C2F48C9E2D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?[WonrLS颯豾?" panose="02020300000000000000" pitchFamily="18" charset="-122"/>
                <a:ea typeface="?[WonrLS颯豾?" panose="02020300000000000000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?[WonrLS颯豾?" panose="02020300000000000000" pitchFamily="18" charset="-122"/>
                <a:ea typeface="?[WonrLS颯豾?" panose="02020300000000000000" pitchFamily="18" charset="-122"/>
              </a:defRPr>
            </a:lvl1pPr>
          </a:lstStyle>
          <a:p>
            <a:fld id="{F1CB8912-F0BA-4AD8-8415-DA1F26BCB09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547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?[WonrLS颯豾?" panose="02020300000000000000" pitchFamily="18" charset="-122"/>
        <a:ea typeface="?[WonrLS颯豾?" panose="02020300000000000000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?[WonrLS颯豾?" panose="02020300000000000000" pitchFamily="18" charset="-122"/>
        <a:ea typeface="?[WonrLS颯豾?" panose="02020300000000000000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?[WonrLS颯豾?" panose="02020300000000000000" pitchFamily="18" charset="-122"/>
        <a:ea typeface="?[WonrLS颯豾?" panose="02020300000000000000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?[WonrLS颯豾?" panose="02020300000000000000" pitchFamily="18" charset="-122"/>
        <a:ea typeface="?[WonrLS颯豾?" panose="02020300000000000000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?[WonrLS颯豾?" panose="02020300000000000000" pitchFamily="18" charset="-122"/>
        <a:ea typeface="?[WonrLS颯豾?" panose="02020300000000000000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8ca636cb4a4a9b" /><Relationship Type="http://schemas.openxmlformats.org/officeDocument/2006/relationships/notesMaster" Target="/ppt/notesMasters/notesMaster1.xml" Id="Rfe042a89af3e48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72730035874690" /><Relationship Type="http://schemas.openxmlformats.org/officeDocument/2006/relationships/notesMaster" Target="/ppt/notesMasters/notesMaster1.xml" Id="R90b3b81152044d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64e6d6b0224faa" /><Relationship Type="http://schemas.openxmlformats.org/officeDocument/2006/relationships/notesMaster" Target="/ppt/notesMasters/notesMaster1.xml" Id="R0a597ada15e04e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0c714d224744f8" /><Relationship Type="http://schemas.openxmlformats.org/officeDocument/2006/relationships/notesMaster" Target="/ppt/notesMasters/notesMaster1.xml" Id="R55b6ed7f62e441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6a884faa49424e" /><Relationship Type="http://schemas.openxmlformats.org/officeDocument/2006/relationships/notesMaster" Target="/ppt/notesMasters/notesMaster1.xml" Id="R242d29d0e2dc40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196a81180e4be2" /><Relationship Type="http://schemas.openxmlformats.org/officeDocument/2006/relationships/notesMaster" Target="/ppt/notesMasters/notesMaster1.xml" Id="R71ed2331d3434f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dfcc9c5496475b" /><Relationship Type="http://schemas.openxmlformats.org/officeDocument/2006/relationships/notesMaster" Target="/ppt/notesMasters/notesMaster1.xml" Id="R205ca5d23cb143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9823eebbc64944" /><Relationship Type="http://schemas.openxmlformats.org/officeDocument/2006/relationships/notesMaster" Target="/ppt/notesMasters/notesMaster1.xml" Id="Rb81ce996824549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6d522e838b437c" /><Relationship Type="http://schemas.openxmlformats.org/officeDocument/2006/relationships/notesMaster" Target="/ppt/notesMasters/notesMaster1.xml" Id="R085eb6b838eb4e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25578b64664b4a" /><Relationship Type="http://schemas.openxmlformats.org/officeDocument/2006/relationships/notesMaster" Target="/ppt/notesMasters/notesMaster1.xml" Id="R36cc8092acff4d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0c780735b04d12" /><Relationship Type="http://schemas.openxmlformats.org/officeDocument/2006/relationships/notesMaster" Target="/ppt/notesMasters/notesMaster1.xml" Id="Re72d95b1308249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dc4ad40f594fba" /><Relationship Type="http://schemas.openxmlformats.org/officeDocument/2006/relationships/notesMaster" Target="/ppt/notesMasters/notesMaster1.xml" Id="Rdedfe35c27f042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997a783297e4415" /><Relationship Type="http://schemas.openxmlformats.org/officeDocument/2006/relationships/notesMaster" Target="/ppt/notesMasters/notesMaster1.xml" Id="R6a29d34e2c8e48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ee74f666a84f5c" /><Relationship Type="http://schemas.openxmlformats.org/officeDocument/2006/relationships/notesMaster" Target="/ppt/notesMasters/notesMaster1.xml" Id="Rde6d6d10fa154cc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ba034789fa46c4" /><Relationship Type="http://schemas.openxmlformats.org/officeDocument/2006/relationships/notesMaster" Target="/ppt/notesMasters/notesMaster1.xml" Id="R8f137d8c021b4ae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45a97e2f69e4f2f" /><Relationship Type="http://schemas.openxmlformats.org/officeDocument/2006/relationships/notesMaster" Target="/ppt/notesMasters/notesMaster1.xml" Id="R760b60c40a614c3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8535f9e770e4187" /><Relationship Type="http://schemas.openxmlformats.org/officeDocument/2006/relationships/notesMaster" Target="/ppt/notesMasters/notesMaster1.xml" Id="R766786369f3b41c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078ce83a5374595" /><Relationship Type="http://schemas.openxmlformats.org/officeDocument/2006/relationships/notesMaster" Target="/ppt/notesMasters/notesMaster1.xml" Id="R0b78e7dffbab4aa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b5b5de043ac47a9" /><Relationship Type="http://schemas.openxmlformats.org/officeDocument/2006/relationships/notesMaster" Target="/ppt/notesMasters/notesMaster1.xml" Id="Rdc52432e8b88495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ccf82bcc6d944c7" /><Relationship Type="http://schemas.openxmlformats.org/officeDocument/2006/relationships/notesMaster" Target="/ppt/notesMasters/notesMaster1.xml" Id="R2893776fde7e455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1a8ec1fa5dc4a3a" /><Relationship Type="http://schemas.openxmlformats.org/officeDocument/2006/relationships/notesMaster" Target="/ppt/notesMasters/notesMaster1.xml" Id="Rbde3f238869947b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f1fa871979f4ef8" /><Relationship Type="http://schemas.openxmlformats.org/officeDocument/2006/relationships/notesMaster" Target="/ppt/notesMasters/notesMaster1.xml" Id="R17909eb75daa48a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6f75037989848a3" /><Relationship Type="http://schemas.openxmlformats.org/officeDocument/2006/relationships/notesMaster" Target="/ppt/notesMasters/notesMaster1.xml" Id="R14ed87c4f20f46a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b07396701264df5" /><Relationship Type="http://schemas.openxmlformats.org/officeDocument/2006/relationships/notesMaster" Target="/ppt/notesMasters/notesMaster1.xml" Id="R32026eb82db44d05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557B6-1E52-9213-5579-9965AB8F9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D31B87-C1B3-12D1-06C0-43BC3FA18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3F6B473-EDA0-EDC7-E73E-E20FC755C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7ED2A3-6A98-CAD1-C35F-8F6CB7E2C8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2499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82CC1-9537-8176-D312-E02A6631E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A971F2-752E-E4CA-4EDC-D73517D8A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4A6ABD-AFEB-AD82-C743-56E6ADD00E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02DA56-2898-F99F-1B37-C8FDB19162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969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A3522-B514-F388-4291-31101B2D4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6D411D2-FE92-A779-4DB1-29C9F0E7DD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AEFA54-13EF-3C2F-5488-9BCAF88CF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模板来自于：XX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7779A8-65D0-386E-939C-3DA50EBF45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71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2B012-D697-6951-72F2-04DDA7E89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956A2F1-712D-7B25-4562-9B4E1FC1A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8AD3BA0-8D9A-E16A-0847-62F807BCA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96D06A-EAC0-6608-A3FB-E46FD8E2D5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1113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698FB-BB70-08F6-ADD6-3AF6920DB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B945BA-188A-DD99-729C-AC985C893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92C43AB-811A-56F4-A445-1819DD719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EAD33D-71E0-63AC-8A3A-0EA236BA38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378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3AE79-0066-E52E-2641-D68011F4F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B58525-8B8E-3564-1EC2-2BC036D8B7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35A4751-3A73-D79B-61C3-B85B463B4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96F570-7FCC-3098-8105-2D60ED4858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1874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446F2-3A88-1B97-1660-216C1CBA4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B1FE81-8EA2-0076-5026-CB9535AE5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D783BC-F0E4-112C-7A12-7ECE783ED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96F57D-DC3F-D544-70A2-28C999097D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553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C586A-04EC-7DCC-8A39-EEB4D6D60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59C8EA-21B1-68F9-5586-AF17593689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E56F5A-856D-1CB0-08C5-A292D9C01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66EDFF-C1A1-94F3-0479-3F177159CD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9650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E29A0-2306-495E-EFCF-B1E3363FC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7BA052-3ADB-C441-112C-B91330B3E5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25B58B-0C2A-A2C0-A701-0A6999149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BBF515-F4FA-6395-FFD7-D0B2200FB7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7533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545D9-F0C3-1A96-8733-590C79994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5E20A6-5583-116B-2B25-151599B28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879DB6-C554-951D-4824-B1A9D7C13F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2F071E-5CCB-B335-A0DD-316F7A8F43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6950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B1636-5854-2DC5-6962-7F6D239BC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9E05C5C-5304-2BC6-02BB-2F6853AB87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C010B71-12AE-C778-34E6-BA9F656BE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E1BAB3-3121-73B3-7B63-FDB3B967E3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6150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D781C-F937-1980-6495-A74511DE4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BA91DE-1245-FEBE-C215-8E4350898E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8D5827E-DA35-3724-55E5-A9E8E0B4B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796A47-1B43-E58E-BAFD-23CE4391F8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42666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C8422-098A-C72A-1875-48E7D76C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9E0BA0-6540-0FBA-FB03-6F18715D11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5423AE-62F1-3A55-EB68-B00774E65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4CF6DB-58D2-B093-754C-0748F50AC5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5068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90986-20D0-4347-FF9C-CAADE3DAA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46DDD63-C38A-57DD-71D8-6FD4023ADF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DE24CC-17C7-17C3-916C-A861172506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363EBD-1A19-E6A7-D54A-EB63472A9A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1275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0B2A6-4258-7262-1204-B24A1E03A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ADFCF7-1B9D-BEED-B43C-362C43B74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75FAA9-3AF5-8DB6-2F22-72F7FB6FE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41C0CC-54FF-5EDC-DEFF-683EE8EEFF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301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E4712-93D4-DB8E-7035-9B5524464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68F3BA-2F38-C49A-1568-282965F17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6461BF-7FA0-7056-5A18-06B86628F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D7BA6D-2E31-012F-F6D4-E280915519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45861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DDD45-48EC-8A1F-DFD2-FF701A012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779918-CBF7-486A-6FBA-D69895B9F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3D98EB-D0BF-A998-46CC-42508C3800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B9E86D-11B5-D660-4757-42642C9502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4800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97F4F-693D-DCAC-1F5C-14BAA32BF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1BD05C-9ECB-084F-EC65-0BA2C3AA38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626880-BC32-FFA7-BC65-46F4A9440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DADD01-872E-327A-DEE5-E822D0F5BD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7606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D6233-1AB3-01C9-3E85-F9226ABBB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F70EEA-2D34-61E0-9A81-60CC7ABC1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20298E1-0291-E775-F76E-189B65C5A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49B949-7284-BFE0-E3CF-959AC4C7AA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1014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77D5-23FF-AE32-A317-DAF9AB945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2E5F74-FFDE-4EF8-1169-D47C3406DD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CB054A6-DE46-10E2-642E-A75DAED67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61F507-DC18-7DD2-8085-237F2B34E7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2991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E15F1-A3F5-C92D-1A71-2249C14A0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D5A06D-FAF9-EC65-2D22-68CE33553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1E86CA-0117-F8CB-9AE6-23EEC7AAB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8DD3F3-EA03-5E8E-CB06-5C8696FAB7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20639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52EC0-C104-F06B-857B-C8354B4B0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839CF2-ED81-D992-69A3-D9CD862CB1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5815E2-ADF8-A941-D62D-EF72ECAAB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2D5F52-0FD5-E7B3-3018-19455470A5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4381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4B975-8DFD-F474-12FE-346D2F710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2E69AC9-51D8-1351-EE3B-21D212363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22B36C-0664-1CC1-64D6-F39504B348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FBE30A-5CFE-04F0-12E7-01035737FA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3125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13899-FDCD-5B85-90F7-1CA5CBA72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5976FD-1690-DB8A-392A-AE0794A71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EE2CFCE-4EF4-8817-9444-62757C2FE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65C6F1-8FE6-D8F4-B658-B4463766E5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003621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hyperlink" Target="http://www.1ppt.com/hangye/" TargetMode="External" Id="R2ddbfcb69a294bd686cd278cbe3cbfca" /><Relationship Type="http://schemas.openxmlformats.org/officeDocument/2006/relationships/image" Target="/ppt/media/image.bin" Id="Rd0836fb220fc4f3b" /><Relationship Type="http://schemas.openxmlformats.org/officeDocument/2006/relationships/slideMaster" Target="/ppt/slideMasters/slideMaster1.xml" Id="R513eeed815d24b3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image" Target="/ppt/media/image2.bin" Id="R5e1b42bfbb724c85" /><Relationship Type="http://schemas.openxmlformats.org/officeDocument/2006/relationships/slideMaster" Target="/ppt/slideMasters/slideMaster1.xml" Id="R3b91252167a444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image" Target="/ppt/media/image.bin" Id="R992dbc39320f41ef" /><Relationship Type="http://schemas.openxmlformats.org/officeDocument/2006/relationships/slideMaster" Target="/ppt/slideMasters/slideMaster1.xml" Id="R6dceb67ecb6a4b2e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off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A2BDF57-11F9-3F0A-DF53-8B9ADBC41D47}"/>
              </a:ext>
            </a:extLst>
          </p:cNvPr>
          <p:cNvPicPr>
            <a:picLocks noChangeAspect="1"/>
          </p:cNvPicPr>
          <p:nvPr userDrawn="1"/>
        </p:nvPicPr>
        <p:blipFill>
          <a:blip r:embed="Rd0836fb220fc4f3b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226" y="0"/>
            <a:ext cx="12147551" cy="6858000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11651940" y="0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latin typeface="微软雅黑" panose="020B0503020204020204" pitchFamily="34" charset="-122"/>
                <a:ea typeface="微软雅黑" panose="020B0503020204020204" pitchFamily="34" charset="-122"/>
                <a:hlinkClick r:id="R2ddbfcb69a294bd686cd278cbe3cbfca"/>
              </a:rPr>
              <a:t>行业</a:t>
            </a:r>
            <a:r>
              <a:rPr lang="en-US" altLang="zh-CN" sz="100">
                <a:latin typeface="微软雅黑" panose="020B0503020204020204" pitchFamily="34" charset="-122"/>
                <a:ea typeface="微软雅黑" panose="020B0503020204020204" pitchFamily="34" charset="-122"/>
                <a:hlinkClick r:id="R2ddbfcb69a294bd686cd278cbe3cbfca"/>
              </a:rPr>
              <a:t>PPT</a:t>
            </a:r>
            <a:r>
              <a:rPr lang="zh-CN" altLang="en-US" sz="100">
                <a:latin typeface="微软雅黑" panose="020B0503020204020204" pitchFamily="34" charset="-122"/>
                <a:ea typeface="微软雅黑" panose="020B0503020204020204" pitchFamily="34" charset="-122"/>
                <a:hlinkClick r:id="R2ddbfcb69a294bd686cd278cbe3cbfca"/>
              </a:rPr>
              <a:t>模板</a:t>
            </a:r>
            <a:r>
              <a:rPr lang="en-US" altLang="zh-CN" sz="10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  <p:extLst>
      <p:ext uri="{BB962C8B-B14F-4D97-AF65-F5344CB8AC3E}">
        <p14:creationId xmlns:p14="http://schemas.microsoft.com/office/powerpoint/2010/main" val="2665030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3000">
        <p14:flythrough/>
      </p:transition>
    </mc:Choice>
    <mc:Fallback xmlns:p15="http://schemas.microsoft.com/office/powerpoint/2012/main"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3D879E8-1168-41F9-4894-169011A16299}"/>
              </a:ext>
            </a:extLst>
          </p:cNvPr>
          <p:cNvPicPr>
            <a:picLocks noChangeAspect="1"/>
          </p:cNvPicPr>
          <p:nvPr userDrawn="1"/>
        </p:nvPicPr>
        <p:blipFill>
          <a:blip r:embed="R5e1b42bfbb724c8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2C41A724-C8F9-2AC3-EB0A-E54EE94EBE71}"/>
              </a:ext>
            </a:extLst>
          </p:cNvPr>
          <p:cNvSpPr/>
          <p:nvPr userDrawn="1"/>
        </p:nvSpPr>
        <p:spPr>
          <a:xfrm>
            <a:off x="247427" y="623945"/>
            <a:ext cx="11697148" cy="6013526"/>
          </a:xfrm>
          <a:prstGeom prst="roundRect">
            <a:avLst>
              <a:gd name="adj" fmla="val 285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180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3000">
        <p14:flythrough/>
      </p:transition>
    </mc:Choice>
    <mc:Fallback xmlns:p15="http://schemas.microsoft.com/office/powerpoint/2012/main" xmlns="">
      <p:transition spd="slow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ff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A2BDF57-11F9-3F0A-DF53-8B9ADBC41D47}"/>
              </a:ext>
            </a:extLst>
          </p:cNvPr>
          <p:cNvPicPr>
            <a:picLocks noChangeAspect="1"/>
          </p:cNvPicPr>
          <p:nvPr userDrawn="1"/>
        </p:nvPicPr>
        <p:blipFill>
          <a:blip r:embed="R992dbc39320f41ef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226" y="0"/>
            <a:ext cx="12147551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3000">
        <p14:flythrough/>
      </p:transition>
    </mc:Choice>
    <mc:Fallback xmlns:p15="http://schemas.microsoft.com/office/powerpoint/2012/main"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48194e64b7471c" /><Relationship Type="http://schemas.openxmlformats.org/officeDocument/2006/relationships/slideLayout" Target="/ppt/slideLayouts/slideLayout1.xml" Id="Ra3dfa31c9eb6434a" /><Relationship Type="http://schemas.openxmlformats.org/officeDocument/2006/relationships/slideLayout" Target="/ppt/slideLayouts/slideLayout2.xml" Id="R44afc69d39374808" /><Relationship Type="http://schemas.openxmlformats.org/officeDocument/2006/relationships/slideLayout" Target="/ppt/slideLayouts/slideLayout3.xml" Id="R047afa2896bc4cda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047afa2896bc4cda"/>
    <p:sldLayoutId id="2147483650" r:id="R44afc69d39374808"/>
    <p:sldLayoutId id="2147483649" r:id="Ra3dfa31c9eb6434a"/>
  </p:sldLayoutIdLst>
  <mc:AlternateContent xmlns:mc="http://schemas.openxmlformats.org/markup-compatibility/2006" xmlns:p14="http://schemas.microsoft.com/office/powerpoint/2010/main">
    <mc:Choice Requires="p14">
      <p:transition spd="slow" p14:dur="800" advTm="3000">
        <p14:flythrough/>
      </p:transition>
    </mc:Choice>
    <mc:Fallback xmlns:p15="http://schemas.microsoft.com/office/powerpoint/2012/main" xmlns="">
      <p:transition spd="slow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a="http://schemas.openxmlformats.org/drawingml/2006/main" name="第一PPT，www.1ppt.com">
  <a:themeElements>
    <a:clrScheme name="自定义 316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262626"/>
      </a:accent1>
      <a:accent2>
        <a:srgbClr val="0064D2"/>
      </a:accent2>
      <a:accent3>
        <a:srgbClr val="262626"/>
      </a:accent3>
      <a:accent4>
        <a:srgbClr val="0064D2"/>
      </a:accent4>
      <a:accent5>
        <a:srgbClr val="262626"/>
      </a:accent5>
      <a:accent6>
        <a:srgbClr val="0064D2"/>
      </a:accent6>
      <a:hlink>
        <a:srgbClr val="262626"/>
      </a:hlink>
      <a:folHlink>
        <a:srgbClr val="BFBFBF"/>
      </a:folHlink>
    </a:clrScheme>
    <a:fontScheme name="dbexcegb">
      <a:majorFont>
        <a:latin typeface="阿里巴巴普惠体"/>
        <a:ea typeface="阿里巴巴普惠体"/>
        <a:cs typeface="Arial"/>
      </a:majorFont>
      <a:minorFont>
        <a:latin typeface="阿里巴巴普惠体"/>
        <a:ea typeface="阿里巴巴普惠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3.bin" Id="R28d009db6cb74f96" /><Relationship Type="http://schemas.openxmlformats.org/officeDocument/2006/relationships/image" Target="/ppt/media/image4.bin" Id="R8b3ecc52c2ef411a" /><Relationship Type="http://schemas.openxmlformats.org/officeDocument/2006/relationships/image" Target="/ppt/media/image5.bin" Id="R12d9c2c2a09d456f" /><Relationship Type="http://schemas.openxmlformats.org/officeDocument/2006/relationships/image" Target="/ppt/media/image6.bin" Id="Rd702c616491c4d18" /><Relationship Type="http://schemas.openxmlformats.org/officeDocument/2006/relationships/image" Target="/ppt/media/image7.bin" Id="Rcb67e2a06a294e43" /><Relationship Type="http://schemas.openxmlformats.org/officeDocument/2006/relationships/image" Target="/ppt/media/image8.bin" Id="R82ac909c9dc44bcd" /><Relationship Type="http://schemas.openxmlformats.org/officeDocument/2006/relationships/tags" Target="/ppt/slides/tags/tag1.xml" Id="R14806205da6b42b1" /><Relationship Type="http://schemas.openxmlformats.org/officeDocument/2006/relationships/tags" Target="/ppt/slides/tags/tag2.xml" Id="Rf0673ebf67eb49c1" /><Relationship Type="http://schemas.openxmlformats.org/officeDocument/2006/relationships/tags" Target="/ppt/slides/tags/tag3.xml" Id="R28b1be34bca74f6f" /><Relationship Type="http://schemas.openxmlformats.org/officeDocument/2006/relationships/notesSlide" Target="/ppt/notesSlides/notesSlide1.xml" Id="R78a26be716b64dd4" /><Relationship Type="http://schemas.openxmlformats.org/officeDocument/2006/relationships/slideLayout" Target="/ppt/slideLayouts/slideLayout3.xml" Id="R38a38617304e46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3.bin" Id="R61f4c35efe904fce" /><Relationship Type="http://schemas.openxmlformats.org/officeDocument/2006/relationships/image" Target="/ppt/media/image4.bin" Id="R97a79e4043fd405e" /><Relationship Type="http://schemas.openxmlformats.org/officeDocument/2006/relationships/image" Target="/ppt/media/image9.bin" Id="R70f5c01df49f4d62" /><Relationship Type="http://schemas.openxmlformats.org/officeDocument/2006/relationships/image" Target="/ppt/media/image10.bin" Id="Rf982d247477c44e7" /><Relationship Type="http://schemas.openxmlformats.org/officeDocument/2006/relationships/image" Target="/ppt/media/image11.bin" Id="R99238add1608461e" /><Relationship Type="http://schemas.openxmlformats.org/officeDocument/2006/relationships/image" Target="/ppt/media/image12.bin" Id="Rc828eff9dccb44af" /><Relationship Type="http://schemas.openxmlformats.org/officeDocument/2006/relationships/tags" Target="/ppt/slides/tags/tag4.xml" Id="R96addbcbda8841e6" /><Relationship Type="http://schemas.openxmlformats.org/officeDocument/2006/relationships/notesSlide" Target="/ppt/notesSlides/notesSlide2.xml" Id="R8ef509ece84c4e39" /><Relationship Type="http://schemas.openxmlformats.org/officeDocument/2006/relationships/slideLayout" Target="/ppt/slideLayouts/slideLayout3.xml" Id="R0c7993c0345940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3.bin" Id="Rc18ca0b1077c4419" /><Relationship Type="http://schemas.openxmlformats.org/officeDocument/2006/relationships/image" Target="/ppt/media/image4.bin" Id="R2ee6d1e9c99d42a7" /><Relationship Type="http://schemas.openxmlformats.org/officeDocument/2006/relationships/image" Target="/ppt/media/image6.bin" Id="R8dfb5ee6d49e45b6" /><Relationship Type="http://schemas.openxmlformats.org/officeDocument/2006/relationships/image" Target="/ppt/media/image8.bin" Id="R999ae25faaf24c78" /><Relationship Type="http://schemas.openxmlformats.org/officeDocument/2006/relationships/tags" Target="/ppt/slides/tags/tag5.xml" Id="Rb3cfe406848349b7" /><Relationship Type="http://schemas.openxmlformats.org/officeDocument/2006/relationships/tags" Target="/ppt/slides/tags/tag6.xml" Id="Radba6aa8e31c4f8f" /><Relationship Type="http://schemas.openxmlformats.org/officeDocument/2006/relationships/notesSlide" Target="/ppt/notesSlides/notesSlide3.xml" Id="Rb452c73bcd444b17" /><Relationship Type="http://schemas.openxmlformats.org/officeDocument/2006/relationships/slideLayout" Target="/ppt/slideLayouts/slideLayout3.xml" Id="Rac647905d90348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13.bin" Id="Rb1a4d095e8c04ecb" /><Relationship Type="http://schemas.openxmlformats.org/officeDocument/2006/relationships/image" Target="/ppt/media/image14.bin" Id="R3f6386f36d9747a7" /><Relationship Type="http://schemas.openxmlformats.org/officeDocument/2006/relationships/image" Target="/ppt/media/image15.bin" Id="R270e76348c72442c" /><Relationship Type="http://schemas.openxmlformats.org/officeDocument/2006/relationships/image" Target="/ppt/media/image16.bin" Id="R59b667f11646481b" /><Relationship Type="http://schemas.openxmlformats.org/officeDocument/2006/relationships/tags" Target="/ppt/slides/tags/tag7.xml" Id="R65df5230a9bd467e" /><Relationship Type="http://schemas.openxmlformats.org/officeDocument/2006/relationships/tags" Target="/ppt/slides/tags/tag8.xml" Id="R448027e625154ac7" /><Relationship Type="http://schemas.openxmlformats.org/officeDocument/2006/relationships/tags" Target="/ppt/slides/tags/tag9.xml" Id="Ra721b908f1e64c8b" /><Relationship Type="http://schemas.openxmlformats.org/officeDocument/2006/relationships/tags" Target="/ppt/slides/tags/tag10.xml" Id="R8f48dad845184e8f" /><Relationship Type="http://schemas.openxmlformats.org/officeDocument/2006/relationships/tags" Target="/ppt/slides/tags/tag11.xml" Id="Rb43347c6d1c3411a" /><Relationship Type="http://schemas.openxmlformats.org/officeDocument/2006/relationships/tags" Target="/ppt/slides/tags/tag12.xml" Id="R12b5898551ce45bf" /><Relationship Type="http://schemas.openxmlformats.org/officeDocument/2006/relationships/tags" Target="/ppt/slides/tags/tag13.xml" Id="Rb7b4a60410814342" /><Relationship Type="http://schemas.openxmlformats.org/officeDocument/2006/relationships/tags" Target="/ppt/slides/tags/tag14.xml" Id="Rbffaf2cf2eee4e47" /><Relationship Type="http://schemas.openxmlformats.org/officeDocument/2006/relationships/notesSlide" Target="/ppt/notesSlides/notesSlide4.xml" Id="R384807a23fa74a50" /><Relationship Type="http://schemas.openxmlformats.org/officeDocument/2006/relationships/slideLayout" Target="/ppt/slideLayouts/slideLayout2.xml" Id="Rf859fb7f9bb143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17.bin" Id="R01b67d28ca424dab" /><Relationship Type="http://schemas.openxmlformats.org/officeDocument/2006/relationships/image" Target="/ppt/media/image18.bin" Id="R839017e153e546b4" /><Relationship Type="http://schemas.openxmlformats.org/officeDocument/2006/relationships/image" Target="/ppt/media/image19.bin" Id="Rc582fb4c3f924474" /><Relationship Type="http://schemas.openxmlformats.org/officeDocument/2006/relationships/image" Target="/ppt/media/image20.bin" Id="R2e50faf24d1e437a" /><Relationship Type="http://schemas.openxmlformats.org/officeDocument/2006/relationships/image" Target="/ppt/media/image21.bin" Id="Re618eaf02f1c40cd" /><Relationship Type="http://schemas.openxmlformats.org/officeDocument/2006/relationships/image" Target="/ppt/media/image22.bin" Id="Rfcc33642240e4a54" /><Relationship Type="http://schemas.openxmlformats.org/officeDocument/2006/relationships/tags" Target="/ppt/slides/tags/tag15.xml" Id="R7e1b86337ae042f2" /><Relationship Type="http://schemas.openxmlformats.org/officeDocument/2006/relationships/tags" Target="/ppt/slides/tags/tag16.xml" Id="Re9b96e98ace84eff" /><Relationship Type="http://schemas.openxmlformats.org/officeDocument/2006/relationships/tags" Target="/ppt/slides/tags/tag17.xml" Id="R3047f5f8c8c346d3" /><Relationship Type="http://schemas.openxmlformats.org/officeDocument/2006/relationships/tags" Target="/ppt/slides/tags/tag18.xml" Id="Rb46695f8959f4335" /><Relationship Type="http://schemas.openxmlformats.org/officeDocument/2006/relationships/tags" Target="/ppt/slides/tags/tag19.xml" Id="Rcf3504649c8f4b09" /><Relationship Type="http://schemas.openxmlformats.org/officeDocument/2006/relationships/tags" Target="/ppt/slides/tags/tag20.xml" Id="R5f4fd2a1300442a0" /><Relationship Type="http://schemas.openxmlformats.org/officeDocument/2006/relationships/tags" Target="/ppt/slides/tags/tag21.xml" Id="R74d2ca6142544691" /><Relationship Type="http://schemas.openxmlformats.org/officeDocument/2006/relationships/tags" Target="/ppt/slides/tags/tag22.xml" Id="R647f29f4b32a4ae7" /><Relationship Type="http://schemas.openxmlformats.org/officeDocument/2006/relationships/notesSlide" Target="/ppt/notesSlides/notesSlide5.xml" Id="Rd0b7fdcf27ca4041" /><Relationship Type="http://schemas.openxmlformats.org/officeDocument/2006/relationships/slideLayout" Target="/ppt/slideLayouts/slideLayout2.xml" Id="R713e63f5856c4c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23.bin" Id="R4aa92f0e870c4c39" /><Relationship Type="http://schemas.openxmlformats.org/officeDocument/2006/relationships/image" Target="/ppt/media/image24.bin" Id="R548663a5b5b24987" /><Relationship Type="http://schemas.openxmlformats.org/officeDocument/2006/relationships/tags" Target="/ppt/slides/tags/tag23.xml" Id="Rd6c55e7bc4f0415d" /><Relationship Type="http://schemas.openxmlformats.org/officeDocument/2006/relationships/tags" Target="/ppt/slides/tags/tag24.xml" Id="R9c082b75eb6549cb" /><Relationship Type="http://schemas.openxmlformats.org/officeDocument/2006/relationships/tags" Target="/ppt/slides/tags/tag25.xml" Id="R188bb89a5317467d" /><Relationship Type="http://schemas.openxmlformats.org/officeDocument/2006/relationships/tags" Target="/ppt/slides/tags/tag26.xml" Id="R3a56e64a281d47a2" /><Relationship Type="http://schemas.openxmlformats.org/officeDocument/2006/relationships/tags" Target="/ppt/slides/tags/tag27.xml" Id="R71875ee33e64462f" /><Relationship Type="http://schemas.openxmlformats.org/officeDocument/2006/relationships/tags" Target="/ppt/slides/tags/tag28.xml" Id="R6365e0510a254a01" /><Relationship Type="http://schemas.openxmlformats.org/officeDocument/2006/relationships/notesSlide" Target="/ppt/notesSlides/notesSlide6.xml" Id="Rbb99e4cf1c604b1d" /><Relationship Type="http://schemas.openxmlformats.org/officeDocument/2006/relationships/slideLayout" Target="/ppt/slideLayouts/slideLayout2.xml" Id="R88597d4a7f7541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25.bin" Id="R547cf00902c7470e" /><Relationship Type="http://schemas.openxmlformats.org/officeDocument/2006/relationships/image" Target="/ppt/media/image26.bin" Id="R5578adde928a41df" /><Relationship Type="http://schemas.openxmlformats.org/officeDocument/2006/relationships/tags" Target="/ppt/slides/tags/tag29.xml" Id="R0c7f204bbb2b4eab" /><Relationship Type="http://schemas.openxmlformats.org/officeDocument/2006/relationships/tags" Target="/ppt/slides/tags/tag30.xml" Id="Rc55fdf33da0d4979" /><Relationship Type="http://schemas.openxmlformats.org/officeDocument/2006/relationships/tags" Target="/ppt/slides/tags/tag31.xml" Id="R1647985e4bcc4e39" /><Relationship Type="http://schemas.openxmlformats.org/officeDocument/2006/relationships/tags" Target="/ppt/slides/tags/tag32.xml" Id="R825a19d4cfa84d30" /><Relationship Type="http://schemas.openxmlformats.org/officeDocument/2006/relationships/tags" Target="/ppt/slides/tags/tag33.xml" Id="Ra2d13b88c06040ba" /><Relationship Type="http://schemas.openxmlformats.org/officeDocument/2006/relationships/tags" Target="/ppt/slides/tags/tag34.xml" Id="R491101e1e00a4ba6" /><Relationship Type="http://schemas.openxmlformats.org/officeDocument/2006/relationships/tags" Target="/ppt/slides/tags/tag35.xml" Id="Rc70533b06d3345d9" /><Relationship Type="http://schemas.openxmlformats.org/officeDocument/2006/relationships/tags" Target="/ppt/slides/tags/tag36.xml" Id="Rc3ecb4a3261f46ec" /><Relationship Type="http://schemas.openxmlformats.org/officeDocument/2006/relationships/notesSlide" Target="/ppt/notesSlides/notesSlide7.xml" Id="Rb407c6a1023f4019" /><Relationship Type="http://schemas.openxmlformats.org/officeDocument/2006/relationships/slideLayout" Target="/ppt/slideLayouts/slideLayout2.xml" Id="R350a1fcab97843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3.bin" Id="R13f116108b894ca2" /><Relationship Type="http://schemas.openxmlformats.org/officeDocument/2006/relationships/image" Target="/ppt/media/image4.bin" Id="Raeaaee0f1a7b4a4a" /><Relationship Type="http://schemas.openxmlformats.org/officeDocument/2006/relationships/image" Target="/ppt/media/image6.bin" Id="R32565eeae33c4604" /><Relationship Type="http://schemas.openxmlformats.org/officeDocument/2006/relationships/image" Target="/ppt/media/image8.bin" Id="R5e0d99dab93648e6" /><Relationship Type="http://schemas.openxmlformats.org/officeDocument/2006/relationships/tags" Target="/ppt/slides/tags/tag37.xml" Id="R15f7107f4426422e" /><Relationship Type="http://schemas.openxmlformats.org/officeDocument/2006/relationships/tags" Target="/ppt/slides/tags/tag38.xml" Id="Raa557f81c8c74adb" /><Relationship Type="http://schemas.openxmlformats.org/officeDocument/2006/relationships/notesSlide" Target="/ppt/notesSlides/notesSlide8.xml" Id="Rb83dc4d5b1ac4c22" /><Relationship Type="http://schemas.openxmlformats.org/officeDocument/2006/relationships/slideLayout" Target="/ppt/slideLayouts/slideLayout3.xml" Id="Re86cf316528e49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27.bin" Id="R911a93c18f1a4360" /><Relationship Type="http://schemas.openxmlformats.org/officeDocument/2006/relationships/image" Target="/ppt/media/image28.bin" Id="R6b3fff8253824f15" /><Relationship Type="http://schemas.openxmlformats.org/officeDocument/2006/relationships/image" Target="/ppt/media/image29.bin" Id="R4a1ba2d18db74633" /><Relationship Type="http://schemas.openxmlformats.org/officeDocument/2006/relationships/image" Target="/ppt/media/image30.bin" Id="R867c5dd3456b465f" /><Relationship Type="http://schemas.openxmlformats.org/officeDocument/2006/relationships/image" Target="/ppt/media/image31.bin" Id="R2d38c3d228834fbc" /><Relationship Type="http://schemas.openxmlformats.org/officeDocument/2006/relationships/image" Target="/ppt/media/image32.bin" Id="Rf685e9b3340c41bd" /><Relationship Type="http://schemas.openxmlformats.org/officeDocument/2006/relationships/tags" Target="/ppt/slides/tags/tag39.xml" Id="R12b4716bd52442b9" /><Relationship Type="http://schemas.openxmlformats.org/officeDocument/2006/relationships/tags" Target="/ppt/slides/tags/tag40.xml" Id="Rec9459afed664c35" /><Relationship Type="http://schemas.openxmlformats.org/officeDocument/2006/relationships/tags" Target="/ppt/slides/tags/tag41.xml" Id="R40c36dfc3f5c4b56" /><Relationship Type="http://schemas.openxmlformats.org/officeDocument/2006/relationships/tags" Target="/ppt/slides/tags/tag42.xml" Id="R190b577c53b145f6" /><Relationship Type="http://schemas.openxmlformats.org/officeDocument/2006/relationships/tags" Target="/ppt/slides/tags/tag43.xml" Id="Recb3e21ae1904c41" /><Relationship Type="http://schemas.openxmlformats.org/officeDocument/2006/relationships/tags" Target="/ppt/slides/tags/tag44.xml" Id="R522160efe4f94427" /><Relationship Type="http://schemas.openxmlformats.org/officeDocument/2006/relationships/tags" Target="/ppt/slides/tags/tag45.xml" Id="R1bc15ac7f3e04d00" /><Relationship Type="http://schemas.openxmlformats.org/officeDocument/2006/relationships/tags" Target="/ppt/slides/tags/tag46.xml" Id="R7c9551ac72e34289" /><Relationship Type="http://schemas.openxmlformats.org/officeDocument/2006/relationships/notesSlide" Target="/ppt/notesSlides/notesSlide9.xml" Id="Rff26e3405ff4469e" /><Relationship Type="http://schemas.openxmlformats.org/officeDocument/2006/relationships/slideLayout" Target="/ppt/slideLayouts/slideLayout2.xml" Id="R6ac04f01fddc40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33.bin" Id="R0428890dd83748ef" /><Relationship Type="http://schemas.openxmlformats.org/officeDocument/2006/relationships/image" Target="/ppt/media/image34.bin" Id="R7259c5831114406b" /><Relationship Type="http://schemas.openxmlformats.org/officeDocument/2006/relationships/image" Target="/ppt/media/image35.bin" Id="R4cf7b848b52e48fd" /><Relationship Type="http://schemas.openxmlformats.org/officeDocument/2006/relationships/image" Target="/ppt/media/image36.bin" Id="R18e69b66483e4fa1" /><Relationship Type="http://schemas.openxmlformats.org/officeDocument/2006/relationships/image" Target="/ppt/media/image37.bin" Id="R100a37c388eb4d41" /><Relationship Type="http://schemas.openxmlformats.org/officeDocument/2006/relationships/notesSlide" Target="/ppt/notesSlides/notesSlide10.xml" Id="R5a4888d304df4ef3" /><Relationship Type="http://schemas.openxmlformats.org/officeDocument/2006/relationships/slideLayout" Target="/ppt/slideLayouts/slideLayout2.xml" Id="Rfc58d816d84941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38.bin" Id="R164827216f494bed" /><Relationship Type="http://schemas.openxmlformats.org/officeDocument/2006/relationships/image" Target="/ppt/media/image39.bin" Id="R0e881007d0d44cb3" /><Relationship Type="http://schemas.openxmlformats.org/officeDocument/2006/relationships/image" Target="/ppt/media/image40.bin" Id="R7c4df88922584ba7" /><Relationship Type="http://schemas.openxmlformats.org/officeDocument/2006/relationships/tags" Target="/ppt/slides/tags/tag47.xml" Id="Rb5614496eaa1461b" /><Relationship Type="http://schemas.openxmlformats.org/officeDocument/2006/relationships/tags" Target="/ppt/slides/tags/tag48.xml" Id="Rcb9a1e01857b40bc" /><Relationship Type="http://schemas.openxmlformats.org/officeDocument/2006/relationships/tags" Target="/ppt/slides/tags/tag49.xml" Id="R743e477eff8343e3" /><Relationship Type="http://schemas.openxmlformats.org/officeDocument/2006/relationships/tags" Target="/ppt/slides/tags/tag50.xml" Id="R45a4fd39853d4dd7" /><Relationship Type="http://schemas.openxmlformats.org/officeDocument/2006/relationships/tags" Target="/ppt/slides/tags/tag51.xml" Id="Rd81fdb6ee16a4ef5" /><Relationship Type="http://schemas.openxmlformats.org/officeDocument/2006/relationships/tags" Target="/ppt/slides/tags/tag52.xml" Id="R55b456717ba24c80" /><Relationship Type="http://schemas.openxmlformats.org/officeDocument/2006/relationships/tags" Target="/ppt/slides/tags/tag53.xml" Id="R03c2add3a56d4166" /><Relationship Type="http://schemas.openxmlformats.org/officeDocument/2006/relationships/tags" Target="/ppt/slides/tags/tag54.xml" Id="R88fbc08d43df47d1" /><Relationship Type="http://schemas.openxmlformats.org/officeDocument/2006/relationships/notesSlide" Target="/ppt/notesSlides/notesSlide11.xml" Id="R8832eba91643488a" /><Relationship Type="http://schemas.openxmlformats.org/officeDocument/2006/relationships/slideLayout" Target="/ppt/slideLayouts/slideLayout2.xml" Id="R9c42b3c237cb4e3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41.bin" Id="R572ba69d1f314080" /><Relationship Type="http://schemas.openxmlformats.org/officeDocument/2006/relationships/image" Target="/ppt/media/image42.bin" Id="R920823550ccb4dcb" /><Relationship Type="http://schemas.openxmlformats.org/officeDocument/2006/relationships/image" Target="/ppt/media/image43.bin" Id="Re116ea1131e84a87" /><Relationship Type="http://schemas.openxmlformats.org/officeDocument/2006/relationships/notesSlide" Target="/ppt/notesSlides/notesSlide12.xml" Id="R9115e0b2db034ea4" /><Relationship Type="http://schemas.openxmlformats.org/officeDocument/2006/relationships/slideLayout" Target="/ppt/slideLayouts/slideLayout2.xml" Id="Rb6644e48cb2440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3.bin" Id="Rf3207881cc0d461e" /><Relationship Type="http://schemas.openxmlformats.org/officeDocument/2006/relationships/image" Target="/ppt/media/image4.bin" Id="Rbb2b150a0eff4af7" /><Relationship Type="http://schemas.openxmlformats.org/officeDocument/2006/relationships/image" Target="/ppt/media/image6.bin" Id="R20bda41a8e7e4707" /><Relationship Type="http://schemas.openxmlformats.org/officeDocument/2006/relationships/image" Target="/ppt/media/image8.bin" Id="Rd6f0f7473d2a46d3" /><Relationship Type="http://schemas.openxmlformats.org/officeDocument/2006/relationships/tags" Target="/ppt/slides/tags/tag55.xml" Id="R2c07b22ec7404b5a" /><Relationship Type="http://schemas.openxmlformats.org/officeDocument/2006/relationships/tags" Target="/ppt/slides/tags/tag56.xml" Id="Rf827ab4b7b094192" /><Relationship Type="http://schemas.openxmlformats.org/officeDocument/2006/relationships/notesSlide" Target="/ppt/notesSlides/notesSlide13.xml" Id="Rb2eb5293669e4ee1" /><Relationship Type="http://schemas.openxmlformats.org/officeDocument/2006/relationships/slideLayout" Target="/ppt/slideLayouts/slideLayout3.xml" Id="R61aa8dd4c9674dc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44.bin" Id="R0c3063d16aae4322" /><Relationship Type="http://schemas.openxmlformats.org/officeDocument/2006/relationships/image" Target="/ppt/media/image45.bin" Id="R82d5fa32ea9c4dad" /><Relationship Type="http://schemas.openxmlformats.org/officeDocument/2006/relationships/chart" Target="/ppt/slides/charts/chart1.xml" Id="Rff1a0b4247d74fda" /><Relationship Type="http://schemas.openxmlformats.org/officeDocument/2006/relationships/notesSlide" Target="/ppt/notesSlides/notesSlide14.xml" Id="R72985adcfb62460f" /><Relationship Type="http://schemas.openxmlformats.org/officeDocument/2006/relationships/slideLayout" Target="/ppt/slideLayouts/slideLayout2.xml" Id="R4ca1459f58714a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46.bin" Id="Rf5db17dc0f2d4991" /><Relationship Type="http://schemas.openxmlformats.org/officeDocument/2006/relationships/image" Target="/ppt/media/image47.bin" Id="Rdff10529823a4b0d" /><Relationship Type="http://schemas.openxmlformats.org/officeDocument/2006/relationships/image" Target="/ppt/media/image48.bin" Id="R80f5ecd4eb454125" /><Relationship Type="http://schemas.openxmlformats.org/officeDocument/2006/relationships/image" Target="/ppt/media/image49.bin" Id="Rf2a6b238633b455c" /><Relationship Type="http://schemas.openxmlformats.org/officeDocument/2006/relationships/notesSlide" Target="/ppt/notesSlides/notesSlide15.xml" Id="R8cd0f7e44ffb46f6" /><Relationship Type="http://schemas.openxmlformats.org/officeDocument/2006/relationships/slideLayout" Target="/ppt/slideLayouts/slideLayout2.xml" Id="R110f174eca0c481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50.bin" Id="R6f637382a0114afc" /><Relationship Type="http://schemas.openxmlformats.org/officeDocument/2006/relationships/image" Target="/ppt/media/image51.bin" Id="R2b2969fde0354d0d" /><Relationship Type="http://schemas.openxmlformats.org/officeDocument/2006/relationships/tags" Target="/ppt/slides/tags/tag57.xml" Id="Rfabddeee0f964c95" /><Relationship Type="http://schemas.openxmlformats.org/officeDocument/2006/relationships/tags" Target="/ppt/slides/tags/tag58.xml" Id="R9cf35c35b038441a" /><Relationship Type="http://schemas.openxmlformats.org/officeDocument/2006/relationships/tags" Target="/ppt/slides/tags/tag59.xml" Id="R82846fbd097843c8" /><Relationship Type="http://schemas.openxmlformats.org/officeDocument/2006/relationships/tags" Target="/ppt/slides/tags/tag60.xml" Id="Rced1d671bc014cd3" /><Relationship Type="http://schemas.openxmlformats.org/officeDocument/2006/relationships/tags" Target="/ppt/slides/tags/tag61.xml" Id="R4a48dedac4a74cd1" /><Relationship Type="http://schemas.openxmlformats.org/officeDocument/2006/relationships/tags" Target="/ppt/slides/tags/tag62.xml" Id="R70848f219be34b56" /><Relationship Type="http://schemas.openxmlformats.org/officeDocument/2006/relationships/tags" Target="/ppt/slides/tags/tag63.xml" Id="R06003ecb23e04f34" /><Relationship Type="http://schemas.openxmlformats.org/officeDocument/2006/relationships/tags" Target="/ppt/slides/tags/tag64.xml" Id="R91315db6df2b4d6a" /><Relationship Type="http://schemas.openxmlformats.org/officeDocument/2006/relationships/notesSlide" Target="/ppt/notesSlides/notesSlide16.xml" Id="R069291a306f74926" /><Relationship Type="http://schemas.openxmlformats.org/officeDocument/2006/relationships/slideLayout" Target="/ppt/slideLayouts/slideLayout2.xml" Id="Rb02042184f9e481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52.bin" Id="R543111cbacd54ddb" /><Relationship Type="http://schemas.openxmlformats.org/officeDocument/2006/relationships/image" Target="/ppt/media/image53.bin" Id="R766657f62d924810" /><Relationship Type="http://schemas.openxmlformats.org/officeDocument/2006/relationships/image" Target="/ppt/media/image54.bin" Id="R848e8715233845f7" /><Relationship Type="http://schemas.openxmlformats.org/officeDocument/2006/relationships/image" Target="/ppt/media/image55.bin" Id="Rb8fe806275d04d88" /><Relationship Type="http://schemas.openxmlformats.org/officeDocument/2006/relationships/tags" Target="/ppt/slides/tags/tag65.xml" Id="R6e70f5c7899e47c0" /><Relationship Type="http://schemas.openxmlformats.org/officeDocument/2006/relationships/tags" Target="/ppt/slides/tags/tag66.xml" Id="R3fab8df51ffa463e" /><Relationship Type="http://schemas.openxmlformats.org/officeDocument/2006/relationships/tags" Target="/ppt/slides/tags/tag67.xml" Id="Rc0682e028a194c53" /><Relationship Type="http://schemas.openxmlformats.org/officeDocument/2006/relationships/tags" Target="/ppt/slides/tags/tag68.xml" Id="Rfccceeabed2d4d64" /><Relationship Type="http://schemas.openxmlformats.org/officeDocument/2006/relationships/notesSlide" Target="/ppt/notesSlides/notesSlide17.xml" Id="R39e7980f0ca4466b" /><Relationship Type="http://schemas.openxmlformats.org/officeDocument/2006/relationships/slideLayout" Target="/ppt/slideLayouts/slideLayout2.xml" Id="R50257b497d724ea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image" Target="/ppt/media/image3.bin" Id="Rb0952acd20d246f3" /><Relationship Type="http://schemas.openxmlformats.org/officeDocument/2006/relationships/image" Target="/ppt/media/image4.bin" Id="R684624459f7542a9" /><Relationship Type="http://schemas.openxmlformats.org/officeDocument/2006/relationships/image" Target="/ppt/media/image6.bin" Id="R458463b7a3894848" /><Relationship Type="http://schemas.openxmlformats.org/officeDocument/2006/relationships/image" Target="/ppt/media/image8.bin" Id="R7db354ef9fab40f1" /><Relationship Type="http://schemas.openxmlformats.org/officeDocument/2006/relationships/tags" Target="/ppt/slides/tags/tag69.xml" Id="R67471beaa3f24351" /><Relationship Type="http://schemas.openxmlformats.org/officeDocument/2006/relationships/tags" Target="/ppt/slides/tags/tag70.xml" Id="R6123e8eaf7ba44ab" /><Relationship Type="http://schemas.openxmlformats.org/officeDocument/2006/relationships/notesSlide" Target="/ppt/notesSlides/notesSlide18.xml" Id="R5411fea0e6864774" /><Relationship Type="http://schemas.openxmlformats.org/officeDocument/2006/relationships/slideLayout" Target="/ppt/slideLayouts/slideLayout3.xml" Id="R4847bac874a049d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image" Target="/ppt/media/image56.bin" Id="Rb5c90642c5004cc8" /><Relationship Type="http://schemas.openxmlformats.org/officeDocument/2006/relationships/image" Target="/ppt/media/image57.bin" Id="Rff6bc71ea7ed4d09" /><Relationship Type="http://schemas.openxmlformats.org/officeDocument/2006/relationships/image" Target="/ppt/media/image38.bin" Id="R7e09c17d772942e0" /><Relationship Type="http://schemas.openxmlformats.org/officeDocument/2006/relationships/image" Target="/ppt/media/image58.bin" Id="Rf6e59b1414f84a55" /><Relationship Type="http://schemas.openxmlformats.org/officeDocument/2006/relationships/image" Target="/ppt/media/image59.bin" Id="R50e9a2dab69e4273" /><Relationship Type="http://schemas.openxmlformats.org/officeDocument/2006/relationships/image" Target="/ppt/media/image29.bin" Id="R7b066839db294e13" /><Relationship Type="http://schemas.openxmlformats.org/officeDocument/2006/relationships/tags" Target="/ppt/slides/tags/tag71.xml" Id="Rd80fd2899a24492d" /><Relationship Type="http://schemas.openxmlformats.org/officeDocument/2006/relationships/tags" Target="/ppt/slides/tags/tag72.xml" Id="R7d9c98c9300442f9" /><Relationship Type="http://schemas.openxmlformats.org/officeDocument/2006/relationships/tags" Target="/ppt/slides/tags/tag73.xml" Id="R8387a9e04ff4499e" /><Relationship Type="http://schemas.openxmlformats.org/officeDocument/2006/relationships/notesSlide" Target="/ppt/notesSlides/notesSlide19.xml" Id="R6afd66bb6aa94855" /><Relationship Type="http://schemas.openxmlformats.org/officeDocument/2006/relationships/slideLayout" Target="/ppt/slideLayouts/slideLayout2.xml" Id="R0917ac00c155425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image" Target="/ppt/media/image60.bin" Id="R7b8831194de146cb" /><Relationship Type="http://schemas.openxmlformats.org/officeDocument/2006/relationships/image" Target="/ppt/media/image61.bin" Id="Rca88009bac06465b" /><Relationship Type="http://schemas.openxmlformats.org/officeDocument/2006/relationships/image" Target="/ppt/media/image62.bin" Id="R22a5128f82e54e59" /><Relationship Type="http://schemas.openxmlformats.org/officeDocument/2006/relationships/tags" Target="/ppt/slides/tags/tag74.xml" Id="R613ddeb9e9d94ca2" /><Relationship Type="http://schemas.openxmlformats.org/officeDocument/2006/relationships/tags" Target="/ppt/slides/tags/tag75.xml" Id="Rc59defb6c5b64d9f" /><Relationship Type="http://schemas.openxmlformats.org/officeDocument/2006/relationships/tags" Target="/ppt/slides/tags/tag76.xml" Id="Rec712223e1594530" /><Relationship Type="http://schemas.openxmlformats.org/officeDocument/2006/relationships/tags" Target="/ppt/slides/tags/tag77.xml" Id="R676cb4c566814991" /><Relationship Type="http://schemas.openxmlformats.org/officeDocument/2006/relationships/notesSlide" Target="/ppt/notesSlides/notesSlide20.xml" Id="Rdd4409b010ca4d05" /><Relationship Type="http://schemas.openxmlformats.org/officeDocument/2006/relationships/slideLayout" Target="/ppt/slideLayouts/slideLayout2.xml" Id="Rbb39e36a2d6f442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image" Target="/ppt/media/image63.bin" Id="Rd47a2932fb244041" /><Relationship Type="http://schemas.openxmlformats.org/officeDocument/2006/relationships/image" Target="/ppt/media/image64.bin" Id="R0bd223ebdab246dd" /><Relationship Type="http://schemas.openxmlformats.org/officeDocument/2006/relationships/image" Target="/ppt/media/image65.bin" Id="Re336f86ba13e4acf" /><Relationship Type="http://schemas.openxmlformats.org/officeDocument/2006/relationships/image" Target="/ppt/media/image66.bin" Id="Rd11d588dd2c048c6" /><Relationship Type="http://schemas.openxmlformats.org/officeDocument/2006/relationships/notesSlide" Target="/ppt/notesSlides/notesSlide21.xml" Id="R4761fa663c67463a" /><Relationship Type="http://schemas.openxmlformats.org/officeDocument/2006/relationships/slideLayout" Target="/ppt/slideLayouts/slideLayout2.xml" Id="Rd73c9785c73b4ec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image" Target="/ppt/media/image67.bin" Id="R1bde2dce233e4b1c" /><Relationship Type="http://schemas.openxmlformats.org/officeDocument/2006/relationships/image" Target="/ppt/media/image68.bin" Id="R2ed747747ca945b0" /><Relationship Type="http://schemas.openxmlformats.org/officeDocument/2006/relationships/image" Target="/ppt/media/image69.bin" Id="R4e3af3c5c01a4ac1" /><Relationship Type="http://schemas.openxmlformats.org/officeDocument/2006/relationships/image" Target="/ppt/media/image70.bin" Id="Rc46724b1057b4513" /><Relationship Type="http://schemas.openxmlformats.org/officeDocument/2006/relationships/tags" Target="/ppt/slides/tags/tag78.xml" Id="R613d767e742441f8" /><Relationship Type="http://schemas.openxmlformats.org/officeDocument/2006/relationships/tags" Target="/ppt/slides/tags/tag79.xml" Id="Rc9af1bba965c4c7e" /><Relationship Type="http://schemas.openxmlformats.org/officeDocument/2006/relationships/tags" Target="/ppt/slides/tags/tag80.xml" Id="R72c344e02f8d45b4" /><Relationship Type="http://schemas.openxmlformats.org/officeDocument/2006/relationships/tags" Target="/ppt/slides/tags/tag81.xml" Id="R496fd0da9cf949a4" /><Relationship Type="http://schemas.openxmlformats.org/officeDocument/2006/relationships/tags" Target="/ppt/slides/tags/tag82.xml" Id="R3147287a4fa44c12" /><Relationship Type="http://schemas.openxmlformats.org/officeDocument/2006/relationships/tags" Target="/ppt/slides/tags/tag83.xml" Id="R9ac22493750144c2" /><Relationship Type="http://schemas.openxmlformats.org/officeDocument/2006/relationships/tags" Target="/ppt/slides/tags/tag84.xml" Id="R497d1d563fbf4a18" /><Relationship Type="http://schemas.openxmlformats.org/officeDocument/2006/relationships/tags" Target="/ppt/slides/tags/tag85.xml" Id="R7156ec00568d4c13" /><Relationship Type="http://schemas.openxmlformats.org/officeDocument/2006/relationships/notesSlide" Target="/ppt/notesSlides/notesSlide22.xml" Id="Rf41080ab5fd64c6c" /><Relationship Type="http://schemas.openxmlformats.org/officeDocument/2006/relationships/slideLayout" Target="/ppt/slideLayouts/slideLayout2.xml" Id="R652cd18b1d40483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image" Target="/ppt/media/image71.bin" Id="R6c8b01950dd84f46" /><Relationship Type="http://schemas.openxmlformats.org/officeDocument/2006/relationships/image" Target="/ppt/media/image72.bin" Id="R3f48f6e2207d4dd3" /><Relationship Type="http://schemas.openxmlformats.org/officeDocument/2006/relationships/tags" Target="/ppt/slides/tags/tag86.xml" Id="Rc8afb9a0b7bd411c" /><Relationship Type="http://schemas.openxmlformats.org/officeDocument/2006/relationships/tags" Target="/ppt/slides/tags/tag87.xml" Id="R99ce74ba56bd41b2" /><Relationship Type="http://schemas.openxmlformats.org/officeDocument/2006/relationships/tags" Target="/ppt/slides/tags/tag88.xml" Id="R3597ddca82cb4163" /><Relationship Type="http://schemas.openxmlformats.org/officeDocument/2006/relationships/tags" Target="/ppt/slides/tags/tag89.xml" Id="Rae148ffb77084ca9" /><Relationship Type="http://schemas.openxmlformats.org/officeDocument/2006/relationships/tags" Target="/ppt/slides/tags/tag90.xml" Id="R1c18851b0b724ada" /><Relationship Type="http://schemas.openxmlformats.org/officeDocument/2006/relationships/tags" Target="/ppt/slides/tags/tag91.xml" Id="R6cca0a83f92d41b8" /><Relationship Type="http://schemas.openxmlformats.org/officeDocument/2006/relationships/tags" Target="/ppt/slides/tags/tag92.xml" Id="Rb1e683f191f84b9d" /><Relationship Type="http://schemas.openxmlformats.org/officeDocument/2006/relationships/tags" Target="/ppt/slides/tags/tag93.xml" Id="R68b3e74b27114a99" /><Relationship Type="http://schemas.openxmlformats.org/officeDocument/2006/relationships/tags" Target="/ppt/slides/tags/tag94.xml" Id="R23aaa5dee6f845f1" /><Relationship Type="http://schemas.openxmlformats.org/officeDocument/2006/relationships/tags" Target="/ppt/slides/tags/tag95.xml" Id="R7f6f4a0caf91491f" /><Relationship Type="http://schemas.openxmlformats.org/officeDocument/2006/relationships/notesSlide" Target="/ppt/notesSlides/notesSlide23.xml" Id="R61ddb4a1066049e0" /><Relationship Type="http://schemas.openxmlformats.org/officeDocument/2006/relationships/slideLayout" Target="/ppt/slideLayouts/slideLayout2.xml" Id="R4ca02d65a4c14ee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image" Target="/ppt/media/image3.bin" Id="Rc86a2699d5ec4a71" /><Relationship Type="http://schemas.openxmlformats.org/officeDocument/2006/relationships/image" Target="/ppt/media/image4.bin" Id="Rd039723d06544366" /><Relationship Type="http://schemas.openxmlformats.org/officeDocument/2006/relationships/image" Target="/ppt/media/image5.bin" Id="Rfdfe18cdd40c4295" /><Relationship Type="http://schemas.openxmlformats.org/officeDocument/2006/relationships/image" Target="/ppt/media/image6.bin" Id="R6cf1874f19aa4cb6" /><Relationship Type="http://schemas.openxmlformats.org/officeDocument/2006/relationships/image" Target="/ppt/media/image7.bin" Id="R785339922f1b4d31" /><Relationship Type="http://schemas.openxmlformats.org/officeDocument/2006/relationships/image" Target="/ppt/media/image8.bin" Id="Ra9114ce6554d4806" /><Relationship Type="http://schemas.openxmlformats.org/officeDocument/2006/relationships/tags" Target="/ppt/slides/tags/tag96.xml" Id="R7c11ad7e2392442d" /><Relationship Type="http://schemas.openxmlformats.org/officeDocument/2006/relationships/tags" Target="/ppt/slides/tags/tag97.xml" Id="R1a47a4955cd64fcb" /><Relationship Type="http://schemas.openxmlformats.org/officeDocument/2006/relationships/tags" Target="/ppt/slides/tags/tag98.xml" Id="R0e576cac3ede4331" /><Relationship Type="http://schemas.openxmlformats.org/officeDocument/2006/relationships/notesSlide" Target="/ppt/notesSlides/notesSlide24.xml" Id="R58829d90acd84403" /><Relationship Type="http://schemas.openxmlformats.org/officeDocument/2006/relationships/slideLayout" Target="/ppt/slideLayouts/slideLayout3.xml" Id="R4e8dd31deb4347d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hyperlink" Target="https://pptsupermarket.com/customizes" TargetMode="External" Id="R91820dd140ab474d8ce790c0c3f52c9a" /><Relationship Type="http://schemas.openxmlformats.org/officeDocument/2006/relationships/image" Target="/ppt/media/image73.bin" Id="R4951d6532dfb40c7" /><Relationship Type="http://schemas.openxmlformats.org/officeDocument/2006/relationships/image" Target="/ppt/media/image74.bin" Id="R18ea760789ad4829" /><Relationship Type="http://schemas.openxmlformats.org/officeDocument/2006/relationships/image" Target="/ppt/media/image75.bin" Id="R4a0c2fd9cf294892" /><Relationship Type="http://schemas.openxmlformats.org/officeDocument/2006/relationships/customXml" Target="/ppt/customXML/item.xml" Id="R82041db5c2024262" /><Relationship Type="http://schemas.openxmlformats.org/officeDocument/2006/relationships/customXml" Target="/ppt/customXML/item2.xml" Id="R14049d8f71b4451c" /><Relationship Type="http://schemas.openxmlformats.org/officeDocument/2006/relationships/slideLayout" Target="/ppt/slideLayouts/slideLayout1.xml" Id="Rd62abb083ffc46f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hyperlink" Target="https://www.pptsupermarket.com/" TargetMode="External" Id="R8e04b98cf6d7452c841025e69fa67298" /><Relationship Type="http://schemas.openxmlformats.org/officeDocument/2006/relationships/image" Target="/ppt/media/image76.bin" Id="R3cad873497144d04" /><Relationship Type="http://schemas.openxmlformats.org/officeDocument/2006/relationships/image" Target="/ppt/media/image77.bin" Id="Rd4b0617503e34490" /><Relationship Type="http://schemas.openxmlformats.org/officeDocument/2006/relationships/image" Target="/ppt/media/image78.bin" Id="Rdf1802e955e24a70" /><Relationship Type="http://schemas.openxmlformats.org/officeDocument/2006/relationships/image" Target="/ppt/media/image74.bin" Id="R1f836e9d05dd42a1" /><Relationship Type="http://schemas.openxmlformats.org/officeDocument/2006/relationships/image" Target="/ppt/media/image79.bin" Id="R54590b488e854301" /><Relationship Type="http://schemas.openxmlformats.org/officeDocument/2006/relationships/image" Target="/ppt/media/image80.bin" Id="Rf3812afa385c4ba9" /><Relationship Type="http://schemas.openxmlformats.org/officeDocument/2006/relationships/image" Target="/ppt/media/image75.bin" Id="R639ad80f030a4b17" /><Relationship Type="http://schemas.openxmlformats.org/officeDocument/2006/relationships/customXml" Target="/ppt/customXML/item3.xml" Id="Ra8dd099a48cc4e1e" /><Relationship Type="http://schemas.openxmlformats.org/officeDocument/2006/relationships/customXml" Target="/ppt/customXML/item4.xml" Id="Rf6d6ea621e54429b" /><Relationship Type="http://schemas.openxmlformats.org/officeDocument/2006/relationships/customXml" Target="/ppt/customXML/item5.xml" Id="Rcbf949d5ffa34d0d" /><Relationship Type="http://schemas.openxmlformats.org/officeDocument/2006/relationships/slideLayout" Target="/ppt/slideLayouts/slideLayout1.xml" Id="Re4aeba7d9e634a5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image" Target="/ppt/media/image81.bin" Id="Rcbc5fc721c334d59" /><Relationship Type="http://schemas.openxmlformats.org/officeDocument/2006/relationships/image" Target="/ppt/media/image82.bin" Id="R09b1fee88c3e4176" /><Relationship Type="http://schemas.openxmlformats.org/officeDocument/2006/relationships/image" Target="/ppt/media/image80.bin" Id="R55116512030444cd" /><Relationship Type="http://schemas.openxmlformats.org/officeDocument/2006/relationships/image" Target="/ppt/media/image83.bin" Id="Rcac805e7775e49e8" /><Relationship Type="http://schemas.openxmlformats.org/officeDocument/2006/relationships/customXml" Target="/ppt/customXML/item6.xml" Id="R52e21c48094e4142" /><Relationship Type="http://schemas.openxmlformats.org/officeDocument/2006/relationships/customXml" Target="/ppt/customXML/item7.xml" Id="R163c7cadd8604017" /><Relationship Type="http://schemas.openxmlformats.org/officeDocument/2006/relationships/customXml" Target="/ppt/customXML/item8.xml" Id="R19fc463a66684d12" /><Relationship Type="http://schemas.openxmlformats.org/officeDocument/2006/relationships/slideLayout" Target="/ppt/slideLayouts/slideLayout1.xml" Id="R0e49079fdab14b2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hyperlink" Target="https://www.100font.com/thread-118.htm" TargetMode="External" Id="Re9548c226f4a4279843d31a531941e7e" /><Relationship Type="http://schemas.openxmlformats.org/officeDocument/2006/relationships/hyperlink" Target="https://storyset.com/" TargetMode="External" Id="Rad2728dca23449bca05edfeb1f991f96" /><Relationship Type="http://schemas.openxmlformats.org/officeDocument/2006/relationships/slideLayout" Target="/ppt/slideLayouts/slideLayout1.xml" Id="R358fc2c3c2e1445c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.bin" Id="R52d0f16c910c4107" /><Relationship Type="http://schemas.openxmlformats.org/officeDocument/2006/relationships/image" Target="/ppt/media/image29.bin" Id="R376f5e996a6046da" /></Relationships>
</file>

<file path=ppt/slides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房地产开发投资完成累计值（万亿元）</c:v>
                </c:pt>
              </c:strCache>
            </c:strRef>
          </c:tx>
          <c:spPr>
            <a:blipFill>
              <a:blip xmlns:r="http://schemas.openxmlformats.org/officeDocument/2006/relationships" r:embed="R376f5e996a6046da"/>
              <a:stretch>
                <a:fillRect l="-11721" r="-11651"/>
              </a:stretch>
            </a:blip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1D3-4A37-972D-E3D64FEEAE07}"/>
              </c:ext>
            </c:extLst>
          </c:dPt>
          <c:dPt>
            <c:idx val="1"/>
            <c:invertIfNegative val="0"/>
            <c:bubble3D val="0"/>
            <c:spPr>
              <a:gradFill>
                <a:gsLst>
                  <a:gs pos="86000">
                    <a:srgbClr val="2841EA"/>
                  </a:gs>
                  <a:gs pos="0">
                    <a:srgbClr val="B12470"/>
                  </a:gs>
                </a:gsLst>
                <a:lin ang="2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1D3-4A37-972D-E3D64FEEAE0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1D3-4A37-972D-E3D64FEEAE07}"/>
              </c:ext>
            </c:extLst>
          </c:dPt>
          <c:dPt>
            <c:idx val="3"/>
            <c:invertIfNegative val="0"/>
            <c:bubble3D val="0"/>
            <c:spPr>
              <a:gradFill>
                <a:gsLst>
                  <a:gs pos="86000">
                    <a:srgbClr val="2841EA"/>
                  </a:gs>
                  <a:gs pos="0">
                    <a:srgbClr val="B12470"/>
                  </a:gs>
                </a:gsLst>
                <a:lin ang="2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1D3-4A37-972D-E3D64FEEAE0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71D3-4A37-972D-E3D64FEEAE0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10.26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1D3-4A37-972D-E3D64FEEAE0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10.98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1D3-4A37-972D-E3D64FEEAE0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12.03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1D3-4A37-972D-E3D64FEEAE0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13.22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71D3-4A37-972D-E3D64FEEAE0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14.14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71D3-4A37-972D-E3D64FEEAE0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 smtId="4294967295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2018年</c:v>
                </c:pt>
                <c:pt idx="1">
                  <c:v>2019年</c:v>
                </c:pt>
                <c:pt idx="2">
                  <c:v>2020年</c:v>
                </c:pt>
                <c:pt idx="3">
                  <c:v>2021年</c:v>
                </c:pt>
                <c:pt idx="4">
                  <c:v>2022年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10.26</c:v>
                </c:pt>
                <c:pt idx="1">
                  <c:v>10.98</c:v>
                </c:pt>
                <c:pt idx="2">
                  <c:v>12.03</c:v>
                </c:pt>
                <c:pt idx="3">
                  <c:v>13.22</c:v>
                </c:pt>
                <c:pt idx="4">
                  <c:v>14.14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1D3-4A37-972D-E3D64FEEAE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7"/>
        <c:axId val="595807616"/>
        <c:axId val="595817600"/>
      </c:barChart>
      <c:catAx>
        <c:axId val="5958076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 smtId="4294967295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595817600"/>
        <c:crosses val="autoZero"/>
        <c:auto val="0"/>
        <c:lblAlgn val="ctr"/>
        <c:lblOffset val="100"/>
        <c:noMultiLvlLbl val="0"/>
      </c:catAx>
      <c:valAx>
        <c:axId val="595817600"/>
        <c:scaling>
          <c:orientation val="minMax"/>
        </c:scaling>
        <c:delete val="1"/>
        <c:axPos val="b"/>
        <c:majorGridlines>
          <c:spPr>
            <a:ln w="317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958076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 smtId="4294967295">
          <a:latin typeface="+mn-lt"/>
          <a:ea typeface="+mn-ea"/>
          <a:cs typeface="+mn-ea"/>
          <a:sym typeface="+mn-lt"/>
        </a:defRPr>
      </a:pPr>
      <a:endParaRPr lang="zh-CN"/>
    </a:p>
  </c:txPr>
  <c:externalData r:id="R52d0f16c910c4107">
    <c:autoUpdate val="0"/>
  </c:externalData>
</c:chartSpace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3A5BA-6592-8557-81CB-216C02691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F14AA79-9D42-8116-5D21-5DF288A2DC27}"/>
              </a:ext>
            </a:extLst>
          </p:cNvPr>
          <p:cNvPicPr>
            <a:picLocks noChangeAspect="1"/>
          </p:cNvPicPr>
          <p:nvPr/>
        </p:nvPicPr>
        <p:blipFill>
          <a:blip r:embed="R28d009db6cb74f9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FAEF036-0777-0BF5-343C-2B1C54F2DB69}"/>
              </a:ext>
            </a:extLst>
          </p:cNvPr>
          <p:cNvPicPr>
            <a:picLocks noChangeAspect="1"/>
          </p:cNvPicPr>
          <p:nvPr/>
        </p:nvPicPr>
        <p:blipFill>
          <a:blip r:embed="R8b3ecc52c2ef411a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226" y="0"/>
            <a:ext cx="12147551" cy="6858000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FEDE0390-7E8F-3711-E637-19605B4D8747}"/>
              </a:ext>
            </a:extLst>
          </p:cNvPr>
          <p:cNvGrpSpPr/>
          <p:nvPr/>
        </p:nvGrpSpPr>
        <p:grpSpPr>
          <a:xfrm>
            <a:off x="321879" y="374349"/>
            <a:ext cx="1158949" cy="1234853"/>
            <a:chOff x="350874" y="233917"/>
            <a:chExt cx="1158949" cy="1234853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FC09A9BE-0CF2-BF73-C047-58487DF5F310}"/>
                </a:ext>
              </a:extLst>
            </p:cNvPr>
            <p:cNvSpPr txBox="1"/>
            <p:nvPr/>
          </p:nvSpPr>
          <p:spPr>
            <a:xfrm>
              <a:off x="350874" y="361227"/>
              <a:ext cx="1158949" cy="683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>
                  <a:solidFill>
                    <a:schemeClr val="bg1"/>
                  </a:solidFill>
                </a:rPr>
                <a:t>科技峰会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600">
                  <a:solidFill>
                    <a:schemeClr val="bg1"/>
                  </a:solidFill>
                </a:rPr>
                <a:t>智能时代</a:t>
              </a:r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8829456F-0034-2314-1712-4AD0592BF39D}"/>
                </a:ext>
              </a:extLst>
            </p:cNvPr>
            <p:cNvSpPr/>
            <p:nvPr/>
          </p:nvSpPr>
          <p:spPr>
            <a:xfrm>
              <a:off x="479425" y="233917"/>
              <a:ext cx="404797" cy="76148"/>
            </a:xfrm>
            <a:custGeom>
              <a:avLst/>
              <a:gdLst>
                <a:gd name="connsiteX0" fmla="*/ 328649 w 404797"/>
                <a:gd name="connsiteY0" fmla="*/ 0 h 76148"/>
                <a:gd name="connsiteX1" fmla="*/ 404797 w 404797"/>
                <a:gd name="connsiteY1" fmla="*/ 0 h 76148"/>
                <a:gd name="connsiteX2" fmla="*/ 404797 w 404797"/>
                <a:gd name="connsiteY2" fmla="*/ 76148 h 76148"/>
                <a:gd name="connsiteX3" fmla="*/ 328649 w 404797"/>
                <a:gd name="connsiteY3" fmla="*/ 76148 h 76148"/>
                <a:gd name="connsiteX4" fmla="*/ 164325 w 404797"/>
                <a:gd name="connsiteY4" fmla="*/ 0 h 76148"/>
                <a:gd name="connsiteX5" fmla="*/ 240473 w 404797"/>
                <a:gd name="connsiteY5" fmla="*/ 0 h 76148"/>
                <a:gd name="connsiteX6" fmla="*/ 240473 w 404797"/>
                <a:gd name="connsiteY6" fmla="*/ 76148 h 76148"/>
                <a:gd name="connsiteX7" fmla="*/ 164325 w 404797"/>
                <a:gd name="connsiteY7" fmla="*/ 76148 h 76148"/>
                <a:gd name="connsiteX8" fmla="*/ 0 w 404797"/>
                <a:gd name="connsiteY8" fmla="*/ 0 h 76148"/>
                <a:gd name="connsiteX9" fmla="*/ 76148 w 404797"/>
                <a:gd name="connsiteY9" fmla="*/ 0 h 76148"/>
                <a:gd name="connsiteX10" fmla="*/ 76148 w 404797"/>
                <a:gd name="connsiteY10" fmla="*/ 76148 h 76148"/>
                <a:gd name="connsiteX11" fmla="*/ 0 w 404797"/>
                <a:gd name="connsiteY11" fmla="*/ 76148 h 76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4797" h="76148">
                  <a:moveTo>
                    <a:pt x="328649" y="0"/>
                  </a:moveTo>
                  <a:lnTo>
                    <a:pt x="404797" y="0"/>
                  </a:lnTo>
                  <a:lnTo>
                    <a:pt x="404797" y="76148"/>
                  </a:lnTo>
                  <a:lnTo>
                    <a:pt x="328649" y="76148"/>
                  </a:lnTo>
                  <a:close/>
                  <a:moveTo>
                    <a:pt x="164325" y="0"/>
                  </a:moveTo>
                  <a:lnTo>
                    <a:pt x="240473" y="0"/>
                  </a:lnTo>
                  <a:lnTo>
                    <a:pt x="240473" y="76148"/>
                  </a:lnTo>
                  <a:lnTo>
                    <a:pt x="164325" y="76148"/>
                  </a:lnTo>
                  <a:close/>
                  <a:moveTo>
                    <a:pt x="0" y="0"/>
                  </a:moveTo>
                  <a:lnTo>
                    <a:pt x="76148" y="0"/>
                  </a:lnTo>
                  <a:lnTo>
                    <a:pt x="76148" y="76148"/>
                  </a:lnTo>
                  <a:lnTo>
                    <a:pt x="0" y="761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584DF48A-9699-26BC-57D0-5BA7118AC952}"/>
                </a:ext>
              </a:extLst>
            </p:cNvPr>
            <p:cNvSpPr/>
            <p:nvPr/>
          </p:nvSpPr>
          <p:spPr>
            <a:xfrm rot="10800000">
              <a:off x="479425" y="1122113"/>
              <a:ext cx="80790" cy="346657"/>
            </a:xfrm>
            <a:custGeom>
              <a:avLst/>
              <a:gdLst>
                <a:gd name="connsiteX0" fmla="*/ 59531 w 59531"/>
                <a:gd name="connsiteY0" fmla="*/ 45719 h 255438"/>
                <a:gd name="connsiteX1" fmla="*/ 1 w 59531"/>
                <a:gd name="connsiteY1" fmla="*/ 45719 h 255438"/>
                <a:gd name="connsiteX2" fmla="*/ 29766 w 59531"/>
                <a:gd name="connsiteY2" fmla="*/ 0 h 255438"/>
                <a:gd name="connsiteX3" fmla="*/ 59530 w 59531"/>
                <a:gd name="connsiteY3" fmla="*/ 150579 h 255438"/>
                <a:gd name="connsiteX4" fmla="*/ 0 w 59531"/>
                <a:gd name="connsiteY4" fmla="*/ 150579 h 255438"/>
                <a:gd name="connsiteX5" fmla="*/ 29765 w 59531"/>
                <a:gd name="connsiteY5" fmla="*/ 104860 h 255438"/>
                <a:gd name="connsiteX6" fmla="*/ 59530 w 59531"/>
                <a:gd name="connsiteY6" fmla="*/ 255438 h 255438"/>
                <a:gd name="connsiteX7" fmla="*/ 0 w 59531"/>
                <a:gd name="connsiteY7" fmla="*/ 255438 h 255438"/>
                <a:gd name="connsiteX8" fmla="*/ 29765 w 59531"/>
                <a:gd name="connsiteY8" fmla="*/ 209719 h 25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531" h="255438">
                  <a:moveTo>
                    <a:pt x="59531" y="45719"/>
                  </a:moveTo>
                  <a:lnTo>
                    <a:pt x="1" y="45719"/>
                  </a:lnTo>
                  <a:lnTo>
                    <a:pt x="29766" y="0"/>
                  </a:lnTo>
                  <a:close/>
                  <a:moveTo>
                    <a:pt x="59530" y="150579"/>
                  </a:moveTo>
                  <a:lnTo>
                    <a:pt x="0" y="150579"/>
                  </a:lnTo>
                  <a:lnTo>
                    <a:pt x="29765" y="104860"/>
                  </a:lnTo>
                  <a:close/>
                  <a:moveTo>
                    <a:pt x="59530" y="255438"/>
                  </a:moveTo>
                  <a:lnTo>
                    <a:pt x="0" y="255438"/>
                  </a:lnTo>
                  <a:lnTo>
                    <a:pt x="29765" y="20971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31" name="图片 30">
            <a:extLst>
              <a:ext uri="{FF2B5EF4-FFF2-40B4-BE49-F238E27FC236}">
                <a16:creationId xmlns:a16="http://schemas.microsoft.com/office/drawing/2014/main" id="{292A3852-CE93-FFD3-BF9E-1660E4E765A1}"/>
              </a:ext>
            </a:extLst>
          </p:cNvPr>
          <p:cNvPicPr>
            <a:picLocks noChangeAspect="1"/>
          </p:cNvPicPr>
          <p:nvPr/>
        </p:nvPicPr>
        <p:blipFill>
          <a:blip r:embed="R12d9c2c2a09d456f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9055" y="1168176"/>
            <a:ext cx="7333893" cy="4521648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11F748EB-EF8D-BE40-C386-6BDA60CE8F7F}"/>
              </a:ext>
            </a:extLst>
          </p:cNvPr>
          <p:cNvPicPr>
            <a:picLocks noChangeAspect="1"/>
          </p:cNvPicPr>
          <p:nvPr/>
        </p:nvPicPr>
        <p:blipFill>
          <a:blip r:embed="Rd702c616491c4d1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34157"/>
            <a:ext cx="12192000" cy="6419851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8BCA2193-E959-FB93-4D78-A05FB1937C66}"/>
              </a:ext>
            </a:extLst>
          </p:cNvPr>
          <p:cNvPicPr>
            <a:picLocks noChangeAspect="1"/>
          </p:cNvPicPr>
          <p:nvPr/>
        </p:nvPicPr>
        <p:blipFill>
          <a:blip r:embed="Rcb67e2a06a294e4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0750" y="1646213"/>
            <a:ext cx="3342333" cy="3396791"/>
          </a:xfrm>
          <a:prstGeom prst="rect">
            <a:avLst/>
          </a:prstGeom>
          <a:effectLst>
            <a:outerShdw blurRad="330200" dist="63500" dir="5400000" algn="t" rotWithShape="0">
              <a:prstClr val="black">
                <a:alpha val="4000"/>
              </a:prstClr>
            </a:outerShdw>
          </a:effectLst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C8E32342-E914-3195-494F-01528598D1F2}"/>
              </a:ext>
            </a:extLst>
          </p:cNvPr>
          <p:cNvSpPr txBox="1"/>
          <p:nvPr>
            <p:custDataLst>
              <p:tags r:id="R14806205da6b42b1"/>
            </p:custDataLst>
          </p:nvPr>
        </p:nvSpPr>
        <p:spPr>
          <a:xfrm>
            <a:off x="5834723" y="1893114"/>
            <a:ext cx="27035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7200" b="1">
                <a:solidFill>
                  <a:schemeClr val="bg1"/>
                </a:soli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  <a:sym typeface="+mn-lt"/>
              </a:rPr>
              <a:t>202X</a:t>
            </a:r>
            <a:endParaRPr lang="zh-CN" altLang="en-US" sz="7200" b="1">
              <a:solidFill>
                <a:schemeClr val="bg1"/>
              </a:solidFill>
              <a:latin typeface="阿里巴巴普惠体 Heavy" pitchFamily="18" charset="-122"/>
              <a:ea typeface="阿里巴巴普惠体 Heavy" pitchFamily="18" charset="-122"/>
              <a:cs typeface="阿里巴巴普惠体 Heavy" pitchFamily="18" charset="-122"/>
              <a:sym typeface="+mn-lt"/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F04E6985-BF81-57F4-EBCC-FFE8D3E8432C}"/>
              </a:ext>
            </a:extLst>
          </p:cNvPr>
          <p:cNvGrpSpPr/>
          <p:nvPr/>
        </p:nvGrpSpPr>
        <p:grpSpPr>
          <a:xfrm>
            <a:off x="8219570" y="2473311"/>
            <a:ext cx="3001567" cy="369332"/>
            <a:chOff x="2681764" y="2606460"/>
            <a:chExt cx="3001567" cy="369332"/>
          </a:xfrm>
        </p:grpSpPr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8204AE01-E62D-98F0-8CBF-FB927E3CE942}"/>
                </a:ext>
              </a:extLst>
            </p:cNvPr>
            <p:cNvSpPr txBox="1"/>
            <p:nvPr>
              <p:custDataLst>
                <p:tags r:id="Rf0673ebf67eb49c1"/>
              </p:custDataLst>
            </p:nvPr>
          </p:nvSpPr>
          <p:spPr>
            <a:xfrm>
              <a:off x="2681764" y="2606460"/>
              <a:ext cx="27035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cs typeface="+mn-ea"/>
                  <a:sym typeface="+mn-lt"/>
                </a:rPr>
                <a:t>新</a:t>
              </a:r>
              <a:r>
                <a:rPr lang="en-US" altLang="zh-CN">
                  <a:solidFill>
                    <a:schemeClr val="bg1"/>
                  </a:solidFill>
                  <a:cs typeface="+mn-ea"/>
                  <a:sym typeface="+mn-lt"/>
                </a:rPr>
                <a:t>AI </a:t>
              </a:r>
              <a:r>
                <a:rPr lang="zh-CN" altLang="en-US">
                  <a:solidFill>
                    <a:schemeClr val="bg1"/>
                  </a:solidFill>
                  <a:cs typeface="+mn-ea"/>
                  <a:sym typeface="+mn-lt"/>
                </a:rPr>
                <a:t>新应用 新生态</a:t>
              </a:r>
            </a:p>
          </p:txBody>
        </p: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1E9C6A2C-6CA2-0053-6D56-5D93285C119B}"/>
                </a:ext>
              </a:extLst>
            </p:cNvPr>
            <p:cNvCxnSpPr/>
            <p:nvPr/>
          </p:nvCxnSpPr>
          <p:spPr>
            <a:xfrm>
              <a:off x="4756899" y="2767263"/>
              <a:ext cx="926432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FC077BA2-0494-2AC7-0940-255430CBCACA}"/>
              </a:ext>
            </a:extLst>
          </p:cNvPr>
          <p:cNvSpPr txBox="1"/>
          <p:nvPr/>
        </p:nvSpPr>
        <p:spPr>
          <a:xfrm>
            <a:off x="5823865" y="3000328"/>
            <a:ext cx="6368137" cy="1099960"/>
          </a:xfrm>
          <a:prstGeom prst="rect">
            <a:avLst/>
          </a:prstGeom>
          <a:noFill/>
          <a:ln w="9525">
            <a:noFill/>
          </a:ln>
          <a:effectLst/>
        </p:spPr>
        <p:txBody>
          <a:bodyPr wrap="square">
            <a:noAutofit/>
          </a:bodyPr>
          <a:lstStyle/>
          <a:p>
            <a:r>
              <a:rPr lang="zh-CN" altLang="en-US" sz="7200" b="1">
                <a:solidFill>
                  <a:schemeClr val="bg1"/>
                </a:soli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  <a:sym typeface="+mn-lt"/>
              </a:rPr>
              <a:t>行业年终峰会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97B783C-C3F8-2825-BB3A-639354B6872D}"/>
              </a:ext>
            </a:extLst>
          </p:cNvPr>
          <p:cNvSpPr/>
          <p:nvPr>
            <p:custDataLst>
              <p:tags r:id="R28b1be34bca74f6f"/>
            </p:custDataLst>
          </p:nvPr>
        </p:nvSpPr>
        <p:spPr>
          <a:xfrm>
            <a:off x="5931898" y="4213884"/>
            <a:ext cx="5546237" cy="53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>
                <a:solidFill>
                  <a:schemeClr val="bg1">
                    <a:alpha val="47000"/>
                  </a:schemeClr>
                </a:solidFill>
                <a:cs typeface="+mn-ea"/>
                <a:sym typeface="+mn-lt"/>
              </a:rPr>
              <a:t>Please add in this text, the template. Please add in this text, the template. Please add in this text, the template. Please add in this text</a:t>
            </a: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F5C6581D-66B3-D57C-42FA-FBC2E3D4ED25}"/>
              </a:ext>
            </a:extLst>
          </p:cNvPr>
          <p:cNvGrpSpPr/>
          <p:nvPr/>
        </p:nvGrpSpPr>
        <p:grpSpPr>
          <a:xfrm>
            <a:off x="7865681" y="6200123"/>
            <a:ext cx="3612455" cy="261610"/>
            <a:chOff x="7865680" y="6200122"/>
            <a:chExt cx="3612454" cy="261610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81A21586-4F05-C4D5-BDAF-783565F1FF0F}"/>
                </a:ext>
              </a:extLst>
            </p:cNvPr>
            <p:cNvSpPr txBox="1"/>
            <p:nvPr/>
          </p:nvSpPr>
          <p:spPr>
            <a:xfrm>
              <a:off x="9175530" y="6200122"/>
              <a:ext cx="23026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100">
                  <a:solidFill>
                    <a:schemeClr val="bg1"/>
                  </a:solidFill>
                </a:rPr>
                <a:t>科技创新 </a:t>
              </a:r>
              <a:r>
                <a:rPr lang="en-US" altLang="zh-CN" sz="1100">
                  <a:solidFill>
                    <a:schemeClr val="bg1"/>
                  </a:solidFill>
                </a:rPr>
                <a:t>· </a:t>
              </a:r>
              <a:r>
                <a:rPr lang="zh-CN" altLang="en-US" sz="1100">
                  <a:solidFill>
                    <a:schemeClr val="bg1"/>
                  </a:solidFill>
                </a:rPr>
                <a:t>引领未来 </a:t>
              </a:r>
              <a:r>
                <a:rPr lang="en-US" altLang="zh-CN" sz="1100">
                  <a:solidFill>
                    <a:schemeClr val="bg1"/>
                  </a:solidFill>
                </a:rPr>
                <a:t>· </a:t>
              </a:r>
              <a:r>
                <a:rPr lang="zh-CN" altLang="en-US" sz="1100">
                  <a:solidFill>
                    <a:schemeClr val="bg1"/>
                  </a:solidFill>
                </a:rPr>
                <a:t>合作共赢</a:t>
              </a: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BECE1664-02A9-FDC4-8282-911E5576E77A}"/>
                </a:ext>
              </a:extLst>
            </p:cNvPr>
            <p:cNvSpPr/>
            <p:nvPr/>
          </p:nvSpPr>
          <p:spPr>
            <a:xfrm>
              <a:off x="7865680" y="6308068"/>
              <a:ext cx="1309851" cy="45719"/>
            </a:xfrm>
            <a:prstGeom prst="rect">
              <a:avLst/>
            </a:prstGeom>
            <a:gradFill>
              <a:gsLst>
                <a:gs pos="0">
                  <a:srgbClr val="325EFF"/>
                </a:gs>
                <a:gs pos="68000">
                  <a:srgbClr val="952D90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D3960FA0-8203-4106-B072-DC8FCCBEA512}"/>
              </a:ext>
            </a:extLst>
          </p:cNvPr>
          <p:cNvGrpSpPr/>
          <p:nvPr/>
        </p:nvGrpSpPr>
        <p:grpSpPr>
          <a:xfrm>
            <a:off x="9389938" y="740495"/>
            <a:ext cx="2779839" cy="482112"/>
            <a:chOff x="5487532" y="234490"/>
            <a:chExt cx="2779838" cy="482112"/>
          </a:xfrm>
        </p:grpSpPr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E0704456-0D0F-F06C-307D-458B38842CA1}"/>
                </a:ext>
              </a:extLst>
            </p:cNvPr>
            <p:cNvSpPr txBox="1"/>
            <p:nvPr/>
          </p:nvSpPr>
          <p:spPr>
            <a:xfrm>
              <a:off x="5487532" y="254937"/>
              <a:ext cx="6726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200">
                  <a:solidFill>
                    <a:schemeClr val="bg1"/>
                  </a:solidFill>
                </a:rPr>
                <a:t>中国</a:t>
              </a:r>
              <a:endParaRPr lang="en-US" altLang="zh-CN" sz="1200">
                <a:solidFill>
                  <a:schemeClr val="bg1"/>
                </a:solidFill>
              </a:endParaRPr>
            </a:p>
            <a:p>
              <a:pPr algn="r"/>
              <a:r>
                <a:rPr lang="en-US" altLang="zh-CN" sz="1200">
                  <a:solidFill>
                    <a:schemeClr val="bg1"/>
                  </a:solidFill>
                </a:rPr>
                <a:t>CHINA</a:t>
              </a:r>
              <a:endParaRPr lang="zh-CN" altLang="en-US" sz="1200">
                <a:solidFill>
                  <a:schemeClr val="bg1"/>
                </a:solidFill>
              </a:endParaRPr>
            </a:p>
          </p:txBody>
        </p:sp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98250625-E149-A0B5-C58E-990A3B76A687}"/>
                </a:ext>
              </a:extLst>
            </p:cNvPr>
            <p:cNvPicPr>
              <a:picLocks noChangeAspect="1"/>
            </p:cNvPicPr>
            <p:nvPr/>
          </p:nvPicPr>
          <p:blipFill>
            <a:blip r:embed="R82ac909c9dc44bcd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29352" y="246610"/>
              <a:ext cx="760389" cy="461665"/>
            </a:xfrm>
            <a:prstGeom prst="rect">
              <a:avLst/>
            </a:prstGeom>
          </p:spPr>
        </p:pic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B3303021-76ED-70D2-43DD-7D2D136F5E9D}"/>
                </a:ext>
              </a:extLst>
            </p:cNvPr>
            <p:cNvSpPr txBox="1"/>
            <p:nvPr/>
          </p:nvSpPr>
          <p:spPr>
            <a:xfrm>
              <a:off x="7108421" y="234490"/>
              <a:ext cx="11589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schemeClr val="bg1"/>
                  </a:solidFill>
                </a:rPr>
                <a:t>202x</a:t>
              </a:r>
            </a:p>
            <a:p>
              <a:r>
                <a:rPr lang="en-US" altLang="zh-CN" sz="1200">
                  <a:solidFill>
                    <a:schemeClr val="bg1"/>
                  </a:solidFill>
                </a:rPr>
                <a:t>02</a:t>
              </a:r>
              <a:r>
                <a:rPr lang="zh-CN" altLang="en-US" sz="1200">
                  <a:solidFill>
                    <a:schemeClr val="bg1"/>
                  </a:solidFill>
                </a:rPr>
                <a:t>月</a:t>
              </a:r>
              <a:r>
                <a:rPr lang="en-US" altLang="zh-CN" sz="1200">
                  <a:solidFill>
                    <a:schemeClr val="bg1"/>
                  </a:solidFill>
                </a:rPr>
                <a:t>28</a:t>
              </a:r>
              <a:r>
                <a:rPr lang="zh-CN" altLang="en-US" sz="1200">
                  <a:solidFill>
                    <a:schemeClr val="bg1"/>
                  </a:solidFill>
                </a:rPr>
                <a:t>日</a:t>
              </a:r>
            </a:p>
          </p:txBody>
        </p: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C77F4F7A-88C1-B58B-9B07-88CFA3E4D43C}"/>
                </a:ext>
              </a:extLst>
            </p:cNvPr>
            <p:cNvCxnSpPr/>
            <p:nvPr/>
          </p:nvCxnSpPr>
          <p:spPr>
            <a:xfrm flipH="1">
              <a:off x="6160194" y="331085"/>
              <a:ext cx="0" cy="28988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33FC7D40-9CE0-698D-74D6-2D7C9BFDF015}"/>
                </a:ext>
              </a:extLst>
            </p:cNvPr>
            <p:cNvCxnSpPr/>
            <p:nvPr/>
          </p:nvCxnSpPr>
          <p:spPr>
            <a:xfrm flipH="1">
              <a:off x="7108421" y="340825"/>
              <a:ext cx="0" cy="28988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95680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30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1" presetID="0" presetClass="entr" presetSubtype="0" decel="7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5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6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47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8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1" grpId="1"/>
      <p:bldP spid="43" grpId="0"/>
      <p:bldP spid="45" grpId="0"/>
      <p:bldP spid="46" grpId="0"/>
      <p:bldP spid="46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430A7-866E-E20D-DCF5-EC902D8E8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E16955F7-E74B-2B72-2BC4-D1C1DD7AEB55}"/>
              </a:ext>
            </a:extLst>
          </p:cNvPr>
          <p:cNvPicPr>
            <a:picLocks noChangeAspect="1"/>
          </p:cNvPicPr>
          <p:nvPr/>
        </p:nvPicPr>
        <p:blipFill>
          <a:blip r:embed="R61f4c35efe904fce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DE7BCED-DAD0-A06C-1E05-9374B3311862}"/>
              </a:ext>
            </a:extLst>
          </p:cNvPr>
          <p:cNvPicPr>
            <a:picLocks noChangeAspect="1"/>
          </p:cNvPicPr>
          <p:nvPr/>
        </p:nvPicPr>
        <p:blipFill>
          <a:blip r:embed="R97a79e4043fd405e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226" y="0"/>
            <a:ext cx="12147551" cy="6858000"/>
          </a:xfrm>
          <a:prstGeom prst="rect">
            <a:avLst/>
          </a:prstGeom>
        </p:spPr>
      </p:pic>
      <p:pic>
        <p:nvPicPr>
          <p:cNvPr id="84" name="图片 83">
            <a:extLst>
              <a:ext uri="{FF2B5EF4-FFF2-40B4-BE49-F238E27FC236}">
                <a16:creationId xmlns:a16="http://schemas.microsoft.com/office/drawing/2014/main" id="{FEF72B3D-00D9-D19E-F83D-CC70F606606C}"/>
              </a:ext>
            </a:extLst>
          </p:cNvPr>
          <p:cNvPicPr>
            <a:picLocks noChangeAspect="1"/>
          </p:cNvPicPr>
          <p:nvPr/>
        </p:nvPicPr>
        <p:blipFill>
          <a:blip r:embed="R70f5c01df49f4d6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003638"/>
            <a:ext cx="12192000" cy="5142511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1BDD5229-628B-3DF0-0B5F-4937306B8E5B}"/>
              </a:ext>
            </a:extLst>
          </p:cNvPr>
          <p:cNvGrpSpPr/>
          <p:nvPr/>
        </p:nvGrpSpPr>
        <p:grpSpPr>
          <a:xfrm>
            <a:off x="321879" y="374349"/>
            <a:ext cx="1158949" cy="1234853"/>
            <a:chOff x="350874" y="233917"/>
            <a:chExt cx="1158949" cy="1234853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0B6F785-C563-3817-7D4B-3E023DE035E5}"/>
                </a:ext>
              </a:extLst>
            </p:cNvPr>
            <p:cNvSpPr txBox="1"/>
            <p:nvPr/>
          </p:nvSpPr>
          <p:spPr>
            <a:xfrm>
              <a:off x="350874" y="361227"/>
              <a:ext cx="1158949" cy="683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>
                  <a:solidFill>
                    <a:schemeClr val="bg1"/>
                  </a:solidFill>
                </a:rPr>
                <a:t>科技峰会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600">
                  <a:solidFill>
                    <a:schemeClr val="bg1"/>
                  </a:solidFill>
                </a:rPr>
                <a:t>智能时代</a:t>
              </a:r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931E9CC5-2226-2EB3-4884-7C65B2F9856E}"/>
                </a:ext>
              </a:extLst>
            </p:cNvPr>
            <p:cNvSpPr/>
            <p:nvPr/>
          </p:nvSpPr>
          <p:spPr>
            <a:xfrm>
              <a:off x="479425" y="233917"/>
              <a:ext cx="404797" cy="76148"/>
            </a:xfrm>
            <a:custGeom>
              <a:avLst/>
              <a:gdLst>
                <a:gd name="connsiteX0" fmla="*/ 328649 w 404797"/>
                <a:gd name="connsiteY0" fmla="*/ 0 h 76148"/>
                <a:gd name="connsiteX1" fmla="*/ 404797 w 404797"/>
                <a:gd name="connsiteY1" fmla="*/ 0 h 76148"/>
                <a:gd name="connsiteX2" fmla="*/ 404797 w 404797"/>
                <a:gd name="connsiteY2" fmla="*/ 76148 h 76148"/>
                <a:gd name="connsiteX3" fmla="*/ 328649 w 404797"/>
                <a:gd name="connsiteY3" fmla="*/ 76148 h 76148"/>
                <a:gd name="connsiteX4" fmla="*/ 164325 w 404797"/>
                <a:gd name="connsiteY4" fmla="*/ 0 h 76148"/>
                <a:gd name="connsiteX5" fmla="*/ 240473 w 404797"/>
                <a:gd name="connsiteY5" fmla="*/ 0 h 76148"/>
                <a:gd name="connsiteX6" fmla="*/ 240473 w 404797"/>
                <a:gd name="connsiteY6" fmla="*/ 76148 h 76148"/>
                <a:gd name="connsiteX7" fmla="*/ 164325 w 404797"/>
                <a:gd name="connsiteY7" fmla="*/ 76148 h 76148"/>
                <a:gd name="connsiteX8" fmla="*/ 0 w 404797"/>
                <a:gd name="connsiteY8" fmla="*/ 0 h 76148"/>
                <a:gd name="connsiteX9" fmla="*/ 76148 w 404797"/>
                <a:gd name="connsiteY9" fmla="*/ 0 h 76148"/>
                <a:gd name="connsiteX10" fmla="*/ 76148 w 404797"/>
                <a:gd name="connsiteY10" fmla="*/ 76148 h 76148"/>
                <a:gd name="connsiteX11" fmla="*/ 0 w 404797"/>
                <a:gd name="connsiteY11" fmla="*/ 76148 h 76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4797" h="76148">
                  <a:moveTo>
                    <a:pt x="328649" y="0"/>
                  </a:moveTo>
                  <a:lnTo>
                    <a:pt x="404797" y="0"/>
                  </a:lnTo>
                  <a:lnTo>
                    <a:pt x="404797" y="76148"/>
                  </a:lnTo>
                  <a:lnTo>
                    <a:pt x="328649" y="76148"/>
                  </a:lnTo>
                  <a:close/>
                  <a:moveTo>
                    <a:pt x="164325" y="0"/>
                  </a:moveTo>
                  <a:lnTo>
                    <a:pt x="240473" y="0"/>
                  </a:lnTo>
                  <a:lnTo>
                    <a:pt x="240473" y="76148"/>
                  </a:lnTo>
                  <a:lnTo>
                    <a:pt x="164325" y="76148"/>
                  </a:lnTo>
                  <a:close/>
                  <a:moveTo>
                    <a:pt x="0" y="0"/>
                  </a:moveTo>
                  <a:lnTo>
                    <a:pt x="76148" y="0"/>
                  </a:lnTo>
                  <a:lnTo>
                    <a:pt x="76148" y="76148"/>
                  </a:lnTo>
                  <a:lnTo>
                    <a:pt x="0" y="761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7868738A-73F2-F285-825E-3D8924A600B9}"/>
                </a:ext>
              </a:extLst>
            </p:cNvPr>
            <p:cNvSpPr/>
            <p:nvPr/>
          </p:nvSpPr>
          <p:spPr>
            <a:xfrm rot="10800000">
              <a:off x="479425" y="1122113"/>
              <a:ext cx="80790" cy="346657"/>
            </a:xfrm>
            <a:custGeom>
              <a:avLst/>
              <a:gdLst>
                <a:gd name="connsiteX0" fmla="*/ 59531 w 59531"/>
                <a:gd name="connsiteY0" fmla="*/ 45719 h 255438"/>
                <a:gd name="connsiteX1" fmla="*/ 1 w 59531"/>
                <a:gd name="connsiteY1" fmla="*/ 45719 h 255438"/>
                <a:gd name="connsiteX2" fmla="*/ 29766 w 59531"/>
                <a:gd name="connsiteY2" fmla="*/ 0 h 255438"/>
                <a:gd name="connsiteX3" fmla="*/ 59530 w 59531"/>
                <a:gd name="connsiteY3" fmla="*/ 150579 h 255438"/>
                <a:gd name="connsiteX4" fmla="*/ 0 w 59531"/>
                <a:gd name="connsiteY4" fmla="*/ 150579 h 255438"/>
                <a:gd name="connsiteX5" fmla="*/ 29765 w 59531"/>
                <a:gd name="connsiteY5" fmla="*/ 104860 h 255438"/>
                <a:gd name="connsiteX6" fmla="*/ 59530 w 59531"/>
                <a:gd name="connsiteY6" fmla="*/ 255438 h 255438"/>
                <a:gd name="connsiteX7" fmla="*/ 0 w 59531"/>
                <a:gd name="connsiteY7" fmla="*/ 255438 h 255438"/>
                <a:gd name="connsiteX8" fmla="*/ 29765 w 59531"/>
                <a:gd name="connsiteY8" fmla="*/ 209719 h 25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531" h="255438">
                  <a:moveTo>
                    <a:pt x="59531" y="45719"/>
                  </a:moveTo>
                  <a:lnTo>
                    <a:pt x="1" y="45719"/>
                  </a:lnTo>
                  <a:lnTo>
                    <a:pt x="29766" y="0"/>
                  </a:lnTo>
                  <a:close/>
                  <a:moveTo>
                    <a:pt x="59530" y="150579"/>
                  </a:moveTo>
                  <a:lnTo>
                    <a:pt x="0" y="150579"/>
                  </a:lnTo>
                  <a:lnTo>
                    <a:pt x="29765" y="104860"/>
                  </a:lnTo>
                  <a:close/>
                  <a:moveTo>
                    <a:pt x="59530" y="255438"/>
                  </a:moveTo>
                  <a:lnTo>
                    <a:pt x="0" y="255438"/>
                  </a:lnTo>
                  <a:lnTo>
                    <a:pt x="29765" y="20971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87F3474-4DCE-1D9D-0807-F5C1DAF4DBF5}"/>
              </a:ext>
            </a:extLst>
          </p:cNvPr>
          <p:cNvGrpSpPr/>
          <p:nvPr/>
        </p:nvGrpSpPr>
        <p:grpSpPr>
          <a:xfrm>
            <a:off x="7865681" y="6200123"/>
            <a:ext cx="3612455" cy="261610"/>
            <a:chOff x="7865680" y="6200122"/>
            <a:chExt cx="3612454" cy="261610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BF5F4147-9DA3-5A15-D570-34DA8A3AEB8C}"/>
                </a:ext>
              </a:extLst>
            </p:cNvPr>
            <p:cNvSpPr txBox="1"/>
            <p:nvPr/>
          </p:nvSpPr>
          <p:spPr>
            <a:xfrm>
              <a:off x="9175530" y="6200122"/>
              <a:ext cx="23026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100">
                  <a:solidFill>
                    <a:schemeClr val="bg1"/>
                  </a:solidFill>
                </a:rPr>
                <a:t>科技创新 </a:t>
              </a:r>
              <a:r>
                <a:rPr lang="en-US" altLang="zh-CN" sz="1100">
                  <a:solidFill>
                    <a:schemeClr val="bg1"/>
                  </a:solidFill>
                </a:rPr>
                <a:t>· </a:t>
              </a:r>
              <a:r>
                <a:rPr lang="zh-CN" altLang="en-US" sz="1100">
                  <a:solidFill>
                    <a:schemeClr val="bg1"/>
                  </a:solidFill>
                </a:rPr>
                <a:t>引领未来 </a:t>
              </a:r>
              <a:r>
                <a:rPr lang="en-US" altLang="zh-CN" sz="1100">
                  <a:solidFill>
                    <a:schemeClr val="bg1"/>
                  </a:solidFill>
                </a:rPr>
                <a:t>· </a:t>
              </a:r>
              <a:r>
                <a:rPr lang="zh-CN" altLang="en-US" sz="1100">
                  <a:solidFill>
                    <a:schemeClr val="bg1"/>
                  </a:solidFill>
                </a:rPr>
                <a:t>合作共赢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E316234-30C0-5DB4-157C-2AD0B287B06A}"/>
                </a:ext>
              </a:extLst>
            </p:cNvPr>
            <p:cNvSpPr/>
            <p:nvPr/>
          </p:nvSpPr>
          <p:spPr>
            <a:xfrm>
              <a:off x="7865680" y="6308068"/>
              <a:ext cx="1309851" cy="45719"/>
            </a:xfrm>
            <a:prstGeom prst="rect">
              <a:avLst/>
            </a:prstGeom>
            <a:gradFill>
              <a:gsLst>
                <a:gs pos="0">
                  <a:srgbClr val="325EFF"/>
                </a:gs>
                <a:gs pos="68000">
                  <a:srgbClr val="952D90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E43B1F84-28EE-824D-49C5-BE7AA98CBE77}"/>
              </a:ext>
            </a:extLst>
          </p:cNvPr>
          <p:cNvSpPr txBox="1"/>
          <p:nvPr>
            <p:custDataLst>
              <p:tags r:id="R96addbcbda8841e6"/>
            </p:custDataLst>
          </p:nvPr>
        </p:nvSpPr>
        <p:spPr>
          <a:xfrm>
            <a:off x="4458296" y="769790"/>
            <a:ext cx="3275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>
                <a:solidFill>
                  <a:schemeClr val="bg1"/>
                </a:solidFill>
                <a:latin typeface="Aharoni" pitchFamily="2" charset="-79"/>
                <a:cs typeface="Aharoni" pitchFamily="2" charset="-79"/>
                <a:sym typeface="+mn-lt"/>
              </a:rPr>
              <a:t>CONTENTS</a:t>
            </a:r>
            <a:endParaRPr lang="zh-CN" altLang="en-US" sz="3600" b="1">
              <a:solidFill>
                <a:schemeClr val="bg1"/>
              </a:solidFill>
              <a:latin typeface="Aharoni" pitchFamily="2" charset="-79"/>
              <a:cs typeface="Aharoni" pitchFamily="2" charset="-79"/>
              <a:sym typeface="+mn-lt"/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6B6483F5-F4EB-EF0A-C46D-610D7C567DB2}"/>
              </a:ext>
            </a:extLst>
          </p:cNvPr>
          <p:cNvCxnSpPr/>
          <p:nvPr/>
        </p:nvCxnSpPr>
        <p:spPr>
          <a:xfrm>
            <a:off x="5801834" y="1531547"/>
            <a:ext cx="588335" cy="0"/>
          </a:xfrm>
          <a:prstGeom prst="line">
            <a:avLst/>
          </a:prstGeom>
          <a:ln w="50800">
            <a:gradFill>
              <a:gsLst>
                <a:gs pos="0">
                  <a:srgbClr val="325EFF"/>
                </a:gs>
                <a:gs pos="100000">
                  <a:srgbClr val="952D90"/>
                </a:gs>
              </a:gsLst>
              <a:lin ang="90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71C72508-4CF0-9EFD-8138-D3A535E764C4}"/>
              </a:ext>
            </a:extLst>
          </p:cNvPr>
          <p:cNvGrpSpPr/>
          <p:nvPr/>
        </p:nvGrpSpPr>
        <p:grpSpPr>
          <a:xfrm>
            <a:off x="1295029" y="2306034"/>
            <a:ext cx="9811243" cy="3020419"/>
            <a:chOff x="1713157" y="2461410"/>
            <a:chExt cx="8916325" cy="2744916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7EE9DA24-F68A-A0A1-0615-779189219796}"/>
                </a:ext>
              </a:extLst>
            </p:cNvPr>
            <p:cNvGrpSpPr/>
            <p:nvPr/>
          </p:nvGrpSpPr>
          <p:grpSpPr>
            <a:xfrm>
              <a:off x="1713157" y="2461410"/>
              <a:ext cx="4200119" cy="1043491"/>
              <a:chOff x="1713157" y="2571823"/>
              <a:chExt cx="4200119" cy="1043491"/>
            </a:xfrm>
          </p:grpSpPr>
          <p:grpSp>
            <p:nvGrpSpPr>
              <p:cNvPr id="53" name="组合 52">
                <a:extLst>
                  <a:ext uri="{FF2B5EF4-FFF2-40B4-BE49-F238E27FC236}">
                    <a16:creationId xmlns:a16="http://schemas.microsoft.com/office/drawing/2014/main" id="{5E95A14A-98F8-03B3-7293-8B39E13F7EBA}"/>
                  </a:ext>
                </a:extLst>
              </p:cNvPr>
              <p:cNvGrpSpPr/>
              <p:nvPr/>
            </p:nvGrpSpPr>
            <p:grpSpPr>
              <a:xfrm>
                <a:off x="1713157" y="2571823"/>
                <a:ext cx="4200119" cy="1043491"/>
                <a:chOff x="2078917" y="2710927"/>
                <a:chExt cx="4200119" cy="1043491"/>
              </a:xfrm>
            </p:grpSpPr>
            <p:sp>
              <p:nvSpPr>
                <p:cNvPr id="48" name="矩形: 圆角 47">
                  <a:extLst>
                    <a:ext uri="{FF2B5EF4-FFF2-40B4-BE49-F238E27FC236}">
                      <a16:creationId xmlns:a16="http://schemas.microsoft.com/office/drawing/2014/main" id="{F269F5D0-D630-C6D9-2EBC-303AB49E8308}"/>
                    </a:ext>
                  </a:extLst>
                </p:cNvPr>
                <p:cNvSpPr/>
                <p:nvPr/>
              </p:nvSpPr>
              <p:spPr>
                <a:xfrm>
                  <a:off x="2571078" y="2710927"/>
                  <a:ext cx="3707958" cy="1043491"/>
                </a:xfrm>
                <a:prstGeom prst="roundRect">
                  <a:avLst>
                    <a:gd name="adj" fmla="val 8420"/>
                  </a:avLst>
                </a:prstGeom>
                <a:gradFill>
                  <a:gsLst>
                    <a:gs pos="0">
                      <a:schemeClr val="bg1">
                        <a:alpha val="0"/>
                      </a:schemeClr>
                    </a:gs>
                    <a:gs pos="100000">
                      <a:schemeClr val="bg1">
                        <a:alpha val="24000"/>
                      </a:schemeClr>
                    </a:gs>
                  </a:gsLst>
                  <a:lin ang="24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/>
                </a:p>
              </p:txBody>
            </p:sp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C1F35539-A41B-8F5F-425C-96CC473CD8F4}"/>
                    </a:ext>
                  </a:extLst>
                </p:cNvPr>
                <p:cNvSpPr txBox="1"/>
                <p:nvPr/>
              </p:nvSpPr>
              <p:spPr>
                <a:xfrm>
                  <a:off x="3130544" y="2855686"/>
                  <a:ext cx="2891459" cy="4939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dist"/>
                  <a:r>
                    <a:rPr lang="zh-CN" altLang="en-US" sz="3600" b="1" noProof="0">
                      <a:solidFill>
                        <a:schemeClr val="bg1"/>
                      </a:solidFill>
                      <a:latin typeface="阿里巴巴普惠体 Heavy" pitchFamily="18" charset="-122"/>
                      <a:ea typeface="阿里巴巴普惠体 Heavy" pitchFamily="18" charset="-122"/>
                      <a:cs typeface="阿里巴巴普惠体 Heavy" pitchFamily="18" charset="-122"/>
                      <a:sym typeface="+mn-lt"/>
                    </a:rPr>
                    <a:t>会议内容概述</a:t>
                  </a:r>
                  <a:endParaRPr kumimoji="0" lang="zh-CN" altLang="en-US" sz="36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uLnTx/>
                    <a:uFillTx/>
                    <a:latin typeface="阿里巴巴普惠体 Heavy" pitchFamily="18" charset="-122"/>
                    <a:ea typeface="阿里巴巴普惠体 Heavy" pitchFamily="18" charset="-122"/>
                    <a:cs typeface="阿里巴巴普惠体 Heavy" pitchFamily="18" charset="-122"/>
                    <a:sym typeface="+mn-lt"/>
                  </a:endParaRPr>
                </a:p>
              </p:txBody>
            </p:sp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2017BD3A-E2DB-E71D-DF0F-141C716B47B9}"/>
                    </a:ext>
                  </a:extLst>
                </p:cNvPr>
                <p:cNvSpPr txBox="1"/>
                <p:nvPr/>
              </p:nvSpPr>
              <p:spPr>
                <a:xfrm>
                  <a:off x="3130545" y="3381971"/>
                  <a:ext cx="2958283" cy="2517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zh-CN" altLang="en-US" sz="1300">
                      <a:solidFill>
                        <a:schemeClr val="bg1">
                          <a:alpha val="47000"/>
                        </a:schemeClr>
                      </a:solidFill>
                      <a:cs typeface="+mn-ea"/>
                      <a:sym typeface="+mn-lt"/>
                    </a:rPr>
                    <a:t>Please add in this text, the template. </a:t>
                  </a:r>
                </a:p>
              </p:txBody>
            </p:sp>
            <p:pic>
              <p:nvPicPr>
                <p:cNvPr id="51" name="图片 50">
                  <a:extLst>
                    <a:ext uri="{FF2B5EF4-FFF2-40B4-BE49-F238E27FC236}">
                      <a16:creationId xmlns:a16="http://schemas.microsoft.com/office/drawing/2014/main" id="{DFD79B1D-8BAE-17E5-4E8A-2654199807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f982d247477c44e7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78917" y="2845316"/>
                  <a:ext cx="788380" cy="788380"/>
                </a:xfrm>
                <a:prstGeom prst="rect">
                  <a:avLst/>
                </a:prstGeom>
              </p:spPr>
            </p:pic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D79036E1-DE40-5BFE-607E-8922BFA70F6E}"/>
                    </a:ext>
                  </a:extLst>
                </p:cNvPr>
                <p:cNvSpPr txBox="1"/>
                <p:nvPr/>
              </p:nvSpPr>
              <p:spPr>
                <a:xfrm>
                  <a:off x="2145742" y="3007200"/>
                  <a:ext cx="657036" cy="4939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:r>
                    <a:rPr lang="en-US" altLang="zh-CN" sz="2800" b="1" noProof="0">
                      <a:solidFill>
                        <a:schemeClr val="bg1"/>
                      </a:solidFill>
                      <a:cs typeface="+mn-ea"/>
                      <a:sym typeface="+mn-lt"/>
                    </a:rPr>
                    <a:t>01</a:t>
                  </a: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uLnTx/>
                    <a:uFillTx/>
                    <a:cs typeface="+mn-ea"/>
                    <a:sym typeface="+mn-lt"/>
                  </a:endParaRPr>
                </a:p>
              </p:txBody>
            </p:sp>
          </p:grpSp>
          <p:pic>
            <p:nvPicPr>
              <p:cNvPr id="55" name="图片 54">
                <a:extLst>
                  <a:ext uri="{FF2B5EF4-FFF2-40B4-BE49-F238E27FC236}">
                    <a16:creationId xmlns:a16="http://schemas.microsoft.com/office/drawing/2014/main" id="{10AE0695-9DA3-59B6-031D-C38257797A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99238add1608461e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37401" y="2598268"/>
                <a:ext cx="495300" cy="495300"/>
              </a:xfrm>
              <a:prstGeom prst="rect">
                <a:avLst/>
              </a:prstGeom>
            </p:spPr>
          </p:pic>
        </p:grp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BA66FC70-10EB-6830-3482-7567C7B68CCB}"/>
                </a:ext>
              </a:extLst>
            </p:cNvPr>
            <p:cNvGrpSpPr/>
            <p:nvPr/>
          </p:nvGrpSpPr>
          <p:grpSpPr>
            <a:xfrm>
              <a:off x="6429363" y="2461410"/>
              <a:ext cx="4200119" cy="1043491"/>
              <a:chOff x="1713157" y="2571823"/>
              <a:chExt cx="4200119" cy="1043491"/>
            </a:xfrm>
          </p:grpSpPr>
          <p:grpSp>
            <p:nvGrpSpPr>
              <p:cNvPr id="60" name="组合 59">
                <a:extLst>
                  <a:ext uri="{FF2B5EF4-FFF2-40B4-BE49-F238E27FC236}">
                    <a16:creationId xmlns:a16="http://schemas.microsoft.com/office/drawing/2014/main" id="{DE10F0B9-8523-861D-DDDB-835B29FA57AF}"/>
                  </a:ext>
                </a:extLst>
              </p:cNvPr>
              <p:cNvGrpSpPr/>
              <p:nvPr/>
            </p:nvGrpSpPr>
            <p:grpSpPr>
              <a:xfrm>
                <a:off x="1713157" y="2571823"/>
                <a:ext cx="4200119" cy="1043491"/>
                <a:chOff x="2078917" y="2710927"/>
                <a:chExt cx="4200119" cy="1043491"/>
              </a:xfrm>
            </p:grpSpPr>
            <p:sp>
              <p:nvSpPr>
                <p:cNvPr id="62" name="矩形: 圆角 61">
                  <a:extLst>
                    <a:ext uri="{FF2B5EF4-FFF2-40B4-BE49-F238E27FC236}">
                      <a16:creationId xmlns:a16="http://schemas.microsoft.com/office/drawing/2014/main" id="{03CB2A83-D2FA-3B6A-25BC-C43ECF384895}"/>
                    </a:ext>
                  </a:extLst>
                </p:cNvPr>
                <p:cNvSpPr/>
                <p:nvPr/>
              </p:nvSpPr>
              <p:spPr>
                <a:xfrm>
                  <a:off x="2571078" y="2710927"/>
                  <a:ext cx="3707958" cy="1043491"/>
                </a:xfrm>
                <a:prstGeom prst="roundRect">
                  <a:avLst>
                    <a:gd name="adj" fmla="val 8420"/>
                  </a:avLst>
                </a:prstGeom>
                <a:gradFill>
                  <a:gsLst>
                    <a:gs pos="0">
                      <a:schemeClr val="bg1">
                        <a:alpha val="0"/>
                      </a:schemeClr>
                    </a:gs>
                    <a:gs pos="100000">
                      <a:schemeClr val="bg1">
                        <a:alpha val="24000"/>
                      </a:schemeClr>
                    </a:gs>
                  </a:gsLst>
                  <a:lin ang="24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/>
                </a:p>
              </p:txBody>
            </p:sp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D24713D8-334A-F11F-0B2E-DDD4C31BAA65}"/>
                    </a:ext>
                  </a:extLst>
                </p:cNvPr>
                <p:cNvSpPr txBox="1"/>
                <p:nvPr/>
              </p:nvSpPr>
              <p:spPr>
                <a:xfrm>
                  <a:off x="3130544" y="2855686"/>
                  <a:ext cx="2891459" cy="4939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>
                  <a:defPPr>
                    <a:defRPr lang="en-US"/>
                  </a:defPPr>
                  <a:lvl1pPr algn="dist">
                    <a:defRPr sz="3600" b="1">
                      <a:solidFill>
                        <a:schemeClr val="bg1"/>
                      </a:solidFill>
                      <a:latin typeface="阿里巴巴普惠体 Heavy" pitchFamily="18" charset="-122"/>
                      <a:ea typeface="阿里巴巴普惠体 Heavy" pitchFamily="18" charset="-122"/>
                      <a:cs typeface="阿里巴巴普惠体 Heavy" pitchFamily="18" charset="-122"/>
                    </a:defRPr>
                  </a:lvl1pPr>
                </a:lstStyle>
                <a:p>
                  <a:r>
                    <a:rPr lang="zh-CN" altLang="en-US">
                      <a:sym typeface="+mn-lt"/>
                    </a:rPr>
                    <a:t>峰会活动流程 </a:t>
                  </a:r>
                </a:p>
              </p:txBody>
            </p:sp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CF7D9B21-F2A6-6684-1FDF-7303AE35DFDF}"/>
                    </a:ext>
                  </a:extLst>
                </p:cNvPr>
                <p:cNvSpPr txBox="1"/>
                <p:nvPr/>
              </p:nvSpPr>
              <p:spPr>
                <a:xfrm>
                  <a:off x="3130545" y="3381971"/>
                  <a:ext cx="2958283" cy="2517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zh-CN" altLang="en-US" sz="1300">
                      <a:solidFill>
                        <a:schemeClr val="bg1">
                          <a:alpha val="47000"/>
                        </a:schemeClr>
                      </a:solidFill>
                      <a:cs typeface="+mn-ea"/>
                      <a:sym typeface="+mn-lt"/>
                    </a:rPr>
                    <a:t>Please add in this text, the template. </a:t>
                  </a:r>
                </a:p>
              </p:txBody>
            </p:sp>
            <p:pic>
              <p:nvPicPr>
                <p:cNvPr id="65" name="图片 64">
                  <a:extLst>
                    <a:ext uri="{FF2B5EF4-FFF2-40B4-BE49-F238E27FC236}">
                      <a16:creationId xmlns:a16="http://schemas.microsoft.com/office/drawing/2014/main" id="{075B7C49-7FCD-D503-749C-F03BC411AB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c828eff9dccb44af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78917" y="2845316"/>
                  <a:ext cx="788380" cy="788380"/>
                </a:xfrm>
                <a:prstGeom prst="rect">
                  <a:avLst/>
                </a:prstGeom>
              </p:spPr>
            </p:pic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A968C1C0-0829-808C-EACA-692F11393A74}"/>
                    </a:ext>
                  </a:extLst>
                </p:cNvPr>
                <p:cNvSpPr txBox="1"/>
                <p:nvPr/>
              </p:nvSpPr>
              <p:spPr>
                <a:xfrm>
                  <a:off x="2145742" y="3007200"/>
                  <a:ext cx="657036" cy="4939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:r>
                    <a:rPr lang="en-US" altLang="zh-CN" sz="2800" b="1" noProof="0">
                      <a:solidFill>
                        <a:schemeClr val="bg1"/>
                      </a:solidFill>
                      <a:cs typeface="+mn-ea"/>
                      <a:sym typeface="+mn-lt"/>
                    </a:rPr>
                    <a:t>02</a:t>
                  </a: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uLnTx/>
                    <a:uFillTx/>
                    <a:cs typeface="+mn-ea"/>
                    <a:sym typeface="+mn-lt"/>
                  </a:endParaRPr>
                </a:p>
              </p:txBody>
            </p:sp>
          </p:grpSp>
          <p:pic>
            <p:nvPicPr>
              <p:cNvPr id="61" name="图片 60">
                <a:extLst>
                  <a:ext uri="{FF2B5EF4-FFF2-40B4-BE49-F238E27FC236}">
                    <a16:creationId xmlns:a16="http://schemas.microsoft.com/office/drawing/2014/main" id="{D5BBF83A-6FB6-B37E-EC27-3ADD962309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99238add1608461e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37401" y="2598268"/>
                <a:ext cx="495300" cy="495300"/>
              </a:xfrm>
              <a:prstGeom prst="rect">
                <a:avLst/>
              </a:prstGeom>
            </p:spPr>
          </p:pic>
        </p:grp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12CDF3D4-CA51-0C17-22DF-01DBE8F8B60D}"/>
                </a:ext>
              </a:extLst>
            </p:cNvPr>
            <p:cNvGrpSpPr/>
            <p:nvPr/>
          </p:nvGrpSpPr>
          <p:grpSpPr>
            <a:xfrm>
              <a:off x="1713157" y="4162835"/>
              <a:ext cx="4200119" cy="1043491"/>
              <a:chOff x="1713157" y="2571823"/>
              <a:chExt cx="4200119" cy="1043491"/>
            </a:xfrm>
          </p:grpSpPr>
          <p:grpSp>
            <p:nvGrpSpPr>
              <p:cNvPr id="68" name="组合 67">
                <a:extLst>
                  <a:ext uri="{FF2B5EF4-FFF2-40B4-BE49-F238E27FC236}">
                    <a16:creationId xmlns:a16="http://schemas.microsoft.com/office/drawing/2014/main" id="{7E366829-DED6-F2A1-5D50-7495BDBE9C55}"/>
                  </a:ext>
                </a:extLst>
              </p:cNvPr>
              <p:cNvGrpSpPr/>
              <p:nvPr/>
            </p:nvGrpSpPr>
            <p:grpSpPr>
              <a:xfrm>
                <a:off x="1713157" y="2571823"/>
                <a:ext cx="4200119" cy="1043491"/>
                <a:chOff x="2078917" y="2710927"/>
                <a:chExt cx="4200119" cy="1043491"/>
              </a:xfrm>
            </p:grpSpPr>
            <p:sp>
              <p:nvSpPr>
                <p:cNvPr id="70" name="矩形: 圆角 69">
                  <a:extLst>
                    <a:ext uri="{FF2B5EF4-FFF2-40B4-BE49-F238E27FC236}">
                      <a16:creationId xmlns:a16="http://schemas.microsoft.com/office/drawing/2014/main" id="{527648A0-8F43-F32B-5A40-9DB76ED6B07A}"/>
                    </a:ext>
                  </a:extLst>
                </p:cNvPr>
                <p:cNvSpPr/>
                <p:nvPr/>
              </p:nvSpPr>
              <p:spPr>
                <a:xfrm>
                  <a:off x="2571078" y="2710927"/>
                  <a:ext cx="3707958" cy="1043491"/>
                </a:xfrm>
                <a:prstGeom prst="roundRect">
                  <a:avLst>
                    <a:gd name="adj" fmla="val 8420"/>
                  </a:avLst>
                </a:prstGeom>
                <a:gradFill>
                  <a:gsLst>
                    <a:gs pos="0">
                      <a:schemeClr val="bg1">
                        <a:alpha val="0"/>
                      </a:schemeClr>
                    </a:gs>
                    <a:gs pos="100000">
                      <a:schemeClr val="bg1">
                        <a:alpha val="24000"/>
                      </a:schemeClr>
                    </a:gs>
                  </a:gsLst>
                  <a:lin ang="24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/>
                </a:p>
              </p:txBody>
            </p:sp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9A285954-408E-B42E-4CE7-E4A0A0AD7A2C}"/>
                    </a:ext>
                  </a:extLst>
                </p:cNvPr>
                <p:cNvSpPr txBox="1"/>
                <p:nvPr/>
              </p:nvSpPr>
              <p:spPr>
                <a:xfrm>
                  <a:off x="3130544" y="2855686"/>
                  <a:ext cx="2891459" cy="4939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>
                  <a:defPPr>
                    <a:defRPr lang="en-US"/>
                  </a:defPPr>
                  <a:lvl1pPr algn="dist">
                    <a:defRPr sz="3600" b="1">
                      <a:solidFill>
                        <a:schemeClr val="bg1"/>
                      </a:solidFill>
                      <a:latin typeface="阿里巴巴普惠体 Heavy" pitchFamily="18" charset="-122"/>
                      <a:ea typeface="阿里巴巴普惠体 Heavy" pitchFamily="18" charset="-122"/>
                      <a:cs typeface="阿里巴巴普惠体 Heavy" pitchFamily="18" charset="-122"/>
                    </a:defRPr>
                  </a:lvl1pPr>
                </a:lstStyle>
                <a:p>
                  <a:r>
                    <a:rPr lang="zh-CN" altLang="en-US">
                      <a:sym typeface="+mn-lt"/>
                    </a:rPr>
                    <a:t>互动环节讨论</a:t>
                  </a:r>
                </a:p>
              </p:txBody>
            </p:sp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015F768D-20E1-DC2B-ED2D-B3F055A5166E}"/>
                    </a:ext>
                  </a:extLst>
                </p:cNvPr>
                <p:cNvSpPr txBox="1"/>
                <p:nvPr/>
              </p:nvSpPr>
              <p:spPr>
                <a:xfrm>
                  <a:off x="3130545" y="3381971"/>
                  <a:ext cx="2958283" cy="2517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zh-CN" altLang="en-US" sz="1300">
                      <a:solidFill>
                        <a:schemeClr val="bg1">
                          <a:alpha val="47000"/>
                        </a:schemeClr>
                      </a:solidFill>
                      <a:cs typeface="+mn-ea"/>
                      <a:sym typeface="+mn-lt"/>
                    </a:rPr>
                    <a:t>Please add in this text, the template. </a:t>
                  </a:r>
                </a:p>
              </p:txBody>
            </p:sp>
            <p:pic>
              <p:nvPicPr>
                <p:cNvPr id="73" name="图片 72">
                  <a:extLst>
                    <a:ext uri="{FF2B5EF4-FFF2-40B4-BE49-F238E27FC236}">
                      <a16:creationId xmlns:a16="http://schemas.microsoft.com/office/drawing/2014/main" id="{FAF21816-1CB8-A510-0096-DB57480F9D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c828eff9dccb44af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78917" y="2845316"/>
                  <a:ext cx="788380" cy="788380"/>
                </a:xfrm>
                <a:prstGeom prst="rect">
                  <a:avLst/>
                </a:prstGeom>
              </p:spPr>
            </p:pic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DB3565A5-CA7D-4EEF-7928-94CEA729815E}"/>
                    </a:ext>
                  </a:extLst>
                </p:cNvPr>
                <p:cNvSpPr txBox="1"/>
                <p:nvPr/>
              </p:nvSpPr>
              <p:spPr>
                <a:xfrm>
                  <a:off x="2145742" y="3007200"/>
                  <a:ext cx="657036" cy="4939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:r>
                    <a:rPr lang="en-US" altLang="zh-CN" sz="2800" b="1" noProof="0">
                      <a:solidFill>
                        <a:schemeClr val="bg1"/>
                      </a:solidFill>
                      <a:cs typeface="+mn-ea"/>
                      <a:sym typeface="+mn-lt"/>
                    </a:rPr>
                    <a:t>03</a:t>
                  </a: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uLnTx/>
                    <a:uFillTx/>
                    <a:cs typeface="+mn-ea"/>
                    <a:sym typeface="+mn-lt"/>
                  </a:endParaRPr>
                </a:p>
              </p:txBody>
            </p:sp>
          </p:grpSp>
          <p:pic>
            <p:nvPicPr>
              <p:cNvPr id="69" name="图片 68">
                <a:extLst>
                  <a:ext uri="{FF2B5EF4-FFF2-40B4-BE49-F238E27FC236}">
                    <a16:creationId xmlns:a16="http://schemas.microsoft.com/office/drawing/2014/main" id="{783B5BCE-5504-5CE0-C862-13133BA6F6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99238add1608461e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37401" y="2598268"/>
                <a:ext cx="495300" cy="495300"/>
              </a:xfrm>
              <a:prstGeom prst="rect">
                <a:avLst/>
              </a:prstGeom>
            </p:spPr>
          </p:pic>
        </p:grp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200F6DB9-B0DE-F22D-A418-3178AA2F5A38}"/>
                </a:ext>
              </a:extLst>
            </p:cNvPr>
            <p:cNvGrpSpPr/>
            <p:nvPr/>
          </p:nvGrpSpPr>
          <p:grpSpPr>
            <a:xfrm>
              <a:off x="6429363" y="4162835"/>
              <a:ext cx="4200119" cy="1043491"/>
              <a:chOff x="1713157" y="2571823"/>
              <a:chExt cx="4200119" cy="1043491"/>
            </a:xfrm>
          </p:grpSpPr>
          <p:grpSp>
            <p:nvGrpSpPr>
              <p:cNvPr id="76" name="组合 75">
                <a:extLst>
                  <a:ext uri="{FF2B5EF4-FFF2-40B4-BE49-F238E27FC236}">
                    <a16:creationId xmlns:a16="http://schemas.microsoft.com/office/drawing/2014/main" id="{61C37078-249F-22F9-E2D9-24EDB639B93D}"/>
                  </a:ext>
                </a:extLst>
              </p:cNvPr>
              <p:cNvGrpSpPr/>
              <p:nvPr/>
            </p:nvGrpSpPr>
            <p:grpSpPr>
              <a:xfrm>
                <a:off x="1713157" y="2571823"/>
                <a:ext cx="4200119" cy="1043491"/>
                <a:chOff x="2078917" y="2710927"/>
                <a:chExt cx="4200119" cy="1043491"/>
              </a:xfrm>
            </p:grpSpPr>
            <p:sp>
              <p:nvSpPr>
                <p:cNvPr id="78" name="矩形: 圆角 77">
                  <a:extLst>
                    <a:ext uri="{FF2B5EF4-FFF2-40B4-BE49-F238E27FC236}">
                      <a16:creationId xmlns:a16="http://schemas.microsoft.com/office/drawing/2014/main" id="{6C4F1B0A-DCE0-999F-1872-4714A433D629}"/>
                    </a:ext>
                  </a:extLst>
                </p:cNvPr>
                <p:cNvSpPr/>
                <p:nvPr/>
              </p:nvSpPr>
              <p:spPr>
                <a:xfrm>
                  <a:off x="2571078" y="2710927"/>
                  <a:ext cx="3707958" cy="1043491"/>
                </a:xfrm>
                <a:prstGeom prst="roundRect">
                  <a:avLst>
                    <a:gd name="adj" fmla="val 8420"/>
                  </a:avLst>
                </a:prstGeom>
                <a:gradFill>
                  <a:gsLst>
                    <a:gs pos="0">
                      <a:schemeClr val="bg1">
                        <a:alpha val="0"/>
                      </a:schemeClr>
                    </a:gs>
                    <a:gs pos="100000">
                      <a:schemeClr val="bg1">
                        <a:alpha val="24000"/>
                      </a:schemeClr>
                    </a:gs>
                  </a:gsLst>
                  <a:lin ang="24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000"/>
                </a:p>
              </p:txBody>
            </p:sp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46A7A626-FB33-E782-6E0F-22532F54FC92}"/>
                    </a:ext>
                  </a:extLst>
                </p:cNvPr>
                <p:cNvSpPr txBox="1"/>
                <p:nvPr/>
              </p:nvSpPr>
              <p:spPr>
                <a:xfrm>
                  <a:off x="3130544" y="2855686"/>
                  <a:ext cx="2891459" cy="4939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>
                  <a:defPPr>
                    <a:defRPr lang="en-US"/>
                  </a:defPPr>
                  <a:lvl1pPr algn="dist">
                    <a:defRPr sz="3600" b="1">
                      <a:solidFill>
                        <a:schemeClr val="bg1"/>
                      </a:solidFill>
                      <a:latin typeface="阿里巴巴普惠体 Heavy" pitchFamily="18" charset="-122"/>
                      <a:ea typeface="阿里巴巴普惠体 Heavy" pitchFamily="18" charset="-122"/>
                      <a:cs typeface="阿里巴巴普惠体 Heavy" pitchFamily="18" charset="-122"/>
                    </a:defRPr>
                  </a:lvl1pPr>
                </a:lstStyle>
                <a:p>
                  <a:r>
                    <a:rPr lang="zh-CN" altLang="en-US">
                      <a:sym typeface="+mn-lt"/>
                    </a:rPr>
                    <a:t>峰会现场布置</a:t>
                  </a:r>
                </a:p>
              </p:txBody>
            </p:sp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50654D09-A3CF-5688-E90E-B4B59341BFFE}"/>
                    </a:ext>
                  </a:extLst>
                </p:cNvPr>
                <p:cNvSpPr txBox="1"/>
                <p:nvPr/>
              </p:nvSpPr>
              <p:spPr>
                <a:xfrm>
                  <a:off x="3130545" y="3381971"/>
                  <a:ext cx="2958283" cy="2517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zh-CN" altLang="en-US" sz="1300">
                      <a:solidFill>
                        <a:schemeClr val="bg1">
                          <a:alpha val="47000"/>
                        </a:schemeClr>
                      </a:solidFill>
                      <a:cs typeface="+mn-ea"/>
                      <a:sym typeface="+mn-lt"/>
                    </a:rPr>
                    <a:t>Please add in this text, the template. </a:t>
                  </a:r>
                </a:p>
              </p:txBody>
            </p:sp>
            <p:pic>
              <p:nvPicPr>
                <p:cNvPr id="81" name="图片 80">
                  <a:extLst>
                    <a:ext uri="{FF2B5EF4-FFF2-40B4-BE49-F238E27FC236}">
                      <a16:creationId xmlns:a16="http://schemas.microsoft.com/office/drawing/2014/main" id="{CDBF6117-928D-8310-8B87-2230722313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f982d247477c44e7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78917" y="2845316"/>
                  <a:ext cx="788380" cy="788380"/>
                </a:xfrm>
                <a:prstGeom prst="rect">
                  <a:avLst/>
                </a:prstGeom>
              </p:spPr>
            </p:pic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16E6D3F6-7344-AA9C-C879-726965096545}"/>
                    </a:ext>
                  </a:extLst>
                </p:cNvPr>
                <p:cNvSpPr txBox="1"/>
                <p:nvPr/>
              </p:nvSpPr>
              <p:spPr>
                <a:xfrm>
                  <a:off x="2145742" y="3007200"/>
                  <a:ext cx="657036" cy="4939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:r>
                    <a:rPr lang="en-US" altLang="zh-CN" sz="2800" b="1" noProof="0">
                      <a:solidFill>
                        <a:schemeClr val="bg1"/>
                      </a:solidFill>
                      <a:cs typeface="+mn-ea"/>
                      <a:sym typeface="+mn-lt"/>
                    </a:rPr>
                    <a:t>04</a:t>
                  </a:r>
                  <a:endPara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uLnTx/>
                    <a:uFillTx/>
                    <a:cs typeface="+mn-ea"/>
                    <a:sym typeface="+mn-lt"/>
                  </a:endParaRPr>
                </a:p>
              </p:txBody>
            </p:sp>
          </p:grpSp>
          <p:pic>
            <p:nvPicPr>
              <p:cNvPr id="77" name="图片 76">
                <a:extLst>
                  <a:ext uri="{FF2B5EF4-FFF2-40B4-BE49-F238E27FC236}">
                    <a16:creationId xmlns:a16="http://schemas.microsoft.com/office/drawing/2014/main" id="{2FAB3A24-1F89-57CD-EF3D-68CECE2C37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99238add1608461e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37401" y="2598268"/>
                <a:ext cx="495300" cy="495300"/>
              </a:xfrm>
              <a:prstGeom prst="rect">
                <a:avLst/>
              </a:prstGeom>
            </p:spPr>
          </p:pic>
        </p:grpSp>
      </p:grpSp>
      <p:sp>
        <p:nvSpPr>
          <p:cNvPr id="47" name="TextBox 4">
            <a:extLst>
              <a:ext uri="{FF2B5EF4-FFF2-40B4-BE49-F238E27FC236}">
                <a16:creationId xmlns:a16="http://schemas.microsoft.com/office/drawing/2014/main" id="{EB684C7E-20A7-9694-F2D4-694B922B40F4}"/>
              </a:ext>
            </a:extLst>
          </p:cNvPr>
          <p:cNvSpPr txBox="1"/>
          <p:nvPr/>
        </p:nvSpPr>
        <p:spPr>
          <a:xfrm>
            <a:off x="-3220" y="10090"/>
            <a:ext cx="45365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  <p:extLst>
      <p:ext uri="{BB962C8B-B14F-4D97-AF65-F5344CB8AC3E}">
        <p14:creationId xmlns:p14="http://schemas.microsoft.com/office/powerpoint/2010/main" val="4019765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30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39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768B-FC0E-F697-EE7B-1C620DC44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81292B3-FE6A-4400-7683-FC9757B04ECF}"/>
              </a:ext>
            </a:extLst>
          </p:cNvPr>
          <p:cNvPicPr>
            <a:picLocks noChangeAspect="1"/>
          </p:cNvPicPr>
          <p:nvPr/>
        </p:nvPicPr>
        <p:blipFill>
          <a:blip r:embed="Rc18ca0b1077c44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786FFA7-EFB6-B119-BEF1-460F89C04B2F}"/>
              </a:ext>
            </a:extLst>
          </p:cNvPr>
          <p:cNvPicPr>
            <a:picLocks noChangeAspect="1"/>
          </p:cNvPicPr>
          <p:nvPr/>
        </p:nvPicPr>
        <p:blipFill>
          <a:blip r:embed="R2ee6d1e9c99d42a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226" y="0"/>
            <a:ext cx="12147551" cy="6858000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892C90FE-359A-B303-AA47-A8434BD2B4B3}"/>
              </a:ext>
            </a:extLst>
          </p:cNvPr>
          <p:cNvGrpSpPr/>
          <p:nvPr/>
        </p:nvGrpSpPr>
        <p:grpSpPr>
          <a:xfrm>
            <a:off x="321879" y="374349"/>
            <a:ext cx="1158949" cy="1234853"/>
            <a:chOff x="350874" y="233917"/>
            <a:chExt cx="1158949" cy="1234853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FBB2C99C-DC45-A030-8832-4CC4FD6AD8AF}"/>
                </a:ext>
              </a:extLst>
            </p:cNvPr>
            <p:cNvSpPr txBox="1"/>
            <p:nvPr/>
          </p:nvSpPr>
          <p:spPr>
            <a:xfrm>
              <a:off x="350874" y="361227"/>
              <a:ext cx="1158949" cy="683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>
                  <a:solidFill>
                    <a:schemeClr val="bg1"/>
                  </a:solidFill>
                </a:rPr>
                <a:t>科技峰会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600">
                  <a:solidFill>
                    <a:schemeClr val="bg1"/>
                  </a:solidFill>
                </a:rPr>
                <a:t>智能时代</a:t>
              </a:r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8855D8D6-7A2B-4AF8-68B7-4E50DA1BDBE8}"/>
                </a:ext>
              </a:extLst>
            </p:cNvPr>
            <p:cNvSpPr/>
            <p:nvPr/>
          </p:nvSpPr>
          <p:spPr>
            <a:xfrm>
              <a:off x="479425" y="233917"/>
              <a:ext cx="404797" cy="76148"/>
            </a:xfrm>
            <a:custGeom>
              <a:avLst/>
              <a:gdLst>
                <a:gd name="connsiteX0" fmla="*/ 328649 w 404797"/>
                <a:gd name="connsiteY0" fmla="*/ 0 h 76148"/>
                <a:gd name="connsiteX1" fmla="*/ 404797 w 404797"/>
                <a:gd name="connsiteY1" fmla="*/ 0 h 76148"/>
                <a:gd name="connsiteX2" fmla="*/ 404797 w 404797"/>
                <a:gd name="connsiteY2" fmla="*/ 76148 h 76148"/>
                <a:gd name="connsiteX3" fmla="*/ 328649 w 404797"/>
                <a:gd name="connsiteY3" fmla="*/ 76148 h 76148"/>
                <a:gd name="connsiteX4" fmla="*/ 164325 w 404797"/>
                <a:gd name="connsiteY4" fmla="*/ 0 h 76148"/>
                <a:gd name="connsiteX5" fmla="*/ 240473 w 404797"/>
                <a:gd name="connsiteY5" fmla="*/ 0 h 76148"/>
                <a:gd name="connsiteX6" fmla="*/ 240473 w 404797"/>
                <a:gd name="connsiteY6" fmla="*/ 76148 h 76148"/>
                <a:gd name="connsiteX7" fmla="*/ 164325 w 404797"/>
                <a:gd name="connsiteY7" fmla="*/ 76148 h 76148"/>
                <a:gd name="connsiteX8" fmla="*/ 0 w 404797"/>
                <a:gd name="connsiteY8" fmla="*/ 0 h 76148"/>
                <a:gd name="connsiteX9" fmla="*/ 76148 w 404797"/>
                <a:gd name="connsiteY9" fmla="*/ 0 h 76148"/>
                <a:gd name="connsiteX10" fmla="*/ 76148 w 404797"/>
                <a:gd name="connsiteY10" fmla="*/ 76148 h 76148"/>
                <a:gd name="connsiteX11" fmla="*/ 0 w 404797"/>
                <a:gd name="connsiteY11" fmla="*/ 76148 h 76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4797" h="76148">
                  <a:moveTo>
                    <a:pt x="328649" y="0"/>
                  </a:moveTo>
                  <a:lnTo>
                    <a:pt x="404797" y="0"/>
                  </a:lnTo>
                  <a:lnTo>
                    <a:pt x="404797" y="76148"/>
                  </a:lnTo>
                  <a:lnTo>
                    <a:pt x="328649" y="76148"/>
                  </a:lnTo>
                  <a:close/>
                  <a:moveTo>
                    <a:pt x="164325" y="0"/>
                  </a:moveTo>
                  <a:lnTo>
                    <a:pt x="240473" y="0"/>
                  </a:lnTo>
                  <a:lnTo>
                    <a:pt x="240473" y="76148"/>
                  </a:lnTo>
                  <a:lnTo>
                    <a:pt x="164325" y="76148"/>
                  </a:lnTo>
                  <a:close/>
                  <a:moveTo>
                    <a:pt x="0" y="0"/>
                  </a:moveTo>
                  <a:lnTo>
                    <a:pt x="76148" y="0"/>
                  </a:lnTo>
                  <a:lnTo>
                    <a:pt x="76148" y="76148"/>
                  </a:lnTo>
                  <a:lnTo>
                    <a:pt x="0" y="761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BBFF62E0-ECD2-C065-2195-3509EAB52050}"/>
                </a:ext>
              </a:extLst>
            </p:cNvPr>
            <p:cNvSpPr/>
            <p:nvPr/>
          </p:nvSpPr>
          <p:spPr>
            <a:xfrm rot="10800000">
              <a:off x="479425" y="1122113"/>
              <a:ext cx="80790" cy="346657"/>
            </a:xfrm>
            <a:custGeom>
              <a:avLst/>
              <a:gdLst>
                <a:gd name="connsiteX0" fmla="*/ 59531 w 59531"/>
                <a:gd name="connsiteY0" fmla="*/ 45719 h 255438"/>
                <a:gd name="connsiteX1" fmla="*/ 1 w 59531"/>
                <a:gd name="connsiteY1" fmla="*/ 45719 h 255438"/>
                <a:gd name="connsiteX2" fmla="*/ 29766 w 59531"/>
                <a:gd name="connsiteY2" fmla="*/ 0 h 255438"/>
                <a:gd name="connsiteX3" fmla="*/ 59530 w 59531"/>
                <a:gd name="connsiteY3" fmla="*/ 150579 h 255438"/>
                <a:gd name="connsiteX4" fmla="*/ 0 w 59531"/>
                <a:gd name="connsiteY4" fmla="*/ 150579 h 255438"/>
                <a:gd name="connsiteX5" fmla="*/ 29765 w 59531"/>
                <a:gd name="connsiteY5" fmla="*/ 104860 h 255438"/>
                <a:gd name="connsiteX6" fmla="*/ 59530 w 59531"/>
                <a:gd name="connsiteY6" fmla="*/ 255438 h 255438"/>
                <a:gd name="connsiteX7" fmla="*/ 0 w 59531"/>
                <a:gd name="connsiteY7" fmla="*/ 255438 h 255438"/>
                <a:gd name="connsiteX8" fmla="*/ 29765 w 59531"/>
                <a:gd name="connsiteY8" fmla="*/ 209719 h 25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531" h="255438">
                  <a:moveTo>
                    <a:pt x="59531" y="45719"/>
                  </a:moveTo>
                  <a:lnTo>
                    <a:pt x="1" y="45719"/>
                  </a:lnTo>
                  <a:lnTo>
                    <a:pt x="29766" y="0"/>
                  </a:lnTo>
                  <a:close/>
                  <a:moveTo>
                    <a:pt x="59530" y="150579"/>
                  </a:moveTo>
                  <a:lnTo>
                    <a:pt x="0" y="150579"/>
                  </a:lnTo>
                  <a:lnTo>
                    <a:pt x="29765" y="104860"/>
                  </a:lnTo>
                  <a:close/>
                  <a:moveTo>
                    <a:pt x="59530" y="255438"/>
                  </a:moveTo>
                  <a:lnTo>
                    <a:pt x="0" y="255438"/>
                  </a:lnTo>
                  <a:lnTo>
                    <a:pt x="29765" y="20971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33" name="图片 32">
            <a:extLst>
              <a:ext uri="{FF2B5EF4-FFF2-40B4-BE49-F238E27FC236}">
                <a16:creationId xmlns:a16="http://schemas.microsoft.com/office/drawing/2014/main" id="{622A6A00-78D2-A362-1718-8CA2B8915CE0}"/>
              </a:ext>
            </a:extLst>
          </p:cNvPr>
          <p:cNvPicPr>
            <a:picLocks noChangeAspect="1"/>
          </p:cNvPicPr>
          <p:nvPr/>
        </p:nvPicPr>
        <p:blipFill>
          <a:blip r:embed="R8dfb5ee6d49e45b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438151"/>
            <a:ext cx="12192000" cy="6419851"/>
          </a:xfrm>
          <a:prstGeom prst="rect">
            <a:avLst/>
          </a:prstGeom>
        </p:spPr>
      </p:pic>
      <p:grpSp>
        <p:nvGrpSpPr>
          <p:cNvPr id="52" name="组合 51">
            <a:extLst>
              <a:ext uri="{FF2B5EF4-FFF2-40B4-BE49-F238E27FC236}">
                <a16:creationId xmlns:a16="http://schemas.microsoft.com/office/drawing/2014/main" id="{09BB4D5A-B534-2B35-F0FB-45A6F3FD60C8}"/>
              </a:ext>
            </a:extLst>
          </p:cNvPr>
          <p:cNvGrpSpPr/>
          <p:nvPr/>
        </p:nvGrpSpPr>
        <p:grpSpPr>
          <a:xfrm>
            <a:off x="7865681" y="6200123"/>
            <a:ext cx="3612455" cy="261610"/>
            <a:chOff x="7865680" y="6200122"/>
            <a:chExt cx="3612454" cy="261610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A6F18DEE-191B-5B6A-8BC5-5BF5A8EBF1E5}"/>
                </a:ext>
              </a:extLst>
            </p:cNvPr>
            <p:cNvSpPr txBox="1"/>
            <p:nvPr/>
          </p:nvSpPr>
          <p:spPr>
            <a:xfrm>
              <a:off x="9175530" y="6200122"/>
              <a:ext cx="23026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100">
                  <a:solidFill>
                    <a:schemeClr val="bg1"/>
                  </a:solidFill>
                </a:rPr>
                <a:t>科技创新 </a:t>
              </a:r>
              <a:r>
                <a:rPr lang="en-US" altLang="zh-CN" sz="1100">
                  <a:solidFill>
                    <a:schemeClr val="bg1"/>
                  </a:solidFill>
                </a:rPr>
                <a:t>· </a:t>
              </a:r>
              <a:r>
                <a:rPr lang="zh-CN" altLang="en-US" sz="1100">
                  <a:solidFill>
                    <a:schemeClr val="bg1"/>
                  </a:solidFill>
                </a:rPr>
                <a:t>引领未来 </a:t>
              </a:r>
              <a:r>
                <a:rPr lang="en-US" altLang="zh-CN" sz="1100">
                  <a:solidFill>
                    <a:schemeClr val="bg1"/>
                  </a:solidFill>
                </a:rPr>
                <a:t>· </a:t>
              </a:r>
              <a:r>
                <a:rPr lang="zh-CN" altLang="en-US" sz="1100">
                  <a:solidFill>
                    <a:schemeClr val="bg1"/>
                  </a:solidFill>
                </a:rPr>
                <a:t>合作共赢</a:t>
              </a: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F0969182-DA36-8E52-7F88-165FC6D4D17C}"/>
                </a:ext>
              </a:extLst>
            </p:cNvPr>
            <p:cNvSpPr/>
            <p:nvPr/>
          </p:nvSpPr>
          <p:spPr>
            <a:xfrm>
              <a:off x="7865680" y="6308068"/>
              <a:ext cx="1309851" cy="45719"/>
            </a:xfrm>
            <a:prstGeom prst="rect">
              <a:avLst/>
            </a:prstGeom>
            <a:gradFill>
              <a:gsLst>
                <a:gs pos="0">
                  <a:srgbClr val="325EFF"/>
                </a:gs>
                <a:gs pos="68000">
                  <a:srgbClr val="952D90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A025215F-ED2D-F8C5-1A6B-83C1BCC421EF}"/>
              </a:ext>
            </a:extLst>
          </p:cNvPr>
          <p:cNvGrpSpPr/>
          <p:nvPr/>
        </p:nvGrpSpPr>
        <p:grpSpPr>
          <a:xfrm>
            <a:off x="9389938" y="740495"/>
            <a:ext cx="2779839" cy="482112"/>
            <a:chOff x="5487532" y="234490"/>
            <a:chExt cx="2779838" cy="482112"/>
          </a:xfrm>
        </p:grpSpPr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E0498FC6-A163-9A07-25E1-D17321434D33}"/>
                </a:ext>
              </a:extLst>
            </p:cNvPr>
            <p:cNvSpPr txBox="1"/>
            <p:nvPr/>
          </p:nvSpPr>
          <p:spPr>
            <a:xfrm>
              <a:off x="5487532" y="254937"/>
              <a:ext cx="6726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200">
                  <a:solidFill>
                    <a:schemeClr val="bg1"/>
                  </a:solidFill>
                </a:rPr>
                <a:t>中国</a:t>
              </a:r>
              <a:endParaRPr lang="en-US" altLang="zh-CN" sz="1200">
                <a:solidFill>
                  <a:schemeClr val="bg1"/>
                </a:solidFill>
              </a:endParaRPr>
            </a:p>
            <a:p>
              <a:pPr algn="r"/>
              <a:r>
                <a:rPr lang="en-US" altLang="zh-CN" sz="1200">
                  <a:solidFill>
                    <a:schemeClr val="bg1"/>
                  </a:solidFill>
                </a:rPr>
                <a:t>CHINA</a:t>
              </a:r>
              <a:endParaRPr lang="zh-CN" altLang="en-US" sz="1200">
                <a:solidFill>
                  <a:schemeClr val="bg1"/>
                </a:solidFill>
              </a:endParaRPr>
            </a:p>
          </p:txBody>
        </p:sp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262AAA14-A966-D0B3-BE0C-CAA08D585EA7}"/>
                </a:ext>
              </a:extLst>
            </p:cNvPr>
            <p:cNvPicPr>
              <a:picLocks noChangeAspect="1"/>
            </p:cNvPicPr>
            <p:nvPr/>
          </p:nvPicPr>
          <p:blipFill>
            <a:blip r:embed="R999ae25faaf24c78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29352" y="246610"/>
              <a:ext cx="760389" cy="461665"/>
            </a:xfrm>
            <a:prstGeom prst="rect">
              <a:avLst/>
            </a:prstGeom>
          </p:spPr>
        </p:pic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26543CC6-41B0-DE45-941D-EC50802FEB54}"/>
                </a:ext>
              </a:extLst>
            </p:cNvPr>
            <p:cNvSpPr txBox="1"/>
            <p:nvPr/>
          </p:nvSpPr>
          <p:spPr>
            <a:xfrm>
              <a:off x="7108421" y="234490"/>
              <a:ext cx="11589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schemeClr val="bg1"/>
                  </a:solidFill>
                </a:rPr>
                <a:t>202x</a:t>
              </a:r>
            </a:p>
            <a:p>
              <a:r>
                <a:rPr lang="en-US" altLang="zh-CN" sz="1200">
                  <a:solidFill>
                    <a:schemeClr val="bg1"/>
                  </a:solidFill>
                </a:rPr>
                <a:t>02</a:t>
              </a:r>
              <a:r>
                <a:rPr lang="zh-CN" altLang="en-US" sz="1200">
                  <a:solidFill>
                    <a:schemeClr val="bg1"/>
                  </a:solidFill>
                </a:rPr>
                <a:t>月</a:t>
              </a:r>
              <a:r>
                <a:rPr lang="en-US" altLang="zh-CN" sz="1200">
                  <a:solidFill>
                    <a:schemeClr val="bg1"/>
                  </a:solidFill>
                </a:rPr>
                <a:t>28</a:t>
              </a:r>
              <a:r>
                <a:rPr lang="zh-CN" altLang="en-US" sz="1200">
                  <a:solidFill>
                    <a:schemeClr val="bg1"/>
                  </a:solidFill>
                </a:rPr>
                <a:t>日</a:t>
              </a:r>
            </a:p>
          </p:txBody>
        </p: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442F946E-E2FF-1CDC-4237-2AE212FF70AB}"/>
                </a:ext>
              </a:extLst>
            </p:cNvPr>
            <p:cNvCxnSpPr/>
            <p:nvPr/>
          </p:nvCxnSpPr>
          <p:spPr>
            <a:xfrm flipH="1">
              <a:off x="6160194" y="331085"/>
              <a:ext cx="0" cy="28988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FDC5ABFF-73A8-FBB9-2527-CA7717B03E87}"/>
                </a:ext>
              </a:extLst>
            </p:cNvPr>
            <p:cNvCxnSpPr/>
            <p:nvPr/>
          </p:nvCxnSpPr>
          <p:spPr>
            <a:xfrm flipH="1">
              <a:off x="7108421" y="340825"/>
              <a:ext cx="0" cy="28988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D47E0A73-73BF-AD56-C3F3-5E3A4A39DC5A}"/>
              </a:ext>
            </a:extLst>
          </p:cNvPr>
          <p:cNvGrpSpPr/>
          <p:nvPr/>
        </p:nvGrpSpPr>
        <p:grpSpPr>
          <a:xfrm>
            <a:off x="1059698" y="1845758"/>
            <a:ext cx="3166487" cy="3166487"/>
            <a:chOff x="1480827" y="2002561"/>
            <a:chExt cx="2852877" cy="2852877"/>
          </a:xfrm>
        </p:grpSpPr>
        <p:sp>
          <p:nvSpPr>
            <p:cNvPr id="2" name="圆: 空心 1">
              <a:extLst>
                <a:ext uri="{FF2B5EF4-FFF2-40B4-BE49-F238E27FC236}">
                  <a16:creationId xmlns:a16="http://schemas.microsoft.com/office/drawing/2014/main" id="{5321F243-49E0-697D-B514-BC68B19410B6}"/>
                </a:ext>
              </a:extLst>
            </p:cNvPr>
            <p:cNvSpPr/>
            <p:nvPr/>
          </p:nvSpPr>
          <p:spPr>
            <a:xfrm>
              <a:off x="1480827" y="2002561"/>
              <a:ext cx="2852877" cy="2852877"/>
            </a:xfrm>
            <a:prstGeom prst="donut">
              <a:avLst>
                <a:gd name="adj" fmla="val 19711"/>
              </a:avLst>
            </a:prstGeom>
            <a:gradFill>
              <a:gsLst>
                <a:gs pos="26000">
                  <a:srgbClr val="952D90"/>
                </a:gs>
                <a:gs pos="100000">
                  <a:srgbClr val="1E43F2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ED26DFE4-CC9D-C49E-BF94-A65CB9E2E7D3}"/>
                </a:ext>
              </a:extLst>
            </p:cNvPr>
            <p:cNvSpPr txBox="1"/>
            <p:nvPr/>
          </p:nvSpPr>
          <p:spPr>
            <a:xfrm>
              <a:off x="2236080" y="2394748"/>
              <a:ext cx="1256306" cy="153116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4400" b="1" noProof="0">
                  <a:gradFill>
                    <a:gsLst>
                      <a:gs pos="50000">
                        <a:schemeClr val="bg1"/>
                      </a:gs>
                      <a:gs pos="76000">
                        <a:schemeClr val="bg1">
                          <a:alpha val="0"/>
                        </a:schemeClr>
                      </a:gs>
                    </a:gsLst>
                    <a:lin ang="4800000" scaled="0"/>
                  </a:gradFill>
                  <a:cs typeface="+mn-ea"/>
                  <a:sym typeface="+mn-lt"/>
                </a:rPr>
                <a:t>1</a:t>
              </a:r>
              <a:endParaRPr kumimoji="0" lang="zh-CN" altLang="en-US" sz="144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50000">
                      <a:schemeClr val="bg1"/>
                    </a:gs>
                    <a:gs pos="76000">
                      <a:schemeClr val="bg1">
                        <a:alpha val="0"/>
                      </a:schemeClr>
                    </a:gs>
                  </a:gsLst>
                  <a:lin ang="4800000" scaled="0"/>
                </a:gradFill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9F3637EE-DDC7-A8DC-F936-B4121C474B66}"/>
              </a:ext>
            </a:extLst>
          </p:cNvPr>
          <p:cNvSpPr txBox="1"/>
          <p:nvPr/>
        </p:nvSpPr>
        <p:spPr>
          <a:xfrm>
            <a:off x="4758858" y="2190077"/>
            <a:ext cx="5654271" cy="1151742"/>
          </a:xfrm>
          <a:prstGeom prst="rect">
            <a:avLst/>
          </a:prstGeom>
          <a:noFill/>
          <a:ln w="9525">
            <a:noFill/>
          </a:ln>
          <a:effectLst/>
        </p:spPr>
        <p:txBody>
          <a:bodyPr wrap="square">
            <a:noAutofit/>
          </a:bodyPr>
          <a:lstStyle/>
          <a:p>
            <a:r>
              <a:rPr lang="zh-CN" altLang="en-US" sz="7200" b="1">
                <a:solidFill>
                  <a:schemeClr val="bg1"/>
                </a:soli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  <a:sym typeface="+mn-lt"/>
              </a:rPr>
              <a:t>会议内容概述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26A8B62-9571-D314-9F61-ADB1688442AB}"/>
              </a:ext>
            </a:extLst>
          </p:cNvPr>
          <p:cNvGrpSpPr/>
          <p:nvPr/>
        </p:nvGrpSpPr>
        <p:grpSpPr>
          <a:xfrm>
            <a:off x="4943811" y="3505999"/>
            <a:ext cx="5099125" cy="474538"/>
            <a:chOff x="5228216" y="3528508"/>
            <a:chExt cx="5099125" cy="474538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5DC8A29-DDB4-ADC5-6017-776E1902248E}"/>
                </a:ext>
              </a:extLst>
            </p:cNvPr>
            <p:cNvSpPr/>
            <p:nvPr/>
          </p:nvSpPr>
          <p:spPr>
            <a:xfrm>
              <a:off x="5228216" y="3528508"/>
              <a:ext cx="5099125" cy="47453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88380314-1E66-F844-606F-63BD78068667}"/>
                </a:ext>
              </a:extLst>
            </p:cNvPr>
            <p:cNvGrpSpPr/>
            <p:nvPr/>
          </p:nvGrpSpPr>
          <p:grpSpPr>
            <a:xfrm>
              <a:off x="5357307" y="3599211"/>
              <a:ext cx="4861118" cy="369332"/>
              <a:chOff x="2681764" y="2584944"/>
              <a:chExt cx="3001567" cy="369332"/>
            </a:xfrm>
          </p:grpSpPr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546DC5D-E4D4-22C4-ABC1-1C47AE4E63D1}"/>
                  </a:ext>
                </a:extLst>
              </p:cNvPr>
              <p:cNvSpPr txBox="1"/>
              <p:nvPr>
                <p:custDataLst>
                  <p:tags r:id="Rb3cfe406848349b7"/>
                </p:custDataLst>
              </p:nvPr>
            </p:nvSpPr>
            <p:spPr>
              <a:xfrm>
                <a:off x="2681764" y="2584944"/>
                <a:ext cx="22281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>
                    <a:solidFill>
                      <a:schemeClr val="bg1"/>
                    </a:solidFill>
                    <a:cs typeface="+mn-ea"/>
                    <a:sym typeface="+mn-lt"/>
                  </a:rPr>
                  <a:t>新</a:t>
                </a:r>
                <a:r>
                  <a:rPr lang="en-US" altLang="zh-CN">
                    <a:solidFill>
                      <a:schemeClr val="bg1"/>
                    </a:solidFill>
                    <a:cs typeface="+mn-ea"/>
                    <a:sym typeface="+mn-lt"/>
                  </a:rPr>
                  <a:t>AI </a:t>
                </a:r>
                <a:r>
                  <a:rPr lang="zh-CN" altLang="en-US">
                    <a:solidFill>
                      <a:schemeClr val="bg1"/>
                    </a:solidFill>
                    <a:cs typeface="+mn-ea"/>
                    <a:sym typeface="+mn-lt"/>
                  </a:rPr>
                  <a:t>新应用 新生态 赋能智算未来</a:t>
                </a:r>
              </a:p>
            </p:txBody>
          </p:sp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3760DB0B-9A78-87BA-8943-666918D7AF31}"/>
                  </a:ext>
                </a:extLst>
              </p:cNvPr>
              <p:cNvCxnSpPr/>
              <p:nvPr/>
            </p:nvCxnSpPr>
            <p:spPr>
              <a:xfrm>
                <a:off x="4909896" y="2767263"/>
                <a:ext cx="773435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278AA48C-DCF9-3B44-D877-3B3C2116669A}"/>
              </a:ext>
            </a:extLst>
          </p:cNvPr>
          <p:cNvSpPr/>
          <p:nvPr>
            <p:custDataLst>
              <p:tags r:id="Radba6aa8e31c4f8f"/>
            </p:custDataLst>
          </p:nvPr>
        </p:nvSpPr>
        <p:spPr>
          <a:xfrm>
            <a:off x="4812874" y="4236898"/>
            <a:ext cx="5546237" cy="53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>
                <a:solidFill>
                  <a:schemeClr val="bg1">
                    <a:alpha val="47000"/>
                  </a:schemeClr>
                </a:solidFill>
                <a:cs typeface="+mn-ea"/>
                <a:sym typeface="+mn-lt"/>
              </a:rPr>
              <a:t>Please add in this text, the template. Please add in this text, the template. Please add in this text, the template. Please add in this text</a:t>
            </a:r>
          </a:p>
        </p:txBody>
      </p:sp>
    </p:spTree>
    <p:extLst>
      <p:ext uri="{BB962C8B-B14F-4D97-AF65-F5344CB8AC3E}">
        <p14:creationId xmlns:p14="http://schemas.microsoft.com/office/powerpoint/2010/main" val="418387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30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6" presetID="0" presetClass="entr" presetSubtype="0" decel="7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0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42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3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  <p:bldP spid="20" grpId="0"/>
      <p:bldP spid="2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8A2BE-266F-2973-40B2-FB863DD43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142BDF5F-78CE-38E6-8586-135A0C5ADD01}"/>
              </a:ext>
            </a:extLst>
          </p:cNvPr>
          <p:cNvGrpSpPr/>
          <p:nvPr/>
        </p:nvGrpSpPr>
        <p:grpSpPr>
          <a:xfrm>
            <a:off x="3078428" y="43034"/>
            <a:ext cx="6035144" cy="462579"/>
            <a:chOff x="2562160" y="53790"/>
            <a:chExt cx="6035144" cy="46257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69BF59D-9C66-945A-6AF9-69B7C7EE6F93}"/>
                </a:ext>
              </a:extLst>
            </p:cNvPr>
            <p:cNvSpPr txBox="1"/>
            <p:nvPr/>
          </p:nvSpPr>
          <p:spPr>
            <a:xfrm>
              <a:off x="4048658" y="53790"/>
              <a:ext cx="3062148" cy="462579"/>
            </a:xfrm>
            <a:prstGeom prst="rect">
              <a:avLst/>
            </a:prstGeom>
            <a:noFill/>
            <a:ln w="9525">
              <a:noFill/>
            </a:ln>
            <a:effectLst/>
          </p:spPr>
          <p:txBody>
            <a:bodyPr wrap="square">
              <a:noAutofit/>
            </a:bodyPr>
            <a:lstStyle/>
            <a:p>
              <a:pPr algn="dist"/>
              <a:r>
                <a:rPr lang="zh-CN" altLang="en-US" sz="2800" b="1">
                  <a:solidFill>
                    <a:schemeClr val="bg1"/>
                  </a:solidFill>
                  <a:cs typeface="+mn-ea"/>
                  <a:sym typeface="+mn-lt"/>
                </a:rPr>
                <a:t>会议内容概述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0B8E992-70C4-0647-1E5A-1A497E324596}"/>
                </a:ext>
              </a:extLst>
            </p:cNvPr>
            <p:cNvSpPr/>
            <p:nvPr/>
          </p:nvSpPr>
          <p:spPr>
            <a:xfrm>
              <a:off x="2562160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0FA8B7F-FB8B-AB17-AB0C-90D29AA7D9BA}"/>
                </a:ext>
              </a:extLst>
            </p:cNvPr>
            <p:cNvSpPr/>
            <p:nvPr/>
          </p:nvSpPr>
          <p:spPr>
            <a:xfrm flipH="1">
              <a:off x="7287453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FBF53CF3-63F0-3F92-E33B-C4A6B17AF110}"/>
              </a:ext>
            </a:extLst>
          </p:cNvPr>
          <p:cNvGrpSpPr/>
          <p:nvPr/>
        </p:nvGrpSpPr>
        <p:grpSpPr>
          <a:xfrm>
            <a:off x="4768863" y="2260759"/>
            <a:ext cx="2654275" cy="3056231"/>
            <a:chOff x="4605409" y="2159009"/>
            <a:chExt cx="2654274" cy="3056231"/>
          </a:xfrm>
          <a:gradFill>
            <a:gsLst>
              <a:gs pos="86000">
                <a:srgbClr val="1D2F7B"/>
              </a:gs>
              <a:gs pos="0">
                <a:srgbClr val="B12470"/>
              </a:gs>
            </a:gsLst>
            <a:lin ang="2400000" scaled="0"/>
          </a:gradFill>
        </p:grpSpPr>
        <p:sp>
          <p:nvSpPr>
            <p:cNvPr id="3" name="L 形 2">
              <a:extLst>
                <a:ext uri="{FF2B5EF4-FFF2-40B4-BE49-F238E27FC236}">
                  <a16:creationId xmlns:a16="http://schemas.microsoft.com/office/drawing/2014/main" id="{A9A0AA3E-BFE1-305C-B208-B2B19004D8F7}"/>
                </a:ext>
              </a:extLst>
            </p:cNvPr>
            <p:cNvSpPr/>
            <p:nvPr/>
          </p:nvSpPr>
          <p:spPr>
            <a:xfrm rot="2686645">
              <a:off x="4605409" y="2412321"/>
              <a:ext cx="1430064" cy="1443667"/>
            </a:xfrm>
            <a:prstGeom prst="corner">
              <a:avLst/>
            </a:prstGeom>
            <a:blipFill>
              <a:blip r:embed="Rb1a4d095e8c04ecb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" name="L 形 3">
              <a:extLst>
                <a:ext uri="{FF2B5EF4-FFF2-40B4-BE49-F238E27FC236}">
                  <a16:creationId xmlns:a16="http://schemas.microsoft.com/office/drawing/2014/main" id="{8C3A69C1-7664-CBE3-F114-12F4A99D6198}"/>
                </a:ext>
              </a:extLst>
            </p:cNvPr>
            <p:cNvSpPr/>
            <p:nvPr/>
          </p:nvSpPr>
          <p:spPr>
            <a:xfrm rot="8086645">
              <a:off x="5819106" y="2416548"/>
              <a:ext cx="1420689" cy="1392304"/>
            </a:xfrm>
            <a:prstGeom prst="corner">
              <a:avLst/>
            </a:prstGeom>
            <a:blipFill>
              <a:blip r:embed="R3f6386f36d9747a7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" name="L 形 4">
              <a:extLst>
                <a:ext uri="{FF2B5EF4-FFF2-40B4-BE49-F238E27FC236}">
                  <a16:creationId xmlns:a16="http://schemas.microsoft.com/office/drawing/2014/main" id="{95349CF6-F3D8-6E5E-E524-32D39D1D696F}"/>
                </a:ext>
              </a:extLst>
            </p:cNvPr>
            <p:cNvSpPr/>
            <p:nvPr/>
          </p:nvSpPr>
          <p:spPr>
            <a:xfrm rot="13486645">
              <a:off x="5830864" y="3610563"/>
              <a:ext cx="1428819" cy="1428819"/>
            </a:xfrm>
            <a:prstGeom prst="corner">
              <a:avLst/>
            </a:prstGeom>
            <a:blipFill>
              <a:blip r:embed="R270e76348c72442c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L 形 9">
              <a:extLst>
                <a:ext uri="{FF2B5EF4-FFF2-40B4-BE49-F238E27FC236}">
                  <a16:creationId xmlns:a16="http://schemas.microsoft.com/office/drawing/2014/main" id="{0FD566C7-E683-EE02-E5B9-CE8193BF9B8F}"/>
                </a:ext>
              </a:extLst>
            </p:cNvPr>
            <p:cNvSpPr/>
            <p:nvPr/>
          </p:nvSpPr>
          <p:spPr>
            <a:xfrm rot="18886644">
              <a:off x="4630661" y="3640515"/>
              <a:ext cx="1428819" cy="1428819"/>
            </a:xfrm>
            <a:prstGeom prst="corner">
              <a:avLst/>
            </a:prstGeom>
            <a:blipFill>
              <a:blip r:embed="R59b667f11646481b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22781D79-DCF8-5FB1-8298-3CD5B4D3CE82}"/>
                </a:ext>
              </a:extLst>
            </p:cNvPr>
            <p:cNvSpPr txBox="1"/>
            <p:nvPr/>
          </p:nvSpPr>
          <p:spPr>
            <a:xfrm>
              <a:off x="4743152" y="2564312"/>
              <a:ext cx="540648" cy="1052592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4800" b="1">
                  <a:solidFill>
                    <a:schemeClr val="bg1"/>
                  </a:solidFill>
                  <a:cs typeface="+mn-ea"/>
                  <a:sym typeface="+mn-lt"/>
                </a:rPr>
                <a:t>A</a:t>
              </a:r>
              <a:endParaRPr lang="zh-CN" altLang="en-US" sz="48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E277940-E193-464E-BD66-FE8865D54EC7}"/>
                </a:ext>
              </a:extLst>
            </p:cNvPr>
            <p:cNvSpPr txBox="1"/>
            <p:nvPr/>
          </p:nvSpPr>
          <p:spPr>
            <a:xfrm>
              <a:off x="6243977" y="2159009"/>
              <a:ext cx="540648" cy="1052592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4800" b="1">
                  <a:solidFill>
                    <a:schemeClr val="bg1"/>
                  </a:solidFill>
                  <a:cs typeface="+mn-ea"/>
                  <a:sym typeface="+mn-lt"/>
                </a:rPr>
                <a:t>B</a:t>
              </a:r>
              <a:endParaRPr lang="zh-CN" altLang="en-US" sz="48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37A3DAB-9C93-82E0-1264-411FA66C6757}"/>
                </a:ext>
              </a:extLst>
            </p:cNvPr>
            <p:cNvSpPr txBox="1"/>
            <p:nvPr/>
          </p:nvSpPr>
          <p:spPr>
            <a:xfrm>
              <a:off x="6583433" y="3759220"/>
              <a:ext cx="540648" cy="1052592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4800" b="1">
                  <a:solidFill>
                    <a:schemeClr val="bg1"/>
                  </a:solidFill>
                  <a:cs typeface="+mn-ea"/>
                  <a:sym typeface="+mn-lt"/>
                </a:rPr>
                <a:t>D</a:t>
              </a:r>
              <a:endParaRPr lang="zh-CN" altLang="en-US" sz="48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4F8658D-9D80-38E1-BBEE-93CD60553929}"/>
                </a:ext>
              </a:extLst>
            </p:cNvPr>
            <p:cNvSpPr txBox="1"/>
            <p:nvPr/>
          </p:nvSpPr>
          <p:spPr>
            <a:xfrm>
              <a:off x="5082116" y="4162648"/>
              <a:ext cx="540648" cy="1052592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4800" b="1">
                  <a:solidFill>
                    <a:schemeClr val="bg1"/>
                  </a:solidFill>
                  <a:cs typeface="+mn-ea"/>
                  <a:sym typeface="+mn-lt"/>
                </a:rPr>
                <a:t>C</a:t>
              </a:r>
              <a:endParaRPr lang="zh-CN" altLang="en-US" sz="48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7E36CF1A-8F8B-C448-1002-2CBBD4E8B169}"/>
              </a:ext>
            </a:extLst>
          </p:cNvPr>
          <p:cNvGrpSpPr/>
          <p:nvPr/>
        </p:nvGrpSpPr>
        <p:grpSpPr>
          <a:xfrm>
            <a:off x="8084005" y="2090683"/>
            <a:ext cx="3108179" cy="1204974"/>
            <a:chOff x="8236406" y="1562068"/>
            <a:chExt cx="3108178" cy="1204974"/>
          </a:xfrm>
        </p:grpSpPr>
        <p:sp>
          <p:nvSpPr>
            <p:cNvPr id="60" name="PA-矩形 4">
              <a:extLst>
                <a:ext uri="{FF2B5EF4-FFF2-40B4-BE49-F238E27FC236}">
                  <a16:creationId xmlns:a16="http://schemas.microsoft.com/office/drawing/2014/main" id="{8BF7BBD9-BD72-FF12-D2BE-71593FF6B37B}"/>
                </a:ext>
              </a:extLst>
            </p:cNvPr>
            <p:cNvSpPr>
              <a:spLocks noChangeArrowheads="1"/>
            </p:cNvSpPr>
            <p:nvPr>
              <p:custDataLst>
                <p:tags r:id="R65df5230a9bd467e"/>
              </p:custDataLst>
            </p:nvPr>
          </p:nvSpPr>
          <p:spPr bwMode="auto">
            <a:xfrm>
              <a:off x="8372600" y="1562068"/>
              <a:ext cx="28357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61" name="PA-矩形 4">
              <a:extLst>
                <a:ext uri="{FF2B5EF4-FFF2-40B4-BE49-F238E27FC236}">
                  <a16:creationId xmlns:a16="http://schemas.microsoft.com/office/drawing/2014/main" id="{42CB2B7E-36A4-58DB-F890-C4CBAD40F755}"/>
                </a:ext>
              </a:extLst>
            </p:cNvPr>
            <p:cNvSpPr>
              <a:spLocks noChangeArrowheads="1"/>
            </p:cNvSpPr>
            <p:nvPr>
              <p:custDataLst>
                <p:tags r:id="R448027e625154ac7"/>
              </p:custDataLst>
            </p:nvPr>
          </p:nvSpPr>
          <p:spPr bwMode="auto">
            <a:xfrm>
              <a:off x="8236406" y="2120711"/>
              <a:ext cx="3108178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点击这里，输入您的文本文字，更改文字的颜色或者大X属性</a:t>
              </a:r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1B43C623-EC7D-26D1-BB43-1897E3C643A0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AD4D53E0-1117-6D06-D6CB-741224D72E96}"/>
              </a:ext>
            </a:extLst>
          </p:cNvPr>
          <p:cNvGrpSpPr/>
          <p:nvPr/>
        </p:nvGrpSpPr>
        <p:grpSpPr>
          <a:xfrm>
            <a:off x="8084005" y="4148083"/>
            <a:ext cx="3108179" cy="1204974"/>
            <a:chOff x="8236406" y="1562068"/>
            <a:chExt cx="3108178" cy="1204974"/>
          </a:xfrm>
        </p:grpSpPr>
        <p:sp>
          <p:nvSpPr>
            <p:cNvPr id="65" name="PA-矩形 4">
              <a:extLst>
                <a:ext uri="{FF2B5EF4-FFF2-40B4-BE49-F238E27FC236}">
                  <a16:creationId xmlns:a16="http://schemas.microsoft.com/office/drawing/2014/main" id="{29216442-7AD7-0239-015B-F5C08903C483}"/>
                </a:ext>
              </a:extLst>
            </p:cNvPr>
            <p:cNvSpPr>
              <a:spLocks noChangeArrowheads="1"/>
            </p:cNvSpPr>
            <p:nvPr>
              <p:custDataLst>
                <p:tags r:id="Ra721b908f1e64c8b"/>
              </p:custDataLst>
            </p:nvPr>
          </p:nvSpPr>
          <p:spPr bwMode="auto">
            <a:xfrm>
              <a:off x="8372600" y="1562068"/>
              <a:ext cx="28357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66" name="PA-矩形 4">
              <a:extLst>
                <a:ext uri="{FF2B5EF4-FFF2-40B4-BE49-F238E27FC236}">
                  <a16:creationId xmlns:a16="http://schemas.microsoft.com/office/drawing/2014/main" id="{7A53A3C4-0121-C618-4EE5-D935DA22A17F}"/>
                </a:ext>
              </a:extLst>
            </p:cNvPr>
            <p:cNvSpPr>
              <a:spLocks noChangeArrowheads="1"/>
            </p:cNvSpPr>
            <p:nvPr>
              <p:custDataLst>
                <p:tags r:id="R8f48dad845184e8f"/>
              </p:custDataLst>
            </p:nvPr>
          </p:nvSpPr>
          <p:spPr bwMode="auto">
            <a:xfrm>
              <a:off x="8236406" y="2120711"/>
              <a:ext cx="3108178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点击这里，输入您的文本文字，更改文字的颜色或者大X属性</a:t>
              </a:r>
            </a:p>
          </p:txBody>
        </p: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6171BB99-5716-9BC3-C950-56B27BE78F72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C6A59730-00AE-A00C-360C-19E35137F846}"/>
              </a:ext>
            </a:extLst>
          </p:cNvPr>
          <p:cNvGrpSpPr/>
          <p:nvPr/>
        </p:nvGrpSpPr>
        <p:grpSpPr>
          <a:xfrm>
            <a:off x="972005" y="2090683"/>
            <a:ext cx="3108179" cy="1204974"/>
            <a:chOff x="8236406" y="1562068"/>
            <a:chExt cx="3108178" cy="1204974"/>
          </a:xfrm>
        </p:grpSpPr>
        <p:sp>
          <p:nvSpPr>
            <p:cNvPr id="69" name="PA-矩形 4">
              <a:extLst>
                <a:ext uri="{FF2B5EF4-FFF2-40B4-BE49-F238E27FC236}">
                  <a16:creationId xmlns:a16="http://schemas.microsoft.com/office/drawing/2014/main" id="{2071857F-98BC-4711-3BE6-EDCB75D6DBE4}"/>
                </a:ext>
              </a:extLst>
            </p:cNvPr>
            <p:cNvSpPr>
              <a:spLocks noChangeArrowheads="1"/>
            </p:cNvSpPr>
            <p:nvPr>
              <p:custDataLst>
                <p:tags r:id="Rb43347c6d1c3411a"/>
              </p:custDataLst>
            </p:nvPr>
          </p:nvSpPr>
          <p:spPr bwMode="auto">
            <a:xfrm>
              <a:off x="8372600" y="1562068"/>
              <a:ext cx="28357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70" name="PA-矩形 4">
              <a:extLst>
                <a:ext uri="{FF2B5EF4-FFF2-40B4-BE49-F238E27FC236}">
                  <a16:creationId xmlns:a16="http://schemas.microsoft.com/office/drawing/2014/main" id="{B9DF2F7B-B2F9-35A4-62D6-5AA322B0F2F2}"/>
                </a:ext>
              </a:extLst>
            </p:cNvPr>
            <p:cNvSpPr>
              <a:spLocks noChangeArrowheads="1"/>
            </p:cNvSpPr>
            <p:nvPr>
              <p:custDataLst>
                <p:tags r:id="R12b5898551ce45bf"/>
              </p:custDataLst>
            </p:nvPr>
          </p:nvSpPr>
          <p:spPr bwMode="auto">
            <a:xfrm>
              <a:off x="8236406" y="2120711"/>
              <a:ext cx="3108178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点击这里，输入您的文本文字，更改文字的颜色或者大X属性</a:t>
              </a:r>
            </a:p>
          </p:txBody>
        </p: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EBA20DB9-7CA9-D935-DC42-908689A07E01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19A1F005-0542-1CF0-A16E-AB396CC896A9}"/>
              </a:ext>
            </a:extLst>
          </p:cNvPr>
          <p:cNvGrpSpPr/>
          <p:nvPr/>
        </p:nvGrpSpPr>
        <p:grpSpPr>
          <a:xfrm>
            <a:off x="972005" y="4148083"/>
            <a:ext cx="3108179" cy="1204974"/>
            <a:chOff x="8236406" y="1562068"/>
            <a:chExt cx="3108178" cy="1204974"/>
          </a:xfrm>
        </p:grpSpPr>
        <p:sp>
          <p:nvSpPr>
            <p:cNvPr id="75" name="PA-矩形 4">
              <a:extLst>
                <a:ext uri="{FF2B5EF4-FFF2-40B4-BE49-F238E27FC236}">
                  <a16:creationId xmlns:a16="http://schemas.microsoft.com/office/drawing/2014/main" id="{14C98BEC-FA6E-4305-5E24-F408E7E3491B}"/>
                </a:ext>
              </a:extLst>
            </p:cNvPr>
            <p:cNvSpPr>
              <a:spLocks noChangeArrowheads="1"/>
            </p:cNvSpPr>
            <p:nvPr>
              <p:custDataLst>
                <p:tags r:id="Rb7b4a60410814342"/>
              </p:custDataLst>
            </p:nvPr>
          </p:nvSpPr>
          <p:spPr bwMode="auto">
            <a:xfrm>
              <a:off x="8372600" y="1562068"/>
              <a:ext cx="28357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76" name="PA-矩形 4">
              <a:extLst>
                <a:ext uri="{FF2B5EF4-FFF2-40B4-BE49-F238E27FC236}">
                  <a16:creationId xmlns:a16="http://schemas.microsoft.com/office/drawing/2014/main" id="{F038739D-80F0-4E3F-5FAA-9873622FFA57}"/>
                </a:ext>
              </a:extLst>
            </p:cNvPr>
            <p:cNvSpPr>
              <a:spLocks noChangeArrowheads="1"/>
            </p:cNvSpPr>
            <p:nvPr>
              <p:custDataLst>
                <p:tags r:id="Rbffaf2cf2eee4e47"/>
              </p:custDataLst>
            </p:nvPr>
          </p:nvSpPr>
          <p:spPr bwMode="auto">
            <a:xfrm>
              <a:off x="8236406" y="2120711"/>
              <a:ext cx="3108178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点击这里，输入您的文本文字，更改文字的颜色或者大X属性</a:t>
              </a:r>
            </a:p>
          </p:txBody>
        </p: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0871A5A5-CE05-072D-73E8-B47090A877E7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09040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30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A5046-CC0C-3E61-050D-BD71FE953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14AE3890-0CE0-16E3-DA6C-B2F466B2ACD8}"/>
              </a:ext>
            </a:extLst>
          </p:cNvPr>
          <p:cNvGrpSpPr/>
          <p:nvPr/>
        </p:nvGrpSpPr>
        <p:grpSpPr>
          <a:xfrm>
            <a:off x="3078428" y="43034"/>
            <a:ext cx="6035144" cy="462579"/>
            <a:chOff x="2562160" y="53790"/>
            <a:chExt cx="6035144" cy="46257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620834A-A162-FBE1-B0A5-378C0C957636}"/>
                </a:ext>
              </a:extLst>
            </p:cNvPr>
            <p:cNvSpPr txBox="1"/>
            <p:nvPr/>
          </p:nvSpPr>
          <p:spPr>
            <a:xfrm>
              <a:off x="4048658" y="53790"/>
              <a:ext cx="3062148" cy="462579"/>
            </a:xfrm>
            <a:prstGeom prst="rect">
              <a:avLst/>
            </a:prstGeom>
            <a:noFill/>
            <a:ln w="9525">
              <a:noFill/>
            </a:ln>
            <a:effectLst/>
          </p:spPr>
          <p:txBody>
            <a:bodyPr wrap="square">
              <a:noAutofit/>
            </a:bodyPr>
            <a:lstStyle/>
            <a:p>
              <a:pPr algn="dist"/>
              <a:r>
                <a:rPr lang="zh-CN" altLang="en-US" sz="2800" b="1">
                  <a:solidFill>
                    <a:schemeClr val="bg1"/>
                  </a:solidFill>
                  <a:cs typeface="+mn-ea"/>
                  <a:sym typeface="+mn-lt"/>
                </a:rPr>
                <a:t>会议内容概述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2B873D9-AED2-1234-191E-1A0864F53DEB}"/>
                </a:ext>
              </a:extLst>
            </p:cNvPr>
            <p:cNvSpPr/>
            <p:nvPr/>
          </p:nvSpPr>
          <p:spPr>
            <a:xfrm>
              <a:off x="2562160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F2C3B1A-1862-389D-7178-11E2273BE5BC}"/>
                </a:ext>
              </a:extLst>
            </p:cNvPr>
            <p:cNvSpPr/>
            <p:nvPr/>
          </p:nvSpPr>
          <p:spPr>
            <a:xfrm flipH="1">
              <a:off x="7287453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圆角矩形 6">
            <a:extLst>
              <a:ext uri="{FF2B5EF4-FFF2-40B4-BE49-F238E27FC236}">
                <a16:creationId xmlns:a16="http://schemas.microsoft.com/office/drawing/2014/main" id="{6F28B246-DB8E-A6D9-2D66-58A860459D64}"/>
              </a:ext>
            </a:extLst>
          </p:cNvPr>
          <p:cNvSpPr/>
          <p:nvPr/>
        </p:nvSpPr>
        <p:spPr>
          <a:xfrm>
            <a:off x="1319703" y="1892796"/>
            <a:ext cx="3745852" cy="1379632"/>
          </a:xfrm>
          <a:prstGeom prst="roundRect">
            <a:avLst/>
          </a:prstGeom>
          <a:blipFill>
            <a:blip r:embed="R01b67d28ca424dab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Freeform 46">
            <a:extLst>
              <a:ext uri="{FF2B5EF4-FFF2-40B4-BE49-F238E27FC236}">
                <a16:creationId xmlns:a16="http://schemas.microsoft.com/office/drawing/2014/main" id="{BCCA0232-7594-20EE-CACA-4B8A1A836EF3}"/>
              </a:ext>
            </a:extLst>
          </p:cNvPr>
          <p:cNvSpPr/>
          <p:nvPr/>
        </p:nvSpPr>
        <p:spPr bwMode="auto">
          <a:xfrm>
            <a:off x="4718001" y="2013707"/>
            <a:ext cx="1135655" cy="1132718"/>
          </a:xfrm>
          <a:prstGeom prst="ellipse">
            <a:avLst/>
          </a:prstGeom>
          <a:blipFill dpi="0" rotWithShape="1">
            <a:blip r:embed="R839017e153e546b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8100">
            <a:solidFill>
              <a:srgbClr val="FFFFFF"/>
            </a:solidFill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sz="36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1" name="圆角矩形 6">
            <a:extLst>
              <a:ext uri="{FF2B5EF4-FFF2-40B4-BE49-F238E27FC236}">
                <a16:creationId xmlns:a16="http://schemas.microsoft.com/office/drawing/2014/main" id="{7DAC84E8-A52E-45CE-AE8B-A9631B031D03}"/>
              </a:ext>
            </a:extLst>
          </p:cNvPr>
          <p:cNvSpPr/>
          <p:nvPr/>
        </p:nvSpPr>
        <p:spPr>
          <a:xfrm>
            <a:off x="1346201" y="3861296"/>
            <a:ext cx="3745852" cy="1379632"/>
          </a:xfrm>
          <a:prstGeom prst="roundRect">
            <a:avLst/>
          </a:prstGeom>
          <a:blipFill>
            <a:blip r:embed="Rc582fb4c3f92447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Freeform 46">
            <a:extLst>
              <a:ext uri="{FF2B5EF4-FFF2-40B4-BE49-F238E27FC236}">
                <a16:creationId xmlns:a16="http://schemas.microsoft.com/office/drawing/2014/main" id="{070E61BD-554F-E144-E674-13C426EF3066}"/>
              </a:ext>
            </a:extLst>
          </p:cNvPr>
          <p:cNvSpPr/>
          <p:nvPr/>
        </p:nvSpPr>
        <p:spPr bwMode="auto">
          <a:xfrm>
            <a:off x="4718001" y="3982207"/>
            <a:ext cx="1135655" cy="1132718"/>
          </a:xfrm>
          <a:prstGeom prst="ellipse">
            <a:avLst/>
          </a:prstGeom>
          <a:blipFill dpi="0" rotWithShape="1">
            <a:blip r:embed="R2e50faf24d1e437a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r="1292"/>
            </a:stretch>
          </a:blipFill>
          <a:ln w="38100">
            <a:solidFill>
              <a:srgbClr val="FFFFFF"/>
            </a:solidFill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sz="36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4" name="圆角矩形 6">
            <a:extLst>
              <a:ext uri="{FF2B5EF4-FFF2-40B4-BE49-F238E27FC236}">
                <a16:creationId xmlns:a16="http://schemas.microsoft.com/office/drawing/2014/main" id="{48E88D45-B2CC-B2E7-4A84-32AB2AE3B8DC}"/>
              </a:ext>
            </a:extLst>
          </p:cNvPr>
          <p:cNvSpPr/>
          <p:nvPr/>
        </p:nvSpPr>
        <p:spPr>
          <a:xfrm>
            <a:off x="6400801" y="1892796"/>
            <a:ext cx="3745852" cy="1379632"/>
          </a:xfrm>
          <a:prstGeom prst="roundRect">
            <a:avLst/>
          </a:prstGeom>
          <a:blipFill>
            <a:blip r:embed="Rc582fb4c3f92447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Freeform 46">
            <a:extLst>
              <a:ext uri="{FF2B5EF4-FFF2-40B4-BE49-F238E27FC236}">
                <a16:creationId xmlns:a16="http://schemas.microsoft.com/office/drawing/2014/main" id="{4ED8604A-B167-6E70-AA2A-3FC570099CDB}"/>
              </a:ext>
            </a:extLst>
          </p:cNvPr>
          <p:cNvSpPr/>
          <p:nvPr/>
        </p:nvSpPr>
        <p:spPr bwMode="auto">
          <a:xfrm>
            <a:off x="9772601" y="2013707"/>
            <a:ext cx="1135655" cy="1132718"/>
          </a:xfrm>
          <a:prstGeom prst="ellipse">
            <a:avLst/>
          </a:prstGeom>
          <a:blipFill dpi="0" rotWithShape="1">
            <a:blip r:embed="Re618eaf02f1c40cd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8100">
            <a:solidFill>
              <a:srgbClr val="FFFFFF"/>
            </a:solidFill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sz="36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7" name="圆角矩形 6">
            <a:extLst>
              <a:ext uri="{FF2B5EF4-FFF2-40B4-BE49-F238E27FC236}">
                <a16:creationId xmlns:a16="http://schemas.microsoft.com/office/drawing/2014/main" id="{12A156F8-46BD-F93A-38AE-0FECF25CF463}"/>
              </a:ext>
            </a:extLst>
          </p:cNvPr>
          <p:cNvSpPr/>
          <p:nvPr/>
        </p:nvSpPr>
        <p:spPr>
          <a:xfrm>
            <a:off x="6400801" y="3861296"/>
            <a:ext cx="3745852" cy="1379632"/>
          </a:xfrm>
          <a:prstGeom prst="roundRect">
            <a:avLst/>
          </a:prstGeom>
          <a:blipFill>
            <a:blip r:embed="R01b67d28ca424dab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Freeform 46">
            <a:extLst>
              <a:ext uri="{FF2B5EF4-FFF2-40B4-BE49-F238E27FC236}">
                <a16:creationId xmlns:a16="http://schemas.microsoft.com/office/drawing/2014/main" id="{3AEBCC87-4E72-F5DA-173B-2D888596EFCC}"/>
              </a:ext>
            </a:extLst>
          </p:cNvPr>
          <p:cNvSpPr/>
          <p:nvPr/>
        </p:nvSpPr>
        <p:spPr bwMode="auto">
          <a:xfrm>
            <a:off x="9772601" y="3982207"/>
            <a:ext cx="1135655" cy="1132718"/>
          </a:xfrm>
          <a:prstGeom prst="ellipse">
            <a:avLst/>
          </a:prstGeom>
          <a:blipFill dpi="0" rotWithShape="1">
            <a:blip r:embed="Rfcc33642240e4a5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8100">
            <a:solidFill>
              <a:srgbClr val="FFFFFF"/>
            </a:solidFill>
          </a:ln>
          <a:effectLst>
            <a:outerShdw blurRad="241300" dist="38100" dir="5400000" sx="90000" sy="-19000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sz="3600">
              <a:solidFill>
                <a:prstClr val="white"/>
              </a:solidFill>
              <a:cs typeface="+mn-ea"/>
              <a:sym typeface="+mn-lt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58ADAE5C-F067-C264-618A-08F0B67FBC96}"/>
              </a:ext>
            </a:extLst>
          </p:cNvPr>
          <p:cNvGrpSpPr/>
          <p:nvPr/>
        </p:nvGrpSpPr>
        <p:grpSpPr>
          <a:xfrm>
            <a:off x="1713260" y="2077242"/>
            <a:ext cx="2672023" cy="1015797"/>
            <a:chOff x="1700560" y="-1556078"/>
            <a:chExt cx="2744440" cy="1167434"/>
          </a:xfrm>
        </p:grpSpPr>
        <p:sp>
          <p:nvSpPr>
            <p:cNvPr id="31" name="PA-矩形 4">
              <a:extLst>
                <a:ext uri="{FF2B5EF4-FFF2-40B4-BE49-F238E27FC236}">
                  <a16:creationId xmlns:a16="http://schemas.microsoft.com/office/drawing/2014/main" id="{D2FB8652-1DE7-BD87-187D-8A65432196C6}"/>
                </a:ext>
              </a:extLst>
            </p:cNvPr>
            <p:cNvSpPr>
              <a:spLocks noChangeArrowheads="1"/>
            </p:cNvSpPr>
            <p:nvPr>
              <p:custDataLst>
                <p:tags r:id="R7e1b86337ae042f2"/>
              </p:custDataLst>
            </p:nvPr>
          </p:nvSpPr>
          <p:spPr bwMode="auto">
            <a:xfrm>
              <a:off x="1700560" y="-1556078"/>
              <a:ext cx="1476159" cy="424466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32" name="PA-矩形 4">
              <a:extLst>
                <a:ext uri="{FF2B5EF4-FFF2-40B4-BE49-F238E27FC236}">
                  <a16:creationId xmlns:a16="http://schemas.microsoft.com/office/drawing/2014/main" id="{65DD4CB4-31C3-B13F-EEBF-0E73898BFE39}"/>
                </a:ext>
              </a:extLst>
            </p:cNvPr>
            <p:cNvSpPr>
              <a:spLocks noChangeArrowheads="1"/>
            </p:cNvSpPr>
            <p:nvPr>
              <p:custDataLst>
                <p:tags r:id="Re9b96e98ace84eff"/>
              </p:custDataLst>
            </p:nvPr>
          </p:nvSpPr>
          <p:spPr bwMode="auto">
            <a:xfrm>
              <a:off x="1725960" y="-1131459"/>
              <a:ext cx="2719040" cy="742815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更改文字的颜色或者大X属性输入您的文本文字</a:t>
              </a:r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93AF9B6D-4A7A-A4D8-B3DF-BC4FEF2A8F03}"/>
                </a:ext>
              </a:extLst>
            </p:cNvPr>
            <p:cNvCxnSpPr/>
            <p:nvPr/>
          </p:nvCxnSpPr>
          <p:spPr>
            <a:xfrm>
              <a:off x="1725960" y="-1114287"/>
              <a:ext cx="462678" cy="0"/>
            </a:xfrm>
            <a:prstGeom prst="line">
              <a:avLst/>
            </a:prstGeom>
            <a:ln w="12700">
              <a:noFill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29AB5263-6DAA-DAFC-B6F1-F8DCF4216E74}"/>
              </a:ext>
            </a:extLst>
          </p:cNvPr>
          <p:cNvGrpSpPr/>
          <p:nvPr/>
        </p:nvGrpSpPr>
        <p:grpSpPr>
          <a:xfrm>
            <a:off x="1713260" y="4029867"/>
            <a:ext cx="2672023" cy="1015797"/>
            <a:chOff x="1700560" y="-1556078"/>
            <a:chExt cx="2744440" cy="1167434"/>
          </a:xfrm>
        </p:grpSpPr>
        <p:sp>
          <p:nvSpPr>
            <p:cNvPr id="36" name="PA-矩形 4">
              <a:extLst>
                <a:ext uri="{FF2B5EF4-FFF2-40B4-BE49-F238E27FC236}">
                  <a16:creationId xmlns:a16="http://schemas.microsoft.com/office/drawing/2014/main" id="{93D75D47-C01C-1152-13E1-0CA0B4C05FAA}"/>
                </a:ext>
              </a:extLst>
            </p:cNvPr>
            <p:cNvSpPr>
              <a:spLocks noChangeArrowheads="1"/>
            </p:cNvSpPr>
            <p:nvPr>
              <p:custDataLst>
                <p:tags r:id="R3047f5f8c8c346d3"/>
              </p:custDataLst>
            </p:nvPr>
          </p:nvSpPr>
          <p:spPr bwMode="auto">
            <a:xfrm>
              <a:off x="1700560" y="-1556078"/>
              <a:ext cx="1476159" cy="424466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37" name="PA-矩形 4">
              <a:extLst>
                <a:ext uri="{FF2B5EF4-FFF2-40B4-BE49-F238E27FC236}">
                  <a16:creationId xmlns:a16="http://schemas.microsoft.com/office/drawing/2014/main" id="{D10912DE-AB32-45D9-9513-4F924056461E}"/>
                </a:ext>
              </a:extLst>
            </p:cNvPr>
            <p:cNvSpPr>
              <a:spLocks noChangeArrowheads="1"/>
            </p:cNvSpPr>
            <p:nvPr>
              <p:custDataLst>
                <p:tags r:id="Rb46695f8959f4335"/>
              </p:custDataLst>
            </p:nvPr>
          </p:nvSpPr>
          <p:spPr bwMode="auto">
            <a:xfrm>
              <a:off x="1725960" y="-1131459"/>
              <a:ext cx="2719040" cy="742815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更改文字的颜色或者大X属性输入您的文本文字</a:t>
              </a:r>
            </a:p>
          </p:txBody>
        </p: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8B379720-A208-6407-E24F-D4CB87422E2A}"/>
                </a:ext>
              </a:extLst>
            </p:cNvPr>
            <p:cNvCxnSpPr/>
            <p:nvPr/>
          </p:nvCxnSpPr>
          <p:spPr>
            <a:xfrm>
              <a:off x="1725960" y="-1114287"/>
              <a:ext cx="462678" cy="0"/>
            </a:xfrm>
            <a:prstGeom prst="line">
              <a:avLst/>
            </a:prstGeom>
            <a:ln w="12700">
              <a:noFill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2492B7D4-1AE6-A387-79C9-07AF53854F61}"/>
              </a:ext>
            </a:extLst>
          </p:cNvPr>
          <p:cNvGrpSpPr/>
          <p:nvPr/>
        </p:nvGrpSpPr>
        <p:grpSpPr>
          <a:xfrm>
            <a:off x="6751986" y="2077242"/>
            <a:ext cx="2672023" cy="1015797"/>
            <a:chOff x="1700560" y="-1556078"/>
            <a:chExt cx="2744440" cy="1167434"/>
          </a:xfrm>
        </p:grpSpPr>
        <p:sp>
          <p:nvSpPr>
            <p:cNvPr id="40" name="PA-矩形 4">
              <a:extLst>
                <a:ext uri="{FF2B5EF4-FFF2-40B4-BE49-F238E27FC236}">
                  <a16:creationId xmlns:a16="http://schemas.microsoft.com/office/drawing/2014/main" id="{1FBD36EC-B5A3-D614-916C-58586194BA89}"/>
                </a:ext>
              </a:extLst>
            </p:cNvPr>
            <p:cNvSpPr>
              <a:spLocks noChangeArrowheads="1"/>
            </p:cNvSpPr>
            <p:nvPr>
              <p:custDataLst>
                <p:tags r:id="Rcf3504649c8f4b09"/>
              </p:custDataLst>
            </p:nvPr>
          </p:nvSpPr>
          <p:spPr bwMode="auto">
            <a:xfrm>
              <a:off x="1700560" y="-1556078"/>
              <a:ext cx="1476159" cy="424466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41" name="PA-矩形 4">
              <a:extLst>
                <a:ext uri="{FF2B5EF4-FFF2-40B4-BE49-F238E27FC236}">
                  <a16:creationId xmlns:a16="http://schemas.microsoft.com/office/drawing/2014/main" id="{FF95790D-F687-0027-7B29-13333CB5F138}"/>
                </a:ext>
              </a:extLst>
            </p:cNvPr>
            <p:cNvSpPr>
              <a:spLocks noChangeArrowheads="1"/>
            </p:cNvSpPr>
            <p:nvPr>
              <p:custDataLst>
                <p:tags r:id="R5f4fd2a1300442a0"/>
              </p:custDataLst>
            </p:nvPr>
          </p:nvSpPr>
          <p:spPr bwMode="auto">
            <a:xfrm>
              <a:off x="1725960" y="-1131459"/>
              <a:ext cx="2719040" cy="742815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更改文字的颜色或者大X属性输入您的文本文字</a:t>
              </a: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94C85FE2-7A44-016B-DC6A-803FA42B2111}"/>
                </a:ext>
              </a:extLst>
            </p:cNvPr>
            <p:cNvCxnSpPr/>
            <p:nvPr/>
          </p:nvCxnSpPr>
          <p:spPr>
            <a:xfrm>
              <a:off x="1725960" y="-1114287"/>
              <a:ext cx="462678" cy="0"/>
            </a:xfrm>
            <a:prstGeom prst="line">
              <a:avLst/>
            </a:prstGeom>
            <a:ln w="12700">
              <a:noFill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CB7A3E4D-0447-203F-427F-8FC8B33ED219}"/>
              </a:ext>
            </a:extLst>
          </p:cNvPr>
          <p:cNvGrpSpPr/>
          <p:nvPr/>
        </p:nvGrpSpPr>
        <p:grpSpPr>
          <a:xfrm>
            <a:off x="6751986" y="4029867"/>
            <a:ext cx="2672023" cy="1015797"/>
            <a:chOff x="1700560" y="-1556078"/>
            <a:chExt cx="2744440" cy="1167434"/>
          </a:xfrm>
        </p:grpSpPr>
        <p:sp>
          <p:nvSpPr>
            <p:cNvPr id="44" name="PA-矩形 4">
              <a:extLst>
                <a:ext uri="{FF2B5EF4-FFF2-40B4-BE49-F238E27FC236}">
                  <a16:creationId xmlns:a16="http://schemas.microsoft.com/office/drawing/2014/main" id="{5AE8A8B4-1D55-A386-C469-090C8165BA05}"/>
                </a:ext>
              </a:extLst>
            </p:cNvPr>
            <p:cNvSpPr>
              <a:spLocks noChangeArrowheads="1"/>
            </p:cNvSpPr>
            <p:nvPr>
              <p:custDataLst>
                <p:tags r:id="R74d2ca6142544691"/>
              </p:custDataLst>
            </p:nvPr>
          </p:nvSpPr>
          <p:spPr bwMode="auto">
            <a:xfrm>
              <a:off x="1700560" y="-1556078"/>
              <a:ext cx="1476159" cy="424466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45" name="PA-矩形 4">
              <a:extLst>
                <a:ext uri="{FF2B5EF4-FFF2-40B4-BE49-F238E27FC236}">
                  <a16:creationId xmlns:a16="http://schemas.microsoft.com/office/drawing/2014/main" id="{FE2EE1DB-5255-40B8-9A76-094162C7EAB7}"/>
                </a:ext>
              </a:extLst>
            </p:cNvPr>
            <p:cNvSpPr>
              <a:spLocks noChangeArrowheads="1"/>
            </p:cNvSpPr>
            <p:nvPr>
              <p:custDataLst>
                <p:tags r:id="R647f29f4b32a4ae7"/>
              </p:custDataLst>
            </p:nvPr>
          </p:nvSpPr>
          <p:spPr bwMode="auto">
            <a:xfrm>
              <a:off x="1725960" y="-1131459"/>
              <a:ext cx="2719040" cy="742815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更改文字的颜色或者大X属性输入您的文本文字</a:t>
              </a:r>
            </a:p>
          </p:txBody>
        </p: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1F9DD7E0-703E-823C-BC25-A70E7193BA2F}"/>
                </a:ext>
              </a:extLst>
            </p:cNvPr>
            <p:cNvCxnSpPr/>
            <p:nvPr/>
          </p:nvCxnSpPr>
          <p:spPr>
            <a:xfrm>
              <a:off x="1725960" y="-1114287"/>
              <a:ext cx="462678" cy="0"/>
            </a:xfrm>
            <a:prstGeom prst="line">
              <a:avLst/>
            </a:prstGeom>
            <a:ln w="12700">
              <a:noFill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51840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30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1" presetID="1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4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1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6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1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66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6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21" grpId="0" animBg="1"/>
      <p:bldP spid="22" grpId="0" animBg="1"/>
      <p:bldP spid="24" grpId="0" animBg="1"/>
      <p:bldP spid="25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4FC43-96B1-80B3-BE0E-A5F00119B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2121F73E-50FE-CB71-96FB-13D1F5A53E83}"/>
              </a:ext>
            </a:extLst>
          </p:cNvPr>
          <p:cNvGrpSpPr/>
          <p:nvPr/>
        </p:nvGrpSpPr>
        <p:grpSpPr>
          <a:xfrm>
            <a:off x="3078428" y="43034"/>
            <a:ext cx="6035144" cy="462579"/>
            <a:chOff x="2562160" y="53790"/>
            <a:chExt cx="6035144" cy="46257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D57AF2DC-5015-840C-41BC-CA2A64585FE1}"/>
                </a:ext>
              </a:extLst>
            </p:cNvPr>
            <p:cNvSpPr txBox="1"/>
            <p:nvPr/>
          </p:nvSpPr>
          <p:spPr>
            <a:xfrm>
              <a:off x="4048658" y="53790"/>
              <a:ext cx="3062148" cy="462579"/>
            </a:xfrm>
            <a:prstGeom prst="rect">
              <a:avLst/>
            </a:prstGeom>
            <a:noFill/>
            <a:ln w="9525">
              <a:noFill/>
            </a:ln>
            <a:effectLst/>
          </p:spPr>
          <p:txBody>
            <a:bodyPr wrap="square">
              <a:noAutofit/>
            </a:bodyPr>
            <a:lstStyle/>
            <a:p>
              <a:pPr algn="dist"/>
              <a:r>
                <a:rPr lang="zh-CN" altLang="en-US" sz="2800" b="1">
                  <a:solidFill>
                    <a:schemeClr val="bg1"/>
                  </a:solidFill>
                  <a:cs typeface="+mn-ea"/>
                  <a:sym typeface="+mn-lt"/>
                </a:rPr>
                <a:t>会议内容概述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C1E2CFD-9E9F-6F02-2554-9CAE9F0E6446}"/>
                </a:ext>
              </a:extLst>
            </p:cNvPr>
            <p:cNvSpPr/>
            <p:nvPr/>
          </p:nvSpPr>
          <p:spPr>
            <a:xfrm>
              <a:off x="2562160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0039274-464F-9ABE-0972-6B5B8BAE700C}"/>
                </a:ext>
              </a:extLst>
            </p:cNvPr>
            <p:cNvSpPr/>
            <p:nvPr/>
          </p:nvSpPr>
          <p:spPr>
            <a:xfrm flipH="1">
              <a:off x="7287453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1C0B334-CC84-14FB-B9DB-A2D0DC8BC313}"/>
              </a:ext>
            </a:extLst>
          </p:cNvPr>
          <p:cNvGrpSpPr/>
          <p:nvPr/>
        </p:nvGrpSpPr>
        <p:grpSpPr>
          <a:xfrm>
            <a:off x="5319737" y="1926555"/>
            <a:ext cx="776265" cy="3700421"/>
            <a:chOff x="6479616" y="2631329"/>
            <a:chExt cx="479425" cy="2247006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5186E155-F3DF-7954-DCEE-AD16F3132059}"/>
                </a:ext>
              </a:extLst>
            </p:cNvPr>
            <p:cNvSpPr/>
            <p:nvPr/>
          </p:nvSpPr>
          <p:spPr bwMode="auto">
            <a:xfrm>
              <a:off x="6479616" y="2631329"/>
              <a:ext cx="479425" cy="2247006"/>
            </a:xfrm>
            <a:custGeom>
              <a:avLst/>
              <a:gdLst>
                <a:gd name="T0" fmla="*/ 1368 w 1368"/>
                <a:gd name="T1" fmla="*/ 3205 h 6410"/>
                <a:gd name="T2" fmla="*/ 829 w 1368"/>
                <a:gd name="T3" fmla="*/ 2536 h 6410"/>
                <a:gd name="T4" fmla="*/ 829 w 1368"/>
                <a:gd name="T5" fmla="*/ 1353 h 6410"/>
                <a:gd name="T6" fmla="*/ 1368 w 1368"/>
                <a:gd name="T7" fmla="*/ 684 h 6410"/>
                <a:gd name="T8" fmla="*/ 684 w 1368"/>
                <a:gd name="T9" fmla="*/ 0 h 6410"/>
                <a:gd name="T10" fmla="*/ 0 w 1368"/>
                <a:gd name="T11" fmla="*/ 684 h 6410"/>
                <a:gd name="T12" fmla="*/ 540 w 1368"/>
                <a:gd name="T13" fmla="*/ 1353 h 6410"/>
                <a:gd name="T14" fmla="*/ 540 w 1368"/>
                <a:gd name="T15" fmla="*/ 2536 h 6410"/>
                <a:gd name="T16" fmla="*/ 0 w 1368"/>
                <a:gd name="T17" fmla="*/ 3205 h 6410"/>
                <a:gd name="T18" fmla="*/ 540 w 1368"/>
                <a:gd name="T19" fmla="*/ 3874 h 6410"/>
                <a:gd name="T20" fmla="*/ 540 w 1368"/>
                <a:gd name="T21" fmla="*/ 5057 h 6410"/>
                <a:gd name="T22" fmla="*/ 0 w 1368"/>
                <a:gd name="T23" fmla="*/ 5726 h 6410"/>
                <a:gd name="T24" fmla="*/ 684 w 1368"/>
                <a:gd name="T25" fmla="*/ 6410 h 6410"/>
                <a:gd name="T26" fmla="*/ 1368 w 1368"/>
                <a:gd name="T27" fmla="*/ 5726 h 6410"/>
                <a:gd name="T28" fmla="*/ 829 w 1368"/>
                <a:gd name="T29" fmla="*/ 5057 h 6410"/>
                <a:gd name="T30" fmla="*/ 829 w 1368"/>
                <a:gd name="T31" fmla="*/ 3874 h 6410"/>
                <a:gd name="T32" fmla="*/ 1368 w 1368"/>
                <a:gd name="T33" fmla="*/ 3205 h 6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8" h="6410">
                  <a:moveTo>
                    <a:pt x="1368" y="3205"/>
                  </a:moveTo>
                  <a:cubicBezTo>
                    <a:pt x="1368" y="2877"/>
                    <a:pt x="1137" y="2603"/>
                    <a:pt x="829" y="2536"/>
                  </a:cubicBezTo>
                  <a:cubicBezTo>
                    <a:pt x="829" y="1353"/>
                    <a:pt x="829" y="1353"/>
                    <a:pt x="829" y="1353"/>
                  </a:cubicBezTo>
                  <a:cubicBezTo>
                    <a:pt x="1137" y="1286"/>
                    <a:pt x="1368" y="1012"/>
                    <a:pt x="1368" y="684"/>
                  </a:cubicBezTo>
                  <a:cubicBezTo>
                    <a:pt x="1368" y="306"/>
                    <a:pt x="1062" y="0"/>
                    <a:pt x="684" y="0"/>
                  </a:cubicBezTo>
                  <a:cubicBezTo>
                    <a:pt x="306" y="0"/>
                    <a:pt x="0" y="306"/>
                    <a:pt x="0" y="684"/>
                  </a:cubicBezTo>
                  <a:cubicBezTo>
                    <a:pt x="0" y="1012"/>
                    <a:pt x="231" y="1286"/>
                    <a:pt x="540" y="1353"/>
                  </a:cubicBezTo>
                  <a:cubicBezTo>
                    <a:pt x="540" y="2536"/>
                    <a:pt x="540" y="2536"/>
                    <a:pt x="540" y="2536"/>
                  </a:cubicBezTo>
                  <a:cubicBezTo>
                    <a:pt x="231" y="2603"/>
                    <a:pt x="0" y="2877"/>
                    <a:pt x="0" y="3205"/>
                  </a:cubicBezTo>
                  <a:cubicBezTo>
                    <a:pt x="0" y="3533"/>
                    <a:pt x="231" y="3807"/>
                    <a:pt x="540" y="3874"/>
                  </a:cubicBezTo>
                  <a:cubicBezTo>
                    <a:pt x="540" y="5057"/>
                    <a:pt x="540" y="5057"/>
                    <a:pt x="540" y="5057"/>
                  </a:cubicBezTo>
                  <a:cubicBezTo>
                    <a:pt x="231" y="5124"/>
                    <a:pt x="0" y="5398"/>
                    <a:pt x="0" y="5726"/>
                  </a:cubicBezTo>
                  <a:cubicBezTo>
                    <a:pt x="0" y="6104"/>
                    <a:pt x="306" y="6410"/>
                    <a:pt x="684" y="6410"/>
                  </a:cubicBezTo>
                  <a:cubicBezTo>
                    <a:pt x="1062" y="6410"/>
                    <a:pt x="1368" y="6104"/>
                    <a:pt x="1368" y="5726"/>
                  </a:cubicBezTo>
                  <a:cubicBezTo>
                    <a:pt x="1368" y="5398"/>
                    <a:pt x="1137" y="5124"/>
                    <a:pt x="829" y="5057"/>
                  </a:cubicBezTo>
                  <a:cubicBezTo>
                    <a:pt x="829" y="3874"/>
                    <a:pt x="829" y="3874"/>
                    <a:pt x="829" y="3874"/>
                  </a:cubicBezTo>
                  <a:cubicBezTo>
                    <a:pt x="1137" y="3807"/>
                    <a:pt x="1368" y="3533"/>
                    <a:pt x="1368" y="3205"/>
                  </a:cubicBezTo>
                  <a:close/>
                </a:path>
              </a:pathLst>
            </a:custGeom>
            <a:blipFill>
              <a:blip r:embed="R4aa92f0e870c4c39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  <p:sp>
          <p:nvSpPr>
            <p:cNvPr id="16" name="Oval 7">
              <a:extLst>
                <a:ext uri="{FF2B5EF4-FFF2-40B4-BE49-F238E27FC236}">
                  <a16:creationId xmlns:a16="http://schemas.microsoft.com/office/drawing/2014/main" id="{AF11CF0F-F24E-AEF7-ABE1-27F400E39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4715" y="2694849"/>
              <a:ext cx="352425" cy="352534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b="1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01</a:t>
              </a:r>
              <a:endPara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7" name="Oval 8">
              <a:extLst>
                <a:ext uri="{FF2B5EF4-FFF2-40B4-BE49-F238E27FC236}">
                  <a16:creationId xmlns:a16="http://schemas.microsoft.com/office/drawing/2014/main" id="{FBECAC0C-DCCC-CE8C-20CA-81F641C03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4715" y="3577773"/>
              <a:ext cx="352425" cy="354122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b="1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02</a:t>
              </a:r>
              <a:endPara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8" name="Oval 9">
              <a:extLst>
                <a:ext uri="{FF2B5EF4-FFF2-40B4-BE49-F238E27FC236}">
                  <a16:creationId xmlns:a16="http://schemas.microsoft.com/office/drawing/2014/main" id="{923BF71D-9449-3D1C-25AC-D103318AAE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4715" y="4462284"/>
              <a:ext cx="352425" cy="352534"/>
            </a:xfrm>
            <a:prstGeom prst="ellipse">
              <a:avLst/>
            </a:prstGeom>
            <a:solidFill>
              <a:schemeClr val="bg1"/>
            </a:soli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b="1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03</a:t>
              </a:r>
              <a:endPara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090C06D0-5F71-E48A-4D99-FAC6E8507FD0}"/>
              </a:ext>
            </a:extLst>
          </p:cNvPr>
          <p:cNvGrpSpPr/>
          <p:nvPr/>
        </p:nvGrpSpPr>
        <p:grpSpPr>
          <a:xfrm>
            <a:off x="6736491" y="1513770"/>
            <a:ext cx="3892095" cy="1204974"/>
            <a:chOff x="3105606" y="2217534"/>
            <a:chExt cx="3892094" cy="1204974"/>
          </a:xfrm>
        </p:grpSpPr>
        <p:sp>
          <p:nvSpPr>
            <p:cNvPr id="20" name="PA-矩形 4">
              <a:extLst>
                <a:ext uri="{FF2B5EF4-FFF2-40B4-BE49-F238E27FC236}">
                  <a16:creationId xmlns:a16="http://schemas.microsoft.com/office/drawing/2014/main" id="{72A2C06B-2D43-1824-7C76-85B4427C6954}"/>
                </a:ext>
              </a:extLst>
            </p:cNvPr>
            <p:cNvSpPr>
              <a:spLocks noChangeArrowheads="1"/>
            </p:cNvSpPr>
            <p:nvPr>
              <p:custDataLst>
                <p:tags r:id="Rd6c55e7bc4f0415d"/>
              </p:custDataLst>
            </p:nvPr>
          </p:nvSpPr>
          <p:spPr bwMode="auto">
            <a:xfrm>
              <a:off x="3105606" y="2217534"/>
              <a:ext cx="28357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21" name="PA-矩形 4">
              <a:extLst>
                <a:ext uri="{FF2B5EF4-FFF2-40B4-BE49-F238E27FC236}">
                  <a16:creationId xmlns:a16="http://schemas.microsoft.com/office/drawing/2014/main" id="{1B1DBEF1-AEC3-3966-1EE5-2C9FB932D093}"/>
                </a:ext>
              </a:extLst>
            </p:cNvPr>
            <p:cNvSpPr>
              <a:spLocks noChangeArrowheads="1"/>
            </p:cNvSpPr>
            <p:nvPr>
              <p:custDataLst>
                <p:tags r:id="R9c082b75eb6549cb"/>
              </p:custDataLst>
            </p:nvPr>
          </p:nvSpPr>
          <p:spPr bwMode="auto">
            <a:xfrm>
              <a:off x="3105606" y="2776177"/>
              <a:ext cx="3892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点击这里，输入您的文本文字，更改文字的颜色或者大X属性</a:t>
              </a: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A63679EB-C905-6E1E-3B0A-7E8942889F1D}"/>
                </a:ext>
              </a:extLst>
            </p:cNvPr>
            <p:cNvCxnSpPr/>
            <p:nvPr/>
          </p:nvCxnSpPr>
          <p:spPr>
            <a:xfrm>
              <a:off x="3105606" y="2692084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6618EF3-22D2-FA34-156C-5B3A3B23E8CF}"/>
              </a:ext>
            </a:extLst>
          </p:cNvPr>
          <p:cNvGrpSpPr/>
          <p:nvPr/>
        </p:nvGrpSpPr>
        <p:grpSpPr>
          <a:xfrm>
            <a:off x="6736491" y="4815770"/>
            <a:ext cx="3892095" cy="1204974"/>
            <a:chOff x="3105606" y="2217534"/>
            <a:chExt cx="3892094" cy="1204974"/>
          </a:xfrm>
        </p:grpSpPr>
        <p:sp>
          <p:nvSpPr>
            <p:cNvPr id="25" name="PA-矩形 4">
              <a:extLst>
                <a:ext uri="{FF2B5EF4-FFF2-40B4-BE49-F238E27FC236}">
                  <a16:creationId xmlns:a16="http://schemas.microsoft.com/office/drawing/2014/main" id="{4A88276C-D1CD-5B13-A15D-B1BAB2645E8F}"/>
                </a:ext>
              </a:extLst>
            </p:cNvPr>
            <p:cNvSpPr>
              <a:spLocks noChangeArrowheads="1"/>
            </p:cNvSpPr>
            <p:nvPr>
              <p:custDataLst>
                <p:tags r:id="R188bb89a5317467d"/>
              </p:custDataLst>
            </p:nvPr>
          </p:nvSpPr>
          <p:spPr bwMode="auto">
            <a:xfrm>
              <a:off x="3105606" y="2217534"/>
              <a:ext cx="28357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26" name="PA-矩形 4">
              <a:extLst>
                <a:ext uri="{FF2B5EF4-FFF2-40B4-BE49-F238E27FC236}">
                  <a16:creationId xmlns:a16="http://schemas.microsoft.com/office/drawing/2014/main" id="{C07F2033-7312-1EDC-F3FC-333D705266BA}"/>
                </a:ext>
              </a:extLst>
            </p:cNvPr>
            <p:cNvSpPr>
              <a:spLocks noChangeArrowheads="1"/>
            </p:cNvSpPr>
            <p:nvPr>
              <p:custDataLst>
                <p:tags r:id="R3a56e64a281d47a2"/>
              </p:custDataLst>
            </p:nvPr>
          </p:nvSpPr>
          <p:spPr bwMode="auto">
            <a:xfrm>
              <a:off x="3105606" y="2776177"/>
              <a:ext cx="3892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点击这里，输入您的文本文字，更改文字的颜色或者大X属性</a:t>
              </a: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3DD4C472-2F3E-2FEC-B88E-38D274CCACDF}"/>
                </a:ext>
              </a:extLst>
            </p:cNvPr>
            <p:cNvCxnSpPr/>
            <p:nvPr/>
          </p:nvCxnSpPr>
          <p:spPr>
            <a:xfrm>
              <a:off x="3105606" y="2692084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3FF7AD72-A40B-238C-D979-B59519DA9F8A}"/>
              </a:ext>
            </a:extLst>
          </p:cNvPr>
          <p:cNvGrpSpPr/>
          <p:nvPr/>
        </p:nvGrpSpPr>
        <p:grpSpPr>
          <a:xfrm>
            <a:off x="6736491" y="3164770"/>
            <a:ext cx="3892095" cy="1204974"/>
            <a:chOff x="3105606" y="2217534"/>
            <a:chExt cx="3892094" cy="1204974"/>
          </a:xfrm>
        </p:grpSpPr>
        <p:sp>
          <p:nvSpPr>
            <p:cNvPr id="29" name="PA-矩形 4">
              <a:extLst>
                <a:ext uri="{FF2B5EF4-FFF2-40B4-BE49-F238E27FC236}">
                  <a16:creationId xmlns:a16="http://schemas.microsoft.com/office/drawing/2014/main" id="{EA0A2DEA-5622-B376-0A59-09F9B44C60E2}"/>
                </a:ext>
              </a:extLst>
            </p:cNvPr>
            <p:cNvSpPr>
              <a:spLocks noChangeArrowheads="1"/>
            </p:cNvSpPr>
            <p:nvPr>
              <p:custDataLst>
                <p:tags r:id="R71875ee33e64462f"/>
              </p:custDataLst>
            </p:nvPr>
          </p:nvSpPr>
          <p:spPr bwMode="auto">
            <a:xfrm>
              <a:off x="3105606" y="2217534"/>
              <a:ext cx="28357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30" name="PA-矩形 4">
              <a:extLst>
                <a:ext uri="{FF2B5EF4-FFF2-40B4-BE49-F238E27FC236}">
                  <a16:creationId xmlns:a16="http://schemas.microsoft.com/office/drawing/2014/main" id="{1DC81A64-428C-F0F5-6C0C-249FD954EB96}"/>
                </a:ext>
              </a:extLst>
            </p:cNvPr>
            <p:cNvSpPr>
              <a:spLocks noChangeArrowheads="1"/>
            </p:cNvSpPr>
            <p:nvPr>
              <p:custDataLst>
                <p:tags r:id="R6365e0510a254a01"/>
              </p:custDataLst>
            </p:nvPr>
          </p:nvSpPr>
          <p:spPr bwMode="auto">
            <a:xfrm>
              <a:off x="3105606" y="2776177"/>
              <a:ext cx="3892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点击这里，输入您的文本文字，更改文字的颜色或者大X属性</a:t>
              </a: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18750B15-9263-F8E1-B97C-51E0C2CCC05F}"/>
                </a:ext>
              </a:extLst>
            </p:cNvPr>
            <p:cNvCxnSpPr/>
            <p:nvPr/>
          </p:nvCxnSpPr>
          <p:spPr>
            <a:xfrm>
              <a:off x="3105606" y="2692084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13435D31-0A06-F47D-EA52-0DE135C53E2B}"/>
              </a:ext>
            </a:extLst>
          </p:cNvPr>
          <p:cNvPicPr>
            <a:picLocks noChangeAspect="1"/>
          </p:cNvPicPr>
          <p:nvPr/>
        </p:nvPicPr>
        <p:blipFill>
          <a:blip r:embed="R548663a5b5b2498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6131" y="1449187"/>
            <a:ext cx="3062148" cy="4554821"/>
          </a:xfrm>
          <a:prstGeom prst="roundRect">
            <a:avLst>
              <a:gd name="adj" fmla="val 9289"/>
            </a:avLst>
          </a:prstGeom>
        </p:spPr>
      </p:pic>
    </p:spTree>
    <p:extLst>
      <p:ext uri="{BB962C8B-B14F-4D97-AF65-F5344CB8AC3E}">
        <p14:creationId xmlns:p14="http://schemas.microsoft.com/office/powerpoint/2010/main" val="2377608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30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D4026-2201-47D1-B28B-CF8F90F7E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B0D4CF5E-02B0-52C8-92FB-E3E8F955AC65}"/>
              </a:ext>
            </a:extLst>
          </p:cNvPr>
          <p:cNvGrpSpPr/>
          <p:nvPr/>
        </p:nvGrpSpPr>
        <p:grpSpPr>
          <a:xfrm>
            <a:off x="3078428" y="43034"/>
            <a:ext cx="6035144" cy="462579"/>
            <a:chOff x="2562160" y="53790"/>
            <a:chExt cx="6035144" cy="46257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5D630BF-1675-601B-3655-EADE7835E31E}"/>
                </a:ext>
              </a:extLst>
            </p:cNvPr>
            <p:cNvSpPr txBox="1"/>
            <p:nvPr/>
          </p:nvSpPr>
          <p:spPr>
            <a:xfrm>
              <a:off x="4048658" y="53790"/>
              <a:ext cx="3062148" cy="462579"/>
            </a:xfrm>
            <a:prstGeom prst="rect">
              <a:avLst/>
            </a:prstGeom>
            <a:noFill/>
            <a:ln w="9525">
              <a:noFill/>
            </a:ln>
            <a:effectLst/>
          </p:spPr>
          <p:txBody>
            <a:bodyPr wrap="square">
              <a:noAutofit/>
            </a:bodyPr>
            <a:lstStyle/>
            <a:p>
              <a:pPr algn="dist"/>
              <a:r>
                <a:rPr lang="zh-CN" altLang="en-US" sz="2800" b="1">
                  <a:solidFill>
                    <a:schemeClr val="bg1"/>
                  </a:solidFill>
                  <a:cs typeface="+mn-ea"/>
                  <a:sym typeface="+mn-lt"/>
                </a:rPr>
                <a:t>会议内容概述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62D82EF-E193-18FC-4C08-F39AABBB2C88}"/>
                </a:ext>
              </a:extLst>
            </p:cNvPr>
            <p:cNvSpPr/>
            <p:nvPr/>
          </p:nvSpPr>
          <p:spPr>
            <a:xfrm>
              <a:off x="2562160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4D0DF6D-310A-0017-D39C-B4CCC5EED94F}"/>
                </a:ext>
              </a:extLst>
            </p:cNvPr>
            <p:cNvSpPr/>
            <p:nvPr/>
          </p:nvSpPr>
          <p:spPr>
            <a:xfrm flipH="1">
              <a:off x="7287453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Shape 711">
            <a:extLst>
              <a:ext uri="{FF2B5EF4-FFF2-40B4-BE49-F238E27FC236}">
                <a16:creationId xmlns:a16="http://schemas.microsoft.com/office/drawing/2014/main" id="{3195824C-D897-BAF3-7094-EC7E547CCB44}"/>
              </a:ext>
            </a:extLst>
          </p:cNvPr>
          <p:cNvSpPr/>
          <p:nvPr/>
        </p:nvSpPr>
        <p:spPr>
          <a:xfrm rot="16200000">
            <a:off x="1828848" y="1945022"/>
            <a:ext cx="1303081" cy="1309851"/>
          </a:xfrm>
          <a:prstGeom prst="ellipse">
            <a:avLst/>
          </a:prstGeom>
          <a:blipFill>
            <a:blip r:embed="R547cf00902c7470e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ct val="0"/>
              </a:spcBef>
              <a:buNone/>
            </a:pPr>
            <a:endParaRPr sz="3600">
              <a:solidFill>
                <a:srgbClr val="0E0E0E"/>
              </a:solidFill>
              <a:cs typeface="+mn-ea"/>
              <a:sym typeface="+mn-lt"/>
            </a:endParaRPr>
          </a:p>
        </p:txBody>
      </p:sp>
      <p:sp>
        <p:nvSpPr>
          <p:cNvPr id="16" name="Shape 712">
            <a:extLst>
              <a:ext uri="{FF2B5EF4-FFF2-40B4-BE49-F238E27FC236}">
                <a16:creationId xmlns:a16="http://schemas.microsoft.com/office/drawing/2014/main" id="{6F037BDF-F7FC-E9DD-EFFE-57B31EAB6DB4}"/>
              </a:ext>
            </a:extLst>
          </p:cNvPr>
          <p:cNvSpPr/>
          <p:nvPr/>
        </p:nvSpPr>
        <p:spPr>
          <a:xfrm rot="16200000">
            <a:off x="4223736" y="1945022"/>
            <a:ext cx="1303081" cy="1309852"/>
          </a:xfrm>
          <a:prstGeom prst="ellipse">
            <a:avLst/>
          </a:prstGeom>
          <a:blipFill>
            <a:blip r:embed="R5578adde928a41df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ct val="0"/>
              </a:spcBef>
              <a:buNone/>
            </a:pPr>
            <a:endParaRPr sz="3600">
              <a:solidFill>
                <a:srgbClr val="0E0E0E"/>
              </a:solidFill>
              <a:cs typeface="+mn-ea"/>
              <a:sym typeface="+mn-lt"/>
            </a:endParaRPr>
          </a:p>
        </p:txBody>
      </p:sp>
      <p:sp>
        <p:nvSpPr>
          <p:cNvPr id="17" name="Shape 713">
            <a:extLst>
              <a:ext uri="{FF2B5EF4-FFF2-40B4-BE49-F238E27FC236}">
                <a16:creationId xmlns:a16="http://schemas.microsoft.com/office/drawing/2014/main" id="{76F2967A-0E40-02E7-23CE-94A32C5FA8AA}"/>
              </a:ext>
            </a:extLst>
          </p:cNvPr>
          <p:cNvSpPr/>
          <p:nvPr/>
        </p:nvSpPr>
        <p:spPr>
          <a:xfrm rot="16200000">
            <a:off x="6687593" y="1945022"/>
            <a:ext cx="1303081" cy="1309852"/>
          </a:xfrm>
          <a:prstGeom prst="ellipse">
            <a:avLst/>
          </a:prstGeom>
          <a:blipFill>
            <a:blip r:embed="R547cf00902c7470e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ct val="0"/>
              </a:spcBef>
              <a:buNone/>
            </a:pPr>
            <a:endParaRPr sz="3600">
              <a:solidFill>
                <a:srgbClr val="0E0E0E"/>
              </a:solidFill>
              <a:cs typeface="+mn-ea"/>
              <a:sym typeface="+mn-lt"/>
            </a:endParaRPr>
          </a:p>
        </p:txBody>
      </p:sp>
      <p:sp>
        <p:nvSpPr>
          <p:cNvPr id="18" name="Shape 714">
            <a:extLst>
              <a:ext uri="{FF2B5EF4-FFF2-40B4-BE49-F238E27FC236}">
                <a16:creationId xmlns:a16="http://schemas.microsoft.com/office/drawing/2014/main" id="{49CA6E53-CCC6-E64B-161E-BA1D5A503A24}"/>
              </a:ext>
            </a:extLst>
          </p:cNvPr>
          <p:cNvSpPr/>
          <p:nvPr/>
        </p:nvSpPr>
        <p:spPr>
          <a:xfrm rot="16200000">
            <a:off x="9082476" y="1945021"/>
            <a:ext cx="1303081" cy="1309852"/>
          </a:xfrm>
          <a:prstGeom prst="ellipse">
            <a:avLst/>
          </a:prstGeom>
          <a:blipFill>
            <a:blip r:embed="R5578adde928a41df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ct val="0"/>
              </a:spcBef>
              <a:buNone/>
            </a:pPr>
            <a:endParaRPr sz="3600">
              <a:solidFill>
                <a:srgbClr val="0E0E0E"/>
              </a:solidFill>
              <a:cs typeface="+mn-ea"/>
              <a:sym typeface="+mn-lt"/>
            </a:endParaRPr>
          </a:p>
        </p:txBody>
      </p:sp>
      <p:sp>
        <p:nvSpPr>
          <p:cNvPr id="19" name="Shape 729">
            <a:extLst>
              <a:ext uri="{FF2B5EF4-FFF2-40B4-BE49-F238E27FC236}">
                <a16:creationId xmlns:a16="http://schemas.microsoft.com/office/drawing/2014/main" id="{47DCAF9B-177C-00A5-6100-1309D2CCF695}"/>
              </a:ext>
            </a:extLst>
          </p:cNvPr>
          <p:cNvSpPr/>
          <p:nvPr/>
        </p:nvSpPr>
        <p:spPr>
          <a:xfrm>
            <a:off x="2194241" y="2275849"/>
            <a:ext cx="572297" cy="594224"/>
          </a:xfrm>
          <a:custGeom>
            <a:avLst/>
            <a:gdLst/>
            <a:ahLst/>
            <a:cxnLst/>
            <a:rect l="0" t="0" r="0" b="0"/>
            <a:pathLst>
              <a:path w="119999" h="119999" extrusionOk="0">
                <a:moveTo>
                  <a:pt x="114544" y="98183"/>
                </a:moveTo>
                <a:cubicBezTo>
                  <a:pt x="114544" y="101194"/>
                  <a:pt x="112100" y="103638"/>
                  <a:pt x="109088" y="103638"/>
                </a:cubicBezTo>
                <a:lnTo>
                  <a:pt x="10911" y="103638"/>
                </a:lnTo>
                <a:cubicBezTo>
                  <a:pt x="7900" y="103638"/>
                  <a:pt x="5455" y="101194"/>
                  <a:pt x="5455" y="98183"/>
                </a:cubicBezTo>
                <a:lnTo>
                  <a:pt x="5455" y="32727"/>
                </a:lnTo>
                <a:cubicBezTo>
                  <a:pt x="5455" y="29716"/>
                  <a:pt x="7900" y="27272"/>
                  <a:pt x="10911" y="27272"/>
                </a:cubicBezTo>
                <a:lnTo>
                  <a:pt x="109088" y="27272"/>
                </a:lnTo>
                <a:cubicBezTo>
                  <a:pt x="112100" y="27272"/>
                  <a:pt x="114544" y="29716"/>
                  <a:pt x="114544" y="32727"/>
                </a:cubicBezTo>
                <a:cubicBezTo>
                  <a:pt x="114544" y="32727"/>
                  <a:pt x="114544" y="98183"/>
                  <a:pt x="114544" y="98183"/>
                </a:cubicBezTo>
                <a:close/>
                <a:moveTo>
                  <a:pt x="109088" y="21816"/>
                </a:moveTo>
                <a:lnTo>
                  <a:pt x="69311" y="21816"/>
                </a:lnTo>
                <a:lnTo>
                  <a:pt x="80422" y="10705"/>
                </a:lnTo>
                <a:cubicBezTo>
                  <a:pt x="80872" y="10827"/>
                  <a:pt x="81333" y="10911"/>
                  <a:pt x="81816" y="10911"/>
                </a:cubicBezTo>
                <a:cubicBezTo>
                  <a:pt x="84827" y="10911"/>
                  <a:pt x="87272" y="8466"/>
                  <a:pt x="87272" y="5455"/>
                </a:cubicBezTo>
                <a:cubicBezTo>
                  <a:pt x="87272" y="2444"/>
                  <a:pt x="84827" y="0"/>
                  <a:pt x="81816" y="0"/>
                </a:cubicBezTo>
                <a:cubicBezTo>
                  <a:pt x="78805" y="0"/>
                  <a:pt x="76361" y="2444"/>
                  <a:pt x="76361" y="5455"/>
                </a:cubicBezTo>
                <a:cubicBezTo>
                  <a:pt x="76361" y="5938"/>
                  <a:pt x="76450" y="6405"/>
                  <a:pt x="76566" y="6850"/>
                </a:cubicBezTo>
                <a:lnTo>
                  <a:pt x="61600" y="21816"/>
                </a:lnTo>
                <a:lnTo>
                  <a:pt x="58405" y="21816"/>
                </a:lnTo>
                <a:lnTo>
                  <a:pt x="43433" y="6850"/>
                </a:lnTo>
                <a:cubicBezTo>
                  <a:pt x="43550" y="6405"/>
                  <a:pt x="43638" y="5938"/>
                  <a:pt x="43638" y="5455"/>
                </a:cubicBezTo>
                <a:cubicBezTo>
                  <a:pt x="43638" y="2444"/>
                  <a:pt x="41194" y="0"/>
                  <a:pt x="38183" y="0"/>
                </a:cubicBezTo>
                <a:cubicBezTo>
                  <a:pt x="35172" y="0"/>
                  <a:pt x="32727" y="2444"/>
                  <a:pt x="32727" y="5455"/>
                </a:cubicBezTo>
                <a:cubicBezTo>
                  <a:pt x="32727" y="8466"/>
                  <a:pt x="35172" y="10911"/>
                  <a:pt x="38183" y="10911"/>
                </a:cubicBezTo>
                <a:cubicBezTo>
                  <a:pt x="38666" y="10911"/>
                  <a:pt x="39127" y="10827"/>
                  <a:pt x="39577" y="10705"/>
                </a:cubicBezTo>
                <a:lnTo>
                  <a:pt x="50688" y="21816"/>
                </a:lnTo>
                <a:lnTo>
                  <a:pt x="10911" y="21816"/>
                </a:lnTo>
                <a:cubicBezTo>
                  <a:pt x="4883" y="21816"/>
                  <a:pt x="0" y="26700"/>
                  <a:pt x="0" y="32727"/>
                </a:cubicBezTo>
                <a:lnTo>
                  <a:pt x="0" y="98183"/>
                </a:lnTo>
                <a:cubicBezTo>
                  <a:pt x="0" y="104205"/>
                  <a:pt x="4883" y="109094"/>
                  <a:pt x="10911" y="109094"/>
                </a:cubicBezTo>
                <a:lnTo>
                  <a:pt x="21816" y="109094"/>
                </a:lnTo>
                <a:lnTo>
                  <a:pt x="21816" y="117272"/>
                </a:lnTo>
                <a:cubicBezTo>
                  <a:pt x="21816" y="118783"/>
                  <a:pt x="23038" y="120000"/>
                  <a:pt x="24544" y="120000"/>
                </a:cubicBezTo>
                <a:cubicBezTo>
                  <a:pt x="26050" y="120000"/>
                  <a:pt x="27272" y="118783"/>
                  <a:pt x="27272" y="117272"/>
                </a:cubicBezTo>
                <a:lnTo>
                  <a:pt x="27272" y="114544"/>
                </a:lnTo>
                <a:lnTo>
                  <a:pt x="92727" y="114544"/>
                </a:lnTo>
                <a:lnTo>
                  <a:pt x="92727" y="117272"/>
                </a:lnTo>
                <a:cubicBezTo>
                  <a:pt x="92727" y="118783"/>
                  <a:pt x="93950" y="120000"/>
                  <a:pt x="95455" y="120000"/>
                </a:cubicBezTo>
                <a:cubicBezTo>
                  <a:pt x="96961" y="120000"/>
                  <a:pt x="98183" y="118783"/>
                  <a:pt x="98183" y="117272"/>
                </a:cubicBezTo>
                <a:lnTo>
                  <a:pt x="98183" y="109094"/>
                </a:lnTo>
                <a:lnTo>
                  <a:pt x="109088" y="109094"/>
                </a:lnTo>
                <a:cubicBezTo>
                  <a:pt x="115116" y="109094"/>
                  <a:pt x="120000" y="104205"/>
                  <a:pt x="120000" y="98183"/>
                </a:cubicBezTo>
                <a:lnTo>
                  <a:pt x="120000" y="32727"/>
                </a:lnTo>
                <a:cubicBezTo>
                  <a:pt x="120000" y="26700"/>
                  <a:pt x="115116" y="21816"/>
                  <a:pt x="109088" y="21816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20" name="Shape 730">
            <a:extLst>
              <a:ext uri="{FF2B5EF4-FFF2-40B4-BE49-F238E27FC236}">
                <a16:creationId xmlns:a16="http://schemas.microsoft.com/office/drawing/2014/main" id="{ACE8D11E-AFCD-3DFD-7BAB-58770E19A072}"/>
              </a:ext>
            </a:extLst>
          </p:cNvPr>
          <p:cNvSpPr/>
          <p:nvPr/>
        </p:nvSpPr>
        <p:spPr>
          <a:xfrm>
            <a:off x="4596745" y="2459836"/>
            <a:ext cx="572297" cy="324123"/>
          </a:xfrm>
          <a:custGeom>
            <a:avLst/>
            <a:gdLst/>
            <a:ahLst/>
            <a:cxnLst/>
            <a:rect l="0" t="0" r="0" b="0"/>
            <a:pathLst>
              <a:path w="119999" h="119999" extrusionOk="0">
                <a:moveTo>
                  <a:pt x="109088" y="100000"/>
                </a:moveTo>
                <a:cubicBezTo>
                  <a:pt x="109088" y="105527"/>
                  <a:pt x="106644" y="110000"/>
                  <a:pt x="103638" y="110000"/>
                </a:cubicBezTo>
                <a:lnTo>
                  <a:pt x="10911" y="110000"/>
                </a:lnTo>
                <a:cubicBezTo>
                  <a:pt x="7900" y="110000"/>
                  <a:pt x="5455" y="105527"/>
                  <a:pt x="5455" y="100000"/>
                </a:cubicBezTo>
                <a:lnTo>
                  <a:pt x="5455" y="20000"/>
                </a:lnTo>
                <a:cubicBezTo>
                  <a:pt x="5455" y="14483"/>
                  <a:pt x="7900" y="10000"/>
                  <a:pt x="10911" y="10000"/>
                </a:cubicBezTo>
                <a:lnTo>
                  <a:pt x="103638" y="10000"/>
                </a:lnTo>
                <a:cubicBezTo>
                  <a:pt x="106644" y="10000"/>
                  <a:pt x="109088" y="14483"/>
                  <a:pt x="109088" y="20000"/>
                </a:cubicBezTo>
                <a:cubicBezTo>
                  <a:pt x="109088" y="20000"/>
                  <a:pt x="109088" y="100000"/>
                  <a:pt x="109088" y="100000"/>
                </a:cubicBezTo>
                <a:close/>
                <a:moveTo>
                  <a:pt x="114544" y="40000"/>
                </a:moveTo>
                <a:lnTo>
                  <a:pt x="114544" y="20000"/>
                </a:lnTo>
                <a:cubicBezTo>
                  <a:pt x="114544" y="8955"/>
                  <a:pt x="109661" y="0"/>
                  <a:pt x="103638" y="0"/>
                </a:cubicBezTo>
                <a:lnTo>
                  <a:pt x="10911" y="0"/>
                </a:lnTo>
                <a:cubicBezTo>
                  <a:pt x="4883" y="0"/>
                  <a:pt x="0" y="8955"/>
                  <a:pt x="0" y="20000"/>
                </a:cubicBezTo>
                <a:lnTo>
                  <a:pt x="0" y="100000"/>
                </a:lnTo>
                <a:cubicBezTo>
                  <a:pt x="0" y="111050"/>
                  <a:pt x="4883" y="120000"/>
                  <a:pt x="10911" y="120000"/>
                </a:cubicBezTo>
                <a:lnTo>
                  <a:pt x="103638" y="120000"/>
                </a:lnTo>
                <a:cubicBezTo>
                  <a:pt x="109661" y="120000"/>
                  <a:pt x="114544" y="111050"/>
                  <a:pt x="114544" y="100000"/>
                </a:cubicBezTo>
                <a:lnTo>
                  <a:pt x="114544" y="80000"/>
                </a:lnTo>
                <a:cubicBezTo>
                  <a:pt x="117555" y="80000"/>
                  <a:pt x="120000" y="75527"/>
                  <a:pt x="120000" y="70000"/>
                </a:cubicBezTo>
                <a:lnTo>
                  <a:pt x="120000" y="50000"/>
                </a:lnTo>
                <a:cubicBezTo>
                  <a:pt x="120000" y="44483"/>
                  <a:pt x="117555" y="40000"/>
                  <a:pt x="114544" y="40000"/>
                </a:cubicBezTo>
                <a:moveTo>
                  <a:pt x="10911" y="100000"/>
                </a:moveTo>
                <a:lnTo>
                  <a:pt x="38183" y="100000"/>
                </a:lnTo>
                <a:lnTo>
                  <a:pt x="38183" y="20000"/>
                </a:lnTo>
                <a:lnTo>
                  <a:pt x="10911" y="20000"/>
                </a:lnTo>
                <a:cubicBezTo>
                  <a:pt x="10911" y="20000"/>
                  <a:pt x="10911" y="100000"/>
                  <a:pt x="10911" y="1000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21" name="Shape 731">
            <a:extLst>
              <a:ext uri="{FF2B5EF4-FFF2-40B4-BE49-F238E27FC236}">
                <a16:creationId xmlns:a16="http://schemas.microsoft.com/office/drawing/2014/main" id="{C77726DA-F15C-AA10-B96F-B7B3F30C9E7D}"/>
              </a:ext>
            </a:extLst>
          </p:cNvPr>
          <p:cNvSpPr/>
          <p:nvPr/>
        </p:nvSpPr>
        <p:spPr>
          <a:xfrm>
            <a:off x="7127345" y="2326083"/>
            <a:ext cx="416217" cy="594224"/>
          </a:xfrm>
          <a:custGeom>
            <a:avLst/>
            <a:gdLst/>
            <a:ahLst/>
            <a:cxnLst/>
            <a:rect l="0" t="0" r="0" b="0"/>
            <a:pathLst>
              <a:path w="119999" h="119999" extrusionOk="0">
                <a:moveTo>
                  <a:pt x="82500" y="111783"/>
                </a:moveTo>
                <a:cubicBezTo>
                  <a:pt x="82500" y="113294"/>
                  <a:pt x="80811" y="114511"/>
                  <a:pt x="78727" y="114511"/>
                </a:cubicBezTo>
                <a:cubicBezTo>
                  <a:pt x="77650" y="114511"/>
                  <a:pt x="76688" y="114177"/>
                  <a:pt x="76000" y="113650"/>
                </a:cubicBezTo>
                <a:lnTo>
                  <a:pt x="75983" y="113661"/>
                </a:lnTo>
                <a:lnTo>
                  <a:pt x="75000" y="113011"/>
                </a:lnTo>
                <a:lnTo>
                  <a:pt x="75000" y="6977"/>
                </a:lnTo>
                <a:lnTo>
                  <a:pt x="76100" y="6255"/>
                </a:lnTo>
                <a:lnTo>
                  <a:pt x="76111" y="6261"/>
                </a:lnTo>
                <a:cubicBezTo>
                  <a:pt x="76788" y="5788"/>
                  <a:pt x="77711" y="5483"/>
                  <a:pt x="78727" y="5483"/>
                </a:cubicBezTo>
                <a:cubicBezTo>
                  <a:pt x="80811" y="5483"/>
                  <a:pt x="82500" y="6711"/>
                  <a:pt x="82500" y="8216"/>
                </a:cubicBezTo>
                <a:cubicBezTo>
                  <a:pt x="82500" y="8216"/>
                  <a:pt x="82500" y="111783"/>
                  <a:pt x="82500" y="111783"/>
                </a:cubicBezTo>
                <a:close/>
                <a:moveTo>
                  <a:pt x="67500" y="108044"/>
                </a:moveTo>
                <a:lnTo>
                  <a:pt x="30000" y="83211"/>
                </a:lnTo>
                <a:lnTo>
                  <a:pt x="30000" y="36705"/>
                </a:lnTo>
                <a:lnTo>
                  <a:pt x="31677" y="35594"/>
                </a:lnTo>
                <a:lnTo>
                  <a:pt x="31661" y="35588"/>
                </a:lnTo>
                <a:lnTo>
                  <a:pt x="67500" y="11927"/>
                </a:lnTo>
                <a:cubicBezTo>
                  <a:pt x="67500" y="11927"/>
                  <a:pt x="67500" y="108044"/>
                  <a:pt x="67500" y="108044"/>
                </a:cubicBezTo>
                <a:close/>
                <a:moveTo>
                  <a:pt x="22500" y="81377"/>
                </a:moveTo>
                <a:cubicBezTo>
                  <a:pt x="13938" y="79355"/>
                  <a:pt x="7500" y="70555"/>
                  <a:pt x="7500" y="60000"/>
                </a:cubicBezTo>
                <a:cubicBezTo>
                  <a:pt x="7500" y="49444"/>
                  <a:pt x="13938" y="40638"/>
                  <a:pt x="22500" y="38622"/>
                </a:cubicBezTo>
                <a:cubicBezTo>
                  <a:pt x="22500" y="38622"/>
                  <a:pt x="22500" y="81377"/>
                  <a:pt x="22500" y="81377"/>
                </a:cubicBezTo>
                <a:close/>
                <a:moveTo>
                  <a:pt x="90044" y="8177"/>
                </a:moveTo>
                <a:cubicBezTo>
                  <a:pt x="90044" y="3655"/>
                  <a:pt x="84983" y="0"/>
                  <a:pt x="78744" y="0"/>
                </a:cubicBezTo>
                <a:cubicBezTo>
                  <a:pt x="75550" y="0"/>
                  <a:pt x="72683" y="966"/>
                  <a:pt x="70627" y="2505"/>
                </a:cubicBezTo>
                <a:lnTo>
                  <a:pt x="24755" y="32805"/>
                </a:lnTo>
                <a:cubicBezTo>
                  <a:pt x="10955" y="33611"/>
                  <a:pt x="0" y="45461"/>
                  <a:pt x="0" y="60000"/>
                </a:cubicBezTo>
                <a:cubicBezTo>
                  <a:pt x="0" y="74583"/>
                  <a:pt x="11027" y="86461"/>
                  <a:pt x="24894" y="87200"/>
                </a:cubicBezTo>
                <a:lnTo>
                  <a:pt x="70627" y="117488"/>
                </a:lnTo>
                <a:cubicBezTo>
                  <a:pt x="72683" y="119033"/>
                  <a:pt x="75550" y="120000"/>
                  <a:pt x="78744" y="120000"/>
                </a:cubicBezTo>
                <a:cubicBezTo>
                  <a:pt x="84983" y="120000"/>
                  <a:pt x="90044" y="116338"/>
                  <a:pt x="90044" y="111827"/>
                </a:cubicBezTo>
                <a:cubicBezTo>
                  <a:pt x="90044" y="111722"/>
                  <a:pt x="90005" y="111622"/>
                  <a:pt x="90000" y="111516"/>
                </a:cubicBezTo>
                <a:lnTo>
                  <a:pt x="90000" y="8483"/>
                </a:lnTo>
                <a:cubicBezTo>
                  <a:pt x="90005" y="8377"/>
                  <a:pt x="90044" y="8277"/>
                  <a:pt x="90044" y="8177"/>
                </a:cubicBezTo>
                <a:moveTo>
                  <a:pt x="101250" y="43638"/>
                </a:moveTo>
                <a:cubicBezTo>
                  <a:pt x="99177" y="43638"/>
                  <a:pt x="97500" y="44855"/>
                  <a:pt x="97500" y="46361"/>
                </a:cubicBezTo>
                <a:cubicBezTo>
                  <a:pt x="97500" y="47872"/>
                  <a:pt x="99177" y="49088"/>
                  <a:pt x="101250" y="49088"/>
                </a:cubicBezTo>
                <a:cubicBezTo>
                  <a:pt x="107466" y="49088"/>
                  <a:pt x="112500" y="53977"/>
                  <a:pt x="112500" y="60000"/>
                </a:cubicBezTo>
                <a:cubicBezTo>
                  <a:pt x="112500" y="66022"/>
                  <a:pt x="107466" y="70911"/>
                  <a:pt x="101250" y="70911"/>
                </a:cubicBezTo>
                <a:cubicBezTo>
                  <a:pt x="99177" y="70911"/>
                  <a:pt x="97500" y="72127"/>
                  <a:pt x="97500" y="73638"/>
                </a:cubicBezTo>
                <a:cubicBezTo>
                  <a:pt x="97500" y="75144"/>
                  <a:pt x="99177" y="76361"/>
                  <a:pt x="101250" y="76361"/>
                </a:cubicBezTo>
                <a:cubicBezTo>
                  <a:pt x="111605" y="76361"/>
                  <a:pt x="120000" y="69033"/>
                  <a:pt x="120000" y="60000"/>
                </a:cubicBezTo>
                <a:cubicBezTo>
                  <a:pt x="120000" y="50961"/>
                  <a:pt x="111605" y="43638"/>
                  <a:pt x="101250" y="4363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22" name="Shape 732">
            <a:extLst>
              <a:ext uri="{FF2B5EF4-FFF2-40B4-BE49-F238E27FC236}">
                <a16:creationId xmlns:a16="http://schemas.microsoft.com/office/drawing/2014/main" id="{4407768D-721C-98D6-4214-F4E70AF3DFFB}"/>
              </a:ext>
            </a:extLst>
          </p:cNvPr>
          <p:cNvSpPr/>
          <p:nvPr/>
        </p:nvSpPr>
        <p:spPr>
          <a:xfrm>
            <a:off x="9484358" y="2383892"/>
            <a:ext cx="572297" cy="486183"/>
          </a:xfrm>
          <a:custGeom>
            <a:avLst/>
            <a:gdLst/>
            <a:ahLst/>
            <a:cxnLst/>
            <a:rect l="0" t="0" r="0" b="0"/>
            <a:pathLst>
              <a:path w="119999" h="119999" extrusionOk="0">
                <a:moveTo>
                  <a:pt x="33200" y="113333"/>
                </a:moveTo>
                <a:lnTo>
                  <a:pt x="60000" y="75122"/>
                </a:lnTo>
                <a:lnTo>
                  <a:pt x="86794" y="113333"/>
                </a:lnTo>
                <a:cubicBezTo>
                  <a:pt x="86794" y="113333"/>
                  <a:pt x="33200" y="113333"/>
                  <a:pt x="33200" y="113333"/>
                </a:cubicBezTo>
                <a:close/>
                <a:moveTo>
                  <a:pt x="94794" y="114500"/>
                </a:moveTo>
                <a:lnTo>
                  <a:pt x="62066" y="67833"/>
                </a:lnTo>
                <a:lnTo>
                  <a:pt x="62044" y="67855"/>
                </a:lnTo>
                <a:cubicBezTo>
                  <a:pt x="61544" y="67144"/>
                  <a:pt x="60827" y="66666"/>
                  <a:pt x="60000" y="66666"/>
                </a:cubicBezTo>
                <a:cubicBezTo>
                  <a:pt x="59172" y="66666"/>
                  <a:pt x="58450" y="67144"/>
                  <a:pt x="57955" y="67855"/>
                </a:cubicBezTo>
                <a:lnTo>
                  <a:pt x="57927" y="67833"/>
                </a:lnTo>
                <a:lnTo>
                  <a:pt x="25200" y="114500"/>
                </a:lnTo>
                <a:lnTo>
                  <a:pt x="25222" y="114522"/>
                </a:lnTo>
                <a:cubicBezTo>
                  <a:pt x="24816" y="115105"/>
                  <a:pt x="24544" y="115838"/>
                  <a:pt x="24544" y="116666"/>
                </a:cubicBezTo>
                <a:cubicBezTo>
                  <a:pt x="24544" y="118511"/>
                  <a:pt x="25766" y="120000"/>
                  <a:pt x="27272" y="120000"/>
                </a:cubicBezTo>
                <a:lnTo>
                  <a:pt x="92727" y="120000"/>
                </a:lnTo>
                <a:cubicBezTo>
                  <a:pt x="94233" y="120000"/>
                  <a:pt x="95455" y="118511"/>
                  <a:pt x="95455" y="116666"/>
                </a:cubicBezTo>
                <a:cubicBezTo>
                  <a:pt x="95455" y="115838"/>
                  <a:pt x="95183" y="115105"/>
                  <a:pt x="94772" y="114522"/>
                </a:cubicBezTo>
                <a:cubicBezTo>
                  <a:pt x="94772" y="114522"/>
                  <a:pt x="94794" y="114500"/>
                  <a:pt x="94794" y="114500"/>
                </a:cubicBezTo>
                <a:close/>
                <a:moveTo>
                  <a:pt x="117272" y="0"/>
                </a:moveTo>
                <a:lnTo>
                  <a:pt x="2727" y="0"/>
                </a:lnTo>
                <a:cubicBezTo>
                  <a:pt x="1222" y="0"/>
                  <a:pt x="0" y="1494"/>
                  <a:pt x="0" y="3333"/>
                </a:cubicBezTo>
                <a:lnTo>
                  <a:pt x="0" y="96666"/>
                </a:lnTo>
                <a:cubicBezTo>
                  <a:pt x="0" y="98511"/>
                  <a:pt x="1222" y="100000"/>
                  <a:pt x="2727" y="100000"/>
                </a:cubicBezTo>
                <a:lnTo>
                  <a:pt x="24544" y="100000"/>
                </a:lnTo>
                <a:cubicBezTo>
                  <a:pt x="26050" y="100000"/>
                  <a:pt x="27272" y="98511"/>
                  <a:pt x="27272" y="96666"/>
                </a:cubicBezTo>
                <a:cubicBezTo>
                  <a:pt x="27272" y="94822"/>
                  <a:pt x="26050" y="93333"/>
                  <a:pt x="24544" y="93333"/>
                </a:cubicBezTo>
                <a:lnTo>
                  <a:pt x="5455" y="93333"/>
                </a:lnTo>
                <a:lnTo>
                  <a:pt x="5455" y="6666"/>
                </a:lnTo>
                <a:lnTo>
                  <a:pt x="114544" y="6666"/>
                </a:lnTo>
                <a:lnTo>
                  <a:pt x="114544" y="93333"/>
                </a:lnTo>
                <a:lnTo>
                  <a:pt x="95455" y="93333"/>
                </a:lnTo>
                <a:cubicBezTo>
                  <a:pt x="93950" y="93333"/>
                  <a:pt x="92727" y="94822"/>
                  <a:pt x="92727" y="96666"/>
                </a:cubicBezTo>
                <a:cubicBezTo>
                  <a:pt x="92727" y="98511"/>
                  <a:pt x="93950" y="100000"/>
                  <a:pt x="95455" y="100000"/>
                </a:cubicBezTo>
                <a:lnTo>
                  <a:pt x="117272" y="100000"/>
                </a:lnTo>
                <a:cubicBezTo>
                  <a:pt x="118777" y="100000"/>
                  <a:pt x="120000" y="98511"/>
                  <a:pt x="120000" y="96666"/>
                </a:cubicBezTo>
                <a:lnTo>
                  <a:pt x="120000" y="3333"/>
                </a:lnTo>
                <a:cubicBezTo>
                  <a:pt x="120000" y="1494"/>
                  <a:pt x="118777" y="0"/>
                  <a:pt x="117272" y="0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cs typeface="+mn-ea"/>
              <a:sym typeface="+mn-lt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83204EFC-ED10-908B-5D4A-2686B2599B71}"/>
              </a:ext>
            </a:extLst>
          </p:cNvPr>
          <p:cNvGrpSpPr/>
          <p:nvPr/>
        </p:nvGrpSpPr>
        <p:grpSpPr>
          <a:xfrm>
            <a:off x="3391347" y="3606514"/>
            <a:ext cx="2835791" cy="1523720"/>
            <a:chOff x="8372600" y="1562068"/>
            <a:chExt cx="2835791" cy="1523720"/>
          </a:xfrm>
        </p:grpSpPr>
        <p:sp>
          <p:nvSpPr>
            <p:cNvPr id="24" name="PA-矩形 4">
              <a:extLst>
                <a:ext uri="{FF2B5EF4-FFF2-40B4-BE49-F238E27FC236}">
                  <a16:creationId xmlns:a16="http://schemas.microsoft.com/office/drawing/2014/main" id="{46C5F5BC-D49B-36DE-BAB4-2B521BF6E4D8}"/>
                </a:ext>
              </a:extLst>
            </p:cNvPr>
            <p:cNvSpPr>
              <a:spLocks noChangeArrowheads="1"/>
            </p:cNvSpPr>
            <p:nvPr>
              <p:custDataLst>
                <p:tags r:id="R0c7f204bbb2b4eab"/>
              </p:custDataLst>
            </p:nvPr>
          </p:nvSpPr>
          <p:spPr bwMode="auto">
            <a:xfrm>
              <a:off x="8372600" y="1562068"/>
              <a:ext cx="28357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25" name="PA-矩形 4">
              <a:extLst>
                <a:ext uri="{FF2B5EF4-FFF2-40B4-BE49-F238E27FC236}">
                  <a16:creationId xmlns:a16="http://schemas.microsoft.com/office/drawing/2014/main" id="{6251CF8B-A2B2-D7C5-86C9-AA5F0A60265C}"/>
                </a:ext>
              </a:extLst>
            </p:cNvPr>
            <p:cNvSpPr>
              <a:spLocks noChangeArrowheads="1"/>
            </p:cNvSpPr>
            <p:nvPr>
              <p:custDataLst>
                <p:tags r:id="Rc55fdf33da0d4979"/>
              </p:custDataLst>
            </p:nvPr>
          </p:nvSpPr>
          <p:spPr bwMode="auto">
            <a:xfrm>
              <a:off x="8836789" y="2116292"/>
              <a:ext cx="1907410" cy="969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点击这里，输入您的文本文字，更改文字的颜色或者大X属性</a:t>
              </a: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20394521-9481-5369-9557-8DC9FA117E00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48E9E05-4D48-972D-DC8E-A940347B87D3}"/>
              </a:ext>
            </a:extLst>
          </p:cNvPr>
          <p:cNvGrpSpPr/>
          <p:nvPr/>
        </p:nvGrpSpPr>
        <p:grpSpPr>
          <a:xfrm>
            <a:off x="857698" y="3606514"/>
            <a:ext cx="2835791" cy="1523720"/>
            <a:chOff x="8372600" y="1562068"/>
            <a:chExt cx="2835791" cy="1523720"/>
          </a:xfrm>
        </p:grpSpPr>
        <p:sp>
          <p:nvSpPr>
            <p:cNvPr id="28" name="PA-矩形 4">
              <a:extLst>
                <a:ext uri="{FF2B5EF4-FFF2-40B4-BE49-F238E27FC236}">
                  <a16:creationId xmlns:a16="http://schemas.microsoft.com/office/drawing/2014/main" id="{3317598E-1FD9-859B-83AB-C58D9FA8D5AA}"/>
                </a:ext>
              </a:extLst>
            </p:cNvPr>
            <p:cNvSpPr>
              <a:spLocks noChangeArrowheads="1"/>
            </p:cNvSpPr>
            <p:nvPr>
              <p:custDataLst>
                <p:tags r:id="R1647985e4bcc4e39"/>
              </p:custDataLst>
            </p:nvPr>
          </p:nvSpPr>
          <p:spPr bwMode="auto">
            <a:xfrm>
              <a:off x="8372600" y="1562068"/>
              <a:ext cx="28357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29" name="PA-矩形 4">
              <a:extLst>
                <a:ext uri="{FF2B5EF4-FFF2-40B4-BE49-F238E27FC236}">
                  <a16:creationId xmlns:a16="http://schemas.microsoft.com/office/drawing/2014/main" id="{4AD3F55A-4B37-3994-02B7-39C6E29CCC9B}"/>
                </a:ext>
              </a:extLst>
            </p:cNvPr>
            <p:cNvSpPr>
              <a:spLocks noChangeArrowheads="1"/>
            </p:cNvSpPr>
            <p:nvPr>
              <p:custDataLst>
                <p:tags r:id="R825a19d4cfa84d30"/>
              </p:custDataLst>
            </p:nvPr>
          </p:nvSpPr>
          <p:spPr bwMode="auto">
            <a:xfrm>
              <a:off x="8836789" y="2116292"/>
              <a:ext cx="1907410" cy="969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点击这里，输入您的文本文字，更改文字的颜色或者大X属性</a:t>
              </a:r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97FED2A2-F3DE-8D3D-C8A3-FB63B60B21EF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46B9B718-9321-3FE4-1021-B9E6615744D2}"/>
              </a:ext>
            </a:extLst>
          </p:cNvPr>
          <p:cNvGrpSpPr/>
          <p:nvPr/>
        </p:nvGrpSpPr>
        <p:grpSpPr>
          <a:xfrm>
            <a:off x="8458647" y="3606514"/>
            <a:ext cx="2835791" cy="1523720"/>
            <a:chOff x="8372600" y="1562068"/>
            <a:chExt cx="2835791" cy="1523720"/>
          </a:xfrm>
        </p:grpSpPr>
        <p:sp>
          <p:nvSpPr>
            <p:cNvPr id="32" name="PA-矩形 4">
              <a:extLst>
                <a:ext uri="{FF2B5EF4-FFF2-40B4-BE49-F238E27FC236}">
                  <a16:creationId xmlns:a16="http://schemas.microsoft.com/office/drawing/2014/main" id="{4748D9AA-CD2C-EE70-E5AE-7843BD643E53}"/>
                </a:ext>
              </a:extLst>
            </p:cNvPr>
            <p:cNvSpPr>
              <a:spLocks noChangeArrowheads="1"/>
            </p:cNvSpPr>
            <p:nvPr>
              <p:custDataLst>
                <p:tags r:id="Ra2d13b88c06040ba"/>
              </p:custDataLst>
            </p:nvPr>
          </p:nvSpPr>
          <p:spPr bwMode="auto">
            <a:xfrm>
              <a:off x="8372600" y="1562068"/>
              <a:ext cx="28357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33" name="PA-矩形 4">
              <a:extLst>
                <a:ext uri="{FF2B5EF4-FFF2-40B4-BE49-F238E27FC236}">
                  <a16:creationId xmlns:a16="http://schemas.microsoft.com/office/drawing/2014/main" id="{79413F2B-00D7-6D16-E9E4-24646920C75C}"/>
                </a:ext>
              </a:extLst>
            </p:cNvPr>
            <p:cNvSpPr>
              <a:spLocks noChangeArrowheads="1"/>
            </p:cNvSpPr>
            <p:nvPr>
              <p:custDataLst>
                <p:tags r:id="R491101e1e00a4ba6"/>
              </p:custDataLst>
            </p:nvPr>
          </p:nvSpPr>
          <p:spPr bwMode="auto">
            <a:xfrm>
              <a:off x="8836789" y="2116292"/>
              <a:ext cx="1907410" cy="969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点击这里，输入您的文本文字，更改文字的颜色或者大X属性</a:t>
              </a:r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260D00FC-6F0C-667F-BC69-D0FDB86AD823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41E8411C-F087-DCF9-3136-9C41E5856C95}"/>
              </a:ext>
            </a:extLst>
          </p:cNvPr>
          <p:cNvGrpSpPr/>
          <p:nvPr/>
        </p:nvGrpSpPr>
        <p:grpSpPr>
          <a:xfrm>
            <a:off x="5924998" y="3606514"/>
            <a:ext cx="2835791" cy="1523720"/>
            <a:chOff x="8372600" y="1562068"/>
            <a:chExt cx="2835791" cy="1523720"/>
          </a:xfrm>
        </p:grpSpPr>
        <p:sp>
          <p:nvSpPr>
            <p:cNvPr id="36" name="PA-矩形 4">
              <a:extLst>
                <a:ext uri="{FF2B5EF4-FFF2-40B4-BE49-F238E27FC236}">
                  <a16:creationId xmlns:a16="http://schemas.microsoft.com/office/drawing/2014/main" id="{EE5586A9-133D-7B48-D422-9BAAEC72F478}"/>
                </a:ext>
              </a:extLst>
            </p:cNvPr>
            <p:cNvSpPr>
              <a:spLocks noChangeArrowheads="1"/>
            </p:cNvSpPr>
            <p:nvPr>
              <p:custDataLst>
                <p:tags r:id="Rc70533b06d3345d9"/>
              </p:custDataLst>
            </p:nvPr>
          </p:nvSpPr>
          <p:spPr bwMode="auto">
            <a:xfrm>
              <a:off x="8372600" y="1562068"/>
              <a:ext cx="28357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37" name="PA-矩形 4">
              <a:extLst>
                <a:ext uri="{FF2B5EF4-FFF2-40B4-BE49-F238E27FC236}">
                  <a16:creationId xmlns:a16="http://schemas.microsoft.com/office/drawing/2014/main" id="{376115BE-9335-6820-0AC7-57D8B25B1824}"/>
                </a:ext>
              </a:extLst>
            </p:cNvPr>
            <p:cNvSpPr>
              <a:spLocks noChangeArrowheads="1"/>
            </p:cNvSpPr>
            <p:nvPr>
              <p:custDataLst>
                <p:tags r:id="Rc3ecb4a3261f46ec"/>
              </p:custDataLst>
            </p:nvPr>
          </p:nvSpPr>
          <p:spPr bwMode="auto">
            <a:xfrm>
              <a:off x="8836789" y="2116292"/>
              <a:ext cx="1907410" cy="969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点击这里，输入您的文本文字，更改文字的颜色或者大X属性</a:t>
              </a:r>
            </a:p>
          </p:txBody>
        </p: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47835B0A-258F-1CC2-9F3B-9159EC35452A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13595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30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43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49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55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61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C6BC7-3EBC-F0D8-46AF-BED7D6811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BBDEE72-16D7-BC95-B4B4-8B5CD6D3EAB6}"/>
              </a:ext>
            </a:extLst>
          </p:cNvPr>
          <p:cNvPicPr>
            <a:picLocks noChangeAspect="1"/>
          </p:cNvPicPr>
          <p:nvPr/>
        </p:nvPicPr>
        <p:blipFill>
          <a:blip r:embed="R13f116108b894ca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A7570F5-77FB-7562-5689-EB73E7E954A4}"/>
              </a:ext>
            </a:extLst>
          </p:cNvPr>
          <p:cNvPicPr>
            <a:picLocks noChangeAspect="1"/>
          </p:cNvPicPr>
          <p:nvPr/>
        </p:nvPicPr>
        <p:blipFill>
          <a:blip r:embed="Raeaaee0f1a7b4a4a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226" y="0"/>
            <a:ext cx="12147551" cy="6858000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387304AE-2C5D-C17E-674F-8776F5143174}"/>
              </a:ext>
            </a:extLst>
          </p:cNvPr>
          <p:cNvGrpSpPr/>
          <p:nvPr/>
        </p:nvGrpSpPr>
        <p:grpSpPr>
          <a:xfrm>
            <a:off x="321879" y="374349"/>
            <a:ext cx="1158949" cy="1234853"/>
            <a:chOff x="350874" y="233917"/>
            <a:chExt cx="1158949" cy="1234853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2953E5D4-1176-EF1E-D086-18E832DD9244}"/>
                </a:ext>
              </a:extLst>
            </p:cNvPr>
            <p:cNvSpPr txBox="1"/>
            <p:nvPr/>
          </p:nvSpPr>
          <p:spPr>
            <a:xfrm>
              <a:off x="350874" y="361227"/>
              <a:ext cx="1158949" cy="683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>
                  <a:solidFill>
                    <a:schemeClr val="bg1"/>
                  </a:solidFill>
                </a:rPr>
                <a:t>科技峰会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600">
                  <a:solidFill>
                    <a:schemeClr val="bg1"/>
                  </a:solidFill>
                </a:rPr>
                <a:t>智能时代</a:t>
              </a:r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99D0701D-2A2C-8308-8F08-FE9B03E8AF0C}"/>
                </a:ext>
              </a:extLst>
            </p:cNvPr>
            <p:cNvSpPr/>
            <p:nvPr/>
          </p:nvSpPr>
          <p:spPr>
            <a:xfrm>
              <a:off x="479425" y="233917"/>
              <a:ext cx="404797" cy="76148"/>
            </a:xfrm>
            <a:custGeom>
              <a:avLst/>
              <a:gdLst>
                <a:gd name="connsiteX0" fmla="*/ 328649 w 404797"/>
                <a:gd name="connsiteY0" fmla="*/ 0 h 76148"/>
                <a:gd name="connsiteX1" fmla="*/ 404797 w 404797"/>
                <a:gd name="connsiteY1" fmla="*/ 0 h 76148"/>
                <a:gd name="connsiteX2" fmla="*/ 404797 w 404797"/>
                <a:gd name="connsiteY2" fmla="*/ 76148 h 76148"/>
                <a:gd name="connsiteX3" fmla="*/ 328649 w 404797"/>
                <a:gd name="connsiteY3" fmla="*/ 76148 h 76148"/>
                <a:gd name="connsiteX4" fmla="*/ 164325 w 404797"/>
                <a:gd name="connsiteY4" fmla="*/ 0 h 76148"/>
                <a:gd name="connsiteX5" fmla="*/ 240473 w 404797"/>
                <a:gd name="connsiteY5" fmla="*/ 0 h 76148"/>
                <a:gd name="connsiteX6" fmla="*/ 240473 w 404797"/>
                <a:gd name="connsiteY6" fmla="*/ 76148 h 76148"/>
                <a:gd name="connsiteX7" fmla="*/ 164325 w 404797"/>
                <a:gd name="connsiteY7" fmla="*/ 76148 h 76148"/>
                <a:gd name="connsiteX8" fmla="*/ 0 w 404797"/>
                <a:gd name="connsiteY8" fmla="*/ 0 h 76148"/>
                <a:gd name="connsiteX9" fmla="*/ 76148 w 404797"/>
                <a:gd name="connsiteY9" fmla="*/ 0 h 76148"/>
                <a:gd name="connsiteX10" fmla="*/ 76148 w 404797"/>
                <a:gd name="connsiteY10" fmla="*/ 76148 h 76148"/>
                <a:gd name="connsiteX11" fmla="*/ 0 w 404797"/>
                <a:gd name="connsiteY11" fmla="*/ 76148 h 76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4797" h="76148">
                  <a:moveTo>
                    <a:pt x="328649" y="0"/>
                  </a:moveTo>
                  <a:lnTo>
                    <a:pt x="404797" y="0"/>
                  </a:lnTo>
                  <a:lnTo>
                    <a:pt x="404797" y="76148"/>
                  </a:lnTo>
                  <a:lnTo>
                    <a:pt x="328649" y="76148"/>
                  </a:lnTo>
                  <a:close/>
                  <a:moveTo>
                    <a:pt x="164325" y="0"/>
                  </a:moveTo>
                  <a:lnTo>
                    <a:pt x="240473" y="0"/>
                  </a:lnTo>
                  <a:lnTo>
                    <a:pt x="240473" y="76148"/>
                  </a:lnTo>
                  <a:lnTo>
                    <a:pt x="164325" y="76148"/>
                  </a:lnTo>
                  <a:close/>
                  <a:moveTo>
                    <a:pt x="0" y="0"/>
                  </a:moveTo>
                  <a:lnTo>
                    <a:pt x="76148" y="0"/>
                  </a:lnTo>
                  <a:lnTo>
                    <a:pt x="76148" y="76148"/>
                  </a:lnTo>
                  <a:lnTo>
                    <a:pt x="0" y="761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22CB9939-4450-D95C-C5B9-3AE58EF98243}"/>
                </a:ext>
              </a:extLst>
            </p:cNvPr>
            <p:cNvSpPr/>
            <p:nvPr/>
          </p:nvSpPr>
          <p:spPr>
            <a:xfrm rot="10800000">
              <a:off x="479425" y="1122113"/>
              <a:ext cx="80790" cy="346657"/>
            </a:xfrm>
            <a:custGeom>
              <a:avLst/>
              <a:gdLst>
                <a:gd name="connsiteX0" fmla="*/ 59531 w 59531"/>
                <a:gd name="connsiteY0" fmla="*/ 45719 h 255438"/>
                <a:gd name="connsiteX1" fmla="*/ 1 w 59531"/>
                <a:gd name="connsiteY1" fmla="*/ 45719 h 255438"/>
                <a:gd name="connsiteX2" fmla="*/ 29766 w 59531"/>
                <a:gd name="connsiteY2" fmla="*/ 0 h 255438"/>
                <a:gd name="connsiteX3" fmla="*/ 59530 w 59531"/>
                <a:gd name="connsiteY3" fmla="*/ 150579 h 255438"/>
                <a:gd name="connsiteX4" fmla="*/ 0 w 59531"/>
                <a:gd name="connsiteY4" fmla="*/ 150579 h 255438"/>
                <a:gd name="connsiteX5" fmla="*/ 29765 w 59531"/>
                <a:gd name="connsiteY5" fmla="*/ 104860 h 255438"/>
                <a:gd name="connsiteX6" fmla="*/ 59530 w 59531"/>
                <a:gd name="connsiteY6" fmla="*/ 255438 h 255438"/>
                <a:gd name="connsiteX7" fmla="*/ 0 w 59531"/>
                <a:gd name="connsiteY7" fmla="*/ 255438 h 255438"/>
                <a:gd name="connsiteX8" fmla="*/ 29765 w 59531"/>
                <a:gd name="connsiteY8" fmla="*/ 209719 h 25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531" h="255438">
                  <a:moveTo>
                    <a:pt x="59531" y="45719"/>
                  </a:moveTo>
                  <a:lnTo>
                    <a:pt x="1" y="45719"/>
                  </a:lnTo>
                  <a:lnTo>
                    <a:pt x="29766" y="0"/>
                  </a:lnTo>
                  <a:close/>
                  <a:moveTo>
                    <a:pt x="59530" y="150579"/>
                  </a:moveTo>
                  <a:lnTo>
                    <a:pt x="0" y="150579"/>
                  </a:lnTo>
                  <a:lnTo>
                    <a:pt x="29765" y="104860"/>
                  </a:lnTo>
                  <a:close/>
                  <a:moveTo>
                    <a:pt x="59530" y="255438"/>
                  </a:moveTo>
                  <a:lnTo>
                    <a:pt x="0" y="255438"/>
                  </a:lnTo>
                  <a:lnTo>
                    <a:pt x="29765" y="20971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33" name="图片 32">
            <a:extLst>
              <a:ext uri="{FF2B5EF4-FFF2-40B4-BE49-F238E27FC236}">
                <a16:creationId xmlns:a16="http://schemas.microsoft.com/office/drawing/2014/main" id="{4B5F02A7-B592-31F7-D7D2-C9453BC20D17}"/>
              </a:ext>
            </a:extLst>
          </p:cNvPr>
          <p:cNvPicPr>
            <a:picLocks noChangeAspect="1"/>
          </p:cNvPicPr>
          <p:nvPr/>
        </p:nvPicPr>
        <p:blipFill>
          <a:blip r:embed="R32565eeae33c460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438151"/>
            <a:ext cx="12192000" cy="6419851"/>
          </a:xfrm>
          <a:prstGeom prst="rect">
            <a:avLst/>
          </a:prstGeom>
        </p:spPr>
      </p:pic>
      <p:grpSp>
        <p:nvGrpSpPr>
          <p:cNvPr id="52" name="组合 51">
            <a:extLst>
              <a:ext uri="{FF2B5EF4-FFF2-40B4-BE49-F238E27FC236}">
                <a16:creationId xmlns:a16="http://schemas.microsoft.com/office/drawing/2014/main" id="{0DBBA326-BA94-39BF-D821-E3FDE5B95C7A}"/>
              </a:ext>
            </a:extLst>
          </p:cNvPr>
          <p:cNvGrpSpPr/>
          <p:nvPr/>
        </p:nvGrpSpPr>
        <p:grpSpPr>
          <a:xfrm>
            <a:off x="7865681" y="6200123"/>
            <a:ext cx="3612455" cy="261610"/>
            <a:chOff x="7865680" y="6200122"/>
            <a:chExt cx="3612454" cy="261610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F19A92C5-35AB-85EC-32F0-B7111BDC8B71}"/>
                </a:ext>
              </a:extLst>
            </p:cNvPr>
            <p:cNvSpPr txBox="1"/>
            <p:nvPr/>
          </p:nvSpPr>
          <p:spPr>
            <a:xfrm>
              <a:off x="9175530" y="6200122"/>
              <a:ext cx="23026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100">
                  <a:solidFill>
                    <a:schemeClr val="bg1"/>
                  </a:solidFill>
                </a:rPr>
                <a:t>科技创新 </a:t>
              </a:r>
              <a:r>
                <a:rPr lang="en-US" altLang="zh-CN" sz="1100">
                  <a:solidFill>
                    <a:schemeClr val="bg1"/>
                  </a:solidFill>
                </a:rPr>
                <a:t>· </a:t>
              </a:r>
              <a:r>
                <a:rPr lang="zh-CN" altLang="en-US" sz="1100">
                  <a:solidFill>
                    <a:schemeClr val="bg1"/>
                  </a:solidFill>
                </a:rPr>
                <a:t>引领未来 </a:t>
              </a:r>
              <a:r>
                <a:rPr lang="en-US" altLang="zh-CN" sz="1100">
                  <a:solidFill>
                    <a:schemeClr val="bg1"/>
                  </a:solidFill>
                </a:rPr>
                <a:t>· </a:t>
              </a:r>
              <a:r>
                <a:rPr lang="zh-CN" altLang="en-US" sz="1100">
                  <a:solidFill>
                    <a:schemeClr val="bg1"/>
                  </a:solidFill>
                </a:rPr>
                <a:t>合作共赢</a:t>
              </a: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F957A96D-8453-121D-DF74-C9CC8F83014D}"/>
                </a:ext>
              </a:extLst>
            </p:cNvPr>
            <p:cNvSpPr/>
            <p:nvPr/>
          </p:nvSpPr>
          <p:spPr>
            <a:xfrm>
              <a:off x="7865680" y="6308068"/>
              <a:ext cx="1309851" cy="45719"/>
            </a:xfrm>
            <a:prstGeom prst="rect">
              <a:avLst/>
            </a:prstGeom>
            <a:gradFill>
              <a:gsLst>
                <a:gs pos="0">
                  <a:srgbClr val="325EFF"/>
                </a:gs>
                <a:gs pos="68000">
                  <a:srgbClr val="952D90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E2785B71-6AAC-B922-BED9-86FB678A914F}"/>
              </a:ext>
            </a:extLst>
          </p:cNvPr>
          <p:cNvGrpSpPr/>
          <p:nvPr/>
        </p:nvGrpSpPr>
        <p:grpSpPr>
          <a:xfrm>
            <a:off x="9389938" y="740495"/>
            <a:ext cx="2779839" cy="482112"/>
            <a:chOff x="5487532" y="234490"/>
            <a:chExt cx="2779838" cy="482112"/>
          </a:xfrm>
        </p:grpSpPr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2F111BA6-03F1-2265-2E68-30BBBDF653E7}"/>
                </a:ext>
              </a:extLst>
            </p:cNvPr>
            <p:cNvSpPr txBox="1"/>
            <p:nvPr/>
          </p:nvSpPr>
          <p:spPr>
            <a:xfrm>
              <a:off x="5487532" y="254937"/>
              <a:ext cx="6726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200">
                  <a:solidFill>
                    <a:schemeClr val="bg1"/>
                  </a:solidFill>
                </a:rPr>
                <a:t>中国</a:t>
              </a:r>
              <a:endParaRPr lang="en-US" altLang="zh-CN" sz="1200">
                <a:solidFill>
                  <a:schemeClr val="bg1"/>
                </a:solidFill>
              </a:endParaRPr>
            </a:p>
            <a:p>
              <a:pPr algn="r"/>
              <a:r>
                <a:rPr lang="en-US" altLang="zh-CN" sz="1200">
                  <a:solidFill>
                    <a:schemeClr val="bg1"/>
                  </a:solidFill>
                </a:rPr>
                <a:t>CHINA</a:t>
              </a:r>
              <a:endParaRPr lang="zh-CN" altLang="en-US" sz="1200">
                <a:solidFill>
                  <a:schemeClr val="bg1"/>
                </a:solidFill>
              </a:endParaRPr>
            </a:p>
          </p:txBody>
        </p:sp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257C801D-1FB2-1AFA-C092-9AD272006683}"/>
                </a:ext>
              </a:extLst>
            </p:cNvPr>
            <p:cNvPicPr>
              <a:picLocks noChangeAspect="1"/>
            </p:cNvPicPr>
            <p:nvPr/>
          </p:nvPicPr>
          <p:blipFill>
            <a:blip r:embed="R5e0d99dab93648e6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29352" y="246610"/>
              <a:ext cx="760389" cy="461665"/>
            </a:xfrm>
            <a:prstGeom prst="rect">
              <a:avLst/>
            </a:prstGeom>
          </p:spPr>
        </p:pic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2912F2AB-F45C-B371-B8A7-E2D0FB55EDF0}"/>
                </a:ext>
              </a:extLst>
            </p:cNvPr>
            <p:cNvSpPr txBox="1"/>
            <p:nvPr/>
          </p:nvSpPr>
          <p:spPr>
            <a:xfrm>
              <a:off x="7108421" y="234490"/>
              <a:ext cx="11589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schemeClr val="bg1"/>
                  </a:solidFill>
                </a:rPr>
                <a:t>202x</a:t>
              </a:r>
            </a:p>
            <a:p>
              <a:r>
                <a:rPr lang="en-US" altLang="zh-CN" sz="1200">
                  <a:solidFill>
                    <a:schemeClr val="bg1"/>
                  </a:solidFill>
                </a:rPr>
                <a:t>02</a:t>
              </a:r>
              <a:r>
                <a:rPr lang="zh-CN" altLang="en-US" sz="1200">
                  <a:solidFill>
                    <a:schemeClr val="bg1"/>
                  </a:solidFill>
                </a:rPr>
                <a:t>月</a:t>
              </a:r>
              <a:r>
                <a:rPr lang="en-US" altLang="zh-CN" sz="1200">
                  <a:solidFill>
                    <a:schemeClr val="bg1"/>
                  </a:solidFill>
                </a:rPr>
                <a:t>28</a:t>
              </a:r>
              <a:r>
                <a:rPr lang="zh-CN" altLang="en-US" sz="1200">
                  <a:solidFill>
                    <a:schemeClr val="bg1"/>
                  </a:solidFill>
                </a:rPr>
                <a:t>日</a:t>
              </a:r>
            </a:p>
          </p:txBody>
        </p: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8F452DC3-53C2-1D46-1C0B-6351689CC628}"/>
                </a:ext>
              </a:extLst>
            </p:cNvPr>
            <p:cNvCxnSpPr/>
            <p:nvPr/>
          </p:nvCxnSpPr>
          <p:spPr>
            <a:xfrm flipH="1">
              <a:off x="6160194" y="331085"/>
              <a:ext cx="0" cy="28988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9FDAE3E0-2468-154C-8958-1568506138A6}"/>
                </a:ext>
              </a:extLst>
            </p:cNvPr>
            <p:cNvCxnSpPr/>
            <p:nvPr/>
          </p:nvCxnSpPr>
          <p:spPr>
            <a:xfrm flipH="1">
              <a:off x="7108421" y="340825"/>
              <a:ext cx="0" cy="28988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C8C81BD1-A3B4-3F01-F534-80435830E3FC}"/>
              </a:ext>
            </a:extLst>
          </p:cNvPr>
          <p:cNvGrpSpPr/>
          <p:nvPr/>
        </p:nvGrpSpPr>
        <p:grpSpPr>
          <a:xfrm>
            <a:off x="1059698" y="1845758"/>
            <a:ext cx="3166487" cy="3166487"/>
            <a:chOff x="1480827" y="2002561"/>
            <a:chExt cx="2852877" cy="2852877"/>
          </a:xfrm>
        </p:grpSpPr>
        <p:sp>
          <p:nvSpPr>
            <p:cNvPr id="2" name="圆: 空心 1">
              <a:extLst>
                <a:ext uri="{FF2B5EF4-FFF2-40B4-BE49-F238E27FC236}">
                  <a16:creationId xmlns:a16="http://schemas.microsoft.com/office/drawing/2014/main" id="{371A4BCD-F0E8-9B2A-2AF9-9DB8297A9A1A}"/>
                </a:ext>
              </a:extLst>
            </p:cNvPr>
            <p:cNvSpPr/>
            <p:nvPr/>
          </p:nvSpPr>
          <p:spPr>
            <a:xfrm>
              <a:off x="1480827" y="2002561"/>
              <a:ext cx="2852877" cy="2852877"/>
            </a:xfrm>
            <a:prstGeom prst="donut">
              <a:avLst>
                <a:gd name="adj" fmla="val 19711"/>
              </a:avLst>
            </a:prstGeom>
            <a:gradFill>
              <a:gsLst>
                <a:gs pos="26000">
                  <a:srgbClr val="952D90"/>
                </a:gs>
                <a:gs pos="100000">
                  <a:srgbClr val="1E43F2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B129F606-A3DA-4E21-63AA-476B68D254FE}"/>
                </a:ext>
              </a:extLst>
            </p:cNvPr>
            <p:cNvSpPr txBox="1"/>
            <p:nvPr/>
          </p:nvSpPr>
          <p:spPr>
            <a:xfrm>
              <a:off x="2236080" y="2394748"/>
              <a:ext cx="1256306" cy="153116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4400" b="1" noProof="0">
                  <a:gradFill>
                    <a:gsLst>
                      <a:gs pos="50000">
                        <a:schemeClr val="bg1"/>
                      </a:gs>
                      <a:gs pos="76000">
                        <a:schemeClr val="bg1">
                          <a:alpha val="0"/>
                        </a:schemeClr>
                      </a:gs>
                    </a:gsLst>
                    <a:lin ang="4800000" scaled="0"/>
                  </a:gradFill>
                  <a:cs typeface="+mn-ea"/>
                  <a:sym typeface="+mn-lt"/>
                </a:rPr>
                <a:t>2</a:t>
              </a:r>
              <a:endParaRPr kumimoji="0" lang="zh-CN" altLang="en-US" sz="144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50000">
                      <a:schemeClr val="bg1"/>
                    </a:gs>
                    <a:gs pos="76000">
                      <a:schemeClr val="bg1">
                        <a:alpha val="0"/>
                      </a:schemeClr>
                    </a:gs>
                  </a:gsLst>
                  <a:lin ang="4800000" scaled="0"/>
                </a:gradFill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B5015D7D-4027-DBE2-2AF2-1D412DE70969}"/>
              </a:ext>
            </a:extLst>
          </p:cNvPr>
          <p:cNvSpPr txBox="1"/>
          <p:nvPr/>
        </p:nvSpPr>
        <p:spPr>
          <a:xfrm>
            <a:off x="4758858" y="2190077"/>
            <a:ext cx="5654271" cy="1151742"/>
          </a:xfrm>
          <a:prstGeom prst="rect">
            <a:avLst/>
          </a:prstGeom>
          <a:noFill/>
          <a:ln w="9525">
            <a:noFill/>
          </a:ln>
          <a:effectLst/>
        </p:spPr>
        <p:txBody>
          <a:bodyPr wrap="square">
            <a:noAutofit/>
          </a:bodyPr>
          <a:lstStyle>
            <a:defPPr>
              <a:defRPr lang="en-US"/>
            </a:defPPr>
            <a:lvl1pPr>
              <a:defRPr sz="7200" b="1">
                <a:solidFill>
                  <a:schemeClr val="bg1"/>
                </a:soli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</a:defRPr>
            </a:lvl1pPr>
          </a:lstStyle>
          <a:p>
            <a:r>
              <a:rPr lang="zh-CN" altLang="en-US">
                <a:sym typeface="+mn-lt"/>
              </a:rPr>
              <a:t>峰会活动流程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FBB16ED2-BDFB-8B2C-E466-E67B1716AD51}"/>
              </a:ext>
            </a:extLst>
          </p:cNvPr>
          <p:cNvGrpSpPr/>
          <p:nvPr/>
        </p:nvGrpSpPr>
        <p:grpSpPr>
          <a:xfrm>
            <a:off x="4943811" y="3505999"/>
            <a:ext cx="5099125" cy="474538"/>
            <a:chOff x="5228216" y="3528508"/>
            <a:chExt cx="5099125" cy="474538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96A4C647-F389-3127-9320-663E7EAE1D77}"/>
                </a:ext>
              </a:extLst>
            </p:cNvPr>
            <p:cNvSpPr/>
            <p:nvPr/>
          </p:nvSpPr>
          <p:spPr>
            <a:xfrm>
              <a:off x="5228216" y="3528508"/>
              <a:ext cx="5099125" cy="47453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11AFB6A9-DE4C-9811-74CE-0563BAD5F2B6}"/>
                </a:ext>
              </a:extLst>
            </p:cNvPr>
            <p:cNvGrpSpPr/>
            <p:nvPr/>
          </p:nvGrpSpPr>
          <p:grpSpPr>
            <a:xfrm>
              <a:off x="5357307" y="3599211"/>
              <a:ext cx="4861118" cy="369332"/>
              <a:chOff x="2681764" y="2584944"/>
              <a:chExt cx="3001567" cy="369332"/>
            </a:xfrm>
          </p:grpSpPr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1C27A725-3AC1-0121-800E-0398EF020030}"/>
                  </a:ext>
                </a:extLst>
              </p:cNvPr>
              <p:cNvSpPr txBox="1"/>
              <p:nvPr>
                <p:custDataLst>
                  <p:tags r:id="R15f7107f4426422e"/>
                </p:custDataLst>
              </p:nvPr>
            </p:nvSpPr>
            <p:spPr>
              <a:xfrm>
                <a:off x="2681764" y="2584944"/>
                <a:ext cx="22347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>
                    <a:solidFill>
                      <a:schemeClr val="bg1"/>
                    </a:solidFill>
                    <a:cs typeface="+mn-ea"/>
                    <a:sym typeface="+mn-lt"/>
                  </a:rPr>
                  <a:t>新</a:t>
                </a:r>
                <a:r>
                  <a:rPr lang="en-US" altLang="zh-CN">
                    <a:solidFill>
                      <a:schemeClr val="bg1"/>
                    </a:solidFill>
                    <a:cs typeface="+mn-ea"/>
                    <a:sym typeface="+mn-lt"/>
                  </a:rPr>
                  <a:t>AI </a:t>
                </a:r>
                <a:r>
                  <a:rPr lang="zh-CN" altLang="en-US">
                    <a:solidFill>
                      <a:schemeClr val="bg1"/>
                    </a:solidFill>
                    <a:cs typeface="+mn-ea"/>
                    <a:sym typeface="+mn-lt"/>
                  </a:rPr>
                  <a:t>新应用 新生态 赋能智算未来</a:t>
                </a:r>
              </a:p>
            </p:txBody>
          </p:sp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6CDA47B3-9D49-A0B3-ED63-B16023F87E5C}"/>
                  </a:ext>
                </a:extLst>
              </p:cNvPr>
              <p:cNvCxnSpPr/>
              <p:nvPr/>
            </p:nvCxnSpPr>
            <p:spPr>
              <a:xfrm>
                <a:off x="4916539" y="2767263"/>
                <a:ext cx="766792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C0B84307-3CA8-4557-6511-587C98CFF9B1}"/>
              </a:ext>
            </a:extLst>
          </p:cNvPr>
          <p:cNvSpPr/>
          <p:nvPr>
            <p:custDataLst>
              <p:tags r:id="Raa557f81c8c74adb"/>
            </p:custDataLst>
          </p:nvPr>
        </p:nvSpPr>
        <p:spPr>
          <a:xfrm>
            <a:off x="4812874" y="4236898"/>
            <a:ext cx="5546237" cy="53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>
                <a:solidFill>
                  <a:schemeClr val="bg1">
                    <a:alpha val="47000"/>
                  </a:schemeClr>
                </a:solidFill>
                <a:cs typeface="+mn-ea"/>
                <a:sym typeface="+mn-lt"/>
              </a:rPr>
              <a:t>Please add in this text, the template. Please add in this text, the template. Please add in this text, the template. Please add in this text</a:t>
            </a:r>
          </a:p>
        </p:txBody>
      </p:sp>
    </p:spTree>
    <p:extLst>
      <p:ext uri="{BB962C8B-B14F-4D97-AF65-F5344CB8AC3E}">
        <p14:creationId xmlns:p14="http://schemas.microsoft.com/office/powerpoint/2010/main" val="410797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30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6" presetID="0" presetClass="entr" presetSubtype="0" decel="7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0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42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3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  <p:bldP spid="20" grpId="0"/>
      <p:bldP spid="20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2EF0E-036E-EEA7-BA65-D129C9AE1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50FA61C8-6C21-E473-2472-2F45B9BB79E1}"/>
              </a:ext>
            </a:extLst>
          </p:cNvPr>
          <p:cNvGrpSpPr/>
          <p:nvPr/>
        </p:nvGrpSpPr>
        <p:grpSpPr>
          <a:xfrm>
            <a:off x="3078428" y="43034"/>
            <a:ext cx="6035144" cy="462579"/>
            <a:chOff x="2562160" y="53790"/>
            <a:chExt cx="6035144" cy="46257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91B045A5-D091-793F-26A2-8555F000A82E}"/>
                </a:ext>
              </a:extLst>
            </p:cNvPr>
            <p:cNvSpPr txBox="1"/>
            <p:nvPr/>
          </p:nvSpPr>
          <p:spPr>
            <a:xfrm>
              <a:off x="4048658" y="53790"/>
              <a:ext cx="3062148" cy="462579"/>
            </a:xfrm>
            <a:prstGeom prst="rect">
              <a:avLst/>
            </a:prstGeom>
            <a:noFill/>
            <a:ln w="9525">
              <a:noFill/>
            </a:ln>
            <a:effectLst/>
          </p:spPr>
          <p:txBody>
            <a:bodyPr wrap="square">
              <a:noAutofit/>
            </a:bodyPr>
            <a:lstStyle/>
            <a:p>
              <a:pPr algn="dist"/>
              <a:r>
                <a:rPr lang="zh-CN" altLang="en-US" sz="2800" b="1">
                  <a:solidFill>
                    <a:schemeClr val="bg1"/>
                  </a:solidFill>
                  <a:cs typeface="+mn-ea"/>
                  <a:sym typeface="+mn-lt"/>
                </a:rPr>
                <a:t>峰会活动流程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FCD141F-CBEA-82A2-C181-916A7352453E}"/>
                </a:ext>
              </a:extLst>
            </p:cNvPr>
            <p:cNvSpPr/>
            <p:nvPr/>
          </p:nvSpPr>
          <p:spPr>
            <a:xfrm>
              <a:off x="2562160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7859F4C-6598-2DC2-28DB-17E14D0A0442}"/>
                </a:ext>
              </a:extLst>
            </p:cNvPr>
            <p:cNvSpPr/>
            <p:nvPr/>
          </p:nvSpPr>
          <p:spPr>
            <a:xfrm flipH="1">
              <a:off x="7287453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02C7623-7F77-DEE9-D5F2-8D16617BE662}"/>
              </a:ext>
            </a:extLst>
          </p:cNvPr>
          <p:cNvSpPr/>
          <p:nvPr/>
        </p:nvSpPr>
        <p:spPr>
          <a:xfrm>
            <a:off x="3770679" y="1732671"/>
            <a:ext cx="2253888" cy="3643864"/>
          </a:xfrm>
          <a:prstGeom prst="roundRect">
            <a:avLst/>
          </a:prstGeom>
          <a:gradFill flip="none" rotWithShape="1">
            <a:gsLst>
              <a:gs pos="0">
                <a:srgbClr val="6B34B6">
                  <a:alpha val="10000"/>
                </a:srgb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155BEDE2-6EA6-8E39-3E15-1E22CFA54546}"/>
              </a:ext>
            </a:extLst>
          </p:cNvPr>
          <p:cNvSpPr/>
          <p:nvPr/>
        </p:nvSpPr>
        <p:spPr>
          <a:xfrm>
            <a:off x="6134353" y="1691929"/>
            <a:ext cx="2253888" cy="3643864"/>
          </a:xfrm>
          <a:prstGeom prst="roundRect">
            <a:avLst/>
          </a:prstGeom>
          <a:gradFill flip="none" rotWithShape="1">
            <a:gsLst>
              <a:gs pos="0">
                <a:srgbClr val="333FE1">
                  <a:alpha val="10000"/>
                </a:srgb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FD694DB-5C5F-0CD5-8A1F-66C694DCFE67}"/>
              </a:ext>
            </a:extLst>
          </p:cNvPr>
          <p:cNvSpPr/>
          <p:nvPr/>
        </p:nvSpPr>
        <p:spPr>
          <a:xfrm>
            <a:off x="8553812" y="1691929"/>
            <a:ext cx="2253888" cy="3643864"/>
          </a:xfrm>
          <a:prstGeom prst="roundRect">
            <a:avLst/>
          </a:prstGeom>
          <a:gradFill flip="none" rotWithShape="1">
            <a:gsLst>
              <a:gs pos="0">
                <a:srgbClr val="6B34B6">
                  <a:alpha val="10000"/>
                </a:srgb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98F6439-5A70-0570-17DE-F33D479DB9CF}"/>
              </a:ext>
            </a:extLst>
          </p:cNvPr>
          <p:cNvSpPr/>
          <p:nvPr/>
        </p:nvSpPr>
        <p:spPr>
          <a:xfrm>
            <a:off x="1367829" y="1732671"/>
            <a:ext cx="2253888" cy="3643864"/>
          </a:xfrm>
          <a:prstGeom prst="roundRect">
            <a:avLst/>
          </a:prstGeom>
          <a:gradFill flip="none" rotWithShape="1">
            <a:gsLst>
              <a:gs pos="0">
                <a:srgbClr val="333FE1">
                  <a:alpha val="10000"/>
                </a:srgb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Freeform 79">
            <a:extLst>
              <a:ext uri="{FF2B5EF4-FFF2-40B4-BE49-F238E27FC236}">
                <a16:creationId xmlns:a16="http://schemas.microsoft.com/office/drawing/2014/main" id="{584AABDE-8548-BBF6-5251-C293CABC2C8F}"/>
              </a:ext>
            </a:extLst>
          </p:cNvPr>
          <p:cNvSpPr>
            <a:spLocks noEditPoints="1"/>
          </p:cNvSpPr>
          <p:nvPr/>
        </p:nvSpPr>
        <p:spPr bwMode="auto">
          <a:xfrm>
            <a:off x="2307880" y="2080747"/>
            <a:ext cx="373787" cy="543689"/>
          </a:xfrm>
          <a:custGeom>
            <a:avLst/>
            <a:gdLst>
              <a:gd name="T0" fmla="*/ 520 w 705"/>
              <a:gd name="T1" fmla="*/ 626 h 1023"/>
              <a:gd name="T2" fmla="*/ 480 w 705"/>
              <a:gd name="T3" fmla="*/ 682 h 1023"/>
              <a:gd name="T4" fmla="*/ 459 w 705"/>
              <a:gd name="T5" fmla="*/ 760 h 1023"/>
              <a:gd name="T6" fmla="*/ 392 w 705"/>
              <a:gd name="T7" fmla="*/ 411 h 1023"/>
              <a:gd name="T8" fmla="*/ 424 w 705"/>
              <a:gd name="T9" fmla="*/ 352 h 1023"/>
              <a:gd name="T10" fmla="*/ 412 w 705"/>
              <a:gd name="T11" fmla="*/ 313 h 1023"/>
              <a:gd name="T12" fmla="*/ 380 w 705"/>
              <a:gd name="T13" fmla="*/ 287 h 1023"/>
              <a:gd name="T14" fmla="*/ 339 w 705"/>
              <a:gd name="T15" fmla="*/ 283 h 1023"/>
              <a:gd name="T16" fmla="*/ 304 w 705"/>
              <a:gd name="T17" fmla="*/ 302 h 1023"/>
              <a:gd name="T18" fmla="*/ 284 w 705"/>
              <a:gd name="T19" fmla="*/ 338 h 1023"/>
              <a:gd name="T20" fmla="*/ 297 w 705"/>
              <a:gd name="T21" fmla="*/ 396 h 1023"/>
              <a:gd name="T22" fmla="*/ 247 w 705"/>
              <a:gd name="T23" fmla="*/ 847 h 1023"/>
              <a:gd name="T24" fmla="*/ 237 w 705"/>
              <a:gd name="T25" fmla="*/ 709 h 1023"/>
              <a:gd name="T26" fmla="*/ 202 w 705"/>
              <a:gd name="T27" fmla="*/ 646 h 1023"/>
              <a:gd name="T28" fmla="*/ 165 w 705"/>
              <a:gd name="T29" fmla="*/ 608 h 1023"/>
              <a:gd name="T30" fmla="*/ 120 w 705"/>
              <a:gd name="T31" fmla="*/ 568 h 1023"/>
              <a:gd name="T32" fmla="*/ 61 w 705"/>
              <a:gd name="T33" fmla="*/ 477 h 1023"/>
              <a:gd name="T34" fmla="*/ 36 w 705"/>
              <a:gd name="T35" fmla="*/ 371 h 1023"/>
              <a:gd name="T36" fmla="*/ 46 w 705"/>
              <a:gd name="T37" fmla="*/ 273 h 1023"/>
              <a:gd name="T38" fmla="*/ 82 w 705"/>
              <a:gd name="T39" fmla="*/ 188 h 1023"/>
              <a:gd name="T40" fmla="*/ 139 w 705"/>
              <a:gd name="T41" fmla="*/ 118 h 1023"/>
              <a:gd name="T42" fmla="*/ 216 w 705"/>
              <a:gd name="T43" fmla="*/ 67 h 1023"/>
              <a:gd name="T44" fmla="*/ 305 w 705"/>
              <a:gd name="T45" fmla="*/ 39 h 1023"/>
              <a:gd name="T46" fmla="*/ 402 w 705"/>
              <a:gd name="T47" fmla="*/ 39 h 1023"/>
              <a:gd name="T48" fmla="*/ 491 w 705"/>
              <a:gd name="T49" fmla="*/ 67 h 1023"/>
              <a:gd name="T50" fmla="*/ 566 w 705"/>
              <a:gd name="T51" fmla="*/ 118 h 1023"/>
              <a:gd name="T52" fmla="*/ 624 w 705"/>
              <a:gd name="T53" fmla="*/ 188 h 1023"/>
              <a:gd name="T54" fmla="*/ 660 w 705"/>
              <a:gd name="T55" fmla="*/ 273 h 1023"/>
              <a:gd name="T56" fmla="*/ 670 w 705"/>
              <a:gd name="T57" fmla="*/ 371 h 1023"/>
              <a:gd name="T58" fmla="*/ 645 w 705"/>
              <a:gd name="T59" fmla="*/ 477 h 1023"/>
              <a:gd name="T60" fmla="*/ 586 w 705"/>
              <a:gd name="T61" fmla="*/ 569 h 1023"/>
              <a:gd name="T62" fmla="*/ 339 w 705"/>
              <a:gd name="T63" fmla="*/ 385 h 1023"/>
              <a:gd name="T64" fmla="*/ 318 w 705"/>
              <a:gd name="T65" fmla="*/ 352 h 1023"/>
              <a:gd name="T66" fmla="*/ 339 w 705"/>
              <a:gd name="T67" fmla="*/ 320 h 1023"/>
              <a:gd name="T68" fmla="*/ 378 w 705"/>
              <a:gd name="T69" fmla="*/ 327 h 1023"/>
              <a:gd name="T70" fmla="*/ 386 w 705"/>
              <a:gd name="T71" fmla="*/ 366 h 1023"/>
              <a:gd name="T72" fmla="*/ 353 w 705"/>
              <a:gd name="T73" fmla="*/ 388 h 1023"/>
              <a:gd name="T74" fmla="*/ 705 w 705"/>
              <a:gd name="T75" fmla="*/ 352 h 1023"/>
              <a:gd name="T76" fmla="*/ 690 w 705"/>
              <a:gd name="T77" fmla="*/ 247 h 1023"/>
              <a:gd name="T78" fmla="*/ 646 w 705"/>
              <a:gd name="T79" fmla="*/ 155 h 1023"/>
              <a:gd name="T80" fmla="*/ 578 w 705"/>
              <a:gd name="T81" fmla="*/ 80 h 1023"/>
              <a:gd name="T82" fmla="*/ 491 w 705"/>
              <a:gd name="T83" fmla="*/ 28 h 1023"/>
              <a:gd name="T84" fmla="*/ 389 w 705"/>
              <a:gd name="T85" fmla="*/ 2 h 1023"/>
              <a:gd name="T86" fmla="*/ 282 w 705"/>
              <a:gd name="T87" fmla="*/ 7 h 1023"/>
              <a:gd name="T88" fmla="*/ 185 w 705"/>
              <a:gd name="T89" fmla="*/ 42 h 1023"/>
              <a:gd name="T90" fmla="*/ 104 w 705"/>
              <a:gd name="T91" fmla="*/ 104 h 1023"/>
              <a:gd name="T92" fmla="*/ 43 w 705"/>
              <a:gd name="T93" fmla="*/ 185 h 1023"/>
              <a:gd name="T94" fmla="*/ 8 w 705"/>
              <a:gd name="T95" fmla="*/ 282 h 1023"/>
              <a:gd name="T96" fmla="*/ 3 w 705"/>
              <a:gd name="T97" fmla="*/ 395 h 1023"/>
              <a:gd name="T98" fmla="*/ 39 w 705"/>
              <a:gd name="T99" fmla="*/ 512 h 1023"/>
              <a:gd name="T100" fmla="*/ 110 w 705"/>
              <a:gd name="T101" fmla="*/ 607 h 1023"/>
              <a:gd name="T102" fmla="*/ 145 w 705"/>
              <a:gd name="T103" fmla="*/ 637 h 1023"/>
              <a:gd name="T104" fmla="*/ 193 w 705"/>
              <a:gd name="T105" fmla="*/ 699 h 1023"/>
              <a:gd name="T106" fmla="*/ 212 w 705"/>
              <a:gd name="T107" fmla="*/ 763 h 1023"/>
              <a:gd name="T108" fmla="*/ 496 w 705"/>
              <a:gd name="T109" fmla="*/ 750 h 1023"/>
              <a:gd name="T110" fmla="*/ 519 w 705"/>
              <a:gd name="T111" fmla="*/ 686 h 1023"/>
              <a:gd name="T112" fmla="*/ 580 w 705"/>
              <a:gd name="T113" fmla="*/ 622 h 1023"/>
              <a:gd name="T114" fmla="*/ 658 w 705"/>
              <a:gd name="T115" fmla="*/ 530 h 1023"/>
              <a:gd name="T116" fmla="*/ 700 w 705"/>
              <a:gd name="T117" fmla="*/ 416 h 10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705" h="1023">
                <a:moveTo>
                  <a:pt x="543" y="606"/>
                </a:moveTo>
                <a:lnTo>
                  <a:pt x="542" y="607"/>
                </a:lnTo>
                <a:lnTo>
                  <a:pt x="542" y="607"/>
                </a:lnTo>
                <a:lnTo>
                  <a:pt x="535" y="612"/>
                </a:lnTo>
                <a:lnTo>
                  <a:pt x="527" y="619"/>
                </a:lnTo>
                <a:lnTo>
                  <a:pt x="520" y="626"/>
                </a:lnTo>
                <a:lnTo>
                  <a:pt x="513" y="634"/>
                </a:lnTo>
                <a:lnTo>
                  <a:pt x="506" y="642"/>
                </a:lnTo>
                <a:lnTo>
                  <a:pt x="499" y="651"/>
                </a:lnTo>
                <a:lnTo>
                  <a:pt x="492" y="661"/>
                </a:lnTo>
                <a:lnTo>
                  <a:pt x="486" y="672"/>
                </a:lnTo>
                <a:lnTo>
                  <a:pt x="480" y="682"/>
                </a:lnTo>
                <a:lnTo>
                  <a:pt x="475" y="694"/>
                </a:lnTo>
                <a:lnTo>
                  <a:pt x="470" y="706"/>
                </a:lnTo>
                <a:lnTo>
                  <a:pt x="467" y="719"/>
                </a:lnTo>
                <a:lnTo>
                  <a:pt x="464" y="732"/>
                </a:lnTo>
                <a:lnTo>
                  <a:pt x="461" y="746"/>
                </a:lnTo>
                <a:lnTo>
                  <a:pt x="459" y="760"/>
                </a:lnTo>
                <a:lnTo>
                  <a:pt x="459" y="775"/>
                </a:lnTo>
                <a:lnTo>
                  <a:pt x="459" y="847"/>
                </a:lnTo>
                <a:lnTo>
                  <a:pt x="371" y="847"/>
                </a:lnTo>
                <a:lnTo>
                  <a:pt x="371" y="420"/>
                </a:lnTo>
                <a:lnTo>
                  <a:pt x="381" y="417"/>
                </a:lnTo>
                <a:lnTo>
                  <a:pt x="392" y="411"/>
                </a:lnTo>
                <a:lnTo>
                  <a:pt x="401" y="404"/>
                </a:lnTo>
                <a:lnTo>
                  <a:pt x="408" y="396"/>
                </a:lnTo>
                <a:lnTo>
                  <a:pt x="415" y="386"/>
                </a:lnTo>
                <a:lnTo>
                  <a:pt x="419" y="376"/>
                </a:lnTo>
                <a:lnTo>
                  <a:pt x="422" y="365"/>
                </a:lnTo>
                <a:lnTo>
                  <a:pt x="424" y="352"/>
                </a:lnTo>
                <a:lnTo>
                  <a:pt x="424" y="345"/>
                </a:lnTo>
                <a:lnTo>
                  <a:pt x="422" y="338"/>
                </a:lnTo>
                <a:lnTo>
                  <a:pt x="420" y="331"/>
                </a:lnTo>
                <a:lnTo>
                  <a:pt x="418" y="325"/>
                </a:lnTo>
                <a:lnTo>
                  <a:pt x="415" y="318"/>
                </a:lnTo>
                <a:lnTo>
                  <a:pt x="412" y="313"/>
                </a:lnTo>
                <a:lnTo>
                  <a:pt x="407" y="308"/>
                </a:lnTo>
                <a:lnTo>
                  <a:pt x="403" y="302"/>
                </a:lnTo>
                <a:lnTo>
                  <a:pt x="398" y="298"/>
                </a:lnTo>
                <a:lnTo>
                  <a:pt x="392" y="294"/>
                </a:lnTo>
                <a:lnTo>
                  <a:pt x="387" y="290"/>
                </a:lnTo>
                <a:lnTo>
                  <a:pt x="380" y="287"/>
                </a:lnTo>
                <a:lnTo>
                  <a:pt x="374" y="285"/>
                </a:lnTo>
                <a:lnTo>
                  <a:pt x="367" y="283"/>
                </a:lnTo>
                <a:lnTo>
                  <a:pt x="361" y="282"/>
                </a:lnTo>
                <a:lnTo>
                  <a:pt x="353" y="282"/>
                </a:lnTo>
                <a:lnTo>
                  <a:pt x="346" y="282"/>
                </a:lnTo>
                <a:lnTo>
                  <a:pt x="339" y="283"/>
                </a:lnTo>
                <a:lnTo>
                  <a:pt x="332" y="285"/>
                </a:lnTo>
                <a:lnTo>
                  <a:pt x="325" y="287"/>
                </a:lnTo>
                <a:lnTo>
                  <a:pt x="320" y="290"/>
                </a:lnTo>
                <a:lnTo>
                  <a:pt x="313" y="294"/>
                </a:lnTo>
                <a:lnTo>
                  <a:pt x="308" y="298"/>
                </a:lnTo>
                <a:lnTo>
                  <a:pt x="304" y="302"/>
                </a:lnTo>
                <a:lnTo>
                  <a:pt x="298" y="308"/>
                </a:lnTo>
                <a:lnTo>
                  <a:pt x="295" y="313"/>
                </a:lnTo>
                <a:lnTo>
                  <a:pt x="291" y="318"/>
                </a:lnTo>
                <a:lnTo>
                  <a:pt x="289" y="325"/>
                </a:lnTo>
                <a:lnTo>
                  <a:pt x="285" y="331"/>
                </a:lnTo>
                <a:lnTo>
                  <a:pt x="284" y="338"/>
                </a:lnTo>
                <a:lnTo>
                  <a:pt x="283" y="345"/>
                </a:lnTo>
                <a:lnTo>
                  <a:pt x="283" y="352"/>
                </a:lnTo>
                <a:lnTo>
                  <a:pt x="283" y="365"/>
                </a:lnTo>
                <a:lnTo>
                  <a:pt x="286" y="376"/>
                </a:lnTo>
                <a:lnTo>
                  <a:pt x="292" y="386"/>
                </a:lnTo>
                <a:lnTo>
                  <a:pt x="297" y="396"/>
                </a:lnTo>
                <a:lnTo>
                  <a:pt x="306" y="404"/>
                </a:lnTo>
                <a:lnTo>
                  <a:pt x="314" y="411"/>
                </a:lnTo>
                <a:lnTo>
                  <a:pt x="324" y="417"/>
                </a:lnTo>
                <a:lnTo>
                  <a:pt x="335" y="420"/>
                </a:lnTo>
                <a:lnTo>
                  <a:pt x="336" y="847"/>
                </a:lnTo>
                <a:lnTo>
                  <a:pt x="247" y="847"/>
                </a:lnTo>
                <a:lnTo>
                  <a:pt x="247" y="775"/>
                </a:lnTo>
                <a:lnTo>
                  <a:pt x="246" y="761"/>
                </a:lnTo>
                <a:lnTo>
                  <a:pt x="245" y="748"/>
                </a:lnTo>
                <a:lnTo>
                  <a:pt x="243" y="734"/>
                </a:lnTo>
                <a:lnTo>
                  <a:pt x="240" y="721"/>
                </a:lnTo>
                <a:lnTo>
                  <a:pt x="237" y="709"/>
                </a:lnTo>
                <a:lnTo>
                  <a:pt x="231" y="698"/>
                </a:lnTo>
                <a:lnTo>
                  <a:pt x="227" y="686"/>
                </a:lnTo>
                <a:lnTo>
                  <a:pt x="222" y="675"/>
                </a:lnTo>
                <a:lnTo>
                  <a:pt x="215" y="665"/>
                </a:lnTo>
                <a:lnTo>
                  <a:pt x="209" y="655"/>
                </a:lnTo>
                <a:lnTo>
                  <a:pt x="202" y="646"/>
                </a:lnTo>
                <a:lnTo>
                  <a:pt x="196" y="637"/>
                </a:lnTo>
                <a:lnTo>
                  <a:pt x="182" y="622"/>
                </a:lnTo>
                <a:lnTo>
                  <a:pt x="168" y="610"/>
                </a:lnTo>
                <a:lnTo>
                  <a:pt x="168" y="609"/>
                </a:lnTo>
                <a:lnTo>
                  <a:pt x="166" y="609"/>
                </a:lnTo>
                <a:lnTo>
                  <a:pt x="165" y="608"/>
                </a:lnTo>
                <a:lnTo>
                  <a:pt x="163" y="607"/>
                </a:lnTo>
                <a:lnTo>
                  <a:pt x="162" y="606"/>
                </a:lnTo>
                <a:lnTo>
                  <a:pt x="161" y="605"/>
                </a:lnTo>
                <a:lnTo>
                  <a:pt x="147" y="593"/>
                </a:lnTo>
                <a:lnTo>
                  <a:pt x="133" y="581"/>
                </a:lnTo>
                <a:lnTo>
                  <a:pt x="120" y="568"/>
                </a:lnTo>
                <a:lnTo>
                  <a:pt x="108" y="554"/>
                </a:lnTo>
                <a:lnTo>
                  <a:pt x="97" y="540"/>
                </a:lnTo>
                <a:lnTo>
                  <a:pt x="87" y="525"/>
                </a:lnTo>
                <a:lnTo>
                  <a:pt x="77" y="510"/>
                </a:lnTo>
                <a:lnTo>
                  <a:pt x="68" y="493"/>
                </a:lnTo>
                <a:lnTo>
                  <a:pt x="61" y="477"/>
                </a:lnTo>
                <a:lnTo>
                  <a:pt x="54" y="460"/>
                </a:lnTo>
                <a:lnTo>
                  <a:pt x="49" y="443"/>
                </a:lnTo>
                <a:lnTo>
                  <a:pt x="44" y="425"/>
                </a:lnTo>
                <a:lnTo>
                  <a:pt x="40" y="408"/>
                </a:lnTo>
                <a:lnTo>
                  <a:pt x="38" y="390"/>
                </a:lnTo>
                <a:lnTo>
                  <a:pt x="36" y="371"/>
                </a:lnTo>
                <a:lnTo>
                  <a:pt x="36" y="352"/>
                </a:lnTo>
                <a:lnTo>
                  <a:pt x="36" y="336"/>
                </a:lnTo>
                <a:lnTo>
                  <a:pt x="37" y="320"/>
                </a:lnTo>
                <a:lnTo>
                  <a:pt x="39" y="304"/>
                </a:lnTo>
                <a:lnTo>
                  <a:pt x="42" y="288"/>
                </a:lnTo>
                <a:lnTo>
                  <a:pt x="46" y="273"/>
                </a:lnTo>
                <a:lnTo>
                  <a:pt x="50" y="258"/>
                </a:lnTo>
                <a:lnTo>
                  <a:pt x="55" y="243"/>
                </a:lnTo>
                <a:lnTo>
                  <a:pt x="61" y="229"/>
                </a:lnTo>
                <a:lnTo>
                  <a:pt x="67" y="215"/>
                </a:lnTo>
                <a:lnTo>
                  <a:pt x="74" y="201"/>
                </a:lnTo>
                <a:lnTo>
                  <a:pt x="82" y="188"/>
                </a:lnTo>
                <a:lnTo>
                  <a:pt x="90" y="175"/>
                </a:lnTo>
                <a:lnTo>
                  <a:pt x="98" y="163"/>
                </a:lnTo>
                <a:lnTo>
                  <a:pt x="108" y="151"/>
                </a:lnTo>
                <a:lnTo>
                  <a:pt x="118" y="139"/>
                </a:lnTo>
                <a:lnTo>
                  <a:pt x="129" y="128"/>
                </a:lnTo>
                <a:lnTo>
                  <a:pt x="139" y="118"/>
                </a:lnTo>
                <a:lnTo>
                  <a:pt x="151" y="108"/>
                </a:lnTo>
                <a:lnTo>
                  <a:pt x="163" y="98"/>
                </a:lnTo>
                <a:lnTo>
                  <a:pt x="176" y="89"/>
                </a:lnTo>
                <a:lnTo>
                  <a:pt x="189" y="81"/>
                </a:lnTo>
                <a:lnTo>
                  <a:pt x="202" y="73"/>
                </a:lnTo>
                <a:lnTo>
                  <a:pt x="216" y="67"/>
                </a:lnTo>
                <a:lnTo>
                  <a:pt x="230" y="60"/>
                </a:lnTo>
                <a:lnTo>
                  <a:pt x="244" y="54"/>
                </a:lnTo>
                <a:lnTo>
                  <a:pt x="259" y="50"/>
                </a:lnTo>
                <a:lnTo>
                  <a:pt x="273" y="45"/>
                </a:lnTo>
                <a:lnTo>
                  <a:pt x="290" y="42"/>
                </a:lnTo>
                <a:lnTo>
                  <a:pt x="305" y="39"/>
                </a:lnTo>
                <a:lnTo>
                  <a:pt x="321" y="37"/>
                </a:lnTo>
                <a:lnTo>
                  <a:pt x="337" y="35"/>
                </a:lnTo>
                <a:lnTo>
                  <a:pt x="353" y="35"/>
                </a:lnTo>
                <a:lnTo>
                  <a:pt x="370" y="35"/>
                </a:lnTo>
                <a:lnTo>
                  <a:pt x="386" y="37"/>
                </a:lnTo>
                <a:lnTo>
                  <a:pt x="402" y="39"/>
                </a:lnTo>
                <a:lnTo>
                  <a:pt x="417" y="42"/>
                </a:lnTo>
                <a:lnTo>
                  <a:pt x="432" y="45"/>
                </a:lnTo>
                <a:lnTo>
                  <a:pt x="447" y="50"/>
                </a:lnTo>
                <a:lnTo>
                  <a:pt x="462" y="54"/>
                </a:lnTo>
                <a:lnTo>
                  <a:pt x="476" y="60"/>
                </a:lnTo>
                <a:lnTo>
                  <a:pt x="491" y="67"/>
                </a:lnTo>
                <a:lnTo>
                  <a:pt x="505" y="73"/>
                </a:lnTo>
                <a:lnTo>
                  <a:pt x="518" y="81"/>
                </a:lnTo>
                <a:lnTo>
                  <a:pt x="530" y="89"/>
                </a:lnTo>
                <a:lnTo>
                  <a:pt x="543" y="98"/>
                </a:lnTo>
                <a:lnTo>
                  <a:pt x="555" y="108"/>
                </a:lnTo>
                <a:lnTo>
                  <a:pt x="566" y="118"/>
                </a:lnTo>
                <a:lnTo>
                  <a:pt x="578" y="128"/>
                </a:lnTo>
                <a:lnTo>
                  <a:pt x="588" y="139"/>
                </a:lnTo>
                <a:lnTo>
                  <a:pt x="599" y="151"/>
                </a:lnTo>
                <a:lnTo>
                  <a:pt x="607" y="163"/>
                </a:lnTo>
                <a:lnTo>
                  <a:pt x="616" y="175"/>
                </a:lnTo>
                <a:lnTo>
                  <a:pt x="624" y="188"/>
                </a:lnTo>
                <a:lnTo>
                  <a:pt x="632" y="201"/>
                </a:lnTo>
                <a:lnTo>
                  <a:pt x="640" y="215"/>
                </a:lnTo>
                <a:lnTo>
                  <a:pt x="646" y="229"/>
                </a:lnTo>
                <a:lnTo>
                  <a:pt x="651" y="243"/>
                </a:lnTo>
                <a:lnTo>
                  <a:pt x="656" y="258"/>
                </a:lnTo>
                <a:lnTo>
                  <a:pt x="660" y="273"/>
                </a:lnTo>
                <a:lnTo>
                  <a:pt x="664" y="288"/>
                </a:lnTo>
                <a:lnTo>
                  <a:pt x="667" y="304"/>
                </a:lnTo>
                <a:lnTo>
                  <a:pt x="669" y="320"/>
                </a:lnTo>
                <a:lnTo>
                  <a:pt x="670" y="336"/>
                </a:lnTo>
                <a:lnTo>
                  <a:pt x="671" y="352"/>
                </a:lnTo>
                <a:lnTo>
                  <a:pt x="670" y="371"/>
                </a:lnTo>
                <a:lnTo>
                  <a:pt x="669" y="390"/>
                </a:lnTo>
                <a:lnTo>
                  <a:pt x="665" y="408"/>
                </a:lnTo>
                <a:lnTo>
                  <a:pt x="662" y="426"/>
                </a:lnTo>
                <a:lnTo>
                  <a:pt x="657" y="444"/>
                </a:lnTo>
                <a:lnTo>
                  <a:pt x="651" y="461"/>
                </a:lnTo>
                <a:lnTo>
                  <a:pt x="645" y="477"/>
                </a:lnTo>
                <a:lnTo>
                  <a:pt x="637" y="494"/>
                </a:lnTo>
                <a:lnTo>
                  <a:pt x="629" y="510"/>
                </a:lnTo>
                <a:lnTo>
                  <a:pt x="619" y="526"/>
                </a:lnTo>
                <a:lnTo>
                  <a:pt x="608" y="541"/>
                </a:lnTo>
                <a:lnTo>
                  <a:pt x="597" y="555"/>
                </a:lnTo>
                <a:lnTo>
                  <a:pt x="586" y="569"/>
                </a:lnTo>
                <a:lnTo>
                  <a:pt x="573" y="582"/>
                </a:lnTo>
                <a:lnTo>
                  <a:pt x="559" y="594"/>
                </a:lnTo>
                <a:lnTo>
                  <a:pt x="543" y="606"/>
                </a:lnTo>
                <a:close/>
                <a:moveTo>
                  <a:pt x="353" y="388"/>
                </a:moveTo>
                <a:lnTo>
                  <a:pt x="346" y="386"/>
                </a:lnTo>
                <a:lnTo>
                  <a:pt x="339" y="385"/>
                </a:lnTo>
                <a:lnTo>
                  <a:pt x="334" y="381"/>
                </a:lnTo>
                <a:lnTo>
                  <a:pt x="328" y="378"/>
                </a:lnTo>
                <a:lnTo>
                  <a:pt x="324" y="372"/>
                </a:lnTo>
                <a:lnTo>
                  <a:pt x="321" y="366"/>
                </a:lnTo>
                <a:lnTo>
                  <a:pt x="319" y="359"/>
                </a:lnTo>
                <a:lnTo>
                  <a:pt x="318" y="352"/>
                </a:lnTo>
                <a:lnTo>
                  <a:pt x="319" y="345"/>
                </a:lnTo>
                <a:lnTo>
                  <a:pt x="321" y="339"/>
                </a:lnTo>
                <a:lnTo>
                  <a:pt x="324" y="332"/>
                </a:lnTo>
                <a:lnTo>
                  <a:pt x="328" y="327"/>
                </a:lnTo>
                <a:lnTo>
                  <a:pt x="334" y="323"/>
                </a:lnTo>
                <a:lnTo>
                  <a:pt x="339" y="320"/>
                </a:lnTo>
                <a:lnTo>
                  <a:pt x="346" y="317"/>
                </a:lnTo>
                <a:lnTo>
                  <a:pt x="353" y="317"/>
                </a:lnTo>
                <a:lnTo>
                  <a:pt x="360" y="317"/>
                </a:lnTo>
                <a:lnTo>
                  <a:pt x="367" y="320"/>
                </a:lnTo>
                <a:lnTo>
                  <a:pt x="373" y="323"/>
                </a:lnTo>
                <a:lnTo>
                  <a:pt x="378" y="327"/>
                </a:lnTo>
                <a:lnTo>
                  <a:pt x="383" y="332"/>
                </a:lnTo>
                <a:lnTo>
                  <a:pt x="386" y="339"/>
                </a:lnTo>
                <a:lnTo>
                  <a:pt x="388" y="345"/>
                </a:lnTo>
                <a:lnTo>
                  <a:pt x="388" y="352"/>
                </a:lnTo>
                <a:lnTo>
                  <a:pt x="388" y="359"/>
                </a:lnTo>
                <a:lnTo>
                  <a:pt x="386" y="366"/>
                </a:lnTo>
                <a:lnTo>
                  <a:pt x="383" y="372"/>
                </a:lnTo>
                <a:lnTo>
                  <a:pt x="378" y="378"/>
                </a:lnTo>
                <a:lnTo>
                  <a:pt x="373" y="381"/>
                </a:lnTo>
                <a:lnTo>
                  <a:pt x="367" y="385"/>
                </a:lnTo>
                <a:lnTo>
                  <a:pt x="360" y="386"/>
                </a:lnTo>
                <a:lnTo>
                  <a:pt x="353" y="388"/>
                </a:lnTo>
                <a:close/>
                <a:moveTo>
                  <a:pt x="247" y="988"/>
                </a:moveTo>
                <a:lnTo>
                  <a:pt x="247" y="881"/>
                </a:lnTo>
                <a:lnTo>
                  <a:pt x="459" y="881"/>
                </a:lnTo>
                <a:lnTo>
                  <a:pt x="459" y="988"/>
                </a:lnTo>
                <a:lnTo>
                  <a:pt x="247" y="988"/>
                </a:lnTo>
                <a:close/>
                <a:moveTo>
                  <a:pt x="705" y="352"/>
                </a:moveTo>
                <a:lnTo>
                  <a:pt x="705" y="335"/>
                </a:lnTo>
                <a:lnTo>
                  <a:pt x="704" y="316"/>
                </a:lnTo>
                <a:lnTo>
                  <a:pt x="702" y="299"/>
                </a:lnTo>
                <a:lnTo>
                  <a:pt x="699" y="282"/>
                </a:lnTo>
                <a:lnTo>
                  <a:pt x="695" y="264"/>
                </a:lnTo>
                <a:lnTo>
                  <a:pt x="690" y="247"/>
                </a:lnTo>
                <a:lnTo>
                  <a:pt x="685" y="231"/>
                </a:lnTo>
                <a:lnTo>
                  <a:pt x="678" y="215"/>
                </a:lnTo>
                <a:lnTo>
                  <a:pt x="671" y="200"/>
                </a:lnTo>
                <a:lnTo>
                  <a:pt x="663" y="185"/>
                </a:lnTo>
                <a:lnTo>
                  <a:pt x="655" y="169"/>
                </a:lnTo>
                <a:lnTo>
                  <a:pt x="646" y="155"/>
                </a:lnTo>
                <a:lnTo>
                  <a:pt x="635" y="141"/>
                </a:lnTo>
                <a:lnTo>
                  <a:pt x="626" y="128"/>
                </a:lnTo>
                <a:lnTo>
                  <a:pt x="615" y="115"/>
                </a:lnTo>
                <a:lnTo>
                  <a:pt x="603" y="104"/>
                </a:lnTo>
                <a:lnTo>
                  <a:pt x="590" y="92"/>
                </a:lnTo>
                <a:lnTo>
                  <a:pt x="578" y="80"/>
                </a:lnTo>
                <a:lnTo>
                  <a:pt x="564" y="70"/>
                </a:lnTo>
                <a:lnTo>
                  <a:pt x="550" y="60"/>
                </a:lnTo>
                <a:lnTo>
                  <a:pt x="536" y="51"/>
                </a:lnTo>
                <a:lnTo>
                  <a:pt x="521" y="42"/>
                </a:lnTo>
                <a:lnTo>
                  <a:pt x="506" y="34"/>
                </a:lnTo>
                <a:lnTo>
                  <a:pt x="491" y="28"/>
                </a:lnTo>
                <a:lnTo>
                  <a:pt x="474" y="21"/>
                </a:lnTo>
                <a:lnTo>
                  <a:pt x="458" y="16"/>
                </a:lnTo>
                <a:lnTo>
                  <a:pt x="441" y="11"/>
                </a:lnTo>
                <a:lnTo>
                  <a:pt x="425" y="7"/>
                </a:lnTo>
                <a:lnTo>
                  <a:pt x="407" y="4"/>
                </a:lnTo>
                <a:lnTo>
                  <a:pt x="389" y="2"/>
                </a:lnTo>
                <a:lnTo>
                  <a:pt x="372" y="0"/>
                </a:lnTo>
                <a:lnTo>
                  <a:pt x="353" y="0"/>
                </a:lnTo>
                <a:lnTo>
                  <a:pt x="335" y="0"/>
                </a:lnTo>
                <a:lnTo>
                  <a:pt x="317" y="2"/>
                </a:lnTo>
                <a:lnTo>
                  <a:pt x="299" y="4"/>
                </a:lnTo>
                <a:lnTo>
                  <a:pt x="282" y="7"/>
                </a:lnTo>
                <a:lnTo>
                  <a:pt x="265" y="11"/>
                </a:lnTo>
                <a:lnTo>
                  <a:pt x="249" y="16"/>
                </a:lnTo>
                <a:lnTo>
                  <a:pt x="232" y="21"/>
                </a:lnTo>
                <a:lnTo>
                  <a:pt x="216" y="28"/>
                </a:lnTo>
                <a:lnTo>
                  <a:pt x="200" y="34"/>
                </a:lnTo>
                <a:lnTo>
                  <a:pt x="185" y="42"/>
                </a:lnTo>
                <a:lnTo>
                  <a:pt x="170" y="51"/>
                </a:lnTo>
                <a:lnTo>
                  <a:pt x="156" y="60"/>
                </a:lnTo>
                <a:lnTo>
                  <a:pt x="142" y="70"/>
                </a:lnTo>
                <a:lnTo>
                  <a:pt x="129" y="80"/>
                </a:lnTo>
                <a:lnTo>
                  <a:pt x="116" y="92"/>
                </a:lnTo>
                <a:lnTo>
                  <a:pt x="104" y="104"/>
                </a:lnTo>
                <a:lnTo>
                  <a:pt x="92" y="115"/>
                </a:lnTo>
                <a:lnTo>
                  <a:pt x="81" y="128"/>
                </a:lnTo>
                <a:lnTo>
                  <a:pt x="70" y="141"/>
                </a:lnTo>
                <a:lnTo>
                  <a:pt x="61" y="155"/>
                </a:lnTo>
                <a:lnTo>
                  <a:pt x="52" y="169"/>
                </a:lnTo>
                <a:lnTo>
                  <a:pt x="43" y="185"/>
                </a:lnTo>
                <a:lnTo>
                  <a:pt x="35" y="200"/>
                </a:lnTo>
                <a:lnTo>
                  <a:pt x="28" y="215"/>
                </a:lnTo>
                <a:lnTo>
                  <a:pt x="22" y="231"/>
                </a:lnTo>
                <a:lnTo>
                  <a:pt x="16" y="247"/>
                </a:lnTo>
                <a:lnTo>
                  <a:pt x="12" y="264"/>
                </a:lnTo>
                <a:lnTo>
                  <a:pt x="8" y="282"/>
                </a:lnTo>
                <a:lnTo>
                  <a:pt x="4" y="299"/>
                </a:lnTo>
                <a:lnTo>
                  <a:pt x="2" y="316"/>
                </a:lnTo>
                <a:lnTo>
                  <a:pt x="1" y="335"/>
                </a:lnTo>
                <a:lnTo>
                  <a:pt x="0" y="352"/>
                </a:lnTo>
                <a:lnTo>
                  <a:pt x="1" y="374"/>
                </a:lnTo>
                <a:lnTo>
                  <a:pt x="3" y="395"/>
                </a:lnTo>
                <a:lnTo>
                  <a:pt x="7" y="416"/>
                </a:lnTo>
                <a:lnTo>
                  <a:pt x="10" y="435"/>
                </a:lnTo>
                <a:lnTo>
                  <a:pt x="15" y="456"/>
                </a:lnTo>
                <a:lnTo>
                  <a:pt x="23" y="475"/>
                </a:lnTo>
                <a:lnTo>
                  <a:pt x="30" y="493"/>
                </a:lnTo>
                <a:lnTo>
                  <a:pt x="39" y="512"/>
                </a:lnTo>
                <a:lnTo>
                  <a:pt x="48" y="529"/>
                </a:lnTo>
                <a:lnTo>
                  <a:pt x="58" y="546"/>
                </a:lnTo>
                <a:lnTo>
                  <a:pt x="70" y="563"/>
                </a:lnTo>
                <a:lnTo>
                  <a:pt x="82" y="579"/>
                </a:lnTo>
                <a:lnTo>
                  <a:pt x="96" y="593"/>
                </a:lnTo>
                <a:lnTo>
                  <a:pt x="110" y="607"/>
                </a:lnTo>
                <a:lnTo>
                  <a:pt x="124" y="621"/>
                </a:lnTo>
                <a:lnTo>
                  <a:pt x="141" y="633"/>
                </a:lnTo>
                <a:lnTo>
                  <a:pt x="141" y="633"/>
                </a:lnTo>
                <a:lnTo>
                  <a:pt x="143" y="635"/>
                </a:lnTo>
                <a:lnTo>
                  <a:pt x="145" y="637"/>
                </a:lnTo>
                <a:lnTo>
                  <a:pt x="145" y="637"/>
                </a:lnTo>
                <a:lnTo>
                  <a:pt x="146" y="637"/>
                </a:lnTo>
                <a:lnTo>
                  <a:pt x="157" y="647"/>
                </a:lnTo>
                <a:lnTo>
                  <a:pt x="168" y="659"/>
                </a:lnTo>
                <a:lnTo>
                  <a:pt x="178" y="673"/>
                </a:lnTo>
                <a:lnTo>
                  <a:pt x="189" y="690"/>
                </a:lnTo>
                <a:lnTo>
                  <a:pt x="193" y="699"/>
                </a:lnTo>
                <a:lnTo>
                  <a:pt x="198" y="708"/>
                </a:lnTo>
                <a:lnTo>
                  <a:pt x="202" y="718"/>
                </a:lnTo>
                <a:lnTo>
                  <a:pt x="205" y="729"/>
                </a:lnTo>
                <a:lnTo>
                  <a:pt x="209" y="740"/>
                </a:lnTo>
                <a:lnTo>
                  <a:pt x="211" y="752"/>
                </a:lnTo>
                <a:lnTo>
                  <a:pt x="212" y="763"/>
                </a:lnTo>
                <a:lnTo>
                  <a:pt x="212" y="775"/>
                </a:lnTo>
                <a:lnTo>
                  <a:pt x="212" y="1023"/>
                </a:lnTo>
                <a:lnTo>
                  <a:pt x="494" y="1023"/>
                </a:lnTo>
                <a:lnTo>
                  <a:pt x="494" y="775"/>
                </a:lnTo>
                <a:lnTo>
                  <a:pt x="495" y="762"/>
                </a:lnTo>
                <a:lnTo>
                  <a:pt x="496" y="750"/>
                </a:lnTo>
                <a:lnTo>
                  <a:pt x="498" y="739"/>
                </a:lnTo>
                <a:lnTo>
                  <a:pt x="501" y="727"/>
                </a:lnTo>
                <a:lnTo>
                  <a:pt x="505" y="716"/>
                </a:lnTo>
                <a:lnTo>
                  <a:pt x="509" y="705"/>
                </a:lnTo>
                <a:lnTo>
                  <a:pt x="513" y="695"/>
                </a:lnTo>
                <a:lnTo>
                  <a:pt x="519" y="686"/>
                </a:lnTo>
                <a:lnTo>
                  <a:pt x="529" y="669"/>
                </a:lnTo>
                <a:lnTo>
                  <a:pt x="541" y="655"/>
                </a:lnTo>
                <a:lnTo>
                  <a:pt x="553" y="644"/>
                </a:lnTo>
                <a:lnTo>
                  <a:pt x="565" y="634"/>
                </a:lnTo>
                <a:lnTo>
                  <a:pt x="565" y="634"/>
                </a:lnTo>
                <a:lnTo>
                  <a:pt x="580" y="622"/>
                </a:lnTo>
                <a:lnTo>
                  <a:pt x="595" y="608"/>
                </a:lnTo>
                <a:lnTo>
                  <a:pt x="609" y="594"/>
                </a:lnTo>
                <a:lnTo>
                  <a:pt x="623" y="579"/>
                </a:lnTo>
                <a:lnTo>
                  <a:pt x="635" y="564"/>
                </a:lnTo>
                <a:lnTo>
                  <a:pt x="647" y="547"/>
                </a:lnTo>
                <a:lnTo>
                  <a:pt x="658" y="530"/>
                </a:lnTo>
                <a:lnTo>
                  <a:pt x="668" y="513"/>
                </a:lnTo>
                <a:lnTo>
                  <a:pt x="676" y="494"/>
                </a:lnTo>
                <a:lnTo>
                  <a:pt x="684" y="475"/>
                </a:lnTo>
                <a:lnTo>
                  <a:pt x="690" y="456"/>
                </a:lnTo>
                <a:lnTo>
                  <a:pt x="696" y="436"/>
                </a:lnTo>
                <a:lnTo>
                  <a:pt x="700" y="416"/>
                </a:lnTo>
                <a:lnTo>
                  <a:pt x="703" y="395"/>
                </a:lnTo>
                <a:lnTo>
                  <a:pt x="705" y="374"/>
                </a:lnTo>
                <a:lnTo>
                  <a:pt x="705" y="352"/>
                </a:lnTo>
                <a:close/>
              </a:path>
            </a:pathLst>
          </a:custGeom>
          <a:blipFill>
            <a:blip r:embed="R911a93c18f1a436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r="129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10" name="Freeform 102">
            <a:extLst>
              <a:ext uri="{FF2B5EF4-FFF2-40B4-BE49-F238E27FC236}">
                <a16:creationId xmlns:a16="http://schemas.microsoft.com/office/drawing/2014/main" id="{DC1D99B1-4C28-BC7C-FB0C-AB5D10E354BB}"/>
              </a:ext>
            </a:extLst>
          </p:cNvPr>
          <p:cNvSpPr>
            <a:spLocks noEditPoints="1"/>
          </p:cNvSpPr>
          <p:nvPr/>
        </p:nvSpPr>
        <p:spPr bwMode="auto">
          <a:xfrm>
            <a:off x="4647017" y="2084248"/>
            <a:ext cx="501215" cy="503337"/>
          </a:xfrm>
          <a:custGeom>
            <a:avLst/>
            <a:gdLst>
              <a:gd name="T0" fmla="*/ 848 w 946"/>
              <a:gd name="T1" fmla="*/ 911 h 948"/>
              <a:gd name="T2" fmla="*/ 896 w 946"/>
              <a:gd name="T3" fmla="*/ 821 h 948"/>
              <a:gd name="T4" fmla="*/ 907 w 946"/>
              <a:gd name="T5" fmla="*/ 878 h 948"/>
              <a:gd name="T6" fmla="*/ 333 w 946"/>
              <a:gd name="T7" fmla="*/ 720 h 948"/>
              <a:gd name="T8" fmla="*/ 330 w 946"/>
              <a:gd name="T9" fmla="*/ 786 h 948"/>
              <a:gd name="T10" fmla="*/ 298 w 946"/>
              <a:gd name="T11" fmla="*/ 844 h 948"/>
              <a:gd name="T12" fmla="*/ 229 w 946"/>
              <a:gd name="T13" fmla="*/ 890 h 948"/>
              <a:gd name="T14" fmla="*/ 160 w 946"/>
              <a:gd name="T15" fmla="*/ 895 h 948"/>
              <a:gd name="T16" fmla="*/ 37 w 946"/>
              <a:gd name="T17" fmla="*/ 771 h 948"/>
              <a:gd name="T18" fmla="*/ 38 w 946"/>
              <a:gd name="T19" fmla="*/ 715 h 948"/>
              <a:gd name="T20" fmla="*/ 61 w 946"/>
              <a:gd name="T21" fmla="*/ 663 h 948"/>
              <a:gd name="T22" fmla="*/ 115 w 946"/>
              <a:gd name="T23" fmla="*/ 614 h 948"/>
              <a:gd name="T24" fmla="*/ 200 w 946"/>
              <a:gd name="T25" fmla="*/ 598 h 948"/>
              <a:gd name="T26" fmla="*/ 608 w 946"/>
              <a:gd name="T27" fmla="*/ 244 h 948"/>
              <a:gd name="T28" fmla="*/ 596 w 946"/>
              <a:gd name="T29" fmla="*/ 180 h 948"/>
              <a:gd name="T30" fmla="*/ 614 w 946"/>
              <a:gd name="T31" fmla="*/ 116 h 948"/>
              <a:gd name="T32" fmla="*/ 663 w 946"/>
              <a:gd name="T33" fmla="*/ 61 h 948"/>
              <a:gd name="T34" fmla="*/ 745 w 946"/>
              <a:gd name="T35" fmla="*/ 36 h 948"/>
              <a:gd name="T36" fmla="*/ 725 w 946"/>
              <a:gd name="T37" fmla="*/ 206 h 948"/>
              <a:gd name="T38" fmla="*/ 896 w 946"/>
              <a:gd name="T39" fmla="*/ 189 h 948"/>
              <a:gd name="T40" fmla="*/ 884 w 946"/>
              <a:gd name="T41" fmla="*/ 244 h 948"/>
              <a:gd name="T42" fmla="*/ 852 w 946"/>
              <a:gd name="T43" fmla="*/ 292 h 948"/>
              <a:gd name="T44" fmla="*/ 776 w 946"/>
              <a:gd name="T45" fmla="*/ 332 h 948"/>
              <a:gd name="T46" fmla="*/ 687 w 946"/>
              <a:gd name="T47" fmla="*/ 323 h 948"/>
              <a:gd name="T48" fmla="*/ 185 w 946"/>
              <a:gd name="T49" fmla="*/ 160 h 948"/>
              <a:gd name="T50" fmla="*/ 734 w 946"/>
              <a:gd name="T51" fmla="*/ 560 h 948"/>
              <a:gd name="T52" fmla="*/ 730 w 946"/>
              <a:gd name="T53" fmla="*/ 370 h 948"/>
              <a:gd name="T54" fmla="*/ 833 w 946"/>
              <a:gd name="T55" fmla="*/ 349 h 948"/>
              <a:gd name="T56" fmla="*/ 903 w 946"/>
              <a:gd name="T57" fmla="*/ 283 h 948"/>
              <a:gd name="T58" fmla="*/ 930 w 946"/>
              <a:gd name="T59" fmla="*/ 207 h 948"/>
              <a:gd name="T60" fmla="*/ 922 w 946"/>
              <a:gd name="T61" fmla="*/ 126 h 948"/>
              <a:gd name="T62" fmla="*/ 844 w 946"/>
              <a:gd name="T63" fmla="*/ 26 h 948"/>
              <a:gd name="T64" fmla="*/ 727 w 946"/>
              <a:gd name="T65" fmla="*/ 1 h 948"/>
              <a:gd name="T66" fmla="*/ 629 w 946"/>
              <a:gd name="T67" fmla="*/ 42 h 948"/>
              <a:gd name="T68" fmla="*/ 577 w 946"/>
              <a:gd name="T69" fmla="*/ 108 h 948"/>
              <a:gd name="T70" fmla="*/ 561 w 946"/>
              <a:gd name="T71" fmla="*/ 183 h 948"/>
              <a:gd name="T72" fmla="*/ 421 w 946"/>
              <a:gd name="T73" fmla="*/ 398 h 948"/>
              <a:gd name="T74" fmla="*/ 185 w 946"/>
              <a:gd name="T75" fmla="*/ 211 h 948"/>
              <a:gd name="T76" fmla="*/ 185 w 946"/>
              <a:gd name="T77" fmla="*/ 562 h 948"/>
              <a:gd name="T78" fmla="*/ 82 w 946"/>
              <a:gd name="T79" fmla="*/ 592 h 948"/>
              <a:gd name="T80" fmla="*/ 21 w 946"/>
              <a:gd name="T81" fmla="*/ 660 h 948"/>
              <a:gd name="T82" fmla="*/ 0 w 946"/>
              <a:gd name="T83" fmla="*/ 739 h 948"/>
              <a:gd name="T84" fmla="*/ 15 w 946"/>
              <a:gd name="T85" fmla="*/ 820 h 948"/>
              <a:gd name="T86" fmla="*/ 111 w 946"/>
              <a:gd name="T87" fmla="*/ 916 h 948"/>
              <a:gd name="T88" fmla="*/ 222 w 946"/>
              <a:gd name="T89" fmla="*/ 928 h 948"/>
              <a:gd name="T90" fmla="*/ 316 w 946"/>
              <a:gd name="T91" fmla="*/ 877 h 948"/>
              <a:gd name="T92" fmla="*/ 359 w 946"/>
              <a:gd name="T93" fmla="*/ 811 h 948"/>
              <a:gd name="T94" fmla="*/ 370 w 946"/>
              <a:gd name="T95" fmla="*/ 736 h 948"/>
              <a:gd name="T96" fmla="*/ 634 w 946"/>
              <a:gd name="T97" fmla="*/ 659 h 948"/>
              <a:gd name="T98" fmla="*/ 809 w 946"/>
              <a:gd name="T99" fmla="*/ 932 h 948"/>
              <a:gd name="T100" fmla="*/ 859 w 946"/>
              <a:gd name="T101" fmla="*/ 948 h 948"/>
              <a:gd name="T102" fmla="*/ 907 w 946"/>
              <a:gd name="T103" fmla="*/ 932 h 948"/>
              <a:gd name="T104" fmla="*/ 940 w 946"/>
              <a:gd name="T105" fmla="*/ 892 h 948"/>
              <a:gd name="T106" fmla="*/ 945 w 946"/>
              <a:gd name="T107" fmla="*/ 842 h 948"/>
              <a:gd name="T108" fmla="*/ 920 w 946"/>
              <a:gd name="T109" fmla="*/ 796 h 9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45" h="947">
                <a:moveTo>
                  <a:pt x="896" y="896"/>
                </a:moveTo>
                <a:lnTo>
                  <a:pt x="888" y="903"/>
                </a:lnTo>
                <a:lnTo>
                  <a:pt x="878" y="908"/>
                </a:lnTo>
                <a:lnTo>
                  <a:pt x="869" y="911"/>
                </a:lnTo>
                <a:lnTo>
                  <a:pt x="859" y="912"/>
                </a:lnTo>
                <a:lnTo>
                  <a:pt x="848" y="911"/>
                </a:lnTo>
                <a:lnTo>
                  <a:pt x="838" y="908"/>
                </a:lnTo>
                <a:lnTo>
                  <a:pt x="829" y="903"/>
                </a:lnTo>
                <a:lnTo>
                  <a:pt x="821" y="896"/>
                </a:lnTo>
                <a:lnTo>
                  <a:pt x="634" y="709"/>
                </a:lnTo>
                <a:lnTo>
                  <a:pt x="709" y="634"/>
                </a:lnTo>
                <a:lnTo>
                  <a:pt x="896" y="821"/>
                </a:lnTo>
                <a:lnTo>
                  <a:pt x="902" y="830"/>
                </a:lnTo>
                <a:lnTo>
                  <a:pt x="907" y="838"/>
                </a:lnTo>
                <a:lnTo>
                  <a:pt x="911" y="849"/>
                </a:lnTo>
                <a:lnTo>
                  <a:pt x="911" y="859"/>
                </a:lnTo>
                <a:lnTo>
                  <a:pt x="911" y="869"/>
                </a:lnTo>
                <a:lnTo>
                  <a:pt x="907" y="878"/>
                </a:lnTo>
                <a:lnTo>
                  <a:pt x="902" y="888"/>
                </a:lnTo>
                <a:lnTo>
                  <a:pt x="896" y="896"/>
                </a:lnTo>
                <a:close/>
                <a:moveTo>
                  <a:pt x="322" y="687"/>
                </a:moveTo>
                <a:lnTo>
                  <a:pt x="326" y="698"/>
                </a:lnTo>
                <a:lnTo>
                  <a:pt x="330" y="709"/>
                </a:lnTo>
                <a:lnTo>
                  <a:pt x="333" y="720"/>
                </a:lnTo>
                <a:lnTo>
                  <a:pt x="334" y="730"/>
                </a:lnTo>
                <a:lnTo>
                  <a:pt x="335" y="742"/>
                </a:lnTo>
                <a:lnTo>
                  <a:pt x="335" y="753"/>
                </a:lnTo>
                <a:lnTo>
                  <a:pt x="334" y="764"/>
                </a:lnTo>
                <a:lnTo>
                  <a:pt x="332" y="775"/>
                </a:lnTo>
                <a:lnTo>
                  <a:pt x="330" y="786"/>
                </a:lnTo>
                <a:lnTo>
                  <a:pt x="326" y="796"/>
                </a:lnTo>
                <a:lnTo>
                  <a:pt x="322" y="806"/>
                </a:lnTo>
                <a:lnTo>
                  <a:pt x="318" y="816"/>
                </a:lnTo>
                <a:lnTo>
                  <a:pt x="312" y="825"/>
                </a:lnTo>
                <a:lnTo>
                  <a:pt x="306" y="835"/>
                </a:lnTo>
                <a:lnTo>
                  <a:pt x="298" y="844"/>
                </a:lnTo>
                <a:lnTo>
                  <a:pt x="291" y="852"/>
                </a:lnTo>
                <a:lnTo>
                  <a:pt x="280" y="862"/>
                </a:lnTo>
                <a:lnTo>
                  <a:pt x="268" y="871"/>
                </a:lnTo>
                <a:lnTo>
                  <a:pt x="255" y="878"/>
                </a:lnTo>
                <a:lnTo>
                  <a:pt x="242" y="885"/>
                </a:lnTo>
                <a:lnTo>
                  <a:pt x="229" y="890"/>
                </a:lnTo>
                <a:lnTo>
                  <a:pt x="214" y="894"/>
                </a:lnTo>
                <a:lnTo>
                  <a:pt x="200" y="896"/>
                </a:lnTo>
                <a:lnTo>
                  <a:pt x="185" y="897"/>
                </a:lnTo>
                <a:lnTo>
                  <a:pt x="176" y="896"/>
                </a:lnTo>
                <a:lnTo>
                  <a:pt x="168" y="896"/>
                </a:lnTo>
                <a:lnTo>
                  <a:pt x="160" y="895"/>
                </a:lnTo>
                <a:lnTo>
                  <a:pt x="151" y="892"/>
                </a:lnTo>
                <a:lnTo>
                  <a:pt x="203" y="841"/>
                </a:lnTo>
                <a:lnTo>
                  <a:pt x="204" y="725"/>
                </a:lnTo>
                <a:lnTo>
                  <a:pt x="92" y="727"/>
                </a:lnTo>
                <a:lnTo>
                  <a:pt x="39" y="780"/>
                </a:lnTo>
                <a:lnTo>
                  <a:pt x="37" y="771"/>
                </a:lnTo>
                <a:lnTo>
                  <a:pt x="36" y="762"/>
                </a:lnTo>
                <a:lnTo>
                  <a:pt x="35" y="752"/>
                </a:lnTo>
                <a:lnTo>
                  <a:pt x="35" y="742"/>
                </a:lnTo>
                <a:lnTo>
                  <a:pt x="36" y="734"/>
                </a:lnTo>
                <a:lnTo>
                  <a:pt x="37" y="724"/>
                </a:lnTo>
                <a:lnTo>
                  <a:pt x="38" y="715"/>
                </a:lnTo>
                <a:lnTo>
                  <a:pt x="40" y="706"/>
                </a:lnTo>
                <a:lnTo>
                  <a:pt x="43" y="697"/>
                </a:lnTo>
                <a:lnTo>
                  <a:pt x="47" y="688"/>
                </a:lnTo>
                <a:lnTo>
                  <a:pt x="51" y="680"/>
                </a:lnTo>
                <a:lnTo>
                  <a:pt x="55" y="671"/>
                </a:lnTo>
                <a:lnTo>
                  <a:pt x="61" y="663"/>
                </a:lnTo>
                <a:lnTo>
                  <a:pt x="66" y="655"/>
                </a:lnTo>
                <a:lnTo>
                  <a:pt x="73" y="647"/>
                </a:lnTo>
                <a:lnTo>
                  <a:pt x="79" y="641"/>
                </a:lnTo>
                <a:lnTo>
                  <a:pt x="90" y="631"/>
                </a:lnTo>
                <a:lnTo>
                  <a:pt x="102" y="621"/>
                </a:lnTo>
                <a:lnTo>
                  <a:pt x="115" y="614"/>
                </a:lnTo>
                <a:lnTo>
                  <a:pt x="128" y="608"/>
                </a:lnTo>
                <a:lnTo>
                  <a:pt x="141" y="603"/>
                </a:lnTo>
                <a:lnTo>
                  <a:pt x="156" y="600"/>
                </a:lnTo>
                <a:lnTo>
                  <a:pt x="170" y="598"/>
                </a:lnTo>
                <a:lnTo>
                  <a:pt x="185" y="597"/>
                </a:lnTo>
                <a:lnTo>
                  <a:pt x="200" y="598"/>
                </a:lnTo>
                <a:lnTo>
                  <a:pt x="215" y="600"/>
                </a:lnTo>
                <a:lnTo>
                  <a:pt x="230" y="604"/>
                </a:lnTo>
                <a:lnTo>
                  <a:pt x="244" y="609"/>
                </a:lnTo>
                <a:lnTo>
                  <a:pt x="255" y="614"/>
                </a:lnTo>
                <a:lnTo>
                  <a:pt x="614" y="256"/>
                </a:lnTo>
                <a:lnTo>
                  <a:pt x="608" y="244"/>
                </a:lnTo>
                <a:lnTo>
                  <a:pt x="604" y="235"/>
                </a:lnTo>
                <a:lnTo>
                  <a:pt x="601" y="223"/>
                </a:lnTo>
                <a:lnTo>
                  <a:pt x="599" y="212"/>
                </a:lnTo>
                <a:lnTo>
                  <a:pt x="597" y="201"/>
                </a:lnTo>
                <a:lnTo>
                  <a:pt x="596" y="190"/>
                </a:lnTo>
                <a:lnTo>
                  <a:pt x="596" y="180"/>
                </a:lnTo>
                <a:lnTo>
                  <a:pt x="597" y="168"/>
                </a:lnTo>
                <a:lnTo>
                  <a:pt x="599" y="157"/>
                </a:lnTo>
                <a:lnTo>
                  <a:pt x="601" y="146"/>
                </a:lnTo>
                <a:lnTo>
                  <a:pt x="604" y="136"/>
                </a:lnTo>
                <a:lnTo>
                  <a:pt x="608" y="126"/>
                </a:lnTo>
                <a:lnTo>
                  <a:pt x="614" y="116"/>
                </a:lnTo>
                <a:lnTo>
                  <a:pt x="619" y="106"/>
                </a:lnTo>
                <a:lnTo>
                  <a:pt x="626" y="96"/>
                </a:lnTo>
                <a:lnTo>
                  <a:pt x="632" y="88"/>
                </a:lnTo>
                <a:lnTo>
                  <a:pt x="640" y="79"/>
                </a:lnTo>
                <a:lnTo>
                  <a:pt x="651" y="69"/>
                </a:lnTo>
                <a:lnTo>
                  <a:pt x="663" y="61"/>
                </a:lnTo>
                <a:lnTo>
                  <a:pt x="675" y="53"/>
                </a:lnTo>
                <a:lnTo>
                  <a:pt x="688" y="47"/>
                </a:lnTo>
                <a:lnTo>
                  <a:pt x="702" y="42"/>
                </a:lnTo>
                <a:lnTo>
                  <a:pt x="716" y="38"/>
                </a:lnTo>
                <a:lnTo>
                  <a:pt x="731" y="36"/>
                </a:lnTo>
                <a:lnTo>
                  <a:pt x="745" y="36"/>
                </a:lnTo>
                <a:lnTo>
                  <a:pt x="754" y="36"/>
                </a:lnTo>
                <a:lnTo>
                  <a:pt x="763" y="37"/>
                </a:lnTo>
                <a:lnTo>
                  <a:pt x="771" y="38"/>
                </a:lnTo>
                <a:lnTo>
                  <a:pt x="780" y="39"/>
                </a:lnTo>
                <a:lnTo>
                  <a:pt x="726" y="93"/>
                </a:lnTo>
                <a:lnTo>
                  <a:pt x="725" y="206"/>
                </a:lnTo>
                <a:lnTo>
                  <a:pt x="841" y="203"/>
                </a:lnTo>
                <a:lnTo>
                  <a:pt x="892" y="152"/>
                </a:lnTo>
                <a:lnTo>
                  <a:pt x="893" y="161"/>
                </a:lnTo>
                <a:lnTo>
                  <a:pt x="896" y="171"/>
                </a:lnTo>
                <a:lnTo>
                  <a:pt x="896" y="180"/>
                </a:lnTo>
                <a:lnTo>
                  <a:pt x="896" y="189"/>
                </a:lnTo>
                <a:lnTo>
                  <a:pt x="896" y="199"/>
                </a:lnTo>
                <a:lnTo>
                  <a:pt x="895" y="208"/>
                </a:lnTo>
                <a:lnTo>
                  <a:pt x="892" y="217"/>
                </a:lnTo>
                <a:lnTo>
                  <a:pt x="890" y="226"/>
                </a:lnTo>
                <a:lnTo>
                  <a:pt x="888" y="236"/>
                </a:lnTo>
                <a:lnTo>
                  <a:pt x="884" y="244"/>
                </a:lnTo>
                <a:lnTo>
                  <a:pt x="880" y="253"/>
                </a:lnTo>
                <a:lnTo>
                  <a:pt x="876" y="261"/>
                </a:lnTo>
                <a:lnTo>
                  <a:pt x="871" y="269"/>
                </a:lnTo>
                <a:lnTo>
                  <a:pt x="865" y="277"/>
                </a:lnTo>
                <a:lnTo>
                  <a:pt x="859" y="284"/>
                </a:lnTo>
                <a:lnTo>
                  <a:pt x="852" y="292"/>
                </a:lnTo>
                <a:lnTo>
                  <a:pt x="841" y="302"/>
                </a:lnTo>
                <a:lnTo>
                  <a:pt x="830" y="310"/>
                </a:lnTo>
                <a:lnTo>
                  <a:pt x="817" y="318"/>
                </a:lnTo>
                <a:lnTo>
                  <a:pt x="804" y="324"/>
                </a:lnTo>
                <a:lnTo>
                  <a:pt x="790" y="329"/>
                </a:lnTo>
                <a:lnTo>
                  <a:pt x="776" y="332"/>
                </a:lnTo>
                <a:lnTo>
                  <a:pt x="761" y="334"/>
                </a:lnTo>
                <a:lnTo>
                  <a:pt x="747" y="335"/>
                </a:lnTo>
                <a:lnTo>
                  <a:pt x="730" y="334"/>
                </a:lnTo>
                <a:lnTo>
                  <a:pt x="716" y="332"/>
                </a:lnTo>
                <a:lnTo>
                  <a:pt x="701" y="329"/>
                </a:lnTo>
                <a:lnTo>
                  <a:pt x="687" y="323"/>
                </a:lnTo>
                <a:lnTo>
                  <a:pt x="675" y="318"/>
                </a:lnTo>
                <a:lnTo>
                  <a:pt x="318" y="676"/>
                </a:lnTo>
                <a:lnTo>
                  <a:pt x="322" y="687"/>
                </a:lnTo>
                <a:close/>
                <a:moveTo>
                  <a:pt x="73" y="99"/>
                </a:moveTo>
                <a:lnTo>
                  <a:pt x="97" y="74"/>
                </a:lnTo>
                <a:lnTo>
                  <a:pt x="185" y="160"/>
                </a:lnTo>
                <a:lnTo>
                  <a:pt x="160" y="185"/>
                </a:lnTo>
                <a:lnTo>
                  <a:pt x="73" y="99"/>
                </a:lnTo>
                <a:close/>
                <a:moveTo>
                  <a:pt x="920" y="796"/>
                </a:moveTo>
                <a:lnTo>
                  <a:pt x="734" y="609"/>
                </a:lnTo>
                <a:lnTo>
                  <a:pt x="758" y="585"/>
                </a:lnTo>
                <a:lnTo>
                  <a:pt x="734" y="560"/>
                </a:lnTo>
                <a:lnTo>
                  <a:pt x="659" y="634"/>
                </a:lnTo>
                <a:lnTo>
                  <a:pt x="534" y="510"/>
                </a:lnTo>
                <a:lnTo>
                  <a:pt x="684" y="360"/>
                </a:lnTo>
                <a:lnTo>
                  <a:pt x="699" y="364"/>
                </a:lnTo>
                <a:lnTo>
                  <a:pt x="714" y="368"/>
                </a:lnTo>
                <a:lnTo>
                  <a:pt x="730" y="370"/>
                </a:lnTo>
                <a:lnTo>
                  <a:pt x="747" y="371"/>
                </a:lnTo>
                <a:lnTo>
                  <a:pt x="765" y="370"/>
                </a:lnTo>
                <a:lnTo>
                  <a:pt x="782" y="366"/>
                </a:lnTo>
                <a:lnTo>
                  <a:pt x="801" y="362"/>
                </a:lnTo>
                <a:lnTo>
                  <a:pt x="817" y="357"/>
                </a:lnTo>
                <a:lnTo>
                  <a:pt x="833" y="349"/>
                </a:lnTo>
                <a:lnTo>
                  <a:pt x="849" y="339"/>
                </a:lnTo>
                <a:lnTo>
                  <a:pt x="863" y="329"/>
                </a:lnTo>
                <a:lnTo>
                  <a:pt x="877" y="317"/>
                </a:lnTo>
                <a:lnTo>
                  <a:pt x="887" y="306"/>
                </a:lnTo>
                <a:lnTo>
                  <a:pt x="896" y="295"/>
                </a:lnTo>
                <a:lnTo>
                  <a:pt x="903" y="283"/>
                </a:lnTo>
                <a:lnTo>
                  <a:pt x="910" y="271"/>
                </a:lnTo>
                <a:lnTo>
                  <a:pt x="916" y="260"/>
                </a:lnTo>
                <a:lnTo>
                  <a:pt x="922" y="247"/>
                </a:lnTo>
                <a:lnTo>
                  <a:pt x="925" y="234"/>
                </a:lnTo>
                <a:lnTo>
                  <a:pt x="928" y="221"/>
                </a:lnTo>
                <a:lnTo>
                  <a:pt x="930" y="207"/>
                </a:lnTo>
                <a:lnTo>
                  <a:pt x="931" y="194"/>
                </a:lnTo>
                <a:lnTo>
                  <a:pt x="931" y="180"/>
                </a:lnTo>
                <a:lnTo>
                  <a:pt x="930" y="166"/>
                </a:lnTo>
                <a:lnTo>
                  <a:pt x="928" y="153"/>
                </a:lnTo>
                <a:lnTo>
                  <a:pt x="925" y="139"/>
                </a:lnTo>
                <a:lnTo>
                  <a:pt x="922" y="126"/>
                </a:lnTo>
                <a:lnTo>
                  <a:pt x="916" y="113"/>
                </a:lnTo>
                <a:lnTo>
                  <a:pt x="905" y="88"/>
                </a:lnTo>
                <a:lnTo>
                  <a:pt x="825" y="169"/>
                </a:lnTo>
                <a:lnTo>
                  <a:pt x="761" y="170"/>
                </a:lnTo>
                <a:lnTo>
                  <a:pt x="762" y="108"/>
                </a:lnTo>
                <a:lnTo>
                  <a:pt x="844" y="26"/>
                </a:lnTo>
                <a:lnTo>
                  <a:pt x="820" y="15"/>
                </a:lnTo>
                <a:lnTo>
                  <a:pt x="802" y="9"/>
                </a:lnTo>
                <a:lnTo>
                  <a:pt x="783" y="5"/>
                </a:lnTo>
                <a:lnTo>
                  <a:pt x="765" y="1"/>
                </a:lnTo>
                <a:lnTo>
                  <a:pt x="745" y="0"/>
                </a:lnTo>
                <a:lnTo>
                  <a:pt x="727" y="1"/>
                </a:lnTo>
                <a:lnTo>
                  <a:pt x="710" y="4"/>
                </a:lnTo>
                <a:lnTo>
                  <a:pt x="691" y="8"/>
                </a:lnTo>
                <a:lnTo>
                  <a:pt x="675" y="14"/>
                </a:lnTo>
                <a:lnTo>
                  <a:pt x="659" y="22"/>
                </a:lnTo>
                <a:lnTo>
                  <a:pt x="643" y="32"/>
                </a:lnTo>
                <a:lnTo>
                  <a:pt x="629" y="42"/>
                </a:lnTo>
                <a:lnTo>
                  <a:pt x="615" y="54"/>
                </a:lnTo>
                <a:lnTo>
                  <a:pt x="606" y="64"/>
                </a:lnTo>
                <a:lnTo>
                  <a:pt x="597" y="75"/>
                </a:lnTo>
                <a:lnTo>
                  <a:pt x="590" y="86"/>
                </a:lnTo>
                <a:lnTo>
                  <a:pt x="583" y="96"/>
                </a:lnTo>
                <a:lnTo>
                  <a:pt x="577" y="108"/>
                </a:lnTo>
                <a:lnTo>
                  <a:pt x="573" y="120"/>
                </a:lnTo>
                <a:lnTo>
                  <a:pt x="568" y="132"/>
                </a:lnTo>
                <a:lnTo>
                  <a:pt x="565" y="145"/>
                </a:lnTo>
                <a:lnTo>
                  <a:pt x="563" y="158"/>
                </a:lnTo>
                <a:lnTo>
                  <a:pt x="562" y="170"/>
                </a:lnTo>
                <a:lnTo>
                  <a:pt x="561" y="183"/>
                </a:lnTo>
                <a:lnTo>
                  <a:pt x="561" y="196"/>
                </a:lnTo>
                <a:lnTo>
                  <a:pt x="562" y="209"/>
                </a:lnTo>
                <a:lnTo>
                  <a:pt x="565" y="222"/>
                </a:lnTo>
                <a:lnTo>
                  <a:pt x="567" y="235"/>
                </a:lnTo>
                <a:lnTo>
                  <a:pt x="572" y="248"/>
                </a:lnTo>
                <a:lnTo>
                  <a:pt x="421" y="398"/>
                </a:lnTo>
                <a:lnTo>
                  <a:pt x="210" y="185"/>
                </a:lnTo>
                <a:lnTo>
                  <a:pt x="235" y="160"/>
                </a:lnTo>
                <a:lnTo>
                  <a:pt x="97" y="23"/>
                </a:lnTo>
                <a:lnTo>
                  <a:pt x="23" y="99"/>
                </a:lnTo>
                <a:lnTo>
                  <a:pt x="160" y="236"/>
                </a:lnTo>
                <a:lnTo>
                  <a:pt x="185" y="211"/>
                </a:lnTo>
                <a:lnTo>
                  <a:pt x="397" y="423"/>
                </a:lnTo>
                <a:lnTo>
                  <a:pt x="248" y="573"/>
                </a:lnTo>
                <a:lnTo>
                  <a:pt x="232" y="567"/>
                </a:lnTo>
                <a:lnTo>
                  <a:pt x="216" y="564"/>
                </a:lnTo>
                <a:lnTo>
                  <a:pt x="201" y="562"/>
                </a:lnTo>
                <a:lnTo>
                  <a:pt x="185" y="562"/>
                </a:lnTo>
                <a:lnTo>
                  <a:pt x="167" y="562"/>
                </a:lnTo>
                <a:lnTo>
                  <a:pt x="148" y="565"/>
                </a:lnTo>
                <a:lnTo>
                  <a:pt x="131" y="570"/>
                </a:lnTo>
                <a:lnTo>
                  <a:pt x="114" y="575"/>
                </a:lnTo>
                <a:lnTo>
                  <a:pt x="97" y="584"/>
                </a:lnTo>
                <a:lnTo>
                  <a:pt x="82" y="592"/>
                </a:lnTo>
                <a:lnTo>
                  <a:pt x="67" y="603"/>
                </a:lnTo>
                <a:lnTo>
                  <a:pt x="54" y="616"/>
                </a:lnTo>
                <a:lnTo>
                  <a:pt x="44" y="626"/>
                </a:lnTo>
                <a:lnTo>
                  <a:pt x="36" y="636"/>
                </a:lnTo>
                <a:lnTo>
                  <a:pt x="27" y="648"/>
                </a:lnTo>
                <a:lnTo>
                  <a:pt x="21" y="660"/>
                </a:lnTo>
                <a:lnTo>
                  <a:pt x="15" y="673"/>
                </a:lnTo>
                <a:lnTo>
                  <a:pt x="10" y="685"/>
                </a:lnTo>
                <a:lnTo>
                  <a:pt x="6" y="698"/>
                </a:lnTo>
                <a:lnTo>
                  <a:pt x="2" y="712"/>
                </a:lnTo>
                <a:lnTo>
                  <a:pt x="1" y="725"/>
                </a:lnTo>
                <a:lnTo>
                  <a:pt x="0" y="739"/>
                </a:lnTo>
                <a:lnTo>
                  <a:pt x="0" y="752"/>
                </a:lnTo>
                <a:lnTo>
                  <a:pt x="0" y="766"/>
                </a:lnTo>
                <a:lnTo>
                  <a:pt x="2" y="780"/>
                </a:lnTo>
                <a:lnTo>
                  <a:pt x="6" y="793"/>
                </a:lnTo>
                <a:lnTo>
                  <a:pt x="10" y="807"/>
                </a:lnTo>
                <a:lnTo>
                  <a:pt x="15" y="820"/>
                </a:lnTo>
                <a:lnTo>
                  <a:pt x="25" y="844"/>
                </a:lnTo>
                <a:lnTo>
                  <a:pt x="107" y="762"/>
                </a:lnTo>
                <a:lnTo>
                  <a:pt x="169" y="761"/>
                </a:lnTo>
                <a:lnTo>
                  <a:pt x="168" y="825"/>
                </a:lnTo>
                <a:lnTo>
                  <a:pt x="88" y="906"/>
                </a:lnTo>
                <a:lnTo>
                  <a:pt x="111" y="916"/>
                </a:lnTo>
                <a:lnTo>
                  <a:pt x="130" y="923"/>
                </a:lnTo>
                <a:lnTo>
                  <a:pt x="147" y="928"/>
                </a:lnTo>
                <a:lnTo>
                  <a:pt x="167" y="930"/>
                </a:lnTo>
                <a:lnTo>
                  <a:pt x="185" y="931"/>
                </a:lnTo>
                <a:lnTo>
                  <a:pt x="203" y="930"/>
                </a:lnTo>
                <a:lnTo>
                  <a:pt x="222" y="928"/>
                </a:lnTo>
                <a:lnTo>
                  <a:pt x="239" y="924"/>
                </a:lnTo>
                <a:lnTo>
                  <a:pt x="256" y="917"/>
                </a:lnTo>
                <a:lnTo>
                  <a:pt x="272" y="910"/>
                </a:lnTo>
                <a:lnTo>
                  <a:pt x="287" y="901"/>
                </a:lnTo>
                <a:lnTo>
                  <a:pt x="303" y="890"/>
                </a:lnTo>
                <a:lnTo>
                  <a:pt x="316" y="877"/>
                </a:lnTo>
                <a:lnTo>
                  <a:pt x="325" y="868"/>
                </a:lnTo>
                <a:lnTo>
                  <a:pt x="333" y="857"/>
                </a:lnTo>
                <a:lnTo>
                  <a:pt x="340" y="846"/>
                </a:lnTo>
                <a:lnTo>
                  <a:pt x="348" y="835"/>
                </a:lnTo>
                <a:lnTo>
                  <a:pt x="353" y="823"/>
                </a:lnTo>
                <a:lnTo>
                  <a:pt x="359" y="811"/>
                </a:lnTo>
                <a:lnTo>
                  <a:pt x="362" y="800"/>
                </a:lnTo>
                <a:lnTo>
                  <a:pt x="365" y="787"/>
                </a:lnTo>
                <a:lnTo>
                  <a:pt x="368" y="775"/>
                </a:lnTo>
                <a:lnTo>
                  <a:pt x="370" y="762"/>
                </a:lnTo>
                <a:lnTo>
                  <a:pt x="371" y="749"/>
                </a:lnTo>
                <a:lnTo>
                  <a:pt x="370" y="736"/>
                </a:lnTo>
                <a:lnTo>
                  <a:pt x="368" y="723"/>
                </a:lnTo>
                <a:lnTo>
                  <a:pt x="366" y="710"/>
                </a:lnTo>
                <a:lnTo>
                  <a:pt x="363" y="697"/>
                </a:lnTo>
                <a:lnTo>
                  <a:pt x="359" y="685"/>
                </a:lnTo>
                <a:lnTo>
                  <a:pt x="509" y="535"/>
                </a:lnTo>
                <a:lnTo>
                  <a:pt x="634" y="659"/>
                </a:lnTo>
                <a:lnTo>
                  <a:pt x="559" y="734"/>
                </a:lnTo>
                <a:lnTo>
                  <a:pt x="585" y="760"/>
                </a:lnTo>
                <a:lnTo>
                  <a:pt x="609" y="734"/>
                </a:lnTo>
                <a:lnTo>
                  <a:pt x="796" y="922"/>
                </a:lnTo>
                <a:lnTo>
                  <a:pt x="803" y="927"/>
                </a:lnTo>
                <a:lnTo>
                  <a:pt x="809" y="932"/>
                </a:lnTo>
                <a:lnTo>
                  <a:pt x="817" y="937"/>
                </a:lnTo>
                <a:lnTo>
                  <a:pt x="824" y="940"/>
                </a:lnTo>
                <a:lnTo>
                  <a:pt x="833" y="943"/>
                </a:lnTo>
                <a:lnTo>
                  <a:pt x="841" y="945"/>
                </a:lnTo>
                <a:lnTo>
                  <a:pt x="849" y="946"/>
                </a:lnTo>
                <a:lnTo>
                  <a:pt x="859" y="948"/>
                </a:lnTo>
                <a:lnTo>
                  <a:pt x="868" y="946"/>
                </a:lnTo>
                <a:lnTo>
                  <a:pt x="876" y="945"/>
                </a:lnTo>
                <a:lnTo>
                  <a:pt x="884" y="943"/>
                </a:lnTo>
                <a:lnTo>
                  <a:pt x="892" y="940"/>
                </a:lnTo>
                <a:lnTo>
                  <a:pt x="900" y="937"/>
                </a:lnTo>
                <a:lnTo>
                  <a:pt x="907" y="932"/>
                </a:lnTo>
                <a:lnTo>
                  <a:pt x="914" y="927"/>
                </a:lnTo>
                <a:lnTo>
                  <a:pt x="920" y="922"/>
                </a:lnTo>
                <a:lnTo>
                  <a:pt x="927" y="914"/>
                </a:lnTo>
                <a:lnTo>
                  <a:pt x="932" y="908"/>
                </a:lnTo>
                <a:lnTo>
                  <a:pt x="937" y="900"/>
                </a:lnTo>
                <a:lnTo>
                  <a:pt x="940" y="892"/>
                </a:lnTo>
                <a:lnTo>
                  <a:pt x="943" y="884"/>
                </a:lnTo>
                <a:lnTo>
                  <a:pt x="945" y="875"/>
                </a:lnTo>
                <a:lnTo>
                  <a:pt x="946" y="868"/>
                </a:lnTo>
                <a:lnTo>
                  <a:pt x="946" y="859"/>
                </a:lnTo>
                <a:lnTo>
                  <a:pt x="946" y="850"/>
                </a:lnTo>
                <a:lnTo>
                  <a:pt x="945" y="842"/>
                </a:lnTo>
                <a:lnTo>
                  <a:pt x="943" y="834"/>
                </a:lnTo>
                <a:lnTo>
                  <a:pt x="940" y="825"/>
                </a:lnTo>
                <a:lnTo>
                  <a:pt x="937" y="818"/>
                </a:lnTo>
                <a:lnTo>
                  <a:pt x="932" y="810"/>
                </a:lnTo>
                <a:lnTo>
                  <a:pt x="927" y="803"/>
                </a:lnTo>
                <a:lnTo>
                  <a:pt x="920" y="796"/>
                </a:lnTo>
                <a:close/>
              </a:path>
            </a:pathLst>
          </a:custGeom>
          <a:blipFill>
            <a:blip r:embed="R6b3fff8253824f1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grpSp>
        <p:nvGrpSpPr>
          <p:cNvPr id="20" name="Group 36">
            <a:extLst>
              <a:ext uri="{FF2B5EF4-FFF2-40B4-BE49-F238E27FC236}">
                <a16:creationId xmlns:a16="http://schemas.microsoft.com/office/drawing/2014/main" id="{91928011-78F7-1B8F-0D40-F876E848C25E}"/>
              </a:ext>
            </a:extLst>
          </p:cNvPr>
          <p:cNvGrpSpPr/>
          <p:nvPr/>
        </p:nvGrpSpPr>
        <p:grpSpPr>
          <a:xfrm>
            <a:off x="9428027" y="2094751"/>
            <a:ext cx="505461" cy="382282"/>
            <a:chOff x="10031413" y="1724025"/>
            <a:chExt cx="377825" cy="285750"/>
          </a:xfrm>
          <a:blipFill>
            <a:blip r:embed="R4a1ba2d18db74633"/>
            <a:stretch>
              <a:fillRect l="-11721" r="-11651"/>
            </a:stretch>
          </a:blipFill>
        </p:grpSpPr>
        <p:sp>
          <p:nvSpPr>
            <p:cNvPr id="11" name="Freeform 261">
              <a:extLst>
                <a:ext uri="{FF2B5EF4-FFF2-40B4-BE49-F238E27FC236}">
                  <a16:creationId xmlns:a16="http://schemas.microsoft.com/office/drawing/2014/main" id="{E8FCF5A4-7AA3-92C7-BB78-C848B53961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63175" y="1898650"/>
              <a:ext cx="112713" cy="111125"/>
            </a:xfrm>
            <a:custGeom>
              <a:avLst/>
              <a:gdLst>
                <a:gd name="T0" fmla="*/ 120 w 282"/>
                <a:gd name="T1" fmla="*/ 244 h 281"/>
                <a:gd name="T2" fmla="*/ 91 w 282"/>
                <a:gd name="T3" fmla="*/ 234 h 281"/>
                <a:gd name="T4" fmla="*/ 67 w 282"/>
                <a:gd name="T5" fmla="*/ 216 h 281"/>
                <a:gd name="T6" fmla="*/ 48 w 282"/>
                <a:gd name="T7" fmla="*/ 191 h 281"/>
                <a:gd name="T8" fmla="*/ 38 w 282"/>
                <a:gd name="T9" fmla="*/ 162 h 281"/>
                <a:gd name="T10" fmla="*/ 35 w 282"/>
                <a:gd name="T11" fmla="*/ 129 h 281"/>
                <a:gd name="T12" fmla="*/ 44 w 282"/>
                <a:gd name="T13" fmla="*/ 99 h 281"/>
                <a:gd name="T14" fmla="*/ 59 w 282"/>
                <a:gd name="T15" fmla="*/ 73 h 281"/>
                <a:gd name="T16" fmla="*/ 82 w 282"/>
                <a:gd name="T17" fmla="*/ 53 h 281"/>
                <a:gd name="T18" fmla="*/ 110 w 282"/>
                <a:gd name="T19" fmla="*/ 40 h 281"/>
                <a:gd name="T20" fmla="*/ 141 w 282"/>
                <a:gd name="T21" fmla="*/ 34 h 281"/>
                <a:gd name="T22" fmla="*/ 173 w 282"/>
                <a:gd name="T23" fmla="*/ 40 h 281"/>
                <a:gd name="T24" fmla="*/ 201 w 282"/>
                <a:gd name="T25" fmla="*/ 53 h 281"/>
                <a:gd name="T26" fmla="*/ 222 w 282"/>
                <a:gd name="T27" fmla="*/ 73 h 281"/>
                <a:gd name="T28" fmla="*/ 239 w 282"/>
                <a:gd name="T29" fmla="*/ 99 h 281"/>
                <a:gd name="T30" fmla="*/ 246 w 282"/>
                <a:gd name="T31" fmla="*/ 129 h 281"/>
                <a:gd name="T32" fmla="*/ 245 w 282"/>
                <a:gd name="T33" fmla="*/ 162 h 281"/>
                <a:gd name="T34" fmla="*/ 234 w 282"/>
                <a:gd name="T35" fmla="*/ 191 h 281"/>
                <a:gd name="T36" fmla="*/ 216 w 282"/>
                <a:gd name="T37" fmla="*/ 216 h 281"/>
                <a:gd name="T38" fmla="*/ 191 w 282"/>
                <a:gd name="T39" fmla="*/ 234 h 281"/>
                <a:gd name="T40" fmla="*/ 163 w 282"/>
                <a:gd name="T41" fmla="*/ 244 h 281"/>
                <a:gd name="T42" fmla="*/ 141 w 282"/>
                <a:gd name="T43" fmla="*/ 0 h 281"/>
                <a:gd name="T44" fmla="*/ 99 w 282"/>
                <a:gd name="T45" fmla="*/ 6 h 281"/>
                <a:gd name="T46" fmla="*/ 62 w 282"/>
                <a:gd name="T47" fmla="*/ 23 h 281"/>
                <a:gd name="T48" fmla="*/ 32 w 282"/>
                <a:gd name="T49" fmla="*/ 50 h 281"/>
                <a:gd name="T50" fmla="*/ 11 w 282"/>
                <a:gd name="T51" fmla="*/ 86 h 281"/>
                <a:gd name="T52" fmla="*/ 1 w 282"/>
                <a:gd name="T53" fmla="*/ 126 h 281"/>
                <a:gd name="T54" fmla="*/ 3 w 282"/>
                <a:gd name="T55" fmla="*/ 169 h 281"/>
                <a:gd name="T56" fmla="*/ 17 w 282"/>
                <a:gd name="T57" fmla="*/ 208 h 281"/>
                <a:gd name="T58" fmla="*/ 41 w 282"/>
                <a:gd name="T59" fmla="*/ 240 h 281"/>
                <a:gd name="T60" fmla="*/ 74 w 282"/>
                <a:gd name="T61" fmla="*/ 264 h 281"/>
                <a:gd name="T62" fmla="*/ 113 w 282"/>
                <a:gd name="T63" fmla="*/ 278 h 281"/>
                <a:gd name="T64" fmla="*/ 155 w 282"/>
                <a:gd name="T65" fmla="*/ 280 h 281"/>
                <a:gd name="T66" fmla="*/ 196 w 282"/>
                <a:gd name="T67" fmla="*/ 271 h 281"/>
                <a:gd name="T68" fmla="*/ 231 w 282"/>
                <a:gd name="T69" fmla="*/ 249 h 281"/>
                <a:gd name="T70" fmla="*/ 258 w 282"/>
                <a:gd name="T71" fmla="*/ 219 h 281"/>
                <a:gd name="T72" fmla="*/ 276 w 282"/>
                <a:gd name="T73" fmla="*/ 182 h 281"/>
                <a:gd name="T74" fmla="*/ 282 w 282"/>
                <a:gd name="T75" fmla="*/ 140 h 281"/>
                <a:gd name="T76" fmla="*/ 276 w 282"/>
                <a:gd name="T77" fmla="*/ 99 h 281"/>
                <a:gd name="T78" fmla="*/ 258 w 282"/>
                <a:gd name="T79" fmla="*/ 61 h 281"/>
                <a:gd name="T80" fmla="*/ 231 w 282"/>
                <a:gd name="T81" fmla="*/ 32 h 281"/>
                <a:gd name="T82" fmla="*/ 196 w 282"/>
                <a:gd name="T83" fmla="*/ 10 h 281"/>
                <a:gd name="T84" fmla="*/ 155 w 282"/>
                <a:gd name="T85" fmla="*/ 1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82" h="281">
                  <a:moveTo>
                    <a:pt x="141" y="246"/>
                  </a:moveTo>
                  <a:lnTo>
                    <a:pt x="131" y="246"/>
                  </a:lnTo>
                  <a:lnTo>
                    <a:pt x="120" y="244"/>
                  </a:lnTo>
                  <a:lnTo>
                    <a:pt x="110" y="242"/>
                  </a:lnTo>
                  <a:lnTo>
                    <a:pt x="100" y="238"/>
                  </a:lnTo>
                  <a:lnTo>
                    <a:pt x="91" y="234"/>
                  </a:lnTo>
                  <a:lnTo>
                    <a:pt x="82" y="229"/>
                  </a:lnTo>
                  <a:lnTo>
                    <a:pt x="74" y="222"/>
                  </a:lnTo>
                  <a:lnTo>
                    <a:pt x="67" y="216"/>
                  </a:lnTo>
                  <a:lnTo>
                    <a:pt x="59" y="208"/>
                  </a:lnTo>
                  <a:lnTo>
                    <a:pt x="54" y="199"/>
                  </a:lnTo>
                  <a:lnTo>
                    <a:pt x="48" y="191"/>
                  </a:lnTo>
                  <a:lnTo>
                    <a:pt x="44" y="182"/>
                  </a:lnTo>
                  <a:lnTo>
                    <a:pt x="40" y="172"/>
                  </a:lnTo>
                  <a:lnTo>
                    <a:pt x="38" y="162"/>
                  </a:lnTo>
                  <a:lnTo>
                    <a:pt x="35" y="151"/>
                  </a:lnTo>
                  <a:lnTo>
                    <a:pt x="35" y="140"/>
                  </a:lnTo>
                  <a:lnTo>
                    <a:pt x="35" y="129"/>
                  </a:lnTo>
                  <a:lnTo>
                    <a:pt x="38" y="119"/>
                  </a:lnTo>
                  <a:lnTo>
                    <a:pt x="40" y="109"/>
                  </a:lnTo>
                  <a:lnTo>
                    <a:pt x="44" y="99"/>
                  </a:lnTo>
                  <a:lnTo>
                    <a:pt x="48" y="90"/>
                  </a:lnTo>
                  <a:lnTo>
                    <a:pt x="54" y="82"/>
                  </a:lnTo>
                  <a:lnTo>
                    <a:pt x="59" y="73"/>
                  </a:lnTo>
                  <a:lnTo>
                    <a:pt x="67" y="65"/>
                  </a:lnTo>
                  <a:lnTo>
                    <a:pt x="74" y="59"/>
                  </a:lnTo>
                  <a:lnTo>
                    <a:pt x="82" y="53"/>
                  </a:lnTo>
                  <a:lnTo>
                    <a:pt x="91" y="47"/>
                  </a:lnTo>
                  <a:lnTo>
                    <a:pt x="100" y="43"/>
                  </a:lnTo>
                  <a:lnTo>
                    <a:pt x="110" y="40"/>
                  </a:lnTo>
                  <a:lnTo>
                    <a:pt x="120" y="36"/>
                  </a:lnTo>
                  <a:lnTo>
                    <a:pt x="131" y="35"/>
                  </a:lnTo>
                  <a:lnTo>
                    <a:pt x="141" y="34"/>
                  </a:lnTo>
                  <a:lnTo>
                    <a:pt x="152" y="35"/>
                  </a:lnTo>
                  <a:lnTo>
                    <a:pt x="163" y="36"/>
                  </a:lnTo>
                  <a:lnTo>
                    <a:pt x="173" y="40"/>
                  </a:lnTo>
                  <a:lnTo>
                    <a:pt x="182" y="43"/>
                  </a:lnTo>
                  <a:lnTo>
                    <a:pt x="191" y="47"/>
                  </a:lnTo>
                  <a:lnTo>
                    <a:pt x="201" y="53"/>
                  </a:lnTo>
                  <a:lnTo>
                    <a:pt x="208" y="59"/>
                  </a:lnTo>
                  <a:lnTo>
                    <a:pt x="216" y="65"/>
                  </a:lnTo>
                  <a:lnTo>
                    <a:pt x="222" y="73"/>
                  </a:lnTo>
                  <a:lnTo>
                    <a:pt x="229" y="82"/>
                  </a:lnTo>
                  <a:lnTo>
                    <a:pt x="234" y="90"/>
                  </a:lnTo>
                  <a:lnTo>
                    <a:pt x="239" y="99"/>
                  </a:lnTo>
                  <a:lnTo>
                    <a:pt x="242" y="109"/>
                  </a:lnTo>
                  <a:lnTo>
                    <a:pt x="245" y="119"/>
                  </a:lnTo>
                  <a:lnTo>
                    <a:pt x="246" y="129"/>
                  </a:lnTo>
                  <a:lnTo>
                    <a:pt x="247" y="140"/>
                  </a:lnTo>
                  <a:lnTo>
                    <a:pt x="246" y="151"/>
                  </a:lnTo>
                  <a:lnTo>
                    <a:pt x="245" y="162"/>
                  </a:lnTo>
                  <a:lnTo>
                    <a:pt x="242" y="172"/>
                  </a:lnTo>
                  <a:lnTo>
                    <a:pt x="239" y="182"/>
                  </a:lnTo>
                  <a:lnTo>
                    <a:pt x="234" y="191"/>
                  </a:lnTo>
                  <a:lnTo>
                    <a:pt x="229" y="199"/>
                  </a:lnTo>
                  <a:lnTo>
                    <a:pt x="222" y="208"/>
                  </a:lnTo>
                  <a:lnTo>
                    <a:pt x="216" y="216"/>
                  </a:lnTo>
                  <a:lnTo>
                    <a:pt x="208" y="222"/>
                  </a:lnTo>
                  <a:lnTo>
                    <a:pt x="201" y="229"/>
                  </a:lnTo>
                  <a:lnTo>
                    <a:pt x="191" y="234"/>
                  </a:lnTo>
                  <a:lnTo>
                    <a:pt x="182" y="238"/>
                  </a:lnTo>
                  <a:lnTo>
                    <a:pt x="173" y="242"/>
                  </a:lnTo>
                  <a:lnTo>
                    <a:pt x="163" y="244"/>
                  </a:lnTo>
                  <a:lnTo>
                    <a:pt x="152" y="246"/>
                  </a:lnTo>
                  <a:lnTo>
                    <a:pt x="141" y="246"/>
                  </a:lnTo>
                  <a:close/>
                  <a:moveTo>
                    <a:pt x="141" y="0"/>
                  </a:moveTo>
                  <a:lnTo>
                    <a:pt x="126" y="1"/>
                  </a:lnTo>
                  <a:lnTo>
                    <a:pt x="113" y="2"/>
                  </a:lnTo>
                  <a:lnTo>
                    <a:pt x="99" y="6"/>
                  </a:lnTo>
                  <a:lnTo>
                    <a:pt x="86" y="10"/>
                  </a:lnTo>
                  <a:lnTo>
                    <a:pt x="74" y="17"/>
                  </a:lnTo>
                  <a:lnTo>
                    <a:pt x="62" y="23"/>
                  </a:lnTo>
                  <a:lnTo>
                    <a:pt x="52" y="32"/>
                  </a:lnTo>
                  <a:lnTo>
                    <a:pt x="41" y="41"/>
                  </a:lnTo>
                  <a:lnTo>
                    <a:pt x="32" y="50"/>
                  </a:lnTo>
                  <a:lnTo>
                    <a:pt x="25" y="61"/>
                  </a:lnTo>
                  <a:lnTo>
                    <a:pt x="17" y="73"/>
                  </a:lnTo>
                  <a:lnTo>
                    <a:pt x="11" y="86"/>
                  </a:lnTo>
                  <a:lnTo>
                    <a:pt x="6" y="99"/>
                  </a:lnTo>
                  <a:lnTo>
                    <a:pt x="3" y="112"/>
                  </a:lnTo>
                  <a:lnTo>
                    <a:pt x="1" y="126"/>
                  </a:lnTo>
                  <a:lnTo>
                    <a:pt x="0" y="140"/>
                  </a:lnTo>
                  <a:lnTo>
                    <a:pt x="1" y="155"/>
                  </a:lnTo>
                  <a:lnTo>
                    <a:pt x="3" y="169"/>
                  </a:lnTo>
                  <a:lnTo>
                    <a:pt x="6" y="182"/>
                  </a:lnTo>
                  <a:lnTo>
                    <a:pt x="11" y="195"/>
                  </a:lnTo>
                  <a:lnTo>
                    <a:pt x="17" y="208"/>
                  </a:lnTo>
                  <a:lnTo>
                    <a:pt x="25" y="219"/>
                  </a:lnTo>
                  <a:lnTo>
                    <a:pt x="32" y="230"/>
                  </a:lnTo>
                  <a:lnTo>
                    <a:pt x="41" y="240"/>
                  </a:lnTo>
                  <a:lnTo>
                    <a:pt x="52" y="249"/>
                  </a:lnTo>
                  <a:lnTo>
                    <a:pt x="62" y="258"/>
                  </a:lnTo>
                  <a:lnTo>
                    <a:pt x="74" y="264"/>
                  </a:lnTo>
                  <a:lnTo>
                    <a:pt x="86" y="271"/>
                  </a:lnTo>
                  <a:lnTo>
                    <a:pt x="99" y="275"/>
                  </a:lnTo>
                  <a:lnTo>
                    <a:pt x="113" y="278"/>
                  </a:lnTo>
                  <a:lnTo>
                    <a:pt x="126" y="280"/>
                  </a:lnTo>
                  <a:lnTo>
                    <a:pt x="141" y="281"/>
                  </a:lnTo>
                  <a:lnTo>
                    <a:pt x="155" y="280"/>
                  </a:lnTo>
                  <a:lnTo>
                    <a:pt x="169" y="278"/>
                  </a:lnTo>
                  <a:lnTo>
                    <a:pt x="183" y="275"/>
                  </a:lnTo>
                  <a:lnTo>
                    <a:pt x="196" y="271"/>
                  </a:lnTo>
                  <a:lnTo>
                    <a:pt x="208" y="264"/>
                  </a:lnTo>
                  <a:lnTo>
                    <a:pt x="220" y="258"/>
                  </a:lnTo>
                  <a:lnTo>
                    <a:pt x="231" y="249"/>
                  </a:lnTo>
                  <a:lnTo>
                    <a:pt x="241" y="240"/>
                  </a:lnTo>
                  <a:lnTo>
                    <a:pt x="250" y="231"/>
                  </a:lnTo>
                  <a:lnTo>
                    <a:pt x="258" y="219"/>
                  </a:lnTo>
                  <a:lnTo>
                    <a:pt x="266" y="208"/>
                  </a:lnTo>
                  <a:lnTo>
                    <a:pt x="271" y="195"/>
                  </a:lnTo>
                  <a:lnTo>
                    <a:pt x="276" y="182"/>
                  </a:lnTo>
                  <a:lnTo>
                    <a:pt x="280" y="169"/>
                  </a:lnTo>
                  <a:lnTo>
                    <a:pt x="282" y="155"/>
                  </a:lnTo>
                  <a:lnTo>
                    <a:pt x="282" y="140"/>
                  </a:lnTo>
                  <a:lnTo>
                    <a:pt x="282" y="126"/>
                  </a:lnTo>
                  <a:lnTo>
                    <a:pt x="280" y="112"/>
                  </a:lnTo>
                  <a:lnTo>
                    <a:pt x="276" y="99"/>
                  </a:lnTo>
                  <a:lnTo>
                    <a:pt x="271" y="86"/>
                  </a:lnTo>
                  <a:lnTo>
                    <a:pt x="266" y="73"/>
                  </a:lnTo>
                  <a:lnTo>
                    <a:pt x="258" y="61"/>
                  </a:lnTo>
                  <a:lnTo>
                    <a:pt x="250" y="50"/>
                  </a:lnTo>
                  <a:lnTo>
                    <a:pt x="241" y="41"/>
                  </a:lnTo>
                  <a:lnTo>
                    <a:pt x="231" y="32"/>
                  </a:lnTo>
                  <a:lnTo>
                    <a:pt x="220" y="23"/>
                  </a:lnTo>
                  <a:lnTo>
                    <a:pt x="208" y="17"/>
                  </a:lnTo>
                  <a:lnTo>
                    <a:pt x="196" y="10"/>
                  </a:lnTo>
                  <a:lnTo>
                    <a:pt x="183" y="6"/>
                  </a:lnTo>
                  <a:lnTo>
                    <a:pt x="169" y="2"/>
                  </a:lnTo>
                  <a:lnTo>
                    <a:pt x="155" y="1"/>
                  </a:lnTo>
                  <a:lnTo>
                    <a:pt x="14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  <p:sp>
          <p:nvSpPr>
            <p:cNvPr id="12" name="Freeform 262">
              <a:extLst>
                <a:ext uri="{FF2B5EF4-FFF2-40B4-BE49-F238E27FC236}">
                  <a16:creationId xmlns:a16="http://schemas.microsoft.com/office/drawing/2014/main" id="{4957162E-43A9-B5B5-205E-84140F631239}"/>
                </a:ext>
              </a:extLst>
            </p:cNvPr>
            <p:cNvSpPr/>
            <p:nvPr/>
          </p:nvSpPr>
          <p:spPr bwMode="auto">
            <a:xfrm>
              <a:off x="10112375" y="1835150"/>
              <a:ext cx="214313" cy="77788"/>
            </a:xfrm>
            <a:custGeom>
              <a:avLst/>
              <a:gdLst>
                <a:gd name="T0" fmla="*/ 248 w 540"/>
                <a:gd name="T1" fmla="*/ 1 h 196"/>
                <a:gd name="T2" fmla="*/ 206 w 540"/>
                <a:gd name="T3" fmla="*/ 6 h 196"/>
                <a:gd name="T4" fmla="*/ 164 w 540"/>
                <a:gd name="T5" fmla="*/ 19 h 196"/>
                <a:gd name="T6" fmla="*/ 127 w 540"/>
                <a:gd name="T7" fmla="*/ 37 h 196"/>
                <a:gd name="T8" fmla="*/ 91 w 540"/>
                <a:gd name="T9" fmla="*/ 59 h 196"/>
                <a:gd name="T10" fmla="*/ 60 w 540"/>
                <a:gd name="T11" fmla="*/ 86 h 196"/>
                <a:gd name="T12" fmla="*/ 33 w 540"/>
                <a:gd name="T13" fmla="*/ 118 h 196"/>
                <a:gd name="T14" fmla="*/ 10 w 540"/>
                <a:gd name="T15" fmla="*/ 152 h 196"/>
                <a:gd name="T16" fmla="*/ 26 w 540"/>
                <a:gd name="T17" fmla="*/ 196 h 196"/>
                <a:gd name="T18" fmla="*/ 44 w 540"/>
                <a:gd name="T19" fmla="*/ 163 h 196"/>
                <a:gd name="T20" fmla="*/ 66 w 540"/>
                <a:gd name="T21" fmla="*/ 132 h 196"/>
                <a:gd name="T22" fmla="*/ 92 w 540"/>
                <a:gd name="T23" fmla="*/ 104 h 196"/>
                <a:gd name="T24" fmla="*/ 122 w 540"/>
                <a:gd name="T25" fmla="*/ 80 h 196"/>
                <a:gd name="T26" fmla="*/ 156 w 540"/>
                <a:gd name="T27" fmla="*/ 61 h 196"/>
                <a:gd name="T28" fmla="*/ 191 w 540"/>
                <a:gd name="T29" fmla="*/ 47 h 196"/>
                <a:gd name="T30" fmla="*/ 230 w 540"/>
                <a:gd name="T31" fmla="*/ 38 h 196"/>
                <a:gd name="T32" fmla="*/ 270 w 540"/>
                <a:gd name="T33" fmla="*/ 35 h 196"/>
                <a:gd name="T34" fmla="*/ 310 w 540"/>
                <a:gd name="T35" fmla="*/ 38 h 196"/>
                <a:gd name="T36" fmla="*/ 349 w 540"/>
                <a:gd name="T37" fmla="*/ 47 h 196"/>
                <a:gd name="T38" fmla="*/ 385 w 540"/>
                <a:gd name="T39" fmla="*/ 61 h 196"/>
                <a:gd name="T40" fmla="*/ 418 w 540"/>
                <a:gd name="T41" fmla="*/ 80 h 196"/>
                <a:gd name="T42" fmla="*/ 447 w 540"/>
                <a:gd name="T43" fmla="*/ 104 h 196"/>
                <a:gd name="T44" fmla="*/ 474 w 540"/>
                <a:gd name="T45" fmla="*/ 132 h 196"/>
                <a:gd name="T46" fmla="*/ 496 w 540"/>
                <a:gd name="T47" fmla="*/ 163 h 196"/>
                <a:gd name="T48" fmla="*/ 513 w 540"/>
                <a:gd name="T49" fmla="*/ 196 h 196"/>
                <a:gd name="T50" fmla="*/ 531 w 540"/>
                <a:gd name="T51" fmla="*/ 152 h 196"/>
                <a:gd name="T52" fmla="*/ 508 w 540"/>
                <a:gd name="T53" fmla="*/ 118 h 196"/>
                <a:gd name="T54" fmla="*/ 480 w 540"/>
                <a:gd name="T55" fmla="*/ 86 h 196"/>
                <a:gd name="T56" fmla="*/ 449 w 540"/>
                <a:gd name="T57" fmla="*/ 59 h 196"/>
                <a:gd name="T58" fmla="*/ 414 w 540"/>
                <a:gd name="T59" fmla="*/ 37 h 196"/>
                <a:gd name="T60" fmla="*/ 376 w 540"/>
                <a:gd name="T61" fmla="*/ 19 h 196"/>
                <a:gd name="T62" fmla="*/ 335 w 540"/>
                <a:gd name="T63" fmla="*/ 6 h 196"/>
                <a:gd name="T64" fmla="*/ 292 w 540"/>
                <a:gd name="T65" fmla="*/ 1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40" h="196">
                  <a:moveTo>
                    <a:pt x="270" y="0"/>
                  </a:moveTo>
                  <a:lnTo>
                    <a:pt x="248" y="1"/>
                  </a:lnTo>
                  <a:lnTo>
                    <a:pt x="226" y="3"/>
                  </a:lnTo>
                  <a:lnTo>
                    <a:pt x="206" y="6"/>
                  </a:lnTo>
                  <a:lnTo>
                    <a:pt x="185" y="12"/>
                  </a:lnTo>
                  <a:lnTo>
                    <a:pt x="164" y="19"/>
                  </a:lnTo>
                  <a:lnTo>
                    <a:pt x="145" y="27"/>
                  </a:lnTo>
                  <a:lnTo>
                    <a:pt x="127" y="37"/>
                  </a:lnTo>
                  <a:lnTo>
                    <a:pt x="108" y="47"/>
                  </a:lnTo>
                  <a:lnTo>
                    <a:pt x="91" y="59"/>
                  </a:lnTo>
                  <a:lnTo>
                    <a:pt x="75" y="72"/>
                  </a:lnTo>
                  <a:lnTo>
                    <a:pt x="60" y="86"/>
                  </a:lnTo>
                  <a:lnTo>
                    <a:pt x="46" y="101"/>
                  </a:lnTo>
                  <a:lnTo>
                    <a:pt x="33" y="118"/>
                  </a:lnTo>
                  <a:lnTo>
                    <a:pt x="21" y="134"/>
                  </a:lnTo>
                  <a:lnTo>
                    <a:pt x="10" y="152"/>
                  </a:lnTo>
                  <a:lnTo>
                    <a:pt x="0" y="170"/>
                  </a:lnTo>
                  <a:lnTo>
                    <a:pt x="26" y="196"/>
                  </a:lnTo>
                  <a:lnTo>
                    <a:pt x="35" y="179"/>
                  </a:lnTo>
                  <a:lnTo>
                    <a:pt x="44" y="163"/>
                  </a:lnTo>
                  <a:lnTo>
                    <a:pt x="54" y="147"/>
                  </a:lnTo>
                  <a:lnTo>
                    <a:pt x="66" y="132"/>
                  </a:lnTo>
                  <a:lnTo>
                    <a:pt x="79" y="118"/>
                  </a:lnTo>
                  <a:lnTo>
                    <a:pt x="92" y="104"/>
                  </a:lnTo>
                  <a:lnTo>
                    <a:pt x="107" y="92"/>
                  </a:lnTo>
                  <a:lnTo>
                    <a:pt x="122" y="80"/>
                  </a:lnTo>
                  <a:lnTo>
                    <a:pt x="139" y="70"/>
                  </a:lnTo>
                  <a:lnTo>
                    <a:pt x="156" y="61"/>
                  </a:lnTo>
                  <a:lnTo>
                    <a:pt x="173" y="54"/>
                  </a:lnTo>
                  <a:lnTo>
                    <a:pt x="191" y="47"/>
                  </a:lnTo>
                  <a:lnTo>
                    <a:pt x="211" y="42"/>
                  </a:lnTo>
                  <a:lnTo>
                    <a:pt x="230" y="38"/>
                  </a:lnTo>
                  <a:lnTo>
                    <a:pt x="250" y="35"/>
                  </a:lnTo>
                  <a:lnTo>
                    <a:pt x="270" y="35"/>
                  </a:lnTo>
                  <a:lnTo>
                    <a:pt x="291" y="35"/>
                  </a:lnTo>
                  <a:lnTo>
                    <a:pt x="310" y="38"/>
                  </a:lnTo>
                  <a:lnTo>
                    <a:pt x="330" y="42"/>
                  </a:lnTo>
                  <a:lnTo>
                    <a:pt x="349" y="47"/>
                  </a:lnTo>
                  <a:lnTo>
                    <a:pt x="368" y="54"/>
                  </a:lnTo>
                  <a:lnTo>
                    <a:pt x="385" y="61"/>
                  </a:lnTo>
                  <a:lnTo>
                    <a:pt x="402" y="70"/>
                  </a:lnTo>
                  <a:lnTo>
                    <a:pt x="418" y="80"/>
                  </a:lnTo>
                  <a:lnTo>
                    <a:pt x="433" y="92"/>
                  </a:lnTo>
                  <a:lnTo>
                    <a:pt x="447" y="104"/>
                  </a:lnTo>
                  <a:lnTo>
                    <a:pt x="461" y="118"/>
                  </a:lnTo>
                  <a:lnTo>
                    <a:pt x="474" y="132"/>
                  </a:lnTo>
                  <a:lnTo>
                    <a:pt x="486" y="147"/>
                  </a:lnTo>
                  <a:lnTo>
                    <a:pt x="496" y="163"/>
                  </a:lnTo>
                  <a:lnTo>
                    <a:pt x="506" y="179"/>
                  </a:lnTo>
                  <a:lnTo>
                    <a:pt x="513" y="196"/>
                  </a:lnTo>
                  <a:lnTo>
                    <a:pt x="540" y="170"/>
                  </a:lnTo>
                  <a:lnTo>
                    <a:pt x="531" y="152"/>
                  </a:lnTo>
                  <a:lnTo>
                    <a:pt x="520" y="134"/>
                  </a:lnTo>
                  <a:lnTo>
                    <a:pt x="508" y="118"/>
                  </a:lnTo>
                  <a:lnTo>
                    <a:pt x="494" y="101"/>
                  </a:lnTo>
                  <a:lnTo>
                    <a:pt x="480" y="86"/>
                  </a:lnTo>
                  <a:lnTo>
                    <a:pt x="465" y="72"/>
                  </a:lnTo>
                  <a:lnTo>
                    <a:pt x="449" y="59"/>
                  </a:lnTo>
                  <a:lnTo>
                    <a:pt x="431" y="47"/>
                  </a:lnTo>
                  <a:lnTo>
                    <a:pt x="414" y="37"/>
                  </a:lnTo>
                  <a:lnTo>
                    <a:pt x="396" y="27"/>
                  </a:lnTo>
                  <a:lnTo>
                    <a:pt x="376" y="19"/>
                  </a:lnTo>
                  <a:lnTo>
                    <a:pt x="356" y="12"/>
                  </a:lnTo>
                  <a:lnTo>
                    <a:pt x="335" y="6"/>
                  </a:lnTo>
                  <a:lnTo>
                    <a:pt x="314" y="3"/>
                  </a:lnTo>
                  <a:lnTo>
                    <a:pt x="292" y="1"/>
                  </a:lnTo>
                  <a:lnTo>
                    <a:pt x="27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  <p:sp>
          <p:nvSpPr>
            <p:cNvPr id="23" name="Freeform 263">
              <a:extLst>
                <a:ext uri="{FF2B5EF4-FFF2-40B4-BE49-F238E27FC236}">
                  <a16:creationId xmlns:a16="http://schemas.microsoft.com/office/drawing/2014/main" id="{013FDEFC-2DAF-5669-5990-1AAAD77581E9}"/>
                </a:ext>
              </a:extLst>
            </p:cNvPr>
            <p:cNvSpPr/>
            <p:nvPr/>
          </p:nvSpPr>
          <p:spPr bwMode="auto">
            <a:xfrm>
              <a:off x="10031413" y="1724025"/>
              <a:ext cx="377825" cy="107950"/>
            </a:xfrm>
            <a:custGeom>
              <a:avLst/>
              <a:gdLst>
                <a:gd name="T0" fmla="*/ 458 w 952"/>
                <a:gd name="T1" fmla="*/ 0 h 273"/>
                <a:gd name="T2" fmla="*/ 422 w 952"/>
                <a:gd name="T3" fmla="*/ 2 h 273"/>
                <a:gd name="T4" fmla="*/ 387 w 952"/>
                <a:gd name="T5" fmla="*/ 6 h 273"/>
                <a:gd name="T6" fmla="*/ 351 w 952"/>
                <a:gd name="T7" fmla="*/ 13 h 273"/>
                <a:gd name="T8" fmla="*/ 300 w 952"/>
                <a:gd name="T9" fmla="*/ 27 h 273"/>
                <a:gd name="T10" fmla="*/ 236 w 952"/>
                <a:gd name="T11" fmla="*/ 52 h 273"/>
                <a:gd name="T12" fmla="*/ 174 w 952"/>
                <a:gd name="T13" fmla="*/ 84 h 273"/>
                <a:gd name="T14" fmla="*/ 118 w 952"/>
                <a:gd name="T15" fmla="*/ 124 h 273"/>
                <a:gd name="T16" fmla="*/ 67 w 952"/>
                <a:gd name="T17" fmla="*/ 170 h 273"/>
                <a:gd name="T18" fmla="*/ 21 w 952"/>
                <a:gd name="T19" fmla="*/ 220 h 273"/>
                <a:gd name="T20" fmla="*/ 26 w 952"/>
                <a:gd name="T21" fmla="*/ 273 h 273"/>
                <a:gd name="T22" fmla="*/ 66 w 952"/>
                <a:gd name="T23" fmla="*/ 221 h 273"/>
                <a:gd name="T24" fmla="*/ 111 w 952"/>
                <a:gd name="T25" fmla="*/ 175 h 273"/>
                <a:gd name="T26" fmla="*/ 162 w 952"/>
                <a:gd name="T27" fmla="*/ 135 h 273"/>
                <a:gd name="T28" fmla="*/ 218 w 952"/>
                <a:gd name="T29" fmla="*/ 100 h 273"/>
                <a:gd name="T30" fmla="*/ 278 w 952"/>
                <a:gd name="T31" fmla="*/ 72 h 273"/>
                <a:gd name="T32" fmla="*/ 341 w 952"/>
                <a:gd name="T33" fmla="*/ 52 h 273"/>
                <a:gd name="T34" fmla="*/ 407 w 952"/>
                <a:gd name="T35" fmla="*/ 39 h 273"/>
                <a:gd name="T36" fmla="*/ 442 w 952"/>
                <a:gd name="T37" fmla="*/ 36 h 273"/>
                <a:gd name="T38" fmla="*/ 476 w 952"/>
                <a:gd name="T39" fmla="*/ 35 h 273"/>
                <a:gd name="T40" fmla="*/ 511 w 952"/>
                <a:gd name="T41" fmla="*/ 36 h 273"/>
                <a:gd name="T42" fmla="*/ 546 w 952"/>
                <a:gd name="T43" fmla="*/ 39 h 273"/>
                <a:gd name="T44" fmla="*/ 611 w 952"/>
                <a:gd name="T45" fmla="*/ 52 h 273"/>
                <a:gd name="T46" fmla="*/ 675 w 952"/>
                <a:gd name="T47" fmla="*/ 72 h 273"/>
                <a:gd name="T48" fmla="*/ 735 w 952"/>
                <a:gd name="T49" fmla="*/ 99 h 273"/>
                <a:gd name="T50" fmla="*/ 790 w 952"/>
                <a:gd name="T51" fmla="*/ 134 h 273"/>
                <a:gd name="T52" fmla="*/ 840 w 952"/>
                <a:gd name="T53" fmla="*/ 174 h 273"/>
                <a:gd name="T54" fmla="*/ 887 w 952"/>
                <a:gd name="T55" fmla="*/ 220 h 273"/>
                <a:gd name="T56" fmla="*/ 927 w 952"/>
                <a:gd name="T57" fmla="*/ 271 h 273"/>
                <a:gd name="T58" fmla="*/ 931 w 952"/>
                <a:gd name="T59" fmla="*/ 218 h 273"/>
                <a:gd name="T60" fmla="*/ 886 w 952"/>
                <a:gd name="T61" fmla="*/ 167 h 273"/>
                <a:gd name="T62" fmla="*/ 834 w 952"/>
                <a:gd name="T63" fmla="*/ 123 h 273"/>
                <a:gd name="T64" fmla="*/ 778 w 952"/>
                <a:gd name="T65" fmla="*/ 84 h 273"/>
                <a:gd name="T66" fmla="*/ 717 w 952"/>
                <a:gd name="T67" fmla="*/ 52 h 273"/>
                <a:gd name="T68" fmla="*/ 652 w 952"/>
                <a:gd name="T69" fmla="*/ 27 h 273"/>
                <a:gd name="T70" fmla="*/ 602 w 952"/>
                <a:gd name="T71" fmla="*/ 13 h 273"/>
                <a:gd name="T72" fmla="*/ 567 w 952"/>
                <a:gd name="T73" fmla="*/ 6 h 273"/>
                <a:gd name="T74" fmla="*/ 531 w 952"/>
                <a:gd name="T75" fmla="*/ 2 h 273"/>
                <a:gd name="T76" fmla="*/ 495 w 952"/>
                <a:gd name="T77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52" h="273">
                  <a:moveTo>
                    <a:pt x="476" y="0"/>
                  </a:moveTo>
                  <a:lnTo>
                    <a:pt x="458" y="0"/>
                  </a:lnTo>
                  <a:lnTo>
                    <a:pt x="440" y="1"/>
                  </a:lnTo>
                  <a:lnTo>
                    <a:pt x="422" y="2"/>
                  </a:lnTo>
                  <a:lnTo>
                    <a:pt x="404" y="4"/>
                  </a:lnTo>
                  <a:lnTo>
                    <a:pt x="387" y="6"/>
                  </a:lnTo>
                  <a:lnTo>
                    <a:pt x="368" y="10"/>
                  </a:lnTo>
                  <a:lnTo>
                    <a:pt x="351" y="13"/>
                  </a:lnTo>
                  <a:lnTo>
                    <a:pt x="334" y="17"/>
                  </a:lnTo>
                  <a:lnTo>
                    <a:pt x="300" y="27"/>
                  </a:lnTo>
                  <a:lnTo>
                    <a:pt x="267" y="39"/>
                  </a:lnTo>
                  <a:lnTo>
                    <a:pt x="236" y="52"/>
                  </a:lnTo>
                  <a:lnTo>
                    <a:pt x="204" y="68"/>
                  </a:lnTo>
                  <a:lnTo>
                    <a:pt x="174" y="84"/>
                  </a:lnTo>
                  <a:lnTo>
                    <a:pt x="146" y="104"/>
                  </a:lnTo>
                  <a:lnTo>
                    <a:pt x="118" y="124"/>
                  </a:lnTo>
                  <a:lnTo>
                    <a:pt x="92" y="146"/>
                  </a:lnTo>
                  <a:lnTo>
                    <a:pt x="67" y="170"/>
                  </a:lnTo>
                  <a:lnTo>
                    <a:pt x="43" y="194"/>
                  </a:lnTo>
                  <a:lnTo>
                    <a:pt x="21" y="220"/>
                  </a:lnTo>
                  <a:lnTo>
                    <a:pt x="0" y="248"/>
                  </a:lnTo>
                  <a:lnTo>
                    <a:pt x="26" y="273"/>
                  </a:lnTo>
                  <a:lnTo>
                    <a:pt x="45" y="247"/>
                  </a:lnTo>
                  <a:lnTo>
                    <a:pt x="66" y="221"/>
                  </a:lnTo>
                  <a:lnTo>
                    <a:pt x="88" y="198"/>
                  </a:lnTo>
                  <a:lnTo>
                    <a:pt x="111" y="175"/>
                  </a:lnTo>
                  <a:lnTo>
                    <a:pt x="136" y="154"/>
                  </a:lnTo>
                  <a:lnTo>
                    <a:pt x="162" y="135"/>
                  </a:lnTo>
                  <a:lnTo>
                    <a:pt x="190" y="117"/>
                  </a:lnTo>
                  <a:lnTo>
                    <a:pt x="218" y="100"/>
                  </a:lnTo>
                  <a:lnTo>
                    <a:pt x="247" y="85"/>
                  </a:lnTo>
                  <a:lnTo>
                    <a:pt x="278" y="72"/>
                  </a:lnTo>
                  <a:lnTo>
                    <a:pt x="309" y="62"/>
                  </a:lnTo>
                  <a:lnTo>
                    <a:pt x="341" y="52"/>
                  </a:lnTo>
                  <a:lnTo>
                    <a:pt x="374" y="44"/>
                  </a:lnTo>
                  <a:lnTo>
                    <a:pt x="407" y="39"/>
                  </a:lnTo>
                  <a:lnTo>
                    <a:pt x="425" y="38"/>
                  </a:lnTo>
                  <a:lnTo>
                    <a:pt x="442" y="36"/>
                  </a:lnTo>
                  <a:lnTo>
                    <a:pt x="459" y="36"/>
                  </a:lnTo>
                  <a:lnTo>
                    <a:pt x="476" y="35"/>
                  </a:lnTo>
                  <a:lnTo>
                    <a:pt x="495" y="36"/>
                  </a:lnTo>
                  <a:lnTo>
                    <a:pt x="511" y="36"/>
                  </a:lnTo>
                  <a:lnTo>
                    <a:pt x="528" y="38"/>
                  </a:lnTo>
                  <a:lnTo>
                    <a:pt x="546" y="39"/>
                  </a:lnTo>
                  <a:lnTo>
                    <a:pt x="579" y="44"/>
                  </a:lnTo>
                  <a:lnTo>
                    <a:pt x="611" y="52"/>
                  </a:lnTo>
                  <a:lnTo>
                    <a:pt x="644" y="60"/>
                  </a:lnTo>
                  <a:lnTo>
                    <a:pt x="675" y="72"/>
                  </a:lnTo>
                  <a:lnTo>
                    <a:pt x="705" y="85"/>
                  </a:lnTo>
                  <a:lnTo>
                    <a:pt x="735" y="99"/>
                  </a:lnTo>
                  <a:lnTo>
                    <a:pt x="763" y="116"/>
                  </a:lnTo>
                  <a:lnTo>
                    <a:pt x="790" y="134"/>
                  </a:lnTo>
                  <a:lnTo>
                    <a:pt x="816" y="153"/>
                  </a:lnTo>
                  <a:lnTo>
                    <a:pt x="840" y="174"/>
                  </a:lnTo>
                  <a:lnTo>
                    <a:pt x="864" y="197"/>
                  </a:lnTo>
                  <a:lnTo>
                    <a:pt x="887" y="220"/>
                  </a:lnTo>
                  <a:lnTo>
                    <a:pt x="907" y="245"/>
                  </a:lnTo>
                  <a:lnTo>
                    <a:pt x="927" y="271"/>
                  </a:lnTo>
                  <a:lnTo>
                    <a:pt x="952" y="246"/>
                  </a:lnTo>
                  <a:lnTo>
                    <a:pt x="931" y="218"/>
                  </a:lnTo>
                  <a:lnTo>
                    <a:pt x="909" y="192"/>
                  </a:lnTo>
                  <a:lnTo>
                    <a:pt x="886" y="167"/>
                  </a:lnTo>
                  <a:lnTo>
                    <a:pt x="861" y="145"/>
                  </a:lnTo>
                  <a:lnTo>
                    <a:pt x="834" y="123"/>
                  </a:lnTo>
                  <a:lnTo>
                    <a:pt x="807" y="103"/>
                  </a:lnTo>
                  <a:lnTo>
                    <a:pt x="778" y="84"/>
                  </a:lnTo>
                  <a:lnTo>
                    <a:pt x="749" y="67"/>
                  </a:lnTo>
                  <a:lnTo>
                    <a:pt x="717" y="52"/>
                  </a:lnTo>
                  <a:lnTo>
                    <a:pt x="686" y="38"/>
                  </a:lnTo>
                  <a:lnTo>
                    <a:pt x="652" y="27"/>
                  </a:lnTo>
                  <a:lnTo>
                    <a:pt x="619" y="17"/>
                  </a:lnTo>
                  <a:lnTo>
                    <a:pt x="602" y="13"/>
                  </a:lnTo>
                  <a:lnTo>
                    <a:pt x="584" y="10"/>
                  </a:lnTo>
                  <a:lnTo>
                    <a:pt x="567" y="6"/>
                  </a:lnTo>
                  <a:lnTo>
                    <a:pt x="549" y="4"/>
                  </a:lnTo>
                  <a:lnTo>
                    <a:pt x="531" y="2"/>
                  </a:lnTo>
                  <a:lnTo>
                    <a:pt x="513" y="1"/>
                  </a:lnTo>
                  <a:lnTo>
                    <a:pt x="495" y="0"/>
                  </a:lnTo>
                  <a:lnTo>
                    <a:pt x="476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  <p:sp>
          <p:nvSpPr>
            <p:cNvPr id="13" name="Freeform 264">
              <a:extLst>
                <a:ext uri="{FF2B5EF4-FFF2-40B4-BE49-F238E27FC236}">
                  <a16:creationId xmlns:a16="http://schemas.microsoft.com/office/drawing/2014/main" id="{369FAF5A-BAB9-BD93-DA9B-9B98D6C62D34}"/>
                </a:ext>
              </a:extLst>
            </p:cNvPr>
            <p:cNvSpPr/>
            <p:nvPr/>
          </p:nvSpPr>
          <p:spPr bwMode="auto">
            <a:xfrm>
              <a:off x="10071100" y="1779588"/>
              <a:ext cx="296863" cy="92075"/>
            </a:xfrm>
            <a:custGeom>
              <a:avLst/>
              <a:gdLst>
                <a:gd name="T0" fmla="*/ 345 w 748"/>
                <a:gd name="T1" fmla="*/ 1 h 235"/>
                <a:gd name="T2" fmla="*/ 288 w 748"/>
                <a:gd name="T3" fmla="*/ 9 h 235"/>
                <a:gd name="T4" fmla="*/ 234 w 748"/>
                <a:gd name="T5" fmla="*/ 24 h 235"/>
                <a:gd name="T6" fmla="*/ 182 w 748"/>
                <a:gd name="T7" fmla="*/ 45 h 235"/>
                <a:gd name="T8" fmla="*/ 134 w 748"/>
                <a:gd name="T9" fmla="*/ 73 h 235"/>
                <a:gd name="T10" fmla="*/ 89 w 748"/>
                <a:gd name="T11" fmla="*/ 105 h 235"/>
                <a:gd name="T12" fmla="*/ 50 w 748"/>
                <a:gd name="T13" fmla="*/ 144 h 235"/>
                <a:gd name="T14" fmla="*/ 16 w 748"/>
                <a:gd name="T15" fmla="*/ 186 h 235"/>
                <a:gd name="T16" fmla="*/ 26 w 748"/>
                <a:gd name="T17" fmla="*/ 235 h 235"/>
                <a:gd name="T18" fmla="*/ 55 w 748"/>
                <a:gd name="T19" fmla="*/ 193 h 235"/>
                <a:gd name="T20" fmla="*/ 89 w 748"/>
                <a:gd name="T21" fmla="*/ 154 h 235"/>
                <a:gd name="T22" fmla="*/ 128 w 748"/>
                <a:gd name="T23" fmla="*/ 120 h 235"/>
                <a:gd name="T24" fmla="*/ 171 w 748"/>
                <a:gd name="T25" fmla="*/ 91 h 235"/>
                <a:gd name="T26" fmla="*/ 218 w 748"/>
                <a:gd name="T27" fmla="*/ 67 h 235"/>
                <a:gd name="T28" fmla="*/ 267 w 748"/>
                <a:gd name="T29" fmla="*/ 50 h 235"/>
                <a:gd name="T30" fmla="*/ 320 w 748"/>
                <a:gd name="T31" fmla="*/ 39 h 235"/>
                <a:gd name="T32" fmla="*/ 374 w 748"/>
                <a:gd name="T33" fmla="*/ 36 h 235"/>
                <a:gd name="T34" fmla="*/ 429 w 748"/>
                <a:gd name="T35" fmla="*/ 39 h 235"/>
                <a:gd name="T36" fmla="*/ 481 w 748"/>
                <a:gd name="T37" fmla="*/ 50 h 235"/>
                <a:gd name="T38" fmla="*/ 531 w 748"/>
                <a:gd name="T39" fmla="*/ 67 h 235"/>
                <a:gd name="T40" fmla="*/ 577 w 748"/>
                <a:gd name="T41" fmla="*/ 90 h 235"/>
                <a:gd name="T42" fmla="*/ 621 w 748"/>
                <a:gd name="T43" fmla="*/ 119 h 235"/>
                <a:gd name="T44" fmla="*/ 660 w 748"/>
                <a:gd name="T45" fmla="*/ 153 h 235"/>
                <a:gd name="T46" fmla="*/ 693 w 748"/>
                <a:gd name="T47" fmla="*/ 190 h 235"/>
                <a:gd name="T48" fmla="*/ 722 w 748"/>
                <a:gd name="T49" fmla="*/ 233 h 235"/>
                <a:gd name="T50" fmla="*/ 733 w 748"/>
                <a:gd name="T51" fmla="*/ 185 h 235"/>
                <a:gd name="T52" fmla="*/ 698 w 748"/>
                <a:gd name="T53" fmla="*/ 142 h 235"/>
                <a:gd name="T54" fmla="*/ 658 w 748"/>
                <a:gd name="T55" fmla="*/ 104 h 235"/>
                <a:gd name="T56" fmla="*/ 614 w 748"/>
                <a:gd name="T57" fmla="*/ 72 h 235"/>
                <a:gd name="T58" fmla="*/ 567 w 748"/>
                <a:gd name="T59" fmla="*/ 45 h 235"/>
                <a:gd name="T60" fmla="*/ 515 w 748"/>
                <a:gd name="T61" fmla="*/ 24 h 235"/>
                <a:gd name="T62" fmla="*/ 461 w 748"/>
                <a:gd name="T63" fmla="*/ 9 h 235"/>
                <a:gd name="T64" fmla="*/ 404 w 748"/>
                <a:gd name="T65" fmla="*/ 1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48" h="235">
                  <a:moveTo>
                    <a:pt x="374" y="0"/>
                  </a:moveTo>
                  <a:lnTo>
                    <a:pt x="345" y="1"/>
                  </a:lnTo>
                  <a:lnTo>
                    <a:pt x="316" y="5"/>
                  </a:lnTo>
                  <a:lnTo>
                    <a:pt x="288" y="9"/>
                  </a:lnTo>
                  <a:lnTo>
                    <a:pt x="261" y="15"/>
                  </a:lnTo>
                  <a:lnTo>
                    <a:pt x="234" y="24"/>
                  </a:lnTo>
                  <a:lnTo>
                    <a:pt x="207" y="34"/>
                  </a:lnTo>
                  <a:lnTo>
                    <a:pt x="182" y="45"/>
                  </a:lnTo>
                  <a:lnTo>
                    <a:pt x="157" y="59"/>
                  </a:lnTo>
                  <a:lnTo>
                    <a:pt x="134" y="73"/>
                  </a:lnTo>
                  <a:lnTo>
                    <a:pt x="111" y="89"/>
                  </a:lnTo>
                  <a:lnTo>
                    <a:pt x="89" y="105"/>
                  </a:lnTo>
                  <a:lnTo>
                    <a:pt x="70" y="125"/>
                  </a:lnTo>
                  <a:lnTo>
                    <a:pt x="50" y="144"/>
                  </a:lnTo>
                  <a:lnTo>
                    <a:pt x="32" y="165"/>
                  </a:lnTo>
                  <a:lnTo>
                    <a:pt x="16" y="186"/>
                  </a:lnTo>
                  <a:lnTo>
                    <a:pt x="0" y="210"/>
                  </a:lnTo>
                  <a:lnTo>
                    <a:pt x="26" y="235"/>
                  </a:lnTo>
                  <a:lnTo>
                    <a:pt x="40" y="213"/>
                  </a:lnTo>
                  <a:lnTo>
                    <a:pt x="55" y="193"/>
                  </a:lnTo>
                  <a:lnTo>
                    <a:pt x="72" y="172"/>
                  </a:lnTo>
                  <a:lnTo>
                    <a:pt x="89" y="154"/>
                  </a:lnTo>
                  <a:lnTo>
                    <a:pt x="109" y="136"/>
                  </a:lnTo>
                  <a:lnTo>
                    <a:pt x="128" y="120"/>
                  </a:lnTo>
                  <a:lnTo>
                    <a:pt x="150" y="105"/>
                  </a:lnTo>
                  <a:lnTo>
                    <a:pt x="171" y="91"/>
                  </a:lnTo>
                  <a:lnTo>
                    <a:pt x="194" y="78"/>
                  </a:lnTo>
                  <a:lnTo>
                    <a:pt x="218" y="67"/>
                  </a:lnTo>
                  <a:lnTo>
                    <a:pt x="243" y="59"/>
                  </a:lnTo>
                  <a:lnTo>
                    <a:pt x="267" y="50"/>
                  </a:lnTo>
                  <a:lnTo>
                    <a:pt x="293" y="45"/>
                  </a:lnTo>
                  <a:lnTo>
                    <a:pt x="320" y="39"/>
                  </a:lnTo>
                  <a:lnTo>
                    <a:pt x="347" y="37"/>
                  </a:lnTo>
                  <a:lnTo>
                    <a:pt x="374" y="36"/>
                  </a:lnTo>
                  <a:lnTo>
                    <a:pt x="402" y="37"/>
                  </a:lnTo>
                  <a:lnTo>
                    <a:pt x="429" y="39"/>
                  </a:lnTo>
                  <a:lnTo>
                    <a:pt x="455" y="44"/>
                  </a:lnTo>
                  <a:lnTo>
                    <a:pt x="481" y="50"/>
                  </a:lnTo>
                  <a:lnTo>
                    <a:pt x="506" y="58"/>
                  </a:lnTo>
                  <a:lnTo>
                    <a:pt x="531" y="67"/>
                  </a:lnTo>
                  <a:lnTo>
                    <a:pt x="555" y="78"/>
                  </a:lnTo>
                  <a:lnTo>
                    <a:pt x="577" y="90"/>
                  </a:lnTo>
                  <a:lnTo>
                    <a:pt x="599" y="104"/>
                  </a:lnTo>
                  <a:lnTo>
                    <a:pt x="621" y="119"/>
                  </a:lnTo>
                  <a:lnTo>
                    <a:pt x="640" y="135"/>
                  </a:lnTo>
                  <a:lnTo>
                    <a:pt x="660" y="153"/>
                  </a:lnTo>
                  <a:lnTo>
                    <a:pt x="677" y="171"/>
                  </a:lnTo>
                  <a:lnTo>
                    <a:pt x="693" y="190"/>
                  </a:lnTo>
                  <a:lnTo>
                    <a:pt x="708" y="211"/>
                  </a:lnTo>
                  <a:lnTo>
                    <a:pt x="722" y="233"/>
                  </a:lnTo>
                  <a:lnTo>
                    <a:pt x="748" y="208"/>
                  </a:lnTo>
                  <a:lnTo>
                    <a:pt x="733" y="185"/>
                  </a:lnTo>
                  <a:lnTo>
                    <a:pt x="716" y="163"/>
                  </a:lnTo>
                  <a:lnTo>
                    <a:pt x="698" y="142"/>
                  </a:lnTo>
                  <a:lnTo>
                    <a:pt x="679" y="122"/>
                  </a:lnTo>
                  <a:lnTo>
                    <a:pt x="658" y="104"/>
                  </a:lnTo>
                  <a:lnTo>
                    <a:pt x="637" y="88"/>
                  </a:lnTo>
                  <a:lnTo>
                    <a:pt x="614" y="72"/>
                  </a:lnTo>
                  <a:lnTo>
                    <a:pt x="591" y="58"/>
                  </a:lnTo>
                  <a:lnTo>
                    <a:pt x="567" y="45"/>
                  </a:lnTo>
                  <a:lnTo>
                    <a:pt x="542" y="34"/>
                  </a:lnTo>
                  <a:lnTo>
                    <a:pt x="515" y="24"/>
                  </a:lnTo>
                  <a:lnTo>
                    <a:pt x="489" y="15"/>
                  </a:lnTo>
                  <a:lnTo>
                    <a:pt x="461" y="9"/>
                  </a:lnTo>
                  <a:lnTo>
                    <a:pt x="433" y="5"/>
                  </a:lnTo>
                  <a:lnTo>
                    <a:pt x="404" y="1"/>
                  </a:lnTo>
                  <a:lnTo>
                    <a:pt x="374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6" name="Freeform 55">
            <a:extLst>
              <a:ext uri="{FF2B5EF4-FFF2-40B4-BE49-F238E27FC236}">
                <a16:creationId xmlns:a16="http://schemas.microsoft.com/office/drawing/2014/main" id="{BB45CB6C-DF2E-4EDE-8AE1-7346CE718DAF}"/>
              </a:ext>
            </a:extLst>
          </p:cNvPr>
          <p:cNvSpPr>
            <a:spLocks noEditPoints="1"/>
          </p:cNvSpPr>
          <p:nvPr/>
        </p:nvSpPr>
        <p:spPr bwMode="auto">
          <a:xfrm>
            <a:off x="7020248" y="2095119"/>
            <a:ext cx="482099" cy="378034"/>
          </a:xfrm>
          <a:custGeom>
            <a:avLst/>
            <a:gdLst>
              <a:gd name="T0" fmla="*/ 639 w 911"/>
              <a:gd name="T1" fmla="*/ 579 h 710"/>
              <a:gd name="T2" fmla="*/ 539 w 911"/>
              <a:gd name="T3" fmla="*/ 518 h 710"/>
              <a:gd name="T4" fmla="*/ 590 w 911"/>
              <a:gd name="T5" fmla="*/ 480 h 710"/>
              <a:gd name="T6" fmla="*/ 597 w 911"/>
              <a:gd name="T7" fmla="*/ 399 h 710"/>
              <a:gd name="T8" fmla="*/ 568 w 911"/>
              <a:gd name="T9" fmla="*/ 321 h 710"/>
              <a:gd name="T10" fmla="*/ 560 w 911"/>
              <a:gd name="T11" fmla="*/ 263 h 710"/>
              <a:gd name="T12" fmla="*/ 563 w 911"/>
              <a:gd name="T13" fmla="*/ 150 h 710"/>
              <a:gd name="T14" fmla="*/ 626 w 911"/>
              <a:gd name="T15" fmla="*/ 104 h 710"/>
              <a:gd name="T16" fmla="*/ 725 w 911"/>
              <a:gd name="T17" fmla="*/ 127 h 710"/>
              <a:gd name="T18" fmla="*/ 743 w 911"/>
              <a:gd name="T19" fmla="*/ 226 h 710"/>
              <a:gd name="T20" fmla="*/ 746 w 911"/>
              <a:gd name="T21" fmla="*/ 273 h 710"/>
              <a:gd name="T22" fmla="*/ 723 w 911"/>
              <a:gd name="T23" fmla="*/ 348 h 710"/>
              <a:gd name="T24" fmla="*/ 697 w 911"/>
              <a:gd name="T25" fmla="*/ 445 h 710"/>
              <a:gd name="T26" fmla="*/ 726 w 911"/>
              <a:gd name="T27" fmla="*/ 489 h 710"/>
              <a:gd name="T28" fmla="*/ 878 w 911"/>
              <a:gd name="T29" fmla="*/ 609 h 710"/>
              <a:gd name="T30" fmla="*/ 37 w 911"/>
              <a:gd name="T31" fmla="*/ 582 h 710"/>
              <a:gd name="T32" fmla="*/ 199 w 911"/>
              <a:gd name="T33" fmla="*/ 519 h 710"/>
              <a:gd name="T34" fmla="*/ 249 w 911"/>
              <a:gd name="T35" fmla="*/ 475 h 710"/>
              <a:gd name="T36" fmla="*/ 227 w 911"/>
              <a:gd name="T37" fmla="*/ 362 h 710"/>
              <a:gd name="T38" fmla="*/ 194 w 911"/>
              <a:gd name="T39" fmla="*/ 256 h 710"/>
              <a:gd name="T40" fmla="*/ 200 w 911"/>
              <a:gd name="T41" fmla="*/ 209 h 710"/>
              <a:gd name="T42" fmla="*/ 202 w 911"/>
              <a:gd name="T43" fmla="*/ 98 h 710"/>
              <a:gd name="T44" fmla="*/ 287 w 911"/>
              <a:gd name="T45" fmla="*/ 36 h 710"/>
              <a:gd name="T46" fmla="*/ 416 w 911"/>
              <a:gd name="T47" fmla="*/ 67 h 710"/>
              <a:gd name="T48" fmla="*/ 447 w 911"/>
              <a:gd name="T49" fmla="*/ 150 h 710"/>
              <a:gd name="T50" fmla="*/ 442 w 911"/>
              <a:gd name="T51" fmla="*/ 242 h 710"/>
              <a:gd name="T52" fmla="*/ 431 w 911"/>
              <a:gd name="T53" fmla="*/ 316 h 710"/>
              <a:gd name="T54" fmla="*/ 395 w 911"/>
              <a:gd name="T55" fmla="*/ 412 h 710"/>
              <a:gd name="T56" fmla="*/ 388 w 911"/>
              <a:gd name="T57" fmla="*/ 489 h 710"/>
              <a:gd name="T58" fmla="*/ 483 w 911"/>
              <a:gd name="T59" fmla="*/ 534 h 710"/>
              <a:gd name="T60" fmla="*/ 603 w 911"/>
              <a:gd name="T61" fmla="*/ 583 h 710"/>
              <a:gd name="T62" fmla="*/ 733 w 911"/>
              <a:gd name="T63" fmla="*/ 455 h 710"/>
              <a:gd name="T64" fmla="*/ 750 w 911"/>
              <a:gd name="T65" fmla="*/ 380 h 710"/>
              <a:gd name="T66" fmla="*/ 779 w 911"/>
              <a:gd name="T67" fmla="*/ 265 h 710"/>
              <a:gd name="T68" fmla="*/ 781 w 911"/>
              <a:gd name="T69" fmla="*/ 179 h 710"/>
              <a:gd name="T70" fmla="*/ 735 w 911"/>
              <a:gd name="T71" fmla="*/ 92 h 710"/>
              <a:gd name="T72" fmla="*/ 591 w 911"/>
              <a:gd name="T73" fmla="*/ 79 h 710"/>
              <a:gd name="T74" fmla="*/ 525 w 911"/>
              <a:gd name="T75" fmla="*/ 158 h 710"/>
              <a:gd name="T76" fmla="*/ 528 w 911"/>
              <a:gd name="T77" fmla="*/ 256 h 710"/>
              <a:gd name="T78" fmla="*/ 547 w 911"/>
              <a:gd name="T79" fmla="*/ 353 h 710"/>
              <a:gd name="T80" fmla="*/ 568 w 911"/>
              <a:gd name="T81" fmla="*/ 449 h 710"/>
              <a:gd name="T82" fmla="*/ 441 w 911"/>
              <a:gd name="T83" fmla="*/ 485 h 710"/>
              <a:gd name="T84" fmla="*/ 426 w 911"/>
              <a:gd name="T85" fmla="*/ 424 h 710"/>
              <a:gd name="T86" fmla="*/ 469 w 911"/>
              <a:gd name="T87" fmla="*/ 312 h 710"/>
              <a:gd name="T88" fmla="*/ 472 w 911"/>
              <a:gd name="T89" fmla="*/ 220 h 710"/>
              <a:gd name="T90" fmla="*/ 467 w 911"/>
              <a:gd name="T91" fmla="*/ 84 h 710"/>
              <a:gd name="T92" fmla="*/ 369 w 911"/>
              <a:gd name="T93" fmla="*/ 5 h 710"/>
              <a:gd name="T94" fmla="*/ 245 w 911"/>
              <a:gd name="T95" fmla="*/ 13 h 710"/>
              <a:gd name="T96" fmla="*/ 162 w 911"/>
              <a:gd name="T97" fmla="*/ 111 h 710"/>
              <a:gd name="T98" fmla="*/ 166 w 911"/>
              <a:gd name="T99" fmla="*/ 233 h 710"/>
              <a:gd name="T100" fmla="*/ 176 w 911"/>
              <a:gd name="T101" fmla="*/ 330 h 710"/>
              <a:gd name="T102" fmla="*/ 215 w 911"/>
              <a:gd name="T103" fmla="*/ 445 h 710"/>
              <a:gd name="T104" fmla="*/ 114 w 911"/>
              <a:gd name="T105" fmla="*/ 512 h 710"/>
              <a:gd name="T106" fmla="*/ 4 w 911"/>
              <a:gd name="T107" fmla="*/ 572 h 710"/>
              <a:gd name="T108" fmla="*/ 1 w 911"/>
              <a:gd name="T109" fmla="*/ 687 h 710"/>
              <a:gd name="T110" fmla="*/ 102 w 911"/>
              <a:gd name="T111" fmla="*/ 710 h 710"/>
              <a:gd name="T112" fmla="*/ 317 w 911"/>
              <a:gd name="T113" fmla="*/ 710 h 710"/>
              <a:gd name="T114" fmla="*/ 504 w 911"/>
              <a:gd name="T115" fmla="*/ 710 h 710"/>
              <a:gd name="T116" fmla="*/ 638 w 911"/>
              <a:gd name="T117" fmla="*/ 693 h 710"/>
              <a:gd name="T118" fmla="*/ 650 w 911"/>
              <a:gd name="T119" fmla="*/ 642 h 710"/>
              <a:gd name="T120" fmla="*/ 855 w 911"/>
              <a:gd name="T121" fmla="*/ 642 h 710"/>
              <a:gd name="T122" fmla="*/ 911 w 911"/>
              <a:gd name="T123" fmla="*/ 620 h 710"/>
              <a:gd name="T124" fmla="*/ 903 w 911"/>
              <a:gd name="T125" fmla="*/ 525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911" h="710">
                <a:moveTo>
                  <a:pt x="878" y="609"/>
                </a:moveTo>
                <a:lnTo>
                  <a:pt x="684" y="609"/>
                </a:lnTo>
                <a:lnTo>
                  <a:pt x="655" y="609"/>
                </a:lnTo>
                <a:lnTo>
                  <a:pt x="650" y="609"/>
                </a:lnTo>
                <a:lnTo>
                  <a:pt x="641" y="609"/>
                </a:lnTo>
                <a:lnTo>
                  <a:pt x="641" y="600"/>
                </a:lnTo>
                <a:lnTo>
                  <a:pt x="641" y="593"/>
                </a:lnTo>
                <a:lnTo>
                  <a:pt x="641" y="586"/>
                </a:lnTo>
                <a:lnTo>
                  <a:pt x="639" y="579"/>
                </a:lnTo>
                <a:lnTo>
                  <a:pt x="636" y="572"/>
                </a:lnTo>
                <a:lnTo>
                  <a:pt x="631" y="564"/>
                </a:lnTo>
                <a:lnTo>
                  <a:pt x="626" y="558"/>
                </a:lnTo>
                <a:lnTo>
                  <a:pt x="619" y="551"/>
                </a:lnTo>
                <a:lnTo>
                  <a:pt x="612" y="546"/>
                </a:lnTo>
                <a:lnTo>
                  <a:pt x="602" y="542"/>
                </a:lnTo>
                <a:lnTo>
                  <a:pt x="585" y="534"/>
                </a:lnTo>
                <a:lnTo>
                  <a:pt x="564" y="526"/>
                </a:lnTo>
                <a:lnTo>
                  <a:pt x="539" y="518"/>
                </a:lnTo>
                <a:lnTo>
                  <a:pt x="514" y="508"/>
                </a:lnTo>
                <a:lnTo>
                  <a:pt x="530" y="503"/>
                </a:lnTo>
                <a:lnTo>
                  <a:pt x="545" y="498"/>
                </a:lnTo>
                <a:lnTo>
                  <a:pt x="560" y="493"/>
                </a:lnTo>
                <a:lnTo>
                  <a:pt x="574" y="489"/>
                </a:lnTo>
                <a:lnTo>
                  <a:pt x="579" y="486"/>
                </a:lnTo>
                <a:lnTo>
                  <a:pt x="584" y="484"/>
                </a:lnTo>
                <a:lnTo>
                  <a:pt x="587" y="482"/>
                </a:lnTo>
                <a:lnTo>
                  <a:pt x="590" y="480"/>
                </a:lnTo>
                <a:lnTo>
                  <a:pt x="595" y="474"/>
                </a:lnTo>
                <a:lnTo>
                  <a:pt x="598" y="467"/>
                </a:lnTo>
                <a:lnTo>
                  <a:pt x="600" y="459"/>
                </a:lnTo>
                <a:lnTo>
                  <a:pt x="601" y="453"/>
                </a:lnTo>
                <a:lnTo>
                  <a:pt x="602" y="445"/>
                </a:lnTo>
                <a:lnTo>
                  <a:pt x="602" y="440"/>
                </a:lnTo>
                <a:lnTo>
                  <a:pt x="601" y="425"/>
                </a:lnTo>
                <a:lnTo>
                  <a:pt x="600" y="411"/>
                </a:lnTo>
                <a:lnTo>
                  <a:pt x="597" y="399"/>
                </a:lnTo>
                <a:lnTo>
                  <a:pt x="592" y="388"/>
                </a:lnTo>
                <a:lnTo>
                  <a:pt x="589" y="380"/>
                </a:lnTo>
                <a:lnTo>
                  <a:pt x="586" y="370"/>
                </a:lnTo>
                <a:lnTo>
                  <a:pt x="583" y="359"/>
                </a:lnTo>
                <a:lnTo>
                  <a:pt x="580" y="348"/>
                </a:lnTo>
                <a:lnTo>
                  <a:pt x="579" y="339"/>
                </a:lnTo>
                <a:lnTo>
                  <a:pt x="573" y="331"/>
                </a:lnTo>
                <a:lnTo>
                  <a:pt x="571" y="328"/>
                </a:lnTo>
                <a:lnTo>
                  <a:pt x="568" y="321"/>
                </a:lnTo>
                <a:lnTo>
                  <a:pt x="563" y="310"/>
                </a:lnTo>
                <a:lnTo>
                  <a:pt x="559" y="294"/>
                </a:lnTo>
                <a:lnTo>
                  <a:pt x="557" y="283"/>
                </a:lnTo>
                <a:lnTo>
                  <a:pt x="557" y="277"/>
                </a:lnTo>
                <a:lnTo>
                  <a:pt x="557" y="273"/>
                </a:lnTo>
                <a:lnTo>
                  <a:pt x="558" y="270"/>
                </a:lnTo>
                <a:lnTo>
                  <a:pt x="559" y="267"/>
                </a:lnTo>
                <a:lnTo>
                  <a:pt x="560" y="263"/>
                </a:lnTo>
                <a:lnTo>
                  <a:pt x="560" y="263"/>
                </a:lnTo>
                <a:lnTo>
                  <a:pt x="561" y="262"/>
                </a:lnTo>
                <a:lnTo>
                  <a:pt x="562" y="247"/>
                </a:lnTo>
                <a:lnTo>
                  <a:pt x="561" y="226"/>
                </a:lnTo>
                <a:lnTo>
                  <a:pt x="559" y="206"/>
                </a:lnTo>
                <a:lnTo>
                  <a:pt x="556" y="187"/>
                </a:lnTo>
                <a:lnTo>
                  <a:pt x="556" y="179"/>
                </a:lnTo>
                <a:lnTo>
                  <a:pt x="558" y="166"/>
                </a:lnTo>
                <a:lnTo>
                  <a:pt x="560" y="158"/>
                </a:lnTo>
                <a:lnTo>
                  <a:pt x="563" y="150"/>
                </a:lnTo>
                <a:lnTo>
                  <a:pt x="568" y="142"/>
                </a:lnTo>
                <a:lnTo>
                  <a:pt x="573" y="133"/>
                </a:lnTo>
                <a:lnTo>
                  <a:pt x="577" y="129"/>
                </a:lnTo>
                <a:lnTo>
                  <a:pt x="583" y="124"/>
                </a:lnTo>
                <a:lnTo>
                  <a:pt x="588" y="119"/>
                </a:lnTo>
                <a:lnTo>
                  <a:pt x="596" y="115"/>
                </a:lnTo>
                <a:lnTo>
                  <a:pt x="604" y="111"/>
                </a:lnTo>
                <a:lnTo>
                  <a:pt x="615" y="107"/>
                </a:lnTo>
                <a:lnTo>
                  <a:pt x="626" y="104"/>
                </a:lnTo>
                <a:lnTo>
                  <a:pt x="639" y="103"/>
                </a:lnTo>
                <a:lnTo>
                  <a:pt x="664" y="103"/>
                </a:lnTo>
                <a:lnTo>
                  <a:pt x="674" y="104"/>
                </a:lnTo>
                <a:lnTo>
                  <a:pt x="685" y="106"/>
                </a:lnTo>
                <a:lnTo>
                  <a:pt x="694" y="108"/>
                </a:lnTo>
                <a:lnTo>
                  <a:pt x="703" y="112"/>
                </a:lnTo>
                <a:lnTo>
                  <a:pt x="711" y="116"/>
                </a:lnTo>
                <a:lnTo>
                  <a:pt x="718" y="121"/>
                </a:lnTo>
                <a:lnTo>
                  <a:pt x="725" y="127"/>
                </a:lnTo>
                <a:lnTo>
                  <a:pt x="731" y="133"/>
                </a:lnTo>
                <a:lnTo>
                  <a:pt x="736" y="142"/>
                </a:lnTo>
                <a:lnTo>
                  <a:pt x="740" y="150"/>
                </a:lnTo>
                <a:lnTo>
                  <a:pt x="744" y="158"/>
                </a:lnTo>
                <a:lnTo>
                  <a:pt x="746" y="166"/>
                </a:lnTo>
                <a:lnTo>
                  <a:pt x="748" y="179"/>
                </a:lnTo>
                <a:lnTo>
                  <a:pt x="748" y="187"/>
                </a:lnTo>
                <a:lnTo>
                  <a:pt x="745" y="205"/>
                </a:lnTo>
                <a:lnTo>
                  <a:pt x="743" y="226"/>
                </a:lnTo>
                <a:lnTo>
                  <a:pt x="741" y="247"/>
                </a:lnTo>
                <a:lnTo>
                  <a:pt x="743" y="262"/>
                </a:lnTo>
                <a:lnTo>
                  <a:pt x="744" y="263"/>
                </a:lnTo>
                <a:lnTo>
                  <a:pt x="744" y="265"/>
                </a:lnTo>
                <a:lnTo>
                  <a:pt x="745" y="266"/>
                </a:lnTo>
                <a:lnTo>
                  <a:pt x="745" y="269"/>
                </a:lnTo>
                <a:lnTo>
                  <a:pt x="745" y="269"/>
                </a:lnTo>
                <a:lnTo>
                  <a:pt x="746" y="270"/>
                </a:lnTo>
                <a:lnTo>
                  <a:pt x="746" y="273"/>
                </a:lnTo>
                <a:lnTo>
                  <a:pt x="747" y="277"/>
                </a:lnTo>
                <a:lnTo>
                  <a:pt x="746" y="283"/>
                </a:lnTo>
                <a:lnTo>
                  <a:pt x="745" y="294"/>
                </a:lnTo>
                <a:lnTo>
                  <a:pt x="740" y="310"/>
                </a:lnTo>
                <a:lnTo>
                  <a:pt x="736" y="321"/>
                </a:lnTo>
                <a:lnTo>
                  <a:pt x="733" y="328"/>
                </a:lnTo>
                <a:lnTo>
                  <a:pt x="731" y="331"/>
                </a:lnTo>
                <a:lnTo>
                  <a:pt x="724" y="339"/>
                </a:lnTo>
                <a:lnTo>
                  <a:pt x="723" y="348"/>
                </a:lnTo>
                <a:lnTo>
                  <a:pt x="721" y="359"/>
                </a:lnTo>
                <a:lnTo>
                  <a:pt x="718" y="370"/>
                </a:lnTo>
                <a:lnTo>
                  <a:pt x="714" y="380"/>
                </a:lnTo>
                <a:lnTo>
                  <a:pt x="711" y="388"/>
                </a:lnTo>
                <a:lnTo>
                  <a:pt x="706" y="400"/>
                </a:lnTo>
                <a:lnTo>
                  <a:pt x="701" y="412"/>
                </a:lnTo>
                <a:lnTo>
                  <a:pt x="698" y="425"/>
                </a:lnTo>
                <a:lnTo>
                  <a:pt x="697" y="439"/>
                </a:lnTo>
                <a:lnTo>
                  <a:pt x="697" y="445"/>
                </a:lnTo>
                <a:lnTo>
                  <a:pt x="698" y="452"/>
                </a:lnTo>
                <a:lnTo>
                  <a:pt x="699" y="459"/>
                </a:lnTo>
                <a:lnTo>
                  <a:pt x="701" y="466"/>
                </a:lnTo>
                <a:lnTo>
                  <a:pt x="705" y="472"/>
                </a:lnTo>
                <a:lnTo>
                  <a:pt x="709" y="479"/>
                </a:lnTo>
                <a:lnTo>
                  <a:pt x="712" y="482"/>
                </a:lnTo>
                <a:lnTo>
                  <a:pt x="717" y="484"/>
                </a:lnTo>
                <a:lnTo>
                  <a:pt x="721" y="486"/>
                </a:lnTo>
                <a:lnTo>
                  <a:pt x="726" y="489"/>
                </a:lnTo>
                <a:lnTo>
                  <a:pt x="761" y="499"/>
                </a:lnTo>
                <a:lnTo>
                  <a:pt x="801" y="512"/>
                </a:lnTo>
                <a:lnTo>
                  <a:pt x="838" y="526"/>
                </a:lnTo>
                <a:lnTo>
                  <a:pt x="866" y="537"/>
                </a:lnTo>
                <a:lnTo>
                  <a:pt x="872" y="540"/>
                </a:lnTo>
                <a:lnTo>
                  <a:pt x="875" y="544"/>
                </a:lnTo>
                <a:lnTo>
                  <a:pt x="876" y="546"/>
                </a:lnTo>
                <a:lnTo>
                  <a:pt x="878" y="548"/>
                </a:lnTo>
                <a:lnTo>
                  <a:pt x="878" y="609"/>
                </a:lnTo>
                <a:close/>
                <a:moveTo>
                  <a:pt x="608" y="675"/>
                </a:moveTo>
                <a:lnTo>
                  <a:pt x="359" y="675"/>
                </a:lnTo>
                <a:lnTo>
                  <a:pt x="323" y="675"/>
                </a:lnTo>
                <a:lnTo>
                  <a:pt x="317" y="675"/>
                </a:lnTo>
                <a:lnTo>
                  <a:pt x="282" y="675"/>
                </a:lnTo>
                <a:lnTo>
                  <a:pt x="34" y="675"/>
                </a:lnTo>
                <a:lnTo>
                  <a:pt x="34" y="593"/>
                </a:lnTo>
                <a:lnTo>
                  <a:pt x="35" y="586"/>
                </a:lnTo>
                <a:lnTo>
                  <a:pt x="37" y="582"/>
                </a:lnTo>
                <a:lnTo>
                  <a:pt x="40" y="577"/>
                </a:lnTo>
                <a:lnTo>
                  <a:pt x="47" y="574"/>
                </a:lnTo>
                <a:lnTo>
                  <a:pt x="61" y="569"/>
                </a:lnTo>
                <a:lnTo>
                  <a:pt x="79" y="561"/>
                </a:lnTo>
                <a:lnTo>
                  <a:pt x="102" y="552"/>
                </a:lnTo>
                <a:lnTo>
                  <a:pt x="126" y="544"/>
                </a:lnTo>
                <a:lnTo>
                  <a:pt x="151" y="535"/>
                </a:lnTo>
                <a:lnTo>
                  <a:pt x="175" y="526"/>
                </a:lnTo>
                <a:lnTo>
                  <a:pt x="199" y="519"/>
                </a:lnTo>
                <a:lnTo>
                  <a:pt x="221" y="512"/>
                </a:lnTo>
                <a:lnTo>
                  <a:pt x="226" y="510"/>
                </a:lnTo>
                <a:lnTo>
                  <a:pt x="230" y="508"/>
                </a:lnTo>
                <a:lnTo>
                  <a:pt x="235" y="506"/>
                </a:lnTo>
                <a:lnTo>
                  <a:pt x="238" y="503"/>
                </a:lnTo>
                <a:lnTo>
                  <a:pt x="242" y="496"/>
                </a:lnTo>
                <a:lnTo>
                  <a:pt x="247" y="490"/>
                </a:lnTo>
                <a:lnTo>
                  <a:pt x="248" y="482"/>
                </a:lnTo>
                <a:lnTo>
                  <a:pt x="249" y="475"/>
                </a:lnTo>
                <a:lnTo>
                  <a:pt x="250" y="467"/>
                </a:lnTo>
                <a:lnTo>
                  <a:pt x="250" y="459"/>
                </a:lnTo>
                <a:lnTo>
                  <a:pt x="249" y="441"/>
                </a:lnTo>
                <a:lnTo>
                  <a:pt x="247" y="425"/>
                </a:lnTo>
                <a:lnTo>
                  <a:pt x="243" y="411"/>
                </a:lnTo>
                <a:lnTo>
                  <a:pt x="239" y="399"/>
                </a:lnTo>
                <a:lnTo>
                  <a:pt x="235" y="388"/>
                </a:lnTo>
                <a:lnTo>
                  <a:pt x="230" y="376"/>
                </a:lnTo>
                <a:lnTo>
                  <a:pt x="227" y="362"/>
                </a:lnTo>
                <a:lnTo>
                  <a:pt x="224" y="347"/>
                </a:lnTo>
                <a:lnTo>
                  <a:pt x="223" y="337"/>
                </a:lnTo>
                <a:lnTo>
                  <a:pt x="216" y="330"/>
                </a:lnTo>
                <a:lnTo>
                  <a:pt x="212" y="324"/>
                </a:lnTo>
                <a:lnTo>
                  <a:pt x="208" y="316"/>
                </a:lnTo>
                <a:lnTo>
                  <a:pt x="202" y="302"/>
                </a:lnTo>
                <a:lnTo>
                  <a:pt x="197" y="281"/>
                </a:lnTo>
                <a:lnTo>
                  <a:pt x="195" y="266"/>
                </a:lnTo>
                <a:lnTo>
                  <a:pt x="194" y="256"/>
                </a:lnTo>
                <a:lnTo>
                  <a:pt x="195" y="251"/>
                </a:lnTo>
                <a:lnTo>
                  <a:pt x="196" y="247"/>
                </a:lnTo>
                <a:lnTo>
                  <a:pt x="198" y="243"/>
                </a:lnTo>
                <a:lnTo>
                  <a:pt x="199" y="239"/>
                </a:lnTo>
                <a:lnTo>
                  <a:pt x="199" y="238"/>
                </a:lnTo>
                <a:lnTo>
                  <a:pt x="199" y="238"/>
                </a:lnTo>
                <a:lnTo>
                  <a:pt x="200" y="231"/>
                </a:lnTo>
                <a:lnTo>
                  <a:pt x="200" y="221"/>
                </a:lnTo>
                <a:lnTo>
                  <a:pt x="200" y="209"/>
                </a:lnTo>
                <a:lnTo>
                  <a:pt x="199" y="197"/>
                </a:lnTo>
                <a:lnTo>
                  <a:pt x="197" y="171"/>
                </a:lnTo>
                <a:lnTo>
                  <a:pt x="194" y="150"/>
                </a:lnTo>
                <a:lnTo>
                  <a:pt x="193" y="144"/>
                </a:lnTo>
                <a:lnTo>
                  <a:pt x="193" y="137"/>
                </a:lnTo>
                <a:lnTo>
                  <a:pt x="194" y="128"/>
                </a:lnTo>
                <a:lnTo>
                  <a:pt x="196" y="118"/>
                </a:lnTo>
                <a:lnTo>
                  <a:pt x="198" y="108"/>
                </a:lnTo>
                <a:lnTo>
                  <a:pt x="202" y="98"/>
                </a:lnTo>
                <a:lnTo>
                  <a:pt x="209" y="87"/>
                </a:lnTo>
                <a:lnTo>
                  <a:pt x="215" y="76"/>
                </a:lnTo>
                <a:lnTo>
                  <a:pt x="222" y="70"/>
                </a:lnTo>
                <a:lnTo>
                  <a:pt x="228" y="63"/>
                </a:lnTo>
                <a:lnTo>
                  <a:pt x="237" y="57"/>
                </a:lnTo>
                <a:lnTo>
                  <a:pt x="247" y="50"/>
                </a:lnTo>
                <a:lnTo>
                  <a:pt x="259" y="45"/>
                </a:lnTo>
                <a:lnTo>
                  <a:pt x="272" y="39"/>
                </a:lnTo>
                <a:lnTo>
                  <a:pt x="287" y="36"/>
                </a:lnTo>
                <a:lnTo>
                  <a:pt x="303" y="34"/>
                </a:lnTo>
                <a:lnTo>
                  <a:pt x="335" y="34"/>
                </a:lnTo>
                <a:lnTo>
                  <a:pt x="349" y="36"/>
                </a:lnTo>
                <a:lnTo>
                  <a:pt x="363" y="38"/>
                </a:lnTo>
                <a:lnTo>
                  <a:pt x="375" y="43"/>
                </a:lnTo>
                <a:lnTo>
                  <a:pt x="387" y="47"/>
                </a:lnTo>
                <a:lnTo>
                  <a:pt x="398" y="52"/>
                </a:lnTo>
                <a:lnTo>
                  <a:pt x="408" y="59"/>
                </a:lnTo>
                <a:lnTo>
                  <a:pt x="416" y="67"/>
                </a:lnTo>
                <a:lnTo>
                  <a:pt x="424" y="76"/>
                </a:lnTo>
                <a:lnTo>
                  <a:pt x="431" y="87"/>
                </a:lnTo>
                <a:lnTo>
                  <a:pt x="437" y="98"/>
                </a:lnTo>
                <a:lnTo>
                  <a:pt x="441" y="108"/>
                </a:lnTo>
                <a:lnTo>
                  <a:pt x="444" y="118"/>
                </a:lnTo>
                <a:lnTo>
                  <a:pt x="445" y="128"/>
                </a:lnTo>
                <a:lnTo>
                  <a:pt x="447" y="137"/>
                </a:lnTo>
                <a:lnTo>
                  <a:pt x="447" y="144"/>
                </a:lnTo>
                <a:lnTo>
                  <a:pt x="447" y="150"/>
                </a:lnTo>
                <a:lnTo>
                  <a:pt x="443" y="172"/>
                </a:lnTo>
                <a:lnTo>
                  <a:pt x="440" y="197"/>
                </a:lnTo>
                <a:lnTo>
                  <a:pt x="439" y="210"/>
                </a:lnTo>
                <a:lnTo>
                  <a:pt x="439" y="221"/>
                </a:lnTo>
                <a:lnTo>
                  <a:pt x="439" y="231"/>
                </a:lnTo>
                <a:lnTo>
                  <a:pt x="440" y="238"/>
                </a:lnTo>
                <a:lnTo>
                  <a:pt x="441" y="239"/>
                </a:lnTo>
                <a:lnTo>
                  <a:pt x="441" y="240"/>
                </a:lnTo>
                <a:lnTo>
                  <a:pt x="442" y="242"/>
                </a:lnTo>
                <a:lnTo>
                  <a:pt x="443" y="246"/>
                </a:lnTo>
                <a:lnTo>
                  <a:pt x="443" y="247"/>
                </a:lnTo>
                <a:lnTo>
                  <a:pt x="443" y="247"/>
                </a:lnTo>
                <a:lnTo>
                  <a:pt x="444" y="250"/>
                </a:lnTo>
                <a:lnTo>
                  <a:pt x="445" y="256"/>
                </a:lnTo>
                <a:lnTo>
                  <a:pt x="444" y="266"/>
                </a:lnTo>
                <a:lnTo>
                  <a:pt x="442" y="281"/>
                </a:lnTo>
                <a:lnTo>
                  <a:pt x="437" y="302"/>
                </a:lnTo>
                <a:lnTo>
                  <a:pt x="431" y="316"/>
                </a:lnTo>
                <a:lnTo>
                  <a:pt x="427" y="324"/>
                </a:lnTo>
                <a:lnTo>
                  <a:pt x="424" y="330"/>
                </a:lnTo>
                <a:lnTo>
                  <a:pt x="416" y="337"/>
                </a:lnTo>
                <a:lnTo>
                  <a:pt x="415" y="347"/>
                </a:lnTo>
                <a:lnTo>
                  <a:pt x="413" y="361"/>
                </a:lnTo>
                <a:lnTo>
                  <a:pt x="409" y="376"/>
                </a:lnTo>
                <a:lnTo>
                  <a:pt x="404" y="388"/>
                </a:lnTo>
                <a:lnTo>
                  <a:pt x="400" y="399"/>
                </a:lnTo>
                <a:lnTo>
                  <a:pt x="395" y="412"/>
                </a:lnTo>
                <a:lnTo>
                  <a:pt x="389" y="427"/>
                </a:lnTo>
                <a:lnTo>
                  <a:pt x="387" y="435"/>
                </a:lnTo>
                <a:lnTo>
                  <a:pt x="386" y="442"/>
                </a:lnTo>
                <a:lnTo>
                  <a:pt x="385" y="451"/>
                </a:lnTo>
                <a:lnTo>
                  <a:pt x="384" y="458"/>
                </a:lnTo>
                <a:lnTo>
                  <a:pt x="384" y="466"/>
                </a:lnTo>
                <a:lnTo>
                  <a:pt x="385" y="474"/>
                </a:lnTo>
                <a:lnTo>
                  <a:pt x="386" y="481"/>
                </a:lnTo>
                <a:lnTo>
                  <a:pt x="388" y="489"/>
                </a:lnTo>
                <a:lnTo>
                  <a:pt x="391" y="496"/>
                </a:lnTo>
                <a:lnTo>
                  <a:pt x="397" y="503"/>
                </a:lnTo>
                <a:lnTo>
                  <a:pt x="400" y="505"/>
                </a:lnTo>
                <a:lnTo>
                  <a:pt x="404" y="508"/>
                </a:lnTo>
                <a:lnTo>
                  <a:pt x="409" y="510"/>
                </a:lnTo>
                <a:lnTo>
                  <a:pt x="414" y="512"/>
                </a:lnTo>
                <a:lnTo>
                  <a:pt x="435" y="518"/>
                </a:lnTo>
                <a:lnTo>
                  <a:pt x="458" y="525"/>
                </a:lnTo>
                <a:lnTo>
                  <a:pt x="483" y="534"/>
                </a:lnTo>
                <a:lnTo>
                  <a:pt x="508" y="543"/>
                </a:lnTo>
                <a:lnTo>
                  <a:pt x="532" y="550"/>
                </a:lnTo>
                <a:lnTo>
                  <a:pt x="555" y="559"/>
                </a:lnTo>
                <a:lnTo>
                  <a:pt x="573" y="566"/>
                </a:lnTo>
                <a:lnTo>
                  <a:pt x="589" y="572"/>
                </a:lnTo>
                <a:lnTo>
                  <a:pt x="593" y="575"/>
                </a:lnTo>
                <a:lnTo>
                  <a:pt x="598" y="577"/>
                </a:lnTo>
                <a:lnTo>
                  <a:pt x="601" y="580"/>
                </a:lnTo>
                <a:lnTo>
                  <a:pt x="603" y="583"/>
                </a:lnTo>
                <a:lnTo>
                  <a:pt x="606" y="588"/>
                </a:lnTo>
                <a:lnTo>
                  <a:pt x="608" y="593"/>
                </a:lnTo>
                <a:lnTo>
                  <a:pt x="608" y="675"/>
                </a:lnTo>
                <a:close/>
                <a:moveTo>
                  <a:pt x="880" y="506"/>
                </a:moveTo>
                <a:lnTo>
                  <a:pt x="851" y="495"/>
                </a:lnTo>
                <a:lnTo>
                  <a:pt x="813" y="481"/>
                </a:lnTo>
                <a:lnTo>
                  <a:pt x="772" y="468"/>
                </a:lnTo>
                <a:lnTo>
                  <a:pt x="735" y="456"/>
                </a:lnTo>
                <a:lnTo>
                  <a:pt x="733" y="455"/>
                </a:lnTo>
                <a:lnTo>
                  <a:pt x="732" y="453"/>
                </a:lnTo>
                <a:lnTo>
                  <a:pt x="732" y="449"/>
                </a:lnTo>
                <a:lnTo>
                  <a:pt x="731" y="439"/>
                </a:lnTo>
                <a:lnTo>
                  <a:pt x="732" y="429"/>
                </a:lnTo>
                <a:lnTo>
                  <a:pt x="734" y="421"/>
                </a:lnTo>
                <a:lnTo>
                  <a:pt x="738" y="411"/>
                </a:lnTo>
                <a:lnTo>
                  <a:pt x="741" y="402"/>
                </a:lnTo>
                <a:lnTo>
                  <a:pt x="746" y="393"/>
                </a:lnTo>
                <a:lnTo>
                  <a:pt x="750" y="380"/>
                </a:lnTo>
                <a:lnTo>
                  <a:pt x="753" y="367"/>
                </a:lnTo>
                <a:lnTo>
                  <a:pt x="757" y="353"/>
                </a:lnTo>
                <a:lnTo>
                  <a:pt x="761" y="346"/>
                </a:lnTo>
                <a:lnTo>
                  <a:pt x="767" y="335"/>
                </a:lnTo>
                <a:lnTo>
                  <a:pt x="773" y="320"/>
                </a:lnTo>
                <a:lnTo>
                  <a:pt x="777" y="301"/>
                </a:lnTo>
                <a:lnTo>
                  <a:pt x="780" y="285"/>
                </a:lnTo>
                <a:lnTo>
                  <a:pt x="780" y="273"/>
                </a:lnTo>
                <a:lnTo>
                  <a:pt x="779" y="265"/>
                </a:lnTo>
                <a:lnTo>
                  <a:pt x="777" y="258"/>
                </a:lnTo>
                <a:lnTo>
                  <a:pt x="776" y="256"/>
                </a:lnTo>
                <a:lnTo>
                  <a:pt x="776" y="255"/>
                </a:lnTo>
                <a:lnTo>
                  <a:pt x="775" y="247"/>
                </a:lnTo>
                <a:lnTo>
                  <a:pt x="776" y="232"/>
                </a:lnTo>
                <a:lnTo>
                  <a:pt x="778" y="213"/>
                </a:lnTo>
                <a:lnTo>
                  <a:pt x="780" y="194"/>
                </a:lnTo>
                <a:lnTo>
                  <a:pt x="781" y="187"/>
                </a:lnTo>
                <a:lnTo>
                  <a:pt x="781" y="179"/>
                </a:lnTo>
                <a:lnTo>
                  <a:pt x="780" y="169"/>
                </a:lnTo>
                <a:lnTo>
                  <a:pt x="778" y="158"/>
                </a:lnTo>
                <a:lnTo>
                  <a:pt x="775" y="147"/>
                </a:lnTo>
                <a:lnTo>
                  <a:pt x="771" y="135"/>
                </a:lnTo>
                <a:lnTo>
                  <a:pt x="765" y="125"/>
                </a:lnTo>
                <a:lnTo>
                  <a:pt x="758" y="113"/>
                </a:lnTo>
                <a:lnTo>
                  <a:pt x="751" y="106"/>
                </a:lnTo>
                <a:lnTo>
                  <a:pt x="744" y="99"/>
                </a:lnTo>
                <a:lnTo>
                  <a:pt x="735" y="92"/>
                </a:lnTo>
                <a:lnTo>
                  <a:pt x="724" y="86"/>
                </a:lnTo>
                <a:lnTo>
                  <a:pt x="712" y="79"/>
                </a:lnTo>
                <a:lnTo>
                  <a:pt x="698" y="75"/>
                </a:lnTo>
                <a:lnTo>
                  <a:pt x="683" y="71"/>
                </a:lnTo>
                <a:lnTo>
                  <a:pt x="665" y="69"/>
                </a:lnTo>
                <a:lnTo>
                  <a:pt x="638" y="69"/>
                </a:lnTo>
                <a:lnTo>
                  <a:pt x="620" y="71"/>
                </a:lnTo>
                <a:lnTo>
                  <a:pt x="604" y="75"/>
                </a:lnTo>
                <a:lnTo>
                  <a:pt x="591" y="79"/>
                </a:lnTo>
                <a:lnTo>
                  <a:pt x="578" y="86"/>
                </a:lnTo>
                <a:lnTo>
                  <a:pt x="569" y="92"/>
                </a:lnTo>
                <a:lnTo>
                  <a:pt x="560" y="99"/>
                </a:lnTo>
                <a:lnTo>
                  <a:pt x="552" y="106"/>
                </a:lnTo>
                <a:lnTo>
                  <a:pt x="546" y="113"/>
                </a:lnTo>
                <a:lnTo>
                  <a:pt x="538" y="125"/>
                </a:lnTo>
                <a:lnTo>
                  <a:pt x="533" y="135"/>
                </a:lnTo>
                <a:lnTo>
                  <a:pt x="528" y="147"/>
                </a:lnTo>
                <a:lnTo>
                  <a:pt x="525" y="158"/>
                </a:lnTo>
                <a:lnTo>
                  <a:pt x="523" y="169"/>
                </a:lnTo>
                <a:lnTo>
                  <a:pt x="522" y="179"/>
                </a:lnTo>
                <a:lnTo>
                  <a:pt x="522" y="187"/>
                </a:lnTo>
                <a:lnTo>
                  <a:pt x="523" y="194"/>
                </a:lnTo>
                <a:lnTo>
                  <a:pt x="525" y="213"/>
                </a:lnTo>
                <a:lnTo>
                  <a:pt x="528" y="232"/>
                </a:lnTo>
                <a:lnTo>
                  <a:pt x="528" y="247"/>
                </a:lnTo>
                <a:lnTo>
                  <a:pt x="528" y="255"/>
                </a:lnTo>
                <a:lnTo>
                  <a:pt x="528" y="256"/>
                </a:lnTo>
                <a:lnTo>
                  <a:pt x="526" y="258"/>
                </a:lnTo>
                <a:lnTo>
                  <a:pt x="524" y="265"/>
                </a:lnTo>
                <a:lnTo>
                  <a:pt x="523" y="273"/>
                </a:lnTo>
                <a:lnTo>
                  <a:pt x="523" y="285"/>
                </a:lnTo>
                <a:lnTo>
                  <a:pt x="526" y="301"/>
                </a:lnTo>
                <a:lnTo>
                  <a:pt x="531" y="320"/>
                </a:lnTo>
                <a:lnTo>
                  <a:pt x="536" y="335"/>
                </a:lnTo>
                <a:lnTo>
                  <a:pt x="542" y="346"/>
                </a:lnTo>
                <a:lnTo>
                  <a:pt x="547" y="353"/>
                </a:lnTo>
                <a:lnTo>
                  <a:pt x="550" y="367"/>
                </a:lnTo>
                <a:lnTo>
                  <a:pt x="553" y="380"/>
                </a:lnTo>
                <a:lnTo>
                  <a:pt x="558" y="393"/>
                </a:lnTo>
                <a:lnTo>
                  <a:pt x="562" y="402"/>
                </a:lnTo>
                <a:lnTo>
                  <a:pt x="564" y="410"/>
                </a:lnTo>
                <a:lnTo>
                  <a:pt x="566" y="418"/>
                </a:lnTo>
                <a:lnTo>
                  <a:pt x="568" y="428"/>
                </a:lnTo>
                <a:lnTo>
                  <a:pt x="568" y="440"/>
                </a:lnTo>
                <a:lnTo>
                  <a:pt x="568" y="449"/>
                </a:lnTo>
                <a:lnTo>
                  <a:pt x="568" y="454"/>
                </a:lnTo>
                <a:lnTo>
                  <a:pt x="566" y="456"/>
                </a:lnTo>
                <a:lnTo>
                  <a:pt x="564" y="456"/>
                </a:lnTo>
                <a:lnTo>
                  <a:pt x="541" y="464"/>
                </a:lnTo>
                <a:lnTo>
                  <a:pt x="514" y="472"/>
                </a:lnTo>
                <a:lnTo>
                  <a:pt x="487" y="482"/>
                </a:lnTo>
                <a:lnTo>
                  <a:pt x="462" y="492"/>
                </a:lnTo>
                <a:lnTo>
                  <a:pt x="452" y="489"/>
                </a:lnTo>
                <a:lnTo>
                  <a:pt x="441" y="485"/>
                </a:lnTo>
                <a:lnTo>
                  <a:pt x="433" y="482"/>
                </a:lnTo>
                <a:lnTo>
                  <a:pt x="424" y="480"/>
                </a:lnTo>
                <a:lnTo>
                  <a:pt x="421" y="478"/>
                </a:lnTo>
                <a:lnTo>
                  <a:pt x="418" y="476"/>
                </a:lnTo>
                <a:lnTo>
                  <a:pt x="418" y="470"/>
                </a:lnTo>
                <a:lnTo>
                  <a:pt x="418" y="458"/>
                </a:lnTo>
                <a:lnTo>
                  <a:pt x="420" y="447"/>
                </a:lnTo>
                <a:lnTo>
                  <a:pt x="422" y="435"/>
                </a:lnTo>
                <a:lnTo>
                  <a:pt x="426" y="424"/>
                </a:lnTo>
                <a:lnTo>
                  <a:pt x="431" y="413"/>
                </a:lnTo>
                <a:lnTo>
                  <a:pt x="436" y="401"/>
                </a:lnTo>
                <a:lnTo>
                  <a:pt x="441" y="385"/>
                </a:lnTo>
                <a:lnTo>
                  <a:pt x="445" y="369"/>
                </a:lnTo>
                <a:lnTo>
                  <a:pt x="449" y="351"/>
                </a:lnTo>
                <a:lnTo>
                  <a:pt x="455" y="343"/>
                </a:lnTo>
                <a:lnTo>
                  <a:pt x="463" y="330"/>
                </a:lnTo>
                <a:lnTo>
                  <a:pt x="466" y="321"/>
                </a:lnTo>
                <a:lnTo>
                  <a:pt x="469" y="312"/>
                </a:lnTo>
                <a:lnTo>
                  <a:pt x="472" y="301"/>
                </a:lnTo>
                <a:lnTo>
                  <a:pt x="476" y="288"/>
                </a:lnTo>
                <a:lnTo>
                  <a:pt x="479" y="267"/>
                </a:lnTo>
                <a:lnTo>
                  <a:pt x="479" y="253"/>
                </a:lnTo>
                <a:lnTo>
                  <a:pt x="478" y="242"/>
                </a:lnTo>
                <a:lnTo>
                  <a:pt x="475" y="234"/>
                </a:lnTo>
                <a:lnTo>
                  <a:pt x="474" y="233"/>
                </a:lnTo>
                <a:lnTo>
                  <a:pt x="474" y="231"/>
                </a:lnTo>
                <a:lnTo>
                  <a:pt x="472" y="220"/>
                </a:lnTo>
                <a:lnTo>
                  <a:pt x="474" y="201"/>
                </a:lnTo>
                <a:lnTo>
                  <a:pt x="476" y="179"/>
                </a:lnTo>
                <a:lnTo>
                  <a:pt x="479" y="155"/>
                </a:lnTo>
                <a:lnTo>
                  <a:pt x="480" y="146"/>
                </a:lnTo>
                <a:lnTo>
                  <a:pt x="480" y="135"/>
                </a:lnTo>
                <a:lnTo>
                  <a:pt x="479" y="124"/>
                </a:lnTo>
                <a:lnTo>
                  <a:pt x="477" y="111"/>
                </a:lnTo>
                <a:lnTo>
                  <a:pt x="472" y="98"/>
                </a:lnTo>
                <a:lnTo>
                  <a:pt x="467" y="84"/>
                </a:lnTo>
                <a:lnTo>
                  <a:pt x="460" y="69"/>
                </a:lnTo>
                <a:lnTo>
                  <a:pt x="450" y="56"/>
                </a:lnTo>
                <a:lnTo>
                  <a:pt x="443" y="47"/>
                </a:lnTo>
                <a:lnTo>
                  <a:pt x="434" y="37"/>
                </a:lnTo>
                <a:lnTo>
                  <a:pt x="423" y="29"/>
                </a:lnTo>
                <a:lnTo>
                  <a:pt x="410" y="21"/>
                </a:lnTo>
                <a:lnTo>
                  <a:pt x="395" y="13"/>
                </a:lnTo>
                <a:lnTo>
                  <a:pt x="377" y="8"/>
                </a:lnTo>
                <a:lnTo>
                  <a:pt x="369" y="5"/>
                </a:lnTo>
                <a:lnTo>
                  <a:pt x="358" y="4"/>
                </a:lnTo>
                <a:lnTo>
                  <a:pt x="347" y="2"/>
                </a:lnTo>
                <a:lnTo>
                  <a:pt x="336" y="0"/>
                </a:lnTo>
                <a:lnTo>
                  <a:pt x="302" y="0"/>
                </a:lnTo>
                <a:lnTo>
                  <a:pt x="291" y="2"/>
                </a:lnTo>
                <a:lnTo>
                  <a:pt x="280" y="4"/>
                </a:lnTo>
                <a:lnTo>
                  <a:pt x="270" y="5"/>
                </a:lnTo>
                <a:lnTo>
                  <a:pt x="262" y="8"/>
                </a:lnTo>
                <a:lnTo>
                  <a:pt x="245" y="13"/>
                </a:lnTo>
                <a:lnTo>
                  <a:pt x="229" y="21"/>
                </a:lnTo>
                <a:lnTo>
                  <a:pt x="216" y="29"/>
                </a:lnTo>
                <a:lnTo>
                  <a:pt x="206" y="37"/>
                </a:lnTo>
                <a:lnTo>
                  <a:pt x="197" y="47"/>
                </a:lnTo>
                <a:lnTo>
                  <a:pt x="189" y="56"/>
                </a:lnTo>
                <a:lnTo>
                  <a:pt x="180" y="69"/>
                </a:lnTo>
                <a:lnTo>
                  <a:pt x="172" y="84"/>
                </a:lnTo>
                <a:lnTo>
                  <a:pt x="167" y="98"/>
                </a:lnTo>
                <a:lnTo>
                  <a:pt x="162" y="111"/>
                </a:lnTo>
                <a:lnTo>
                  <a:pt x="160" y="124"/>
                </a:lnTo>
                <a:lnTo>
                  <a:pt x="159" y="135"/>
                </a:lnTo>
                <a:lnTo>
                  <a:pt x="159" y="146"/>
                </a:lnTo>
                <a:lnTo>
                  <a:pt x="160" y="155"/>
                </a:lnTo>
                <a:lnTo>
                  <a:pt x="164" y="179"/>
                </a:lnTo>
                <a:lnTo>
                  <a:pt x="166" y="201"/>
                </a:lnTo>
                <a:lnTo>
                  <a:pt x="167" y="220"/>
                </a:lnTo>
                <a:lnTo>
                  <a:pt x="166" y="231"/>
                </a:lnTo>
                <a:lnTo>
                  <a:pt x="166" y="233"/>
                </a:lnTo>
                <a:lnTo>
                  <a:pt x="165" y="234"/>
                </a:lnTo>
                <a:lnTo>
                  <a:pt x="162" y="242"/>
                </a:lnTo>
                <a:lnTo>
                  <a:pt x="160" y="253"/>
                </a:lnTo>
                <a:lnTo>
                  <a:pt x="161" y="267"/>
                </a:lnTo>
                <a:lnTo>
                  <a:pt x="165" y="288"/>
                </a:lnTo>
                <a:lnTo>
                  <a:pt x="167" y="301"/>
                </a:lnTo>
                <a:lnTo>
                  <a:pt x="170" y="312"/>
                </a:lnTo>
                <a:lnTo>
                  <a:pt x="173" y="321"/>
                </a:lnTo>
                <a:lnTo>
                  <a:pt x="176" y="330"/>
                </a:lnTo>
                <a:lnTo>
                  <a:pt x="184" y="343"/>
                </a:lnTo>
                <a:lnTo>
                  <a:pt x="191" y="351"/>
                </a:lnTo>
                <a:lnTo>
                  <a:pt x="194" y="369"/>
                </a:lnTo>
                <a:lnTo>
                  <a:pt x="198" y="385"/>
                </a:lnTo>
                <a:lnTo>
                  <a:pt x="203" y="401"/>
                </a:lnTo>
                <a:lnTo>
                  <a:pt x="209" y="413"/>
                </a:lnTo>
                <a:lnTo>
                  <a:pt x="212" y="422"/>
                </a:lnTo>
                <a:lnTo>
                  <a:pt x="214" y="432"/>
                </a:lnTo>
                <a:lnTo>
                  <a:pt x="215" y="445"/>
                </a:lnTo>
                <a:lnTo>
                  <a:pt x="216" y="459"/>
                </a:lnTo>
                <a:lnTo>
                  <a:pt x="215" y="470"/>
                </a:lnTo>
                <a:lnTo>
                  <a:pt x="215" y="477"/>
                </a:lnTo>
                <a:lnTo>
                  <a:pt x="213" y="479"/>
                </a:lnTo>
                <a:lnTo>
                  <a:pt x="211" y="480"/>
                </a:lnTo>
                <a:lnTo>
                  <a:pt x="188" y="486"/>
                </a:lnTo>
                <a:lnTo>
                  <a:pt x="165" y="495"/>
                </a:lnTo>
                <a:lnTo>
                  <a:pt x="139" y="504"/>
                </a:lnTo>
                <a:lnTo>
                  <a:pt x="114" y="512"/>
                </a:lnTo>
                <a:lnTo>
                  <a:pt x="89" y="521"/>
                </a:lnTo>
                <a:lnTo>
                  <a:pt x="67" y="530"/>
                </a:lnTo>
                <a:lnTo>
                  <a:pt x="48" y="537"/>
                </a:lnTo>
                <a:lnTo>
                  <a:pt x="33" y="544"/>
                </a:lnTo>
                <a:lnTo>
                  <a:pt x="24" y="548"/>
                </a:lnTo>
                <a:lnTo>
                  <a:pt x="17" y="553"/>
                </a:lnTo>
                <a:lnTo>
                  <a:pt x="11" y="559"/>
                </a:lnTo>
                <a:lnTo>
                  <a:pt x="7" y="565"/>
                </a:lnTo>
                <a:lnTo>
                  <a:pt x="4" y="572"/>
                </a:lnTo>
                <a:lnTo>
                  <a:pt x="1" y="579"/>
                </a:lnTo>
                <a:lnTo>
                  <a:pt x="0" y="586"/>
                </a:lnTo>
                <a:lnTo>
                  <a:pt x="0" y="593"/>
                </a:lnTo>
                <a:lnTo>
                  <a:pt x="0" y="612"/>
                </a:lnTo>
                <a:lnTo>
                  <a:pt x="0" y="638"/>
                </a:lnTo>
                <a:lnTo>
                  <a:pt x="0" y="661"/>
                </a:lnTo>
                <a:lnTo>
                  <a:pt x="0" y="678"/>
                </a:lnTo>
                <a:lnTo>
                  <a:pt x="0" y="682"/>
                </a:lnTo>
                <a:lnTo>
                  <a:pt x="1" y="687"/>
                </a:lnTo>
                <a:lnTo>
                  <a:pt x="4" y="693"/>
                </a:lnTo>
                <a:lnTo>
                  <a:pt x="7" y="698"/>
                </a:lnTo>
                <a:lnTo>
                  <a:pt x="11" y="702"/>
                </a:lnTo>
                <a:lnTo>
                  <a:pt x="17" y="707"/>
                </a:lnTo>
                <a:lnTo>
                  <a:pt x="24" y="709"/>
                </a:lnTo>
                <a:lnTo>
                  <a:pt x="33" y="710"/>
                </a:lnTo>
                <a:lnTo>
                  <a:pt x="47" y="710"/>
                </a:lnTo>
                <a:lnTo>
                  <a:pt x="71" y="710"/>
                </a:lnTo>
                <a:lnTo>
                  <a:pt x="102" y="710"/>
                </a:lnTo>
                <a:lnTo>
                  <a:pt x="138" y="710"/>
                </a:lnTo>
                <a:lnTo>
                  <a:pt x="176" y="710"/>
                </a:lnTo>
                <a:lnTo>
                  <a:pt x="215" y="710"/>
                </a:lnTo>
                <a:lnTo>
                  <a:pt x="252" y="710"/>
                </a:lnTo>
                <a:lnTo>
                  <a:pt x="282" y="710"/>
                </a:lnTo>
                <a:lnTo>
                  <a:pt x="296" y="710"/>
                </a:lnTo>
                <a:lnTo>
                  <a:pt x="308" y="710"/>
                </a:lnTo>
                <a:lnTo>
                  <a:pt x="315" y="710"/>
                </a:lnTo>
                <a:lnTo>
                  <a:pt x="317" y="710"/>
                </a:lnTo>
                <a:lnTo>
                  <a:pt x="323" y="710"/>
                </a:lnTo>
                <a:lnTo>
                  <a:pt x="326" y="710"/>
                </a:lnTo>
                <a:lnTo>
                  <a:pt x="333" y="710"/>
                </a:lnTo>
                <a:lnTo>
                  <a:pt x="345" y="710"/>
                </a:lnTo>
                <a:lnTo>
                  <a:pt x="359" y="710"/>
                </a:lnTo>
                <a:lnTo>
                  <a:pt x="390" y="710"/>
                </a:lnTo>
                <a:lnTo>
                  <a:pt x="426" y="710"/>
                </a:lnTo>
                <a:lnTo>
                  <a:pt x="465" y="710"/>
                </a:lnTo>
                <a:lnTo>
                  <a:pt x="504" y="710"/>
                </a:lnTo>
                <a:lnTo>
                  <a:pt x="539" y="710"/>
                </a:lnTo>
                <a:lnTo>
                  <a:pt x="572" y="710"/>
                </a:lnTo>
                <a:lnTo>
                  <a:pt x="595" y="710"/>
                </a:lnTo>
                <a:lnTo>
                  <a:pt x="609" y="710"/>
                </a:lnTo>
                <a:lnTo>
                  <a:pt x="617" y="709"/>
                </a:lnTo>
                <a:lnTo>
                  <a:pt x="625" y="707"/>
                </a:lnTo>
                <a:lnTo>
                  <a:pt x="630" y="702"/>
                </a:lnTo>
                <a:lnTo>
                  <a:pt x="635" y="698"/>
                </a:lnTo>
                <a:lnTo>
                  <a:pt x="638" y="693"/>
                </a:lnTo>
                <a:lnTo>
                  <a:pt x="640" y="687"/>
                </a:lnTo>
                <a:lnTo>
                  <a:pt x="641" y="682"/>
                </a:lnTo>
                <a:lnTo>
                  <a:pt x="641" y="678"/>
                </a:lnTo>
                <a:lnTo>
                  <a:pt x="641" y="672"/>
                </a:lnTo>
                <a:lnTo>
                  <a:pt x="641" y="664"/>
                </a:lnTo>
                <a:lnTo>
                  <a:pt x="641" y="654"/>
                </a:lnTo>
                <a:lnTo>
                  <a:pt x="641" y="642"/>
                </a:lnTo>
                <a:lnTo>
                  <a:pt x="647" y="642"/>
                </a:lnTo>
                <a:lnTo>
                  <a:pt x="650" y="642"/>
                </a:lnTo>
                <a:lnTo>
                  <a:pt x="655" y="642"/>
                </a:lnTo>
                <a:lnTo>
                  <a:pt x="663" y="642"/>
                </a:lnTo>
                <a:lnTo>
                  <a:pt x="684" y="642"/>
                </a:lnTo>
                <a:lnTo>
                  <a:pt x="708" y="642"/>
                </a:lnTo>
                <a:lnTo>
                  <a:pt x="737" y="642"/>
                </a:lnTo>
                <a:lnTo>
                  <a:pt x="768" y="642"/>
                </a:lnTo>
                <a:lnTo>
                  <a:pt x="800" y="642"/>
                </a:lnTo>
                <a:lnTo>
                  <a:pt x="829" y="642"/>
                </a:lnTo>
                <a:lnTo>
                  <a:pt x="855" y="642"/>
                </a:lnTo>
                <a:lnTo>
                  <a:pt x="873" y="642"/>
                </a:lnTo>
                <a:lnTo>
                  <a:pt x="884" y="642"/>
                </a:lnTo>
                <a:lnTo>
                  <a:pt x="892" y="642"/>
                </a:lnTo>
                <a:lnTo>
                  <a:pt x="897" y="640"/>
                </a:lnTo>
                <a:lnTo>
                  <a:pt x="902" y="637"/>
                </a:lnTo>
                <a:lnTo>
                  <a:pt x="906" y="632"/>
                </a:lnTo>
                <a:lnTo>
                  <a:pt x="908" y="629"/>
                </a:lnTo>
                <a:lnTo>
                  <a:pt x="910" y="625"/>
                </a:lnTo>
                <a:lnTo>
                  <a:pt x="911" y="620"/>
                </a:lnTo>
                <a:lnTo>
                  <a:pt x="911" y="616"/>
                </a:lnTo>
                <a:lnTo>
                  <a:pt x="911" y="603"/>
                </a:lnTo>
                <a:lnTo>
                  <a:pt x="911" y="584"/>
                </a:lnTo>
                <a:lnTo>
                  <a:pt x="911" y="563"/>
                </a:lnTo>
                <a:lnTo>
                  <a:pt x="911" y="548"/>
                </a:lnTo>
                <a:lnTo>
                  <a:pt x="910" y="543"/>
                </a:lnTo>
                <a:lnTo>
                  <a:pt x="909" y="536"/>
                </a:lnTo>
                <a:lnTo>
                  <a:pt x="907" y="531"/>
                </a:lnTo>
                <a:lnTo>
                  <a:pt x="903" y="525"/>
                </a:lnTo>
                <a:lnTo>
                  <a:pt x="899" y="519"/>
                </a:lnTo>
                <a:lnTo>
                  <a:pt x="894" y="515"/>
                </a:lnTo>
                <a:lnTo>
                  <a:pt x="887" y="510"/>
                </a:lnTo>
                <a:lnTo>
                  <a:pt x="880" y="506"/>
                </a:lnTo>
                <a:close/>
              </a:path>
            </a:pathLst>
          </a:custGeom>
          <a:blipFill>
            <a:blip r:embed="R867c5dd3456b465f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r="129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E4393C27-DA10-2A55-FBD9-22379CCB1CF0}"/>
              </a:ext>
            </a:extLst>
          </p:cNvPr>
          <p:cNvSpPr/>
          <p:nvPr/>
        </p:nvSpPr>
        <p:spPr>
          <a:xfrm>
            <a:off x="2050443" y="4675330"/>
            <a:ext cx="888663" cy="888663"/>
          </a:xfrm>
          <a:prstGeom prst="ellipse">
            <a:avLst/>
          </a:prstGeom>
          <a:blipFill>
            <a:blip r:embed="R2d38c3d228834fbc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r="129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ACD8F4E7-AFB3-250F-5CED-06D6235FFE0D}"/>
              </a:ext>
            </a:extLst>
          </p:cNvPr>
          <p:cNvSpPr/>
          <p:nvPr/>
        </p:nvSpPr>
        <p:spPr>
          <a:xfrm>
            <a:off x="4453294" y="4675330"/>
            <a:ext cx="888663" cy="888663"/>
          </a:xfrm>
          <a:prstGeom prst="ellipse">
            <a:avLst/>
          </a:prstGeom>
          <a:blipFill>
            <a:blip r:embed="Rf685e9b3340c41bd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CFD9863A-883B-2AB3-0A63-5DF7BD7C5041}"/>
              </a:ext>
            </a:extLst>
          </p:cNvPr>
          <p:cNvSpPr/>
          <p:nvPr/>
        </p:nvSpPr>
        <p:spPr>
          <a:xfrm>
            <a:off x="6816967" y="4675330"/>
            <a:ext cx="888663" cy="888663"/>
          </a:xfrm>
          <a:prstGeom prst="ellipse">
            <a:avLst/>
          </a:prstGeom>
          <a:blipFill>
            <a:blip r:embed="R2d38c3d228834fbc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r="129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7250E62C-F40F-7820-B0C1-021D59913635}"/>
              </a:ext>
            </a:extLst>
          </p:cNvPr>
          <p:cNvSpPr/>
          <p:nvPr/>
        </p:nvSpPr>
        <p:spPr>
          <a:xfrm>
            <a:off x="9236426" y="4675330"/>
            <a:ext cx="888663" cy="888663"/>
          </a:xfrm>
          <a:prstGeom prst="ellipse">
            <a:avLst/>
          </a:prstGeom>
          <a:blipFill>
            <a:blip r:embed="Rf685e9b3340c41bd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E23992D-844C-4E34-7B13-485C990983B6}"/>
              </a:ext>
            </a:extLst>
          </p:cNvPr>
          <p:cNvSpPr txBox="1"/>
          <p:nvPr/>
        </p:nvSpPr>
        <p:spPr bwMode="auto">
          <a:xfrm>
            <a:off x="1913423" y="4765716"/>
            <a:ext cx="1162700" cy="70788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4000" b="1">
                <a:solidFill>
                  <a:schemeClr val="bg1"/>
                </a:solidFill>
                <a:cs typeface="+mn-ea"/>
                <a:sym typeface="+mn-lt"/>
              </a:rPr>
              <a:t>1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90E3680-117A-6B0E-95F8-2BF4F2568A65}"/>
              </a:ext>
            </a:extLst>
          </p:cNvPr>
          <p:cNvSpPr txBox="1"/>
          <p:nvPr/>
        </p:nvSpPr>
        <p:spPr bwMode="auto">
          <a:xfrm>
            <a:off x="4316274" y="4765716"/>
            <a:ext cx="1162700" cy="70788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4000" b="1">
                <a:solidFill>
                  <a:schemeClr val="bg1"/>
                </a:solidFill>
                <a:cs typeface="+mn-ea"/>
                <a:sym typeface="+mn-lt"/>
              </a:rPr>
              <a:t>2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42CFD1D6-F674-BB65-2398-F82BA1741B2E}"/>
              </a:ext>
            </a:extLst>
          </p:cNvPr>
          <p:cNvSpPr txBox="1"/>
          <p:nvPr/>
        </p:nvSpPr>
        <p:spPr bwMode="auto">
          <a:xfrm>
            <a:off x="6679947" y="4765716"/>
            <a:ext cx="1162700" cy="70788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4000" b="1">
                <a:solidFill>
                  <a:schemeClr val="bg1"/>
                </a:solidFill>
                <a:cs typeface="+mn-ea"/>
                <a:sym typeface="+mn-lt"/>
              </a:rPr>
              <a:t>3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F4E3DF3-1300-DB3D-EDA8-C5E5F9A8B56D}"/>
              </a:ext>
            </a:extLst>
          </p:cNvPr>
          <p:cNvSpPr txBox="1"/>
          <p:nvPr/>
        </p:nvSpPr>
        <p:spPr bwMode="auto">
          <a:xfrm>
            <a:off x="9099407" y="4765716"/>
            <a:ext cx="1162700" cy="70788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4000" b="1">
                <a:solidFill>
                  <a:schemeClr val="bg1"/>
                </a:solidFill>
                <a:cs typeface="+mn-ea"/>
                <a:sym typeface="+mn-lt"/>
              </a:rPr>
              <a:t>4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AC4F99F0-5A00-FA54-FA11-585C8A47D509}"/>
              </a:ext>
            </a:extLst>
          </p:cNvPr>
          <p:cNvGrpSpPr/>
          <p:nvPr/>
        </p:nvGrpSpPr>
        <p:grpSpPr>
          <a:xfrm>
            <a:off x="4129065" y="2890635"/>
            <a:ext cx="1537121" cy="1475460"/>
            <a:chOff x="9082814" y="1562068"/>
            <a:chExt cx="1415361" cy="1475460"/>
          </a:xfrm>
        </p:grpSpPr>
        <p:sp>
          <p:nvSpPr>
            <p:cNvPr id="56" name="PA-矩形 4">
              <a:extLst>
                <a:ext uri="{FF2B5EF4-FFF2-40B4-BE49-F238E27FC236}">
                  <a16:creationId xmlns:a16="http://schemas.microsoft.com/office/drawing/2014/main" id="{5190B78D-176F-C220-23B5-84EFF15DA179}"/>
                </a:ext>
              </a:extLst>
            </p:cNvPr>
            <p:cNvSpPr>
              <a:spLocks noChangeArrowheads="1"/>
            </p:cNvSpPr>
            <p:nvPr>
              <p:custDataLst>
                <p:tags r:id="R12b4716bd52442b9"/>
              </p:custDataLst>
            </p:nvPr>
          </p:nvSpPr>
          <p:spPr bwMode="auto">
            <a:xfrm>
              <a:off x="9110881" y="1562068"/>
              <a:ext cx="13592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57" name="PA-矩形 4">
              <a:extLst>
                <a:ext uri="{FF2B5EF4-FFF2-40B4-BE49-F238E27FC236}">
                  <a16:creationId xmlns:a16="http://schemas.microsoft.com/office/drawing/2014/main" id="{B5E3A8C5-17D3-0949-8EE6-0DE38B309A20}"/>
                </a:ext>
              </a:extLst>
            </p:cNvPr>
            <p:cNvSpPr>
              <a:spLocks noChangeArrowheads="1"/>
            </p:cNvSpPr>
            <p:nvPr>
              <p:custDataLst>
                <p:tags r:id="Rec9459afed664c35"/>
              </p:custDataLst>
            </p:nvPr>
          </p:nvSpPr>
          <p:spPr bwMode="auto">
            <a:xfrm>
              <a:off x="9082814" y="2068032"/>
              <a:ext cx="1415361" cy="969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输入您的文本文字，更改文字的颜色或者大X属性</a:t>
              </a:r>
            </a:p>
          </p:txBody>
        </p: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6B857412-C082-114B-1837-A14840BA027F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C6D58C8D-216D-3C0F-56BF-381A1162D389}"/>
              </a:ext>
            </a:extLst>
          </p:cNvPr>
          <p:cNvGrpSpPr/>
          <p:nvPr/>
        </p:nvGrpSpPr>
        <p:grpSpPr>
          <a:xfrm>
            <a:off x="1726214" y="2890635"/>
            <a:ext cx="1537121" cy="1475460"/>
            <a:chOff x="9082814" y="1562068"/>
            <a:chExt cx="1415361" cy="1475460"/>
          </a:xfrm>
        </p:grpSpPr>
        <p:sp>
          <p:nvSpPr>
            <p:cNvPr id="60" name="PA-矩形 4">
              <a:extLst>
                <a:ext uri="{FF2B5EF4-FFF2-40B4-BE49-F238E27FC236}">
                  <a16:creationId xmlns:a16="http://schemas.microsoft.com/office/drawing/2014/main" id="{B0CE0E52-0225-38B4-1DC5-CDD8731DF216}"/>
                </a:ext>
              </a:extLst>
            </p:cNvPr>
            <p:cNvSpPr>
              <a:spLocks noChangeArrowheads="1"/>
            </p:cNvSpPr>
            <p:nvPr>
              <p:custDataLst>
                <p:tags r:id="R40c36dfc3f5c4b56"/>
              </p:custDataLst>
            </p:nvPr>
          </p:nvSpPr>
          <p:spPr bwMode="auto">
            <a:xfrm>
              <a:off x="9110881" y="1562068"/>
              <a:ext cx="13592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61" name="PA-矩形 4">
              <a:extLst>
                <a:ext uri="{FF2B5EF4-FFF2-40B4-BE49-F238E27FC236}">
                  <a16:creationId xmlns:a16="http://schemas.microsoft.com/office/drawing/2014/main" id="{8588125E-70FF-A412-9CAF-BD837D1869EC}"/>
                </a:ext>
              </a:extLst>
            </p:cNvPr>
            <p:cNvSpPr>
              <a:spLocks noChangeArrowheads="1"/>
            </p:cNvSpPr>
            <p:nvPr>
              <p:custDataLst>
                <p:tags r:id="R190b577c53b145f6"/>
              </p:custDataLst>
            </p:nvPr>
          </p:nvSpPr>
          <p:spPr bwMode="auto">
            <a:xfrm>
              <a:off x="9082814" y="2068032"/>
              <a:ext cx="1415361" cy="969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输入您的文本文字，更改文字的颜色或者大X属性</a:t>
              </a:r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8FD3B170-0BCD-B7C5-0C1B-080B06F2ED7B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14F1E65A-006C-C878-22F2-6AE6456852F5}"/>
              </a:ext>
            </a:extLst>
          </p:cNvPr>
          <p:cNvGrpSpPr/>
          <p:nvPr/>
        </p:nvGrpSpPr>
        <p:grpSpPr>
          <a:xfrm>
            <a:off x="8912197" y="2890635"/>
            <a:ext cx="1537121" cy="1475460"/>
            <a:chOff x="9082814" y="1562068"/>
            <a:chExt cx="1415361" cy="1475460"/>
          </a:xfrm>
        </p:grpSpPr>
        <p:sp>
          <p:nvSpPr>
            <p:cNvPr id="64" name="PA-矩形 4">
              <a:extLst>
                <a:ext uri="{FF2B5EF4-FFF2-40B4-BE49-F238E27FC236}">
                  <a16:creationId xmlns:a16="http://schemas.microsoft.com/office/drawing/2014/main" id="{654D23CE-DB89-7A3B-2C8D-4021C3E403AF}"/>
                </a:ext>
              </a:extLst>
            </p:cNvPr>
            <p:cNvSpPr>
              <a:spLocks noChangeArrowheads="1"/>
            </p:cNvSpPr>
            <p:nvPr>
              <p:custDataLst>
                <p:tags r:id="Recb3e21ae1904c41"/>
              </p:custDataLst>
            </p:nvPr>
          </p:nvSpPr>
          <p:spPr bwMode="auto">
            <a:xfrm>
              <a:off x="9110881" y="1562068"/>
              <a:ext cx="13592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65" name="PA-矩形 4">
              <a:extLst>
                <a:ext uri="{FF2B5EF4-FFF2-40B4-BE49-F238E27FC236}">
                  <a16:creationId xmlns:a16="http://schemas.microsoft.com/office/drawing/2014/main" id="{22824D58-DBBA-BFCA-D6AE-9FB416CF1E12}"/>
                </a:ext>
              </a:extLst>
            </p:cNvPr>
            <p:cNvSpPr>
              <a:spLocks noChangeArrowheads="1"/>
            </p:cNvSpPr>
            <p:nvPr>
              <p:custDataLst>
                <p:tags r:id="R522160efe4f94427"/>
              </p:custDataLst>
            </p:nvPr>
          </p:nvSpPr>
          <p:spPr bwMode="auto">
            <a:xfrm>
              <a:off x="9082814" y="2068032"/>
              <a:ext cx="1415361" cy="969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输入您的文本文字，更改文字的颜色或者大X属性</a:t>
              </a:r>
            </a:p>
          </p:txBody>
        </p: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2A743C46-267C-3FC6-45F2-ADB17A5DB0E3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629A427B-9FD0-E53C-3DC6-F135F916A7F2}"/>
              </a:ext>
            </a:extLst>
          </p:cNvPr>
          <p:cNvGrpSpPr/>
          <p:nvPr/>
        </p:nvGrpSpPr>
        <p:grpSpPr>
          <a:xfrm>
            <a:off x="6492738" y="2890635"/>
            <a:ext cx="1537121" cy="1475460"/>
            <a:chOff x="9082814" y="1562068"/>
            <a:chExt cx="1415361" cy="1475460"/>
          </a:xfrm>
        </p:grpSpPr>
        <p:sp>
          <p:nvSpPr>
            <p:cNvPr id="68" name="PA-矩形 4">
              <a:extLst>
                <a:ext uri="{FF2B5EF4-FFF2-40B4-BE49-F238E27FC236}">
                  <a16:creationId xmlns:a16="http://schemas.microsoft.com/office/drawing/2014/main" id="{8FDF1401-F80B-EEF3-7B7B-FE00E3296D51}"/>
                </a:ext>
              </a:extLst>
            </p:cNvPr>
            <p:cNvSpPr>
              <a:spLocks noChangeArrowheads="1"/>
            </p:cNvSpPr>
            <p:nvPr>
              <p:custDataLst>
                <p:tags r:id="R1bc15ac7f3e04d00"/>
              </p:custDataLst>
            </p:nvPr>
          </p:nvSpPr>
          <p:spPr bwMode="auto">
            <a:xfrm>
              <a:off x="9110881" y="1562068"/>
              <a:ext cx="13592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69" name="PA-矩形 4">
              <a:extLst>
                <a:ext uri="{FF2B5EF4-FFF2-40B4-BE49-F238E27FC236}">
                  <a16:creationId xmlns:a16="http://schemas.microsoft.com/office/drawing/2014/main" id="{935B646B-37FC-C94D-4FAF-47810DF21ECA}"/>
                </a:ext>
              </a:extLst>
            </p:cNvPr>
            <p:cNvSpPr>
              <a:spLocks noChangeArrowheads="1"/>
            </p:cNvSpPr>
            <p:nvPr>
              <p:custDataLst>
                <p:tags r:id="R7c9551ac72e34289"/>
              </p:custDataLst>
            </p:nvPr>
          </p:nvSpPr>
          <p:spPr bwMode="auto">
            <a:xfrm>
              <a:off x="9082814" y="2068032"/>
              <a:ext cx="1415361" cy="969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输入您的文本文字，更改文字的颜色或者大X属性</a:t>
              </a:r>
            </a:p>
          </p:txBody>
        </p: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38E645FE-C1CF-57BB-4386-D26866C19EF5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26382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30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10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15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20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25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30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35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40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45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50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55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60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65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70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75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80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2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85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+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7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9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4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9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9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10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4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10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" grpId="0" animBg="1"/>
      <p:bldP spid="4" grpId="0" animBg="1"/>
      <p:bldP spid="17" grpId="0" animBg="1"/>
      <p:bldP spid="5" grpId="0" animBg="1"/>
      <p:bldP spid="10" grpId="0" animBg="1"/>
      <p:bldP spid="26" grpId="0" animBg="1"/>
      <p:bldP spid="47" grpId="0" animBg="1"/>
      <p:bldP spid="48" grpId="0" animBg="1"/>
      <p:bldP spid="49" grpId="0" animBg="1"/>
      <p:bldP spid="50" grpId="0" animBg="1"/>
      <p:bldP spid="51" grpId="0"/>
      <p:bldP spid="52" grpId="0"/>
      <p:bldP spid="53" grpId="0"/>
      <p:bldP spid="5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513B-03E4-B3E8-D65A-40BF466B3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91D06400-7C71-AF08-616D-7A4ABA9F165D}"/>
              </a:ext>
            </a:extLst>
          </p:cNvPr>
          <p:cNvGrpSpPr/>
          <p:nvPr/>
        </p:nvGrpSpPr>
        <p:grpSpPr>
          <a:xfrm>
            <a:off x="3078428" y="43034"/>
            <a:ext cx="6035144" cy="462579"/>
            <a:chOff x="2562160" y="53790"/>
            <a:chExt cx="6035144" cy="46257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5354A85-8EB9-FCAE-1C5F-686064A6658A}"/>
                </a:ext>
              </a:extLst>
            </p:cNvPr>
            <p:cNvSpPr txBox="1"/>
            <p:nvPr/>
          </p:nvSpPr>
          <p:spPr>
            <a:xfrm>
              <a:off x="4048658" y="53790"/>
              <a:ext cx="3062148" cy="462579"/>
            </a:xfrm>
            <a:prstGeom prst="rect">
              <a:avLst/>
            </a:prstGeom>
            <a:noFill/>
            <a:ln w="9525">
              <a:noFill/>
            </a:ln>
            <a:effectLst/>
          </p:spPr>
          <p:txBody>
            <a:bodyPr wrap="square">
              <a:noAutofit/>
            </a:bodyPr>
            <a:lstStyle/>
            <a:p>
              <a:pPr algn="dist"/>
              <a:r>
                <a:rPr lang="zh-CN" altLang="en-US" sz="2800" b="1">
                  <a:solidFill>
                    <a:schemeClr val="bg1"/>
                  </a:solidFill>
                  <a:cs typeface="+mn-ea"/>
                  <a:sym typeface="+mn-lt"/>
                </a:rPr>
                <a:t>峰会活动流程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93E05BF-11D4-DD8E-56C2-55FAC3AD332E}"/>
                </a:ext>
              </a:extLst>
            </p:cNvPr>
            <p:cNvSpPr/>
            <p:nvPr/>
          </p:nvSpPr>
          <p:spPr>
            <a:xfrm>
              <a:off x="2562160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4659CE5-63DD-2611-7278-8AB750945261}"/>
                </a:ext>
              </a:extLst>
            </p:cNvPr>
            <p:cNvSpPr/>
            <p:nvPr/>
          </p:nvSpPr>
          <p:spPr>
            <a:xfrm flipH="1">
              <a:off x="7287453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iṣḷiḋê">
            <a:extLst>
              <a:ext uri="{FF2B5EF4-FFF2-40B4-BE49-F238E27FC236}">
                <a16:creationId xmlns:a16="http://schemas.microsoft.com/office/drawing/2014/main" id="{2027227A-19F2-2493-7A39-44765073BA37}"/>
              </a:ext>
            </a:extLst>
          </p:cNvPr>
          <p:cNvSpPr/>
          <p:nvPr/>
        </p:nvSpPr>
        <p:spPr>
          <a:xfrm>
            <a:off x="1206410" y="1978708"/>
            <a:ext cx="3078193" cy="1023257"/>
          </a:xfrm>
          <a:prstGeom prst="roundRect">
            <a:avLst>
              <a:gd name="adj" fmla="val 10432"/>
            </a:avLst>
          </a:prstGeom>
          <a:blipFill>
            <a:blip r:embed="R0428890dd83748ef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</a:pPr>
            <a:endParaRPr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5" name="íṩļíḍê">
            <a:extLst>
              <a:ext uri="{FF2B5EF4-FFF2-40B4-BE49-F238E27FC236}">
                <a16:creationId xmlns:a16="http://schemas.microsoft.com/office/drawing/2014/main" id="{AC5E01BC-657A-0EF9-B1A5-43568CA632C3}"/>
              </a:ext>
            </a:extLst>
          </p:cNvPr>
          <p:cNvSpPr/>
          <p:nvPr/>
        </p:nvSpPr>
        <p:spPr>
          <a:xfrm>
            <a:off x="1206410" y="3130942"/>
            <a:ext cx="3078193" cy="2469078"/>
          </a:xfrm>
          <a:prstGeom prst="roundRect">
            <a:avLst>
              <a:gd name="adj" fmla="val 6646"/>
            </a:avLst>
          </a:prstGeom>
          <a:blipFill rotWithShape="1">
            <a:blip r:embed="R7259c5831114406b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</a:pPr>
            <a:endParaRPr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íS1iḍè">
            <a:extLst>
              <a:ext uri="{FF2B5EF4-FFF2-40B4-BE49-F238E27FC236}">
                <a16:creationId xmlns:a16="http://schemas.microsoft.com/office/drawing/2014/main" id="{904F3B61-0065-A540-60CB-DC0ECF1E2C38}"/>
              </a:ext>
            </a:extLst>
          </p:cNvPr>
          <p:cNvSpPr/>
          <p:nvPr/>
        </p:nvSpPr>
        <p:spPr>
          <a:xfrm>
            <a:off x="4414925" y="1978706"/>
            <a:ext cx="3378393" cy="3621314"/>
          </a:xfrm>
          <a:prstGeom prst="roundRect">
            <a:avLst>
              <a:gd name="adj" fmla="val 4248"/>
            </a:avLst>
          </a:prstGeom>
          <a:blipFill rotWithShape="1">
            <a:blip r:embed="R4cf7b848b52e48fd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</a:pPr>
            <a:endParaRPr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iṥľïḍê">
            <a:extLst>
              <a:ext uri="{FF2B5EF4-FFF2-40B4-BE49-F238E27FC236}">
                <a16:creationId xmlns:a16="http://schemas.microsoft.com/office/drawing/2014/main" id="{24BD0092-855B-D65B-F855-6DB4C8CA6E81}"/>
              </a:ext>
            </a:extLst>
          </p:cNvPr>
          <p:cNvSpPr/>
          <p:nvPr/>
        </p:nvSpPr>
        <p:spPr>
          <a:xfrm>
            <a:off x="7923640" y="1978706"/>
            <a:ext cx="3078193" cy="2469078"/>
          </a:xfrm>
          <a:prstGeom prst="roundRect">
            <a:avLst>
              <a:gd name="adj" fmla="val 4032"/>
            </a:avLst>
          </a:prstGeom>
          <a:blipFill>
            <a:blip r:embed="R18e69b66483e4fa1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</a:pPr>
            <a:endParaRPr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íṩļïďe">
            <a:extLst>
              <a:ext uri="{FF2B5EF4-FFF2-40B4-BE49-F238E27FC236}">
                <a16:creationId xmlns:a16="http://schemas.microsoft.com/office/drawing/2014/main" id="{FC8EA886-0F51-8F5A-DCCD-52F31814EDA1}"/>
              </a:ext>
            </a:extLst>
          </p:cNvPr>
          <p:cNvSpPr/>
          <p:nvPr/>
        </p:nvSpPr>
        <p:spPr>
          <a:xfrm>
            <a:off x="7923640" y="4576765"/>
            <a:ext cx="3078193" cy="1023257"/>
          </a:xfrm>
          <a:prstGeom prst="roundRect">
            <a:avLst>
              <a:gd name="adj" fmla="val 8354"/>
            </a:avLst>
          </a:prstGeom>
          <a:blipFill>
            <a:blip r:embed="R100a37c388eb4d41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</a:pPr>
            <a:endParaRPr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EAD5E8E-0EA5-CA14-7FA0-A7993BE334D0}"/>
              </a:ext>
            </a:extLst>
          </p:cNvPr>
          <p:cNvGrpSpPr/>
          <p:nvPr/>
        </p:nvGrpSpPr>
        <p:grpSpPr>
          <a:xfrm>
            <a:off x="8084510" y="4694879"/>
            <a:ext cx="2784999" cy="754052"/>
            <a:chOff x="1541719" y="2349127"/>
            <a:chExt cx="2784999" cy="754052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0BFC7DA4-46BE-286E-8F48-D5533E173B2B}"/>
                </a:ext>
              </a:extLst>
            </p:cNvPr>
            <p:cNvSpPr txBox="1"/>
            <p:nvPr/>
          </p:nvSpPr>
          <p:spPr>
            <a:xfrm>
              <a:off x="1541719" y="2349127"/>
              <a:ext cx="21337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eaLnBrk="1" hangingPunct="1"/>
              <a:r>
                <a:rPr lang="zh-CN" altLang="en-US" sz="2400" b="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6E01530A-8DE8-CB1F-8BDA-2E3D6F512699}"/>
                </a:ext>
              </a:extLst>
            </p:cNvPr>
            <p:cNvSpPr txBox="1"/>
            <p:nvPr/>
          </p:nvSpPr>
          <p:spPr>
            <a:xfrm>
              <a:off x="1541719" y="2687681"/>
              <a:ext cx="2784999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400">
                  <a:solidFill>
                    <a:schemeClr val="bg1"/>
                  </a:solidFill>
                  <a:cs typeface="+mn-ea"/>
                  <a:sym typeface="+mn-lt"/>
                </a:rPr>
                <a:t>输入您的文本文字，更改文字</a:t>
              </a:r>
              <a:endParaRPr lang="en-US" altLang="zh-CN" sz="1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9A46E9B0-D014-54CF-DF81-7BA0AAAA741D}"/>
              </a:ext>
            </a:extLst>
          </p:cNvPr>
          <p:cNvGrpSpPr/>
          <p:nvPr/>
        </p:nvGrpSpPr>
        <p:grpSpPr>
          <a:xfrm>
            <a:off x="1353006" y="2099458"/>
            <a:ext cx="2784999" cy="754052"/>
            <a:chOff x="1541719" y="2349127"/>
            <a:chExt cx="2784999" cy="754052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06A3DED0-0389-A423-7665-824BD7BD4F22}"/>
                </a:ext>
              </a:extLst>
            </p:cNvPr>
            <p:cNvSpPr txBox="1"/>
            <p:nvPr/>
          </p:nvSpPr>
          <p:spPr>
            <a:xfrm>
              <a:off x="1541719" y="2349127"/>
              <a:ext cx="21337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eaLnBrk="1" hangingPunct="1"/>
              <a:r>
                <a:rPr lang="zh-CN" altLang="en-US" sz="2400" b="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9432AC8-0DB6-A4F3-047E-569D3AD9B746}"/>
                </a:ext>
              </a:extLst>
            </p:cNvPr>
            <p:cNvSpPr txBox="1"/>
            <p:nvPr/>
          </p:nvSpPr>
          <p:spPr>
            <a:xfrm>
              <a:off x="1541719" y="2687681"/>
              <a:ext cx="2784999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400">
                  <a:solidFill>
                    <a:schemeClr val="bg1"/>
                  </a:solidFill>
                  <a:cs typeface="+mn-ea"/>
                  <a:sym typeface="+mn-lt"/>
                </a:rPr>
                <a:t>输入您的文本文字，更改文字</a:t>
              </a:r>
              <a:endParaRPr lang="en-US" altLang="zh-CN" sz="1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341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30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5" grpId="0" bldLvl="0" animBg="1"/>
      <p:bldP spid="16" grpId="0" bldLvl="0" animBg="1"/>
      <p:bldP spid="18" grpId="0" animBg="1"/>
      <p:bldP spid="19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F26AF-AABF-89CE-DD8C-FEE5A6783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AD0534B7-60CB-07B6-55BA-E2BB8298FFD2}"/>
              </a:ext>
            </a:extLst>
          </p:cNvPr>
          <p:cNvGrpSpPr/>
          <p:nvPr/>
        </p:nvGrpSpPr>
        <p:grpSpPr>
          <a:xfrm>
            <a:off x="3078428" y="43034"/>
            <a:ext cx="6035144" cy="462579"/>
            <a:chOff x="2562160" y="53790"/>
            <a:chExt cx="6035144" cy="46257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FBACBCA-B365-041B-CB1C-8257D8D3C63E}"/>
                </a:ext>
              </a:extLst>
            </p:cNvPr>
            <p:cNvSpPr txBox="1"/>
            <p:nvPr/>
          </p:nvSpPr>
          <p:spPr>
            <a:xfrm>
              <a:off x="4048658" y="53790"/>
              <a:ext cx="3062148" cy="462579"/>
            </a:xfrm>
            <a:prstGeom prst="rect">
              <a:avLst/>
            </a:prstGeom>
            <a:noFill/>
            <a:ln w="9525">
              <a:noFill/>
            </a:ln>
            <a:effectLst/>
          </p:spPr>
          <p:txBody>
            <a:bodyPr wrap="square">
              <a:noAutofit/>
            </a:bodyPr>
            <a:lstStyle/>
            <a:p>
              <a:pPr algn="dist"/>
              <a:r>
                <a:rPr lang="zh-CN" altLang="en-US" sz="2800" b="1">
                  <a:solidFill>
                    <a:schemeClr val="bg1"/>
                  </a:solidFill>
                  <a:cs typeface="+mn-ea"/>
                  <a:sym typeface="+mn-lt"/>
                </a:rPr>
                <a:t>峰会活动流程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95F4F09-53C1-04E5-A5E2-60EB3120DF0B}"/>
                </a:ext>
              </a:extLst>
            </p:cNvPr>
            <p:cNvSpPr/>
            <p:nvPr/>
          </p:nvSpPr>
          <p:spPr>
            <a:xfrm>
              <a:off x="2562160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CD74239-7612-CC72-2F52-4F76D12357EC}"/>
                </a:ext>
              </a:extLst>
            </p:cNvPr>
            <p:cNvSpPr/>
            <p:nvPr/>
          </p:nvSpPr>
          <p:spPr>
            <a:xfrm flipH="1">
              <a:off x="7287453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0E3F28CA-A8BD-0A95-56C5-2650EC7E5D24}"/>
              </a:ext>
            </a:extLst>
          </p:cNvPr>
          <p:cNvGrpSpPr/>
          <p:nvPr/>
        </p:nvGrpSpPr>
        <p:grpSpPr>
          <a:xfrm>
            <a:off x="2662127" y="2528068"/>
            <a:ext cx="6867747" cy="2615433"/>
            <a:chOff x="2160896" y="2146301"/>
            <a:chExt cx="7870210" cy="29972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8411BFF7-AAF1-A03A-7E61-F5E5FDD16C31}"/>
                </a:ext>
              </a:extLst>
            </p:cNvPr>
            <p:cNvGrpSpPr/>
            <p:nvPr/>
          </p:nvGrpSpPr>
          <p:grpSpPr>
            <a:xfrm>
              <a:off x="2160896" y="2146301"/>
              <a:ext cx="7870210" cy="2997200"/>
              <a:chOff x="3175" y="1717679"/>
              <a:chExt cx="12188825" cy="4641851"/>
            </a:xfrm>
            <a:blipFill>
              <a:blip r:embed="R164827216f494bed"/>
              <a:stretch>
                <a:fillRect l="-30538" r="-30310"/>
              </a:stretch>
            </a:blipFill>
          </p:grpSpPr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8F3D3CDA-6660-2A0B-DE5F-3D25ABD1FC17}"/>
                  </a:ext>
                </a:extLst>
              </p:cNvPr>
              <p:cNvSpPr/>
              <p:nvPr/>
            </p:nvSpPr>
            <p:spPr bwMode="auto">
              <a:xfrm>
                <a:off x="6223000" y="1755404"/>
                <a:ext cx="5969000" cy="2221288"/>
              </a:xfrm>
              <a:custGeom>
                <a:avLst/>
                <a:gdLst>
                  <a:gd name="connsiteX0" fmla="*/ 357144 w 5969000"/>
                  <a:gd name="connsiteY0" fmla="*/ 222 h 2221288"/>
                  <a:gd name="connsiteX1" fmla="*/ 441676 w 5969000"/>
                  <a:gd name="connsiteY1" fmla="*/ 7008 h 2221288"/>
                  <a:gd name="connsiteX2" fmla="*/ 2215864 w 5969000"/>
                  <a:gd name="connsiteY2" fmla="*/ 1848514 h 2221288"/>
                  <a:gd name="connsiteX3" fmla="*/ 5969000 w 5969000"/>
                  <a:gd name="connsiteY3" fmla="*/ 1848514 h 2221288"/>
                  <a:gd name="connsiteX4" fmla="*/ 5969000 w 5969000"/>
                  <a:gd name="connsiteY4" fmla="*/ 2221288 h 2221288"/>
                  <a:gd name="connsiteX5" fmla="*/ 5950799 w 5969000"/>
                  <a:gd name="connsiteY5" fmla="*/ 2221288 h 2221288"/>
                  <a:gd name="connsiteX6" fmla="*/ 2245808 w 5969000"/>
                  <a:gd name="connsiteY6" fmla="*/ 2221288 h 2221288"/>
                  <a:gd name="connsiteX7" fmla="*/ 1553351 w 5969000"/>
                  <a:gd name="connsiteY7" fmla="*/ 2221288 h 2221288"/>
                  <a:gd name="connsiteX8" fmla="*/ 1497206 w 5969000"/>
                  <a:gd name="connsiteY8" fmla="*/ 2221288 h 2221288"/>
                  <a:gd name="connsiteX9" fmla="*/ 1497206 w 5969000"/>
                  <a:gd name="connsiteY9" fmla="*/ 2198922 h 2221288"/>
                  <a:gd name="connsiteX10" fmla="*/ 299441 w 5969000"/>
                  <a:gd name="connsiteY10" fmla="*/ 737646 h 2221288"/>
                  <a:gd name="connsiteX11" fmla="*/ 0 w 5969000"/>
                  <a:gd name="connsiteY11" fmla="*/ 376055 h 2221288"/>
                  <a:gd name="connsiteX12" fmla="*/ 0 w 5969000"/>
                  <a:gd name="connsiteY12" fmla="*/ 368599 h 2221288"/>
                  <a:gd name="connsiteX13" fmla="*/ 357144 w 5969000"/>
                  <a:gd name="connsiteY13" fmla="*/ 222 h 2221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969000" h="2221288">
                    <a:moveTo>
                      <a:pt x="357144" y="222"/>
                    </a:moveTo>
                    <a:cubicBezTo>
                      <a:pt x="384829" y="-739"/>
                      <a:pt x="413135" y="1416"/>
                      <a:pt x="441676" y="7008"/>
                    </a:cubicBezTo>
                    <a:cubicBezTo>
                      <a:pt x="1354971" y="189667"/>
                      <a:pt x="2069887" y="924033"/>
                      <a:pt x="2215864" y="1848514"/>
                    </a:cubicBezTo>
                    <a:lnTo>
                      <a:pt x="5969000" y="1848514"/>
                    </a:lnTo>
                    <a:lnTo>
                      <a:pt x="5969000" y="2221288"/>
                    </a:lnTo>
                    <a:lnTo>
                      <a:pt x="5950799" y="2221288"/>
                    </a:lnTo>
                    <a:cubicBezTo>
                      <a:pt x="5694220" y="2221288"/>
                      <a:pt x="4873170" y="2221288"/>
                      <a:pt x="2245808" y="2221288"/>
                    </a:cubicBezTo>
                    <a:cubicBezTo>
                      <a:pt x="2245808" y="2221288"/>
                      <a:pt x="2245808" y="2221288"/>
                      <a:pt x="1553351" y="2221288"/>
                    </a:cubicBezTo>
                    <a:cubicBezTo>
                      <a:pt x="1553351" y="2221288"/>
                      <a:pt x="1553351" y="2221288"/>
                      <a:pt x="1497206" y="2221288"/>
                    </a:cubicBezTo>
                    <a:cubicBezTo>
                      <a:pt x="1497206" y="2213833"/>
                      <a:pt x="1497206" y="2206377"/>
                      <a:pt x="1497206" y="2198922"/>
                    </a:cubicBezTo>
                    <a:cubicBezTo>
                      <a:pt x="1497206" y="1479467"/>
                      <a:pt x="984413" y="879300"/>
                      <a:pt x="299441" y="737646"/>
                    </a:cubicBezTo>
                    <a:cubicBezTo>
                      <a:pt x="127263" y="704096"/>
                      <a:pt x="0" y="554986"/>
                      <a:pt x="0" y="376055"/>
                    </a:cubicBezTo>
                    <a:cubicBezTo>
                      <a:pt x="0" y="376055"/>
                      <a:pt x="0" y="376055"/>
                      <a:pt x="0" y="368599"/>
                    </a:cubicBezTo>
                    <a:cubicBezTo>
                      <a:pt x="0" y="166369"/>
                      <a:pt x="163348" y="6950"/>
                      <a:pt x="357144" y="22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solidFill>
                    <a:schemeClr val="lt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" name="Freeform 7">
                <a:extLst>
                  <a:ext uri="{FF2B5EF4-FFF2-40B4-BE49-F238E27FC236}">
                    <a16:creationId xmlns:a16="http://schemas.microsoft.com/office/drawing/2014/main" id="{AEC97D21-B359-D140-AEA9-7E3C0F3AE55A}"/>
                  </a:ext>
                </a:extLst>
              </p:cNvPr>
              <p:cNvSpPr/>
              <p:nvPr/>
            </p:nvSpPr>
            <p:spPr bwMode="auto">
              <a:xfrm>
                <a:off x="3175" y="4141792"/>
                <a:ext cx="6070600" cy="2217738"/>
              </a:xfrm>
              <a:custGeom>
                <a:avLst/>
                <a:gdLst>
                  <a:gd name="T0" fmla="*/ 1542 w 1622"/>
                  <a:gd name="T1" fmla="*/ 386 h 595"/>
                  <a:gd name="T2" fmla="*/ 1222 w 1622"/>
                  <a:gd name="T3" fmla="*/ 0 h 595"/>
                  <a:gd name="T4" fmla="*/ 1191 w 1622"/>
                  <a:gd name="T5" fmla="*/ 0 h 595"/>
                  <a:gd name="T6" fmla="*/ 1022 w 1622"/>
                  <a:gd name="T7" fmla="*/ 0 h 595"/>
                  <a:gd name="T8" fmla="*/ 0 w 1622"/>
                  <a:gd name="T9" fmla="*/ 0 h 595"/>
                  <a:gd name="T10" fmla="*/ 0 w 1622"/>
                  <a:gd name="T11" fmla="*/ 100 h 595"/>
                  <a:gd name="T12" fmla="*/ 1031 w 1622"/>
                  <a:gd name="T13" fmla="*/ 100 h 595"/>
                  <a:gd name="T14" fmla="*/ 1504 w 1622"/>
                  <a:gd name="T15" fmla="*/ 583 h 595"/>
                  <a:gd name="T16" fmla="*/ 1622 w 1622"/>
                  <a:gd name="T17" fmla="*/ 485 h 595"/>
                  <a:gd name="T18" fmla="*/ 1622 w 1622"/>
                  <a:gd name="T19" fmla="*/ 483 h 595"/>
                  <a:gd name="T20" fmla="*/ 1542 w 1622"/>
                  <a:gd name="T21" fmla="*/ 386 h 5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22" h="595">
                    <a:moveTo>
                      <a:pt x="1542" y="386"/>
                    </a:moveTo>
                    <a:cubicBezTo>
                      <a:pt x="1361" y="350"/>
                      <a:pt x="1224" y="191"/>
                      <a:pt x="1222" y="0"/>
                    </a:cubicBezTo>
                    <a:cubicBezTo>
                      <a:pt x="1191" y="0"/>
                      <a:pt x="1191" y="0"/>
                      <a:pt x="1191" y="0"/>
                    </a:cubicBezTo>
                    <a:cubicBezTo>
                      <a:pt x="1022" y="0"/>
                      <a:pt x="1022" y="0"/>
                      <a:pt x="102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00"/>
                      <a:pt x="0" y="100"/>
                      <a:pt x="0" y="100"/>
                    </a:cubicBezTo>
                    <a:cubicBezTo>
                      <a:pt x="1031" y="100"/>
                      <a:pt x="1031" y="100"/>
                      <a:pt x="1031" y="100"/>
                    </a:cubicBezTo>
                    <a:cubicBezTo>
                      <a:pt x="1074" y="343"/>
                      <a:pt x="1263" y="535"/>
                      <a:pt x="1504" y="583"/>
                    </a:cubicBezTo>
                    <a:cubicBezTo>
                      <a:pt x="1565" y="595"/>
                      <a:pt x="1622" y="548"/>
                      <a:pt x="1622" y="485"/>
                    </a:cubicBezTo>
                    <a:cubicBezTo>
                      <a:pt x="1622" y="483"/>
                      <a:pt x="1622" y="483"/>
                      <a:pt x="1622" y="483"/>
                    </a:cubicBezTo>
                    <a:cubicBezTo>
                      <a:pt x="1622" y="436"/>
                      <a:pt x="1588" y="396"/>
                      <a:pt x="1542" y="386"/>
                    </a:cubicBezTo>
                    <a:close/>
                  </a:path>
                </a:pathLst>
              </a:custGeom>
              <a:blipFill>
                <a:blip r:embed="R0e881007d0d44cb3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solidFill>
                    <a:schemeClr val="lt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Freeform 8">
                <a:extLst>
                  <a:ext uri="{FF2B5EF4-FFF2-40B4-BE49-F238E27FC236}">
                    <a16:creationId xmlns:a16="http://schemas.microsoft.com/office/drawing/2014/main" id="{A1BDCE45-E9B9-8776-808B-C34B4024A20C}"/>
                  </a:ext>
                </a:extLst>
              </p:cNvPr>
              <p:cNvSpPr/>
              <p:nvPr/>
            </p:nvSpPr>
            <p:spPr bwMode="auto">
              <a:xfrm>
                <a:off x="2233613" y="1717679"/>
                <a:ext cx="3840163" cy="2259013"/>
              </a:xfrm>
              <a:custGeom>
                <a:avLst/>
                <a:gdLst>
                  <a:gd name="T0" fmla="*/ 907 w 1026"/>
                  <a:gd name="T1" fmla="*/ 12 h 606"/>
                  <a:gd name="T2" fmla="*/ 433 w 1026"/>
                  <a:gd name="T3" fmla="*/ 506 h 606"/>
                  <a:gd name="T4" fmla="*/ 50 w 1026"/>
                  <a:gd name="T5" fmla="*/ 506 h 606"/>
                  <a:gd name="T6" fmla="*/ 0 w 1026"/>
                  <a:gd name="T7" fmla="*/ 556 h 606"/>
                  <a:gd name="T8" fmla="*/ 50 w 1026"/>
                  <a:gd name="T9" fmla="*/ 606 h 606"/>
                  <a:gd name="T10" fmla="*/ 426 w 1026"/>
                  <a:gd name="T11" fmla="*/ 606 h 606"/>
                  <a:gd name="T12" fmla="*/ 595 w 1026"/>
                  <a:gd name="T13" fmla="*/ 606 h 606"/>
                  <a:gd name="T14" fmla="*/ 626 w 1026"/>
                  <a:gd name="T15" fmla="*/ 606 h 606"/>
                  <a:gd name="T16" fmla="*/ 626 w 1026"/>
                  <a:gd name="T17" fmla="*/ 600 h 606"/>
                  <a:gd name="T18" fmla="*/ 945 w 1026"/>
                  <a:gd name="T19" fmla="*/ 208 h 606"/>
                  <a:gd name="T20" fmla="*/ 1026 w 1026"/>
                  <a:gd name="T21" fmla="*/ 111 h 606"/>
                  <a:gd name="T22" fmla="*/ 1026 w 1026"/>
                  <a:gd name="T23" fmla="*/ 109 h 606"/>
                  <a:gd name="T24" fmla="*/ 907 w 1026"/>
                  <a:gd name="T25" fmla="*/ 12 h 6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26" h="606">
                    <a:moveTo>
                      <a:pt x="907" y="12"/>
                    </a:moveTo>
                    <a:cubicBezTo>
                      <a:pt x="663" y="61"/>
                      <a:pt x="472" y="258"/>
                      <a:pt x="433" y="506"/>
                    </a:cubicBezTo>
                    <a:cubicBezTo>
                      <a:pt x="50" y="506"/>
                      <a:pt x="50" y="506"/>
                      <a:pt x="50" y="506"/>
                    </a:cubicBezTo>
                    <a:cubicBezTo>
                      <a:pt x="22" y="506"/>
                      <a:pt x="0" y="528"/>
                      <a:pt x="0" y="556"/>
                    </a:cubicBezTo>
                    <a:cubicBezTo>
                      <a:pt x="0" y="584"/>
                      <a:pt x="22" y="606"/>
                      <a:pt x="50" y="606"/>
                    </a:cubicBezTo>
                    <a:cubicBezTo>
                      <a:pt x="426" y="606"/>
                      <a:pt x="426" y="606"/>
                      <a:pt x="426" y="606"/>
                    </a:cubicBezTo>
                    <a:cubicBezTo>
                      <a:pt x="595" y="606"/>
                      <a:pt x="595" y="606"/>
                      <a:pt x="595" y="606"/>
                    </a:cubicBezTo>
                    <a:cubicBezTo>
                      <a:pt x="626" y="606"/>
                      <a:pt x="626" y="606"/>
                      <a:pt x="626" y="606"/>
                    </a:cubicBezTo>
                    <a:cubicBezTo>
                      <a:pt x="626" y="604"/>
                      <a:pt x="626" y="602"/>
                      <a:pt x="626" y="600"/>
                    </a:cubicBezTo>
                    <a:cubicBezTo>
                      <a:pt x="626" y="407"/>
                      <a:pt x="763" y="246"/>
                      <a:pt x="945" y="208"/>
                    </a:cubicBezTo>
                    <a:cubicBezTo>
                      <a:pt x="992" y="199"/>
                      <a:pt x="1026" y="159"/>
                      <a:pt x="1026" y="111"/>
                    </a:cubicBezTo>
                    <a:cubicBezTo>
                      <a:pt x="1026" y="109"/>
                      <a:pt x="1026" y="109"/>
                      <a:pt x="1026" y="109"/>
                    </a:cubicBezTo>
                    <a:cubicBezTo>
                      <a:pt x="1026" y="47"/>
                      <a:pt x="969" y="0"/>
                      <a:pt x="907" y="12"/>
                    </a:cubicBezTo>
                    <a:close/>
                  </a:path>
                </a:pathLst>
              </a:custGeom>
              <a:blipFill>
                <a:blip r:embed="R7c4df88922584ba7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solidFill>
                    <a:schemeClr val="lt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7" name="Freeform 9">
                <a:extLst>
                  <a:ext uri="{FF2B5EF4-FFF2-40B4-BE49-F238E27FC236}">
                    <a16:creationId xmlns:a16="http://schemas.microsoft.com/office/drawing/2014/main" id="{4796FC24-4E9C-D8A5-B6AC-7F2580E324CB}"/>
                  </a:ext>
                </a:extLst>
              </p:cNvPr>
              <p:cNvSpPr/>
              <p:nvPr/>
            </p:nvSpPr>
            <p:spPr bwMode="auto">
              <a:xfrm>
                <a:off x="6223000" y="4141792"/>
                <a:ext cx="3810000" cy="2217738"/>
              </a:xfrm>
              <a:custGeom>
                <a:avLst/>
                <a:gdLst>
                  <a:gd name="T0" fmla="*/ 968 w 1018"/>
                  <a:gd name="T1" fmla="*/ 0 h 595"/>
                  <a:gd name="T2" fmla="*/ 600 w 1018"/>
                  <a:gd name="T3" fmla="*/ 0 h 595"/>
                  <a:gd name="T4" fmla="*/ 423 w 1018"/>
                  <a:gd name="T5" fmla="*/ 0 h 595"/>
                  <a:gd name="T6" fmla="*/ 400 w 1018"/>
                  <a:gd name="T7" fmla="*/ 0 h 595"/>
                  <a:gd name="T8" fmla="*/ 80 w 1018"/>
                  <a:gd name="T9" fmla="*/ 386 h 595"/>
                  <a:gd name="T10" fmla="*/ 0 w 1018"/>
                  <a:gd name="T11" fmla="*/ 483 h 595"/>
                  <a:gd name="T12" fmla="*/ 0 w 1018"/>
                  <a:gd name="T13" fmla="*/ 485 h 595"/>
                  <a:gd name="T14" fmla="*/ 118 w 1018"/>
                  <a:gd name="T15" fmla="*/ 583 h 595"/>
                  <a:gd name="T16" fmla="*/ 590 w 1018"/>
                  <a:gd name="T17" fmla="*/ 100 h 595"/>
                  <a:gd name="T18" fmla="*/ 968 w 1018"/>
                  <a:gd name="T19" fmla="*/ 100 h 595"/>
                  <a:gd name="T20" fmla="*/ 1018 w 1018"/>
                  <a:gd name="T21" fmla="*/ 50 h 595"/>
                  <a:gd name="T22" fmla="*/ 968 w 1018"/>
                  <a:gd name="T23" fmla="*/ 0 h 5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18" h="595">
                    <a:moveTo>
                      <a:pt x="968" y="0"/>
                    </a:moveTo>
                    <a:cubicBezTo>
                      <a:pt x="600" y="0"/>
                      <a:pt x="600" y="0"/>
                      <a:pt x="600" y="0"/>
                    </a:cubicBezTo>
                    <a:cubicBezTo>
                      <a:pt x="423" y="0"/>
                      <a:pt x="423" y="0"/>
                      <a:pt x="423" y="0"/>
                    </a:cubicBezTo>
                    <a:cubicBezTo>
                      <a:pt x="400" y="0"/>
                      <a:pt x="400" y="0"/>
                      <a:pt x="400" y="0"/>
                    </a:cubicBezTo>
                    <a:cubicBezTo>
                      <a:pt x="397" y="191"/>
                      <a:pt x="261" y="350"/>
                      <a:pt x="80" y="386"/>
                    </a:cubicBezTo>
                    <a:cubicBezTo>
                      <a:pt x="33" y="396"/>
                      <a:pt x="0" y="436"/>
                      <a:pt x="0" y="483"/>
                    </a:cubicBezTo>
                    <a:cubicBezTo>
                      <a:pt x="0" y="485"/>
                      <a:pt x="0" y="485"/>
                      <a:pt x="0" y="485"/>
                    </a:cubicBezTo>
                    <a:cubicBezTo>
                      <a:pt x="0" y="548"/>
                      <a:pt x="57" y="595"/>
                      <a:pt x="118" y="583"/>
                    </a:cubicBezTo>
                    <a:cubicBezTo>
                      <a:pt x="359" y="535"/>
                      <a:pt x="547" y="343"/>
                      <a:pt x="590" y="100"/>
                    </a:cubicBezTo>
                    <a:cubicBezTo>
                      <a:pt x="968" y="100"/>
                      <a:pt x="968" y="100"/>
                      <a:pt x="968" y="100"/>
                    </a:cubicBezTo>
                    <a:cubicBezTo>
                      <a:pt x="996" y="100"/>
                      <a:pt x="1018" y="78"/>
                      <a:pt x="1018" y="50"/>
                    </a:cubicBezTo>
                    <a:cubicBezTo>
                      <a:pt x="1018" y="22"/>
                      <a:pt x="996" y="0"/>
                      <a:pt x="96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>
                  <a:solidFill>
                    <a:schemeClr val="lt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20A4077-E9BF-320A-BD66-75639CE26015}"/>
                </a:ext>
              </a:extLst>
            </p:cNvPr>
            <p:cNvSpPr txBox="1"/>
            <p:nvPr/>
          </p:nvSpPr>
          <p:spPr>
            <a:xfrm>
              <a:off x="5147127" y="3127034"/>
              <a:ext cx="2117274" cy="9522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b="1" spc="600">
                  <a:blipFill>
                    <a:blip r:embed="R164827216f494bed"/>
                    <a:stretch>
                      <a:fillRect l="-30538" r="-30310"/>
                    </a:stretch>
                  </a:blipFill>
                  <a:cs typeface="+mn-ea"/>
                  <a:sym typeface="+mn-lt"/>
                </a:rPr>
                <a:t>98</a:t>
              </a:r>
              <a:r>
                <a:rPr lang="en-US" altLang="zh-CN" sz="3600" b="1" spc="600">
                  <a:blipFill>
                    <a:blip r:embed="R164827216f494bed"/>
                    <a:stretch>
                      <a:fillRect l="-30538" r="-30310"/>
                    </a:stretch>
                  </a:blipFill>
                  <a:cs typeface="+mn-ea"/>
                  <a:sym typeface="+mn-lt"/>
                </a:rPr>
                <a:t>%</a:t>
              </a:r>
              <a:endParaRPr lang="zh-CN" altLang="en-US" sz="4800" b="1" spc="600">
                <a:blipFill>
                  <a:blip r:embed="R164827216f494bed"/>
                  <a:stretch>
                    <a:fillRect l="-30538" r="-30310"/>
                  </a:stretch>
                </a:blipFill>
                <a:cs typeface="+mn-ea"/>
                <a:sym typeface="+mn-lt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74F3DFD5-4C53-3BAF-A3DA-6D2946D86A67}"/>
              </a:ext>
            </a:extLst>
          </p:cNvPr>
          <p:cNvGrpSpPr/>
          <p:nvPr/>
        </p:nvGrpSpPr>
        <p:grpSpPr>
          <a:xfrm>
            <a:off x="1718575" y="1905517"/>
            <a:ext cx="2503143" cy="1304350"/>
            <a:chOff x="8638065" y="1511268"/>
            <a:chExt cx="2304861" cy="1304350"/>
          </a:xfrm>
        </p:grpSpPr>
        <p:sp>
          <p:nvSpPr>
            <p:cNvPr id="4" name="PA-矩形 4">
              <a:extLst>
                <a:ext uri="{FF2B5EF4-FFF2-40B4-BE49-F238E27FC236}">
                  <a16:creationId xmlns:a16="http://schemas.microsoft.com/office/drawing/2014/main" id="{8A527AAF-C84F-5AB6-3CEF-F4B6AC1932A6}"/>
                </a:ext>
              </a:extLst>
            </p:cNvPr>
            <p:cNvSpPr>
              <a:spLocks noChangeArrowheads="1"/>
            </p:cNvSpPr>
            <p:nvPr>
              <p:custDataLst>
                <p:tags r:id="Rb5614496eaa1461b"/>
              </p:custDataLst>
            </p:nvPr>
          </p:nvSpPr>
          <p:spPr bwMode="auto">
            <a:xfrm>
              <a:off x="9110880" y="1511268"/>
              <a:ext cx="13592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5" name="PA-矩形 4">
              <a:extLst>
                <a:ext uri="{FF2B5EF4-FFF2-40B4-BE49-F238E27FC236}">
                  <a16:creationId xmlns:a16="http://schemas.microsoft.com/office/drawing/2014/main" id="{3BABD571-587B-38E2-AE9E-E5D91474B95C}"/>
                </a:ext>
              </a:extLst>
            </p:cNvPr>
            <p:cNvSpPr>
              <a:spLocks noChangeArrowheads="1"/>
            </p:cNvSpPr>
            <p:nvPr>
              <p:custDataLst>
                <p:tags r:id="Rcb9a1e01857b40bc"/>
              </p:custDataLst>
            </p:nvPr>
          </p:nvSpPr>
          <p:spPr bwMode="auto">
            <a:xfrm>
              <a:off x="8638065" y="2169287"/>
              <a:ext cx="2304861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更改文字的颜色或者大X属性输入您的文本文字</a:t>
              </a: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D29FD5FF-C325-2198-87CD-68109D740FFA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81B9EC3-3518-D3A0-6DCF-10D48CBB7B71}"/>
              </a:ext>
            </a:extLst>
          </p:cNvPr>
          <p:cNvGrpSpPr/>
          <p:nvPr/>
        </p:nvGrpSpPr>
        <p:grpSpPr>
          <a:xfrm>
            <a:off x="1718575" y="4369317"/>
            <a:ext cx="2503143" cy="1304350"/>
            <a:chOff x="8638065" y="1511268"/>
            <a:chExt cx="2304861" cy="1304350"/>
          </a:xfrm>
        </p:grpSpPr>
        <p:sp>
          <p:nvSpPr>
            <p:cNvPr id="12" name="PA-矩形 4">
              <a:extLst>
                <a:ext uri="{FF2B5EF4-FFF2-40B4-BE49-F238E27FC236}">
                  <a16:creationId xmlns:a16="http://schemas.microsoft.com/office/drawing/2014/main" id="{BDB9C750-DB4B-5378-FF19-833985BEFB47}"/>
                </a:ext>
              </a:extLst>
            </p:cNvPr>
            <p:cNvSpPr>
              <a:spLocks noChangeArrowheads="1"/>
            </p:cNvSpPr>
            <p:nvPr>
              <p:custDataLst>
                <p:tags r:id="R743e477eff8343e3"/>
              </p:custDataLst>
            </p:nvPr>
          </p:nvSpPr>
          <p:spPr bwMode="auto">
            <a:xfrm>
              <a:off x="9110880" y="1511268"/>
              <a:ext cx="13592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13" name="PA-矩形 4">
              <a:extLst>
                <a:ext uri="{FF2B5EF4-FFF2-40B4-BE49-F238E27FC236}">
                  <a16:creationId xmlns:a16="http://schemas.microsoft.com/office/drawing/2014/main" id="{B310C333-F014-308F-EC94-1B59BFE17F44}"/>
                </a:ext>
              </a:extLst>
            </p:cNvPr>
            <p:cNvSpPr>
              <a:spLocks noChangeArrowheads="1"/>
            </p:cNvSpPr>
            <p:nvPr>
              <p:custDataLst>
                <p:tags r:id="R45a4fd39853d4dd7"/>
              </p:custDataLst>
            </p:nvPr>
          </p:nvSpPr>
          <p:spPr bwMode="auto">
            <a:xfrm>
              <a:off x="8638065" y="2169287"/>
              <a:ext cx="2304861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更改文字的颜色或者大X属性输入您的文本文字</a:t>
              </a:r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CC21518A-CE0F-898B-DE02-2E56D7229A0E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2E0B951-2677-C482-CA09-8DA6712A2171}"/>
              </a:ext>
            </a:extLst>
          </p:cNvPr>
          <p:cNvGrpSpPr/>
          <p:nvPr/>
        </p:nvGrpSpPr>
        <p:grpSpPr>
          <a:xfrm>
            <a:off x="8195575" y="1905517"/>
            <a:ext cx="2503143" cy="1304350"/>
            <a:chOff x="8638065" y="1511268"/>
            <a:chExt cx="2304861" cy="1304350"/>
          </a:xfrm>
        </p:grpSpPr>
        <p:sp>
          <p:nvSpPr>
            <p:cNvPr id="38" name="PA-矩形 4">
              <a:extLst>
                <a:ext uri="{FF2B5EF4-FFF2-40B4-BE49-F238E27FC236}">
                  <a16:creationId xmlns:a16="http://schemas.microsoft.com/office/drawing/2014/main" id="{92EA9443-3E3C-EA0F-77D7-201C6ACCFAF5}"/>
                </a:ext>
              </a:extLst>
            </p:cNvPr>
            <p:cNvSpPr>
              <a:spLocks noChangeArrowheads="1"/>
            </p:cNvSpPr>
            <p:nvPr>
              <p:custDataLst>
                <p:tags r:id="Rd81fdb6ee16a4ef5"/>
              </p:custDataLst>
            </p:nvPr>
          </p:nvSpPr>
          <p:spPr bwMode="auto">
            <a:xfrm>
              <a:off x="9110880" y="1511268"/>
              <a:ext cx="13592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39" name="PA-矩形 4">
              <a:extLst>
                <a:ext uri="{FF2B5EF4-FFF2-40B4-BE49-F238E27FC236}">
                  <a16:creationId xmlns:a16="http://schemas.microsoft.com/office/drawing/2014/main" id="{0EECEFA0-C84A-8C78-549C-361BE9147789}"/>
                </a:ext>
              </a:extLst>
            </p:cNvPr>
            <p:cNvSpPr>
              <a:spLocks noChangeArrowheads="1"/>
            </p:cNvSpPr>
            <p:nvPr>
              <p:custDataLst>
                <p:tags r:id="R55b456717ba24c80"/>
              </p:custDataLst>
            </p:nvPr>
          </p:nvSpPr>
          <p:spPr bwMode="auto">
            <a:xfrm>
              <a:off x="8638065" y="2169287"/>
              <a:ext cx="2304861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更改文字的颜色或者大X属性输入您的文本文字</a:t>
              </a:r>
            </a:p>
          </p:txBody>
        </p: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CA477F2A-5E11-6D78-BB6E-ADC44144C05F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922DBE25-2819-9CBA-92AC-B8EAF633A693}"/>
              </a:ext>
            </a:extLst>
          </p:cNvPr>
          <p:cNvGrpSpPr/>
          <p:nvPr/>
        </p:nvGrpSpPr>
        <p:grpSpPr>
          <a:xfrm>
            <a:off x="8195575" y="4369317"/>
            <a:ext cx="2503143" cy="1304350"/>
            <a:chOff x="8638065" y="1511268"/>
            <a:chExt cx="2304861" cy="1304350"/>
          </a:xfrm>
        </p:grpSpPr>
        <p:sp>
          <p:nvSpPr>
            <p:cNvPr id="42" name="PA-矩形 4">
              <a:extLst>
                <a:ext uri="{FF2B5EF4-FFF2-40B4-BE49-F238E27FC236}">
                  <a16:creationId xmlns:a16="http://schemas.microsoft.com/office/drawing/2014/main" id="{7D4F15AC-074B-0EF6-F931-C8F423A54BA3}"/>
                </a:ext>
              </a:extLst>
            </p:cNvPr>
            <p:cNvSpPr>
              <a:spLocks noChangeArrowheads="1"/>
            </p:cNvSpPr>
            <p:nvPr>
              <p:custDataLst>
                <p:tags r:id="R03c2add3a56d4166"/>
              </p:custDataLst>
            </p:nvPr>
          </p:nvSpPr>
          <p:spPr bwMode="auto">
            <a:xfrm>
              <a:off x="9110880" y="1511268"/>
              <a:ext cx="13592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43" name="PA-矩形 4">
              <a:extLst>
                <a:ext uri="{FF2B5EF4-FFF2-40B4-BE49-F238E27FC236}">
                  <a16:creationId xmlns:a16="http://schemas.microsoft.com/office/drawing/2014/main" id="{D855A6B2-2F75-F291-AEAB-4A62A5D8367A}"/>
                </a:ext>
              </a:extLst>
            </p:cNvPr>
            <p:cNvSpPr>
              <a:spLocks noChangeArrowheads="1"/>
            </p:cNvSpPr>
            <p:nvPr>
              <p:custDataLst>
                <p:tags r:id="R88fbc08d43df47d1"/>
              </p:custDataLst>
            </p:nvPr>
          </p:nvSpPr>
          <p:spPr bwMode="auto">
            <a:xfrm>
              <a:off x="8638065" y="2169287"/>
              <a:ext cx="2304861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更改文字的颜色或者大X属性输入您的文本文字</a:t>
              </a:r>
            </a:p>
          </p:txBody>
        </p: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B9FCDD3-3DE1-0145-72E4-944F787C09C2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49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30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F0FA4-7DCC-8DF2-5F3D-9A4FB55D1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35D86E0A-65B5-3A5C-9C8F-9253F99325E3}"/>
              </a:ext>
            </a:extLst>
          </p:cNvPr>
          <p:cNvGrpSpPr/>
          <p:nvPr/>
        </p:nvGrpSpPr>
        <p:grpSpPr>
          <a:xfrm>
            <a:off x="3078428" y="43034"/>
            <a:ext cx="6035144" cy="462579"/>
            <a:chOff x="2562160" y="53790"/>
            <a:chExt cx="6035144" cy="46257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9F5A6110-3B50-933F-5ECD-58C547C5ED2B}"/>
                </a:ext>
              </a:extLst>
            </p:cNvPr>
            <p:cNvSpPr txBox="1"/>
            <p:nvPr/>
          </p:nvSpPr>
          <p:spPr>
            <a:xfrm>
              <a:off x="4048658" y="53790"/>
              <a:ext cx="3062148" cy="462579"/>
            </a:xfrm>
            <a:prstGeom prst="rect">
              <a:avLst/>
            </a:prstGeom>
            <a:noFill/>
            <a:ln w="9525">
              <a:noFill/>
            </a:ln>
            <a:effectLst/>
          </p:spPr>
          <p:txBody>
            <a:bodyPr wrap="square">
              <a:noAutofit/>
            </a:bodyPr>
            <a:lstStyle/>
            <a:p>
              <a:pPr algn="dist"/>
              <a:r>
                <a:rPr lang="zh-CN" altLang="en-US" sz="2800" b="1">
                  <a:solidFill>
                    <a:schemeClr val="bg1"/>
                  </a:solidFill>
                  <a:cs typeface="+mn-ea"/>
                  <a:sym typeface="+mn-lt"/>
                </a:rPr>
                <a:t>峰会活动流程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F5BD9B3-5D96-3C0C-0312-02D8E626C0FA}"/>
                </a:ext>
              </a:extLst>
            </p:cNvPr>
            <p:cNvSpPr/>
            <p:nvPr/>
          </p:nvSpPr>
          <p:spPr>
            <a:xfrm>
              <a:off x="2562160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3D628E0-B497-D3A0-F2F6-90E74DBCF410}"/>
                </a:ext>
              </a:extLst>
            </p:cNvPr>
            <p:cNvSpPr/>
            <p:nvPr/>
          </p:nvSpPr>
          <p:spPr>
            <a:xfrm flipH="1">
              <a:off x="7287453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0" name="îs1ïḑé">
            <a:extLst>
              <a:ext uri="{FF2B5EF4-FFF2-40B4-BE49-F238E27FC236}">
                <a16:creationId xmlns:a16="http://schemas.microsoft.com/office/drawing/2014/main" id="{57DED2C6-8992-F19C-1948-79122633B056}"/>
              </a:ext>
            </a:extLst>
          </p:cNvPr>
          <p:cNvSpPr/>
          <p:nvPr/>
        </p:nvSpPr>
        <p:spPr>
          <a:xfrm>
            <a:off x="1257923" y="2088066"/>
            <a:ext cx="4186291" cy="3325289"/>
          </a:xfrm>
          <a:prstGeom prst="roundRect">
            <a:avLst>
              <a:gd name="adj" fmla="val 5305"/>
            </a:avLst>
          </a:prstGeom>
          <a:blipFill>
            <a:blip r:embed="R572ba69d1f31408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</a:pPr>
            <a:endParaRPr>
              <a:cs typeface="+mn-ea"/>
              <a:sym typeface="+mn-lt"/>
            </a:endParaRP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62D27497-F883-0494-96E1-27D231765EEA}"/>
              </a:ext>
            </a:extLst>
          </p:cNvPr>
          <p:cNvCxnSpPr/>
          <p:nvPr/>
        </p:nvCxnSpPr>
        <p:spPr>
          <a:xfrm>
            <a:off x="1076825" y="3661778"/>
            <a:ext cx="4410205" cy="0"/>
          </a:xfrm>
          <a:prstGeom prst="line">
            <a:avLst/>
          </a:prstGeom>
          <a:ln w="57150" cap="rnd">
            <a:solidFill>
              <a:schemeClr val="bg1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01338492-A8AB-5945-7ACC-299F21BAA096}"/>
              </a:ext>
            </a:extLst>
          </p:cNvPr>
          <p:cNvCxnSpPr/>
          <p:nvPr/>
        </p:nvCxnSpPr>
        <p:spPr>
          <a:xfrm flipH="1">
            <a:off x="3281928" y="1910203"/>
            <a:ext cx="0" cy="3503150"/>
          </a:xfrm>
          <a:prstGeom prst="line">
            <a:avLst/>
          </a:prstGeom>
          <a:ln w="57150" cap="rnd">
            <a:solidFill>
              <a:schemeClr val="bg1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C6584DB-2E32-514E-1095-62A500138C1D}"/>
              </a:ext>
            </a:extLst>
          </p:cNvPr>
          <p:cNvGrpSpPr/>
          <p:nvPr/>
        </p:nvGrpSpPr>
        <p:grpSpPr>
          <a:xfrm>
            <a:off x="6246811" y="2093415"/>
            <a:ext cx="4727904" cy="3388880"/>
            <a:chOff x="6246810" y="2093415"/>
            <a:chExt cx="4727904" cy="3388880"/>
          </a:xfrm>
        </p:grpSpPr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95A21D7F-1B21-4658-1DF1-643062E41EFE}"/>
                </a:ext>
              </a:extLst>
            </p:cNvPr>
            <p:cNvGrpSpPr/>
            <p:nvPr/>
          </p:nvGrpSpPr>
          <p:grpSpPr>
            <a:xfrm>
              <a:off x="6375915" y="2097798"/>
              <a:ext cx="4367609" cy="3384497"/>
              <a:chOff x="6392124" y="2162177"/>
              <a:chExt cx="4367609" cy="3384497"/>
            </a:xfrm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D7AA3C67-6A82-FA5A-4391-08A679489565}"/>
                  </a:ext>
                </a:extLst>
              </p:cNvPr>
              <p:cNvGrpSpPr/>
              <p:nvPr/>
            </p:nvGrpSpPr>
            <p:grpSpPr>
              <a:xfrm>
                <a:off x="6392124" y="2162177"/>
                <a:ext cx="1788239" cy="1579192"/>
                <a:chOff x="10081" y="3344"/>
                <a:chExt cx="2816" cy="2487"/>
              </a:xfrm>
            </p:grpSpPr>
            <p:sp>
              <p:nvSpPr>
                <p:cNvPr id="74" name="矩形: 圆角 73">
                  <a:extLst>
                    <a:ext uri="{FF2B5EF4-FFF2-40B4-BE49-F238E27FC236}">
                      <a16:creationId xmlns:a16="http://schemas.microsoft.com/office/drawing/2014/main" id="{38602BE8-B21E-9ECE-F3D0-A757551AAEF2}"/>
                    </a:ext>
                  </a:extLst>
                </p:cNvPr>
                <p:cNvSpPr/>
                <p:nvPr/>
              </p:nvSpPr>
              <p:spPr>
                <a:xfrm>
                  <a:off x="10265" y="3344"/>
                  <a:ext cx="2632" cy="670"/>
                </a:xfrm>
                <a:prstGeom prst="roundRect">
                  <a:avLst>
                    <a:gd name="adj" fmla="val 50000"/>
                  </a:avLst>
                </a:prstGeom>
                <a:blipFill>
                  <a:blip r:embed="R920823550ccb4dcb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8236C83E-DBCB-1BF6-D27A-CE6E80FFF033}"/>
                    </a:ext>
                  </a:extLst>
                </p:cNvPr>
                <p:cNvSpPr txBox="1"/>
                <p:nvPr/>
              </p:nvSpPr>
              <p:spPr>
                <a:xfrm>
                  <a:off x="10081" y="4159"/>
                  <a:ext cx="2816" cy="16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  <a:scene3d>
                    <a:camera prst="orthographicFront"/>
                    <a:lightRig rig="threePt" dir="t"/>
                  </a:scene3d>
                  <a:sp3d contourW="12700"/>
                </a:bodyPr>
                <a:lstStyle/>
                <a:p>
                  <a:pPr algn="just" eaLnBrk="1" hangingPunct="1">
                    <a:lnSpc>
                      <a:spcPct val="150000"/>
                    </a:lnSpc>
                  </a:pPr>
                  <a:r>
                    <a:rPr lang="zh-CN" altLang="en-US" sz="14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更改文字的颜色或者大X属性输入您的文本文字</a:t>
                  </a:r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B5EFB938-903C-F74C-E1C3-CDBF448190A8}"/>
                  </a:ext>
                </a:extLst>
              </p:cNvPr>
              <p:cNvGrpSpPr/>
              <p:nvPr/>
            </p:nvGrpSpPr>
            <p:grpSpPr>
              <a:xfrm>
                <a:off x="6392124" y="3967482"/>
                <a:ext cx="1788239" cy="1579192"/>
                <a:chOff x="10081" y="3344"/>
                <a:chExt cx="2816" cy="2487"/>
              </a:xfrm>
            </p:grpSpPr>
            <p:sp>
              <p:nvSpPr>
                <p:cNvPr id="72" name="矩形: 圆角 71">
                  <a:extLst>
                    <a:ext uri="{FF2B5EF4-FFF2-40B4-BE49-F238E27FC236}">
                      <a16:creationId xmlns:a16="http://schemas.microsoft.com/office/drawing/2014/main" id="{B9DE527C-0C61-98BB-C89E-BF63E2498ED7}"/>
                    </a:ext>
                  </a:extLst>
                </p:cNvPr>
                <p:cNvSpPr/>
                <p:nvPr/>
              </p:nvSpPr>
              <p:spPr>
                <a:xfrm>
                  <a:off x="10265" y="3344"/>
                  <a:ext cx="2632" cy="670"/>
                </a:xfrm>
                <a:prstGeom prst="roundRect">
                  <a:avLst>
                    <a:gd name="adj" fmla="val 50000"/>
                  </a:avLst>
                </a:prstGeom>
                <a:blipFill>
                  <a:blip r:embed="Re116ea1131e84a87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0FAAD0AD-84F0-7DE9-B451-B98782CC88D8}"/>
                    </a:ext>
                  </a:extLst>
                </p:cNvPr>
                <p:cNvSpPr txBox="1"/>
                <p:nvPr/>
              </p:nvSpPr>
              <p:spPr>
                <a:xfrm>
                  <a:off x="10081" y="4159"/>
                  <a:ext cx="2816" cy="16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  <a:scene3d>
                    <a:camera prst="orthographicFront"/>
                    <a:lightRig rig="threePt" dir="t"/>
                  </a:scene3d>
                  <a:sp3d contourW="12700"/>
                </a:bodyPr>
                <a:lstStyle/>
                <a:p>
                  <a:pPr algn="just" eaLnBrk="1" hangingPunct="1">
                    <a:lnSpc>
                      <a:spcPct val="150000"/>
                    </a:lnSpc>
                  </a:pPr>
                  <a:r>
                    <a:rPr lang="zh-CN" altLang="en-US" sz="14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更改文字的颜色或者大X属性输入您的文本文字</a:t>
                  </a:r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B01A967-35D7-B813-A0A5-39FCF883A231}"/>
                  </a:ext>
                </a:extLst>
              </p:cNvPr>
              <p:cNvGrpSpPr/>
              <p:nvPr/>
            </p:nvGrpSpPr>
            <p:grpSpPr>
              <a:xfrm>
                <a:off x="8971494" y="2162177"/>
                <a:ext cx="1788239" cy="1579192"/>
                <a:chOff x="10081" y="3344"/>
                <a:chExt cx="2816" cy="2487"/>
              </a:xfrm>
            </p:grpSpPr>
            <p:sp>
              <p:nvSpPr>
                <p:cNvPr id="70" name="矩形: 圆角 69">
                  <a:extLst>
                    <a:ext uri="{FF2B5EF4-FFF2-40B4-BE49-F238E27FC236}">
                      <a16:creationId xmlns:a16="http://schemas.microsoft.com/office/drawing/2014/main" id="{1F8D4C0F-52A1-6928-10E5-12EAF4B051FE}"/>
                    </a:ext>
                  </a:extLst>
                </p:cNvPr>
                <p:cNvSpPr/>
                <p:nvPr/>
              </p:nvSpPr>
              <p:spPr>
                <a:xfrm>
                  <a:off x="10265" y="3344"/>
                  <a:ext cx="2632" cy="670"/>
                </a:xfrm>
                <a:prstGeom prst="roundRect">
                  <a:avLst>
                    <a:gd name="adj" fmla="val 50000"/>
                  </a:avLst>
                </a:prstGeom>
                <a:blipFill>
                  <a:blip r:embed="Re116ea1131e84a87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1055E2E2-8BD7-B82B-E0BA-90D5B289408B}"/>
                    </a:ext>
                  </a:extLst>
                </p:cNvPr>
                <p:cNvSpPr txBox="1"/>
                <p:nvPr/>
              </p:nvSpPr>
              <p:spPr>
                <a:xfrm>
                  <a:off x="10081" y="4159"/>
                  <a:ext cx="2816" cy="16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  <a:scene3d>
                    <a:camera prst="orthographicFront"/>
                    <a:lightRig rig="threePt" dir="t"/>
                  </a:scene3d>
                  <a:sp3d contourW="12700"/>
                </a:bodyPr>
                <a:lstStyle/>
                <a:p>
                  <a:pPr algn="just" eaLnBrk="1" hangingPunct="1">
                    <a:lnSpc>
                      <a:spcPct val="150000"/>
                    </a:lnSpc>
                  </a:pPr>
                  <a:r>
                    <a:rPr lang="zh-CN" altLang="en-US" sz="14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更改文字的颜色或者大X属性输入您的文本文字</a:t>
                  </a:r>
                </a:p>
              </p:txBody>
            </p:sp>
          </p:grpSp>
          <p:grpSp>
            <p:nvGrpSpPr>
              <p:cNvPr id="67" name="组合 66">
                <a:extLst>
                  <a:ext uri="{FF2B5EF4-FFF2-40B4-BE49-F238E27FC236}">
                    <a16:creationId xmlns:a16="http://schemas.microsoft.com/office/drawing/2014/main" id="{257A0EBB-FBF3-4A0A-0C69-B6F32AA58FE3}"/>
                  </a:ext>
                </a:extLst>
              </p:cNvPr>
              <p:cNvGrpSpPr/>
              <p:nvPr/>
            </p:nvGrpSpPr>
            <p:grpSpPr>
              <a:xfrm>
                <a:off x="8971494" y="3967482"/>
                <a:ext cx="1788239" cy="1579192"/>
                <a:chOff x="10081" y="3344"/>
                <a:chExt cx="2816" cy="2487"/>
              </a:xfrm>
            </p:grpSpPr>
            <p:sp>
              <p:nvSpPr>
                <p:cNvPr id="68" name="矩形: 圆角 67">
                  <a:extLst>
                    <a:ext uri="{FF2B5EF4-FFF2-40B4-BE49-F238E27FC236}">
                      <a16:creationId xmlns:a16="http://schemas.microsoft.com/office/drawing/2014/main" id="{89C4F879-68F3-7EF0-DC6B-D48BABAFB659}"/>
                    </a:ext>
                  </a:extLst>
                </p:cNvPr>
                <p:cNvSpPr/>
                <p:nvPr/>
              </p:nvSpPr>
              <p:spPr>
                <a:xfrm>
                  <a:off x="10265" y="3344"/>
                  <a:ext cx="2632" cy="670"/>
                </a:xfrm>
                <a:prstGeom prst="roundRect">
                  <a:avLst>
                    <a:gd name="adj" fmla="val 50000"/>
                  </a:avLst>
                </a:prstGeom>
                <a:blipFill>
                  <a:blip r:embed="R920823550ccb4dcb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a:blip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F028A783-FBC4-A3DA-A714-6BE2E27FE3A2}"/>
                    </a:ext>
                  </a:extLst>
                </p:cNvPr>
                <p:cNvSpPr txBox="1"/>
                <p:nvPr/>
              </p:nvSpPr>
              <p:spPr>
                <a:xfrm>
                  <a:off x="10081" y="4159"/>
                  <a:ext cx="2816" cy="16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  <a:scene3d>
                    <a:camera prst="orthographicFront"/>
                    <a:lightRig rig="threePt" dir="t"/>
                  </a:scene3d>
                  <a:sp3d contourW="12700"/>
                </a:bodyPr>
                <a:lstStyle/>
                <a:p>
                  <a:pPr algn="just" eaLnBrk="1" hangingPunct="1">
                    <a:lnSpc>
                      <a:spcPct val="150000"/>
                    </a:lnSpc>
                  </a:pPr>
                  <a:r>
                    <a:rPr lang="zh-CN" altLang="en-US" sz="140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更改文字的颜色或者大X属性输入您的文本文字</a:t>
                  </a:r>
                </a:p>
              </p:txBody>
            </p:sp>
          </p:grpSp>
        </p:grp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DD7EE83-71FB-915D-43AC-59B297CB3863}"/>
                </a:ext>
              </a:extLst>
            </p:cNvPr>
            <p:cNvSpPr txBox="1"/>
            <p:nvPr/>
          </p:nvSpPr>
          <p:spPr>
            <a:xfrm>
              <a:off x="6261563" y="2093415"/>
              <a:ext cx="21337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eaLnBrk="1" hangingPunct="1"/>
              <a:r>
                <a:rPr lang="zh-CN" altLang="en-US" sz="2400" b="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9B75A969-0F31-F4D2-A1AE-570FD7383736}"/>
                </a:ext>
              </a:extLst>
            </p:cNvPr>
            <p:cNvSpPr txBox="1"/>
            <p:nvPr/>
          </p:nvSpPr>
          <p:spPr>
            <a:xfrm>
              <a:off x="6246810" y="3898720"/>
              <a:ext cx="21337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eaLnBrk="1" hangingPunct="1"/>
              <a:r>
                <a:rPr lang="zh-CN" altLang="en-US" sz="2400" b="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745C0A-F5DE-0B4C-2D01-2513CDAB6F55}"/>
                </a:ext>
              </a:extLst>
            </p:cNvPr>
            <p:cNvSpPr txBox="1"/>
            <p:nvPr/>
          </p:nvSpPr>
          <p:spPr>
            <a:xfrm>
              <a:off x="8826180" y="2093415"/>
              <a:ext cx="21337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eaLnBrk="1" hangingPunct="1"/>
              <a:r>
                <a:rPr lang="zh-CN" altLang="en-US" sz="2400" b="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D605AE2-CE89-84E0-1484-4EB2D5B26D98}"/>
                </a:ext>
              </a:extLst>
            </p:cNvPr>
            <p:cNvSpPr txBox="1"/>
            <p:nvPr/>
          </p:nvSpPr>
          <p:spPr>
            <a:xfrm>
              <a:off x="8840933" y="3898720"/>
              <a:ext cx="21337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 eaLnBrk="1" hangingPunct="1"/>
              <a:r>
                <a:rPr lang="zh-CN" altLang="en-US" sz="2400" b="1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3188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30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14B49-22E2-DAD0-0B9A-F59E0AD4C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6130B8B-0DBE-14C9-67FA-3355B232493E}"/>
              </a:ext>
            </a:extLst>
          </p:cNvPr>
          <p:cNvPicPr>
            <a:picLocks noChangeAspect="1"/>
          </p:cNvPicPr>
          <p:nvPr/>
        </p:nvPicPr>
        <p:blipFill>
          <a:blip r:embed="Rf3207881cc0d461e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C4D4ED2-8CDF-CFA0-C677-A72E520F9F3D}"/>
              </a:ext>
            </a:extLst>
          </p:cNvPr>
          <p:cNvPicPr>
            <a:picLocks noChangeAspect="1"/>
          </p:cNvPicPr>
          <p:nvPr/>
        </p:nvPicPr>
        <p:blipFill>
          <a:blip r:embed="Rbb2b150a0eff4af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226" y="0"/>
            <a:ext cx="12147551" cy="6858000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1CCBC886-C1AC-9D4B-2BAB-898E065BA9F3}"/>
              </a:ext>
            </a:extLst>
          </p:cNvPr>
          <p:cNvGrpSpPr/>
          <p:nvPr/>
        </p:nvGrpSpPr>
        <p:grpSpPr>
          <a:xfrm>
            <a:off x="321879" y="374349"/>
            <a:ext cx="1158949" cy="1234853"/>
            <a:chOff x="350874" y="233917"/>
            <a:chExt cx="1158949" cy="1234853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42AEB42E-BFFA-1B14-7B69-E479ABE8ACA8}"/>
                </a:ext>
              </a:extLst>
            </p:cNvPr>
            <p:cNvSpPr txBox="1"/>
            <p:nvPr/>
          </p:nvSpPr>
          <p:spPr>
            <a:xfrm>
              <a:off x="350874" y="361227"/>
              <a:ext cx="1158949" cy="683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>
                  <a:solidFill>
                    <a:schemeClr val="bg1"/>
                  </a:solidFill>
                </a:rPr>
                <a:t>科技峰会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600">
                  <a:solidFill>
                    <a:schemeClr val="bg1"/>
                  </a:solidFill>
                </a:rPr>
                <a:t>智能时代</a:t>
              </a:r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50B03A57-F3CC-E0D5-8D72-910ED2124F66}"/>
                </a:ext>
              </a:extLst>
            </p:cNvPr>
            <p:cNvSpPr/>
            <p:nvPr/>
          </p:nvSpPr>
          <p:spPr>
            <a:xfrm>
              <a:off x="479425" y="233917"/>
              <a:ext cx="404797" cy="76148"/>
            </a:xfrm>
            <a:custGeom>
              <a:avLst/>
              <a:gdLst>
                <a:gd name="connsiteX0" fmla="*/ 328649 w 404797"/>
                <a:gd name="connsiteY0" fmla="*/ 0 h 76148"/>
                <a:gd name="connsiteX1" fmla="*/ 404797 w 404797"/>
                <a:gd name="connsiteY1" fmla="*/ 0 h 76148"/>
                <a:gd name="connsiteX2" fmla="*/ 404797 w 404797"/>
                <a:gd name="connsiteY2" fmla="*/ 76148 h 76148"/>
                <a:gd name="connsiteX3" fmla="*/ 328649 w 404797"/>
                <a:gd name="connsiteY3" fmla="*/ 76148 h 76148"/>
                <a:gd name="connsiteX4" fmla="*/ 164325 w 404797"/>
                <a:gd name="connsiteY4" fmla="*/ 0 h 76148"/>
                <a:gd name="connsiteX5" fmla="*/ 240473 w 404797"/>
                <a:gd name="connsiteY5" fmla="*/ 0 h 76148"/>
                <a:gd name="connsiteX6" fmla="*/ 240473 w 404797"/>
                <a:gd name="connsiteY6" fmla="*/ 76148 h 76148"/>
                <a:gd name="connsiteX7" fmla="*/ 164325 w 404797"/>
                <a:gd name="connsiteY7" fmla="*/ 76148 h 76148"/>
                <a:gd name="connsiteX8" fmla="*/ 0 w 404797"/>
                <a:gd name="connsiteY8" fmla="*/ 0 h 76148"/>
                <a:gd name="connsiteX9" fmla="*/ 76148 w 404797"/>
                <a:gd name="connsiteY9" fmla="*/ 0 h 76148"/>
                <a:gd name="connsiteX10" fmla="*/ 76148 w 404797"/>
                <a:gd name="connsiteY10" fmla="*/ 76148 h 76148"/>
                <a:gd name="connsiteX11" fmla="*/ 0 w 404797"/>
                <a:gd name="connsiteY11" fmla="*/ 76148 h 76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4797" h="76148">
                  <a:moveTo>
                    <a:pt x="328649" y="0"/>
                  </a:moveTo>
                  <a:lnTo>
                    <a:pt x="404797" y="0"/>
                  </a:lnTo>
                  <a:lnTo>
                    <a:pt x="404797" y="76148"/>
                  </a:lnTo>
                  <a:lnTo>
                    <a:pt x="328649" y="76148"/>
                  </a:lnTo>
                  <a:close/>
                  <a:moveTo>
                    <a:pt x="164325" y="0"/>
                  </a:moveTo>
                  <a:lnTo>
                    <a:pt x="240473" y="0"/>
                  </a:lnTo>
                  <a:lnTo>
                    <a:pt x="240473" y="76148"/>
                  </a:lnTo>
                  <a:lnTo>
                    <a:pt x="164325" y="76148"/>
                  </a:lnTo>
                  <a:close/>
                  <a:moveTo>
                    <a:pt x="0" y="0"/>
                  </a:moveTo>
                  <a:lnTo>
                    <a:pt x="76148" y="0"/>
                  </a:lnTo>
                  <a:lnTo>
                    <a:pt x="76148" y="76148"/>
                  </a:lnTo>
                  <a:lnTo>
                    <a:pt x="0" y="761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CC9D9A46-2969-726A-1209-311346B1E5F2}"/>
                </a:ext>
              </a:extLst>
            </p:cNvPr>
            <p:cNvSpPr/>
            <p:nvPr/>
          </p:nvSpPr>
          <p:spPr>
            <a:xfrm rot="10800000">
              <a:off x="479425" y="1122113"/>
              <a:ext cx="80790" cy="346657"/>
            </a:xfrm>
            <a:custGeom>
              <a:avLst/>
              <a:gdLst>
                <a:gd name="connsiteX0" fmla="*/ 59531 w 59531"/>
                <a:gd name="connsiteY0" fmla="*/ 45719 h 255438"/>
                <a:gd name="connsiteX1" fmla="*/ 1 w 59531"/>
                <a:gd name="connsiteY1" fmla="*/ 45719 h 255438"/>
                <a:gd name="connsiteX2" fmla="*/ 29766 w 59531"/>
                <a:gd name="connsiteY2" fmla="*/ 0 h 255438"/>
                <a:gd name="connsiteX3" fmla="*/ 59530 w 59531"/>
                <a:gd name="connsiteY3" fmla="*/ 150579 h 255438"/>
                <a:gd name="connsiteX4" fmla="*/ 0 w 59531"/>
                <a:gd name="connsiteY4" fmla="*/ 150579 h 255438"/>
                <a:gd name="connsiteX5" fmla="*/ 29765 w 59531"/>
                <a:gd name="connsiteY5" fmla="*/ 104860 h 255438"/>
                <a:gd name="connsiteX6" fmla="*/ 59530 w 59531"/>
                <a:gd name="connsiteY6" fmla="*/ 255438 h 255438"/>
                <a:gd name="connsiteX7" fmla="*/ 0 w 59531"/>
                <a:gd name="connsiteY7" fmla="*/ 255438 h 255438"/>
                <a:gd name="connsiteX8" fmla="*/ 29765 w 59531"/>
                <a:gd name="connsiteY8" fmla="*/ 209719 h 25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531" h="255438">
                  <a:moveTo>
                    <a:pt x="59531" y="45719"/>
                  </a:moveTo>
                  <a:lnTo>
                    <a:pt x="1" y="45719"/>
                  </a:lnTo>
                  <a:lnTo>
                    <a:pt x="29766" y="0"/>
                  </a:lnTo>
                  <a:close/>
                  <a:moveTo>
                    <a:pt x="59530" y="150579"/>
                  </a:moveTo>
                  <a:lnTo>
                    <a:pt x="0" y="150579"/>
                  </a:lnTo>
                  <a:lnTo>
                    <a:pt x="29765" y="104860"/>
                  </a:lnTo>
                  <a:close/>
                  <a:moveTo>
                    <a:pt x="59530" y="255438"/>
                  </a:moveTo>
                  <a:lnTo>
                    <a:pt x="0" y="255438"/>
                  </a:lnTo>
                  <a:lnTo>
                    <a:pt x="29765" y="20971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33" name="图片 32">
            <a:extLst>
              <a:ext uri="{FF2B5EF4-FFF2-40B4-BE49-F238E27FC236}">
                <a16:creationId xmlns:a16="http://schemas.microsoft.com/office/drawing/2014/main" id="{ED5EEF75-BE52-56BB-195F-827CF057E97E}"/>
              </a:ext>
            </a:extLst>
          </p:cNvPr>
          <p:cNvPicPr>
            <a:picLocks noChangeAspect="1"/>
          </p:cNvPicPr>
          <p:nvPr/>
        </p:nvPicPr>
        <p:blipFill>
          <a:blip r:embed="R20bda41a8e7e470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438151"/>
            <a:ext cx="12192000" cy="6419851"/>
          </a:xfrm>
          <a:prstGeom prst="rect">
            <a:avLst/>
          </a:prstGeom>
        </p:spPr>
      </p:pic>
      <p:grpSp>
        <p:nvGrpSpPr>
          <p:cNvPr id="52" name="组合 51">
            <a:extLst>
              <a:ext uri="{FF2B5EF4-FFF2-40B4-BE49-F238E27FC236}">
                <a16:creationId xmlns:a16="http://schemas.microsoft.com/office/drawing/2014/main" id="{16A1204A-B544-4914-8187-791A17166588}"/>
              </a:ext>
            </a:extLst>
          </p:cNvPr>
          <p:cNvGrpSpPr/>
          <p:nvPr/>
        </p:nvGrpSpPr>
        <p:grpSpPr>
          <a:xfrm>
            <a:off x="7865681" y="6200123"/>
            <a:ext cx="3612455" cy="261610"/>
            <a:chOff x="7865680" y="6200122"/>
            <a:chExt cx="3612454" cy="261610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E4416A5C-FB6D-113A-58B5-C86CFF413910}"/>
                </a:ext>
              </a:extLst>
            </p:cNvPr>
            <p:cNvSpPr txBox="1"/>
            <p:nvPr/>
          </p:nvSpPr>
          <p:spPr>
            <a:xfrm>
              <a:off x="9175530" y="6200122"/>
              <a:ext cx="23026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100">
                  <a:solidFill>
                    <a:schemeClr val="bg1"/>
                  </a:solidFill>
                </a:rPr>
                <a:t>科技创新 </a:t>
              </a:r>
              <a:r>
                <a:rPr lang="en-US" altLang="zh-CN" sz="1100">
                  <a:solidFill>
                    <a:schemeClr val="bg1"/>
                  </a:solidFill>
                </a:rPr>
                <a:t>· </a:t>
              </a:r>
              <a:r>
                <a:rPr lang="zh-CN" altLang="en-US" sz="1100">
                  <a:solidFill>
                    <a:schemeClr val="bg1"/>
                  </a:solidFill>
                </a:rPr>
                <a:t>引领未来 </a:t>
              </a:r>
              <a:r>
                <a:rPr lang="en-US" altLang="zh-CN" sz="1100">
                  <a:solidFill>
                    <a:schemeClr val="bg1"/>
                  </a:solidFill>
                </a:rPr>
                <a:t>· </a:t>
              </a:r>
              <a:r>
                <a:rPr lang="zh-CN" altLang="en-US" sz="1100">
                  <a:solidFill>
                    <a:schemeClr val="bg1"/>
                  </a:solidFill>
                </a:rPr>
                <a:t>合作共赢</a:t>
              </a: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AFCAEF8E-1D29-33B1-2C31-7458EDB005F3}"/>
                </a:ext>
              </a:extLst>
            </p:cNvPr>
            <p:cNvSpPr/>
            <p:nvPr/>
          </p:nvSpPr>
          <p:spPr>
            <a:xfrm>
              <a:off x="7865680" y="6308068"/>
              <a:ext cx="1309851" cy="45719"/>
            </a:xfrm>
            <a:prstGeom prst="rect">
              <a:avLst/>
            </a:prstGeom>
            <a:gradFill>
              <a:gsLst>
                <a:gs pos="0">
                  <a:srgbClr val="325EFF"/>
                </a:gs>
                <a:gs pos="68000">
                  <a:srgbClr val="952D90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2453BF3D-E316-BED3-2F9D-0C5EB7D0C849}"/>
              </a:ext>
            </a:extLst>
          </p:cNvPr>
          <p:cNvGrpSpPr/>
          <p:nvPr/>
        </p:nvGrpSpPr>
        <p:grpSpPr>
          <a:xfrm>
            <a:off x="9389938" y="740495"/>
            <a:ext cx="2779839" cy="482112"/>
            <a:chOff x="5487532" y="234490"/>
            <a:chExt cx="2779838" cy="482112"/>
          </a:xfrm>
        </p:grpSpPr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86722CC2-F6D9-9869-4EB5-934FAF1B9366}"/>
                </a:ext>
              </a:extLst>
            </p:cNvPr>
            <p:cNvSpPr txBox="1"/>
            <p:nvPr/>
          </p:nvSpPr>
          <p:spPr>
            <a:xfrm>
              <a:off x="5487532" y="254937"/>
              <a:ext cx="6726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200">
                  <a:solidFill>
                    <a:schemeClr val="bg1"/>
                  </a:solidFill>
                </a:rPr>
                <a:t>中国</a:t>
              </a:r>
              <a:endParaRPr lang="en-US" altLang="zh-CN" sz="1200">
                <a:solidFill>
                  <a:schemeClr val="bg1"/>
                </a:solidFill>
              </a:endParaRPr>
            </a:p>
            <a:p>
              <a:pPr algn="r"/>
              <a:r>
                <a:rPr lang="en-US" altLang="zh-CN" sz="1200">
                  <a:solidFill>
                    <a:schemeClr val="bg1"/>
                  </a:solidFill>
                </a:rPr>
                <a:t>CHINA</a:t>
              </a:r>
              <a:endParaRPr lang="zh-CN" altLang="en-US" sz="1200">
                <a:solidFill>
                  <a:schemeClr val="bg1"/>
                </a:solidFill>
              </a:endParaRPr>
            </a:p>
          </p:txBody>
        </p:sp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1A05197E-5327-1FCE-82A1-652CD6DCE932}"/>
                </a:ext>
              </a:extLst>
            </p:cNvPr>
            <p:cNvPicPr>
              <a:picLocks noChangeAspect="1"/>
            </p:cNvPicPr>
            <p:nvPr/>
          </p:nvPicPr>
          <p:blipFill>
            <a:blip r:embed="Rd6f0f7473d2a46d3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29352" y="246610"/>
              <a:ext cx="760389" cy="461665"/>
            </a:xfrm>
            <a:prstGeom prst="rect">
              <a:avLst/>
            </a:prstGeom>
          </p:spPr>
        </p:pic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46948031-A84B-AB94-3A4A-DC59BE9DBBB1}"/>
                </a:ext>
              </a:extLst>
            </p:cNvPr>
            <p:cNvSpPr txBox="1"/>
            <p:nvPr/>
          </p:nvSpPr>
          <p:spPr>
            <a:xfrm>
              <a:off x="7108421" y="234490"/>
              <a:ext cx="11589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schemeClr val="bg1"/>
                  </a:solidFill>
                </a:rPr>
                <a:t>202x</a:t>
              </a:r>
            </a:p>
            <a:p>
              <a:r>
                <a:rPr lang="en-US" altLang="zh-CN" sz="1200">
                  <a:solidFill>
                    <a:schemeClr val="bg1"/>
                  </a:solidFill>
                </a:rPr>
                <a:t>02</a:t>
              </a:r>
              <a:r>
                <a:rPr lang="zh-CN" altLang="en-US" sz="1200">
                  <a:solidFill>
                    <a:schemeClr val="bg1"/>
                  </a:solidFill>
                </a:rPr>
                <a:t>月</a:t>
              </a:r>
              <a:r>
                <a:rPr lang="en-US" altLang="zh-CN" sz="1200">
                  <a:solidFill>
                    <a:schemeClr val="bg1"/>
                  </a:solidFill>
                </a:rPr>
                <a:t>28</a:t>
              </a:r>
              <a:r>
                <a:rPr lang="zh-CN" altLang="en-US" sz="1200">
                  <a:solidFill>
                    <a:schemeClr val="bg1"/>
                  </a:solidFill>
                </a:rPr>
                <a:t>日</a:t>
              </a:r>
            </a:p>
          </p:txBody>
        </p: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710A0AF6-65FD-8795-4A89-3698F8BA136A}"/>
                </a:ext>
              </a:extLst>
            </p:cNvPr>
            <p:cNvCxnSpPr/>
            <p:nvPr/>
          </p:nvCxnSpPr>
          <p:spPr>
            <a:xfrm flipH="1">
              <a:off x="6160194" y="331085"/>
              <a:ext cx="0" cy="28988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8335CD15-7528-892B-2B00-3376851AFB4E}"/>
                </a:ext>
              </a:extLst>
            </p:cNvPr>
            <p:cNvCxnSpPr/>
            <p:nvPr/>
          </p:nvCxnSpPr>
          <p:spPr>
            <a:xfrm flipH="1">
              <a:off x="7108421" y="340825"/>
              <a:ext cx="0" cy="28988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1A84FAE-4593-81E5-C9BB-EDB82DADBCD3}"/>
              </a:ext>
            </a:extLst>
          </p:cNvPr>
          <p:cNvGrpSpPr/>
          <p:nvPr/>
        </p:nvGrpSpPr>
        <p:grpSpPr>
          <a:xfrm>
            <a:off x="1059698" y="1845758"/>
            <a:ext cx="3166487" cy="3166487"/>
            <a:chOff x="1480827" y="2002561"/>
            <a:chExt cx="2852877" cy="2852877"/>
          </a:xfrm>
        </p:grpSpPr>
        <p:sp>
          <p:nvSpPr>
            <p:cNvPr id="2" name="圆: 空心 1">
              <a:extLst>
                <a:ext uri="{FF2B5EF4-FFF2-40B4-BE49-F238E27FC236}">
                  <a16:creationId xmlns:a16="http://schemas.microsoft.com/office/drawing/2014/main" id="{2C67DCC3-355F-F683-6CDC-B98ED356AE44}"/>
                </a:ext>
              </a:extLst>
            </p:cNvPr>
            <p:cNvSpPr/>
            <p:nvPr/>
          </p:nvSpPr>
          <p:spPr>
            <a:xfrm>
              <a:off x="1480827" y="2002561"/>
              <a:ext cx="2852877" cy="2852877"/>
            </a:xfrm>
            <a:prstGeom prst="donut">
              <a:avLst>
                <a:gd name="adj" fmla="val 19711"/>
              </a:avLst>
            </a:prstGeom>
            <a:gradFill>
              <a:gsLst>
                <a:gs pos="26000">
                  <a:srgbClr val="952D90"/>
                </a:gs>
                <a:gs pos="100000">
                  <a:srgbClr val="1E43F2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A2B35564-D61C-0197-470A-6780823CBD2D}"/>
                </a:ext>
              </a:extLst>
            </p:cNvPr>
            <p:cNvSpPr txBox="1"/>
            <p:nvPr/>
          </p:nvSpPr>
          <p:spPr>
            <a:xfrm>
              <a:off x="2236080" y="2394748"/>
              <a:ext cx="1256306" cy="153116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4400" b="1" noProof="0">
                  <a:gradFill>
                    <a:gsLst>
                      <a:gs pos="50000">
                        <a:schemeClr val="bg1"/>
                      </a:gs>
                      <a:gs pos="76000">
                        <a:schemeClr val="bg1">
                          <a:alpha val="0"/>
                        </a:schemeClr>
                      </a:gs>
                    </a:gsLst>
                    <a:lin ang="4800000" scaled="0"/>
                  </a:gradFill>
                  <a:cs typeface="+mn-ea"/>
                  <a:sym typeface="+mn-lt"/>
                </a:rPr>
                <a:t>3</a:t>
              </a:r>
              <a:endParaRPr kumimoji="0" lang="zh-CN" altLang="en-US" sz="144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50000">
                      <a:schemeClr val="bg1"/>
                    </a:gs>
                    <a:gs pos="76000">
                      <a:schemeClr val="bg1">
                        <a:alpha val="0"/>
                      </a:schemeClr>
                    </a:gs>
                  </a:gsLst>
                  <a:lin ang="4800000" scaled="0"/>
                </a:gradFill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C266F680-E346-BC3B-AFC0-FE571F670592}"/>
              </a:ext>
            </a:extLst>
          </p:cNvPr>
          <p:cNvSpPr txBox="1"/>
          <p:nvPr/>
        </p:nvSpPr>
        <p:spPr>
          <a:xfrm>
            <a:off x="4758858" y="2190077"/>
            <a:ext cx="5654271" cy="1151742"/>
          </a:xfrm>
          <a:prstGeom prst="rect">
            <a:avLst/>
          </a:prstGeom>
          <a:noFill/>
          <a:ln w="9525">
            <a:noFill/>
          </a:ln>
          <a:effectLst/>
        </p:spPr>
        <p:txBody>
          <a:bodyPr wrap="square">
            <a:noAutofit/>
          </a:bodyPr>
          <a:lstStyle>
            <a:defPPr>
              <a:defRPr lang="en-US"/>
            </a:defPPr>
            <a:lvl1pPr>
              <a:defRPr sz="7200" b="1">
                <a:solidFill>
                  <a:schemeClr val="bg1"/>
                </a:soli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</a:defRPr>
            </a:lvl1pPr>
          </a:lstStyle>
          <a:p>
            <a:r>
              <a:rPr lang="zh-CN" altLang="en-US">
                <a:sym typeface="+mn-lt"/>
              </a:rPr>
              <a:t>互动环节讨论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0816997-30A9-CE7A-EBD0-5506CA1D66F5}"/>
              </a:ext>
            </a:extLst>
          </p:cNvPr>
          <p:cNvGrpSpPr/>
          <p:nvPr/>
        </p:nvGrpSpPr>
        <p:grpSpPr>
          <a:xfrm>
            <a:off x="4943811" y="3505999"/>
            <a:ext cx="5099125" cy="474538"/>
            <a:chOff x="5228216" y="3528508"/>
            <a:chExt cx="5099125" cy="474538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8A38AFF-5425-1C37-B5CA-16B2A3611C15}"/>
                </a:ext>
              </a:extLst>
            </p:cNvPr>
            <p:cNvSpPr/>
            <p:nvPr/>
          </p:nvSpPr>
          <p:spPr>
            <a:xfrm>
              <a:off x="5228216" y="3528508"/>
              <a:ext cx="5099125" cy="47453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EE59AB8F-9324-6F21-61AA-A6A05447F16E}"/>
                </a:ext>
              </a:extLst>
            </p:cNvPr>
            <p:cNvGrpSpPr/>
            <p:nvPr/>
          </p:nvGrpSpPr>
          <p:grpSpPr>
            <a:xfrm>
              <a:off x="5357307" y="3599211"/>
              <a:ext cx="4861118" cy="369332"/>
              <a:chOff x="2681764" y="2584944"/>
              <a:chExt cx="3001567" cy="369332"/>
            </a:xfrm>
          </p:grpSpPr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C8D1279-08D3-F48C-74E4-6898FC662939}"/>
                  </a:ext>
                </a:extLst>
              </p:cNvPr>
              <p:cNvSpPr txBox="1"/>
              <p:nvPr>
                <p:custDataLst>
                  <p:tags r:id="R2c07b22ec7404b5a"/>
                </p:custDataLst>
              </p:nvPr>
            </p:nvSpPr>
            <p:spPr>
              <a:xfrm>
                <a:off x="2681764" y="2584944"/>
                <a:ext cx="22347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>
                    <a:solidFill>
                      <a:schemeClr val="bg1"/>
                    </a:solidFill>
                    <a:cs typeface="+mn-ea"/>
                    <a:sym typeface="+mn-lt"/>
                  </a:rPr>
                  <a:t>新</a:t>
                </a:r>
                <a:r>
                  <a:rPr lang="en-US" altLang="zh-CN">
                    <a:solidFill>
                      <a:schemeClr val="bg1"/>
                    </a:solidFill>
                    <a:cs typeface="+mn-ea"/>
                    <a:sym typeface="+mn-lt"/>
                  </a:rPr>
                  <a:t>AI </a:t>
                </a:r>
                <a:r>
                  <a:rPr lang="zh-CN" altLang="en-US">
                    <a:solidFill>
                      <a:schemeClr val="bg1"/>
                    </a:solidFill>
                    <a:cs typeface="+mn-ea"/>
                    <a:sym typeface="+mn-lt"/>
                  </a:rPr>
                  <a:t>新应用 新生态 赋能智算未来</a:t>
                </a:r>
              </a:p>
            </p:txBody>
          </p:sp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B05B4A41-52FB-74B9-2647-D72526A3DF5F}"/>
                  </a:ext>
                </a:extLst>
              </p:cNvPr>
              <p:cNvCxnSpPr/>
              <p:nvPr/>
            </p:nvCxnSpPr>
            <p:spPr>
              <a:xfrm>
                <a:off x="4916539" y="2767263"/>
                <a:ext cx="766792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F7CA5553-1CA5-DE37-54A7-4DF0A7007527}"/>
              </a:ext>
            </a:extLst>
          </p:cNvPr>
          <p:cNvSpPr/>
          <p:nvPr>
            <p:custDataLst>
              <p:tags r:id="Rf827ab4b7b094192"/>
            </p:custDataLst>
          </p:nvPr>
        </p:nvSpPr>
        <p:spPr>
          <a:xfrm>
            <a:off x="4812874" y="4236898"/>
            <a:ext cx="5546237" cy="53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>
                <a:solidFill>
                  <a:schemeClr val="bg1">
                    <a:alpha val="47000"/>
                  </a:schemeClr>
                </a:solidFill>
                <a:cs typeface="+mn-ea"/>
                <a:sym typeface="+mn-lt"/>
              </a:rPr>
              <a:t>Please add in this text, the template. Please add in this text, the template. Please add in this text, the template. Please add in this text</a:t>
            </a:r>
          </a:p>
        </p:txBody>
      </p:sp>
    </p:spTree>
    <p:extLst>
      <p:ext uri="{BB962C8B-B14F-4D97-AF65-F5344CB8AC3E}">
        <p14:creationId xmlns:p14="http://schemas.microsoft.com/office/powerpoint/2010/main" val="1898677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30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6" presetID="0" presetClass="entr" presetSubtype="0" decel="7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0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42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3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  <p:bldP spid="20" grpId="0"/>
      <p:bldP spid="20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E9247-FF08-12BB-C862-E1A3C2175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32D8FD3A-3962-345F-F9A5-76B6F6FFFD97}"/>
              </a:ext>
            </a:extLst>
          </p:cNvPr>
          <p:cNvGrpSpPr/>
          <p:nvPr/>
        </p:nvGrpSpPr>
        <p:grpSpPr>
          <a:xfrm>
            <a:off x="3078428" y="43034"/>
            <a:ext cx="6035144" cy="462579"/>
            <a:chOff x="2562160" y="53790"/>
            <a:chExt cx="6035144" cy="46257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CA6F275-57BF-0752-FD61-ED7F45D6A62F}"/>
                </a:ext>
              </a:extLst>
            </p:cNvPr>
            <p:cNvSpPr txBox="1"/>
            <p:nvPr/>
          </p:nvSpPr>
          <p:spPr>
            <a:xfrm>
              <a:off x="4048658" y="53790"/>
              <a:ext cx="3062148" cy="462579"/>
            </a:xfrm>
            <a:prstGeom prst="rect">
              <a:avLst/>
            </a:prstGeom>
            <a:noFill/>
            <a:ln w="9525">
              <a:noFill/>
            </a:ln>
            <a:effectLst/>
          </p:spPr>
          <p:txBody>
            <a:bodyPr wrap="square">
              <a:noAutofit/>
            </a:bodyPr>
            <a:lstStyle/>
            <a:p>
              <a:pPr algn="dist"/>
              <a:r>
                <a:rPr lang="zh-CN" altLang="en-US" sz="2800" b="1">
                  <a:solidFill>
                    <a:schemeClr val="bg1"/>
                  </a:solidFill>
                  <a:cs typeface="+mn-ea"/>
                  <a:sym typeface="+mn-lt"/>
                </a:rPr>
                <a:t>互动环节讨论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AD81977-1AF7-6B4F-6E2F-3AB0D637E494}"/>
                </a:ext>
              </a:extLst>
            </p:cNvPr>
            <p:cNvSpPr/>
            <p:nvPr/>
          </p:nvSpPr>
          <p:spPr>
            <a:xfrm>
              <a:off x="2562160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9ED9C74-8D06-684B-2594-255C970F2E59}"/>
                </a:ext>
              </a:extLst>
            </p:cNvPr>
            <p:cNvSpPr/>
            <p:nvPr/>
          </p:nvSpPr>
          <p:spPr>
            <a:xfrm flipH="1">
              <a:off x="7287453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矩形: 圆角 67">
            <a:extLst>
              <a:ext uri="{FF2B5EF4-FFF2-40B4-BE49-F238E27FC236}">
                <a16:creationId xmlns:a16="http://schemas.microsoft.com/office/drawing/2014/main" id="{6E1E68DB-2F91-4BA5-30F7-14B2B5569602}"/>
              </a:ext>
            </a:extLst>
          </p:cNvPr>
          <p:cNvSpPr/>
          <p:nvPr/>
        </p:nvSpPr>
        <p:spPr>
          <a:xfrm>
            <a:off x="7144351" y="3176935"/>
            <a:ext cx="3117227" cy="1022598"/>
          </a:xfrm>
          <a:prstGeom prst="roundRect">
            <a:avLst>
              <a:gd name="adj" fmla="val 11468"/>
            </a:avLst>
          </a:prstGeom>
          <a:blipFill>
            <a:blip r:embed="R0c3063d16aae432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42" tIns="41971" rIns="83942" bIns="41971" rtlCol="0" anchor="ctr"/>
          <a:lstStyle/>
          <a:p>
            <a:pPr algn="ctr"/>
            <a:endParaRPr lang="zh-CN" altLang="en-US" sz="1650"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4731CC4-93E7-262A-4DDE-B61B6BE49B47}"/>
              </a:ext>
            </a:extLst>
          </p:cNvPr>
          <p:cNvSpPr txBox="1"/>
          <p:nvPr/>
        </p:nvSpPr>
        <p:spPr>
          <a:xfrm>
            <a:off x="7144351" y="1767394"/>
            <a:ext cx="348820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200" kern="1400" spc="1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algn="l"/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+mn-ea"/>
                <a:sym typeface="+mn-lt"/>
              </a:rPr>
              <a:t>更改文字的颜色或者大X属性输入您的文本文字更改文字的颜色或者大X属性输入您的文本文字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CE1679D-81D5-CE86-4BEF-C73DF0D5C663}"/>
              </a:ext>
            </a:extLst>
          </p:cNvPr>
          <p:cNvSpPr txBox="1"/>
          <p:nvPr/>
        </p:nvSpPr>
        <p:spPr>
          <a:xfrm>
            <a:off x="8197718" y="3176937"/>
            <a:ext cx="2076836" cy="50412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zh-CN"/>
            </a:defPPr>
            <a:lvl1pPr algn="ctr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  <a:defRPr sz="4000">
                <a:solidFill>
                  <a:srgbClr val="346BE8"/>
                </a:solidFill>
                <a:effectLst>
                  <a:outerShdw blurRad="50800" dist="38100" dir="2700000" algn="tl" rotWithShape="0">
                    <a:srgbClr val="346BE8">
                      <a:alpha val="13000"/>
                    </a:srgbClr>
                  </a:outerShdw>
                  <a:reflection blurRad="101600" stA="55000" endA="300" endPos="45500" dist="12700" dir="5400000" sy="-100000" algn="bl" rotWithShape="0"/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  <a:cs typeface="阿里巴巴普惠体 B" panose="00020600040101010101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algn="l"/>
            <a:r>
              <a:rPr lang="en-US" altLang="zh-CN" sz="4400">
                <a:solidFill>
                  <a:schemeClr val="bg1"/>
                </a:solidFill>
                <a:effectLst>
                  <a:reflection blurRad="101600" stA="55000" endA="300" endPos="24000" dist="12700" dir="5400000" sy="-100000" algn="bl" rotWithShape="0"/>
                </a:effectLst>
                <a:latin typeface="+mn-lt"/>
                <a:ea typeface="+mn-ea"/>
                <a:cs typeface="+mn-ea"/>
                <a:sym typeface="+mn-lt"/>
              </a:rPr>
              <a:t>18</a:t>
            </a:r>
            <a:r>
              <a:rPr lang="zh-CN" altLang="en-US" sz="2000">
                <a:solidFill>
                  <a:schemeClr val="bg1"/>
                </a:solidFill>
                <a:effectLst>
                  <a:reflection blurRad="101600" stA="55000" endA="300" endPos="24000" dist="12700" dir="5400000" sy="-100000" algn="bl" rotWithShape="0"/>
                </a:effectLst>
                <a:latin typeface="+mn-lt"/>
                <a:ea typeface="+mn-ea"/>
                <a:cs typeface="+mn-ea"/>
                <a:sym typeface="+mn-lt"/>
              </a:rPr>
              <a:t>万亿元</a:t>
            </a:r>
          </a:p>
        </p:txBody>
      </p:sp>
      <p:graphicFrame>
        <p:nvGraphicFramePr>
          <p:cNvPr id="29" name="图表 28">
            <a:extLst>
              <a:ext uri="{FF2B5EF4-FFF2-40B4-BE49-F238E27FC236}">
                <a16:creationId xmlns:a16="http://schemas.microsoft.com/office/drawing/2014/main" id="{82E91879-8118-6053-4F84-B03B2DC8E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7650847"/>
              </p:ext>
            </p:extLst>
          </p:nvPr>
        </p:nvGraphicFramePr>
        <p:xfrm>
          <a:off x="1364345" y="2099358"/>
          <a:ext cx="4731657" cy="3511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ff1a0b4247d74fda"/>
          </a:graphicData>
        </a:graphic>
      </p:graphicFrame>
      <p:sp>
        <p:nvSpPr>
          <p:cNvPr id="31" name="文本框 30">
            <a:extLst>
              <a:ext uri="{FF2B5EF4-FFF2-40B4-BE49-F238E27FC236}">
                <a16:creationId xmlns:a16="http://schemas.microsoft.com/office/drawing/2014/main" id="{E4DFA159-A4B3-25E8-15BE-83E5A2E7ACD6}"/>
              </a:ext>
            </a:extLst>
          </p:cNvPr>
          <p:cNvSpPr txBox="1"/>
          <p:nvPr/>
        </p:nvSpPr>
        <p:spPr>
          <a:xfrm>
            <a:off x="1364343" y="1719407"/>
            <a:ext cx="1651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单位：万亿元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矩形: 圆角 74">
            <a:extLst>
              <a:ext uri="{FF2B5EF4-FFF2-40B4-BE49-F238E27FC236}">
                <a16:creationId xmlns:a16="http://schemas.microsoft.com/office/drawing/2014/main" id="{BE503678-ED9D-74F5-5A65-7269C684FFD0}"/>
              </a:ext>
            </a:extLst>
          </p:cNvPr>
          <p:cNvSpPr/>
          <p:nvPr/>
        </p:nvSpPr>
        <p:spPr>
          <a:xfrm>
            <a:off x="7144351" y="4460026"/>
            <a:ext cx="3117227" cy="1022598"/>
          </a:xfrm>
          <a:prstGeom prst="roundRect">
            <a:avLst>
              <a:gd name="adj" fmla="val 11468"/>
            </a:avLst>
          </a:prstGeom>
          <a:blipFill>
            <a:blip r:embed="R82d5fa32ea9c4dad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942" tIns="41971" rIns="83942" bIns="41971" rtlCol="0" anchor="ctr"/>
          <a:lstStyle/>
          <a:p>
            <a:pPr algn="ctr"/>
            <a:endParaRPr lang="zh-CN" altLang="en-US" sz="1650">
              <a:cs typeface="+mn-ea"/>
              <a:sym typeface="+mn-lt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3BA02C7-7B7B-BE03-7E0E-D7CCD7957C79}"/>
              </a:ext>
            </a:extLst>
          </p:cNvPr>
          <p:cNvSpPr txBox="1"/>
          <p:nvPr/>
        </p:nvSpPr>
        <p:spPr>
          <a:xfrm>
            <a:off x="8235758" y="4483048"/>
            <a:ext cx="1558303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altLang="zh-CN" sz="4400">
                <a:solidFill>
                  <a:schemeClr val="bg1"/>
                </a:solidFill>
                <a:effectLst>
                  <a:reflection blurRad="101600" stA="55000" endA="300" endPos="24000" dist="12700" dir="5400000" sy="-100000" algn="bl" rotWithShape="0"/>
                </a:effectLst>
                <a:cs typeface="+mn-ea"/>
                <a:sym typeface="+mn-lt"/>
              </a:rPr>
              <a:t>5.06</a:t>
            </a:r>
            <a:r>
              <a:rPr lang="en-US" altLang="zh-CN" sz="2000">
                <a:solidFill>
                  <a:schemeClr val="bg1"/>
                </a:solidFill>
                <a:effectLst>
                  <a:reflection blurRad="101600" stA="55000" endA="300" endPos="24000" dist="12700" dir="5400000" sy="-100000" algn="bl" rotWithShape="0"/>
                </a:effectLst>
                <a:cs typeface="+mn-ea"/>
                <a:sym typeface="+mn-lt"/>
              </a:rPr>
              <a:t>%</a:t>
            </a:r>
            <a:endParaRPr lang="zh-CN" altLang="en-US" sz="2000">
              <a:solidFill>
                <a:schemeClr val="bg1"/>
              </a:solidFill>
              <a:effectLst>
                <a:reflection blurRad="101600" stA="55000" endA="300" endPos="24000" dist="12700" dir="5400000" sy="-100000" algn="bl" rotWithShape="0"/>
              </a:effectLst>
              <a:cs typeface="+mn-ea"/>
              <a:sym typeface="+mn-lt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845F8E85-B16C-290B-9068-3F1979CE3B21}"/>
              </a:ext>
            </a:extLst>
          </p:cNvPr>
          <p:cNvGrpSpPr/>
          <p:nvPr/>
        </p:nvGrpSpPr>
        <p:grpSpPr>
          <a:xfrm>
            <a:off x="7464889" y="4775024"/>
            <a:ext cx="398755" cy="360388"/>
            <a:chOff x="2346436" y="3777440"/>
            <a:chExt cx="3052507" cy="2758810"/>
          </a:xfrm>
          <a:solidFill>
            <a:schemeClr val="bg1"/>
          </a:solidFill>
        </p:grpSpPr>
        <p:sp>
          <p:nvSpPr>
            <p:cNvPr id="40" name="任意多边形: 形状 20">
              <a:extLst>
                <a:ext uri="{FF2B5EF4-FFF2-40B4-BE49-F238E27FC236}">
                  <a16:creationId xmlns:a16="http://schemas.microsoft.com/office/drawing/2014/main" id="{0B51E886-3A7A-8DC9-9710-F0B7942BD744}"/>
                </a:ext>
              </a:extLst>
            </p:cNvPr>
            <p:cNvSpPr/>
            <p:nvPr/>
          </p:nvSpPr>
          <p:spPr>
            <a:xfrm>
              <a:off x="2346436" y="4866511"/>
              <a:ext cx="3052507" cy="1669739"/>
            </a:xfrm>
            <a:custGeom>
              <a:avLst/>
              <a:gdLst>
                <a:gd name="connsiteX0" fmla="*/ 3052428 w 3052507"/>
                <a:gd name="connsiteY0" fmla="*/ 1642897 h 1669739"/>
                <a:gd name="connsiteX1" fmla="*/ 2984486 w 3052507"/>
                <a:gd name="connsiteY1" fmla="*/ 1669740 h 1669739"/>
                <a:gd name="connsiteX2" fmla="*/ 69158 w 3052507"/>
                <a:gd name="connsiteY2" fmla="*/ 1669341 h 1669739"/>
                <a:gd name="connsiteX3" fmla="*/ 21 w 3052507"/>
                <a:gd name="connsiteY3" fmla="*/ 1623701 h 1669739"/>
                <a:gd name="connsiteX4" fmla="*/ 68282 w 3052507"/>
                <a:gd name="connsiteY4" fmla="*/ 1579893 h 1669739"/>
                <a:gd name="connsiteX5" fmla="*/ 250366 w 3052507"/>
                <a:gd name="connsiteY5" fmla="*/ 1579893 h 1669739"/>
                <a:gd name="connsiteX6" fmla="*/ 250366 w 3052507"/>
                <a:gd name="connsiteY6" fmla="*/ 1545563 h 1669739"/>
                <a:gd name="connsiteX7" fmla="*/ 250366 w 3052507"/>
                <a:gd name="connsiteY7" fmla="*/ 1098399 h 1669739"/>
                <a:gd name="connsiteX8" fmla="*/ 369684 w 3052507"/>
                <a:gd name="connsiteY8" fmla="*/ 979161 h 1669739"/>
                <a:gd name="connsiteX9" fmla="*/ 661846 w 3052507"/>
                <a:gd name="connsiteY9" fmla="*/ 979240 h 1669739"/>
                <a:gd name="connsiteX10" fmla="*/ 779013 w 3052507"/>
                <a:gd name="connsiteY10" fmla="*/ 1097921 h 1669739"/>
                <a:gd name="connsiteX11" fmla="*/ 779093 w 3052507"/>
                <a:gd name="connsiteY11" fmla="*/ 1539111 h 1669739"/>
                <a:gd name="connsiteX12" fmla="*/ 779093 w 3052507"/>
                <a:gd name="connsiteY12" fmla="*/ 1577264 h 1669739"/>
                <a:gd name="connsiteX13" fmla="*/ 924457 w 3052507"/>
                <a:gd name="connsiteY13" fmla="*/ 1577264 h 1669739"/>
                <a:gd name="connsiteX14" fmla="*/ 924457 w 3052507"/>
                <a:gd name="connsiteY14" fmla="*/ 1368498 h 1669739"/>
                <a:gd name="connsiteX15" fmla="*/ 924616 w 3052507"/>
                <a:gd name="connsiteY15" fmla="*/ 1332734 h 1669739"/>
                <a:gd name="connsiteX16" fmla="*/ 970018 w 3052507"/>
                <a:gd name="connsiteY16" fmla="*/ 1284386 h 1669739"/>
                <a:gd name="connsiteX17" fmla="*/ 1013826 w 3052507"/>
                <a:gd name="connsiteY17" fmla="*/ 1333531 h 1669739"/>
                <a:gd name="connsiteX18" fmla="*/ 1014065 w 3052507"/>
                <a:gd name="connsiteY18" fmla="*/ 1554086 h 1669739"/>
                <a:gd name="connsiteX19" fmla="*/ 1014065 w 3052507"/>
                <a:gd name="connsiteY19" fmla="*/ 1577185 h 1669739"/>
                <a:gd name="connsiteX20" fmla="*/ 1363974 w 3052507"/>
                <a:gd name="connsiteY20" fmla="*/ 1577185 h 1669739"/>
                <a:gd name="connsiteX21" fmla="*/ 1363974 w 3052507"/>
                <a:gd name="connsiteY21" fmla="*/ 1548112 h 1669739"/>
                <a:gd name="connsiteX22" fmla="*/ 1363974 w 3052507"/>
                <a:gd name="connsiteY22" fmla="*/ 782023 h 1669739"/>
                <a:gd name="connsiteX23" fmla="*/ 1323750 w 3052507"/>
                <a:gd name="connsiteY23" fmla="*/ 742516 h 1669739"/>
                <a:gd name="connsiteX24" fmla="*/ 1046563 w 3052507"/>
                <a:gd name="connsiteY24" fmla="*/ 742038 h 1669739"/>
                <a:gd name="connsiteX25" fmla="*/ 1013746 w 3052507"/>
                <a:gd name="connsiteY25" fmla="*/ 774695 h 1669739"/>
                <a:gd name="connsiteX26" fmla="*/ 1013587 w 3052507"/>
                <a:gd name="connsiteY26" fmla="*/ 1135358 h 1669739"/>
                <a:gd name="connsiteX27" fmla="*/ 1000524 w 3052507"/>
                <a:gd name="connsiteY27" fmla="*/ 1178608 h 1669739"/>
                <a:gd name="connsiteX28" fmla="*/ 958787 w 3052507"/>
                <a:gd name="connsiteY28" fmla="*/ 1189839 h 1669739"/>
                <a:gd name="connsiteX29" fmla="*/ 926289 w 3052507"/>
                <a:gd name="connsiteY29" fmla="*/ 1152801 h 1669739"/>
                <a:gd name="connsiteX30" fmla="*/ 924616 w 3052507"/>
                <a:gd name="connsiteY30" fmla="*/ 1105568 h 1669739"/>
                <a:gd name="connsiteX31" fmla="*/ 924616 w 3052507"/>
                <a:gd name="connsiteY31" fmla="*/ 771668 h 1669739"/>
                <a:gd name="connsiteX32" fmla="*/ 1044572 w 3052507"/>
                <a:gd name="connsiteY32" fmla="*/ 652749 h 1669739"/>
                <a:gd name="connsiteX33" fmla="*/ 1333707 w 3052507"/>
                <a:gd name="connsiteY33" fmla="*/ 652749 h 1669739"/>
                <a:gd name="connsiteX34" fmla="*/ 1453582 w 3052507"/>
                <a:gd name="connsiteY34" fmla="*/ 771907 h 1669739"/>
                <a:gd name="connsiteX35" fmla="*/ 1453662 w 3052507"/>
                <a:gd name="connsiteY35" fmla="*/ 1541023 h 1669739"/>
                <a:gd name="connsiteX36" fmla="*/ 1453662 w 3052507"/>
                <a:gd name="connsiteY36" fmla="*/ 1577822 h 1669739"/>
                <a:gd name="connsiteX37" fmla="*/ 1598867 w 3052507"/>
                <a:gd name="connsiteY37" fmla="*/ 1577822 h 1669739"/>
                <a:gd name="connsiteX38" fmla="*/ 1598867 w 3052507"/>
                <a:gd name="connsiteY38" fmla="*/ 1538952 h 1669739"/>
                <a:gd name="connsiteX39" fmla="*/ 1598867 w 3052507"/>
                <a:gd name="connsiteY39" fmla="*/ 453859 h 1669739"/>
                <a:gd name="connsiteX40" fmla="*/ 1725593 w 3052507"/>
                <a:gd name="connsiteY40" fmla="*/ 326098 h 1669739"/>
                <a:gd name="connsiteX41" fmla="*/ 2005807 w 3052507"/>
                <a:gd name="connsiteY41" fmla="*/ 326098 h 1669739"/>
                <a:gd name="connsiteX42" fmla="*/ 2127833 w 3052507"/>
                <a:gd name="connsiteY42" fmla="*/ 449478 h 1669739"/>
                <a:gd name="connsiteX43" fmla="*/ 2127833 w 3052507"/>
                <a:gd name="connsiteY43" fmla="*/ 1540465 h 1669739"/>
                <a:gd name="connsiteX44" fmla="*/ 2127833 w 3052507"/>
                <a:gd name="connsiteY44" fmla="*/ 1577583 h 1669739"/>
                <a:gd name="connsiteX45" fmla="*/ 2273197 w 3052507"/>
                <a:gd name="connsiteY45" fmla="*/ 1577583 h 1669739"/>
                <a:gd name="connsiteX46" fmla="*/ 2273197 w 3052507"/>
                <a:gd name="connsiteY46" fmla="*/ 1539430 h 1669739"/>
                <a:gd name="connsiteX47" fmla="*/ 2273038 w 3052507"/>
                <a:gd name="connsiteY47" fmla="*/ 126491 h 1669739"/>
                <a:gd name="connsiteX48" fmla="*/ 2301712 w 3052507"/>
                <a:gd name="connsiteY48" fmla="*/ 36086 h 1669739"/>
                <a:gd name="connsiteX49" fmla="*/ 2374514 w 3052507"/>
                <a:gd name="connsiteY49" fmla="*/ 2632 h 1669739"/>
                <a:gd name="connsiteX50" fmla="*/ 2699333 w 3052507"/>
                <a:gd name="connsiteY50" fmla="*/ 1438 h 1669739"/>
                <a:gd name="connsiteX51" fmla="*/ 2801685 w 3052507"/>
                <a:gd name="connsiteY51" fmla="*/ 106976 h 1669739"/>
                <a:gd name="connsiteX52" fmla="*/ 2801845 w 3052507"/>
                <a:gd name="connsiteY52" fmla="*/ 554140 h 1669739"/>
                <a:gd name="connsiteX53" fmla="*/ 2757240 w 3052507"/>
                <a:gd name="connsiteY53" fmla="*/ 606073 h 1669739"/>
                <a:gd name="connsiteX54" fmla="*/ 2712555 w 3052507"/>
                <a:gd name="connsiteY54" fmla="*/ 554538 h 1669739"/>
                <a:gd name="connsiteX55" fmla="*/ 2712953 w 3052507"/>
                <a:gd name="connsiteY55" fmla="*/ 128243 h 1669739"/>
                <a:gd name="connsiteX56" fmla="*/ 2676632 w 3052507"/>
                <a:gd name="connsiteY56" fmla="*/ 89931 h 1669739"/>
                <a:gd name="connsiteX57" fmla="*/ 2396418 w 3052507"/>
                <a:gd name="connsiteY57" fmla="*/ 90010 h 1669739"/>
                <a:gd name="connsiteX58" fmla="*/ 2362407 w 3052507"/>
                <a:gd name="connsiteY58" fmla="*/ 124579 h 1669739"/>
                <a:gd name="connsiteX59" fmla="*/ 2362885 w 3052507"/>
                <a:gd name="connsiteY59" fmla="*/ 1552413 h 1669739"/>
                <a:gd name="connsiteX60" fmla="*/ 2364796 w 3052507"/>
                <a:gd name="connsiteY60" fmla="*/ 1577583 h 1669739"/>
                <a:gd name="connsiteX61" fmla="*/ 2712396 w 3052507"/>
                <a:gd name="connsiteY61" fmla="*/ 1577583 h 1669739"/>
                <a:gd name="connsiteX62" fmla="*/ 2712396 w 3052507"/>
                <a:gd name="connsiteY62" fmla="*/ 1543253 h 1669739"/>
                <a:gd name="connsiteX63" fmla="*/ 2712396 w 3052507"/>
                <a:gd name="connsiteY63" fmla="*/ 765217 h 1669739"/>
                <a:gd name="connsiteX64" fmla="*/ 2712794 w 3052507"/>
                <a:gd name="connsiteY64" fmla="*/ 738374 h 1669739"/>
                <a:gd name="connsiteX65" fmla="*/ 2755487 w 3052507"/>
                <a:gd name="connsiteY65" fmla="*/ 697035 h 1669739"/>
                <a:gd name="connsiteX66" fmla="*/ 2801048 w 3052507"/>
                <a:gd name="connsiteY66" fmla="*/ 735427 h 1669739"/>
                <a:gd name="connsiteX67" fmla="*/ 2801924 w 3052507"/>
                <a:gd name="connsiteY67" fmla="*/ 765137 h 1669739"/>
                <a:gd name="connsiteX68" fmla="*/ 2801924 w 3052507"/>
                <a:gd name="connsiteY68" fmla="*/ 1540147 h 1669739"/>
                <a:gd name="connsiteX69" fmla="*/ 2801924 w 3052507"/>
                <a:gd name="connsiteY69" fmla="*/ 1579495 h 1669739"/>
                <a:gd name="connsiteX70" fmla="*/ 2984884 w 3052507"/>
                <a:gd name="connsiteY70" fmla="*/ 1579096 h 1669739"/>
                <a:gd name="connsiteX71" fmla="*/ 3052508 w 3052507"/>
                <a:gd name="connsiteY71" fmla="*/ 1606656 h 1669739"/>
                <a:gd name="connsiteX72" fmla="*/ 3052428 w 3052507"/>
                <a:gd name="connsiteY72" fmla="*/ 1642897 h 1669739"/>
                <a:gd name="connsiteX73" fmla="*/ 2036951 w 3052507"/>
                <a:gd name="connsiteY73" fmla="*/ 1578300 h 1669739"/>
                <a:gd name="connsiteX74" fmla="*/ 2038145 w 3052507"/>
                <a:gd name="connsiteY74" fmla="*/ 1560777 h 1669739"/>
                <a:gd name="connsiteX75" fmla="*/ 2038543 w 3052507"/>
                <a:gd name="connsiteY75" fmla="*/ 446770 h 1669739"/>
                <a:gd name="connsiteX76" fmla="*/ 2006842 w 3052507"/>
                <a:gd name="connsiteY76" fmla="*/ 415546 h 1669739"/>
                <a:gd name="connsiteX77" fmla="*/ 1729814 w 3052507"/>
                <a:gd name="connsiteY77" fmla="*/ 415865 h 1669739"/>
                <a:gd name="connsiteX78" fmla="*/ 1688395 w 3052507"/>
                <a:gd name="connsiteY78" fmla="*/ 457682 h 1669739"/>
                <a:gd name="connsiteX79" fmla="*/ 1688395 w 3052507"/>
                <a:gd name="connsiteY79" fmla="*/ 1544926 h 1669739"/>
                <a:gd name="connsiteX80" fmla="*/ 1688395 w 3052507"/>
                <a:gd name="connsiteY80" fmla="*/ 1578380 h 1669739"/>
                <a:gd name="connsiteX81" fmla="*/ 2036951 w 3052507"/>
                <a:gd name="connsiteY81" fmla="*/ 1578300 h 1669739"/>
                <a:gd name="connsiteX82" fmla="*/ 686777 w 3052507"/>
                <a:gd name="connsiteY82" fmla="*/ 1578141 h 1669739"/>
                <a:gd name="connsiteX83" fmla="*/ 689166 w 3052507"/>
                <a:gd name="connsiteY83" fmla="*/ 1564202 h 1669739"/>
                <a:gd name="connsiteX84" fmla="*/ 689644 w 3052507"/>
                <a:gd name="connsiteY84" fmla="*/ 1096647 h 1669739"/>
                <a:gd name="connsiteX85" fmla="*/ 658421 w 3052507"/>
                <a:gd name="connsiteY85" fmla="*/ 1068769 h 1669739"/>
                <a:gd name="connsiteX86" fmla="*/ 375498 w 3052507"/>
                <a:gd name="connsiteY86" fmla="*/ 1068450 h 1669739"/>
                <a:gd name="connsiteX87" fmla="*/ 339257 w 3052507"/>
                <a:gd name="connsiteY87" fmla="*/ 1106683 h 1669739"/>
                <a:gd name="connsiteX88" fmla="*/ 339814 w 3052507"/>
                <a:gd name="connsiteY88" fmla="*/ 1547395 h 1669739"/>
                <a:gd name="connsiteX89" fmla="*/ 339814 w 3052507"/>
                <a:gd name="connsiteY89" fmla="*/ 1578141 h 1669739"/>
                <a:gd name="connsiteX90" fmla="*/ 686777 w 3052507"/>
                <a:gd name="connsiteY90" fmla="*/ 1578141 h 1669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052507" h="1669738">
                  <a:moveTo>
                    <a:pt x="3052428" y="1642897"/>
                  </a:moveTo>
                  <a:cubicBezTo>
                    <a:pt x="3035064" y="1665279"/>
                    <a:pt x="3011806" y="1669740"/>
                    <a:pt x="2984486" y="1669740"/>
                  </a:cubicBezTo>
                  <a:cubicBezTo>
                    <a:pt x="2012736" y="1669262"/>
                    <a:pt x="1040907" y="1669341"/>
                    <a:pt x="69158" y="1669341"/>
                  </a:cubicBezTo>
                  <a:cubicBezTo>
                    <a:pt x="21288" y="1669341"/>
                    <a:pt x="-776" y="1654765"/>
                    <a:pt x="21" y="1623701"/>
                  </a:cubicBezTo>
                  <a:cubicBezTo>
                    <a:pt x="817" y="1593513"/>
                    <a:pt x="21766" y="1579973"/>
                    <a:pt x="68282" y="1579893"/>
                  </a:cubicBezTo>
                  <a:cubicBezTo>
                    <a:pt x="127782" y="1579813"/>
                    <a:pt x="187202" y="1579893"/>
                    <a:pt x="250366" y="1579893"/>
                  </a:cubicBezTo>
                  <a:cubicBezTo>
                    <a:pt x="250366" y="1566830"/>
                    <a:pt x="250366" y="1556157"/>
                    <a:pt x="250366" y="1545563"/>
                  </a:cubicBezTo>
                  <a:cubicBezTo>
                    <a:pt x="250366" y="1396535"/>
                    <a:pt x="250286" y="1247507"/>
                    <a:pt x="250366" y="1098399"/>
                  </a:cubicBezTo>
                  <a:cubicBezTo>
                    <a:pt x="250445" y="1019703"/>
                    <a:pt x="290430" y="979479"/>
                    <a:pt x="369684" y="979161"/>
                  </a:cubicBezTo>
                  <a:cubicBezTo>
                    <a:pt x="467098" y="978763"/>
                    <a:pt x="564432" y="978683"/>
                    <a:pt x="661846" y="979240"/>
                  </a:cubicBezTo>
                  <a:cubicBezTo>
                    <a:pt x="738550" y="979639"/>
                    <a:pt x="778933" y="1020659"/>
                    <a:pt x="779013" y="1097921"/>
                  </a:cubicBezTo>
                  <a:cubicBezTo>
                    <a:pt x="779332" y="1244958"/>
                    <a:pt x="779093" y="1392074"/>
                    <a:pt x="779093" y="1539111"/>
                  </a:cubicBezTo>
                  <a:cubicBezTo>
                    <a:pt x="779093" y="1550900"/>
                    <a:pt x="779093" y="1562768"/>
                    <a:pt x="779093" y="1577264"/>
                  </a:cubicBezTo>
                  <a:cubicBezTo>
                    <a:pt x="827760" y="1577264"/>
                    <a:pt x="874515" y="1577264"/>
                    <a:pt x="924457" y="1577264"/>
                  </a:cubicBezTo>
                  <a:cubicBezTo>
                    <a:pt x="924457" y="1507091"/>
                    <a:pt x="924457" y="1437795"/>
                    <a:pt x="924457" y="1368498"/>
                  </a:cubicBezTo>
                  <a:cubicBezTo>
                    <a:pt x="924457" y="1356550"/>
                    <a:pt x="923979" y="1344602"/>
                    <a:pt x="924616" y="1332734"/>
                  </a:cubicBezTo>
                  <a:cubicBezTo>
                    <a:pt x="926130" y="1302546"/>
                    <a:pt x="943573" y="1284226"/>
                    <a:pt x="970018" y="1284386"/>
                  </a:cubicBezTo>
                  <a:cubicBezTo>
                    <a:pt x="996701" y="1284625"/>
                    <a:pt x="1013667" y="1302626"/>
                    <a:pt x="1013826" y="1333531"/>
                  </a:cubicBezTo>
                  <a:cubicBezTo>
                    <a:pt x="1014384" y="1407049"/>
                    <a:pt x="1013985" y="1480567"/>
                    <a:pt x="1014065" y="1554086"/>
                  </a:cubicBezTo>
                  <a:cubicBezTo>
                    <a:pt x="1014065" y="1560856"/>
                    <a:pt x="1014065" y="1567706"/>
                    <a:pt x="1014065" y="1577185"/>
                  </a:cubicBezTo>
                  <a:cubicBezTo>
                    <a:pt x="1130754" y="1577185"/>
                    <a:pt x="1245293" y="1577185"/>
                    <a:pt x="1363974" y="1577185"/>
                  </a:cubicBezTo>
                  <a:cubicBezTo>
                    <a:pt x="1363974" y="1567308"/>
                    <a:pt x="1363974" y="1557750"/>
                    <a:pt x="1363974" y="1548112"/>
                  </a:cubicBezTo>
                  <a:cubicBezTo>
                    <a:pt x="1363974" y="1292749"/>
                    <a:pt x="1363974" y="1037386"/>
                    <a:pt x="1363974" y="782023"/>
                  </a:cubicBezTo>
                  <a:cubicBezTo>
                    <a:pt x="1363974" y="742596"/>
                    <a:pt x="1363815" y="742596"/>
                    <a:pt x="1323750" y="742516"/>
                  </a:cubicBezTo>
                  <a:cubicBezTo>
                    <a:pt x="1231354" y="742516"/>
                    <a:pt x="1138959" y="743233"/>
                    <a:pt x="1046563" y="742038"/>
                  </a:cubicBezTo>
                  <a:cubicBezTo>
                    <a:pt x="1021712" y="741719"/>
                    <a:pt x="1013587" y="750083"/>
                    <a:pt x="1013746" y="774695"/>
                  </a:cubicBezTo>
                  <a:cubicBezTo>
                    <a:pt x="1014623" y="894889"/>
                    <a:pt x="1014543" y="1015163"/>
                    <a:pt x="1013587" y="1135358"/>
                  </a:cubicBezTo>
                  <a:cubicBezTo>
                    <a:pt x="1013428" y="1150173"/>
                    <a:pt x="1010003" y="1169050"/>
                    <a:pt x="1000524" y="1178608"/>
                  </a:cubicBezTo>
                  <a:cubicBezTo>
                    <a:pt x="991444" y="1187848"/>
                    <a:pt x="969858" y="1194379"/>
                    <a:pt x="958787" y="1189839"/>
                  </a:cubicBezTo>
                  <a:cubicBezTo>
                    <a:pt x="944927" y="1184184"/>
                    <a:pt x="932183" y="1167616"/>
                    <a:pt x="926289" y="1152801"/>
                  </a:cubicBezTo>
                  <a:cubicBezTo>
                    <a:pt x="920793" y="1139021"/>
                    <a:pt x="924616" y="1121498"/>
                    <a:pt x="924616" y="1105568"/>
                  </a:cubicBezTo>
                  <a:cubicBezTo>
                    <a:pt x="924537" y="994294"/>
                    <a:pt x="924457" y="883021"/>
                    <a:pt x="924616" y="771668"/>
                  </a:cubicBezTo>
                  <a:cubicBezTo>
                    <a:pt x="924696" y="693610"/>
                    <a:pt x="965955" y="652828"/>
                    <a:pt x="1044572" y="652749"/>
                  </a:cubicBezTo>
                  <a:cubicBezTo>
                    <a:pt x="1140950" y="652669"/>
                    <a:pt x="1237328" y="652669"/>
                    <a:pt x="1333707" y="652749"/>
                  </a:cubicBezTo>
                  <a:cubicBezTo>
                    <a:pt x="1412004" y="652828"/>
                    <a:pt x="1453503" y="693849"/>
                    <a:pt x="1453582" y="771907"/>
                  </a:cubicBezTo>
                  <a:cubicBezTo>
                    <a:pt x="1453742" y="1028306"/>
                    <a:pt x="1453662" y="1284625"/>
                    <a:pt x="1453662" y="1541023"/>
                  </a:cubicBezTo>
                  <a:cubicBezTo>
                    <a:pt x="1453662" y="1552652"/>
                    <a:pt x="1453662" y="1564361"/>
                    <a:pt x="1453662" y="1577822"/>
                  </a:cubicBezTo>
                  <a:cubicBezTo>
                    <a:pt x="1502887" y="1577822"/>
                    <a:pt x="1549005" y="1577822"/>
                    <a:pt x="1598867" y="1577822"/>
                  </a:cubicBezTo>
                  <a:cubicBezTo>
                    <a:pt x="1598867" y="1564122"/>
                    <a:pt x="1598867" y="1551537"/>
                    <a:pt x="1598867" y="1538952"/>
                  </a:cubicBezTo>
                  <a:cubicBezTo>
                    <a:pt x="1598867" y="1177254"/>
                    <a:pt x="1598867" y="815557"/>
                    <a:pt x="1598867" y="453859"/>
                  </a:cubicBezTo>
                  <a:cubicBezTo>
                    <a:pt x="1598867" y="365445"/>
                    <a:pt x="1637896" y="326177"/>
                    <a:pt x="1725593" y="326098"/>
                  </a:cubicBezTo>
                  <a:cubicBezTo>
                    <a:pt x="1819024" y="326098"/>
                    <a:pt x="1912375" y="326018"/>
                    <a:pt x="2005807" y="326098"/>
                  </a:cubicBezTo>
                  <a:cubicBezTo>
                    <a:pt x="2087211" y="326177"/>
                    <a:pt x="2127833" y="367198"/>
                    <a:pt x="2127833" y="449478"/>
                  </a:cubicBezTo>
                  <a:cubicBezTo>
                    <a:pt x="2127913" y="813167"/>
                    <a:pt x="2127833" y="1176856"/>
                    <a:pt x="2127833" y="1540465"/>
                  </a:cubicBezTo>
                  <a:cubicBezTo>
                    <a:pt x="2127833" y="1552174"/>
                    <a:pt x="2127833" y="1563883"/>
                    <a:pt x="2127833" y="1577583"/>
                  </a:cubicBezTo>
                  <a:cubicBezTo>
                    <a:pt x="2176659" y="1577583"/>
                    <a:pt x="2222698" y="1577583"/>
                    <a:pt x="2273197" y="1577583"/>
                  </a:cubicBezTo>
                  <a:cubicBezTo>
                    <a:pt x="2273197" y="1564441"/>
                    <a:pt x="2273197" y="1551935"/>
                    <a:pt x="2273197" y="1539430"/>
                  </a:cubicBezTo>
                  <a:cubicBezTo>
                    <a:pt x="2273197" y="1068450"/>
                    <a:pt x="2273277" y="597470"/>
                    <a:pt x="2273038" y="126491"/>
                  </a:cubicBezTo>
                  <a:cubicBezTo>
                    <a:pt x="2273038" y="92878"/>
                    <a:pt x="2274232" y="57990"/>
                    <a:pt x="2301712" y="36086"/>
                  </a:cubicBezTo>
                  <a:cubicBezTo>
                    <a:pt x="2322262" y="19758"/>
                    <a:pt x="2349662" y="3429"/>
                    <a:pt x="2374514" y="2632"/>
                  </a:cubicBezTo>
                  <a:cubicBezTo>
                    <a:pt x="2482681" y="-1032"/>
                    <a:pt x="2591086" y="-315"/>
                    <a:pt x="2699333" y="1438"/>
                  </a:cubicBezTo>
                  <a:cubicBezTo>
                    <a:pt x="2759868" y="2473"/>
                    <a:pt x="2801367" y="46600"/>
                    <a:pt x="2801685" y="106976"/>
                  </a:cubicBezTo>
                  <a:cubicBezTo>
                    <a:pt x="2802402" y="256004"/>
                    <a:pt x="2802084" y="405032"/>
                    <a:pt x="2801845" y="554140"/>
                  </a:cubicBezTo>
                  <a:cubicBezTo>
                    <a:pt x="2801765" y="586877"/>
                    <a:pt x="2784560" y="605993"/>
                    <a:pt x="2757240" y="606073"/>
                  </a:cubicBezTo>
                  <a:cubicBezTo>
                    <a:pt x="2729760" y="606232"/>
                    <a:pt x="2712635" y="587275"/>
                    <a:pt x="2712555" y="554538"/>
                  </a:cubicBezTo>
                  <a:cubicBezTo>
                    <a:pt x="2712237" y="412440"/>
                    <a:pt x="2711838" y="270341"/>
                    <a:pt x="2712953" y="128243"/>
                  </a:cubicBezTo>
                  <a:cubicBezTo>
                    <a:pt x="2713192" y="100684"/>
                    <a:pt x="2706502" y="89373"/>
                    <a:pt x="2676632" y="89931"/>
                  </a:cubicBezTo>
                  <a:cubicBezTo>
                    <a:pt x="2583281" y="91603"/>
                    <a:pt x="2489849" y="91285"/>
                    <a:pt x="2396418" y="90010"/>
                  </a:cubicBezTo>
                  <a:cubicBezTo>
                    <a:pt x="2369894" y="89612"/>
                    <a:pt x="2362407" y="99091"/>
                    <a:pt x="2362407" y="124579"/>
                  </a:cubicBezTo>
                  <a:cubicBezTo>
                    <a:pt x="2362964" y="600497"/>
                    <a:pt x="2362805" y="1076495"/>
                    <a:pt x="2362885" y="1552413"/>
                  </a:cubicBezTo>
                  <a:cubicBezTo>
                    <a:pt x="2362885" y="1560139"/>
                    <a:pt x="2364000" y="1567945"/>
                    <a:pt x="2364796" y="1577583"/>
                  </a:cubicBezTo>
                  <a:cubicBezTo>
                    <a:pt x="2479973" y="1577583"/>
                    <a:pt x="2593874" y="1577583"/>
                    <a:pt x="2712396" y="1577583"/>
                  </a:cubicBezTo>
                  <a:cubicBezTo>
                    <a:pt x="2712396" y="1566193"/>
                    <a:pt x="2712396" y="1554723"/>
                    <a:pt x="2712396" y="1543253"/>
                  </a:cubicBezTo>
                  <a:cubicBezTo>
                    <a:pt x="2712396" y="1283908"/>
                    <a:pt x="2712396" y="1024562"/>
                    <a:pt x="2712396" y="765217"/>
                  </a:cubicBezTo>
                  <a:cubicBezTo>
                    <a:pt x="2712396" y="756296"/>
                    <a:pt x="2711838" y="747295"/>
                    <a:pt x="2712794" y="738374"/>
                  </a:cubicBezTo>
                  <a:cubicBezTo>
                    <a:pt x="2715423" y="712886"/>
                    <a:pt x="2730716" y="697911"/>
                    <a:pt x="2755487" y="697035"/>
                  </a:cubicBezTo>
                  <a:cubicBezTo>
                    <a:pt x="2780418" y="696079"/>
                    <a:pt x="2796428" y="710655"/>
                    <a:pt x="2801048" y="735427"/>
                  </a:cubicBezTo>
                  <a:cubicBezTo>
                    <a:pt x="2802800" y="745065"/>
                    <a:pt x="2801924" y="755260"/>
                    <a:pt x="2801924" y="765137"/>
                  </a:cubicBezTo>
                  <a:cubicBezTo>
                    <a:pt x="2801924" y="1023447"/>
                    <a:pt x="2801924" y="1281837"/>
                    <a:pt x="2801924" y="1540147"/>
                  </a:cubicBezTo>
                  <a:cubicBezTo>
                    <a:pt x="2801924" y="1551855"/>
                    <a:pt x="2801924" y="1563644"/>
                    <a:pt x="2801924" y="1579495"/>
                  </a:cubicBezTo>
                  <a:cubicBezTo>
                    <a:pt x="2864530" y="1579495"/>
                    <a:pt x="2924747" y="1580371"/>
                    <a:pt x="2984884" y="1579096"/>
                  </a:cubicBezTo>
                  <a:cubicBezTo>
                    <a:pt x="3012284" y="1578539"/>
                    <a:pt x="3035542" y="1583716"/>
                    <a:pt x="3052508" y="1606656"/>
                  </a:cubicBezTo>
                  <a:cubicBezTo>
                    <a:pt x="3052428" y="1619081"/>
                    <a:pt x="3052428" y="1631029"/>
                    <a:pt x="3052428" y="1642897"/>
                  </a:cubicBezTo>
                  <a:close/>
                  <a:moveTo>
                    <a:pt x="2036951" y="1578300"/>
                  </a:moveTo>
                  <a:cubicBezTo>
                    <a:pt x="2037508" y="1570414"/>
                    <a:pt x="2038145" y="1565556"/>
                    <a:pt x="2038145" y="1560777"/>
                  </a:cubicBezTo>
                  <a:cubicBezTo>
                    <a:pt x="2038225" y="1189441"/>
                    <a:pt x="2038066" y="818105"/>
                    <a:pt x="2038543" y="446770"/>
                  </a:cubicBezTo>
                  <a:cubicBezTo>
                    <a:pt x="2038543" y="423272"/>
                    <a:pt x="2029622" y="415307"/>
                    <a:pt x="2006842" y="415546"/>
                  </a:cubicBezTo>
                  <a:cubicBezTo>
                    <a:pt x="1914526" y="416263"/>
                    <a:pt x="1822130" y="415785"/>
                    <a:pt x="1729814" y="415865"/>
                  </a:cubicBezTo>
                  <a:cubicBezTo>
                    <a:pt x="1688873" y="415865"/>
                    <a:pt x="1688395" y="416343"/>
                    <a:pt x="1688395" y="457682"/>
                  </a:cubicBezTo>
                  <a:cubicBezTo>
                    <a:pt x="1688395" y="820096"/>
                    <a:pt x="1688395" y="1182511"/>
                    <a:pt x="1688395" y="1544926"/>
                  </a:cubicBezTo>
                  <a:cubicBezTo>
                    <a:pt x="1688395" y="1555520"/>
                    <a:pt x="1688395" y="1566113"/>
                    <a:pt x="1688395" y="1578380"/>
                  </a:cubicBezTo>
                  <a:cubicBezTo>
                    <a:pt x="1806040" y="1578300"/>
                    <a:pt x="1919942" y="1578300"/>
                    <a:pt x="2036951" y="1578300"/>
                  </a:cubicBezTo>
                  <a:close/>
                  <a:moveTo>
                    <a:pt x="686777" y="1578141"/>
                  </a:moveTo>
                  <a:cubicBezTo>
                    <a:pt x="687892" y="1571848"/>
                    <a:pt x="689166" y="1568025"/>
                    <a:pt x="689166" y="1564202"/>
                  </a:cubicBezTo>
                  <a:cubicBezTo>
                    <a:pt x="689325" y="1408323"/>
                    <a:pt x="689087" y="1252525"/>
                    <a:pt x="689644" y="1096647"/>
                  </a:cubicBezTo>
                  <a:cubicBezTo>
                    <a:pt x="689724" y="1073468"/>
                    <a:pt x="678891" y="1068609"/>
                    <a:pt x="658421" y="1068769"/>
                  </a:cubicBezTo>
                  <a:cubicBezTo>
                    <a:pt x="564113" y="1069406"/>
                    <a:pt x="469806" y="1070123"/>
                    <a:pt x="375498" y="1068450"/>
                  </a:cubicBezTo>
                  <a:cubicBezTo>
                    <a:pt x="345629" y="1067893"/>
                    <a:pt x="339018" y="1079124"/>
                    <a:pt x="339257" y="1106683"/>
                  </a:cubicBezTo>
                  <a:cubicBezTo>
                    <a:pt x="340372" y="1253560"/>
                    <a:pt x="339814" y="1400517"/>
                    <a:pt x="339814" y="1547395"/>
                  </a:cubicBezTo>
                  <a:cubicBezTo>
                    <a:pt x="339814" y="1557033"/>
                    <a:pt x="339814" y="1566750"/>
                    <a:pt x="339814" y="1578141"/>
                  </a:cubicBezTo>
                  <a:cubicBezTo>
                    <a:pt x="456743" y="1578141"/>
                    <a:pt x="570485" y="1578141"/>
                    <a:pt x="686777" y="1578141"/>
                  </a:cubicBezTo>
                  <a:close/>
                </a:path>
              </a:pathLst>
            </a:custGeom>
            <a:grpFill/>
            <a:ln w="7956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任意多边形: 形状 21">
              <a:extLst>
                <a:ext uri="{FF2B5EF4-FFF2-40B4-BE49-F238E27FC236}">
                  <a16:creationId xmlns:a16="http://schemas.microsoft.com/office/drawing/2014/main" id="{EBA367E0-4267-7E16-DA46-B2981DC1E47E}"/>
                </a:ext>
              </a:extLst>
            </p:cNvPr>
            <p:cNvSpPr/>
            <p:nvPr/>
          </p:nvSpPr>
          <p:spPr>
            <a:xfrm>
              <a:off x="2724711" y="3777440"/>
              <a:ext cx="2187920" cy="1532715"/>
            </a:xfrm>
            <a:custGeom>
              <a:avLst/>
              <a:gdLst>
                <a:gd name="connsiteX0" fmla="*/ 2089511 w 2187920"/>
                <a:gd name="connsiteY0" fmla="*/ 574048 h 1532715"/>
                <a:gd name="connsiteX1" fmla="*/ 2041720 w 2187920"/>
                <a:gd name="connsiteY1" fmla="*/ 100201 h 1532715"/>
                <a:gd name="connsiteX2" fmla="*/ 1580776 w 2187920"/>
                <a:gd name="connsiteY2" fmla="*/ 220076 h 1532715"/>
                <a:gd name="connsiteX3" fmla="*/ 1674207 w 2187920"/>
                <a:gd name="connsiteY3" fmla="*/ 285709 h 1532715"/>
                <a:gd name="connsiteX4" fmla="*/ 1692527 w 2187920"/>
                <a:gd name="connsiteY4" fmla="*/ 365839 h 1532715"/>
                <a:gd name="connsiteX5" fmla="*/ 1453812 w 2187920"/>
                <a:gd name="connsiteY5" fmla="*/ 661983 h 1532715"/>
                <a:gd name="connsiteX6" fmla="*/ 1387462 w 2187920"/>
                <a:gd name="connsiteY6" fmla="*/ 664612 h 1532715"/>
                <a:gd name="connsiteX7" fmla="*/ 1390887 w 2187920"/>
                <a:gd name="connsiteY7" fmla="*/ 598182 h 1532715"/>
                <a:gd name="connsiteX8" fmla="*/ 1586272 w 2187920"/>
                <a:gd name="connsiteY8" fmla="*/ 365918 h 1532715"/>
                <a:gd name="connsiteX9" fmla="*/ 1600371 w 2187920"/>
                <a:gd name="connsiteY9" fmla="*/ 343775 h 1532715"/>
                <a:gd name="connsiteX10" fmla="*/ 1458830 w 2187920"/>
                <a:gd name="connsiteY10" fmla="*/ 245167 h 1532715"/>
                <a:gd name="connsiteX11" fmla="*/ 1431270 w 2187920"/>
                <a:gd name="connsiteY11" fmla="*/ 193951 h 1532715"/>
                <a:gd name="connsiteX12" fmla="*/ 1474362 w 2187920"/>
                <a:gd name="connsiteY12" fmla="*/ 155001 h 1532715"/>
                <a:gd name="connsiteX13" fmla="*/ 2050322 w 2187920"/>
                <a:gd name="connsiteY13" fmla="*/ 5256 h 1532715"/>
                <a:gd name="connsiteX14" fmla="*/ 2127186 w 2187920"/>
                <a:gd name="connsiteY14" fmla="*/ 58145 h 1532715"/>
                <a:gd name="connsiteX15" fmla="*/ 2187403 w 2187920"/>
                <a:gd name="connsiteY15" fmla="*/ 653859 h 1532715"/>
                <a:gd name="connsiteX16" fmla="*/ 2165259 w 2187920"/>
                <a:gd name="connsiteY16" fmla="*/ 704677 h 1532715"/>
                <a:gd name="connsiteX17" fmla="*/ 2110061 w 2187920"/>
                <a:gd name="connsiteY17" fmla="*/ 697986 h 1532715"/>
                <a:gd name="connsiteX18" fmla="*/ 1968361 w 2187920"/>
                <a:gd name="connsiteY18" fmla="*/ 599377 h 1532715"/>
                <a:gd name="connsiteX19" fmla="*/ 1861707 w 2187920"/>
                <a:gd name="connsiteY19" fmla="*/ 726501 h 1532715"/>
                <a:gd name="connsiteX20" fmla="*/ 611098 w 2187920"/>
                <a:gd name="connsiteY20" fmla="*/ 1455791 h 1532715"/>
                <a:gd name="connsiteX21" fmla="*/ 117258 w 2187920"/>
                <a:gd name="connsiteY21" fmla="*/ 1532256 h 1532715"/>
                <a:gd name="connsiteX22" fmla="*/ 2799 w 2187920"/>
                <a:gd name="connsiteY22" fmla="*/ 1455074 h 1532715"/>
                <a:gd name="connsiteX23" fmla="*/ 77353 w 2187920"/>
                <a:gd name="connsiteY23" fmla="*/ 1334243 h 1532715"/>
                <a:gd name="connsiteX24" fmla="*/ 774623 w 2187920"/>
                <a:gd name="connsiteY24" fmla="*/ 1045665 h 1532715"/>
                <a:gd name="connsiteX25" fmla="*/ 1241859 w 2187920"/>
                <a:gd name="connsiteY25" fmla="*/ 733351 h 1532715"/>
                <a:gd name="connsiteX26" fmla="*/ 1251098 w 2187920"/>
                <a:gd name="connsiteY26" fmla="*/ 725784 h 1532715"/>
                <a:gd name="connsiteX27" fmla="*/ 1321909 w 2187920"/>
                <a:gd name="connsiteY27" fmla="*/ 727218 h 1532715"/>
                <a:gd name="connsiteX28" fmla="*/ 1308448 w 2187920"/>
                <a:gd name="connsiteY28" fmla="*/ 794524 h 1532715"/>
                <a:gd name="connsiteX29" fmla="*/ 1174792 w 2187920"/>
                <a:gd name="connsiteY29" fmla="*/ 899265 h 1532715"/>
                <a:gd name="connsiteX30" fmla="*/ 211008 w 2187920"/>
                <a:gd name="connsiteY30" fmla="*/ 1384582 h 1532715"/>
                <a:gd name="connsiteX31" fmla="*/ 112161 w 2187920"/>
                <a:gd name="connsiteY31" fmla="*/ 1417319 h 1532715"/>
                <a:gd name="connsiteX32" fmla="*/ 91292 w 2187920"/>
                <a:gd name="connsiteY32" fmla="*/ 1433887 h 1532715"/>
                <a:gd name="connsiteX33" fmla="*/ 116063 w 2187920"/>
                <a:gd name="connsiteY33" fmla="*/ 1442011 h 1532715"/>
                <a:gd name="connsiteX34" fmla="*/ 519339 w 2187920"/>
                <a:gd name="connsiteY34" fmla="*/ 1382989 h 1532715"/>
                <a:gd name="connsiteX35" fmla="*/ 1444572 w 2187920"/>
                <a:gd name="connsiteY35" fmla="*/ 984493 h 1532715"/>
                <a:gd name="connsiteX36" fmla="*/ 1904082 w 2187920"/>
                <a:gd name="connsiteY36" fmla="*/ 533027 h 1532715"/>
                <a:gd name="connsiteX37" fmla="*/ 2005956 w 2187920"/>
                <a:gd name="connsiteY37" fmla="*/ 516301 h 1532715"/>
                <a:gd name="connsiteX38" fmla="*/ 2089511 w 2187920"/>
                <a:gd name="connsiteY38" fmla="*/ 574048 h 153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187920" h="1532715">
                  <a:moveTo>
                    <a:pt x="2089511" y="574048"/>
                  </a:moveTo>
                  <a:cubicBezTo>
                    <a:pt x="2073262" y="412515"/>
                    <a:pt x="2057650" y="257672"/>
                    <a:pt x="2041720" y="100201"/>
                  </a:cubicBezTo>
                  <a:cubicBezTo>
                    <a:pt x="1888311" y="140106"/>
                    <a:pt x="1738008" y="179215"/>
                    <a:pt x="1580776" y="220076"/>
                  </a:cubicBezTo>
                  <a:cubicBezTo>
                    <a:pt x="1615186" y="244211"/>
                    <a:pt x="1644737" y="264841"/>
                    <a:pt x="1674207" y="285709"/>
                  </a:cubicBezTo>
                  <a:cubicBezTo>
                    <a:pt x="1709891" y="310959"/>
                    <a:pt x="1714432" y="328880"/>
                    <a:pt x="1692527" y="365839"/>
                  </a:cubicBezTo>
                  <a:cubicBezTo>
                    <a:pt x="1627213" y="475997"/>
                    <a:pt x="1543898" y="571818"/>
                    <a:pt x="1453812" y="661983"/>
                  </a:cubicBezTo>
                  <a:cubicBezTo>
                    <a:pt x="1432784" y="683011"/>
                    <a:pt x="1405463" y="683011"/>
                    <a:pt x="1387462" y="664612"/>
                  </a:cubicBezTo>
                  <a:cubicBezTo>
                    <a:pt x="1369222" y="645973"/>
                    <a:pt x="1371054" y="621600"/>
                    <a:pt x="1390887" y="598182"/>
                  </a:cubicBezTo>
                  <a:cubicBezTo>
                    <a:pt x="1456281" y="521000"/>
                    <a:pt x="1521277" y="443499"/>
                    <a:pt x="1586272" y="365918"/>
                  </a:cubicBezTo>
                  <a:cubicBezTo>
                    <a:pt x="1591290" y="359945"/>
                    <a:pt x="1594795" y="352617"/>
                    <a:pt x="1600371" y="343775"/>
                  </a:cubicBezTo>
                  <a:cubicBezTo>
                    <a:pt x="1552898" y="310561"/>
                    <a:pt x="1506143" y="277426"/>
                    <a:pt x="1458830" y="245167"/>
                  </a:cubicBezTo>
                  <a:cubicBezTo>
                    <a:pt x="1440191" y="232502"/>
                    <a:pt x="1426810" y="218165"/>
                    <a:pt x="1431270" y="193951"/>
                  </a:cubicBezTo>
                  <a:cubicBezTo>
                    <a:pt x="1435651" y="170135"/>
                    <a:pt x="1452059" y="160736"/>
                    <a:pt x="1474362" y="155001"/>
                  </a:cubicBezTo>
                  <a:cubicBezTo>
                    <a:pt x="1666481" y="105537"/>
                    <a:pt x="1858362" y="55277"/>
                    <a:pt x="2050322" y="5256"/>
                  </a:cubicBezTo>
                  <a:cubicBezTo>
                    <a:pt x="2103370" y="-8524"/>
                    <a:pt x="2121611" y="3345"/>
                    <a:pt x="2127186" y="58145"/>
                  </a:cubicBezTo>
                  <a:cubicBezTo>
                    <a:pt x="2147497" y="256716"/>
                    <a:pt x="2167091" y="455367"/>
                    <a:pt x="2187403" y="653859"/>
                  </a:cubicBezTo>
                  <a:cubicBezTo>
                    <a:pt x="2189633" y="675763"/>
                    <a:pt x="2185093" y="693207"/>
                    <a:pt x="2165259" y="704677"/>
                  </a:cubicBezTo>
                  <a:cubicBezTo>
                    <a:pt x="2145267" y="716226"/>
                    <a:pt x="2127664" y="710411"/>
                    <a:pt x="2110061" y="697986"/>
                  </a:cubicBezTo>
                  <a:cubicBezTo>
                    <a:pt x="2063226" y="664851"/>
                    <a:pt x="2015913" y="632353"/>
                    <a:pt x="1968361" y="599377"/>
                  </a:cubicBezTo>
                  <a:cubicBezTo>
                    <a:pt x="1931880" y="643026"/>
                    <a:pt x="1897869" y="685720"/>
                    <a:pt x="1861707" y="726501"/>
                  </a:cubicBezTo>
                  <a:cubicBezTo>
                    <a:pt x="1524702" y="1106359"/>
                    <a:pt x="1099999" y="1336234"/>
                    <a:pt x="611098" y="1455791"/>
                  </a:cubicBezTo>
                  <a:cubicBezTo>
                    <a:pt x="448689" y="1495537"/>
                    <a:pt x="283810" y="1519114"/>
                    <a:pt x="117258" y="1532256"/>
                  </a:cubicBezTo>
                  <a:cubicBezTo>
                    <a:pt x="58555" y="1536876"/>
                    <a:pt x="13791" y="1506290"/>
                    <a:pt x="2799" y="1455074"/>
                  </a:cubicBezTo>
                  <a:cubicBezTo>
                    <a:pt x="-9228" y="1399079"/>
                    <a:pt x="17853" y="1353040"/>
                    <a:pt x="77353" y="1334243"/>
                  </a:cubicBezTo>
                  <a:cubicBezTo>
                    <a:pt x="318139" y="1258096"/>
                    <a:pt x="552076" y="1165780"/>
                    <a:pt x="774623" y="1045665"/>
                  </a:cubicBezTo>
                  <a:cubicBezTo>
                    <a:pt x="940218" y="956296"/>
                    <a:pt x="1096973" y="853705"/>
                    <a:pt x="1241859" y="733351"/>
                  </a:cubicBezTo>
                  <a:cubicBezTo>
                    <a:pt x="1244886" y="730802"/>
                    <a:pt x="1247912" y="728253"/>
                    <a:pt x="1251098" y="725784"/>
                  </a:cubicBezTo>
                  <a:cubicBezTo>
                    <a:pt x="1278260" y="704756"/>
                    <a:pt x="1304943" y="705314"/>
                    <a:pt x="1321909" y="727218"/>
                  </a:cubicBezTo>
                  <a:cubicBezTo>
                    <a:pt x="1338715" y="748883"/>
                    <a:pt x="1334573" y="773416"/>
                    <a:pt x="1308448" y="794524"/>
                  </a:cubicBezTo>
                  <a:cubicBezTo>
                    <a:pt x="1264400" y="830048"/>
                    <a:pt x="1220432" y="865812"/>
                    <a:pt x="1174792" y="899265"/>
                  </a:cubicBezTo>
                  <a:cubicBezTo>
                    <a:pt x="880798" y="1115041"/>
                    <a:pt x="555262" y="1268530"/>
                    <a:pt x="211008" y="1384582"/>
                  </a:cubicBezTo>
                  <a:cubicBezTo>
                    <a:pt x="178112" y="1395654"/>
                    <a:pt x="144818" y="1405531"/>
                    <a:pt x="112161" y="1417319"/>
                  </a:cubicBezTo>
                  <a:cubicBezTo>
                    <a:pt x="104275" y="1420187"/>
                    <a:pt x="98222" y="1428231"/>
                    <a:pt x="91292" y="1433887"/>
                  </a:cubicBezTo>
                  <a:cubicBezTo>
                    <a:pt x="99576" y="1436754"/>
                    <a:pt x="108337" y="1443126"/>
                    <a:pt x="116063" y="1442011"/>
                  </a:cubicBezTo>
                  <a:cubicBezTo>
                    <a:pt x="250675" y="1423293"/>
                    <a:pt x="386401" y="1410071"/>
                    <a:pt x="519339" y="1382989"/>
                  </a:cubicBezTo>
                  <a:cubicBezTo>
                    <a:pt x="854832" y="1314728"/>
                    <a:pt x="1165553" y="1185613"/>
                    <a:pt x="1444572" y="984493"/>
                  </a:cubicBezTo>
                  <a:cubicBezTo>
                    <a:pt x="1620761" y="857448"/>
                    <a:pt x="1773613" y="706588"/>
                    <a:pt x="1904082" y="533027"/>
                  </a:cubicBezTo>
                  <a:cubicBezTo>
                    <a:pt x="1942315" y="482210"/>
                    <a:pt x="1953864" y="480378"/>
                    <a:pt x="2005956" y="516301"/>
                  </a:cubicBezTo>
                  <a:cubicBezTo>
                    <a:pt x="2031923" y="534302"/>
                    <a:pt x="2057969" y="552303"/>
                    <a:pt x="2089511" y="574048"/>
                  </a:cubicBezTo>
                  <a:close/>
                </a:path>
              </a:pathLst>
            </a:custGeom>
            <a:grpFill/>
            <a:ln w="7956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42" name="iconfont-11145-7055657">
            <a:extLst>
              <a:ext uri="{FF2B5EF4-FFF2-40B4-BE49-F238E27FC236}">
                <a16:creationId xmlns:a16="http://schemas.microsoft.com/office/drawing/2014/main" id="{E4D50DF1-0695-30BB-BF2C-2AB9E7DCCA9B}"/>
              </a:ext>
            </a:extLst>
          </p:cNvPr>
          <p:cNvSpPr/>
          <p:nvPr/>
        </p:nvSpPr>
        <p:spPr>
          <a:xfrm>
            <a:off x="7448369" y="3472334"/>
            <a:ext cx="431799" cy="431799"/>
          </a:xfrm>
          <a:custGeom>
            <a:avLst/>
            <a:gdLst>
              <a:gd name="T0" fmla="*/ 5600 w 11200"/>
              <a:gd name="T1" fmla="*/ 11200 h 11200"/>
              <a:gd name="T2" fmla="*/ 0 w 11200"/>
              <a:gd name="T3" fmla="*/ 5600 h 11200"/>
              <a:gd name="T4" fmla="*/ 5600 w 11200"/>
              <a:gd name="T5" fmla="*/ 0 h 11200"/>
              <a:gd name="T6" fmla="*/ 11200 w 11200"/>
              <a:gd name="T7" fmla="*/ 5600 h 11200"/>
              <a:gd name="T8" fmla="*/ 5600 w 11200"/>
              <a:gd name="T9" fmla="*/ 11200 h 11200"/>
              <a:gd name="T10" fmla="*/ 5600 w 11200"/>
              <a:gd name="T11" fmla="*/ 10400 h 11200"/>
              <a:gd name="T12" fmla="*/ 10400 w 11200"/>
              <a:gd name="T13" fmla="*/ 5600 h 11200"/>
              <a:gd name="T14" fmla="*/ 5600 w 11200"/>
              <a:gd name="T15" fmla="*/ 800 h 11200"/>
              <a:gd name="T16" fmla="*/ 800 w 11200"/>
              <a:gd name="T17" fmla="*/ 5600 h 11200"/>
              <a:gd name="T18" fmla="*/ 5600 w 11200"/>
              <a:gd name="T19" fmla="*/ 10400 h 11200"/>
              <a:gd name="T20" fmla="*/ 5994 w 11200"/>
              <a:gd name="T21" fmla="*/ 5207 h 11200"/>
              <a:gd name="T22" fmla="*/ 5994 w 11200"/>
              <a:gd name="T23" fmla="*/ 6007 h 11200"/>
              <a:gd name="T24" fmla="*/ 7557 w 11200"/>
              <a:gd name="T25" fmla="*/ 6007 h 11200"/>
              <a:gd name="T26" fmla="*/ 7957 w 11200"/>
              <a:gd name="T27" fmla="*/ 6407 h 11200"/>
              <a:gd name="T28" fmla="*/ 7557 w 11200"/>
              <a:gd name="T29" fmla="*/ 6807 h 11200"/>
              <a:gd name="T30" fmla="*/ 5994 w 11200"/>
              <a:gd name="T31" fmla="*/ 6807 h 11200"/>
              <a:gd name="T32" fmla="*/ 5994 w 11200"/>
              <a:gd name="T33" fmla="*/ 8644 h 11200"/>
              <a:gd name="T34" fmla="*/ 5594 w 11200"/>
              <a:gd name="T35" fmla="*/ 9044 h 11200"/>
              <a:gd name="T36" fmla="*/ 5194 w 11200"/>
              <a:gd name="T37" fmla="*/ 8644 h 11200"/>
              <a:gd name="T38" fmla="*/ 5194 w 11200"/>
              <a:gd name="T39" fmla="*/ 6807 h 11200"/>
              <a:gd name="T40" fmla="*/ 3632 w 11200"/>
              <a:gd name="T41" fmla="*/ 6807 h 11200"/>
              <a:gd name="T42" fmla="*/ 3232 w 11200"/>
              <a:gd name="T43" fmla="*/ 6407 h 11200"/>
              <a:gd name="T44" fmla="*/ 3632 w 11200"/>
              <a:gd name="T45" fmla="*/ 6007 h 11200"/>
              <a:gd name="T46" fmla="*/ 5194 w 11200"/>
              <a:gd name="T47" fmla="*/ 6007 h 11200"/>
              <a:gd name="T48" fmla="*/ 5194 w 11200"/>
              <a:gd name="T49" fmla="*/ 5207 h 11200"/>
              <a:gd name="T50" fmla="*/ 3632 w 11200"/>
              <a:gd name="T51" fmla="*/ 5207 h 11200"/>
              <a:gd name="T52" fmla="*/ 3232 w 11200"/>
              <a:gd name="T53" fmla="*/ 4807 h 11200"/>
              <a:gd name="T54" fmla="*/ 3632 w 11200"/>
              <a:gd name="T55" fmla="*/ 4407 h 11200"/>
              <a:gd name="T56" fmla="*/ 4679 w 11200"/>
              <a:gd name="T57" fmla="*/ 4407 h 11200"/>
              <a:gd name="T58" fmla="*/ 3105 w 11200"/>
              <a:gd name="T59" fmla="*/ 2833 h 11200"/>
              <a:gd name="T60" fmla="*/ 3105 w 11200"/>
              <a:gd name="T61" fmla="*/ 2267 h 11200"/>
              <a:gd name="T62" fmla="*/ 3670 w 11200"/>
              <a:gd name="T63" fmla="*/ 2267 h 11200"/>
              <a:gd name="T64" fmla="*/ 5594 w 11200"/>
              <a:gd name="T65" fmla="*/ 4191 h 11200"/>
              <a:gd name="T66" fmla="*/ 7518 w 11200"/>
              <a:gd name="T67" fmla="*/ 2267 h 11200"/>
              <a:gd name="T68" fmla="*/ 8084 w 11200"/>
              <a:gd name="T69" fmla="*/ 2267 h 11200"/>
              <a:gd name="T70" fmla="*/ 8084 w 11200"/>
              <a:gd name="T71" fmla="*/ 2833 h 11200"/>
              <a:gd name="T72" fmla="*/ 6510 w 11200"/>
              <a:gd name="T73" fmla="*/ 4407 h 11200"/>
              <a:gd name="T74" fmla="*/ 7557 w 11200"/>
              <a:gd name="T75" fmla="*/ 4407 h 11200"/>
              <a:gd name="T76" fmla="*/ 7957 w 11200"/>
              <a:gd name="T77" fmla="*/ 4807 h 11200"/>
              <a:gd name="T78" fmla="*/ 7557 w 11200"/>
              <a:gd name="T79" fmla="*/ 5207 h 11200"/>
              <a:gd name="T80" fmla="*/ 5994 w 11200"/>
              <a:gd name="T81" fmla="*/ 5207 h 1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1200" h="11200">
                <a:moveTo>
                  <a:pt x="5600" y="11200"/>
                </a:moveTo>
                <a:cubicBezTo>
                  <a:pt x="2507" y="11200"/>
                  <a:pt x="0" y="8693"/>
                  <a:pt x="0" y="5600"/>
                </a:cubicBezTo>
                <a:cubicBezTo>
                  <a:pt x="0" y="2507"/>
                  <a:pt x="2507" y="0"/>
                  <a:pt x="5600" y="0"/>
                </a:cubicBezTo>
                <a:cubicBezTo>
                  <a:pt x="8693" y="0"/>
                  <a:pt x="11200" y="2507"/>
                  <a:pt x="11200" y="5600"/>
                </a:cubicBezTo>
                <a:cubicBezTo>
                  <a:pt x="11200" y="8693"/>
                  <a:pt x="8693" y="11200"/>
                  <a:pt x="5600" y="11200"/>
                </a:cubicBezTo>
                <a:close/>
                <a:moveTo>
                  <a:pt x="5600" y="10400"/>
                </a:moveTo>
                <a:cubicBezTo>
                  <a:pt x="8251" y="10400"/>
                  <a:pt x="10400" y="8251"/>
                  <a:pt x="10400" y="5600"/>
                </a:cubicBezTo>
                <a:cubicBezTo>
                  <a:pt x="10400" y="2949"/>
                  <a:pt x="8251" y="800"/>
                  <a:pt x="5600" y="800"/>
                </a:cubicBezTo>
                <a:cubicBezTo>
                  <a:pt x="2949" y="800"/>
                  <a:pt x="800" y="2949"/>
                  <a:pt x="800" y="5600"/>
                </a:cubicBezTo>
                <a:cubicBezTo>
                  <a:pt x="800" y="8251"/>
                  <a:pt x="2949" y="10400"/>
                  <a:pt x="5600" y="10400"/>
                </a:cubicBezTo>
                <a:close/>
                <a:moveTo>
                  <a:pt x="5994" y="5207"/>
                </a:moveTo>
                <a:lnTo>
                  <a:pt x="5994" y="6007"/>
                </a:lnTo>
                <a:lnTo>
                  <a:pt x="7557" y="6007"/>
                </a:lnTo>
                <a:cubicBezTo>
                  <a:pt x="7778" y="6007"/>
                  <a:pt x="7957" y="6186"/>
                  <a:pt x="7957" y="6407"/>
                </a:cubicBezTo>
                <a:cubicBezTo>
                  <a:pt x="7957" y="6628"/>
                  <a:pt x="7778" y="6807"/>
                  <a:pt x="7557" y="6807"/>
                </a:cubicBezTo>
                <a:lnTo>
                  <a:pt x="5994" y="6807"/>
                </a:lnTo>
                <a:lnTo>
                  <a:pt x="5994" y="8644"/>
                </a:lnTo>
                <a:cubicBezTo>
                  <a:pt x="5994" y="8865"/>
                  <a:pt x="5815" y="9044"/>
                  <a:pt x="5594" y="9044"/>
                </a:cubicBezTo>
                <a:cubicBezTo>
                  <a:pt x="5373" y="9044"/>
                  <a:pt x="5194" y="8865"/>
                  <a:pt x="5194" y="8644"/>
                </a:cubicBezTo>
                <a:lnTo>
                  <a:pt x="5194" y="6807"/>
                </a:lnTo>
                <a:lnTo>
                  <a:pt x="3632" y="6807"/>
                </a:lnTo>
                <a:cubicBezTo>
                  <a:pt x="3411" y="6807"/>
                  <a:pt x="3232" y="6628"/>
                  <a:pt x="3232" y="6407"/>
                </a:cubicBezTo>
                <a:cubicBezTo>
                  <a:pt x="3232" y="6186"/>
                  <a:pt x="3411" y="6007"/>
                  <a:pt x="3632" y="6007"/>
                </a:cubicBezTo>
                <a:lnTo>
                  <a:pt x="5194" y="6007"/>
                </a:lnTo>
                <a:lnTo>
                  <a:pt x="5194" y="5207"/>
                </a:lnTo>
                <a:lnTo>
                  <a:pt x="3632" y="5207"/>
                </a:lnTo>
                <a:cubicBezTo>
                  <a:pt x="3411" y="5207"/>
                  <a:pt x="3232" y="5028"/>
                  <a:pt x="3232" y="4807"/>
                </a:cubicBezTo>
                <a:cubicBezTo>
                  <a:pt x="3232" y="4586"/>
                  <a:pt x="3411" y="4407"/>
                  <a:pt x="3632" y="4407"/>
                </a:cubicBezTo>
                <a:lnTo>
                  <a:pt x="4679" y="4407"/>
                </a:lnTo>
                <a:lnTo>
                  <a:pt x="3105" y="2833"/>
                </a:lnTo>
                <a:cubicBezTo>
                  <a:pt x="2948" y="2677"/>
                  <a:pt x="2948" y="2423"/>
                  <a:pt x="3105" y="2267"/>
                </a:cubicBezTo>
                <a:cubicBezTo>
                  <a:pt x="3261" y="2111"/>
                  <a:pt x="3514" y="2111"/>
                  <a:pt x="3670" y="2267"/>
                </a:cubicBezTo>
                <a:lnTo>
                  <a:pt x="5594" y="4191"/>
                </a:lnTo>
                <a:lnTo>
                  <a:pt x="7518" y="2267"/>
                </a:lnTo>
                <a:cubicBezTo>
                  <a:pt x="7674" y="2111"/>
                  <a:pt x="7928" y="2111"/>
                  <a:pt x="8084" y="2267"/>
                </a:cubicBezTo>
                <a:cubicBezTo>
                  <a:pt x="8240" y="2423"/>
                  <a:pt x="8240" y="2677"/>
                  <a:pt x="8084" y="2833"/>
                </a:cubicBezTo>
                <a:lnTo>
                  <a:pt x="6510" y="4407"/>
                </a:lnTo>
                <a:lnTo>
                  <a:pt x="7557" y="4407"/>
                </a:lnTo>
                <a:cubicBezTo>
                  <a:pt x="7778" y="4407"/>
                  <a:pt x="7957" y="4586"/>
                  <a:pt x="7957" y="4807"/>
                </a:cubicBezTo>
                <a:cubicBezTo>
                  <a:pt x="7957" y="5028"/>
                  <a:pt x="7778" y="5207"/>
                  <a:pt x="7557" y="5207"/>
                </a:cubicBezTo>
                <a:lnTo>
                  <a:pt x="5994" y="520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21006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3000">
        <p14:flythrough/>
      </p:transition>
    </mc:Choice>
    <mc:Fallback xmlns:p15="http://schemas.microsoft.com/office/powerpoint/2012/main" xmlns:c="http://schemas.openxmlformats.org/drawingml/2006/chart" xmlns:a14="http://schemas.microsoft.com/office/drawing/2010/main" xmlns:a16="http://schemas.microsoft.com/office/drawing/2014/main"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graphicEl>
                                              <a:chart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9">
                                            <p:graphicEl>
                                              <a:chart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/>
      <p:bldP spid="27" grpId="0"/>
      <p:bldGraphic spid="29" grpId="0">
        <p:bldAsOne/>
      </p:bldGraphic>
      <p:bldP spid="31" grpId="0"/>
      <p:bldP spid="34" grpId="0" animBg="1"/>
      <p:bldP spid="36" grpId="0"/>
      <p:bldP spid="4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E364C-52DE-9481-F8FB-EE3B09AF0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428AB35C-5A79-4239-CF46-ACE67AE88900}"/>
              </a:ext>
            </a:extLst>
          </p:cNvPr>
          <p:cNvGrpSpPr/>
          <p:nvPr/>
        </p:nvGrpSpPr>
        <p:grpSpPr>
          <a:xfrm>
            <a:off x="3078428" y="43034"/>
            <a:ext cx="6035144" cy="462579"/>
            <a:chOff x="2562160" y="53790"/>
            <a:chExt cx="6035144" cy="46257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D6D4C069-6436-99C2-C6BD-9B9E5E783A08}"/>
                </a:ext>
              </a:extLst>
            </p:cNvPr>
            <p:cNvSpPr txBox="1"/>
            <p:nvPr/>
          </p:nvSpPr>
          <p:spPr>
            <a:xfrm>
              <a:off x="4048658" y="53790"/>
              <a:ext cx="3062148" cy="462579"/>
            </a:xfrm>
            <a:prstGeom prst="rect">
              <a:avLst/>
            </a:prstGeom>
            <a:noFill/>
            <a:ln w="9525">
              <a:noFill/>
            </a:ln>
            <a:effectLst/>
          </p:spPr>
          <p:txBody>
            <a:bodyPr wrap="square">
              <a:noAutofit/>
            </a:bodyPr>
            <a:lstStyle/>
            <a:p>
              <a:pPr algn="dist"/>
              <a:r>
                <a:rPr lang="zh-CN" altLang="en-US" sz="2800" b="1">
                  <a:solidFill>
                    <a:schemeClr val="bg1"/>
                  </a:solidFill>
                  <a:cs typeface="+mn-ea"/>
                  <a:sym typeface="+mn-lt"/>
                </a:rPr>
                <a:t>互动环节讨论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895E791-C3B2-83DC-D4EE-932B3E609148}"/>
                </a:ext>
              </a:extLst>
            </p:cNvPr>
            <p:cNvSpPr/>
            <p:nvPr/>
          </p:nvSpPr>
          <p:spPr>
            <a:xfrm>
              <a:off x="2562160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E0B0033-5643-F766-C104-35F03F534D79}"/>
                </a:ext>
              </a:extLst>
            </p:cNvPr>
            <p:cNvSpPr/>
            <p:nvPr/>
          </p:nvSpPr>
          <p:spPr>
            <a:xfrm flipH="1">
              <a:off x="7287453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4B0146BC-8013-F302-FD30-43B3470FF666}"/>
              </a:ext>
            </a:extLst>
          </p:cNvPr>
          <p:cNvSpPr/>
          <p:nvPr/>
        </p:nvSpPr>
        <p:spPr>
          <a:xfrm>
            <a:off x="0" y="3429001"/>
            <a:ext cx="12192000" cy="3429000"/>
          </a:xfrm>
          <a:prstGeom prst="rect">
            <a:avLst/>
          </a:prstGeom>
          <a:blipFill>
            <a:blip r:embed="Rf5db17dc0f2d4991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93BB90E6-FCD6-014A-E586-42B93D0C0838}"/>
              </a:ext>
            </a:extLst>
          </p:cNvPr>
          <p:cNvGrpSpPr/>
          <p:nvPr/>
        </p:nvGrpSpPr>
        <p:grpSpPr>
          <a:xfrm>
            <a:off x="866275" y="1506072"/>
            <a:ext cx="10459448" cy="3023398"/>
            <a:chOff x="866275" y="1924492"/>
            <a:chExt cx="10459448" cy="2604977"/>
          </a:xfrm>
          <a:effectLst>
            <a:reflection blurRad="25400" stA="18000" endPos="41000" dir="5400000" sy="-100000" algn="bl" rotWithShape="0"/>
          </a:effectLst>
        </p:grpSpPr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FC108082-8091-0AFA-013C-8930628E12AE}"/>
                </a:ext>
              </a:extLst>
            </p:cNvPr>
            <p:cNvSpPr/>
            <p:nvPr/>
          </p:nvSpPr>
          <p:spPr>
            <a:xfrm>
              <a:off x="1013250" y="2089054"/>
              <a:ext cx="3101550" cy="2310679"/>
            </a:xfrm>
            <a:custGeom>
              <a:avLst/>
              <a:gdLst>
                <a:gd name="connsiteX0" fmla="*/ 3101550 w 3101550"/>
                <a:gd name="connsiteY0" fmla="*/ 0 h 2310679"/>
                <a:gd name="connsiteX1" fmla="*/ 3101550 w 3101550"/>
                <a:gd name="connsiteY1" fmla="*/ 2310679 h 2310679"/>
                <a:gd name="connsiteX2" fmla="*/ 0 w 3101550"/>
                <a:gd name="connsiteY2" fmla="*/ 2310679 h 2310679"/>
                <a:gd name="connsiteX3" fmla="*/ 0 w 3101550"/>
                <a:gd name="connsiteY3" fmla="*/ 366089 h 2310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1550" h="2310679">
                  <a:moveTo>
                    <a:pt x="3101550" y="0"/>
                  </a:moveTo>
                  <a:lnTo>
                    <a:pt x="3101550" y="2310679"/>
                  </a:lnTo>
                  <a:lnTo>
                    <a:pt x="0" y="2310679"/>
                  </a:lnTo>
                  <a:lnTo>
                    <a:pt x="0" y="366089"/>
                  </a:lnTo>
                  <a:close/>
                </a:path>
              </a:pathLst>
            </a:custGeom>
            <a:blipFill>
              <a:blip r:embed="Rdff10529823a4b0d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15AFC4D-AB56-5140-057A-B97FE3272205}"/>
                </a:ext>
              </a:extLst>
            </p:cNvPr>
            <p:cNvSpPr/>
            <p:nvPr/>
          </p:nvSpPr>
          <p:spPr>
            <a:xfrm>
              <a:off x="4290237" y="2089054"/>
              <a:ext cx="3611525" cy="2332883"/>
            </a:xfrm>
            <a:prstGeom prst="rect">
              <a:avLst/>
            </a:prstGeom>
            <a:blipFill>
              <a:blip r:embed="R80f5ecd4eb454125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AD8D36F7-7473-E625-E8BC-FC67EB2A7DFF}"/>
                </a:ext>
              </a:extLst>
            </p:cNvPr>
            <p:cNvSpPr/>
            <p:nvPr/>
          </p:nvSpPr>
          <p:spPr>
            <a:xfrm flipH="1">
              <a:off x="8077200" y="2089054"/>
              <a:ext cx="3101550" cy="2310679"/>
            </a:xfrm>
            <a:custGeom>
              <a:avLst/>
              <a:gdLst>
                <a:gd name="connsiteX0" fmla="*/ 3101550 w 3101550"/>
                <a:gd name="connsiteY0" fmla="*/ 0 h 2310679"/>
                <a:gd name="connsiteX1" fmla="*/ 3101550 w 3101550"/>
                <a:gd name="connsiteY1" fmla="*/ 2310679 h 2310679"/>
                <a:gd name="connsiteX2" fmla="*/ 0 w 3101550"/>
                <a:gd name="connsiteY2" fmla="*/ 2310679 h 2310679"/>
                <a:gd name="connsiteX3" fmla="*/ 0 w 3101550"/>
                <a:gd name="connsiteY3" fmla="*/ 366089 h 2310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01550" h="2310679">
                  <a:moveTo>
                    <a:pt x="3101550" y="0"/>
                  </a:moveTo>
                  <a:lnTo>
                    <a:pt x="3101550" y="2310679"/>
                  </a:lnTo>
                  <a:lnTo>
                    <a:pt x="0" y="2310679"/>
                  </a:lnTo>
                  <a:lnTo>
                    <a:pt x="0" y="366089"/>
                  </a:lnTo>
                  <a:close/>
                </a:path>
              </a:pathLst>
            </a:custGeom>
            <a:blipFill>
              <a:blip r:embed="Rf2a6b238633b455c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B26E5494-8EC5-DAA9-8DEB-3E84C1FA3A64}"/>
                </a:ext>
              </a:extLst>
            </p:cNvPr>
            <p:cNvGrpSpPr/>
            <p:nvPr/>
          </p:nvGrpSpPr>
          <p:grpSpPr>
            <a:xfrm>
              <a:off x="866275" y="1924492"/>
              <a:ext cx="3248525" cy="2604977"/>
              <a:chOff x="866275" y="1945758"/>
              <a:chExt cx="3248525" cy="2604977"/>
            </a:xfrm>
          </p:grpSpPr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772B984F-8F7F-DE83-0AFE-DCA268F935B3}"/>
                  </a:ext>
                </a:extLst>
              </p:cNvPr>
              <p:cNvCxnSpPr/>
              <p:nvPr/>
            </p:nvCxnSpPr>
            <p:spPr>
              <a:xfrm flipH="1">
                <a:off x="866275" y="1945758"/>
                <a:ext cx="3248525" cy="435935"/>
              </a:xfrm>
              <a:prstGeom prst="line">
                <a:avLst/>
              </a:prstGeom>
              <a:ln>
                <a:gradFill>
                  <a:gsLst>
                    <a:gs pos="100000">
                      <a:schemeClr val="accent1">
                        <a:lumMod val="5000"/>
                        <a:lumOff val="95000"/>
                      </a:schemeClr>
                    </a:gs>
                    <a:gs pos="0">
                      <a:srgbClr val="B81010">
                        <a:alpha val="0"/>
                      </a:srgb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20B7F112-FB26-0573-330E-931BE125F810}"/>
                  </a:ext>
                </a:extLst>
              </p:cNvPr>
              <p:cNvCxnSpPr/>
              <p:nvPr/>
            </p:nvCxnSpPr>
            <p:spPr>
              <a:xfrm flipH="1">
                <a:off x="866275" y="2381693"/>
                <a:ext cx="0" cy="2169042"/>
              </a:xfrm>
              <a:prstGeom prst="line">
                <a:avLst/>
              </a:prstGeom>
              <a:ln>
                <a:gradFill>
                  <a:gsLst>
                    <a:gs pos="100000">
                      <a:schemeClr val="accent1">
                        <a:lumMod val="5000"/>
                        <a:lumOff val="95000"/>
                      </a:schemeClr>
                    </a:gs>
                    <a:gs pos="0">
                      <a:srgbClr val="B81010">
                        <a:alpha val="0"/>
                      </a:srgb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B8A7309A-C99F-83F3-3C09-FDB4F41300A1}"/>
                  </a:ext>
                </a:extLst>
              </p:cNvPr>
              <p:cNvCxnSpPr/>
              <p:nvPr/>
            </p:nvCxnSpPr>
            <p:spPr>
              <a:xfrm>
                <a:off x="866275" y="4550735"/>
                <a:ext cx="3248525" cy="0"/>
              </a:xfrm>
              <a:prstGeom prst="line">
                <a:avLst/>
              </a:prstGeom>
              <a:ln>
                <a:gradFill>
                  <a:gsLst>
                    <a:gs pos="100000">
                      <a:schemeClr val="accent1">
                        <a:lumMod val="5000"/>
                        <a:lumOff val="95000"/>
                      </a:schemeClr>
                    </a:gs>
                    <a:gs pos="0">
                      <a:srgbClr val="B81010">
                        <a:alpha val="0"/>
                      </a:srgb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883E9ECA-327D-78B9-A380-8284DC411154}"/>
                </a:ext>
              </a:extLst>
            </p:cNvPr>
            <p:cNvGrpSpPr/>
            <p:nvPr/>
          </p:nvGrpSpPr>
          <p:grpSpPr>
            <a:xfrm flipH="1">
              <a:off x="8077198" y="1924492"/>
              <a:ext cx="3248525" cy="2604977"/>
              <a:chOff x="866275" y="1945758"/>
              <a:chExt cx="3248525" cy="2604977"/>
            </a:xfrm>
          </p:grpSpPr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AC4E6B63-A1C2-39E0-6C92-8087946D84A6}"/>
                  </a:ext>
                </a:extLst>
              </p:cNvPr>
              <p:cNvCxnSpPr/>
              <p:nvPr/>
            </p:nvCxnSpPr>
            <p:spPr>
              <a:xfrm flipH="1">
                <a:off x="866275" y="1945758"/>
                <a:ext cx="3248525" cy="435935"/>
              </a:xfrm>
              <a:prstGeom prst="line">
                <a:avLst/>
              </a:prstGeom>
              <a:ln>
                <a:gradFill>
                  <a:gsLst>
                    <a:gs pos="100000">
                      <a:schemeClr val="accent1">
                        <a:lumMod val="5000"/>
                        <a:lumOff val="95000"/>
                      </a:schemeClr>
                    </a:gs>
                    <a:gs pos="0">
                      <a:srgbClr val="B81010">
                        <a:alpha val="0"/>
                      </a:srgb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72FCA80C-409E-7432-9709-47D0F1DA98C1}"/>
                  </a:ext>
                </a:extLst>
              </p:cNvPr>
              <p:cNvCxnSpPr/>
              <p:nvPr/>
            </p:nvCxnSpPr>
            <p:spPr>
              <a:xfrm flipH="1">
                <a:off x="866275" y="2381693"/>
                <a:ext cx="0" cy="2169042"/>
              </a:xfrm>
              <a:prstGeom prst="line">
                <a:avLst/>
              </a:prstGeom>
              <a:ln>
                <a:gradFill>
                  <a:gsLst>
                    <a:gs pos="100000">
                      <a:schemeClr val="accent1">
                        <a:lumMod val="5000"/>
                        <a:lumOff val="95000"/>
                      </a:schemeClr>
                    </a:gs>
                    <a:gs pos="0">
                      <a:srgbClr val="B81010">
                        <a:alpha val="0"/>
                      </a:srgb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FDF856C6-D188-67A6-9FB4-722F3FF7BBCF}"/>
                  </a:ext>
                </a:extLst>
              </p:cNvPr>
              <p:cNvCxnSpPr/>
              <p:nvPr/>
            </p:nvCxnSpPr>
            <p:spPr>
              <a:xfrm>
                <a:off x="866275" y="4550735"/>
                <a:ext cx="3248525" cy="0"/>
              </a:xfrm>
              <a:prstGeom prst="line">
                <a:avLst/>
              </a:prstGeom>
              <a:ln>
                <a:gradFill>
                  <a:gsLst>
                    <a:gs pos="100000">
                      <a:schemeClr val="accent1">
                        <a:lumMod val="5000"/>
                        <a:lumOff val="95000"/>
                      </a:schemeClr>
                    </a:gs>
                    <a:gs pos="0">
                      <a:srgbClr val="B81010">
                        <a:alpha val="0"/>
                      </a:srgbClr>
                    </a:gs>
                  </a:gsLst>
                  <a:lin ang="540000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0455E1B1-D29E-A9BF-350E-D7926A01DD8C}"/>
              </a:ext>
            </a:extLst>
          </p:cNvPr>
          <p:cNvGrpSpPr/>
          <p:nvPr/>
        </p:nvGrpSpPr>
        <p:grpSpPr>
          <a:xfrm>
            <a:off x="1133455" y="4796902"/>
            <a:ext cx="2594040" cy="1109084"/>
            <a:chOff x="1154719" y="4780078"/>
            <a:chExt cx="2594040" cy="1109084"/>
          </a:xfrm>
        </p:grpSpPr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B49E6A9A-4B7C-3710-8F62-22286BD647BA}"/>
                </a:ext>
              </a:extLst>
            </p:cNvPr>
            <p:cNvSpPr/>
            <p:nvPr/>
          </p:nvSpPr>
          <p:spPr>
            <a:xfrm>
              <a:off x="1517495" y="4780078"/>
              <a:ext cx="1868489" cy="417489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3942" tIns="41971" rIns="83942" bIns="41971" rtlCol="0" anchor="ctr"/>
            <a:lstStyle/>
            <a:p>
              <a:pPr algn="ctr">
                <a:lnSpc>
                  <a:spcPct val="120000"/>
                </a:lnSpc>
              </a:pPr>
              <a:r>
                <a:rPr lang="zh-CN" altLang="en-US" sz="2400" b="1">
                  <a:solidFill>
                    <a:schemeClr val="bg1"/>
                  </a:solidFill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040E32E9-015A-4537-FB52-D977384F6736}"/>
                </a:ext>
              </a:extLst>
            </p:cNvPr>
            <p:cNvSpPr txBox="1"/>
            <p:nvPr/>
          </p:nvSpPr>
          <p:spPr>
            <a:xfrm>
              <a:off x="1154719" y="5150498"/>
              <a:ext cx="259404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  <a:lvl2pPr>
                <a:defRPr/>
              </a:lvl2pPr>
              <a:lvl3pPr>
                <a:defRPr/>
              </a:lvl3pPr>
              <a:lvl4pPr>
                <a:defRPr/>
              </a:lvl4pPr>
              <a:lvl5pPr>
                <a:defRPr/>
              </a:lvl5pPr>
              <a:lvl6pPr>
                <a:defRPr/>
              </a:lvl6pPr>
              <a:lvl7pPr>
                <a:defRPr/>
              </a:lvl7pPr>
              <a:lvl8pPr>
                <a:defRPr/>
              </a:lvl8pPr>
              <a:lvl9pPr>
                <a:defRPr/>
              </a:lvl9pPr>
            </a:lstStyle>
            <a:p>
              <a:r>
                <a:rPr lang="zh-CN" altLang="en-US" sz="1400">
                  <a:solidFill>
                    <a:schemeClr val="bg1"/>
                  </a:solidFill>
                  <a:latin typeface="+mj-ea"/>
                  <a:ea typeface="+mj-ea"/>
                  <a:cs typeface="+mn-ea"/>
                  <a:sym typeface="+mn-lt"/>
                </a:rPr>
                <a:t>更改文字的颜色或者大X属性输入您的文本文字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527355F7-437F-308A-1A64-6376C1E81EEA}"/>
              </a:ext>
            </a:extLst>
          </p:cNvPr>
          <p:cNvGrpSpPr/>
          <p:nvPr/>
        </p:nvGrpSpPr>
        <p:grpSpPr>
          <a:xfrm>
            <a:off x="4732204" y="4796902"/>
            <a:ext cx="2594040" cy="1109084"/>
            <a:chOff x="1154719" y="4780078"/>
            <a:chExt cx="2594040" cy="1109084"/>
          </a:xfrm>
        </p:grpSpPr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20F9392D-2105-21EB-CA2F-C4BCD3AFAB80}"/>
                </a:ext>
              </a:extLst>
            </p:cNvPr>
            <p:cNvSpPr/>
            <p:nvPr/>
          </p:nvSpPr>
          <p:spPr>
            <a:xfrm>
              <a:off x="1517495" y="4780078"/>
              <a:ext cx="1868489" cy="417489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3942" tIns="41971" rIns="83942" bIns="41971" rtlCol="0" anchor="ctr"/>
            <a:lstStyle/>
            <a:p>
              <a:pPr algn="ctr">
                <a:lnSpc>
                  <a:spcPct val="120000"/>
                </a:lnSpc>
              </a:pPr>
              <a:r>
                <a:rPr lang="zh-CN" altLang="en-US" sz="2400" b="1">
                  <a:solidFill>
                    <a:schemeClr val="bg1"/>
                  </a:solidFill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859CF4CA-7B53-F46A-3174-516EAC225DF9}"/>
                </a:ext>
              </a:extLst>
            </p:cNvPr>
            <p:cNvSpPr txBox="1"/>
            <p:nvPr/>
          </p:nvSpPr>
          <p:spPr>
            <a:xfrm>
              <a:off x="1154719" y="5150498"/>
              <a:ext cx="259404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  <a:lvl2pPr>
                <a:defRPr/>
              </a:lvl2pPr>
              <a:lvl3pPr>
                <a:defRPr/>
              </a:lvl3pPr>
              <a:lvl4pPr>
                <a:defRPr/>
              </a:lvl4pPr>
              <a:lvl5pPr>
                <a:defRPr/>
              </a:lvl5pPr>
              <a:lvl6pPr>
                <a:defRPr/>
              </a:lvl6pPr>
              <a:lvl7pPr>
                <a:defRPr/>
              </a:lvl7pPr>
              <a:lvl8pPr>
                <a:defRPr/>
              </a:lvl8pPr>
              <a:lvl9pPr>
                <a:defRPr/>
              </a:lvl9pPr>
            </a:lstStyle>
            <a:p>
              <a:r>
                <a:rPr lang="zh-CN" altLang="en-US" sz="1400">
                  <a:solidFill>
                    <a:schemeClr val="bg1"/>
                  </a:solidFill>
                  <a:latin typeface="+mj-ea"/>
                  <a:ea typeface="+mj-ea"/>
                  <a:cs typeface="+mn-ea"/>
                  <a:sym typeface="+mn-lt"/>
                </a:rPr>
                <a:t>更改文字的颜色或者大X属性输入您的文本文字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09421C99-A64B-6FFC-595D-D9D0FA141359}"/>
              </a:ext>
            </a:extLst>
          </p:cNvPr>
          <p:cNvGrpSpPr/>
          <p:nvPr/>
        </p:nvGrpSpPr>
        <p:grpSpPr>
          <a:xfrm>
            <a:off x="8330955" y="4796902"/>
            <a:ext cx="2594040" cy="1109084"/>
            <a:chOff x="1154719" y="4780078"/>
            <a:chExt cx="2594040" cy="1109084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64DF0C93-AEB3-8DAF-5FBE-9D5189D83BA6}"/>
                </a:ext>
              </a:extLst>
            </p:cNvPr>
            <p:cNvSpPr/>
            <p:nvPr/>
          </p:nvSpPr>
          <p:spPr>
            <a:xfrm>
              <a:off x="1517495" y="4780078"/>
              <a:ext cx="1868489" cy="417489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3942" tIns="41971" rIns="83942" bIns="41971" rtlCol="0" anchor="ctr"/>
            <a:lstStyle/>
            <a:p>
              <a:pPr algn="ctr">
                <a:lnSpc>
                  <a:spcPct val="120000"/>
                </a:lnSpc>
              </a:pPr>
              <a:r>
                <a:rPr lang="zh-CN" altLang="en-US" sz="2400" b="1">
                  <a:solidFill>
                    <a:schemeClr val="bg1"/>
                  </a:solidFill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8D0B92CF-E6F6-A102-70A8-51E7726B0948}"/>
                </a:ext>
              </a:extLst>
            </p:cNvPr>
            <p:cNvSpPr txBox="1"/>
            <p:nvPr/>
          </p:nvSpPr>
          <p:spPr>
            <a:xfrm>
              <a:off x="1154719" y="5150498"/>
              <a:ext cx="259404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 kern="1400" spc="100">
                  <a:solidFill>
                    <a:schemeClr val="bg2">
                      <a:lumMod val="25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defRPr>
              </a:lvl1pPr>
              <a:lvl2pPr>
                <a:defRPr/>
              </a:lvl2pPr>
              <a:lvl3pPr>
                <a:defRPr/>
              </a:lvl3pPr>
              <a:lvl4pPr>
                <a:defRPr/>
              </a:lvl4pPr>
              <a:lvl5pPr>
                <a:defRPr/>
              </a:lvl5pPr>
              <a:lvl6pPr>
                <a:defRPr/>
              </a:lvl6pPr>
              <a:lvl7pPr>
                <a:defRPr/>
              </a:lvl7pPr>
              <a:lvl8pPr>
                <a:defRPr/>
              </a:lvl8pPr>
              <a:lvl9pPr>
                <a:defRPr/>
              </a:lvl9pPr>
            </a:lstStyle>
            <a:p>
              <a:r>
                <a:rPr lang="zh-CN" altLang="en-US" sz="1400">
                  <a:solidFill>
                    <a:schemeClr val="bg1"/>
                  </a:solidFill>
                  <a:latin typeface="+mj-ea"/>
                  <a:ea typeface="+mj-ea"/>
                  <a:cs typeface="+mn-ea"/>
                  <a:sym typeface="+mn-lt"/>
                </a:rPr>
                <a:t>更改文字的颜色或者大X属性输入您的文本文字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5838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30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75FCA-6741-44AC-4540-BCD7F7014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053502A8-DDD9-CBDA-01DF-992C97E38CC5}"/>
              </a:ext>
            </a:extLst>
          </p:cNvPr>
          <p:cNvGrpSpPr/>
          <p:nvPr/>
        </p:nvGrpSpPr>
        <p:grpSpPr>
          <a:xfrm>
            <a:off x="3078428" y="43034"/>
            <a:ext cx="6035144" cy="462579"/>
            <a:chOff x="2562160" y="53790"/>
            <a:chExt cx="6035144" cy="46257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1A2470F-439D-8010-47AD-4E25BEFD17B3}"/>
                </a:ext>
              </a:extLst>
            </p:cNvPr>
            <p:cNvSpPr txBox="1"/>
            <p:nvPr/>
          </p:nvSpPr>
          <p:spPr>
            <a:xfrm>
              <a:off x="4048658" y="53790"/>
              <a:ext cx="3062148" cy="462579"/>
            </a:xfrm>
            <a:prstGeom prst="rect">
              <a:avLst/>
            </a:prstGeom>
            <a:noFill/>
            <a:ln w="9525">
              <a:noFill/>
            </a:ln>
            <a:effectLst/>
          </p:spPr>
          <p:txBody>
            <a:bodyPr wrap="square">
              <a:noAutofit/>
            </a:bodyPr>
            <a:lstStyle/>
            <a:p>
              <a:pPr algn="dist"/>
              <a:r>
                <a:rPr lang="zh-CN" altLang="en-US" sz="2800" b="1">
                  <a:solidFill>
                    <a:schemeClr val="bg1"/>
                  </a:solidFill>
                  <a:cs typeface="+mn-ea"/>
                  <a:sym typeface="+mn-lt"/>
                </a:rPr>
                <a:t>互动环节讨论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39CCF32-0B1C-A189-1171-335715649B2E}"/>
                </a:ext>
              </a:extLst>
            </p:cNvPr>
            <p:cNvSpPr/>
            <p:nvPr/>
          </p:nvSpPr>
          <p:spPr>
            <a:xfrm>
              <a:off x="2562160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DF765A5-4529-1FA2-6F27-9BBD21BCF41F}"/>
                </a:ext>
              </a:extLst>
            </p:cNvPr>
            <p:cNvSpPr/>
            <p:nvPr/>
          </p:nvSpPr>
          <p:spPr>
            <a:xfrm flipH="1">
              <a:off x="7287453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Freeform 6">
            <a:extLst>
              <a:ext uri="{FF2B5EF4-FFF2-40B4-BE49-F238E27FC236}">
                <a16:creationId xmlns:a16="http://schemas.microsoft.com/office/drawing/2014/main" id="{5C2FFD31-120D-28A1-3046-B5DE017BA63A}"/>
              </a:ext>
            </a:extLst>
          </p:cNvPr>
          <p:cNvSpPr/>
          <p:nvPr/>
        </p:nvSpPr>
        <p:spPr bwMode="auto">
          <a:xfrm>
            <a:off x="8156576" y="1459324"/>
            <a:ext cx="2062163" cy="2478088"/>
          </a:xfrm>
          <a:custGeom>
            <a:avLst/>
            <a:gdLst/>
            <a:ahLst/>
            <a:cxnLst>
              <a:cxn ang="0">
                <a:pos x="0" y="389"/>
              </a:cxn>
              <a:cxn ang="0">
                <a:pos x="649" y="0"/>
              </a:cxn>
              <a:cxn ang="0">
                <a:pos x="1299" y="389"/>
              </a:cxn>
              <a:cxn ang="0">
                <a:pos x="1299" y="1171"/>
              </a:cxn>
              <a:cxn ang="0">
                <a:pos x="649" y="1561"/>
              </a:cxn>
              <a:cxn ang="0">
                <a:pos x="0" y="1171"/>
              </a:cxn>
              <a:cxn ang="0">
                <a:pos x="0" y="389"/>
              </a:cxn>
            </a:cxnLst>
            <a:rect l="0" t="0" r="r" b="b"/>
            <a:pathLst>
              <a:path w="1299" h="1561">
                <a:moveTo>
                  <a:pt x="0" y="389"/>
                </a:moveTo>
                <a:lnTo>
                  <a:pt x="649" y="0"/>
                </a:lnTo>
                <a:lnTo>
                  <a:pt x="1299" y="389"/>
                </a:lnTo>
                <a:lnTo>
                  <a:pt x="1299" y="1171"/>
                </a:lnTo>
                <a:lnTo>
                  <a:pt x="649" y="1561"/>
                </a:lnTo>
                <a:lnTo>
                  <a:pt x="0" y="1171"/>
                </a:lnTo>
                <a:lnTo>
                  <a:pt x="0" y="389"/>
                </a:lnTo>
                <a:close/>
              </a:path>
            </a:pathLst>
          </a:custGeom>
          <a:gradFill>
            <a:gsLst>
              <a:gs pos="0">
                <a:srgbClr val="6B34B6">
                  <a:alpha val="10000"/>
                </a:srgb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02E72DDF-E16D-BA25-7D8C-002C6B3A7482}"/>
              </a:ext>
            </a:extLst>
          </p:cNvPr>
          <p:cNvSpPr/>
          <p:nvPr/>
        </p:nvSpPr>
        <p:spPr bwMode="auto">
          <a:xfrm>
            <a:off x="6094413" y="1459324"/>
            <a:ext cx="2392363" cy="2478088"/>
          </a:xfrm>
          <a:custGeom>
            <a:avLst/>
            <a:gdLst/>
            <a:ahLst/>
            <a:cxnLst>
              <a:cxn ang="0">
                <a:pos x="1299" y="623"/>
              </a:cxn>
              <a:cxn ang="0">
                <a:pos x="1299" y="389"/>
              </a:cxn>
              <a:cxn ang="0">
                <a:pos x="649" y="0"/>
              </a:cxn>
              <a:cxn ang="0">
                <a:pos x="0" y="389"/>
              </a:cxn>
              <a:cxn ang="0">
                <a:pos x="0" y="1171"/>
              </a:cxn>
              <a:cxn ang="0">
                <a:pos x="649" y="1561"/>
              </a:cxn>
              <a:cxn ang="0">
                <a:pos x="1299" y="1171"/>
              </a:cxn>
              <a:cxn ang="0">
                <a:pos x="1299" y="937"/>
              </a:cxn>
              <a:cxn ang="0">
                <a:pos x="1507" y="782"/>
              </a:cxn>
              <a:cxn ang="0">
                <a:pos x="1299" y="623"/>
              </a:cxn>
            </a:cxnLst>
            <a:rect l="0" t="0" r="r" b="b"/>
            <a:pathLst>
              <a:path w="1507" h="1561">
                <a:moveTo>
                  <a:pt x="1299" y="623"/>
                </a:moveTo>
                <a:lnTo>
                  <a:pt x="1299" y="389"/>
                </a:lnTo>
                <a:lnTo>
                  <a:pt x="649" y="0"/>
                </a:lnTo>
                <a:lnTo>
                  <a:pt x="0" y="389"/>
                </a:lnTo>
                <a:lnTo>
                  <a:pt x="0" y="1171"/>
                </a:lnTo>
                <a:lnTo>
                  <a:pt x="649" y="1561"/>
                </a:lnTo>
                <a:lnTo>
                  <a:pt x="1299" y="1171"/>
                </a:lnTo>
                <a:lnTo>
                  <a:pt x="1299" y="937"/>
                </a:lnTo>
                <a:lnTo>
                  <a:pt x="1507" y="782"/>
                </a:lnTo>
                <a:lnTo>
                  <a:pt x="1299" y="623"/>
                </a:lnTo>
                <a:close/>
              </a:path>
            </a:pathLst>
          </a:custGeom>
          <a:blipFill>
            <a:blip r:embed="R6f637382a0114afc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D8FAF42C-23A9-C1AF-131D-CB49E3466E82}"/>
              </a:ext>
            </a:extLst>
          </p:cNvPr>
          <p:cNvSpPr/>
          <p:nvPr/>
        </p:nvSpPr>
        <p:spPr bwMode="auto">
          <a:xfrm>
            <a:off x="3952476" y="1459324"/>
            <a:ext cx="2392363" cy="2478088"/>
          </a:xfrm>
          <a:custGeom>
            <a:avLst/>
            <a:gdLst/>
            <a:ahLst/>
            <a:cxnLst>
              <a:cxn ang="0">
                <a:pos x="1300" y="623"/>
              </a:cxn>
              <a:cxn ang="0">
                <a:pos x="1300" y="389"/>
              </a:cxn>
              <a:cxn ang="0">
                <a:pos x="650" y="0"/>
              </a:cxn>
              <a:cxn ang="0">
                <a:pos x="0" y="389"/>
              </a:cxn>
              <a:cxn ang="0">
                <a:pos x="0" y="1171"/>
              </a:cxn>
              <a:cxn ang="0">
                <a:pos x="650" y="1561"/>
              </a:cxn>
              <a:cxn ang="0">
                <a:pos x="1300" y="1171"/>
              </a:cxn>
              <a:cxn ang="0">
                <a:pos x="1300" y="937"/>
              </a:cxn>
              <a:cxn ang="0">
                <a:pos x="1507" y="782"/>
              </a:cxn>
              <a:cxn ang="0">
                <a:pos x="1300" y="623"/>
              </a:cxn>
            </a:cxnLst>
            <a:rect l="0" t="0" r="r" b="b"/>
            <a:pathLst>
              <a:path w="1507" h="1561">
                <a:moveTo>
                  <a:pt x="1300" y="623"/>
                </a:moveTo>
                <a:lnTo>
                  <a:pt x="1300" y="389"/>
                </a:lnTo>
                <a:lnTo>
                  <a:pt x="650" y="0"/>
                </a:lnTo>
                <a:lnTo>
                  <a:pt x="0" y="389"/>
                </a:lnTo>
                <a:lnTo>
                  <a:pt x="0" y="1171"/>
                </a:lnTo>
                <a:lnTo>
                  <a:pt x="650" y="1561"/>
                </a:lnTo>
                <a:lnTo>
                  <a:pt x="1300" y="1171"/>
                </a:lnTo>
                <a:lnTo>
                  <a:pt x="1300" y="937"/>
                </a:lnTo>
                <a:lnTo>
                  <a:pt x="1507" y="782"/>
                </a:lnTo>
                <a:lnTo>
                  <a:pt x="1300" y="623"/>
                </a:lnTo>
                <a:close/>
              </a:path>
            </a:pathLst>
          </a:custGeom>
          <a:gradFill>
            <a:gsLst>
              <a:gs pos="0">
                <a:srgbClr val="6B34B6">
                  <a:alpha val="10000"/>
                </a:srgb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658C6F99-6549-A524-62F4-39566F7D8AF1}"/>
              </a:ext>
            </a:extLst>
          </p:cNvPr>
          <p:cNvSpPr/>
          <p:nvPr/>
        </p:nvSpPr>
        <p:spPr bwMode="auto">
          <a:xfrm>
            <a:off x="1968501" y="1459324"/>
            <a:ext cx="2392363" cy="2478088"/>
          </a:xfrm>
          <a:custGeom>
            <a:avLst/>
            <a:gdLst/>
            <a:ahLst/>
            <a:cxnLst>
              <a:cxn ang="0">
                <a:pos x="1299" y="623"/>
              </a:cxn>
              <a:cxn ang="0">
                <a:pos x="1299" y="389"/>
              </a:cxn>
              <a:cxn ang="0">
                <a:pos x="650" y="0"/>
              </a:cxn>
              <a:cxn ang="0">
                <a:pos x="0" y="389"/>
              </a:cxn>
              <a:cxn ang="0">
                <a:pos x="0" y="1171"/>
              </a:cxn>
              <a:cxn ang="0">
                <a:pos x="650" y="1561"/>
              </a:cxn>
              <a:cxn ang="0">
                <a:pos x="1299" y="1171"/>
              </a:cxn>
              <a:cxn ang="0">
                <a:pos x="1299" y="937"/>
              </a:cxn>
              <a:cxn ang="0">
                <a:pos x="1507" y="782"/>
              </a:cxn>
              <a:cxn ang="0">
                <a:pos x="1299" y="623"/>
              </a:cxn>
            </a:cxnLst>
            <a:rect l="0" t="0" r="r" b="b"/>
            <a:pathLst>
              <a:path w="1507" h="1561">
                <a:moveTo>
                  <a:pt x="1299" y="623"/>
                </a:moveTo>
                <a:lnTo>
                  <a:pt x="1299" y="389"/>
                </a:lnTo>
                <a:lnTo>
                  <a:pt x="650" y="0"/>
                </a:lnTo>
                <a:lnTo>
                  <a:pt x="0" y="389"/>
                </a:lnTo>
                <a:lnTo>
                  <a:pt x="0" y="1171"/>
                </a:lnTo>
                <a:lnTo>
                  <a:pt x="650" y="1561"/>
                </a:lnTo>
                <a:lnTo>
                  <a:pt x="1299" y="1171"/>
                </a:lnTo>
                <a:lnTo>
                  <a:pt x="1299" y="937"/>
                </a:lnTo>
                <a:lnTo>
                  <a:pt x="1507" y="782"/>
                </a:lnTo>
                <a:lnTo>
                  <a:pt x="1299" y="623"/>
                </a:lnTo>
                <a:close/>
              </a:path>
            </a:pathLst>
          </a:custGeom>
          <a:blipFill>
            <a:blip r:embed="R2b2969fde0354d0d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18" name="Rectangle 146">
            <a:extLst>
              <a:ext uri="{FF2B5EF4-FFF2-40B4-BE49-F238E27FC236}">
                <a16:creationId xmlns:a16="http://schemas.microsoft.com/office/drawing/2014/main" id="{A6D22F87-63A4-E3A1-BC34-EF9B0AF31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4683" y="2275600"/>
            <a:ext cx="798295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0" rIns="0" bIns="0" numCol="1" anchor="t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54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cs typeface="+mn-ea"/>
                <a:sym typeface="+mn-lt"/>
              </a:rPr>
              <a:t>01</a:t>
            </a:r>
            <a:endParaRPr kumimoji="0" lang="zh-CN" altLang="zh-CN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19" name="Rectangle 147">
            <a:extLst>
              <a:ext uri="{FF2B5EF4-FFF2-40B4-BE49-F238E27FC236}">
                <a16:creationId xmlns:a16="http://schemas.microsoft.com/office/drawing/2014/main" id="{F62446A4-3CCB-5DB0-FFA5-62025FC3B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7279" y="2275600"/>
            <a:ext cx="798295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0" rIns="0" bIns="0" numCol="1" anchor="t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5400" b="1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02</a:t>
            </a:r>
            <a:endParaRPr kumimoji="0" lang="zh-CN" altLang="zh-CN" sz="2800" b="1" i="0" u="none" strike="noStrike" cap="none" normalizeH="0" baseline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20" name="Rectangle 148">
            <a:extLst>
              <a:ext uri="{FF2B5EF4-FFF2-40B4-BE49-F238E27FC236}">
                <a16:creationId xmlns:a16="http://schemas.microsoft.com/office/drawing/2014/main" id="{A961668A-AD56-7A06-1B97-56DB7BD5C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163" y="2275600"/>
            <a:ext cx="798295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0" rIns="0" bIns="0" numCol="1" anchor="t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54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cs typeface="+mn-ea"/>
                <a:sym typeface="+mn-lt"/>
              </a:rPr>
              <a:t>03</a:t>
            </a:r>
            <a:endParaRPr kumimoji="0" lang="zh-CN" altLang="zh-CN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1" name="Rectangle 149">
            <a:extLst>
              <a:ext uri="{FF2B5EF4-FFF2-40B4-BE49-F238E27FC236}">
                <a16:creationId xmlns:a16="http://schemas.microsoft.com/office/drawing/2014/main" id="{E49A0E20-8EC9-0056-E9AD-D6213FC98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4213" y="2275600"/>
            <a:ext cx="798295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0" tIns="0" rIns="0" bIns="0" numCol="1" anchor="t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5400" b="1" i="0" u="none" strike="noStrike" cap="none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04</a:t>
            </a:r>
            <a:endParaRPr kumimoji="0" lang="zh-CN" altLang="zh-CN" sz="2800" b="1" i="0" u="none" strike="noStrike" cap="none" normalizeH="0" baseline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797CF2C-82B8-FB74-9E71-FF612508F01D}"/>
              </a:ext>
            </a:extLst>
          </p:cNvPr>
          <p:cNvGrpSpPr/>
          <p:nvPr/>
        </p:nvGrpSpPr>
        <p:grpSpPr>
          <a:xfrm>
            <a:off x="1718417" y="4291264"/>
            <a:ext cx="1944340" cy="1342451"/>
            <a:chOff x="8895334" y="1574768"/>
            <a:chExt cx="1790323" cy="1342451"/>
          </a:xfrm>
        </p:grpSpPr>
        <p:sp>
          <p:nvSpPr>
            <p:cNvPr id="23" name="PA-矩形 4">
              <a:extLst>
                <a:ext uri="{FF2B5EF4-FFF2-40B4-BE49-F238E27FC236}">
                  <a16:creationId xmlns:a16="http://schemas.microsoft.com/office/drawing/2014/main" id="{D82EE335-A4C3-DDC3-C98C-3BE24EEA9F2F}"/>
                </a:ext>
              </a:extLst>
            </p:cNvPr>
            <p:cNvSpPr>
              <a:spLocks noChangeArrowheads="1"/>
            </p:cNvSpPr>
            <p:nvPr>
              <p:custDataLst>
                <p:tags r:id="Rfabddeee0f964c95"/>
              </p:custDataLst>
            </p:nvPr>
          </p:nvSpPr>
          <p:spPr bwMode="auto">
            <a:xfrm>
              <a:off x="9110880" y="1574768"/>
              <a:ext cx="13592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24" name="PA-矩形 4">
              <a:extLst>
                <a:ext uri="{FF2B5EF4-FFF2-40B4-BE49-F238E27FC236}">
                  <a16:creationId xmlns:a16="http://schemas.microsoft.com/office/drawing/2014/main" id="{8D87CD3A-FA4A-0B9F-9CC5-8F4B0A02698E}"/>
                </a:ext>
              </a:extLst>
            </p:cNvPr>
            <p:cNvSpPr>
              <a:spLocks noChangeArrowheads="1"/>
            </p:cNvSpPr>
            <p:nvPr>
              <p:custDataLst>
                <p:tags r:id="R9cf35c35b038441a"/>
              </p:custDataLst>
            </p:nvPr>
          </p:nvSpPr>
          <p:spPr bwMode="auto">
            <a:xfrm>
              <a:off x="8895334" y="2270888"/>
              <a:ext cx="1790323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更改文字的颜色或者大X属性输入您的文本文字</a:t>
              </a: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DBB51634-AFF4-037B-2FD0-6F25AA78F029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098678E-BE80-9749-3946-CAF1232C8ED6}"/>
              </a:ext>
            </a:extLst>
          </p:cNvPr>
          <p:cNvGrpSpPr/>
          <p:nvPr/>
        </p:nvGrpSpPr>
        <p:grpSpPr>
          <a:xfrm>
            <a:off x="3945150" y="4291264"/>
            <a:ext cx="1944340" cy="1342451"/>
            <a:chOff x="8895334" y="1574768"/>
            <a:chExt cx="1790323" cy="1342451"/>
          </a:xfrm>
        </p:grpSpPr>
        <p:sp>
          <p:nvSpPr>
            <p:cNvPr id="31" name="PA-矩形 4">
              <a:extLst>
                <a:ext uri="{FF2B5EF4-FFF2-40B4-BE49-F238E27FC236}">
                  <a16:creationId xmlns:a16="http://schemas.microsoft.com/office/drawing/2014/main" id="{16876CF2-31B4-1923-EFEA-50D698A511AD}"/>
                </a:ext>
              </a:extLst>
            </p:cNvPr>
            <p:cNvSpPr>
              <a:spLocks noChangeArrowheads="1"/>
            </p:cNvSpPr>
            <p:nvPr>
              <p:custDataLst>
                <p:tags r:id="R82846fbd097843c8"/>
              </p:custDataLst>
            </p:nvPr>
          </p:nvSpPr>
          <p:spPr bwMode="auto">
            <a:xfrm>
              <a:off x="9110880" y="1574768"/>
              <a:ext cx="13592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32" name="PA-矩形 4">
              <a:extLst>
                <a:ext uri="{FF2B5EF4-FFF2-40B4-BE49-F238E27FC236}">
                  <a16:creationId xmlns:a16="http://schemas.microsoft.com/office/drawing/2014/main" id="{85B99BB7-95CF-9F77-22A6-396C7FB76389}"/>
                </a:ext>
              </a:extLst>
            </p:cNvPr>
            <p:cNvSpPr>
              <a:spLocks noChangeArrowheads="1"/>
            </p:cNvSpPr>
            <p:nvPr>
              <p:custDataLst>
                <p:tags r:id="Rced1d671bc014cd3"/>
              </p:custDataLst>
            </p:nvPr>
          </p:nvSpPr>
          <p:spPr bwMode="auto">
            <a:xfrm>
              <a:off x="8895334" y="2270888"/>
              <a:ext cx="1790323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更改文字的颜色或者大X属性输入您的文本文字</a:t>
              </a:r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CA32722E-A6AD-FCFE-89A2-CF0754B2DD34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0A3BBAE2-5EB8-2152-F0B4-0D5E4E66813B}"/>
              </a:ext>
            </a:extLst>
          </p:cNvPr>
          <p:cNvGrpSpPr/>
          <p:nvPr/>
        </p:nvGrpSpPr>
        <p:grpSpPr>
          <a:xfrm>
            <a:off x="6171883" y="4291264"/>
            <a:ext cx="1944340" cy="1342451"/>
            <a:chOff x="8895334" y="1574768"/>
            <a:chExt cx="1790323" cy="1342451"/>
          </a:xfrm>
        </p:grpSpPr>
        <p:sp>
          <p:nvSpPr>
            <p:cNvPr id="35" name="PA-矩形 4">
              <a:extLst>
                <a:ext uri="{FF2B5EF4-FFF2-40B4-BE49-F238E27FC236}">
                  <a16:creationId xmlns:a16="http://schemas.microsoft.com/office/drawing/2014/main" id="{05ECBED2-D855-51EA-5915-34D3FAC12FF0}"/>
                </a:ext>
              </a:extLst>
            </p:cNvPr>
            <p:cNvSpPr>
              <a:spLocks noChangeArrowheads="1"/>
            </p:cNvSpPr>
            <p:nvPr>
              <p:custDataLst>
                <p:tags r:id="R4a48dedac4a74cd1"/>
              </p:custDataLst>
            </p:nvPr>
          </p:nvSpPr>
          <p:spPr bwMode="auto">
            <a:xfrm>
              <a:off x="9110880" y="1574768"/>
              <a:ext cx="13592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36" name="PA-矩形 4">
              <a:extLst>
                <a:ext uri="{FF2B5EF4-FFF2-40B4-BE49-F238E27FC236}">
                  <a16:creationId xmlns:a16="http://schemas.microsoft.com/office/drawing/2014/main" id="{89D9888E-0C33-CDA6-18E4-88556DE4B665}"/>
                </a:ext>
              </a:extLst>
            </p:cNvPr>
            <p:cNvSpPr>
              <a:spLocks noChangeArrowheads="1"/>
            </p:cNvSpPr>
            <p:nvPr>
              <p:custDataLst>
                <p:tags r:id="R70848f219be34b56"/>
              </p:custDataLst>
            </p:nvPr>
          </p:nvSpPr>
          <p:spPr bwMode="auto">
            <a:xfrm>
              <a:off x="8895334" y="2270888"/>
              <a:ext cx="1790323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更改文字的颜色或者大X属性输入您的文本文字</a:t>
              </a:r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5B3A6902-DD8E-2407-0FC0-33534478FB46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88706C6D-8802-84E9-E549-A1D0D52B7F6D}"/>
              </a:ext>
            </a:extLst>
          </p:cNvPr>
          <p:cNvGrpSpPr/>
          <p:nvPr/>
        </p:nvGrpSpPr>
        <p:grpSpPr>
          <a:xfrm>
            <a:off x="8398617" y="4291264"/>
            <a:ext cx="1944340" cy="1342451"/>
            <a:chOff x="8895334" y="1574768"/>
            <a:chExt cx="1790323" cy="1342451"/>
          </a:xfrm>
        </p:grpSpPr>
        <p:sp>
          <p:nvSpPr>
            <p:cNvPr id="39" name="PA-矩形 4">
              <a:extLst>
                <a:ext uri="{FF2B5EF4-FFF2-40B4-BE49-F238E27FC236}">
                  <a16:creationId xmlns:a16="http://schemas.microsoft.com/office/drawing/2014/main" id="{24D287FD-9676-D90B-6445-C63290D505DB}"/>
                </a:ext>
              </a:extLst>
            </p:cNvPr>
            <p:cNvSpPr>
              <a:spLocks noChangeArrowheads="1"/>
            </p:cNvSpPr>
            <p:nvPr>
              <p:custDataLst>
                <p:tags r:id="R06003ecb23e04f34"/>
              </p:custDataLst>
            </p:nvPr>
          </p:nvSpPr>
          <p:spPr bwMode="auto">
            <a:xfrm>
              <a:off x="9110880" y="1574768"/>
              <a:ext cx="13592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40" name="PA-矩形 4">
              <a:extLst>
                <a:ext uri="{FF2B5EF4-FFF2-40B4-BE49-F238E27FC236}">
                  <a16:creationId xmlns:a16="http://schemas.microsoft.com/office/drawing/2014/main" id="{F9DD8C45-C525-7FE9-6DC1-4DFB9E9E2AE6}"/>
                </a:ext>
              </a:extLst>
            </p:cNvPr>
            <p:cNvSpPr>
              <a:spLocks noChangeArrowheads="1"/>
            </p:cNvSpPr>
            <p:nvPr>
              <p:custDataLst>
                <p:tags r:id="R91315db6df2b4d6a"/>
              </p:custDataLst>
            </p:nvPr>
          </p:nvSpPr>
          <p:spPr bwMode="auto">
            <a:xfrm>
              <a:off x="8895334" y="2270888"/>
              <a:ext cx="1790323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更改文字的颜色或者大X属性输入您的文本文字</a:t>
              </a:r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89B7A176-A67E-5FD9-872D-8B2BFD9BE605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45572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30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11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17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23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29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35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41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47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53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7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62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6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67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7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72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7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/>
      <p:bldP spid="19" grpId="0"/>
      <p:bldP spid="20" grpId="0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BDAAE-CCC2-CE59-1718-4BB30E330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EFC08F36-0EC5-0530-E9B4-208F84DEC2F4}"/>
              </a:ext>
            </a:extLst>
          </p:cNvPr>
          <p:cNvGrpSpPr/>
          <p:nvPr/>
        </p:nvGrpSpPr>
        <p:grpSpPr>
          <a:xfrm>
            <a:off x="3078428" y="43034"/>
            <a:ext cx="6035144" cy="462579"/>
            <a:chOff x="2562160" y="53790"/>
            <a:chExt cx="6035144" cy="46257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D393741-4D1C-60F0-FD6E-51AE65007C12}"/>
                </a:ext>
              </a:extLst>
            </p:cNvPr>
            <p:cNvSpPr txBox="1"/>
            <p:nvPr/>
          </p:nvSpPr>
          <p:spPr>
            <a:xfrm>
              <a:off x="4048658" y="53790"/>
              <a:ext cx="3062148" cy="462579"/>
            </a:xfrm>
            <a:prstGeom prst="rect">
              <a:avLst/>
            </a:prstGeom>
            <a:noFill/>
            <a:ln w="9525">
              <a:noFill/>
            </a:ln>
            <a:effectLst/>
          </p:spPr>
          <p:txBody>
            <a:bodyPr wrap="square">
              <a:noAutofit/>
            </a:bodyPr>
            <a:lstStyle/>
            <a:p>
              <a:pPr algn="dist"/>
              <a:r>
                <a:rPr lang="zh-CN" altLang="en-US" sz="2800" b="1">
                  <a:solidFill>
                    <a:schemeClr val="bg1"/>
                  </a:solidFill>
                  <a:cs typeface="+mn-ea"/>
                  <a:sym typeface="+mn-lt"/>
                </a:rPr>
                <a:t>互动环节讨论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8FF7281-B1F0-A500-BD75-0B98AFF6B11D}"/>
                </a:ext>
              </a:extLst>
            </p:cNvPr>
            <p:cNvSpPr/>
            <p:nvPr/>
          </p:nvSpPr>
          <p:spPr>
            <a:xfrm>
              <a:off x="2562160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42443EE-20E7-3B4D-3A91-E0E49879F735}"/>
                </a:ext>
              </a:extLst>
            </p:cNvPr>
            <p:cNvSpPr/>
            <p:nvPr/>
          </p:nvSpPr>
          <p:spPr>
            <a:xfrm flipH="1">
              <a:off x="7287453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Trapecio 11">
            <a:extLst>
              <a:ext uri="{FF2B5EF4-FFF2-40B4-BE49-F238E27FC236}">
                <a16:creationId xmlns:a16="http://schemas.microsoft.com/office/drawing/2014/main" id="{06B1C207-90D1-CA02-B4E0-061B17FE858E}"/>
              </a:ext>
            </a:extLst>
          </p:cNvPr>
          <p:cNvSpPr/>
          <p:nvPr/>
        </p:nvSpPr>
        <p:spPr>
          <a:xfrm>
            <a:off x="1072944" y="1960242"/>
            <a:ext cx="2714171" cy="3609847"/>
          </a:xfrm>
          <a:prstGeom prst="trapezoid">
            <a:avLst/>
          </a:prstGeom>
          <a:blipFill dpi="0" rotWithShape="1">
            <a:blip r:embed="R543111cbacd54ddb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cs typeface="+mn-ea"/>
              <a:sym typeface="+mn-lt"/>
            </a:endParaRPr>
          </a:p>
        </p:txBody>
      </p:sp>
      <p:sp>
        <p:nvSpPr>
          <p:cNvPr id="21" name="Trapecio 10">
            <a:extLst>
              <a:ext uri="{FF2B5EF4-FFF2-40B4-BE49-F238E27FC236}">
                <a16:creationId xmlns:a16="http://schemas.microsoft.com/office/drawing/2014/main" id="{6661F7D4-B7B2-686F-B6B0-2655F473F46D}"/>
              </a:ext>
            </a:extLst>
          </p:cNvPr>
          <p:cNvSpPr/>
          <p:nvPr/>
        </p:nvSpPr>
        <p:spPr>
          <a:xfrm rot="10800000">
            <a:off x="3521020" y="1960242"/>
            <a:ext cx="2714171" cy="3609847"/>
          </a:xfrm>
          <a:prstGeom prst="trapezoid">
            <a:avLst/>
          </a:prstGeom>
          <a:gradFill>
            <a:gsLst>
              <a:gs pos="0">
                <a:srgbClr val="6B34B6">
                  <a:alpha val="10000"/>
                </a:srgb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cs typeface="+mn-ea"/>
              <a:sym typeface="+mn-lt"/>
            </a:endParaRPr>
          </a:p>
        </p:txBody>
      </p:sp>
      <p:sp>
        <p:nvSpPr>
          <p:cNvPr id="22" name="Trapecio 11">
            <a:extLst>
              <a:ext uri="{FF2B5EF4-FFF2-40B4-BE49-F238E27FC236}">
                <a16:creationId xmlns:a16="http://schemas.microsoft.com/office/drawing/2014/main" id="{B7251190-EF37-A9FE-9854-61B9406AACBF}"/>
              </a:ext>
            </a:extLst>
          </p:cNvPr>
          <p:cNvSpPr/>
          <p:nvPr/>
        </p:nvSpPr>
        <p:spPr>
          <a:xfrm>
            <a:off x="5969096" y="1960242"/>
            <a:ext cx="2714171" cy="3609847"/>
          </a:xfrm>
          <a:prstGeom prst="trapezoid">
            <a:avLst/>
          </a:prstGeom>
          <a:blipFill dpi="0" rotWithShape="1">
            <a:blip r:embed="R766657f62d92481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cs typeface="+mn-ea"/>
              <a:sym typeface="+mn-lt"/>
            </a:endParaRPr>
          </a:p>
        </p:txBody>
      </p:sp>
      <p:sp>
        <p:nvSpPr>
          <p:cNvPr id="25" name="Trapecio 10">
            <a:extLst>
              <a:ext uri="{FF2B5EF4-FFF2-40B4-BE49-F238E27FC236}">
                <a16:creationId xmlns:a16="http://schemas.microsoft.com/office/drawing/2014/main" id="{CE42F5E6-E0D5-2E00-3262-F5291B471FDD}"/>
              </a:ext>
            </a:extLst>
          </p:cNvPr>
          <p:cNvSpPr/>
          <p:nvPr/>
        </p:nvSpPr>
        <p:spPr>
          <a:xfrm rot="10800000">
            <a:off x="8417172" y="1960242"/>
            <a:ext cx="2714171" cy="3609847"/>
          </a:xfrm>
          <a:prstGeom prst="trapezoid">
            <a:avLst/>
          </a:prstGeom>
          <a:gradFill>
            <a:gsLst>
              <a:gs pos="0">
                <a:srgbClr val="6B34B6">
                  <a:alpha val="10000"/>
                </a:srgb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cs typeface="+mn-ea"/>
              <a:sym typeface="+mn-lt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09A495F-0734-EE1E-7163-7992D90B5F9F}"/>
              </a:ext>
            </a:extLst>
          </p:cNvPr>
          <p:cNvGrpSpPr/>
          <p:nvPr/>
        </p:nvGrpSpPr>
        <p:grpSpPr>
          <a:xfrm>
            <a:off x="4071035" y="2348164"/>
            <a:ext cx="1614140" cy="1599284"/>
            <a:chOff x="9047356" y="1511268"/>
            <a:chExt cx="1486279" cy="1599284"/>
          </a:xfrm>
        </p:grpSpPr>
        <p:sp>
          <p:nvSpPr>
            <p:cNvPr id="27" name="PA-矩形 4">
              <a:extLst>
                <a:ext uri="{FF2B5EF4-FFF2-40B4-BE49-F238E27FC236}">
                  <a16:creationId xmlns:a16="http://schemas.microsoft.com/office/drawing/2014/main" id="{AD1D3F09-B1A2-5575-A9D5-A32FF9547111}"/>
                </a:ext>
              </a:extLst>
            </p:cNvPr>
            <p:cNvSpPr>
              <a:spLocks noChangeArrowheads="1"/>
            </p:cNvSpPr>
            <p:nvPr>
              <p:custDataLst>
                <p:tags r:id="R6e70f5c7899e47c0"/>
              </p:custDataLst>
            </p:nvPr>
          </p:nvSpPr>
          <p:spPr bwMode="auto">
            <a:xfrm>
              <a:off x="9110880" y="1511268"/>
              <a:ext cx="13592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29" name="PA-矩形 4">
              <a:extLst>
                <a:ext uri="{FF2B5EF4-FFF2-40B4-BE49-F238E27FC236}">
                  <a16:creationId xmlns:a16="http://schemas.microsoft.com/office/drawing/2014/main" id="{A7C5B483-97E8-D04B-37C3-5DBDC99A9103}"/>
                </a:ext>
              </a:extLst>
            </p:cNvPr>
            <p:cNvSpPr>
              <a:spLocks noChangeArrowheads="1"/>
            </p:cNvSpPr>
            <p:nvPr>
              <p:custDataLst>
                <p:tags r:id="R3fab8df51ffa463e"/>
              </p:custDataLst>
            </p:nvPr>
          </p:nvSpPr>
          <p:spPr bwMode="auto">
            <a:xfrm>
              <a:off x="9047356" y="2141056"/>
              <a:ext cx="1486279" cy="969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更改文字的颜色或者大X属性输入您的文本文字</a:t>
              </a:r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2EE9EE22-FE1E-0DC2-E5BF-492B0FDAAF96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4A1918AA-5AAB-99E9-EC7E-A4433E623E67}"/>
              </a:ext>
            </a:extLst>
          </p:cNvPr>
          <p:cNvGrpSpPr/>
          <p:nvPr/>
        </p:nvGrpSpPr>
        <p:grpSpPr>
          <a:xfrm>
            <a:off x="8967186" y="2348164"/>
            <a:ext cx="1614140" cy="1599284"/>
            <a:chOff x="9047356" y="1511268"/>
            <a:chExt cx="1486279" cy="1599284"/>
          </a:xfrm>
        </p:grpSpPr>
        <p:sp>
          <p:nvSpPr>
            <p:cNvPr id="34" name="PA-矩形 4">
              <a:extLst>
                <a:ext uri="{FF2B5EF4-FFF2-40B4-BE49-F238E27FC236}">
                  <a16:creationId xmlns:a16="http://schemas.microsoft.com/office/drawing/2014/main" id="{4A2CDFF6-0AF5-CFC3-45F4-8E62929007C4}"/>
                </a:ext>
              </a:extLst>
            </p:cNvPr>
            <p:cNvSpPr>
              <a:spLocks noChangeArrowheads="1"/>
            </p:cNvSpPr>
            <p:nvPr>
              <p:custDataLst>
                <p:tags r:id="Rc0682e028a194c53"/>
              </p:custDataLst>
            </p:nvPr>
          </p:nvSpPr>
          <p:spPr bwMode="auto">
            <a:xfrm>
              <a:off x="9110880" y="1511268"/>
              <a:ext cx="13592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35" name="PA-矩形 4">
              <a:extLst>
                <a:ext uri="{FF2B5EF4-FFF2-40B4-BE49-F238E27FC236}">
                  <a16:creationId xmlns:a16="http://schemas.microsoft.com/office/drawing/2014/main" id="{ABE6DF36-F955-D1A0-04C1-85C83E6C24FA}"/>
                </a:ext>
              </a:extLst>
            </p:cNvPr>
            <p:cNvSpPr>
              <a:spLocks noChangeArrowheads="1"/>
            </p:cNvSpPr>
            <p:nvPr>
              <p:custDataLst>
                <p:tags r:id="Rfccceeabed2d4d64"/>
              </p:custDataLst>
            </p:nvPr>
          </p:nvSpPr>
          <p:spPr bwMode="auto">
            <a:xfrm>
              <a:off x="9047356" y="2141056"/>
              <a:ext cx="1486279" cy="969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更改文字的颜色或者大X属性输入您的文本文字</a:t>
              </a:r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4EABDD7E-134B-358A-58C4-38AD4A3852A9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39" name="椭圆 38">
            <a:extLst>
              <a:ext uri="{FF2B5EF4-FFF2-40B4-BE49-F238E27FC236}">
                <a16:creationId xmlns:a16="http://schemas.microsoft.com/office/drawing/2014/main" id="{60513572-6A78-63C0-23F0-245F6BAC8834}"/>
              </a:ext>
            </a:extLst>
          </p:cNvPr>
          <p:cNvSpPr/>
          <p:nvPr/>
        </p:nvSpPr>
        <p:spPr>
          <a:xfrm>
            <a:off x="4478055" y="4292600"/>
            <a:ext cx="800100" cy="800100"/>
          </a:xfrm>
          <a:prstGeom prst="ellipse">
            <a:avLst/>
          </a:prstGeom>
          <a:blipFill>
            <a:blip r:embed="R848e8715233845f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cs typeface="+mn-ea"/>
                <a:sym typeface="+mn-lt"/>
              </a:rPr>
              <a:t>01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AD894AC3-2092-B1DA-0E0F-0A80C24E375B}"/>
              </a:ext>
            </a:extLst>
          </p:cNvPr>
          <p:cNvSpPr/>
          <p:nvPr/>
        </p:nvSpPr>
        <p:spPr>
          <a:xfrm>
            <a:off x="9374206" y="4292600"/>
            <a:ext cx="800100" cy="800100"/>
          </a:xfrm>
          <a:prstGeom prst="ellipse">
            <a:avLst/>
          </a:prstGeom>
          <a:blipFill>
            <a:blip r:embed="Rb8fe806275d04d8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cs typeface="+mn-ea"/>
                <a:sym typeface="+mn-lt"/>
              </a:rPr>
              <a:t>02</a:t>
            </a:r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3770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30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10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15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20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25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30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35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5" grpId="0" animBg="1"/>
      <p:bldP spid="39" grpId="0" animBg="1"/>
      <p:bldP spid="4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4BF14-7CF0-EC9C-7C09-17D2D0366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B75DC5F-3FFE-32D4-099F-EC0B2656F388}"/>
              </a:ext>
            </a:extLst>
          </p:cNvPr>
          <p:cNvPicPr>
            <a:picLocks noChangeAspect="1"/>
          </p:cNvPicPr>
          <p:nvPr/>
        </p:nvPicPr>
        <p:blipFill>
          <a:blip r:embed="Rb0952acd20d246f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8BC86D5-419A-1BA3-04CF-32D006F4051E}"/>
              </a:ext>
            </a:extLst>
          </p:cNvPr>
          <p:cNvPicPr>
            <a:picLocks noChangeAspect="1"/>
          </p:cNvPicPr>
          <p:nvPr/>
        </p:nvPicPr>
        <p:blipFill>
          <a:blip r:embed="R684624459f7542a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226" y="0"/>
            <a:ext cx="12147551" cy="6858000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C0D34450-560B-5F74-238C-D305A625A004}"/>
              </a:ext>
            </a:extLst>
          </p:cNvPr>
          <p:cNvGrpSpPr/>
          <p:nvPr/>
        </p:nvGrpSpPr>
        <p:grpSpPr>
          <a:xfrm>
            <a:off x="321879" y="374349"/>
            <a:ext cx="1158949" cy="1234853"/>
            <a:chOff x="350874" y="233917"/>
            <a:chExt cx="1158949" cy="1234853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7F2EABAA-3FCA-7082-1CFC-FC967AFA3C38}"/>
                </a:ext>
              </a:extLst>
            </p:cNvPr>
            <p:cNvSpPr txBox="1"/>
            <p:nvPr/>
          </p:nvSpPr>
          <p:spPr>
            <a:xfrm>
              <a:off x="350874" y="361227"/>
              <a:ext cx="1158949" cy="683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>
                  <a:solidFill>
                    <a:schemeClr val="bg1"/>
                  </a:solidFill>
                </a:rPr>
                <a:t>科技峰会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600">
                  <a:solidFill>
                    <a:schemeClr val="bg1"/>
                  </a:solidFill>
                </a:rPr>
                <a:t>智能时代</a:t>
              </a:r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938D7E70-1B2A-AF71-B35A-A103019B8184}"/>
                </a:ext>
              </a:extLst>
            </p:cNvPr>
            <p:cNvSpPr/>
            <p:nvPr/>
          </p:nvSpPr>
          <p:spPr>
            <a:xfrm>
              <a:off x="479425" y="233917"/>
              <a:ext cx="404797" cy="76148"/>
            </a:xfrm>
            <a:custGeom>
              <a:avLst/>
              <a:gdLst>
                <a:gd name="connsiteX0" fmla="*/ 328649 w 404797"/>
                <a:gd name="connsiteY0" fmla="*/ 0 h 76148"/>
                <a:gd name="connsiteX1" fmla="*/ 404797 w 404797"/>
                <a:gd name="connsiteY1" fmla="*/ 0 h 76148"/>
                <a:gd name="connsiteX2" fmla="*/ 404797 w 404797"/>
                <a:gd name="connsiteY2" fmla="*/ 76148 h 76148"/>
                <a:gd name="connsiteX3" fmla="*/ 328649 w 404797"/>
                <a:gd name="connsiteY3" fmla="*/ 76148 h 76148"/>
                <a:gd name="connsiteX4" fmla="*/ 164325 w 404797"/>
                <a:gd name="connsiteY4" fmla="*/ 0 h 76148"/>
                <a:gd name="connsiteX5" fmla="*/ 240473 w 404797"/>
                <a:gd name="connsiteY5" fmla="*/ 0 h 76148"/>
                <a:gd name="connsiteX6" fmla="*/ 240473 w 404797"/>
                <a:gd name="connsiteY6" fmla="*/ 76148 h 76148"/>
                <a:gd name="connsiteX7" fmla="*/ 164325 w 404797"/>
                <a:gd name="connsiteY7" fmla="*/ 76148 h 76148"/>
                <a:gd name="connsiteX8" fmla="*/ 0 w 404797"/>
                <a:gd name="connsiteY8" fmla="*/ 0 h 76148"/>
                <a:gd name="connsiteX9" fmla="*/ 76148 w 404797"/>
                <a:gd name="connsiteY9" fmla="*/ 0 h 76148"/>
                <a:gd name="connsiteX10" fmla="*/ 76148 w 404797"/>
                <a:gd name="connsiteY10" fmla="*/ 76148 h 76148"/>
                <a:gd name="connsiteX11" fmla="*/ 0 w 404797"/>
                <a:gd name="connsiteY11" fmla="*/ 76148 h 76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4797" h="76148">
                  <a:moveTo>
                    <a:pt x="328649" y="0"/>
                  </a:moveTo>
                  <a:lnTo>
                    <a:pt x="404797" y="0"/>
                  </a:lnTo>
                  <a:lnTo>
                    <a:pt x="404797" y="76148"/>
                  </a:lnTo>
                  <a:lnTo>
                    <a:pt x="328649" y="76148"/>
                  </a:lnTo>
                  <a:close/>
                  <a:moveTo>
                    <a:pt x="164325" y="0"/>
                  </a:moveTo>
                  <a:lnTo>
                    <a:pt x="240473" y="0"/>
                  </a:lnTo>
                  <a:lnTo>
                    <a:pt x="240473" y="76148"/>
                  </a:lnTo>
                  <a:lnTo>
                    <a:pt x="164325" y="76148"/>
                  </a:lnTo>
                  <a:close/>
                  <a:moveTo>
                    <a:pt x="0" y="0"/>
                  </a:moveTo>
                  <a:lnTo>
                    <a:pt x="76148" y="0"/>
                  </a:lnTo>
                  <a:lnTo>
                    <a:pt x="76148" y="76148"/>
                  </a:lnTo>
                  <a:lnTo>
                    <a:pt x="0" y="761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B5900AAC-1F09-2FE5-E55C-1314E9F3282A}"/>
                </a:ext>
              </a:extLst>
            </p:cNvPr>
            <p:cNvSpPr/>
            <p:nvPr/>
          </p:nvSpPr>
          <p:spPr>
            <a:xfrm rot="10800000">
              <a:off x="479425" y="1122113"/>
              <a:ext cx="80790" cy="346657"/>
            </a:xfrm>
            <a:custGeom>
              <a:avLst/>
              <a:gdLst>
                <a:gd name="connsiteX0" fmla="*/ 59531 w 59531"/>
                <a:gd name="connsiteY0" fmla="*/ 45719 h 255438"/>
                <a:gd name="connsiteX1" fmla="*/ 1 w 59531"/>
                <a:gd name="connsiteY1" fmla="*/ 45719 h 255438"/>
                <a:gd name="connsiteX2" fmla="*/ 29766 w 59531"/>
                <a:gd name="connsiteY2" fmla="*/ 0 h 255438"/>
                <a:gd name="connsiteX3" fmla="*/ 59530 w 59531"/>
                <a:gd name="connsiteY3" fmla="*/ 150579 h 255438"/>
                <a:gd name="connsiteX4" fmla="*/ 0 w 59531"/>
                <a:gd name="connsiteY4" fmla="*/ 150579 h 255438"/>
                <a:gd name="connsiteX5" fmla="*/ 29765 w 59531"/>
                <a:gd name="connsiteY5" fmla="*/ 104860 h 255438"/>
                <a:gd name="connsiteX6" fmla="*/ 59530 w 59531"/>
                <a:gd name="connsiteY6" fmla="*/ 255438 h 255438"/>
                <a:gd name="connsiteX7" fmla="*/ 0 w 59531"/>
                <a:gd name="connsiteY7" fmla="*/ 255438 h 255438"/>
                <a:gd name="connsiteX8" fmla="*/ 29765 w 59531"/>
                <a:gd name="connsiteY8" fmla="*/ 209719 h 25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531" h="255438">
                  <a:moveTo>
                    <a:pt x="59531" y="45719"/>
                  </a:moveTo>
                  <a:lnTo>
                    <a:pt x="1" y="45719"/>
                  </a:lnTo>
                  <a:lnTo>
                    <a:pt x="29766" y="0"/>
                  </a:lnTo>
                  <a:close/>
                  <a:moveTo>
                    <a:pt x="59530" y="150579"/>
                  </a:moveTo>
                  <a:lnTo>
                    <a:pt x="0" y="150579"/>
                  </a:lnTo>
                  <a:lnTo>
                    <a:pt x="29765" y="104860"/>
                  </a:lnTo>
                  <a:close/>
                  <a:moveTo>
                    <a:pt x="59530" y="255438"/>
                  </a:moveTo>
                  <a:lnTo>
                    <a:pt x="0" y="255438"/>
                  </a:lnTo>
                  <a:lnTo>
                    <a:pt x="29765" y="20971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33" name="图片 32">
            <a:extLst>
              <a:ext uri="{FF2B5EF4-FFF2-40B4-BE49-F238E27FC236}">
                <a16:creationId xmlns:a16="http://schemas.microsoft.com/office/drawing/2014/main" id="{8A2AA99B-7279-6D63-B29F-733DD75DFE5A}"/>
              </a:ext>
            </a:extLst>
          </p:cNvPr>
          <p:cNvPicPr>
            <a:picLocks noChangeAspect="1"/>
          </p:cNvPicPr>
          <p:nvPr/>
        </p:nvPicPr>
        <p:blipFill>
          <a:blip r:embed="R458463b7a389484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438151"/>
            <a:ext cx="12192000" cy="6419851"/>
          </a:xfrm>
          <a:prstGeom prst="rect">
            <a:avLst/>
          </a:prstGeom>
        </p:spPr>
      </p:pic>
      <p:grpSp>
        <p:nvGrpSpPr>
          <p:cNvPr id="52" name="组合 51">
            <a:extLst>
              <a:ext uri="{FF2B5EF4-FFF2-40B4-BE49-F238E27FC236}">
                <a16:creationId xmlns:a16="http://schemas.microsoft.com/office/drawing/2014/main" id="{9C3C768B-7361-1417-3B7E-88C12FD506A0}"/>
              </a:ext>
            </a:extLst>
          </p:cNvPr>
          <p:cNvGrpSpPr/>
          <p:nvPr/>
        </p:nvGrpSpPr>
        <p:grpSpPr>
          <a:xfrm>
            <a:off x="7865681" y="6200123"/>
            <a:ext cx="3612455" cy="261610"/>
            <a:chOff x="7865680" y="6200122"/>
            <a:chExt cx="3612454" cy="261610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FEFBC577-4474-D6AC-7FD8-8DD4D5BE4B94}"/>
                </a:ext>
              </a:extLst>
            </p:cNvPr>
            <p:cNvSpPr txBox="1"/>
            <p:nvPr/>
          </p:nvSpPr>
          <p:spPr>
            <a:xfrm>
              <a:off x="9175530" y="6200122"/>
              <a:ext cx="23026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100">
                  <a:solidFill>
                    <a:schemeClr val="bg1"/>
                  </a:solidFill>
                </a:rPr>
                <a:t>科技创新 </a:t>
              </a:r>
              <a:r>
                <a:rPr lang="en-US" altLang="zh-CN" sz="1100">
                  <a:solidFill>
                    <a:schemeClr val="bg1"/>
                  </a:solidFill>
                </a:rPr>
                <a:t>· </a:t>
              </a:r>
              <a:r>
                <a:rPr lang="zh-CN" altLang="en-US" sz="1100">
                  <a:solidFill>
                    <a:schemeClr val="bg1"/>
                  </a:solidFill>
                </a:rPr>
                <a:t>引领未来 </a:t>
              </a:r>
              <a:r>
                <a:rPr lang="en-US" altLang="zh-CN" sz="1100">
                  <a:solidFill>
                    <a:schemeClr val="bg1"/>
                  </a:solidFill>
                </a:rPr>
                <a:t>· </a:t>
              </a:r>
              <a:r>
                <a:rPr lang="zh-CN" altLang="en-US" sz="1100">
                  <a:solidFill>
                    <a:schemeClr val="bg1"/>
                  </a:solidFill>
                </a:rPr>
                <a:t>合作共赢</a:t>
              </a: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0B4FAD41-D725-B734-7F93-2E2B84983FAF}"/>
                </a:ext>
              </a:extLst>
            </p:cNvPr>
            <p:cNvSpPr/>
            <p:nvPr/>
          </p:nvSpPr>
          <p:spPr>
            <a:xfrm>
              <a:off x="7865680" y="6308068"/>
              <a:ext cx="1309851" cy="45719"/>
            </a:xfrm>
            <a:prstGeom prst="rect">
              <a:avLst/>
            </a:prstGeom>
            <a:gradFill>
              <a:gsLst>
                <a:gs pos="0">
                  <a:srgbClr val="325EFF"/>
                </a:gs>
                <a:gs pos="68000">
                  <a:srgbClr val="952D90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C4A3F232-8CF6-1121-3FA4-2E569B547802}"/>
              </a:ext>
            </a:extLst>
          </p:cNvPr>
          <p:cNvGrpSpPr/>
          <p:nvPr/>
        </p:nvGrpSpPr>
        <p:grpSpPr>
          <a:xfrm>
            <a:off x="9389938" y="740495"/>
            <a:ext cx="2779839" cy="482112"/>
            <a:chOff x="5487532" y="234490"/>
            <a:chExt cx="2779838" cy="482112"/>
          </a:xfrm>
        </p:grpSpPr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14B3A41E-071A-2983-4BAE-8D608FFBA921}"/>
                </a:ext>
              </a:extLst>
            </p:cNvPr>
            <p:cNvSpPr txBox="1"/>
            <p:nvPr/>
          </p:nvSpPr>
          <p:spPr>
            <a:xfrm>
              <a:off x="5487532" y="254937"/>
              <a:ext cx="6726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200">
                  <a:solidFill>
                    <a:schemeClr val="bg1"/>
                  </a:solidFill>
                </a:rPr>
                <a:t>中国</a:t>
              </a:r>
              <a:endParaRPr lang="en-US" altLang="zh-CN" sz="1200">
                <a:solidFill>
                  <a:schemeClr val="bg1"/>
                </a:solidFill>
              </a:endParaRPr>
            </a:p>
            <a:p>
              <a:pPr algn="r"/>
              <a:r>
                <a:rPr lang="en-US" altLang="zh-CN" sz="1200">
                  <a:solidFill>
                    <a:schemeClr val="bg1"/>
                  </a:solidFill>
                </a:rPr>
                <a:t>CHINA</a:t>
              </a:r>
              <a:endParaRPr lang="zh-CN" altLang="en-US" sz="1200">
                <a:solidFill>
                  <a:schemeClr val="bg1"/>
                </a:solidFill>
              </a:endParaRPr>
            </a:p>
          </p:txBody>
        </p:sp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47355B6A-B5B6-EE79-8552-0CC4459E2248}"/>
                </a:ext>
              </a:extLst>
            </p:cNvPr>
            <p:cNvPicPr>
              <a:picLocks noChangeAspect="1"/>
            </p:cNvPicPr>
            <p:nvPr/>
          </p:nvPicPr>
          <p:blipFill>
            <a:blip r:embed="R7db354ef9fab40f1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29352" y="246610"/>
              <a:ext cx="760389" cy="461665"/>
            </a:xfrm>
            <a:prstGeom prst="rect">
              <a:avLst/>
            </a:prstGeom>
          </p:spPr>
        </p:pic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5865C514-A035-1E86-B80D-C89BABB763F1}"/>
                </a:ext>
              </a:extLst>
            </p:cNvPr>
            <p:cNvSpPr txBox="1"/>
            <p:nvPr/>
          </p:nvSpPr>
          <p:spPr>
            <a:xfrm>
              <a:off x="7108421" y="234490"/>
              <a:ext cx="11589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schemeClr val="bg1"/>
                  </a:solidFill>
                </a:rPr>
                <a:t>202x</a:t>
              </a:r>
            </a:p>
            <a:p>
              <a:r>
                <a:rPr lang="en-US" altLang="zh-CN" sz="1200">
                  <a:solidFill>
                    <a:schemeClr val="bg1"/>
                  </a:solidFill>
                </a:rPr>
                <a:t>02</a:t>
              </a:r>
              <a:r>
                <a:rPr lang="zh-CN" altLang="en-US" sz="1200">
                  <a:solidFill>
                    <a:schemeClr val="bg1"/>
                  </a:solidFill>
                </a:rPr>
                <a:t>月</a:t>
              </a:r>
              <a:r>
                <a:rPr lang="en-US" altLang="zh-CN" sz="1200">
                  <a:solidFill>
                    <a:schemeClr val="bg1"/>
                  </a:solidFill>
                </a:rPr>
                <a:t>28</a:t>
              </a:r>
              <a:r>
                <a:rPr lang="zh-CN" altLang="en-US" sz="1200">
                  <a:solidFill>
                    <a:schemeClr val="bg1"/>
                  </a:solidFill>
                </a:rPr>
                <a:t>日</a:t>
              </a:r>
            </a:p>
          </p:txBody>
        </p: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C4E66CD6-BFF1-17E1-9BDD-A92ADC395096}"/>
                </a:ext>
              </a:extLst>
            </p:cNvPr>
            <p:cNvCxnSpPr/>
            <p:nvPr/>
          </p:nvCxnSpPr>
          <p:spPr>
            <a:xfrm flipH="1">
              <a:off x="6160194" y="331085"/>
              <a:ext cx="0" cy="28988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ABB5E4A2-A89C-BC1D-96B7-6E9B89AC2084}"/>
                </a:ext>
              </a:extLst>
            </p:cNvPr>
            <p:cNvCxnSpPr/>
            <p:nvPr/>
          </p:nvCxnSpPr>
          <p:spPr>
            <a:xfrm flipH="1">
              <a:off x="7108421" y="340825"/>
              <a:ext cx="0" cy="28988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D15353DB-7947-FCB1-BC3E-B6064B7FDD99}"/>
              </a:ext>
            </a:extLst>
          </p:cNvPr>
          <p:cNvGrpSpPr/>
          <p:nvPr/>
        </p:nvGrpSpPr>
        <p:grpSpPr>
          <a:xfrm>
            <a:off x="1059698" y="1845758"/>
            <a:ext cx="3166487" cy="3166487"/>
            <a:chOff x="1480827" y="2002561"/>
            <a:chExt cx="2852877" cy="2852877"/>
          </a:xfrm>
        </p:grpSpPr>
        <p:sp>
          <p:nvSpPr>
            <p:cNvPr id="2" name="圆: 空心 1">
              <a:extLst>
                <a:ext uri="{FF2B5EF4-FFF2-40B4-BE49-F238E27FC236}">
                  <a16:creationId xmlns:a16="http://schemas.microsoft.com/office/drawing/2014/main" id="{D54D3654-1F0E-04E2-CF51-45502BACDCFC}"/>
                </a:ext>
              </a:extLst>
            </p:cNvPr>
            <p:cNvSpPr/>
            <p:nvPr/>
          </p:nvSpPr>
          <p:spPr>
            <a:xfrm>
              <a:off x="1480827" y="2002561"/>
              <a:ext cx="2852877" cy="2852877"/>
            </a:xfrm>
            <a:prstGeom prst="donut">
              <a:avLst>
                <a:gd name="adj" fmla="val 19711"/>
              </a:avLst>
            </a:prstGeom>
            <a:gradFill>
              <a:gsLst>
                <a:gs pos="26000">
                  <a:srgbClr val="952D90"/>
                </a:gs>
                <a:gs pos="100000">
                  <a:srgbClr val="1E43F2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8BC04CF5-D399-D4D0-CE48-B2C93C3B1E2B}"/>
                </a:ext>
              </a:extLst>
            </p:cNvPr>
            <p:cNvSpPr txBox="1"/>
            <p:nvPr/>
          </p:nvSpPr>
          <p:spPr>
            <a:xfrm>
              <a:off x="2236080" y="2394748"/>
              <a:ext cx="1256306" cy="153116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4400" b="1" noProof="0">
                  <a:gradFill>
                    <a:gsLst>
                      <a:gs pos="50000">
                        <a:schemeClr val="bg1"/>
                      </a:gs>
                      <a:gs pos="76000">
                        <a:schemeClr val="bg1">
                          <a:alpha val="0"/>
                        </a:schemeClr>
                      </a:gs>
                    </a:gsLst>
                    <a:lin ang="4800000" scaled="0"/>
                  </a:gradFill>
                  <a:cs typeface="+mn-ea"/>
                  <a:sym typeface="+mn-lt"/>
                </a:rPr>
                <a:t>4</a:t>
              </a:r>
              <a:endParaRPr kumimoji="0" lang="zh-CN" altLang="en-US" sz="144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50000">
                      <a:schemeClr val="bg1"/>
                    </a:gs>
                    <a:gs pos="76000">
                      <a:schemeClr val="bg1">
                        <a:alpha val="0"/>
                      </a:schemeClr>
                    </a:gs>
                  </a:gsLst>
                  <a:lin ang="4800000" scaled="0"/>
                </a:gradFill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5C7286EF-4CFC-83F4-64E0-60C55CAB8A73}"/>
              </a:ext>
            </a:extLst>
          </p:cNvPr>
          <p:cNvSpPr txBox="1"/>
          <p:nvPr/>
        </p:nvSpPr>
        <p:spPr>
          <a:xfrm>
            <a:off x="4758858" y="2190077"/>
            <a:ext cx="5654271" cy="1151742"/>
          </a:xfrm>
          <a:prstGeom prst="rect">
            <a:avLst/>
          </a:prstGeom>
          <a:noFill/>
          <a:ln w="9525">
            <a:noFill/>
          </a:ln>
          <a:effectLst/>
        </p:spPr>
        <p:txBody>
          <a:bodyPr wrap="square">
            <a:noAutofit/>
          </a:bodyPr>
          <a:lstStyle/>
          <a:p>
            <a:r>
              <a:rPr lang="zh-CN" altLang="en-US" sz="7200" b="1">
                <a:solidFill>
                  <a:schemeClr val="bg1"/>
                </a:soli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  <a:sym typeface="+mn-lt"/>
              </a:rPr>
              <a:t>峰会现场布置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997D56F-527B-BE38-05B2-27581164F2FC}"/>
              </a:ext>
            </a:extLst>
          </p:cNvPr>
          <p:cNvGrpSpPr/>
          <p:nvPr/>
        </p:nvGrpSpPr>
        <p:grpSpPr>
          <a:xfrm>
            <a:off x="4943811" y="3505999"/>
            <a:ext cx="5099125" cy="474538"/>
            <a:chOff x="5228216" y="3528508"/>
            <a:chExt cx="5099125" cy="474538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98EB0102-D69A-84AF-1BC3-74EAA1813BA0}"/>
                </a:ext>
              </a:extLst>
            </p:cNvPr>
            <p:cNvSpPr/>
            <p:nvPr/>
          </p:nvSpPr>
          <p:spPr>
            <a:xfrm>
              <a:off x="5228216" y="3528508"/>
              <a:ext cx="5099125" cy="47453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34601F74-4584-65A3-A806-701B3D308A61}"/>
                </a:ext>
              </a:extLst>
            </p:cNvPr>
            <p:cNvGrpSpPr/>
            <p:nvPr/>
          </p:nvGrpSpPr>
          <p:grpSpPr>
            <a:xfrm>
              <a:off x="5357307" y="3599211"/>
              <a:ext cx="4861118" cy="369332"/>
              <a:chOff x="2681764" y="2584944"/>
              <a:chExt cx="3001567" cy="369332"/>
            </a:xfrm>
          </p:grpSpPr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EAD8752-B841-883A-62E7-1CEBE05917B2}"/>
                  </a:ext>
                </a:extLst>
              </p:cNvPr>
              <p:cNvSpPr txBox="1"/>
              <p:nvPr>
                <p:custDataLst>
                  <p:tags r:id="R67471beaa3f24351"/>
                </p:custDataLst>
              </p:nvPr>
            </p:nvSpPr>
            <p:spPr>
              <a:xfrm>
                <a:off x="2681764" y="2584944"/>
                <a:ext cx="22347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>
                    <a:solidFill>
                      <a:schemeClr val="bg1"/>
                    </a:solidFill>
                    <a:cs typeface="+mn-ea"/>
                    <a:sym typeface="+mn-lt"/>
                  </a:rPr>
                  <a:t>新</a:t>
                </a:r>
                <a:r>
                  <a:rPr lang="en-US" altLang="zh-CN">
                    <a:solidFill>
                      <a:schemeClr val="bg1"/>
                    </a:solidFill>
                    <a:cs typeface="+mn-ea"/>
                    <a:sym typeface="+mn-lt"/>
                  </a:rPr>
                  <a:t>AI </a:t>
                </a:r>
                <a:r>
                  <a:rPr lang="zh-CN" altLang="en-US">
                    <a:solidFill>
                      <a:schemeClr val="bg1"/>
                    </a:solidFill>
                    <a:cs typeface="+mn-ea"/>
                    <a:sym typeface="+mn-lt"/>
                  </a:rPr>
                  <a:t>新应用 新生态 赋能智算未来</a:t>
                </a:r>
              </a:p>
            </p:txBody>
          </p:sp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E54F45C6-C91A-920C-7BE6-6E00AA78F7EA}"/>
                  </a:ext>
                </a:extLst>
              </p:cNvPr>
              <p:cNvCxnSpPr/>
              <p:nvPr/>
            </p:nvCxnSpPr>
            <p:spPr>
              <a:xfrm>
                <a:off x="4916539" y="2767263"/>
                <a:ext cx="766792" cy="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D398AF66-7FDD-F268-FBB0-41209D76F6BF}"/>
              </a:ext>
            </a:extLst>
          </p:cNvPr>
          <p:cNvSpPr/>
          <p:nvPr>
            <p:custDataLst>
              <p:tags r:id="R6123e8eaf7ba44ab"/>
            </p:custDataLst>
          </p:nvPr>
        </p:nvSpPr>
        <p:spPr>
          <a:xfrm>
            <a:off x="4812874" y="4236898"/>
            <a:ext cx="5546237" cy="53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>
                <a:solidFill>
                  <a:schemeClr val="bg1">
                    <a:alpha val="47000"/>
                  </a:schemeClr>
                </a:solidFill>
                <a:cs typeface="+mn-ea"/>
                <a:sym typeface="+mn-lt"/>
              </a:rPr>
              <a:t>Please add in this text, the template. Please add in this text, the template. Please add in this text, the template. Please add in this text</a:t>
            </a:r>
          </a:p>
        </p:txBody>
      </p:sp>
    </p:spTree>
    <p:extLst>
      <p:ext uri="{BB962C8B-B14F-4D97-AF65-F5344CB8AC3E}">
        <p14:creationId xmlns:p14="http://schemas.microsoft.com/office/powerpoint/2010/main" val="3820851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30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6" presetID="0" presetClass="entr" presetSubtype="0" decel="7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0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42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3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  <p:bldP spid="20" grpId="0"/>
      <p:bldP spid="20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2CBF9-1E28-F4D3-BC52-B5787ADB0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9C171F26-0554-2285-2E68-B4AA438CC1E2}"/>
              </a:ext>
            </a:extLst>
          </p:cNvPr>
          <p:cNvGrpSpPr/>
          <p:nvPr/>
        </p:nvGrpSpPr>
        <p:grpSpPr>
          <a:xfrm>
            <a:off x="3078428" y="43034"/>
            <a:ext cx="6035144" cy="462579"/>
            <a:chOff x="2562160" y="53790"/>
            <a:chExt cx="6035144" cy="46257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2746ADF-46CC-9CB8-6C03-230AA1B81A03}"/>
                </a:ext>
              </a:extLst>
            </p:cNvPr>
            <p:cNvSpPr txBox="1"/>
            <p:nvPr/>
          </p:nvSpPr>
          <p:spPr>
            <a:xfrm>
              <a:off x="4048658" y="53790"/>
              <a:ext cx="3062148" cy="462579"/>
            </a:xfrm>
            <a:prstGeom prst="rect">
              <a:avLst/>
            </a:prstGeom>
            <a:noFill/>
            <a:ln w="9525">
              <a:noFill/>
            </a:ln>
            <a:effectLst/>
          </p:spPr>
          <p:txBody>
            <a:bodyPr wrap="square">
              <a:noAutofit/>
            </a:bodyPr>
            <a:lstStyle/>
            <a:p>
              <a:pPr algn="dist"/>
              <a:r>
                <a:rPr lang="zh-CN" altLang="en-US" sz="2800" b="1">
                  <a:solidFill>
                    <a:schemeClr val="bg1"/>
                  </a:solidFill>
                  <a:cs typeface="+mn-ea"/>
                  <a:sym typeface="+mn-lt"/>
                </a:rPr>
                <a:t>峰会现场布置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7DD9146-1A3A-6456-7B2A-A2850FBFAFC6}"/>
                </a:ext>
              </a:extLst>
            </p:cNvPr>
            <p:cNvSpPr/>
            <p:nvPr/>
          </p:nvSpPr>
          <p:spPr>
            <a:xfrm>
              <a:off x="2562160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C24C736-08C1-3FAF-F921-41FA62E84026}"/>
                </a:ext>
              </a:extLst>
            </p:cNvPr>
            <p:cNvSpPr/>
            <p:nvPr/>
          </p:nvSpPr>
          <p:spPr>
            <a:xfrm flipH="1">
              <a:off x="7287453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Bent Arrow 18">
            <a:extLst>
              <a:ext uri="{FF2B5EF4-FFF2-40B4-BE49-F238E27FC236}">
                <a16:creationId xmlns:a16="http://schemas.microsoft.com/office/drawing/2014/main" id="{48697F80-A5AF-51FF-77B8-97E27942FE84}"/>
              </a:ext>
            </a:extLst>
          </p:cNvPr>
          <p:cNvSpPr/>
          <p:nvPr/>
        </p:nvSpPr>
        <p:spPr>
          <a:xfrm>
            <a:off x="1697171" y="3277550"/>
            <a:ext cx="2146579" cy="1370650"/>
          </a:xfrm>
          <a:prstGeom prst="bentArrow">
            <a:avLst/>
          </a:prstGeom>
          <a:blipFill>
            <a:blip r:embed="Rb5c90642c5004cc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15" name="AutoShape 112">
            <a:extLst>
              <a:ext uri="{FF2B5EF4-FFF2-40B4-BE49-F238E27FC236}">
                <a16:creationId xmlns:a16="http://schemas.microsoft.com/office/drawing/2014/main" id="{4EDC2B9E-5E50-AB4D-1133-ED673223E6F6}"/>
              </a:ext>
            </a:extLst>
          </p:cNvPr>
          <p:cNvSpPr/>
          <p:nvPr/>
        </p:nvSpPr>
        <p:spPr bwMode="auto">
          <a:xfrm>
            <a:off x="2575791" y="4129724"/>
            <a:ext cx="400364" cy="401048"/>
          </a:xfrm>
          <a:custGeom>
            <a:avLst/>
            <a:gdLst>
              <a:gd name="T0" fmla="*/ 10510 w 21020"/>
              <a:gd name="T1" fmla="*/ 10800 h 21600"/>
              <a:gd name="T2" fmla="*/ 10510 w 21020"/>
              <a:gd name="T3" fmla="*/ 10800 h 21600"/>
              <a:gd name="T4" fmla="*/ 10510 w 21020"/>
              <a:gd name="T5" fmla="*/ 10800 h 21600"/>
              <a:gd name="T6" fmla="*/ 10510 w 2102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20" h="21600">
                <a:moveTo>
                  <a:pt x="18846" y="7946"/>
                </a:moveTo>
                <a:lnTo>
                  <a:pt x="17740" y="9091"/>
                </a:lnTo>
                <a:cubicBezTo>
                  <a:pt x="17740" y="8939"/>
                  <a:pt x="17758" y="8792"/>
                  <a:pt x="17744" y="8636"/>
                </a:cubicBezTo>
                <a:cubicBezTo>
                  <a:pt x="17629" y="7331"/>
                  <a:pt x="17036" y="6068"/>
                  <a:pt x="16074" y="5080"/>
                </a:cubicBezTo>
                <a:cubicBezTo>
                  <a:pt x="15004" y="3980"/>
                  <a:pt x="13585" y="3348"/>
                  <a:pt x="12180" y="3345"/>
                </a:cubicBezTo>
                <a:lnTo>
                  <a:pt x="13268" y="2218"/>
                </a:lnTo>
                <a:cubicBezTo>
                  <a:pt x="13812" y="1659"/>
                  <a:pt x="14572" y="1350"/>
                  <a:pt x="15403" y="1350"/>
                </a:cubicBezTo>
                <a:cubicBezTo>
                  <a:pt x="16460" y="1350"/>
                  <a:pt x="17546" y="1840"/>
                  <a:pt x="18381" y="2696"/>
                </a:cubicBezTo>
                <a:cubicBezTo>
                  <a:pt x="19165" y="3500"/>
                  <a:pt x="19631" y="4499"/>
                  <a:pt x="19698" y="5510"/>
                </a:cubicBezTo>
                <a:cubicBezTo>
                  <a:pt x="19760" y="6453"/>
                  <a:pt x="19457" y="7317"/>
                  <a:pt x="18846" y="7946"/>
                </a:cubicBezTo>
                <a:moveTo>
                  <a:pt x="5828" y="19329"/>
                </a:moveTo>
                <a:cubicBezTo>
                  <a:pt x="5813" y="18424"/>
                  <a:pt x="5454" y="17481"/>
                  <a:pt x="4730" y="16739"/>
                </a:cubicBezTo>
                <a:cubicBezTo>
                  <a:pt x="4046" y="16034"/>
                  <a:pt x="3150" y="15628"/>
                  <a:pt x="2257" y="15592"/>
                </a:cubicBezTo>
                <a:lnTo>
                  <a:pt x="2911" y="13157"/>
                </a:lnTo>
                <a:cubicBezTo>
                  <a:pt x="2959" y="12995"/>
                  <a:pt x="3052" y="12835"/>
                  <a:pt x="3168" y="12695"/>
                </a:cubicBezTo>
                <a:cubicBezTo>
                  <a:pt x="4485" y="11726"/>
                  <a:pt x="6512" y="12012"/>
                  <a:pt x="7920" y="13460"/>
                </a:cubicBezTo>
                <a:cubicBezTo>
                  <a:pt x="9409" y="14990"/>
                  <a:pt x="9639" y="17230"/>
                  <a:pt x="8492" y="18568"/>
                </a:cubicBezTo>
                <a:cubicBezTo>
                  <a:pt x="8416" y="18609"/>
                  <a:pt x="8339" y="18648"/>
                  <a:pt x="8256" y="18675"/>
                </a:cubicBezTo>
                <a:cubicBezTo>
                  <a:pt x="8256" y="18675"/>
                  <a:pt x="5828" y="19329"/>
                  <a:pt x="5828" y="19329"/>
                </a:cubicBezTo>
                <a:close/>
                <a:moveTo>
                  <a:pt x="2737" y="20164"/>
                </a:moveTo>
                <a:cubicBezTo>
                  <a:pt x="2665" y="20181"/>
                  <a:pt x="2443" y="20239"/>
                  <a:pt x="2291" y="20249"/>
                </a:cubicBezTo>
                <a:cubicBezTo>
                  <a:pt x="1751" y="20244"/>
                  <a:pt x="1313" y="19792"/>
                  <a:pt x="1313" y="19237"/>
                </a:cubicBezTo>
                <a:cubicBezTo>
                  <a:pt x="1321" y="19124"/>
                  <a:pt x="1365" y="18929"/>
                  <a:pt x="1380" y="18857"/>
                </a:cubicBezTo>
                <a:lnTo>
                  <a:pt x="2071" y="16283"/>
                </a:lnTo>
                <a:cubicBezTo>
                  <a:pt x="2822" y="16261"/>
                  <a:pt x="3630" y="16562"/>
                  <a:pt x="4265" y="17215"/>
                </a:cubicBezTo>
                <a:cubicBezTo>
                  <a:pt x="4911" y="17878"/>
                  <a:pt x="5214" y="18725"/>
                  <a:pt x="5181" y="19504"/>
                </a:cubicBezTo>
                <a:cubicBezTo>
                  <a:pt x="5181" y="19504"/>
                  <a:pt x="2737" y="20164"/>
                  <a:pt x="2737" y="20164"/>
                </a:cubicBezTo>
                <a:close/>
                <a:moveTo>
                  <a:pt x="6888" y="11179"/>
                </a:moveTo>
                <a:cubicBezTo>
                  <a:pt x="6280" y="10927"/>
                  <a:pt x="5642" y="10783"/>
                  <a:pt x="5004" y="10774"/>
                </a:cubicBezTo>
                <a:lnTo>
                  <a:pt x="10063" y="5536"/>
                </a:lnTo>
                <a:cubicBezTo>
                  <a:pt x="10838" y="4759"/>
                  <a:pt x="11966" y="4536"/>
                  <a:pt x="13077" y="4819"/>
                </a:cubicBezTo>
                <a:cubicBezTo>
                  <a:pt x="13077" y="4819"/>
                  <a:pt x="6888" y="11179"/>
                  <a:pt x="6888" y="11179"/>
                </a:cubicBezTo>
                <a:close/>
                <a:moveTo>
                  <a:pt x="9717" y="13672"/>
                </a:moveTo>
                <a:cubicBezTo>
                  <a:pt x="9473" y="13258"/>
                  <a:pt x="9194" y="12859"/>
                  <a:pt x="8848" y="12505"/>
                </a:cubicBezTo>
                <a:cubicBezTo>
                  <a:pt x="8447" y="12093"/>
                  <a:pt x="7986" y="11770"/>
                  <a:pt x="7507" y="11498"/>
                </a:cubicBezTo>
                <a:lnTo>
                  <a:pt x="13767" y="5064"/>
                </a:lnTo>
                <a:cubicBezTo>
                  <a:pt x="14259" y="5288"/>
                  <a:pt x="14729" y="5607"/>
                  <a:pt x="15145" y="6035"/>
                </a:cubicBezTo>
                <a:cubicBezTo>
                  <a:pt x="15500" y="6398"/>
                  <a:pt x="15775" y="6806"/>
                  <a:pt x="15987" y="7229"/>
                </a:cubicBezTo>
                <a:cubicBezTo>
                  <a:pt x="15987" y="7229"/>
                  <a:pt x="9717" y="13672"/>
                  <a:pt x="9717" y="13672"/>
                </a:cubicBezTo>
                <a:close/>
                <a:moveTo>
                  <a:pt x="10519" y="16061"/>
                </a:moveTo>
                <a:cubicBezTo>
                  <a:pt x="10465" y="15452"/>
                  <a:pt x="10298" y="14854"/>
                  <a:pt x="10047" y="14288"/>
                </a:cubicBezTo>
                <a:lnTo>
                  <a:pt x="16257" y="7906"/>
                </a:lnTo>
                <a:cubicBezTo>
                  <a:pt x="16637" y="9140"/>
                  <a:pt x="16442" y="10429"/>
                  <a:pt x="15610" y="11284"/>
                </a:cubicBezTo>
                <a:cubicBezTo>
                  <a:pt x="15604" y="11290"/>
                  <a:pt x="15598" y="11293"/>
                  <a:pt x="15593" y="11298"/>
                </a:cubicBezTo>
                <a:lnTo>
                  <a:pt x="15602" y="11306"/>
                </a:lnTo>
                <a:lnTo>
                  <a:pt x="10525" y="16565"/>
                </a:lnTo>
                <a:cubicBezTo>
                  <a:pt x="10527" y="16397"/>
                  <a:pt x="10534" y="16232"/>
                  <a:pt x="10519" y="16061"/>
                </a:cubicBezTo>
                <a:moveTo>
                  <a:pt x="19308" y="1741"/>
                </a:moveTo>
                <a:cubicBezTo>
                  <a:pt x="18228" y="632"/>
                  <a:pt x="16805" y="0"/>
                  <a:pt x="15403" y="0"/>
                </a:cubicBezTo>
                <a:cubicBezTo>
                  <a:pt x="14220" y="0"/>
                  <a:pt x="13131" y="450"/>
                  <a:pt x="12335" y="1266"/>
                </a:cubicBezTo>
                <a:lnTo>
                  <a:pt x="9138" y="4577"/>
                </a:lnTo>
                <a:cubicBezTo>
                  <a:pt x="9129" y="4585"/>
                  <a:pt x="9118" y="4592"/>
                  <a:pt x="9108" y="4602"/>
                </a:cubicBezTo>
                <a:cubicBezTo>
                  <a:pt x="9103" y="4608"/>
                  <a:pt x="9100" y="4614"/>
                  <a:pt x="9095" y="4620"/>
                </a:cubicBezTo>
                <a:lnTo>
                  <a:pt x="9096" y="4621"/>
                </a:lnTo>
                <a:lnTo>
                  <a:pt x="2310" y="11647"/>
                </a:lnTo>
                <a:cubicBezTo>
                  <a:pt x="1998" y="11966"/>
                  <a:pt x="1771" y="12364"/>
                  <a:pt x="1645" y="12797"/>
                </a:cubicBezTo>
                <a:lnTo>
                  <a:pt x="102" y="18541"/>
                </a:lnTo>
                <a:cubicBezTo>
                  <a:pt x="100" y="18557"/>
                  <a:pt x="0" y="19008"/>
                  <a:pt x="0" y="19237"/>
                </a:cubicBezTo>
                <a:cubicBezTo>
                  <a:pt x="0" y="20541"/>
                  <a:pt x="1030" y="21599"/>
                  <a:pt x="2302" y="21599"/>
                </a:cubicBezTo>
                <a:cubicBezTo>
                  <a:pt x="2554" y="21599"/>
                  <a:pt x="3044" y="21475"/>
                  <a:pt x="3062" y="21473"/>
                </a:cubicBezTo>
                <a:lnTo>
                  <a:pt x="8630" y="19969"/>
                </a:lnTo>
                <a:cubicBezTo>
                  <a:pt x="9054" y="19839"/>
                  <a:pt x="9439" y="19604"/>
                  <a:pt x="9750" y="19283"/>
                </a:cubicBezTo>
                <a:lnTo>
                  <a:pt x="19776" y="8899"/>
                </a:lnTo>
                <a:cubicBezTo>
                  <a:pt x="21600" y="7023"/>
                  <a:pt x="21394" y="3881"/>
                  <a:pt x="19308" y="1741"/>
                </a:cubicBezTo>
              </a:path>
            </a:pathLst>
          </a:custGeom>
          <a:blipFill>
            <a:blip r:embed="Rff6bc71ea7ed4d0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6" name="Bent Arrow 20">
            <a:extLst>
              <a:ext uri="{FF2B5EF4-FFF2-40B4-BE49-F238E27FC236}">
                <a16:creationId xmlns:a16="http://schemas.microsoft.com/office/drawing/2014/main" id="{4BA316FA-6C89-1154-68D3-B803E3966272}"/>
              </a:ext>
            </a:extLst>
          </p:cNvPr>
          <p:cNvSpPr/>
          <p:nvPr/>
        </p:nvSpPr>
        <p:spPr>
          <a:xfrm>
            <a:off x="7973857" y="2329766"/>
            <a:ext cx="2146579" cy="1370650"/>
          </a:xfrm>
          <a:prstGeom prst="bentArrow">
            <a:avLst/>
          </a:prstGeom>
          <a:blipFill>
            <a:blip r:embed="Rb5c90642c5004cc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d-ID">
              <a:cs typeface="+mn-ea"/>
              <a:sym typeface="+mn-lt"/>
            </a:endParaRPr>
          </a:p>
        </p:txBody>
      </p:sp>
      <p:grpSp>
        <p:nvGrpSpPr>
          <p:cNvPr id="17" name="Group 29">
            <a:extLst>
              <a:ext uri="{FF2B5EF4-FFF2-40B4-BE49-F238E27FC236}">
                <a16:creationId xmlns:a16="http://schemas.microsoft.com/office/drawing/2014/main" id="{7CDD4174-9E77-D7D6-9D8B-48B97E00C095}"/>
              </a:ext>
            </a:extLst>
          </p:cNvPr>
          <p:cNvGrpSpPr/>
          <p:nvPr/>
        </p:nvGrpSpPr>
        <p:grpSpPr>
          <a:xfrm>
            <a:off x="8973357" y="3213690"/>
            <a:ext cx="275123" cy="401048"/>
            <a:chOff x="2612963" y="2767277"/>
            <a:chExt cx="251543" cy="366676"/>
          </a:xfrm>
          <a:blipFill>
            <a:blip r:embed="R7e09c17d772942e0"/>
            <a:stretch>
              <a:fillRect l="-11721" r="-11651"/>
            </a:stretch>
          </a:blipFill>
        </p:grpSpPr>
        <p:sp>
          <p:nvSpPr>
            <p:cNvPr id="18" name="AutoShape 113">
              <a:extLst>
                <a:ext uri="{FF2B5EF4-FFF2-40B4-BE49-F238E27FC236}">
                  <a16:creationId xmlns:a16="http://schemas.microsoft.com/office/drawing/2014/main" id="{1C4E9F3F-0CEF-84B9-7C2F-EF269A82B134}"/>
                </a:ext>
              </a:extLst>
            </p:cNvPr>
            <p:cNvSpPr/>
            <p:nvPr/>
          </p:nvSpPr>
          <p:spPr bwMode="auto">
            <a:xfrm>
              <a:off x="2612963" y="2767277"/>
              <a:ext cx="251543" cy="36667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5386" y="14175"/>
                  </a:moveTo>
                  <a:lnTo>
                    <a:pt x="6223" y="14175"/>
                  </a:lnTo>
                  <a:cubicBezTo>
                    <a:pt x="5734" y="13446"/>
                    <a:pt x="5147" y="12716"/>
                    <a:pt x="4568" y="12003"/>
                  </a:cubicBezTo>
                  <a:cubicBezTo>
                    <a:pt x="3287" y="10427"/>
                    <a:pt x="1963" y="8797"/>
                    <a:pt x="1963" y="7425"/>
                  </a:cubicBezTo>
                  <a:cubicBezTo>
                    <a:pt x="1963" y="4075"/>
                    <a:pt x="5927" y="1350"/>
                    <a:pt x="10800" y="1350"/>
                  </a:cubicBezTo>
                  <a:cubicBezTo>
                    <a:pt x="15672" y="1350"/>
                    <a:pt x="19636" y="4075"/>
                    <a:pt x="19636" y="7425"/>
                  </a:cubicBezTo>
                  <a:cubicBezTo>
                    <a:pt x="19636" y="8787"/>
                    <a:pt x="18312" y="10425"/>
                    <a:pt x="17029" y="12011"/>
                  </a:cubicBezTo>
                  <a:cubicBezTo>
                    <a:pt x="16455" y="12723"/>
                    <a:pt x="15873" y="13449"/>
                    <a:pt x="15386" y="14175"/>
                  </a:cubicBezTo>
                  <a:moveTo>
                    <a:pt x="10800" y="20249"/>
                  </a:moveTo>
                  <a:cubicBezTo>
                    <a:pt x="9805" y="20249"/>
                    <a:pt x="9347" y="20171"/>
                    <a:pt x="8839" y="19406"/>
                  </a:cubicBezTo>
                  <a:lnTo>
                    <a:pt x="13000" y="19048"/>
                  </a:lnTo>
                  <a:cubicBezTo>
                    <a:pt x="12398" y="20164"/>
                    <a:pt x="11959" y="20249"/>
                    <a:pt x="10800" y="20249"/>
                  </a:cubicBezTo>
                  <a:moveTo>
                    <a:pt x="7595" y="16813"/>
                  </a:moveTo>
                  <a:cubicBezTo>
                    <a:pt x="7417" y="16407"/>
                    <a:pt x="7215" y="15978"/>
                    <a:pt x="6991" y="15525"/>
                  </a:cubicBezTo>
                  <a:lnTo>
                    <a:pt x="14616" y="15525"/>
                  </a:lnTo>
                  <a:cubicBezTo>
                    <a:pt x="14496" y="15767"/>
                    <a:pt x="14375" y="16010"/>
                    <a:pt x="14270" y="16239"/>
                  </a:cubicBezTo>
                  <a:cubicBezTo>
                    <a:pt x="14270" y="16239"/>
                    <a:pt x="7595" y="16813"/>
                    <a:pt x="7595" y="16813"/>
                  </a:cubicBezTo>
                  <a:close/>
                  <a:moveTo>
                    <a:pt x="13345" y="18343"/>
                  </a:moveTo>
                  <a:lnTo>
                    <a:pt x="8476" y="18762"/>
                  </a:lnTo>
                  <a:cubicBezTo>
                    <a:pt x="8303" y="18416"/>
                    <a:pt x="8116" y="18011"/>
                    <a:pt x="7890" y="17483"/>
                  </a:cubicBezTo>
                  <a:cubicBezTo>
                    <a:pt x="7887" y="17477"/>
                    <a:pt x="7883" y="17469"/>
                    <a:pt x="7881" y="17462"/>
                  </a:cubicBezTo>
                  <a:lnTo>
                    <a:pt x="13957" y="16941"/>
                  </a:lnTo>
                  <a:cubicBezTo>
                    <a:pt x="13871" y="17140"/>
                    <a:pt x="13778" y="17350"/>
                    <a:pt x="13698" y="17537"/>
                  </a:cubicBezTo>
                  <a:cubicBezTo>
                    <a:pt x="13569" y="17841"/>
                    <a:pt x="13453" y="18104"/>
                    <a:pt x="13345" y="18343"/>
                  </a:cubicBezTo>
                  <a:moveTo>
                    <a:pt x="10800" y="0"/>
                  </a:moveTo>
                  <a:cubicBezTo>
                    <a:pt x="4835" y="0"/>
                    <a:pt x="0" y="3324"/>
                    <a:pt x="0" y="7425"/>
                  </a:cubicBezTo>
                  <a:cubicBezTo>
                    <a:pt x="0" y="10146"/>
                    <a:pt x="3621" y="13029"/>
                    <a:pt x="4939" y="15562"/>
                  </a:cubicBezTo>
                  <a:cubicBezTo>
                    <a:pt x="6906" y="19339"/>
                    <a:pt x="6688" y="21599"/>
                    <a:pt x="10800" y="21599"/>
                  </a:cubicBezTo>
                  <a:cubicBezTo>
                    <a:pt x="14972" y="21599"/>
                    <a:pt x="14692" y="19349"/>
                    <a:pt x="16660" y="15577"/>
                  </a:cubicBezTo>
                  <a:cubicBezTo>
                    <a:pt x="17983" y="13039"/>
                    <a:pt x="21600" y="10124"/>
                    <a:pt x="21600" y="7425"/>
                  </a:cubicBezTo>
                  <a:cubicBezTo>
                    <a:pt x="21600" y="332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9" name="AutoShape 114">
              <a:extLst>
                <a:ext uri="{FF2B5EF4-FFF2-40B4-BE49-F238E27FC236}">
                  <a16:creationId xmlns:a16="http://schemas.microsoft.com/office/drawing/2014/main" id="{4B32B12B-8918-DB04-1A4C-B88E442B0212}"/>
                </a:ext>
              </a:extLst>
            </p:cNvPr>
            <p:cNvSpPr/>
            <p:nvPr/>
          </p:nvSpPr>
          <p:spPr bwMode="auto">
            <a:xfrm>
              <a:off x="2669904" y="2824844"/>
              <a:ext cx="74461" cy="7446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20" name="Bent Arrow 19">
            <a:extLst>
              <a:ext uri="{FF2B5EF4-FFF2-40B4-BE49-F238E27FC236}">
                <a16:creationId xmlns:a16="http://schemas.microsoft.com/office/drawing/2014/main" id="{C3A3A403-4DF7-3157-6C19-E01648FAAFAB}"/>
              </a:ext>
            </a:extLst>
          </p:cNvPr>
          <p:cNvSpPr/>
          <p:nvPr/>
        </p:nvSpPr>
        <p:spPr>
          <a:xfrm>
            <a:off x="4835513" y="2760577"/>
            <a:ext cx="2146579" cy="1370650"/>
          </a:xfrm>
          <a:prstGeom prst="bentArrow">
            <a:avLst/>
          </a:prstGeom>
          <a:blipFill>
            <a:blip r:embed="Rf6e59b1414f84a5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B9E9BE3B-D11B-56A1-4043-DBE4C2F90F70}"/>
              </a:ext>
            </a:extLst>
          </p:cNvPr>
          <p:cNvSpPr/>
          <p:nvPr/>
        </p:nvSpPr>
        <p:spPr bwMode="auto">
          <a:xfrm>
            <a:off x="5813047" y="3589335"/>
            <a:ext cx="400365" cy="362724"/>
          </a:xfrm>
          <a:custGeom>
            <a:avLst/>
            <a:gdLst>
              <a:gd name="T0" fmla="+- 0 10736 439"/>
              <a:gd name="T1" fmla="*/ T0 w 20595"/>
              <a:gd name="T2" fmla="+- 0 10869 621"/>
              <a:gd name="T3" fmla="*/ 10869 h 20497"/>
              <a:gd name="T4" fmla="+- 0 10736 439"/>
              <a:gd name="T5" fmla="*/ T4 w 20595"/>
              <a:gd name="T6" fmla="+- 0 10869 621"/>
              <a:gd name="T7" fmla="*/ 10869 h 20497"/>
              <a:gd name="T8" fmla="+- 0 10736 439"/>
              <a:gd name="T9" fmla="*/ T8 w 20595"/>
              <a:gd name="T10" fmla="+- 0 10869 621"/>
              <a:gd name="T11" fmla="*/ 10869 h 20497"/>
              <a:gd name="T12" fmla="+- 0 10736 439"/>
              <a:gd name="T13" fmla="*/ T12 w 20595"/>
              <a:gd name="T14" fmla="+- 0 10869 621"/>
              <a:gd name="T15" fmla="*/ 10869 h 20497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0595" h="20497">
                <a:moveTo>
                  <a:pt x="18898" y="1863"/>
                </a:moveTo>
                <a:cubicBezTo>
                  <a:pt x="16636" y="-621"/>
                  <a:pt x="12968" y="-621"/>
                  <a:pt x="10707" y="1863"/>
                </a:cubicBezTo>
                <a:lnTo>
                  <a:pt x="1317" y="12053"/>
                </a:lnTo>
                <a:cubicBezTo>
                  <a:pt x="-439" y="13982"/>
                  <a:pt x="-439" y="17121"/>
                  <a:pt x="1317" y="19050"/>
                </a:cubicBezTo>
                <a:cubicBezTo>
                  <a:pt x="3073" y="20979"/>
                  <a:pt x="5931" y="20979"/>
                  <a:pt x="7687" y="19050"/>
                </a:cubicBezTo>
                <a:lnTo>
                  <a:pt x="17078" y="8860"/>
                </a:lnTo>
                <a:cubicBezTo>
                  <a:pt x="18335" y="7479"/>
                  <a:pt x="18335" y="5242"/>
                  <a:pt x="17078" y="3862"/>
                </a:cubicBezTo>
                <a:cubicBezTo>
                  <a:pt x="15821" y="2482"/>
                  <a:pt x="13783" y="2482"/>
                  <a:pt x="12527" y="3862"/>
                </a:cubicBezTo>
                <a:lnTo>
                  <a:pt x="5467" y="11614"/>
                </a:lnTo>
                <a:cubicBezTo>
                  <a:pt x="5216" y="11891"/>
                  <a:pt x="5216" y="12337"/>
                  <a:pt x="5467" y="12614"/>
                </a:cubicBezTo>
                <a:cubicBezTo>
                  <a:pt x="5719" y="12890"/>
                  <a:pt x="6126" y="12890"/>
                  <a:pt x="6378" y="12614"/>
                </a:cubicBezTo>
                <a:lnTo>
                  <a:pt x="13437" y="4861"/>
                </a:lnTo>
                <a:cubicBezTo>
                  <a:pt x="14190" y="4035"/>
                  <a:pt x="15414" y="4035"/>
                  <a:pt x="16167" y="4861"/>
                </a:cubicBezTo>
                <a:cubicBezTo>
                  <a:pt x="16920" y="5688"/>
                  <a:pt x="16920" y="7034"/>
                  <a:pt x="16167" y="7860"/>
                </a:cubicBezTo>
                <a:lnTo>
                  <a:pt x="6777" y="18050"/>
                </a:lnTo>
                <a:cubicBezTo>
                  <a:pt x="5520" y="19430"/>
                  <a:pt x="3484" y="19430"/>
                  <a:pt x="2227" y="18050"/>
                </a:cubicBezTo>
                <a:cubicBezTo>
                  <a:pt x="970" y="16670"/>
                  <a:pt x="970" y="14433"/>
                  <a:pt x="2227" y="13053"/>
                </a:cubicBezTo>
                <a:lnTo>
                  <a:pt x="11525" y="2963"/>
                </a:lnTo>
                <a:cubicBezTo>
                  <a:pt x="13285" y="1030"/>
                  <a:pt x="16139" y="1030"/>
                  <a:pt x="17896" y="2963"/>
                </a:cubicBezTo>
                <a:cubicBezTo>
                  <a:pt x="19657" y="4896"/>
                  <a:pt x="19657" y="8027"/>
                  <a:pt x="17897" y="9959"/>
                </a:cubicBezTo>
                <a:lnTo>
                  <a:pt x="10929" y="17611"/>
                </a:lnTo>
                <a:cubicBezTo>
                  <a:pt x="10677" y="17888"/>
                  <a:pt x="10677" y="18334"/>
                  <a:pt x="10929" y="18610"/>
                </a:cubicBezTo>
                <a:cubicBezTo>
                  <a:pt x="11181" y="18887"/>
                  <a:pt x="11588" y="18887"/>
                  <a:pt x="11839" y="18610"/>
                </a:cubicBezTo>
                <a:lnTo>
                  <a:pt x="18898" y="10859"/>
                </a:lnTo>
                <a:cubicBezTo>
                  <a:pt x="21160" y="8375"/>
                  <a:pt x="21160" y="4347"/>
                  <a:pt x="18898" y="1863"/>
                </a:cubicBezTo>
              </a:path>
            </a:pathLst>
          </a:custGeom>
          <a:blipFill>
            <a:blip r:embed="R50e9a2dab69e427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cs typeface="+mn-ea"/>
              <a:sym typeface="+mn-lt"/>
            </a:endParaRPr>
          </a:p>
        </p:txBody>
      </p:sp>
      <p:grpSp>
        <p:nvGrpSpPr>
          <p:cNvPr id="22" name="Group 39">
            <a:extLst>
              <a:ext uri="{FF2B5EF4-FFF2-40B4-BE49-F238E27FC236}">
                <a16:creationId xmlns:a16="http://schemas.microsoft.com/office/drawing/2014/main" id="{E6488F92-F6BF-AAC4-E62F-36BC631881A7}"/>
              </a:ext>
            </a:extLst>
          </p:cNvPr>
          <p:cNvGrpSpPr/>
          <p:nvPr/>
        </p:nvGrpSpPr>
        <p:grpSpPr>
          <a:xfrm>
            <a:off x="5606540" y="1731753"/>
            <a:ext cx="564395" cy="1019987"/>
            <a:chOff x="3386647" y="802411"/>
            <a:chExt cx="172336" cy="311450"/>
          </a:xfrm>
          <a:blipFill>
            <a:blip r:embed="R7b066839db294e13"/>
            <a:stretch>
              <a:fillRect l="-11721" r="-11651"/>
            </a:stretch>
          </a:blipFill>
        </p:grpSpPr>
        <p:sp>
          <p:nvSpPr>
            <p:cNvPr id="23" name="Freeform 71">
              <a:extLst>
                <a:ext uri="{FF2B5EF4-FFF2-40B4-BE49-F238E27FC236}">
                  <a16:creationId xmlns:a16="http://schemas.microsoft.com/office/drawing/2014/main" id="{1BFC5B43-14DB-818A-DC96-C9102E5F1DFB}"/>
                </a:ext>
              </a:extLst>
            </p:cNvPr>
            <p:cNvSpPr/>
            <p:nvPr/>
          </p:nvSpPr>
          <p:spPr bwMode="auto">
            <a:xfrm>
              <a:off x="3459319" y="802411"/>
              <a:ext cx="51909" cy="51909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25" y="0"/>
                </a:cxn>
                <a:cxn ang="0">
                  <a:pos x="34" y="2"/>
                </a:cxn>
                <a:cxn ang="0">
                  <a:pos x="43" y="7"/>
                </a:cxn>
                <a:cxn ang="0">
                  <a:pos x="49" y="16"/>
                </a:cxn>
                <a:cxn ang="0">
                  <a:pos x="50" y="25"/>
                </a:cxn>
                <a:cxn ang="0">
                  <a:pos x="50" y="25"/>
                </a:cxn>
                <a:cxn ang="0">
                  <a:pos x="49" y="36"/>
                </a:cxn>
                <a:cxn ang="0">
                  <a:pos x="43" y="43"/>
                </a:cxn>
                <a:cxn ang="0">
                  <a:pos x="34" y="49"/>
                </a:cxn>
                <a:cxn ang="0">
                  <a:pos x="25" y="51"/>
                </a:cxn>
                <a:cxn ang="0">
                  <a:pos x="25" y="51"/>
                </a:cxn>
                <a:cxn ang="0">
                  <a:pos x="16" y="49"/>
                </a:cxn>
                <a:cxn ang="0">
                  <a:pos x="7" y="43"/>
                </a:cxn>
                <a:cxn ang="0">
                  <a:pos x="1" y="36"/>
                </a:cxn>
                <a:cxn ang="0">
                  <a:pos x="0" y="25"/>
                </a:cxn>
                <a:cxn ang="0">
                  <a:pos x="0" y="25"/>
                </a:cxn>
                <a:cxn ang="0">
                  <a:pos x="1" y="16"/>
                </a:cxn>
                <a:cxn ang="0">
                  <a:pos x="7" y="7"/>
                </a:cxn>
                <a:cxn ang="0">
                  <a:pos x="16" y="2"/>
                </a:cxn>
                <a:cxn ang="0">
                  <a:pos x="25" y="0"/>
                </a:cxn>
                <a:cxn ang="0">
                  <a:pos x="25" y="0"/>
                </a:cxn>
              </a:cxnLst>
              <a:rect l="0" t="0" r="r" b="b"/>
              <a:pathLst>
                <a:path w="50" h="51">
                  <a:moveTo>
                    <a:pt x="25" y="0"/>
                  </a:moveTo>
                  <a:lnTo>
                    <a:pt x="25" y="0"/>
                  </a:lnTo>
                  <a:lnTo>
                    <a:pt x="34" y="2"/>
                  </a:lnTo>
                  <a:lnTo>
                    <a:pt x="43" y="7"/>
                  </a:lnTo>
                  <a:lnTo>
                    <a:pt x="49" y="16"/>
                  </a:lnTo>
                  <a:lnTo>
                    <a:pt x="50" y="25"/>
                  </a:lnTo>
                  <a:lnTo>
                    <a:pt x="50" y="25"/>
                  </a:lnTo>
                  <a:lnTo>
                    <a:pt x="49" y="36"/>
                  </a:lnTo>
                  <a:lnTo>
                    <a:pt x="43" y="43"/>
                  </a:lnTo>
                  <a:lnTo>
                    <a:pt x="34" y="49"/>
                  </a:lnTo>
                  <a:lnTo>
                    <a:pt x="25" y="51"/>
                  </a:lnTo>
                  <a:lnTo>
                    <a:pt x="25" y="51"/>
                  </a:lnTo>
                  <a:lnTo>
                    <a:pt x="16" y="49"/>
                  </a:lnTo>
                  <a:lnTo>
                    <a:pt x="7" y="43"/>
                  </a:lnTo>
                  <a:lnTo>
                    <a:pt x="1" y="36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1" y="16"/>
                  </a:lnTo>
                  <a:lnTo>
                    <a:pt x="7" y="7"/>
                  </a:lnTo>
                  <a:lnTo>
                    <a:pt x="16" y="2"/>
                  </a:ln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72">
              <a:extLst>
                <a:ext uri="{FF2B5EF4-FFF2-40B4-BE49-F238E27FC236}">
                  <a16:creationId xmlns:a16="http://schemas.microsoft.com/office/drawing/2014/main" id="{C864963E-4685-3921-F902-C5BA2E3FBB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86647" y="802411"/>
              <a:ext cx="172336" cy="311450"/>
            </a:xfrm>
            <a:custGeom>
              <a:avLst/>
              <a:gdLst/>
              <a:ahLst/>
              <a:cxnLst>
                <a:cxn ang="0">
                  <a:pos x="158" y="94"/>
                </a:cxn>
                <a:cxn ang="0">
                  <a:pos x="141" y="69"/>
                </a:cxn>
                <a:cxn ang="0">
                  <a:pos x="134" y="63"/>
                </a:cxn>
                <a:cxn ang="0">
                  <a:pos x="130" y="60"/>
                </a:cxn>
                <a:cxn ang="0">
                  <a:pos x="123" y="58"/>
                </a:cxn>
                <a:cxn ang="0">
                  <a:pos x="100" y="54"/>
                </a:cxn>
                <a:cxn ang="0">
                  <a:pos x="67" y="58"/>
                </a:cxn>
                <a:cxn ang="0">
                  <a:pos x="63" y="58"/>
                </a:cxn>
                <a:cxn ang="0">
                  <a:pos x="61" y="58"/>
                </a:cxn>
                <a:cxn ang="0">
                  <a:pos x="61" y="58"/>
                </a:cxn>
                <a:cxn ang="0">
                  <a:pos x="34" y="56"/>
                </a:cxn>
                <a:cxn ang="0">
                  <a:pos x="27" y="40"/>
                </a:cxn>
                <a:cxn ang="0">
                  <a:pos x="23" y="23"/>
                </a:cxn>
                <a:cxn ang="0">
                  <a:pos x="20" y="2"/>
                </a:cxn>
                <a:cxn ang="0">
                  <a:pos x="14" y="0"/>
                </a:cxn>
                <a:cxn ang="0">
                  <a:pos x="12" y="2"/>
                </a:cxn>
                <a:cxn ang="0">
                  <a:pos x="14" y="14"/>
                </a:cxn>
                <a:cxn ang="0">
                  <a:pos x="9" y="14"/>
                </a:cxn>
                <a:cxn ang="0">
                  <a:pos x="2" y="22"/>
                </a:cxn>
                <a:cxn ang="0">
                  <a:pos x="0" y="29"/>
                </a:cxn>
                <a:cxn ang="0">
                  <a:pos x="11" y="60"/>
                </a:cxn>
                <a:cxn ang="0">
                  <a:pos x="14" y="70"/>
                </a:cxn>
                <a:cxn ang="0">
                  <a:pos x="22" y="76"/>
                </a:cxn>
                <a:cxn ang="0">
                  <a:pos x="40" y="81"/>
                </a:cxn>
                <a:cxn ang="0">
                  <a:pos x="60" y="83"/>
                </a:cxn>
                <a:cxn ang="0">
                  <a:pos x="60" y="92"/>
                </a:cxn>
                <a:cxn ang="0">
                  <a:pos x="60" y="286"/>
                </a:cxn>
                <a:cxn ang="0">
                  <a:pos x="61" y="292"/>
                </a:cxn>
                <a:cxn ang="0">
                  <a:pos x="69" y="299"/>
                </a:cxn>
                <a:cxn ang="0">
                  <a:pos x="74" y="301"/>
                </a:cxn>
                <a:cxn ang="0">
                  <a:pos x="85" y="295"/>
                </a:cxn>
                <a:cxn ang="0">
                  <a:pos x="89" y="286"/>
                </a:cxn>
                <a:cxn ang="0">
                  <a:pos x="89" y="185"/>
                </a:cxn>
                <a:cxn ang="0">
                  <a:pos x="90" y="179"/>
                </a:cxn>
                <a:cxn ang="0">
                  <a:pos x="94" y="179"/>
                </a:cxn>
                <a:cxn ang="0">
                  <a:pos x="100" y="181"/>
                </a:cxn>
                <a:cxn ang="0">
                  <a:pos x="100" y="286"/>
                </a:cxn>
                <a:cxn ang="0">
                  <a:pos x="101" y="292"/>
                </a:cxn>
                <a:cxn ang="0">
                  <a:pos x="109" y="299"/>
                </a:cxn>
                <a:cxn ang="0">
                  <a:pos x="114" y="301"/>
                </a:cxn>
                <a:cxn ang="0">
                  <a:pos x="125" y="295"/>
                </a:cxn>
                <a:cxn ang="0">
                  <a:pos x="129" y="286"/>
                </a:cxn>
                <a:cxn ang="0">
                  <a:pos x="129" y="174"/>
                </a:cxn>
                <a:cxn ang="0">
                  <a:pos x="136" y="167"/>
                </a:cxn>
                <a:cxn ang="0">
                  <a:pos x="150" y="152"/>
                </a:cxn>
                <a:cxn ang="0">
                  <a:pos x="156" y="143"/>
                </a:cxn>
                <a:cxn ang="0">
                  <a:pos x="163" y="125"/>
                </a:cxn>
                <a:cxn ang="0">
                  <a:pos x="165" y="119"/>
                </a:cxn>
                <a:cxn ang="0">
                  <a:pos x="161" y="107"/>
                </a:cxn>
                <a:cxn ang="0">
                  <a:pos x="158" y="94"/>
                </a:cxn>
                <a:cxn ang="0">
                  <a:pos x="139" y="119"/>
                </a:cxn>
                <a:cxn ang="0">
                  <a:pos x="134" y="130"/>
                </a:cxn>
                <a:cxn ang="0">
                  <a:pos x="129" y="92"/>
                </a:cxn>
                <a:cxn ang="0">
                  <a:pos x="136" y="105"/>
                </a:cxn>
                <a:cxn ang="0">
                  <a:pos x="141" y="118"/>
                </a:cxn>
                <a:cxn ang="0">
                  <a:pos x="139" y="119"/>
                </a:cxn>
                <a:cxn ang="0">
                  <a:pos x="141" y="118"/>
                </a:cxn>
              </a:cxnLst>
              <a:rect l="0" t="0" r="r" b="b"/>
              <a:pathLst>
                <a:path w="165" h="301">
                  <a:moveTo>
                    <a:pt x="158" y="94"/>
                  </a:moveTo>
                  <a:lnTo>
                    <a:pt x="158" y="94"/>
                  </a:lnTo>
                  <a:lnTo>
                    <a:pt x="147" y="78"/>
                  </a:lnTo>
                  <a:lnTo>
                    <a:pt x="141" y="69"/>
                  </a:lnTo>
                  <a:lnTo>
                    <a:pt x="134" y="63"/>
                  </a:lnTo>
                  <a:lnTo>
                    <a:pt x="134" y="63"/>
                  </a:lnTo>
                  <a:lnTo>
                    <a:pt x="130" y="61"/>
                  </a:lnTo>
                  <a:lnTo>
                    <a:pt x="130" y="60"/>
                  </a:lnTo>
                  <a:lnTo>
                    <a:pt x="130" y="60"/>
                  </a:lnTo>
                  <a:lnTo>
                    <a:pt x="123" y="58"/>
                  </a:lnTo>
                  <a:lnTo>
                    <a:pt x="116" y="56"/>
                  </a:lnTo>
                  <a:lnTo>
                    <a:pt x="100" y="54"/>
                  </a:lnTo>
                  <a:lnTo>
                    <a:pt x="81" y="56"/>
                  </a:lnTo>
                  <a:lnTo>
                    <a:pt x="67" y="58"/>
                  </a:lnTo>
                  <a:lnTo>
                    <a:pt x="67" y="58"/>
                  </a:lnTo>
                  <a:lnTo>
                    <a:pt x="63" y="58"/>
                  </a:lnTo>
                  <a:lnTo>
                    <a:pt x="61" y="58"/>
                  </a:lnTo>
                  <a:lnTo>
                    <a:pt x="61" y="58"/>
                  </a:lnTo>
                  <a:lnTo>
                    <a:pt x="61" y="58"/>
                  </a:lnTo>
                  <a:lnTo>
                    <a:pt x="61" y="58"/>
                  </a:lnTo>
                  <a:lnTo>
                    <a:pt x="47" y="58"/>
                  </a:lnTo>
                  <a:lnTo>
                    <a:pt x="34" y="56"/>
                  </a:lnTo>
                  <a:lnTo>
                    <a:pt x="34" y="56"/>
                  </a:lnTo>
                  <a:lnTo>
                    <a:pt x="27" y="40"/>
                  </a:lnTo>
                  <a:lnTo>
                    <a:pt x="23" y="25"/>
                  </a:lnTo>
                  <a:lnTo>
                    <a:pt x="23" y="23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12" y="3"/>
                  </a:lnTo>
                  <a:lnTo>
                    <a:pt x="14" y="14"/>
                  </a:lnTo>
                  <a:lnTo>
                    <a:pt x="14" y="14"/>
                  </a:lnTo>
                  <a:lnTo>
                    <a:pt x="9" y="14"/>
                  </a:lnTo>
                  <a:lnTo>
                    <a:pt x="3" y="18"/>
                  </a:lnTo>
                  <a:lnTo>
                    <a:pt x="2" y="22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3" y="45"/>
                  </a:lnTo>
                  <a:lnTo>
                    <a:pt x="11" y="60"/>
                  </a:lnTo>
                  <a:lnTo>
                    <a:pt x="11" y="60"/>
                  </a:lnTo>
                  <a:lnTo>
                    <a:pt x="14" y="70"/>
                  </a:lnTo>
                  <a:lnTo>
                    <a:pt x="16" y="74"/>
                  </a:lnTo>
                  <a:lnTo>
                    <a:pt x="22" y="76"/>
                  </a:lnTo>
                  <a:lnTo>
                    <a:pt x="22" y="76"/>
                  </a:lnTo>
                  <a:lnTo>
                    <a:pt x="40" y="81"/>
                  </a:lnTo>
                  <a:lnTo>
                    <a:pt x="49" y="83"/>
                  </a:lnTo>
                  <a:lnTo>
                    <a:pt x="60" y="83"/>
                  </a:lnTo>
                  <a:lnTo>
                    <a:pt x="60" y="92"/>
                  </a:lnTo>
                  <a:lnTo>
                    <a:pt x="60" y="92"/>
                  </a:lnTo>
                  <a:lnTo>
                    <a:pt x="60" y="181"/>
                  </a:lnTo>
                  <a:lnTo>
                    <a:pt x="60" y="286"/>
                  </a:lnTo>
                  <a:lnTo>
                    <a:pt x="60" y="286"/>
                  </a:lnTo>
                  <a:lnTo>
                    <a:pt x="61" y="292"/>
                  </a:lnTo>
                  <a:lnTo>
                    <a:pt x="63" y="295"/>
                  </a:lnTo>
                  <a:lnTo>
                    <a:pt x="69" y="299"/>
                  </a:lnTo>
                  <a:lnTo>
                    <a:pt x="74" y="301"/>
                  </a:lnTo>
                  <a:lnTo>
                    <a:pt x="74" y="301"/>
                  </a:lnTo>
                  <a:lnTo>
                    <a:pt x="80" y="299"/>
                  </a:lnTo>
                  <a:lnTo>
                    <a:pt x="85" y="295"/>
                  </a:lnTo>
                  <a:lnTo>
                    <a:pt x="89" y="292"/>
                  </a:lnTo>
                  <a:lnTo>
                    <a:pt x="89" y="286"/>
                  </a:lnTo>
                  <a:lnTo>
                    <a:pt x="89" y="185"/>
                  </a:lnTo>
                  <a:lnTo>
                    <a:pt x="89" y="185"/>
                  </a:lnTo>
                  <a:lnTo>
                    <a:pt x="90" y="181"/>
                  </a:lnTo>
                  <a:lnTo>
                    <a:pt x="90" y="179"/>
                  </a:lnTo>
                  <a:lnTo>
                    <a:pt x="94" y="179"/>
                  </a:lnTo>
                  <a:lnTo>
                    <a:pt x="94" y="179"/>
                  </a:lnTo>
                  <a:lnTo>
                    <a:pt x="98" y="179"/>
                  </a:lnTo>
                  <a:lnTo>
                    <a:pt x="100" y="181"/>
                  </a:lnTo>
                  <a:lnTo>
                    <a:pt x="100" y="185"/>
                  </a:lnTo>
                  <a:lnTo>
                    <a:pt x="100" y="286"/>
                  </a:lnTo>
                  <a:lnTo>
                    <a:pt x="100" y="286"/>
                  </a:lnTo>
                  <a:lnTo>
                    <a:pt x="101" y="292"/>
                  </a:lnTo>
                  <a:lnTo>
                    <a:pt x="103" y="295"/>
                  </a:lnTo>
                  <a:lnTo>
                    <a:pt x="109" y="299"/>
                  </a:lnTo>
                  <a:lnTo>
                    <a:pt x="114" y="301"/>
                  </a:lnTo>
                  <a:lnTo>
                    <a:pt x="114" y="301"/>
                  </a:lnTo>
                  <a:lnTo>
                    <a:pt x="119" y="299"/>
                  </a:lnTo>
                  <a:lnTo>
                    <a:pt x="125" y="295"/>
                  </a:lnTo>
                  <a:lnTo>
                    <a:pt x="127" y="292"/>
                  </a:lnTo>
                  <a:lnTo>
                    <a:pt x="129" y="286"/>
                  </a:lnTo>
                  <a:lnTo>
                    <a:pt x="129" y="188"/>
                  </a:lnTo>
                  <a:lnTo>
                    <a:pt x="129" y="174"/>
                  </a:lnTo>
                  <a:lnTo>
                    <a:pt x="129" y="174"/>
                  </a:lnTo>
                  <a:lnTo>
                    <a:pt x="136" y="167"/>
                  </a:lnTo>
                  <a:lnTo>
                    <a:pt x="143" y="159"/>
                  </a:lnTo>
                  <a:lnTo>
                    <a:pt x="150" y="152"/>
                  </a:lnTo>
                  <a:lnTo>
                    <a:pt x="156" y="143"/>
                  </a:lnTo>
                  <a:lnTo>
                    <a:pt x="156" y="143"/>
                  </a:lnTo>
                  <a:lnTo>
                    <a:pt x="161" y="130"/>
                  </a:lnTo>
                  <a:lnTo>
                    <a:pt x="163" y="125"/>
                  </a:lnTo>
                  <a:lnTo>
                    <a:pt x="165" y="119"/>
                  </a:lnTo>
                  <a:lnTo>
                    <a:pt x="165" y="119"/>
                  </a:lnTo>
                  <a:lnTo>
                    <a:pt x="165" y="112"/>
                  </a:lnTo>
                  <a:lnTo>
                    <a:pt x="161" y="107"/>
                  </a:lnTo>
                  <a:lnTo>
                    <a:pt x="158" y="94"/>
                  </a:lnTo>
                  <a:lnTo>
                    <a:pt x="158" y="94"/>
                  </a:lnTo>
                  <a:close/>
                  <a:moveTo>
                    <a:pt x="139" y="119"/>
                  </a:moveTo>
                  <a:lnTo>
                    <a:pt x="139" y="119"/>
                  </a:lnTo>
                  <a:lnTo>
                    <a:pt x="134" y="130"/>
                  </a:lnTo>
                  <a:lnTo>
                    <a:pt x="134" y="130"/>
                  </a:lnTo>
                  <a:lnTo>
                    <a:pt x="129" y="141"/>
                  </a:lnTo>
                  <a:lnTo>
                    <a:pt x="129" y="92"/>
                  </a:lnTo>
                  <a:lnTo>
                    <a:pt x="129" y="92"/>
                  </a:lnTo>
                  <a:lnTo>
                    <a:pt x="136" y="105"/>
                  </a:lnTo>
                  <a:lnTo>
                    <a:pt x="141" y="118"/>
                  </a:lnTo>
                  <a:lnTo>
                    <a:pt x="141" y="118"/>
                  </a:lnTo>
                  <a:lnTo>
                    <a:pt x="139" y="119"/>
                  </a:lnTo>
                  <a:lnTo>
                    <a:pt x="139" y="119"/>
                  </a:lnTo>
                  <a:close/>
                  <a:moveTo>
                    <a:pt x="141" y="118"/>
                  </a:moveTo>
                  <a:lnTo>
                    <a:pt x="141" y="11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Freeform 73">
              <a:extLst>
                <a:ext uri="{FF2B5EF4-FFF2-40B4-BE49-F238E27FC236}">
                  <a16:creationId xmlns:a16="http://schemas.microsoft.com/office/drawing/2014/main" id="{E8116A76-046B-05E0-6051-6F2C0200889F}"/>
                </a:ext>
              </a:extLst>
            </p:cNvPr>
            <p:cNvSpPr/>
            <p:nvPr/>
          </p:nvSpPr>
          <p:spPr bwMode="auto">
            <a:xfrm>
              <a:off x="3386647" y="802411"/>
              <a:ext cx="172336" cy="311450"/>
            </a:xfrm>
            <a:custGeom>
              <a:avLst/>
              <a:gdLst/>
              <a:ahLst/>
              <a:cxnLst>
                <a:cxn ang="0">
                  <a:pos x="158" y="94"/>
                </a:cxn>
                <a:cxn ang="0">
                  <a:pos x="141" y="69"/>
                </a:cxn>
                <a:cxn ang="0">
                  <a:pos x="134" y="63"/>
                </a:cxn>
                <a:cxn ang="0">
                  <a:pos x="130" y="60"/>
                </a:cxn>
                <a:cxn ang="0">
                  <a:pos x="123" y="58"/>
                </a:cxn>
                <a:cxn ang="0">
                  <a:pos x="100" y="54"/>
                </a:cxn>
                <a:cxn ang="0">
                  <a:pos x="67" y="58"/>
                </a:cxn>
                <a:cxn ang="0">
                  <a:pos x="63" y="58"/>
                </a:cxn>
                <a:cxn ang="0">
                  <a:pos x="61" y="58"/>
                </a:cxn>
                <a:cxn ang="0">
                  <a:pos x="61" y="58"/>
                </a:cxn>
                <a:cxn ang="0">
                  <a:pos x="34" y="56"/>
                </a:cxn>
                <a:cxn ang="0">
                  <a:pos x="27" y="40"/>
                </a:cxn>
                <a:cxn ang="0">
                  <a:pos x="23" y="23"/>
                </a:cxn>
                <a:cxn ang="0">
                  <a:pos x="20" y="2"/>
                </a:cxn>
                <a:cxn ang="0">
                  <a:pos x="14" y="0"/>
                </a:cxn>
                <a:cxn ang="0">
                  <a:pos x="12" y="2"/>
                </a:cxn>
                <a:cxn ang="0">
                  <a:pos x="14" y="14"/>
                </a:cxn>
                <a:cxn ang="0">
                  <a:pos x="9" y="14"/>
                </a:cxn>
                <a:cxn ang="0">
                  <a:pos x="2" y="22"/>
                </a:cxn>
                <a:cxn ang="0">
                  <a:pos x="0" y="29"/>
                </a:cxn>
                <a:cxn ang="0">
                  <a:pos x="11" y="60"/>
                </a:cxn>
                <a:cxn ang="0">
                  <a:pos x="14" y="70"/>
                </a:cxn>
                <a:cxn ang="0">
                  <a:pos x="22" y="76"/>
                </a:cxn>
                <a:cxn ang="0">
                  <a:pos x="40" y="81"/>
                </a:cxn>
                <a:cxn ang="0">
                  <a:pos x="60" y="83"/>
                </a:cxn>
                <a:cxn ang="0">
                  <a:pos x="60" y="92"/>
                </a:cxn>
                <a:cxn ang="0">
                  <a:pos x="60" y="286"/>
                </a:cxn>
                <a:cxn ang="0">
                  <a:pos x="61" y="292"/>
                </a:cxn>
                <a:cxn ang="0">
                  <a:pos x="69" y="299"/>
                </a:cxn>
                <a:cxn ang="0">
                  <a:pos x="74" y="301"/>
                </a:cxn>
                <a:cxn ang="0">
                  <a:pos x="85" y="295"/>
                </a:cxn>
                <a:cxn ang="0">
                  <a:pos x="89" y="286"/>
                </a:cxn>
                <a:cxn ang="0">
                  <a:pos x="89" y="185"/>
                </a:cxn>
                <a:cxn ang="0">
                  <a:pos x="90" y="179"/>
                </a:cxn>
                <a:cxn ang="0">
                  <a:pos x="94" y="179"/>
                </a:cxn>
                <a:cxn ang="0">
                  <a:pos x="100" y="181"/>
                </a:cxn>
                <a:cxn ang="0">
                  <a:pos x="100" y="286"/>
                </a:cxn>
                <a:cxn ang="0">
                  <a:pos x="101" y="292"/>
                </a:cxn>
                <a:cxn ang="0">
                  <a:pos x="109" y="299"/>
                </a:cxn>
                <a:cxn ang="0">
                  <a:pos x="114" y="301"/>
                </a:cxn>
                <a:cxn ang="0">
                  <a:pos x="125" y="295"/>
                </a:cxn>
                <a:cxn ang="0">
                  <a:pos x="129" y="286"/>
                </a:cxn>
                <a:cxn ang="0">
                  <a:pos x="129" y="174"/>
                </a:cxn>
                <a:cxn ang="0">
                  <a:pos x="136" y="167"/>
                </a:cxn>
                <a:cxn ang="0">
                  <a:pos x="150" y="152"/>
                </a:cxn>
                <a:cxn ang="0">
                  <a:pos x="156" y="143"/>
                </a:cxn>
                <a:cxn ang="0">
                  <a:pos x="163" y="125"/>
                </a:cxn>
                <a:cxn ang="0">
                  <a:pos x="165" y="119"/>
                </a:cxn>
                <a:cxn ang="0">
                  <a:pos x="161" y="107"/>
                </a:cxn>
                <a:cxn ang="0">
                  <a:pos x="158" y="94"/>
                </a:cxn>
              </a:cxnLst>
              <a:rect l="0" t="0" r="r" b="b"/>
              <a:pathLst>
                <a:path w="165" h="301">
                  <a:moveTo>
                    <a:pt x="158" y="94"/>
                  </a:moveTo>
                  <a:lnTo>
                    <a:pt x="158" y="94"/>
                  </a:lnTo>
                  <a:lnTo>
                    <a:pt x="147" y="78"/>
                  </a:lnTo>
                  <a:lnTo>
                    <a:pt x="141" y="69"/>
                  </a:lnTo>
                  <a:lnTo>
                    <a:pt x="134" y="63"/>
                  </a:lnTo>
                  <a:lnTo>
                    <a:pt x="134" y="63"/>
                  </a:lnTo>
                  <a:lnTo>
                    <a:pt x="130" y="61"/>
                  </a:lnTo>
                  <a:lnTo>
                    <a:pt x="130" y="60"/>
                  </a:lnTo>
                  <a:lnTo>
                    <a:pt x="130" y="60"/>
                  </a:lnTo>
                  <a:lnTo>
                    <a:pt x="123" y="58"/>
                  </a:lnTo>
                  <a:lnTo>
                    <a:pt x="116" y="56"/>
                  </a:lnTo>
                  <a:lnTo>
                    <a:pt x="100" y="54"/>
                  </a:lnTo>
                  <a:lnTo>
                    <a:pt x="81" y="56"/>
                  </a:lnTo>
                  <a:lnTo>
                    <a:pt x="67" y="58"/>
                  </a:lnTo>
                  <a:lnTo>
                    <a:pt x="67" y="58"/>
                  </a:lnTo>
                  <a:lnTo>
                    <a:pt x="63" y="58"/>
                  </a:lnTo>
                  <a:lnTo>
                    <a:pt x="61" y="58"/>
                  </a:lnTo>
                  <a:lnTo>
                    <a:pt x="61" y="58"/>
                  </a:lnTo>
                  <a:lnTo>
                    <a:pt x="61" y="58"/>
                  </a:lnTo>
                  <a:lnTo>
                    <a:pt x="61" y="58"/>
                  </a:lnTo>
                  <a:lnTo>
                    <a:pt x="47" y="58"/>
                  </a:lnTo>
                  <a:lnTo>
                    <a:pt x="34" y="56"/>
                  </a:lnTo>
                  <a:lnTo>
                    <a:pt x="34" y="56"/>
                  </a:lnTo>
                  <a:lnTo>
                    <a:pt x="27" y="40"/>
                  </a:lnTo>
                  <a:lnTo>
                    <a:pt x="23" y="25"/>
                  </a:lnTo>
                  <a:lnTo>
                    <a:pt x="23" y="23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12" y="3"/>
                  </a:lnTo>
                  <a:lnTo>
                    <a:pt x="14" y="14"/>
                  </a:lnTo>
                  <a:lnTo>
                    <a:pt x="14" y="14"/>
                  </a:lnTo>
                  <a:lnTo>
                    <a:pt x="9" y="14"/>
                  </a:lnTo>
                  <a:lnTo>
                    <a:pt x="3" y="18"/>
                  </a:lnTo>
                  <a:lnTo>
                    <a:pt x="2" y="22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3" y="45"/>
                  </a:lnTo>
                  <a:lnTo>
                    <a:pt x="11" y="60"/>
                  </a:lnTo>
                  <a:lnTo>
                    <a:pt x="11" y="60"/>
                  </a:lnTo>
                  <a:lnTo>
                    <a:pt x="14" y="70"/>
                  </a:lnTo>
                  <a:lnTo>
                    <a:pt x="16" y="74"/>
                  </a:lnTo>
                  <a:lnTo>
                    <a:pt x="22" y="76"/>
                  </a:lnTo>
                  <a:lnTo>
                    <a:pt x="22" y="76"/>
                  </a:lnTo>
                  <a:lnTo>
                    <a:pt x="40" y="81"/>
                  </a:lnTo>
                  <a:lnTo>
                    <a:pt x="49" y="83"/>
                  </a:lnTo>
                  <a:lnTo>
                    <a:pt x="60" y="83"/>
                  </a:lnTo>
                  <a:lnTo>
                    <a:pt x="60" y="92"/>
                  </a:lnTo>
                  <a:lnTo>
                    <a:pt x="60" y="92"/>
                  </a:lnTo>
                  <a:lnTo>
                    <a:pt x="60" y="181"/>
                  </a:lnTo>
                  <a:lnTo>
                    <a:pt x="60" y="286"/>
                  </a:lnTo>
                  <a:lnTo>
                    <a:pt x="60" y="286"/>
                  </a:lnTo>
                  <a:lnTo>
                    <a:pt x="61" y="292"/>
                  </a:lnTo>
                  <a:lnTo>
                    <a:pt x="63" y="295"/>
                  </a:lnTo>
                  <a:lnTo>
                    <a:pt x="69" y="299"/>
                  </a:lnTo>
                  <a:lnTo>
                    <a:pt x="74" y="301"/>
                  </a:lnTo>
                  <a:lnTo>
                    <a:pt x="74" y="301"/>
                  </a:lnTo>
                  <a:lnTo>
                    <a:pt x="80" y="299"/>
                  </a:lnTo>
                  <a:lnTo>
                    <a:pt x="85" y="295"/>
                  </a:lnTo>
                  <a:lnTo>
                    <a:pt x="89" y="292"/>
                  </a:lnTo>
                  <a:lnTo>
                    <a:pt x="89" y="286"/>
                  </a:lnTo>
                  <a:lnTo>
                    <a:pt x="89" y="185"/>
                  </a:lnTo>
                  <a:lnTo>
                    <a:pt x="89" y="185"/>
                  </a:lnTo>
                  <a:lnTo>
                    <a:pt x="90" y="181"/>
                  </a:lnTo>
                  <a:lnTo>
                    <a:pt x="90" y="179"/>
                  </a:lnTo>
                  <a:lnTo>
                    <a:pt x="94" y="179"/>
                  </a:lnTo>
                  <a:lnTo>
                    <a:pt x="94" y="179"/>
                  </a:lnTo>
                  <a:lnTo>
                    <a:pt x="98" y="179"/>
                  </a:lnTo>
                  <a:lnTo>
                    <a:pt x="100" y="181"/>
                  </a:lnTo>
                  <a:lnTo>
                    <a:pt x="100" y="185"/>
                  </a:lnTo>
                  <a:lnTo>
                    <a:pt x="100" y="286"/>
                  </a:lnTo>
                  <a:lnTo>
                    <a:pt x="100" y="286"/>
                  </a:lnTo>
                  <a:lnTo>
                    <a:pt x="101" y="292"/>
                  </a:lnTo>
                  <a:lnTo>
                    <a:pt x="103" y="295"/>
                  </a:lnTo>
                  <a:lnTo>
                    <a:pt x="109" y="299"/>
                  </a:lnTo>
                  <a:lnTo>
                    <a:pt x="114" y="301"/>
                  </a:lnTo>
                  <a:lnTo>
                    <a:pt x="114" y="301"/>
                  </a:lnTo>
                  <a:lnTo>
                    <a:pt x="119" y="299"/>
                  </a:lnTo>
                  <a:lnTo>
                    <a:pt x="125" y="295"/>
                  </a:lnTo>
                  <a:lnTo>
                    <a:pt x="127" y="292"/>
                  </a:lnTo>
                  <a:lnTo>
                    <a:pt x="129" y="286"/>
                  </a:lnTo>
                  <a:lnTo>
                    <a:pt x="129" y="188"/>
                  </a:lnTo>
                  <a:lnTo>
                    <a:pt x="129" y="174"/>
                  </a:lnTo>
                  <a:lnTo>
                    <a:pt x="129" y="174"/>
                  </a:lnTo>
                  <a:lnTo>
                    <a:pt x="136" y="167"/>
                  </a:lnTo>
                  <a:lnTo>
                    <a:pt x="143" y="159"/>
                  </a:lnTo>
                  <a:lnTo>
                    <a:pt x="150" y="152"/>
                  </a:lnTo>
                  <a:lnTo>
                    <a:pt x="156" y="143"/>
                  </a:lnTo>
                  <a:lnTo>
                    <a:pt x="156" y="143"/>
                  </a:lnTo>
                  <a:lnTo>
                    <a:pt x="161" y="130"/>
                  </a:lnTo>
                  <a:lnTo>
                    <a:pt x="163" y="125"/>
                  </a:lnTo>
                  <a:lnTo>
                    <a:pt x="165" y="119"/>
                  </a:lnTo>
                  <a:lnTo>
                    <a:pt x="165" y="119"/>
                  </a:lnTo>
                  <a:lnTo>
                    <a:pt x="165" y="112"/>
                  </a:lnTo>
                  <a:lnTo>
                    <a:pt x="161" y="107"/>
                  </a:lnTo>
                  <a:lnTo>
                    <a:pt x="158" y="94"/>
                  </a:lnTo>
                  <a:lnTo>
                    <a:pt x="158" y="94"/>
                  </a:lnTo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Freeform 74">
              <a:extLst>
                <a:ext uri="{FF2B5EF4-FFF2-40B4-BE49-F238E27FC236}">
                  <a16:creationId xmlns:a16="http://schemas.microsoft.com/office/drawing/2014/main" id="{8A9915CF-1D39-7C59-64FF-FBF559769E4A}"/>
                </a:ext>
              </a:extLst>
            </p:cNvPr>
            <p:cNvSpPr/>
            <p:nvPr/>
          </p:nvSpPr>
          <p:spPr bwMode="auto">
            <a:xfrm>
              <a:off x="3521609" y="897922"/>
              <a:ext cx="12458" cy="51909"/>
            </a:xfrm>
            <a:custGeom>
              <a:avLst/>
              <a:gdLst/>
              <a:ahLst/>
              <a:cxnLst>
                <a:cxn ang="0">
                  <a:pos x="10" y="27"/>
                </a:cxn>
                <a:cxn ang="0">
                  <a:pos x="10" y="27"/>
                </a:cxn>
                <a:cxn ang="0">
                  <a:pos x="5" y="38"/>
                </a:cxn>
                <a:cxn ang="0">
                  <a:pos x="5" y="38"/>
                </a:cxn>
                <a:cxn ang="0">
                  <a:pos x="0" y="4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" y="13"/>
                </a:cxn>
                <a:cxn ang="0">
                  <a:pos x="12" y="26"/>
                </a:cxn>
                <a:cxn ang="0">
                  <a:pos x="12" y="26"/>
                </a:cxn>
                <a:cxn ang="0">
                  <a:pos x="10" y="27"/>
                </a:cxn>
                <a:cxn ang="0">
                  <a:pos x="10" y="27"/>
                </a:cxn>
              </a:cxnLst>
              <a:rect l="0" t="0" r="r" b="b"/>
              <a:pathLst>
                <a:path w="12" h="49">
                  <a:moveTo>
                    <a:pt x="10" y="27"/>
                  </a:moveTo>
                  <a:lnTo>
                    <a:pt x="10" y="27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0" y="49"/>
                  </a:lnTo>
                  <a:lnTo>
                    <a:pt x="0" y="0"/>
                  </a:lnTo>
                  <a:lnTo>
                    <a:pt x="0" y="0"/>
                  </a:lnTo>
                  <a:lnTo>
                    <a:pt x="7" y="13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10" y="27"/>
                  </a:lnTo>
                  <a:lnTo>
                    <a:pt x="10" y="27"/>
                  </a:lnTo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27" name="Line 75">
              <a:extLst>
                <a:ext uri="{FF2B5EF4-FFF2-40B4-BE49-F238E27FC236}">
                  <a16:creationId xmlns:a16="http://schemas.microsoft.com/office/drawing/2014/main" id="{1ED3E829-BC37-C7E4-0D02-D7EA66C52F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4067" y="924914"/>
              <a:ext cx="2077" cy="2077"/>
            </a:xfrm>
            <a:prstGeom prst="lin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8" name="Group 39">
            <a:extLst>
              <a:ext uri="{FF2B5EF4-FFF2-40B4-BE49-F238E27FC236}">
                <a16:creationId xmlns:a16="http://schemas.microsoft.com/office/drawing/2014/main" id="{9E90D746-4E80-F147-EC4E-30B27166AE69}"/>
              </a:ext>
            </a:extLst>
          </p:cNvPr>
          <p:cNvGrpSpPr/>
          <p:nvPr/>
        </p:nvGrpSpPr>
        <p:grpSpPr>
          <a:xfrm>
            <a:off x="2290013" y="2220150"/>
            <a:ext cx="564395" cy="1019987"/>
            <a:chOff x="3386647" y="802411"/>
            <a:chExt cx="172336" cy="311450"/>
          </a:xfrm>
          <a:blipFill>
            <a:blip r:embed="R7e09c17d772942e0"/>
            <a:stretch>
              <a:fillRect l="-11721" r="-11651"/>
            </a:stretch>
          </a:blipFill>
        </p:grpSpPr>
        <p:sp>
          <p:nvSpPr>
            <p:cNvPr id="29" name="Freeform 71">
              <a:extLst>
                <a:ext uri="{FF2B5EF4-FFF2-40B4-BE49-F238E27FC236}">
                  <a16:creationId xmlns:a16="http://schemas.microsoft.com/office/drawing/2014/main" id="{BE886DC6-1E29-B632-5AB6-41A128B70C64}"/>
                </a:ext>
              </a:extLst>
            </p:cNvPr>
            <p:cNvSpPr/>
            <p:nvPr/>
          </p:nvSpPr>
          <p:spPr bwMode="auto">
            <a:xfrm>
              <a:off x="3459319" y="802411"/>
              <a:ext cx="51909" cy="51909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25" y="0"/>
                </a:cxn>
                <a:cxn ang="0">
                  <a:pos x="34" y="2"/>
                </a:cxn>
                <a:cxn ang="0">
                  <a:pos x="43" y="7"/>
                </a:cxn>
                <a:cxn ang="0">
                  <a:pos x="49" y="16"/>
                </a:cxn>
                <a:cxn ang="0">
                  <a:pos x="50" y="25"/>
                </a:cxn>
                <a:cxn ang="0">
                  <a:pos x="50" y="25"/>
                </a:cxn>
                <a:cxn ang="0">
                  <a:pos x="49" y="36"/>
                </a:cxn>
                <a:cxn ang="0">
                  <a:pos x="43" y="43"/>
                </a:cxn>
                <a:cxn ang="0">
                  <a:pos x="34" y="49"/>
                </a:cxn>
                <a:cxn ang="0">
                  <a:pos x="25" y="51"/>
                </a:cxn>
                <a:cxn ang="0">
                  <a:pos x="25" y="51"/>
                </a:cxn>
                <a:cxn ang="0">
                  <a:pos x="16" y="49"/>
                </a:cxn>
                <a:cxn ang="0">
                  <a:pos x="7" y="43"/>
                </a:cxn>
                <a:cxn ang="0">
                  <a:pos x="1" y="36"/>
                </a:cxn>
                <a:cxn ang="0">
                  <a:pos x="0" y="25"/>
                </a:cxn>
                <a:cxn ang="0">
                  <a:pos x="0" y="25"/>
                </a:cxn>
                <a:cxn ang="0">
                  <a:pos x="1" y="16"/>
                </a:cxn>
                <a:cxn ang="0">
                  <a:pos x="7" y="7"/>
                </a:cxn>
                <a:cxn ang="0">
                  <a:pos x="16" y="2"/>
                </a:cxn>
                <a:cxn ang="0">
                  <a:pos x="25" y="0"/>
                </a:cxn>
                <a:cxn ang="0">
                  <a:pos x="25" y="0"/>
                </a:cxn>
              </a:cxnLst>
              <a:rect l="0" t="0" r="r" b="b"/>
              <a:pathLst>
                <a:path w="50" h="51">
                  <a:moveTo>
                    <a:pt x="25" y="0"/>
                  </a:moveTo>
                  <a:lnTo>
                    <a:pt x="25" y="0"/>
                  </a:lnTo>
                  <a:lnTo>
                    <a:pt x="34" y="2"/>
                  </a:lnTo>
                  <a:lnTo>
                    <a:pt x="43" y="7"/>
                  </a:lnTo>
                  <a:lnTo>
                    <a:pt x="49" y="16"/>
                  </a:lnTo>
                  <a:lnTo>
                    <a:pt x="50" y="25"/>
                  </a:lnTo>
                  <a:lnTo>
                    <a:pt x="50" y="25"/>
                  </a:lnTo>
                  <a:lnTo>
                    <a:pt x="49" y="36"/>
                  </a:lnTo>
                  <a:lnTo>
                    <a:pt x="43" y="43"/>
                  </a:lnTo>
                  <a:lnTo>
                    <a:pt x="34" y="49"/>
                  </a:lnTo>
                  <a:lnTo>
                    <a:pt x="25" y="51"/>
                  </a:lnTo>
                  <a:lnTo>
                    <a:pt x="25" y="51"/>
                  </a:lnTo>
                  <a:lnTo>
                    <a:pt x="16" y="49"/>
                  </a:lnTo>
                  <a:lnTo>
                    <a:pt x="7" y="43"/>
                  </a:lnTo>
                  <a:lnTo>
                    <a:pt x="1" y="36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1" y="16"/>
                  </a:lnTo>
                  <a:lnTo>
                    <a:pt x="7" y="7"/>
                  </a:lnTo>
                  <a:lnTo>
                    <a:pt x="16" y="2"/>
                  </a:ln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30" name="Freeform 72">
              <a:extLst>
                <a:ext uri="{FF2B5EF4-FFF2-40B4-BE49-F238E27FC236}">
                  <a16:creationId xmlns:a16="http://schemas.microsoft.com/office/drawing/2014/main" id="{8000B50C-F198-7226-4F8E-770571B38C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86647" y="802411"/>
              <a:ext cx="172336" cy="311450"/>
            </a:xfrm>
            <a:custGeom>
              <a:avLst/>
              <a:gdLst/>
              <a:ahLst/>
              <a:cxnLst>
                <a:cxn ang="0">
                  <a:pos x="158" y="94"/>
                </a:cxn>
                <a:cxn ang="0">
                  <a:pos x="141" y="69"/>
                </a:cxn>
                <a:cxn ang="0">
                  <a:pos x="134" y="63"/>
                </a:cxn>
                <a:cxn ang="0">
                  <a:pos x="130" y="60"/>
                </a:cxn>
                <a:cxn ang="0">
                  <a:pos x="123" y="58"/>
                </a:cxn>
                <a:cxn ang="0">
                  <a:pos x="100" y="54"/>
                </a:cxn>
                <a:cxn ang="0">
                  <a:pos x="67" y="58"/>
                </a:cxn>
                <a:cxn ang="0">
                  <a:pos x="63" y="58"/>
                </a:cxn>
                <a:cxn ang="0">
                  <a:pos x="61" y="58"/>
                </a:cxn>
                <a:cxn ang="0">
                  <a:pos x="61" y="58"/>
                </a:cxn>
                <a:cxn ang="0">
                  <a:pos x="34" y="56"/>
                </a:cxn>
                <a:cxn ang="0">
                  <a:pos x="27" y="40"/>
                </a:cxn>
                <a:cxn ang="0">
                  <a:pos x="23" y="23"/>
                </a:cxn>
                <a:cxn ang="0">
                  <a:pos x="20" y="2"/>
                </a:cxn>
                <a:cxn ang="0">
                  <a:pos x="14" y="0"/>
                </a:cxn>
                <a:cxn ang="0">
                  <a:pos x="12" y="2"/>
                </a:cxn>
                <a:cxn ang="0">
                  <a:pos x="14" y="14"/>
                </a:cxn>
                <a:cxn ang="0">
                  <a:pos x="9" y="14"/>
                </a:cxn>
                <a:cxn ang="0">
                  <a:pos x="2" y="22"/>
                </a:cxn>
                <a:cxn ang="0">
                  <a:pos x="0" y="29"/>
                </a:cxn>
                <a:cxn ang="0">
                  <a:pos x="11" y="60"/>
                </a:cxn>
                <a:cxn ang="0">
                  <a:pos x="14" y="70"/>
                </a:cxn>
                <a:cxn ang="0">
                  <a:pos x="22" y="76"/>
                </a:cxn>
                <a:cxn ang="0">
                  <a:pos x="40" y="81"/>
                </a:cxn>
                <a:cxn ang="0">
                  <a:pos x="60" y="83"/>
                </a:cxn>
                <a:cxn ang="0">
                  <a:pos x="60" y="92"/>
                </a:cxn>
                <a:cxn ang="0">
                  <a:pos x="60" y="286"/>
                </a:cxn>
                <a:cxn ang="0">
                  <a:pos x="61" y="292"/>
                </a:cxn>
                <a:cxn ang="0">
                  <a:pos x="69" y="299"/>
                </a:cxn>
                <a:cxn ang="0">
                  <a:pos x="74" y="301"/>
                </a:cxn>
                <a:cxn ang="0">
                  <a:pos x="85" y="295"/>
                </a:cxn>
                <a:cxn ang="0">
                  <a:pos x="89" y="286"/>
                </a:cxn>
                <a:cxn ang="0">
                  <a:pos x="89" y="185"/>
                </a:cxn>
                <a:cxn ang="0">
                  <a:pos x="90" y="179"/>
                </a:cxn>
                <a:cxn ang="0">
                  <a:pos x="94" y="179"/>
                </a:cxn>
                <a:cxn ang="0">
                  <a:pos x="100" y="181"/>
                </a:cxn>
                <a:cxn ang="0">
                  <a:pos x="100" y="286"/>
                </a:cxn>
                <a:cxn ang="0">
                  <a:pos x="101" y="292"/>
                </a:cxn>
                <a:cxn ang="0">
                  <a:pos x="109" y="299"/>
                </a:cxn>
                <a:cxn ang="0">
                  <a:pos x="114" y="301"/>
                </a:cxn>
                <a:cxn ang="0">
                  <a:pos x="125" y="295"/>
                </a:cxn>
                <a:cxn ang="0">
                  <a:pos x="129" y="286"/>
                </a:cxn>
                <a:cxn ang="0">
                  <a:pos x="129" y="174"/>
                </a:cxn>
                <a:cxn ang="0">
                  <a:pos x="136" y="167"/>
                </a:cxn>
                <a:cxn ang="0">
                  <a:pos x="150" y="152"/>
                </a:cxn>
                <a:cxn ang="0">
                  <a:pos x="156" y="143"/>
                </a:cxn>
                <a:cxn ang="0">
                  <a:pos x="163" y="125"/>
                </a:cxn>
                <a:cxn ang="0">
                  <a:pos x="165" y="119"/>
                </a:cxn>
                <a:cxn ang="0">
                  <a:pos x="161" y="107"/>
                </a:cxn>
                <a:cxn ang="0">
                  <a:pos x="158" y="94"/>
                </a:cxn>
                <a:cxn ang="0">
                  <a:pos x="139" y="119"/>
                </a:cxn>
                <a:cxn ang="0">
                  <a:pos x="134" y="130"/>
                </a:cxn>
                <a:cxn ang="0">
                  <a:pos x="129" y="92"/>
                </a:cxn>
                <a:cxn ang="0">
                  <a:pos x="136" y="105"/>
                </a:cxn>
                <a:cxn ang="0">
                  <a:pos x="141" y="118"/>
                </a:cxn>
                <a:cxn ang="0">
                  <a:pos x="139" y="119"/>
                </a:cxn>
                <a:cxn ang="0">
                  <a:pos x="141" y="118"/>
                </a:cxn>
              </a:cxnLst>
              <a:rect l="0" t="0" r="r" b="b"/>
              <a:pathLst>
                <a:path w="165" h="301">
                  <a:moveTo>
                    <a:pt x="158" y="94"/>
                  </a:moveTo>
                  <a:lnTo>
                    <a:pt x="158" y="94"/>
                  </a:lnTo>
                  <a:lnTo>
                    <a:pt x="147" y="78"/>
                  </a:lnTo>
                  <a:lnTo>
                    <a:pt x="141" y="69"/>
                  </a:lnTo>
                  <a:lnTo>
                    <a:pt x="134" y="63"/>
                  </a:lnTo>
                  <a:lnTo>
                    <a:pt x="134" y="63"/>
                  </a:lnTo>
                  <a:lnTo>
                    <a:pt x="130" y="61"/>
                  </a:lnTo>
                  <a:lnTo>
                    <a:pt x="130" y="60"/>
                  </a:lnTo>
                  <a:lnTo>
                    <a:pt x="130" y="60"/>
                  </a:lnTo>
                  <a:lnTo>
                    <a:pt x="123" y="58"/>
                  </a:lnTo>
                  <a:lnTo>
                    <a:pt x="116" y="56"/>
                  </a:lnTo>
                  <a:lnTo>
                    <a:pt x="100" y="54"/>
                  </a:lnTo>
                  <a:lnTo>
                    <a:pt x="81" y="56"/>
                  </a:lnTo>
                  <a:lnTo>
                    <a:pt x="67" y="58"/>
                  </a:lnTo>
                  <a:lnTo>
                    <a:pt x="67" y="58"/>
                  </a:lnTo>
                  <a:lnTo>
                    <a:pt x="63" y="58"/>
                  </a:lnTo>
                  <a:lnTo>
                    <a:pt x="61" y="58"/>
                  </a:lnTo>
                  <a:lnTo>
                    <a:pt x="61" y="58"/>
                  </a:lnTo>
                  <a:lnTo>
                    <a:pt x="61" y="58"/>
                  </a:lnTo>
                  <a:lnTo>
                    <a:pt x="61" y="58"/>
                  </a:lnTo>
                  <a:lnTo>
                    <a:pt x="47" y="58"/>
                  </a:lnTo>
                  <a:lnTo>
                    <a:pt x="34" y="56"/>
                  </a:lnTo>
                  <a:lnTo>
                    <a:pt x="34" y="56"/>
                  </a:lnTo>
                  <a:lnTo>
                    <a:pt x="27" y="40"/>
                  </a:lnTo>
                  <a:lnTo>
                    <a:pt x="23" y="25"/>
                  </a:lnTo>
                  <a:lnTo>
                    <a:pt x="23" y="23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12" y="3"/>
                  </a:lnTo>
                  <a:lnTo>
                    <a:pt x="14" y="14"/>
                  </a:lnTo>
                  <a:lnTo>
                    <a:pt x="14" y="14"/>
                  </a:lnTo>
                  <a:lnTo>
                    <a:pt x="9" y="14"/>
                  </a:lnTo>
                  <a:lnTo>
                    <a:pt x="3" y="18"/>
                  </a:lnTo>
                  <a:lnTo>
                    <a:pt x="2" y="22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3" y="45"/>
                  </a:lnTo>
                  <a:lnTo>
                    <a:pt x="11" y="60"/>
                  </a:lnTo>
                  <a:lnTo>
                    <a:pt x="11" y="60"/>
                  </a:lnTo>
                  <a:lnTo>
                    <a:pt x="14" y="70"/>
                  </a:lnTo>
                  <a:lnTo>
                    <a:pt x="16" y="74"/>
                  </a:lnTo>
                  <a:lnTo>
                    <a:pt x="22" y="76"/>
                  </a:lnTo>
                  <a:lnTo>
                    <a:pt x="22" y="76"/>
                  </a:lnTo>
                  <a:lnTo>
                    <a:pt x="40" y="81"/>
                  </a:lnTo>
                  <a:lnTo>
                    <a:pt x="49" y="83"/>
                  </a:lnTo>
                  <a:lnTo>
                    <a:pt x="60" y="83"/>
                  </a:lnTo>
                  <a:lnTo>
                    <a:pt x="60" y="92"/>
                  </a:lnTo>
                  <a:lnTo>
                    <a:pt x="60" y="92"/>
                  </a:lnTo>
                  <a:lnTo>
                    <a:pt x="60" y="181"/>
                  </a:lnTo>
                  <a:lnTo>
                    <a:pt x="60" y="286"/>
                  </a:lnTo>
                  <a:lnTo>
                    <a:pt x="60" y="286"/>
                  </a:lnTo>
                  <a:lnTo>
                    <a:pt x="61" y="292"/>
                  </a:lnTo>
                  <a:lnTo>
                    <a:pt x="63" y="295"/>
                  </a:lnTo>
                  <a:lnTo>
                    <a:pt x="69" y="299"/>
                  </a:lnTo>
                  <a:lnTo>
                    <a:pt x="74" y="301"/>
                  </a:lnTo>
                  <a:lnTo>
                    <a:pt x="74" y="301"/>
                  </a:lnTo>
                  <a:lnTo>
                    <a:pt x="80" y="299"/>
                  </a:lnTo>
                  <a:lnTo>
                    <a:pt x="85" y="295"/>
                  </a:lnTo>
                  <a:lnTo>
                    <a:pt x="89" y="292"/>
                  </a:lnTo>
                  <a:lnTo>
                    <a:pt x="89" y="286"/>
                  </a:lnTo>
                  <a:lnTo>
                    <a:pt x="89" y="185"/>
                  </a:lnTo>
                  <a:lnTo>
                    <a:pt x="89" y="185"/>
                  </a:lnTo>
                  <a:lnTo>
                    <a:pt x="90" y="181"/>
                  </a:lnTo>
                  <a:lnTo>
                    <a:pt x="90" y="179"/>
                  </a:lnTo>
                  <a:lnTo>
                    <a:pt x="94" y="179"/>
                  </a:lnTo>
                  <a:lnTo>
                    <a:pt x="94" y="179"/>
                  </a:lnTo>
                  <a:lnTo>
                    <a:pt x="98" y="179"/>
                  </a:lnTo>
                  <a:lnTo>
                    <a:pt x="100" y="181"/>
                  </a:lnTo>
                  <a:lnTo>
                    <a:pt x="100" y="185"/>
                  </a:lnTo>
                  <a:lnTo>
                    <a:pt x="100" y="286"/>
                  </a:lnTo>
                  <a:lnTo>
                    <a:pt x="100" y="286"/>
                  </a:lnTo>
                  <a:lnTo>
                    <a:pt x="101" y="292"/>
                  </a:lnTo>
                  <a:lnTo>
                    <a:pt x="103" y="295"/>
                  </a:lnTo>
                  <a:lnTo>
                    <a:pt x="109" y="299"/>
                  </a:lnTo>
                  <a:lnTo>
                    <a:pt x="114" y="301"/>
                  </a:lnTo>
                  <a:lnTo>
                    <a:pt x="114" y="301"/>
                  </a:lnTo>
                  <a:lnTo>
                    <a:pt x="119" y="299"/>
                  </a:lnTo>
                  <a:lnTo>
                    <a:pt x="125" y="295"/>
                  </a:lnTo>
                  <a:lnTo>
                    <a:pt x="127" y="292"/>
                  </a:lnTo>
                  <a:lnTo>
                    <a:pt x="129" y="286"/>
                  </a:lnTo>
                  <a:lnTo>
                    <a:pt x="129" y="188"/>
                  </a:lnTo>
                  <a:lnTo>
                    <a:pt x="129" y="174"/>
                  </a:lnTo>
                  <a:lnTo>
                    <a:pt x="129" y="174"/>
                  </a:lnTo>
                  <a:lnTo>
                    <a:pt x="136" y="167"/>
                  </a:lnTo>
                  <a:lnTo>
                    <a:pt x="143" y="159"/>
                  </a:lnTo>
                  <a:lnTo>
                    <a:pt x="150" y="152"/>
                  </a:lnTo>
                  <a:lnTo>
                    <a:pt x="156" y="143"/>
                  </a:lnTo>
                  <a:lnTo>
                    <a:pt x="156" y="143"/>
                  </a:lnTo>
                  <a:lnTo>
                    <a:pt x="161" y="130"/>
                  </a:lnTo>
                  <a:lnTo>
                    <a:pt x="163" y="125"/>
                  </a:lnTo>
                  <a:lnTo>
                    <a:pt x="165" y="119"/>
                  </a:lnTo>
                  <a:lnTo>
                    <a:pt x="165" y="119"/>
                  </a:lnTo>
                  <a:lnTo>
                    <a:pt x="165" y="112"/>
                  </a:lnTo>
                  <a:lnTo>
                    <a:pt x="161" y="107"/>
                  </a:lnTo>
                  <a:lnTo>
                    <a:pt x="158" y="94"/>
                  </a:lnTo>
                  <a:lnTo>
                    <a:pt x="158" y="94"/>
                  </a:lnTo>
                  <a:close/>
                  <a:moveTo>
                    <a:pt x="139" y="119"/>
                  </a:moveTo>
                  <a:lnTo>
                    <a:pt x="139" y="119"/>
                  </a:lnTo>
                  <a:lnTo>
                    <a:pt x="134" y="130"/>
                  </a:lnTo>
                  <a:lnTo>
                    <a:pt x="134" y="130"/>
                  </a:lnTo>
                  <a:lnTo>
                    <a:pt x="129" y="141"/>
                  </a:lnTo>
                  <a:lnTo>
                    <a:pt x="129" y="92"/>
                  </a:lnTo>
                  <a:lnTo>
                    <a:pt x="129" y="92"/>
                  </a:lnTo>
                  <a:lnTo>
                    <a:pt x="136" y="105"/>
                  </a:lnTo>
                  <a:lnTo>
                    <a:pt x="141" y="118"/>
                  </a:lnTo>
                  <a:lnTo>
                    <a:pt x="141" y="118"/>
                  </a:lnTo>
                  <a:lnTo>
                    <a:pt x="139" y="119"/>
                  </a:lnTo>
                  <a:lnTo>
                    <a:pt x="139" y="119"/>
                  </a:lnTo>
                  <a:close/>
                  <a:moveTo>
                    <a:pt x="141" y="118"/>
                  </a:moveTo>
                  <a:lnTo>
                    <a:pt x="141" y="11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31" name="Freeform 73">
              <a:extLst>
                <a:ext uri="{FF2B5EF4-FFF2-40B4-BE49-F238E27FC236}">
                  <a16:creationId xmlns:a16="http://schemas.microsoft.com/office/drawing/2014/main" id="{520E7729-C632-DA15-1F56-7B60FCC0FC21}"/>
                </a:ext>
              </a:extLst>
            </p:cNvPr>
            <p:cNvSpPr/>
            <p:nvPr/>
          </p:nvSpPr>
          <p:spPr bwMode="auto">
            <a:xfrm>
              <a:off x="3386647" y="802411"/>
              <a:ext cx="172336" cy="311450"/>
            </a:xfrm>
            <a:custGeom>
              <a:avLst/>
              <a:gdLst/>
              <a:ahLst/>
              <a:cxnLst>
                <a:cxn ang="0">
                  <a:pos x="158" y="94"/>
                </a:cxn>
                <a:cxn ang="0">
                  <a:pos x="141" y="69"/>
                </a:cxn>
                <a:cxn ang="0">
                  <a:pos x="134" y="63"/>
                </a:cxn>
                <a:cxn ang="0">
                  <a:pos x="130" y="60"/>
                </a:cxn>
                <a:cxn ang="0">
                  <a:pos x="123" y="58"/>
                </a:cxn>
                <a:cxn ang="0">
                  <a:pos x="100" y="54"/>
                </a:cxn>
                <a:cxn ang="0">
                  <a:pos x="67" y="58"/>
                </a:cxn>
                <a:cxn ang="0">
                  <a:pos x="63" y="58"/>
                </a:cxn>
                <a:cxn ang="0">
                  <a:pos x="61" y="58"/>
                </a:cxn>
                <a:cxn ang="0">
                  <a:pos x="61" y="58"/>
                </a:cxn>
                <a:cxn ang="0">
                  <a:pos x="34" y="56"/>
                </a:cxn>
                <a:cxn ang="0">
                  <a:pos x="27" y="40"/>
                </a:cxn>
                <a:cxn ang="0">
                  <a:pos x="23" y="23"/>
                </a:cxn>
                <a:cxn ang="0">
                  <a:pos x="20" y="2"/>
                </a:cxn>
                <a:cxn ang="0">
                  <a:pos x="14" y="0"/>
                </a:cxn>
                <a:cxn ang="0">
                  <a:pos x="12" y="2"/>
                </a:cxn>
                <a:cxn ang="0">
                  <a:pos x="14" y="14"/>
                </a:cxn>
                <a:cxn ang="0">
                  <a:pos x="9" y="14"/>
                </a:cxn>
                <a:cxn ang="0">
                  <a:pos x="2" y="22"/>
                </a:cxn>
                <a:cxn ang="0">
                  <a:pos x="0" y="29"/>
                </a:cxn>
                <a:cxn ang="0">
                  <a:pos x="11" y="60"/>
                </a:cxn>
                <a:cxn ang="0">
                  <a:pos x="14" y="70"/>
                </a:cxn>
                <a:cxn ang="0">
                  <a:pos x="22" y="76"/>
                </a:cxn>
                <a:cxn ang="0">
                  <a:pos x="40" y="81"/>
                </a:cxn>
                <a:cxn ang="0">
                  <a:pos x="60" y="83"/>
                </a:cxn>
                <a:cxn ang="0">
                  <a:pos x="60" y="92"/>
                </a:cxn>
                <a:cxn ang="0">
                  <a:pos x="60" y="286"/>
                </a:cxn>
                <a:cxn ang="0">
                  <a:pos x="61" y="292"/>
                </a:cxn>
                <a:cxn ang="0">
                  <a:pos x="69" y="299"/>
                </a:cxn>
                <a:cxn ang="0">
                  <a:pos x="74" y="301"/>
                </a:cxn>
                <a:cxn ang="0">
                  <a:pos x="85" y="295"/>
                </a:cxn>
                <a:cxn ang="0">
                  <a:pos x="89" y="286"/>
                </a:cxn>
                <a:cxn ang="0">
                  <a:pos x="89" y="185"/>
                </a:cxn>
                <a:cxn ang="0">
                  <a:pos x="90" y="179"/>
                </a:cxn>
                <a:cxn ang="0">
                  <a:pos x="94" y="179"/>
                </a:cxn>
                <a:cxn ang="0">
                  <a:pos x="100" y="181"/>
                </a:cxn>
                <a:cxn ang="0">
                  <a:pos x="100" y="286"/>
                </a:cxn>
                <a:cxn ang="0">
                  <a:pos x="101" y="292"/>
                </a:cxn>
                <a:cxn ang="0">
                  <a:pos x="109" y="299"/>
                </a:cxn>
                <a:cxn ang="0">
                  <a:pos x="114" y="301"/>
                </a:cxn>
                <a:cxn ang="0">
                  <a:pos x="125" y="295"/>
                </a:cxn>
                <a:cxn ang="0">
                  <a:pos x="129" y="286"/>
                </a:cxn>
                <a:cxn ang="0">
                  <a:pos x="129" y="174"/>
                </a:cxn>
                <a:cxn ang="0">
                  <a:pos x="136" y="167"/>
                </a:cxn>
                <a:cxn ang="0">
                  <a:pos x="150" y="152"/>
                </a:cxn>
                <a:cxn ang="0">
                  <a:pos x="156" y="143"/>
                </a:cxn>
                <a:cxn ang="0">
                  <a:pos x="163" y="125"/>
                </a:cxn>
                <a:cxn ang="0">
                  <a:pos x="165" y="119"/>
                </a:cxn>
                <a:cxn ang="0">
                  <a:pos x="161" y="107"/>
                </a:cxn>
                <a:cxn ang="0">
                  <a:pos x="158" y="94"/>
                </a:cxn>
              </a:cxnLst>
              <a:rect l="0" t="0" r="r" b="b"/>
              <a:pathLst>
                <a:path w="165" h="301">
                  <a:moveTo>
                    <a:pt x="158" y="94"/>
                  </a:moveTo>
                  <a:lnTo>
                    <a:pt x="158" y="94"/>
                  </a:lnTo>
                  <a:lnTo>
                    <a:pt x="147" y="78"/>
                  </a:lnTo>
                  <a:lnTo>
                    <a:pt x="141" y="69"/>
                  </a:lnTo>
                  <a:lnTo>
                    <a:pt x="134" y="63"/>
                  </a:lnTo>
                  <a:lnTo>
                    <a:pt x="134" y="63"/>
                  </a:lnTo>
                  <a:lnTo>
                    <a:pt x="130" y="61"/>
                  </a:lnTo>
                  <a:lnTo>
                    <a:pt x="130" y="60"/>
                  </a:lnTo>
                  <a:lnTo>
                    <a:pt x="130" y="60"/>
                  </a:lnTo>
                  <a:lnTo>
                    <a:pt x="123" y="58"/>
                  </a:lnTo>
                  <a:lnTo>
                    <a:pt x="116" y="56"/>
                  </a:lnTo>
                  <a:lnTo>
                    <a:pt x="100" y="54"/>
                  </a:lnTo>
                  <a:lnTo>
                    <a:pt x="81" y="56"/>
                  </a:lnTo>
                  <a:lnTo>
                    <a:pt x="67" y="58"/>
                  </a:lnTo>
                  <a:lnTo>
                    <a:pt x="67" y="58"/>
                  </a:lnTo>
                  <a:lnTo>
                    <a:pt x="63" y="58"/>
                  </a:lnTo>
                  <a:lnTo>
                    <a:pt x="61" y="58"/>
                  </a:lnTo>
                  <a:lnTo>
                    <a:pt x="61" y="58"/>
                  </a:lnTo>
                  <a:lnTo>
                    <a:pt x="61" y="58"/>
                  </a:lnTo>
                  <a:lnTo>
                    <a:pt x="61" y="58"/>
                  </a:lnTo>
                  <a:lnTo>
                    <a:pt x="47" y="58"/>
                  </a:lnTo>
                  <a:lnTo>
                    <a:pt x="34" y="56"/>
                  </a:lnTo>
                  <a:lnTo>
                    <a:pt x="34" y="56"/>
                  </a:lnTo>
                  <a:lnTo>
                    <a:pt x="27" y="40"/>
                  </a:lnTo>
                  <a:lnTo>
                    <a:pt x="23" y="25"/>
                  </a:lnTo>
                  <a:lnTo>
                    <a:pt x="23" y="23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12" y="3"/>
                  </a:lnTo>
                  <a:lnTo>
                    <a:pt x="14" y="14"/>
                  </a:lnTo>
                  <a:lnTo>
                    <a:pt x="14" y="14"/>
                  </a:lnTo>
                  <a:lnTo>
                    <a:pt x="9" y="14"/>
                  </a:lnTo>
                  <a:lnTo>
                    <a:pt x="3" y="18"/>
                  </a:lnTo>
                  <a:lnTo>
                    <a:pt x="2" y="22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3" y="45"/>
                  </a:lnTo>
                  <a:lnTo>
                    <a:pt x="11" y="60"/>
                  </a:lnTo>
                  <a:lnTo>
                    <a:pt x="11" y="60"/>
                  </a:lnTo>
                  <a:lnTo>
                    <a:pt x="14" y="70"/>
                  </a:lnTo>
                  <a:lnTo>
                    <a:pt x="16" y="74"/>
                  </a:lnTo>
                  <a:lnTo>
                    <a:pt x="22" y="76"/>
                  </a:lnTo>
                  <a:lnTo>
                    <a:pt x="22" y="76"/>
                  </a:lnTo>
                  <a:lnTo>
                    <a:pt x="40" y="81"/>
                  </a:lnTo>
                  <a:lnTo>
                    <a:pt x="49" y="83"/>
                  </a:lnTo>
                  <a:lnTo>
                    <a:pt x="60" y="83"/>
                  </a:lnTo>
                  <a:lnTo>
                    <a:pt x="60" y="92"/>
                  </a:lnTo>
                  <a:lnTo>
                    <a:pt x="60" y="92"/>
                  </a:lnTo>
                  <a:lnTo>
                    <a:pt x="60" y="181"/>
                  </a:lnTo>
                  <a:lnTo>
                    <a:pt x="60" y="286"/>
                  </a:lnTo>
                  <a:lnTo>
                    <a:pt x="60" y="286"/>
                  </a:lnTo>
                  <a:lnTo>
                    <a:pt x="61" y="292"/>
                  </a:lnTo>
                  <a:lnTo>
                    <a:pt x="63" y="295"/>
                  </a:lnTo>
                  <a:lnTo>
                    <a:pt x="69" y="299"/>
                  </a:lnTo>
                  <a:lnTo>
                    <a:pt x="74" y="301"/>
                  </a:lnTo>
                  <a:lnTo>
                    <a:pt x="74" y="301"/>
                  </a:lnTo>
                  <a:lnTo>
                    <a:pt x="80" y="299"/>
                  </a:lnTo>
                  <a:lnTo>
                    <a:pt x="85" y="295"/>
                  </a:lnTo>
                  <a:lnTo>
                    <a:pt x="89" y="292"/>
                  </a:lnTo>
                  <a:lnTo>
                    <a:pt x="89" y="286"/>
                  </a:lnTo>
                  <a:lnTo>
                    <a:pt x="89" y="185"/>
                  </a:lnTo>
                  <a:lnTo>
                    <a:pt x="89" y="185"/>
                  </a:lnTo>
                  <a:lnTo>
                    <a:pt x="90" y="181"/>
                  </a:lnTo>
                  <a:lnTo>
                    <a:pt x="90" y="179"/>
                  </a:lnTo>
                  <a:lnTo>
                    <a:pt x="94" y="179"/>
                  </a:lnTo>
                  <a:lnTo>
                    <a:pt x="94" y="179"/>
                  </a:lnTo>
                  <a:lnTo>
                    <a:pt x="98" y="179"/>
                  </a:lnTo>
                  <a:lnTo>
                    <a:pt x="100" y="181"/>
                  </a:lnTo>
                  <a:lnTo>
                    <a:pt x="100" y="185"/>
                  </a:lnTo>
                  <a:lnTo>
                    <a:pt x="100" y="286"/>
                  </a:lnTo>
                  <a:lnTo>
                    <a:pt x="100" y="286"/>
                  </a:lnTo>
                  <a:lnTo>
                    <a:pt x="101" y="292"/>
                  </a:lnTo>
                  <a:lnTo>
                    <a:pt x="103" y="295"/>
                  </a:lnTo>
                  <a:lnTo>
                    <a:pt x="109" y="299"/>
                  </a:lnTo>
                  <a:lnTo>
                    <a:pt x="114" y="301"/>
                  </a:lnTo>
                  <a:lnTo>
                    <a:pt x="114" y="301"/>
                  </a:lnTo>
                  <a:lnTo>
                    <a:pt x="119" y="299"/>
                  </a:lnTo>
                  <a:lnTo>
                    <a:pt x="125" y="295"/>
                  </a:lnTo>
                  <a:lnTo>
                    <a:pt x="127" y="292"/>
                  </a:lnTo>
                  <a:lnTo>
                    <a:pt x="129" y="286"/>
                  </a:lnTo>
                  <a:lnTo>
                    <a:pt x="129" y="188"/>
                  </a:lnTo>
                  <a:lnTo>
                    <a:pt x="129" y="174"/>
                  </a:lnTo>
                  <a:lnTo>
                    <a:pt x="129" y="174"/>
                  </a:lnTo>
                  <a:lnTo>
                    <a:pt x="136" y="167"/>
                  </a:lnTo>
                  <a:lnTo>
                    <a:pt x="143" y="159"/>
                  </a:lnTo>
                  <a:lnTo>
                    <a:pt x="150" y="152"/>
                  </a:lnTo>
                  <a:lnTo>
                    <a:pt x="156" y="143"/>
                  </a:lnTo>
                  <a:lnTo>
                    <a:pt x="156" y="143"/>
                  </a:lnTo>
                  <a:lnTo>
                    <a:pt x="161" y="130"/>
                  </a:lnTo>
                  <a:lnTo>
                    <a:pt x="163" y="125"/>
                  </a:lnTo>
                  <a:lnTo>
                    <a:pt x="165" y="119"/>
                  </a:lnTo>
                  <a:lnTo>
                    <a:pt x="165" y="119"/>
                  </a:lnTo>
                  <a:lnTo>
                    <a:pt x="165" y="112"/>
                  </a:lnTo>
                  <a:lnTo>
                    <a:pt x="161" y="107"/>
                  </a:lnTo>
                  <a:lnTo>
                    <a:pt x="158" y="94"/>
                  </a:lnTo>
                  <a:lnTo>
                    <a:pt x="158" y="94"/>
                  </a:lnTo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32" name="Freeform 74">
              <a:extLst>
                <a:ext uri="{FF2B5EF4-FFF2-40B4-BE49-F238E27FC236}">
                  <a16:creationId xmlns:a16="http://schemas.microsoft.com/office/drawing/2014/main" id="{AFD42266-59AC-B799-C198-EED7BC9E8879}"/>
                </a:ext>
              </a:extLst>
            </p:cNvPr>
            <p:cNvSpPr/>
            <p:nvPr/>
          </p:nvSpPr>
          <p:spPr bwMode="auto">
            <a:xfrm>
              <a:off x="3521609" y="897922"/>
              <a:ext cx="12458" cy="51909"/>
            </a:xfrm>
            <a:custGeom>
              <a:avLst/>
              <a:gdLst/>
              <a:ahLst/>
              <a:cxnLst>
                <a:cxn ang="0">
                  <a:pos x="10" y="27"/>
                </a:cxn>
                <a:cxn ang="0">
                  <a:pos x="10" y="27"/>
                </a:cxn>
                <a:cxn ang="0">
                  <a:pos x="5" y="38"/>
                </a:cxn>
                <a:cxn ang="0">
                  <a:pos x="5" y="38"/>
                </a:cxn>
                <a:cxn ang="0">
                  <a:pos x="0" y="4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" y="13"/>
                </a:cxn>
                <a:cxn ang="0">
                  <a:pos x="12" y="26"/>
                </a:cxn>
                <a:cxn ang="0">
                  <a:pos x="12" y="26"/>
                </a:cxn>
                <a:cxn ang="0">
                  <a:pos x="10" y="27"/>
                </a:cxn>
                <a:cxn ang="0">
                  <a:pos x="10" y="27"/>
                </a:cxn>
              </a:cxnLst>
              <a:rect l="0" t="0" r="r" b="b"/>
              <a:pathLst>
                <a:path w="12" h="49">
                  <a:moveTo>
                    <a:pt x="10" y="27"/>
                  </a:moveTo>
                  <a:lnTo>
                    <a:pt x="10" y="27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0" y="49"/>
                  </a:lnTo>
                  <a:lnTo>
                    <a:pt x="0" y="0"/>
                  </a:lnTo>
                  <a:lnTo>
                    <a:pt x="0" y="0"/>
                  </a:lnTo>
                  <a:lnTo>
                    <a:pt x="7" y="13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10" y="27"/>
                  </a:lnTo>
                  <a:lnTo>
                    <a:pt x="10" y="27"/>
                  </a:lnTo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33" name="Line 75">
              <a:extLst>
                <a:ext uri="{FF2B5EF4-FFF2-40B4-BE49-F238E27FC236}">
                  <a16:creationId xmlns:a16="http://schemas.microsoft.com/office/drawing/2014/main" id="{2374AC5B-22D8-D8CD-1064-DCF2C13D07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4067" y="924914"/>
              <a:ext cx="2077" cy="2077"/>
            </a:xfrm>
            <a:prstGeom prst="lin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34" name="Group 39">
            <a:extLst>
              <a:ext uri="{FF2B5EF4-FFF2-40B4-BE49-F238E27FC236}">
                <a16:creationId xmlns:a16="http://schemas.microsoft.com/office/drawing/2014/main" id="{A76CA180-DEB8-AD66-473B-0929CFF55376}"/>
              </a:ext>
            </a:extLst>
          </p:cNvPr>
          <p:cNvGrpSpPr/>
          <p:nvPr/>
        </p:nvGrpSpPr>
        <p:grpSpPr>
          <a:xfrm>
            <a:off x="8651453" y="1274845"/>
            <a:ext cx="564395" cy="1019987"/>
            <a:chOff x="3386647" y="802411"/>
            <a:chExt cx="172336" cy="311450"/>
          </a:xfrm>
          <a:blipFill>
            <a:blip r:embed="R7e09c17d772942e0"/>
            <a:stretch>
              <a:fillRect l="-11721" r="-11651"/>
            </a:stretch>
          </a:blipFill>
        </p:grpSpPr>
        <p:sp>
          <p:nvSpPr>
            <p:cNvPr id="35" name="Freeform 71">
              <a:extLst>
                <a:ext uri="{FF2B5EF4-FFF2-40B4-BE49-F238E27FC236}">
                  <a16:creationId xmlns:a16="http://schemas.microsoft.com/office/drawing/2014/main" id="{B7FCC443-1014-D7BE-EB7C-0A061AFA32AD}"/>
                </a:ext>
              </a:extLst>
            </p:cNvPr>
            <p:cNvSpPr/>
            <p:nvPr/>
          </p:nvSpPr>
          <p:spPr bwMode="auto">
            <a:xfrm>
              <a:off x="3459319" y="802411"/>
              <a:ext cx="51909" cy="51909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25" y="0"/>
                </a:cxn>
                <a:cxn ang="0">
                  <a:pos x="34" y="2"/>
                </a:cxn>
                <a:cxn ang="0">
                  <a:pos x="43" y="7"/>
                </a:cxn>
                <a:cxn ang="0">
                  <a:pos x="49" y="16"/>
                </a:cxn>
                <a:cxn ang="0">
                  <a:pos x="50" y="25"/>
                </a:cxn>
                <a:cxn ang="0">
                  <a:pos x="50" y="25"/>
                </a:cxn>
                <a:cxn ang="0">
                  <a:pos x="49" y="36"/>
                </a:cxn>
                <a:cxn ang="0">
                  <a:pos x="43" y="43"/>
                </a:cxn>
                <a:cxn ang="0">
                  <a:pos x="34" y="49"/>
                </a:cxn>
                <a:cxn ang="0">
                  <a:pos x="25" y="51"/>
                </a:cxn>
                <a:cxn ang="0">
                  <a:pos x="25" y="51"/>
                </a:cxn>
                <a:cxn ang="0">
                  <a:pos x="16" y="49"/>
                </a:cxn>
                <a:cxn ang="0">
                  <a:pos x="7" y="43"/>
                </a:cxn>
                <a:cxn ang="0">
                  <a:pos x="1" y="36"/>
                </a:cxn>
                <a:cxn ang="0">
                  <a:pos x="0" y="25"/>
                </a:cxn>
                <a:cxn ang="0">
                  <a:pos x="0" y="25"/>
                </a:cxn>
                <a:cxn ang="0">
                  <a:pos x="1" y="16"/>
                </a:cxn>
                <a:cxn ang="0">
                  <a:pos x="7" y="7"/>
                </a:cxn>
                <a:cxn ang="0">
                  <a:pos x="16" y="2"/>
                </a:cxn>
                <a:cxn ang="0">
                  <a:pos x="25" y="0"/>
                </a:cxn>
                <a:cxn ang="0">
                  <a:pos x="25" y="0"/>
                </a:cxn>
              </a:cxnLst>
              <a:rect l="0" t="0" r="r" b="b"/>
              <a:pathLst>
                <a:path w="50" h="51">
                  <a:moveTo>
                    <a:pt x="25" y="0"/>
                  </a:moveTo>
                  <a:lnTo>
                    <a:pt x="25" y="0"/>
                  </a:lnTo>
                  <a:lnTo>
                    <a:pt x="34" y="2"/>
                  </a:lnTo>
                  <a:lnTo>
                    <a:pt x="43" y="7"/>
                  </a:lnTo>
                  <a:lnTo>
                    <a:pt x="49" y="16"/>
                  </a:lnTo>
                  <a:lnTo>
                    <a:pt x="50" y="25"/>
                  </a:lnTo>
                  <a:lnTo>
                    <a:pt x="50" y="25"/>
                  </a:lnTo>
                  <a:lnTo>
                    <a:pt x="49" y="36"/>
                  </a:lnTo>
                  <a:lnTo>
                    <a:pt x="43" y="43"/>
                  </a:lnTo>
                  <a:lnTo>
                    <a:pt x="34" y="49"/>
                  </a:lnTo>
                  <a:lnTo>
                    <a:pt x="25" y="51"/>
                  </a:lnTo>
                  <a:lnTo>
                    <a:pt x="25" y="51"/>
                  </a:lnTo>
                  <a:lnTo>
                    <a:pt x="16" y="49"/>
                  </a:lnTo>
                  <a:lnTo>
                    <a:pt x="7" y="43"/>
                  </a:lnTo>
                  <a:lnTo>
                    <a:pt x="1" y="36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1" y="16"/>
                  </a:lnTo>
                  <a:lnTo>
                    <a:pt x="7" y="7"/>
                  </a:lnTo>
                  <a:lnTo>
                    <a:pt x="16" y="2"/>
                  </a:ln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36" name="Freeform 72">
              <a:extLst>
                <a:ext uri="{FF2B5EF4-FFF2-40B4-BE49-F238E27FC236}">
                  <a16:creationId xmlns:a16="http://schemas.microsoft.com/office/drawing/2014/main" id="{3C747080-7AB4-447E-5D64-88395A4E9B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86647" y="802411"/>
              <a:ext cx="172336" cy="311450"/>
            </a:xfrm>
            <a:custGeom>
              <a:avLst/>
              <a:gdLst/>
              <a:ahLst/>
              <a:cxnLst>
                <a:cxn ang="0">
                  <a:pos x="158" y="94"/>
                </a:cxn>
                <a:cxn ang="0">
                  <a:pos x="141" y="69"/>
                </a:cxn>
                <a:cxn ang="0">
                  <a:pos x="134" y="63"/>
                </a:cxn>
                <a:cxn ang="0">
                  <a:pos x="130" y="60"/>
                </a:cxn>
                <a:cxn ang="0">
                  <a:pos x="123" y="58"/>
                </a:cxn>
                <a:cxn ang="0">
                  <a:pos x="100" y="54"/>
                </a:cxn>
                <a:cxn ang="0">
                  <a:pos x="67" y="58"/>
                </a:cxn>
                <a:cxn ang="0">
                  <a:pos x="63" y="58"/>
                </a:cxn>
                <a:cxn ang="0">
                  <a:pos x="61" y="58"/>
                </a:cxn>
                <a:cxn ang="0">
                  <a:pos x="61" y="58"/>
                </a:cxn>
                <a:cxn ang="0">
                  <a:pos x="34" y="56"/>
                </a:cxn>
                <a:cxn ang="0">
                  <a:pos x="27" y="40"/>
                </a:cxn>
                <a:cxn ang="0">
                  <a:pos x="23" y="23"/>
                </a:cxn>
                <a:cxn ang="0">
                  <a:pos x="20" y="2"/>
                </a:cxn>
                <a:cxn ang="0">
                  <a:pos x="14" y="0"/>
                </a:cxn>
                <a:cxn ang="0">
                  <a:pos x="12" y="2"/>
                </a:cxn>
                <a:cxn ang="0">
                  <a:pos x="14" y="14"/>
                </a:cxn>
                <a:cxn ang="0">
                  <a:pos x="9" y="14"/>
                </a:cxn>
                <a:cxn ang="0">
                  <a:pos x="2" y="22"/>
                </a:cxn>
                <a:cxn ang="0">
                  <a:pos x="0" y="29"/>
                </a:cxn>
                <a:cxn ang="0">
                  <a:pos x="11" y="60"/>
                </a:cxn>
                <a:cxn ang="0">
                  <a:pos x="14" y="70"/>
                </a:cxn>
                <a:cxn ang="0">
                  <a:pos x="22" y="76"/>
                </a:cxn>
                <a:cxn ang="0">
                  <a:pos x="40" y="81"/>
                </a:cxn>
                <a:cxn ang="0">
                  <a:pos x="60" y="83"/>
                </a:cxn>
                <a:cxn ang="0">
                  <a:pos x="60" y="92"/>
                </a:cxn>
                <a:cxn ang="0">
                  <a:pos x="60" y="286"/>
                </a:cxn>
                <a:cxn ang="0">
                  <a:pos x="61" y="292"/>
                </a:cxn>
                <a:cxn ang="0">
                  <a:pos x="69" y="299"/>
                </a:cxn>
                <a:cxn ang="0">
                  <a:pos x="74" y="301"/>
                </a:cxn>
                <a:cxn ang="0">
                  <a:pos x="85" y="295"/>
                </a:cxn>
                <a:cxn ang="0">
                  <a:pos x="89" y="286"/>
                </a:cxn>
                <a:cxn ang="0">
                  <a:pos x="89" y="185"/>
                </a:cxn>
                <a:cxn ang="0">
                  <a:pos x="90" y="179"/>
                </a:cxn>
                <a:cxn ang="0">
                  <a:pos x="94" y="179"/>
                </a:cxn>
                <a:cxn ang="0">
                  <a:pos x="100" y="181"/>
                </a:cxn>
                <a:cxn ang="0">
                  <a:pos x="100" y="286"/>
                </a:cxn>
                <a:cxn ang="0">
                  <a:pos x="101" y="292"/>
                </a:cxn>
                <a:cxn ang="0">
                  <a:pos x="109" y="299"/>
                </a:cxn>
                <a:cxn ang="0">
                  <a:pos x="114" y="301"/>
                </a:cxn>
                <a:cxn ang="0">
                  <a:pos x="125" y="295"/>
                </a:cxn>
                <a:cxn ang="0">
                  <a:pos x="129" y="286"/>
                </a:cxn>
                <a:cxn ang="0">
                  <a:pos x="129" y="174"/>
                </a:cxn>
                <a:cxn ang="0">
                  <a:pos x="136" y="167"/>
                </a:cxn>
                <a:cxn ang="0">
                  <a:pos x="150" y="152"/>
                </a:cxn>
                <a:cxn ang="0">
                  <a:pos x="156" y="143"/>
                </a:cxn>
                <a:cxn ang="0">
                  <a:pos x="163" y="125"/>
                </a:cxn>
                <a:cxn ang="0">
                  <a:pos x="165" y="119"/>
                </a:cxn>
                <a:cxn ang="0">
                  <a:pos x="161" y="107"/>
                </a:cxn>
                <a:cxn ang="0">
                  <a:pos x="158" y="94"/>
                </a:cxn>
                <a:cxn ang="0">
                  <a:pos x="139" y="119"/>
                </a:cxn>
                <a:cxn ang="0">
                  <a:pos x="134" y="130"/>
                </a:cxn>
                <a:cxn ang="0">
                  <a:pos x="129" y="92"/>
                </a:cxn>
                <a:cxn ang="0">
                  <a:pos x="136" y="105"/>
                </a:cxn>
                <a:cxn ang="0">
                  <a:pos x="141" y="118"/>
                </a:cxn>
                <a:cxn ang="0">
                  <a:pos x="139" y="119"/>
                </a:cxn>
                <a:cxn ang="0">
                  <a:pos x="141" y="118"/>
                </a:cxn>
              </a:cxnLst>
              <a:rect l="0" t="0" r="r" b="b"/>
              <a:pathLst>
                <a:path w="165" h="301">
                  <a:moveTo>
                    <a:pt x="158" y="94"/>
                  </a:moveTo>
                  <a:lnTo>
                    <a:pt x="158" y="94"/>
                  </a:lnTo>
                  <a:lnTo>
                    <a:pt x="147" y="78"/>
                  </a:lnTo>
                  <a:lnTo>
                    <a:pt x="141" y="69"/>
                  </a:lnTo>
                  <a:lnTo>
                    <a:pt x="134" y="63"/>
                  </a:lnTo>
                  <a:lnTo>
                    <a:pt x="134" y="63"/>
                  </a:lnTo>
                  <a:lnTo>
                    <a:pt x="130" y="61"/>
                  </a:lnTo>
                  <a:lnTo>
                    <a:pt x="130" y="60"/>
                  </a:lnTo>
                  <a:lnTo>
                    <a:pt x="130" y="60"/>
                  </a:lnTo>
                  <a:lnTo>
                    <a:pt x="123" y="58"/>
                  </a:lnTo>
                  <a:lnTo>
                    <a:pt x="116" y="56"/>
                  </a:lnTo>
                  <a:lnTo>
                    <a:pt x="100" y="54"/>
                  </a:lnTo>
                  <a:lnTo>
                    <a:pt x="81" y="56"/>
                  </a:lnTo>
                  <a:lnTo>
                    <a:pt x="67" y="58"/>
                  </a:lnTo>
                  <a:lnTo>
                    <a:pt x="67" y="58"/>
                  </a:lnTo>
                  <a:lnTo>
                    <a:pt x="63" y="58"/>
                  </a:lnTo>
                  <a:lnTo>
                    <a:pt x="61" y="58"/>
                  </a:lnTo>
                  <a:lnTo>
                    <a:pt x="61" y="58"/>
                  </a:lnTo>
                  <a:lnTo>
                    <a:pt x="61" y="58"/>
                  </a:lnTo>
                  <a:lnTo>
                    <a:pt x="61" y="58"/>
                  </a:lnTo>
                  <a:lnTo>
                    <a:pt x="47" y="58"/>
                  </a:lnTo>
                  <a:lnTo>
                    <a:pt x="34" y="56"/>
                  </a:lnTo>
                  <a:lnTo>
                    <a:pt x="34" y="56"/>
                  </a:lnTo>
                  <a:lnTo>
                    <a:pt x="27" y="40"/>
                  </a:lnTo>
                  <a:lnTo>
                    <a:pt x="23" y="25"/>
                  </a:lnTo>
                  <a:lnTo>
                    <a:pt x="23" y="23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12" y="3"/>
                  </a:lnTo>
                  <a:lnTo>
                    <a:pt x="14" y="14"/>
                  </a:lnTo>
                  <a:lnTo>
                    <a:pt x="14" y="14"/>
                  </a:lnTo>
                  <a:lnTo>
                    <a:pt x="9" y="14"/>
                  </a:lnTo>
                  <a:lnTo>
                    <a:pt x="3" y="18"/>
                  </a:lnTo>
                  <a:lnTo>
                    <a:pt x="2" y="22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3" y="45"/>
                  </a:lnTo>
                  <a:lnTo>
                    <a:pt x="11" y="60"/>
                  </a:lnTo>
                  <a:lnTo>
                    <a:pt x="11" y="60"/>
                  </a:lnTo>
                  <a:lnTo>
                    <a:pt x="14" y="70"/>
                  </a:lnTo>
                  <a:lnTo>
                    <a:pt x="16" y="74"/>
                  </a:lnTo>
                  <a:lnTo>
                    <a:pt x="22" y="76"/>
                  </a:lnTo>
                  <a:lnTo>
                    <a:pt x="22" y="76"/>
                  </a:lnTo>
                  <a:lnTo>
                    <a:pt x="40" y="81"/>
                  </a:lnTo>
                  <a:lnTo>
                    <a:pt x="49" y="83"/>
                  </a:lnTo>
                  <a:lnTo>
                    <a:pt x="60" y="83"/>
                  </a:lnTo>
                  <a:lnTo>
                    <a:pt x="60" y="92"/>
                  </a:lnTo>
                  <a:lnTo>
                    <a:pt x="60" y="92"/>
                  </a:lnTo>
                  <a:lnTo>
                    <a:pt x="60" y="181"/>
                  </a:lnTo>
                  <a:lnTo>
                    <a:pt x="60" y="286"/>
                  </a:lnTo>
                  <a:lnTo>
                    <a:pt x="60" y="286"/>
                  </a:lnTo>
                  <a:lnTo>
                    <a:pt x="61" y="292"/>
                  </a:lnTo>
                  <a:lnTo>
                    <a:pt x="63" y="295"/>
                  </a:lnTo>
                  <a:lnTo>
                    <a:pt x="69" y="299"/>
                  </a:lnTo>
                  <a:lnTo>
                    <a:pt x="74" y="301"/>
                  </a:lnTo>
                  <a:lnTo>
                    <a:pt x="74" y="301"/>
                  </a:lnTo>
                  <a:lnTo>
                    <a:pt x="80" y="299"/>
                  </a:lnTo>
                  <a:lnTo>
                    <a:pt x="85" y="295"/>
                  </a:lnTo>
                  <a:lnTo>
                    <a:pt x="89" y="292"/>
                  </a:lnTo>
                  <a:lnTo>
                    <a:pt x="89" y="286"/>
                  </a:lnTo>
                  <a:lnTo>
                    <a:pt x="89" y="185"/>
                  </a:lnTo>
                  <a:lnTo>
                    <a:pt x="89" y="185"/>
                  </a:lnTo>
                  <a:lnTo>
                    <a:pt x="90" y="181"/>
                  </a:lnTo>
                  <a:lnTo>
                    <a:pt x="90" y="179"/>
                  </a:lnTo>
                  <a:lnTo>
                    <a:pt x="94" y="179"/>
                  </a:lnTo>
                  <a:lnTo>
                    <a:pt x="94" y="179"/>
                  </a:lnTo>
                  <a:lnTo>
                    <a:pt x="98" y="179"/>
                  </a:lnTo>
                  <a:lnTo>
                    <a:pt x="100" y="181"/>
                  </a:lnTo>
                  <a:lnTo>
                    <a:pt x="100" y="185"/>
                  </a:lnTo>
                  <a:lnTo>
                    <a:pt x="100" y="286"/>
                  </a:lnTo>
                  <a:lnTo>
                    <a:pt x="100" y="286"/>
                  </a:lnTo>
                  <a:lnTo>
                    <a:pt x="101" y="292"/>
                  </a:lnTo>
                  <a:lnTo>
                    <a:pt x="103" y="295"/>
                  </a:lnTo>
                  <a:lnTo>
                    <a:pt x="109" y="299"/>
                  </a:lnTo>
                  <a:lnTo>
                    <a:pt x="114" y="301"/>
                  </a:lnTo>
                  <a:lnTo>
                    <a:pt x="114" y="301"/>
                  </a:lnTo>
                  <a:lnTo>
                    <a:pt x="119" y="299"/>
                  </a:lnTo>
                  <a:lnTo>
                    <a:pt x="125" y="295"/>
                  </a:lnTo>
                  <a:lnTo>
                    <a:pt x="127" y="292"/>
                  </a:lnTo>
                  <a:lnTo>
                    <a:pt x="129" y="286"/>
                  </a:lnTo>
                  <a:lnTo>
                    <a:pt x="129" y="188"/>
                  </a:lnTo>
                  <a:lnTo>
                    <a:pt x="129" y="174"/>
                  </a:lnTo>
                  <a:lnTo>
                    <a:pt x="129" y="174"/>
                  </a:lnTo>
                  <a:lnTo>
                    <a:pt x="136" y="167"/>
                  </a:lnTo>
                  <a:lnTo>
                    <a:pt x="143" y="159"/>
                  </a:lnTo>
                  <a:lnTo>
                    <a:pt x="150" y="152"/>
                  </a:lnTo>
                  <a:lnTo>
                    <a:pt x="156" y="143"/>
                  </a:lnTo>
                  <a:lnTo>
                    <a:pt x="156" y="143"/>
                  </a:lnTo>
                  <a:lnTo>
                    <a:pt x="161" y="130"/>
                  </a:lnTo>
                  <a:lnTo>
                    <a:pt x="163" y="125"/>
                  </a:lnTo>
                  <a:lnTo>
                    <a:pt x="165" y="119"/>
                  </a:lnTo>
                  <a:lnTo>
                    <a:pt x="165" y="119"/>
                  </a:lnTo>
                  <a:lnTo>
                    <a:pt x="165" y="112"/>
                  </a:lnTo>
                  <a:lnTo>
                    <a:pt x="161" y="107"/>
                  </a:lnTo>
                  <a:lnTo>
                    <a:pt x="158" y="94"/>
                  </a:lnTo>
                  <a:lnTo>
                    <a:pt x="158" y="94"/>
                  </a:lnTo>
                  <a:close/>
                  <a:moveTo>
                    <a:pt x="139" y="119"/>
                  </a:moveTo>
                  <a:lnTo>
                    <a:pt x="139" y="119"/>
                  </a:lnTo>
                  <a:lnTo>
                    <a:pt x="134" y="130"/>
                  </a:lnTo>
                  <a:lnTo>
                    <a:pt x="134" y="130"/>
                  </a:lnTo>
                  <a:lnTo>
                    <a:pt x="129" y="141"/>
                  </a:lnTo>
                  <a:lnTo>
                    <a:pt x="129" y="92"/>
                  </a:lnTo>
                  <a:lnTo>
                    <a:pt x="129" y="92"/>
                  </a:lnTo>
                  <a:lnTo>
                    <a:pt x="136" y="105"/>
                  </a:lnTo>
                  <a:lnTo>
                    <a:pt x="141" y="118"/>
                  </a:lnTo>
                  <a:lnTo>
                    <a:pt x="141" y="118"/>
                  </a:lnTo>
                  <a:lnTo>
                    <a:pt x="139" y="119"/>
                  </a:lnTo>
                  <a:lnTo>
                    <a:pt x="139" y="119"/>
                  </a:lnTo>
                  <a:close/>
                  <a:moveTo>
                    <a:pt x="141" y="118"/>
                  </a:moveTo>
                  <a:lnTo>
                    <a:pt x="141" y="11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37" name="Freeform 73">
              <a:extLst>
                <a:ext uri="{FF2B5EF4-FFF2-40B4-BE49-F238E27FC236}">
                  <a16:creationId xmlns:a16="http://schemas.microsoft.com/office/drawing/2014/main" id="{245730A7-179D-C469-5D4F-1D6D4CA98B48}"/>
                </a:ext>
              </a:extLst>
            </p:cNvPr>
            <p:cNvSpPr/>
            <p:nvPr/>
          </p:nvSpPr>
          <p:spPr bwMode="auto">
            <a:xfrm>
              <a:off x="3386647" y="802411"/>
              <a:ext cx="172336" cy="311450"/>
            </a:xfrm>
            <a:custGeom>
              <a:avLst/>
              <a:gdLst/>
              <a:ahLst/>
              <a:cxnLst>
                <a:cxn ang="0">
                  <a:pos x="158" y="94"/>
                </a:cxn>
                <a:cxn ang="0">
                  <a:pos x="141" y="69"/>
                </a:cxn>
                <a:cxn ang="0">
                  <a:pos x="134" y="63"/>
                </a:cxn>
                <a:cxn ang="0">
                  <a:pos x="130" y="60"/>
                </a:cxn>
                <a:cxn ang="0">
                  <a:pos x="123" y="58"/>
                </a:cxn>
                <a:cxn ang="0">
                  <a:pos x="100" y="54"/>
                </a:cxn>
                <a:cxn ang="0">
                  <a:pos x="67" y="58"/>
                </a:cxn>
                <a:cxn ang="0">
                  <a:pos x="63" y="58"/>
                </a:cxn>
                <a:cxn ang="0">
                  <a:pos x="61" y="58"/>
                </a:cxn>
                <a:cxn ang="0">
                  <a:pos x="61" y="58"/>
                </a:cxn>
                <a:cxn ang="0">
                  <a:pos x="34" y="56"/>
                </a:cxn>
                <a:cxn ang="0">
                  <a:pos x="27" y="40"/>
                </a:cxn>
                <a:cxn ang="0">
                  <a:pos x="23" y="23"/>
                </a:cxn>
                <a:cxn ang="0">
                  <a:pos x="20" y="2"/>
                </a:cxn>
                <a:cxn ang="0">
                  <a:pos x="14" y="0"/>
                </a:cxn>
                <a:cxn ang="0">
                  <a:pos x="12" y="2"/>
                </a:cxn>
                <a:cxn ang="0">
                  <a:pos x="14" y="14"/>
                </a:cxn>
                <a:cxn ang="0">
                  <a:pos x="9" y="14"/>
                </a:cxn>
                <a:cxn ang="0">
                  <a:pos x="2" y="22"/>
                </a:cxn>
                <a:cxn ang="0">
                  <a:pos x="0" y="29"/>
                </a:cxn>
                <a:cxn ang="0">
                  <a:pos x="11" y="60"/>
                </a:cxn>
                <a:cxn ang="0">
                  <a:pos x="14" y="70"/>
                </a:cxn>
                <a:cxn ang="0">
                  <a:pos x="22" y="76"/>
                </a:cxn>
                <a:cxn ang="0">
                  <a:pos x="40" y="81"/>
                </a:cxn>
                <a:cxn ang="0">
                  <a:pos x="60" y="83"/>
                </a:cxn>
                <a:cxn ang="0">
                  <a:pos x="60" y="92"/>
                </a:cxn>
                <a:cxn ang="0">
                  <a:pos x="60" y="286"/>
                </a:cxn>
                <a:cxn ang="0">
                  <a:pos x="61" y="292"/>
                </a:cxn>
                <a:cxn ang="0">
                  <a:pos x="69" y="299"/>
                </a:cxn>
                <a:cxn ang="0">
                  <a:pos x="74" y="301"/>
                </a:cxn>
                <a:cxn ang="0">
                  <a:pos x="85" y="295"/>
                </a:cxn>
                <a:cxn ang="0">
                  <a:pos x="89" y="286"/>
                </a:cxn>
                <a:cxn ang="0">
                  <a:pos x="89" y="185"/>
                </a:cxn>
                <a:cxn ang="0">
                  <a:pos x="90" y="179"/>
                </a:cxn>
                <a:cxn ang="0">
                  <a:pos x="94" y="179"/>
                </a:cxn>
                <a:cxn ang="0">
                  <a:pos x="100" y="181"/>
                </a:cxn>
                <a:cxn ang="0">
                  <a:pos x="100" y="286"/>
                </a:cxn>
                <a:cxn ang="0">
                  <a:pos x="101" y="292"/>
                </a:cxn>
                <a:cxn ang="0">
                  <a:pos x="109" y="299"/>
                </a:cxn>
                <a:cxn ang="0">
                  <a:pos x="114" y="301"/>
                </a:cxn>
                <a:cxn ang="0">
                  <a:pos x="125" y="295"/>
                </a:cxn>
                <a:cxn ang="0">
                  <a:pos x="129" y="286"/>
                </a:cxn>
                <a:cxn ang="0">
                  <a:pos x="129" y="174"/>
                </a:cxn>
                <a:cxn ang="0">
                  <a:pos x="136" y="167"/>
                </a:cxn>
                <a:cxn ang="0">
                  <a:pos x="150" y="152"/>
                </a:cxn>
                <a:cxn ang="0">
                  <a:pos x="156" y="143"/>
                </a:cxn>
                <a:cxn ang="0">
                  <a:pos x="163" y="125"/>
                </a:cxn>
                <a:cxn ang="0">
                  <a:pos x="165" y="119"/>
                </a:cxn>
                <a:cxn ang="0">
                  <a:pos x="161" y="107"/>
                </a:cxn>
                <a:cxn ang="0">
                  <a:pos x="158" y="94"/>
                </a:cxn>
              </a:cxnLst>
              <a:rect l="0" t="0" r="r" b="b"/>
              <a:pathLst>
                <a:path w="165" h="301">
                  <a:moveTo>
                    <a:pt x="158" y="94"/>
                  </a:moveTo>
                  <a:lnTo>
                    <a:pt x="158" y="94"/>
                  </a:lnTo>
                  <a:lnTo>
                    <a:pt x="147" y="78"/>
                  </a:lnTo>
                  <a:lnTo>
                    <a:pt x="141" y="69"/>
                  </a:lnTo>
                  <a:lnTo>
                    <a:pt x="134" y="63"/>
                  </a:lnTo>
                  <a:lnTo>
                    <a:pt x="134" y="63"/>
                  </a:lnTo>
                  <a:lnTo>
                    <a:pt x="130" y="61"/>
                  </a:lnTo>
                  <a:lnTo>
                    <a:pt x="130" y="60"/>
                  </a:lnTo>
                  <a:lnTo>
                    <a:pt x="130" y="60"/>
                  </a:lnTo>
                  <a:lnTo>
                    <a:pt x="123" y="58"/>
                  </a:lnTo>
                  <a:lnTo>
                    <a:pt x="116" y="56"/>
                  </a:lnTo>
                  <a:lnTo>
                    <a:pt x="100" y="54"/>
                  </a:lnTo>
                  <a:lnTo>
                    <a:pt x="81" y="56"/>
                  </a:lnTo>
                  <a:lnTo>
                    <a:pt x="67" y="58"/>
                  </a:lnTo>
                  <a:lnTo>
                    <a:pt x="67" y="58"/>
                  </a:lnTo>
                  <a:lnTo>
                    <a:pt x="63" y="58"/>
                  </a:lnTo>
                  <a:lnTo>
                    <a:pt x="61" y="58"/>
                  </a:lnTo>
                  <a:lnTo>
                    <a:pt x="61" y="58"/>
                  </a:lnTo>
                  <a:lnTo>
                    <a:pt x="61" y="58"/>
                  </a:lnTo>
                  <a:lnTo>
                    <a:pt x="61" y="58"/>
                  </a:lnTo>
                  <a:lnTo>
                    <a:pt x="47" y="58"/>
                  </a:lnTo>
                  <a:lnTo>
                    <a:pt x="34" y="56"/>
                  </a:lnTo>
                  <a:lnTo>
                    <a:pt x="34" y="56"/>
                  </a:lnTo>
                  <a:lnTo>
                    <a:pt x="27" y="40"/>
                  </a:lnTo>
                  <a:lnTo>
                    <a:pt x="23" y="25"/>
                  </a:lnTo>
                  <a:lnTo>
                    <a:pt x="23" y="23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12" y="3"/>
                  </a:lnTo>
                  <a:lnTo>
                    <a:pt x="14" y="14"/>
                  </a:lnTo>
                  <a:lnTo>
                    <a:pt x="14" y="14"/>
                  </a:lnTo>
                  <a:lnTo>
                    <a:pt x="9" y="14"/>
                  </a:lnTo>
                  <a:lnTo>
                    <a:pt x="3" y="18"/>
                  </a:lnTo>
                  <a:lnTo>
                    <a:pt x="2" y="22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3" y="45"/>
                  </a:lnTo>
                  <a:lnTo>
                    <a:pt x="11" y="60"/>
                  </a:lnTo>
                  <a:lnTo>
                    <a:pt x="11" y="60"/>
                  </a:lnTo>
                  <a:lnTo>
                    <a:pt x="14" y="70"/>
                  </a:lnTo>
                  <a:lnTo>
                    <a:pt x="16" y="74"/>
                  </a:lnTo>
                  <a:lnTo>
                    <a:pt x="22" y="76"/>
                  </a:lnTo>
                  <a:lnTo>
                    <a:pt x="22" y="76"/>
                  </a:lnTo>
                  <a:lnTo>
                    <a:pt x="40" y="81"/>
                  </a:lnTo>
                  <a:lnTo>
                    <a:pt x="49" y="83"/>
                  </a:lnTo>
                  <a:lnTo>
                    <a:pt x="60" y="83"/>
                  </a:lnTo>
                  <a:lnTo>
                    <a:pt x="60" y="92"/>
                  </a:lnTo>
                  <a:lnTo>
                    <a:pt x="60" y="92"/>
                  </a:lnTo>
                  <a:lnTo>
                    <a:pt x="60" y="181"/>
                  </a:lnTo>
                  <a:lnTo>
                    <a:pt x="60" y="286"/>
                  </a:lnTo>
                  <a:lnTo>
                    <a:pt x="60" y="286"/>
                  </a:lnTo>
                  <a:lnTo>
                    <a:pt x="61" y="292"/>
                  </a:lnTo>
                  <a:lnTo>
                    <a:pt x="63" y="295"/>
                  </a:lnTo>
                  <a:lnTo>
                    <a:pt x="69" y="299"/>
                  </a:lnTo>
                  <a:lnTo>
                    <a:pt x="74" y="301"/>
                  </a:lnTo>
                  <a:lnTo>
                    <a:pt x="74" y="301"/>
                  </a:lnTo>
                  <a:lnTo>
                    <a:pt x="80" y="299"/>
                  </a:lnTo>
                  <a:lnTo>
                    <a:pt x="85" y="295"/>
                  </a:lnTo>
                  <a:lnTo>
                    <a:pt x="89" y="292"/>
                  </a:lnTo>
                  <a:lnTo>
                    <a:pt x="89" y="286"/>
                  </a:lnTo>
                  <a:lnTo>
                    <a:pt x="89" y="185"/>
                  </a:lnTo>
                  <a:lnTo>
                    <a:pt x="89" y="185"/>
                  </a:lnTo>
                  <a:lnTo>
                    <a:pt x="90" y="181"/>
                  </a:lnTo>
                  <a:lnTo>
                    <a:pt x="90" y="179"/>
                  </a:lnTo>
                  <a:lnTo>
                    <a:pt x="94" y="179"/>
                  </a:lnTo>
                  <a:lnTo>
                    <a:pt x="94" y="179"/>
                  </a:lnTo>
                  <a:lnTo>
                    <a:pt x="98" y="179"/>
                  </a:lnTo>
                  <a:lnTo>
                    <a:pt x="100" y="181"/>
                  </a:lnTo>
                  <a:lnTo>
                    <a:pt x="100" y="185"/>
                  </a:lnTo>
                  <a:lnTo>
                    <a:pt x="100" y="286"/>
                  </a:lnTo>
                  <a:lnTo>
                    <a:pt x="100" y="286"/>
                  </a:lnTo>
                  <a:lnTo>
                    <a:pt x="101" y="292"/>
                  </a:lnTo>
                  <a:lnTo>
                    <a:pt x="103" y="295"/>
                  </a:lnTo>
                  <a:lnTo>
                    <a:pt x="109" y="299"/>
                  </a:lnTo>
                  <a:lnTo>
                    <a:pt x="114" y="301"/>
                  </a:lnTo>
                  <a:lnTo>
                    <a:pt x="114" y="301"/>
                  </a:lnTo>
                  <a:lnTo>
                    <a:pt x="119" y="299"/>
                  </a:lnTo>
                  <a:lnTo>
                    <a:pt x="125" y="295"/>
                  </a:lnTo>
                  <a:lnTo>
                    <a:pt x="127" y="292"/>
                  </a:lnTo>
                  <a:lnTo>
                    <a:pt x="129" y="286"/>
                  </a:lnTo>
                  <a:lnTo>
                    <a:pt x="129" y="188"/>
                  </a:lnTo>
                  <a:lnTo>
                    <a:pt x="129" y="174"/>
                  </a:lnTo>
                  <a:lnTo>
                    <a:pt x="129" y="174"/>
                  </a:lnTo>
                  <a:lnTo>
                    <a:pt x="136" y="167"/>
                  </a:lnTo>
                  <a:lnTo>
                    <a:pt x="143" y="159"/>
                  </a:lnTo>
                  <a:lnTo>
                    <a:pt x="150" y="152"/>
                  </a:lnTo>
                  <a:lnTo>
                    <a:pt x="156" y="143"/>
                  </a:lnTo>
                  <a:lnTo>
                    <a:pt x="156" y="143"/>
                  </a:lnTo>
                  <a:lnTo>
                    <a:pt x="161" y="130"/>
                  </a:lnTo>
                  <a:lnTo>
                    <a:pt x="163" y="125"/>
                  </a:lnTo>
                  <a:lnTo>
                    <a:pt x="165" y="119"/>
                  </a:lnTo>
                  <a:lnTo>
                    <a:pt x="165" y="119"/>
                  </a:lnTo>
                  <a:lnTo>
                    <a:pt x="165" y="112"/>
                  </a:lnTo>
                  <a:lnTo>
                    <a:pt x="161" y="107"/>
                  </a:lnTo>
                  <a:lnTo>
                    <a:pt x="158" y="94"/>
                  </a:lnTo>
                  <a:lnTo>
                    <a:pt x="158" y="94"/>
                  </a:lnTo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38" name="Freeform 74">
              <a:extLst>
                <a:ext uri="{FF2B5EF4-FFF2-40B4-BE49-F238E27FC236}">
                  <a16:creationId xmlns:a16="http://schemas.microsoft.com/office/drawing/2014/main" id="{F07855AA-3769-B53B-D126-BAA3D3DBEAF0}"/>
                </a:ext>
              </a:extLst>
            </p:cNvPr>
            <p:cNvSpPr/>
            <p:nvPr/>
          </p:nvSpPr>
          <p:spPr bwMode="auto">
            <a:xfrm>
              <a:off x="3521609" y="897922"/>
              <a:ext cx="12458" cy="51909"/>
            </a:xfrm>
            <a:custGeom>
              <a:avLst/>
              <a:gdLst/>
              <a:ahLst/>
              <a:cxnLst>
                <a:cxn ang="0">
                  <a:pos x="10" y="27"/>
                </a:cxn>
                <a:cxn ang="0">
                  <a:pos x="10" y="27"/>
                </a:cxn>
                <a:cxn ang="0">
                  <a:pos x="5" y="38"/>
                </a:cxn>
                <a:cxn ang="0">
                  <a:pos x="5" y="38"/>
                </a:cxn>
                <a:cxn ang="0">
                  <a:pos x="0" y="49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7" y="13"/>
                </a:cxn>
                <a:cxn ang="0">
                  <a:pos x="12" y="26"/>
                </a:cxn>
                <a:cxn ang="0">
                  <a:pos x="12" y="26"/>
                </a:cxn>
                <a:cxn ang="0">
                  <a:pos x="10" y="27"/>
                </a:cxn>
                <a:cxn ang="0">
                  <a:pos x="10" y="27"/>
                </a:cxn>
              </a:cxnLst>
              <a:rect l="0" t="0" r="r" b="b"/>
              <a:pathLst>
                <a:path w="12" h="49">
                  <a:moveTo>
                    <a:pt x="10" y="27"/>
                  </a:moveTo>
                  <a:lnTo>
                    <a:pt x="10" y="27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0" y="49"/>
                  </a:lnTo>
                  <a:lnTo>
                    <a:pt x="0" y="0"/>
                  </a:lnTo>
                  <a:lnTo>
                    <a:pt x="0" y="0"/>
                  </a:lnTo>
                  <a:lnTo>
                    <a:pt x="7" y="13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10" y="27"/>
                  </a:lnTo>
                  <a:lnTo>
                    <a:pt x="10" y="27"/>
                  </a:lnTo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39" name="Line 75">
              <a:extLst>
                <a:ext uri="{FF2B5EF4-FFF2-40B4-BE49-F238E27FC236}">
                  <a16:creationId xmlns:a16="http://schemas.microsoft.com/office/drawing/2014/main" id="{9BA76C55-3296-561F-145B-8E8D688C4D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4067" y="924914"/>
              <a:ext cx="2077" cy="2077"/>
            </a:xfrm>
            <a:prstGeom prst="lin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8FA48E4F-E7C3-F6C7-A1C8-826AFA14BD5A}"/>
              </a:ext>
            </a:extLst>
          </p:cNvPr>
          <p:cNvGrpSpPr/>
          <p:nvPr/>
        </p:nvGrpSpPr>
        <p:grpSpPr>
          <a:xfrm>
            <a:off x="1615471" y="5135869"/>
            <a:ext cx="2361287" cy="725026"/>
            <a:chOff x="2326670" y="5260659"/>
            <a:chExt cx="2164367" cy="725026"/>
          </a:xfrm>
        </p:grpSpPr>
        <p:sp>
          <p:nvSpPr>
            <p:cNvPr id="42" name="PA-矩形 4">
              <a:extLst>
                <a:ext uri="{FF2B5EF4-FFF2-40B4-BE49-F238E27FC236}">
                  <a16:creationId xmlns:a16="http://schemas.microsoft.com/office/drawing/2014/main" id="{67DEA0EF-516A-E9E2-9738-4915B1EE113A}"/>
                </a:ext>
              </a:extLst>
            </p:cNvPr>
            <p:cNvSpPr>
              <a:spLocks noChangeArrowheads="1"/>
            </p:cNvSpPr>
            <p:nvPr>
              <p:custDataLst>
                <p:tags r:id="Rd80fd2899a24492d"/>
              </p:custDataLst>
            </p:nvPr>
          </p:nvSpPr>
          <p:spPr bwMode="auto">
            <a:xfrm>
              <a:off x="2326670" y="5339354"/>
              <a:ext cx="216436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输入您的文本文字，更改文字的颜色或者大X属性</a:t>
              </a:r>
            </a:p>
          </p:txBody>
        </p: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5EE526C4-979C-C1CF-7C91-582E1A341D3C}"/>
                </a:ext>
              </a:extLst>
            </p:cNvPr>
            <p:cNvCxnSpPr/>
            <p:nvPr/>
          </p:nvCxnSpPr>
          <p:spPr>
            <a:xfrm>
              <a:off x="2350483" y="5260659"/>
              <a:ext cx="46267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EF2D919F-7633-C967-7513-343E4416C87F}"/>
              </a:ext>
            </a:extLst>
          </p:cNvPr>
          <p:cNvGrpSpPr/>
          <p:nvPr/>
        </p:nvGrpSpPr>
        <p:grpSpPr>
          <a:xfrm>
            <a:off x="4845689" y="4499765"/>
            <a:ext cx="2361287" cy="725026"/>
            <a:chOff x="2326670" y="5260659"/>
            <a:chExt cx="2164367" cy="725026"/>
          </a:xfrm>
        </p:grpSpPr>
        <p:sp>
          <p:nvSpPr>
            <p:cNvPr id="46" name="PA-矩形 4">
              <a:extLst>
                <a:ext uri="{FF2B5EF4-FFF2-40B4-BE49-F238E27FC236}">
                  <a16:creationId xmlns:a16="http://schemas.microsoft.com/office/drawing/2014/main" id="{C4350797-D0A0-41F8-43E9-8C6366F9853C}"/>
                </a:ext>
              </a:extLst>
            </p:cNvPr>
            <p:cNvSpPr>
              <a:spLocks noChangeArrowheads="1"/>
            </p:cNvSpPr>
            <p:nvPr>
              <p:custDataLst>
                <p:tags r:id="R7d9c98c9300442f9"/>
              </p:custDataLst>
            </p:nvPr>
          </p:nvSpPr>
          <p:spPr bwMode="auto">
            <a:xfrm>
              <a:off x="2326670" y="5339354"/>
              <a:ext cx="216436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输入您的文本文字，更改文字的颜色或者大X属性</a:t>
              </a:r>
            </a:p>
          </p:txBody>
        </p: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DEE5382-A0D7-163F-42FA-14038D90CE41}"/>
                </a:ext>
              </a:extLst>
            </p:cNvPr>
            <p:cNvCxnSpPr/>
            <p:nvPr/>
          </p:nvCxnSpPr>
          <p:spPr>
            <a:xfrm>
              <a:off x="2350483" y="5260659"/>
              <a:ext cx="46267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35F1847A-58F8-9BBC-50C1-EFE559EBB968}"/>
              </a:ext>
            </a:extLst>
          </p:cNvPr>
          <p:cNvGrpSpPr/>
          <p:nvPr/>
        </p:nvGrpSpPr>
        <p:grpSpPr>
          <a:xfrm>
            <a:off x="7976514" y="4092261"/>
            <a:ext cx="2361287" cy="725026"/>
            <a:chOff x="2326670" y="5260659"/>
            <a:chExt cx="2164367" cy="725026"/>
          </a:xfrm>
        </p:grpSpPr>
        <p:sp>
          <p:nvSpPr>
            <p:cNvPr id="49" name="PA-矩形 4">
              <a:extLst>
                <a:ext uri="{FF2B5EF4-FFF2-40B4-BE49-F238E27FC236}">
                  <a16:creationId xmlns:a16="http://schemas.microsoft.com/office/drawing/2014/main" id="{101A21D1-BD00-4640-87C3-92EECEFF3207}"/>
                </a:ext>
              </a:extLst>
            </p:cNvPr>
            <p:cNvSpPr>
              <a:spLocks noChangeArrowheads="1"/>
            </p:cNvSpPr>
            <p:nvPr>
              <p:custDataLst>
                <p:tags r:id="R8387a9e04ff4499e"/>
              </p:custDataLst>
            </p:nvPr>
          </p:nvSpPr>
          <p:spPr bwMode="auto">
            <a:xfrm>
              <a:off x="2326670" y="5339354"/>
              <a:ext cx="216436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输入您的文本文字，更改文字的颜色或者大X属性</a:t>
              </a:r>
            </a:p>
          </p:txBody>
        </p: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C302C2AA-30B8-3F27-A764-54BA9AD8B9DB}"/>
                </a:ext>
              </a:extLst>
            </p:cNvPr>
            <p:cNvCxnSpPr/>
            <p:nvPr/>
          </p:nvCxnSpPr>
          <p:spPr>
            <a:xfrm>
              <a:off x="2350483" y="5260659"/>
              <a:ext cx="46267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3185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30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4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47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53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0" calcmode="lin" valueType="num">
                                      <p:cBhvr>
                                        <p:cTn id="59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0.0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500" decel="10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by x="100000" y="100000"/>
                                      <p:from x="110000" y="11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20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B4E99-B445-EDB6-E5B6-76B2C5222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A6F1B128-A429-401A-2D65-0F511B62913D}"/>
              </a:ext>
            </a:extLst>
          </p:cNvPr>
          <p:cNvGrpSpPr/>
          <p:nvPr/>
        </p:nvGrpSpPr>
        <p:grpSpPr>
          <a:xfrm>
            <a:off x="3078428" y="43034"/>
            <a:ext cx="6035144" cy="462579"/>
            <a:chOff x="2562160" y="53790"/>
            <a:chExt cx="6035144" cy="46257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0DDB128-F74E-DB6C-B3B1-5A00164581A2}"/>
                </a:ext>
              </a:extLst>
            </p:cNvPr>
            <p:cNvSpPr txBox="1"/>
            <p:nvPr/>
          </p:nvSpPr>
          <p:spPr>
            <a:xfrm>
              <a:off x="4048658" y="53790"/>
              <a:ext cx="3062148" cy="462579"/>
            </a:xfrm>
            <a:prstGeom prst="rect">
              <a:avLst/>
            </a:prstGeom>
            <a:noFill/>
            <a:ln w="9525">
              <a:noFill/>
            </a:ln>
            <a:effectLst/>
          </p:spPr>
          <p:txBody>
            <a:bodyPr wrap="square">
              <a:noAutofit/>
            </a:bodyPr>
            <a:lstStyle/>
            <a:p>
              <a:pPr algn="dist"/>
              <a:r>
                <a:rPr lang="zh-CN" altLang="en-US" sz="2800" b="1">
                  <a:solidFill>
                    <a:schemeClr val="bg1"/>
                  </a:solidFill>
                  <a:cs typeface="+mn-ea"/>
                  <a:sym typeface="+mn-lt"/>
                </a:rPr>
                <a:t>峰会现场布置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116360E-A708-5EE7-57D4-FC704E0F1131}"/>
                </a:ext>
              </a:extLst>
            </p:cNvPr>
            <p:cNvSpPr/>
            <p:nvPr/>
          </p:nvSpPr>
          <p:spPr>
            <a:xfrm>
              <a:off x="2562160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AF06DB8-5855-E02C-BA07-00C8B3CA21FC}"/>
                </a:ext>
              </a:extLst>
            </p:cNvPr>
            <p:cNvSpPr/>
            <p:nvPr/>
          </p:nvSpPr>
          <p:spPr>
            <a:xfrm flipH="1">
              <a:off x="7287453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A6BAABD-AB3E-AB85-68F8-B7D1C5EC7049}"/>
              </a:ext>
            </a:extLst>
          </p:cNvPr>
          <p:cNvGrpSpPr/>
          <p:nvPr/>
        </p:nvGrpSpPr>
        <p:grpSpPr>
          <a:xfrm>
            <a:off x="1078258" y="2011681"/>
            <a:ext cx="10148543" cy="3352576"/>
            <a:chOff x="1078258" y="2011681"/>
            <a:chExt cx="10148542" cy="3352576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5E88A5C6-128D-482A-8708-A0C5C4E01628}"/>
                </a:ext>
              </a:extLst>
            </p:cNvPr>
            <p:cNvGrpSpPr/>
            <p:nvPr/>
          </p:nvGrpSpPr>
          <p:grpSpPr>
            <a:xfrm>
              <a:off x="1078258" y="2422548"/>
              <a:ext cx="2503142" cy="1932316"/>
              <a:chOff x="8638065" y="1511268"/>
              <a:chExt cx="2304861" cy="1932316"/>
            </a:xfrm>
          </p:grpSpPr>
          <p:sp>
            <p:nvSpPr>
              <p:cNvPr id="17" name="PA-矩形 4">
                <a:extLst>
                  <a:ext uri="{FF2B5EF4-FFF2-40B4-BE49-F238E27FC236}">
                    <a16:creationId xmlns:a16="http://schemas.microsoft.com/office/drawing/2014/main" id="{FEC1AD6C-B045-4C4B-C76D-95306D29180D}"/>
                  </a:ext>
                </a:extLst>
              </p:cNvPr>
              <p:cNvSpPr>
                <a:spLocks noChangeArrowheads="1"/>
              </p:cNvSpPr>
              <p:nvPr>
                <p:custDataLst>
                  <p:tags r:id="R613ddeb9e9d94ca2"/>
                </p:custDataLst>
              </p:nvPr>
            </p:nvSpPr>
            <p:spPr bwMode="auto">
              <a:xfrm>
                <a:off x="9110880" y="1511268"/>
                <a:ext cx="135922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输入标题</a:t>
                </a:r>
              </a:p>
            </p:txBody>
          </p:sp>
          <p:sp>
            <p:nvSpPr>
              <p:cNvPr id="18" name="PA-矩形 4">
                <a:extLst>
                  <a:ext uri="{FF2B5EF4-FFF2-40B4-BE49-F238E27FC236}">
                    <a16:creationId xmlns:a16="http://schemas.microsoft.com/office/drawing/2014/main" id="{4AE5003F-BEDB-8620-0007-5045BB31E188}"/>
                  </a:ext>
                </a:extLst>
              </p:cNvPr>
              <p:cNvSpPr>
                <a:spLocks noChangeArrowheads="1"/>
              </p:cNvSpPr>
              <p:nvPr>
                <p:custDataLst>
                  <p:tags r:id="Rc59defb6c5b64d9f"/>
                </p:custDataLst>
              </p:nvPr>
            </p:nvSpPr>
            <p:spPr bwMode="auto">
              <a:xfrm>
                <a:off x="8638065" y="2150922"/>
                <a:ext cx="2304861" cy="1292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输入您的文本文字，更改文字的颜色或者大X属性输入您的文本文字，更改文字的颜色或者大X属性</a:t>
                </a:r>
              </a:p>
            </p:txBody>
          </p: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C830B47B-3113-93CB-4B86-A4AF5B9FC8E6}"/>
                  </a:ext>
                </a:extLst>
              </p:cNvPr>
              <p:cNvCxnSpPr/>
              <p:nvPr/>
            </p:nvCxnSpPr>
            <p:spPr>
              <a:xfrm>
                <a:off x="9577481" y="2036618"/>
                <a:ext cx="426028" cy="0"/>
              </a:xfrm>
              <a:prstGeom prst="line">
                <a:avLst/>
              </a:prstGeom>
              <a:ln w="12700"/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1A6E57BF-101C-3F2F-5B31-6EA4954DABD1}"/>
                </a:ext>
              </a:extLst>
            </p:cNvPr>
            <p:cNvGrpSpPr/>
            <p:nvPr/>
          </p:nvGrpSpPr>
          <p:grpSpPr>
            <a:xfrm>
              <a:off x="8723658" y="2422548"/>
              <a:ext cx="2503142" cy="1932316"/>
              <a:chOff x="8638065" y="1511268"/>
              <a:chExt cx="2304861" cy="1932316"/>
            </a:xfrm>
          </p:grpSpPr>
          <p:sp>
            <p:nvSpPr>
              <p:cNvPr id="21" name="PA-矩形 4">
                <a:extLst>
                  <a:ext uri="{FF2B5EF4-FFF2-40B4-BE49-F238E27FC236}">
                    <a16:creationId xmlns:a16="http://schemas.microsoft.com/office/drawing/2014/main" id="{4F2957C9-DA32-0361-569C-0E66BCC67B8B}"/>
                  </a:ext>
                </a:extLst>
              </p:cNvPr>
              <p:cNvSpPr>
                <a:spLocks noChangeArrowheads="1"/>
              </p:cNvSpPr>
              <p:nvPr>
                <p:custDataLst>
                  <p:tags r:id="Rec712223e1594530"/>
                </p:custDataLst>
              </p:nvPr>
            </p:nvSpPr>
            <p:spPr bwMode="auto">
              <a:xfrm>
                <a:off x="9110880" y="1511268"/>
                <a:ext cx="135922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输入标题</a:t>
                </a:r>
              </a:p>
            </p:txBody>
          </p:sp>
          <p:sp>
            <p:nvSpPr>
              <p:cNvPr id="22" name="PA-矩形 4">
                <a:extLst>
                  <a:ext uri="{FF2B5EF4-FFF2-40B4-BE49-F238E27FC236}">
                    <a16:creationId xmlns:a16="http://schemas.microsoft.com/office/drawing/2014/main" id="{4F5654A3-C635-524E-461E-1D7C7BBABE1F}"/>
                  </a:ext>
                </a:extLst>
              </p:cNvPr>
              <p:cNvSpPr>
                <a:spLocks noChangeArrowheads="1"/>
              </p:cNvSpPr>
              <p:nvPr>
                <p:custDataLst>
                  <p:tags r:id="R676cb4c566814991"/>
                </p:custDataLst>
              </p:nvPr>
            </p:nvSpPr>
            <p:spPr bwMode="auto">
              <a:xfrm>
                <a:off x="8638065" y="2150922"/>
                <a:ext cx="2304861" cy="1292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</a:pPr>
                <a:r>
                  <a:rPr lang="zh-CN" altLang="en-US"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输入您的文本文字，更改文字的颜色或者大X属性输入您的文本文字，更改文字的颜色或者大X属性</a:t>
                </a:r>
              </a:p>
            </p:txBody>
          </p: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E29F7BFA-CA67-B2B4-9532-02FD3639E43B}"/>
                  </a:ext>
                </a:extLst>
              </p:cNvPr>
              <p:cNvCxnSpPr/>
              <p:nvPr/>
            </p:nvCxnSpPr>
            <p:spPr>
              <a:xfrm>
                <a:off x="9577481" y="2036618"/>
                <a:ext cx="426028" cy="0"/>
              </a:xfrm>
              <a:prstGeom prst="line">
                <a:avLst/>
              </a:prstGeom>
              <a:ln w="12700"/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5EAE1093-A88F-26E3-55C1-946A698C02B5}"/>
                </a:ext>
              </a:extLst>
            </p:cNvPr>
            <p:cNvSpPr/>
            <p:nvPr/>
          </p:nvSpPr>
          <p:spPr>
            <a:xfrm>
              <a:off x="2044700" y="4481285"/>
              <a:ext cx="673100" cy="673100"/>
            </a:xfrm>
            <a:prstGeom prst="ellipse">
              <a:avLst/>
            </a:prstGeom>
            <a:blipFill>
              <a:blip r:embed="R7b8831194de146cb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cs typeface="+mn-ea"/>
                  <a:sym typeface="+mn-lt"/>
                </a:rPr>
                <a:t>01</a:t>
              </a: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F9EC318E-BF09-92CC-AC33-D726CFD7F661}"/>
                </a:ext>
              </a:extLst>
            </p:cNvPr>
            <p:cNvSpPr/>
            <p:nvPr/>
          </p:nvSpPr>
          <p:spPr>
            <a:xfrm>
              <a:off x="9638679" y="4481285"/>
              <a:ext cx="673100" cy="673100"/>
            </a:xfrm>
            <a:prstGeom prst="ellipse">
              <a:avLst/>
            </a:prstGeom>
            <a:blipFill>
              <a:blip r:embed="Rca88009bac06465b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cs typeface="+mn-ea"/>
                  <a:sym typeface="+mn-lt"/>
                </a:rPr>
                <a:t>02</a:t>
              </a: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" name="îṥľídè">
              <a:extLst>
                <a:ext uri="{FF2B5EF4-FFF2-40B4-BE49-F238E27FC236}">
                  <a16:creationId xmlns:a16="http://schemas.microsoft.com/office/drawing/2014/main" id="{A999229F-6B00-7B8F-7EBD-C855AF264B21}"/>
                </a:ext>
              </a:extLst>
            </p:cNvPr>
            <p:cNvSpPr/>
            <p:nvPr/>
          </p:nvSpPr>
          <p:spPr bwMode="auto">
            <a:xfrm>
              <a:off x="4451138" y="2011681"/>
              <a:ext cx="3352583" cy="3352576"/>
            </a:xfrm>
            <a:prstGeom prst="ellipse">
              <a:avLst/>
            </a:prstGeom>
            <a:blipFill>
              <a:blip r:embed="R22a5128f82e54e59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19050">
              <a:noFill/>
              <a:round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endParaRPr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7065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30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C2C81-4FDF-EBD1-918E-F503BC1A7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E31A1D94-934C-9B9A-6C8C-9CE90D0F3734}"/>
              </a:ext>
            </a:extLst>
          </p:cNvPr>
          <p:cNvGrpSpPr/>
          <p:nvPr/>
        </p:nvGrpSpPr>
        <p:grpSpPr>
          <a:xfrm>
            <a:off x="3078428" y="43034"/>
            <a:ext cx="6035144" cy="462579"/>
            <a:chOff x="2562160" y="53790"/>
            <a:chExt cx="6035144" cy="46257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DB02E3C-BCD0-CA52-05D3-36BFF313CCFC}"/>
                </a:ext>
              </a:extLst>
            </p:cNvPr>
            <p:cNvSpPr txBox="1"/>
            <p:nvPr/>
          </p:nvSpPr>
          <p:spPr>
            <a:xfrm>
              <a:off x="4048658" y="53790"/>
              <a:ext cx="3062148" cy="462579"/>
            </a:xfrm>
            <a:prstGeom prst="rect">
              <a:avLst/>
            </a:prstGeom>
            <a:noFill/>
            <a:ln w="9525">
              <a:noFill/>
            </a:ln>
            <a:effectLst/>
          </p:spPr>
          <p:txBody>
            <a:bodyPr wrap="square">
              <a:noAutofit/>
            </a:bodyPr>
            <a:lstStyle/>
            <a:p>
              <a:pPr algn="dist"/>
              <a:r>
                <a:rPr lang="zh-CN" altLang="en-US" sz="2800" b="1">
                  <a:solidFill>
                    <a:schemeClr val="bg1"/>
                  </a:solidFill>
                  <a:cs typeface="+mn-ea"/>
                  <a:sym typeface="+mn-lt"/>
                </a:rPr>
                <a:t>峰会现场布置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A1FABF5-DE0B-F2D1-520F-601F6F074E3C}"/>
                </a:ext>
              </a:extLst>
            </p:cNvPr>
            <p:cNvSpPr/>
            <p:nvPr/>
          </p:nvSpPr>
          <p:spPr>
            <a:xfrm>
              <a:off x="2562160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DB2B8D3-0FB7-6685-27ED-6C92E2C9D433}"/>
                </a:ext>
              </a:extLst>
            </p:cNvPr>
            <p:cNvSpPr/>
            <p:nvPr/>
          </p:nvSpPr>
          <p:spPr>
            <a:xfrm flipH="1">
              <a:off x="7287453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EC5138CD-F854-1A4F-0FAA-8B880A0E7F22}"/>
              </a:ext>
            </a:extLst>
          </p:cNvPr>
          <p:cNvGrpSpPr/>
          <p:nvPr/>
        </p:nvGrpSpPr>
        <p:grpSpPr>
          <a:xfrm>
            <a:off x="1116421" y="1862223"/>
            <a:ext cx="5117804" cy="1182013"/>
            <a:chOff x="843387" y="1441166"/>
            <a:chExt cx="5117804" cy="118201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A18326FE-1AF2-C29B-9F93-D2984606361F}"/>
                </a:ext>
              </a:extLst>
            </p:cNvPr>
            <p:cNvSpPr/>
            <p:nvPr/>
          </p:nvSpPr>
          <p:spPr>
            <a:xfrm>
              <a:off x="852270" y="1441166"/>
              <a:ext cx="379254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420F74C-5E7D-A16A-F239-9FC9D7606824}"/>
                </a:ext>
              </a:extLst>
            </p:cNvPr>
            <p:cNvSpPr/>
            <p:nvPr/>
          </p:nvSpPr>
          <p:spPr>
            <a:xfrm>
              <a:off x="843387" y="1884515"/>
              <a:ext cx="5117804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输入您的文本文字，更改文字的颜色或者大X属性输入您的文本文字，更改文字的颜色或者大X属性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71F9D6B-9CD3-FBB1-4AA9-2D57958FF068}"/>
              </a:ext>
            </a:extLst>
          </p:cNvPr>
          <p:cNvGrpSpPr/>
          <p:nvPr/>
        </p:nvGrpSpPr>
        <p:grpSpPr>
          <a:xfrm>
            <a:off x="1213700" y="3457385"/>
            <a:ext cx="4901609" cy="2339163"/>
            <a:chOff x="978196" y="3551274"/>
            <a:chExt cx="4901609" cy="2339163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3BFEE064-FEDE-E366-9D53-628B674C2BD9}"/>
                </a:ext>
              </a:extLst>
            </p:cNvPr>
            <p:cNvSpPr/>
            <p:nvPr/>
          </p:nvSpPr>
          <p:spPr>
            <a:xfrm>
              <a:off x="978196" y="3551274"/>
              <a:ext cx="2254102" cy="2339163"/>
            </a:xfrm>
            <a:prstGeom prst="roundRect">
              <a:avLst>
                <a:gd name="adj" fmla="val 6761"/>
              </a:avLst>
            </a:prstGeom>
            <a:blipFill>
              <a:blip r:embed="Rd47a2932fb244041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F6EE193C-E573-B362-35BB-07FBBF80952A}"/>
                </a:ext>
              </a:extLst>
            </p:cNvPr>
            <p:cNvSpPr/>
            <p:nvPr/>
          </p:nvSpPr>
          <p:spPr>
            <a:xfrm>
              <a:off x="3538544" y="3551274"/>
              <a:ext cx="2341261" cy="2339163"/>
            </a:xfrm>
            <a:prstGeom prst="roundRect">
              <a:avLst>
                <a:gd name="adj" fmla="val 7576"/>
              </a:avLst>
            </a:prstGeom>
            <a:blipFill>
              <a:blip r:embed="R0bd223ebdab246dd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63533B05-6E3D-F0CB-1683-8DA7B83A484A}"/>
                </a:ext>
              </a:extLst>
            </p:cNvPr>
            <p:cNvGrpSpPr/>
            <p:nvPr/>
          </p:nvGrpSpPr>
          <p:grpSpPr>
            <a:xfrm>
              <a:off x="1208440" y="3780798"/>
              <a:ext cx="4390389" cy="1936858"/>
              <a:chOff x="1208440" y="3780798"/>
              <a:chExt cx="4390389" cy="1936858"/>
            </a:xfrm>
          </p:grpSpPr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947E2B73-54D7-63AE-7AA7-BA67BEC1F23D}"/>
                  </a:ext>
                </a:extLst>
              </p:cNvPr>
              <p:cNvGrpSpPr/>
              <p:nvPr/>
            </p:nvGrpSpPr>
            <p:grpSpPr>
              <a:xfrm>
                <a:off x="1208440" y="4234553"/>
                <a:ext cx="1788193" cy="1483103"/>
                <a:chOff x="843388" y="1441166"/>
                <a:chExt cx="1788193" cy="1483103"/>
              </a:xfrm>
            </p:grpSpPr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6C1F5713-F6F6-FAC2-91A0-FF77E6027149}"/>
                    </a:ext>
                  </a:extLst>
                </p:cNvPr>
                <p:cNvSpPr/>
                <p:nvPr/>
              </p:nvSpPr>
              <p:spPr>
                <a:xfrm>
                  <a:off x="852271" y="1441166"/>
                  <a:ext cx="1779310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 eaLnBrk="1" hangingPunct="1"/>
                  <a:r>
                    <a:rPr lang="zh-CN" altLang="en-US" sz="240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输入标题</a:t>
                  </a:r>
                </a:p>
              </p:txBody>
            </p:sp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C02CDFED-884E-00A9-18E7-B6999DE4DAAA}"/>
                    </a:ext>
                  </a:extLst>
                </p:cNvPr>
                <p:cNvSpPr/>
                <p:nvPr/>
              </p:nvSpPr>
              <p:spPr>
                <a:xfrm>
                  <a:off x="843388" y="1862440"/>
                  <a:ext cx="1779310" cy="106182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just" eaLnBrk="1" hangingPunct="1">
                    <a:lnSpc>
                      <a:spcPct val="150000"/>
                    </a:lnSpc>
                  </a:pPr>
                  <a:r>
                    <a:rPr lang="zh-CN" altLang="en-US" sz="140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输入您的文本文字，更改文字的颜色或者大X属性输入</a:t>
                  </a:r>
                </a:p>
              </p:txBody>
            </p:sp>
          </p:grpSp>
          <p:pic>
            <p:nvPicPr>
              <p:cNvPr id="11" name="图形 10">
                <a:extLst>
                  <a:ext uri="{FF2B5EF4-FFF2-40B4-BE49-F238E27FC236}">
                    <a16:creationId xmlns:a16="http://schemas.microsoft.com/office/drawing/2014/main" id="{908828C2-D5C5-9834-3A98-28C60D330A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e336f86ba13e4acf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02188" y="3822124"/>
                <a:ext cx="357702" cy="357702"/>
              </a:xfrm>
              <a:prstGeom prst="rect">
                <a:avLst/>
              </a:prstGeom>
            </p:spPr>
          </p:pic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DFFB60C6-11E6-068B-6E23-FC2380785E49}"/>
                  </a:ext>
                </a:extLst>
              </p:cNvPr>
              <p:cNvGrpSpPr/>
              <p:nvPr/>
            </p:nvGrpSpPr>
            <p:grpSpPr>
              <a:xfrm>
                <a:off x="3819519" y="4234553"/>
                <a:ext cx="1779310" cy="1483103"/>
                <a:chOff x="894118" y="1441166"/>
                <a:chExt cx="1779310" cy="1483103"/>
              </a:xfrm>
            </p:grpSpPr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FC0B0EE4-34FA-C935-41CC-D80D3D48FC81}"/>
                    </a:ext>
                  </a:extLst>
                </p:cNvPr>
                <p:cNvSpPr/>
                <p:nvPr/>
              </p:nvSpPr>
              <p:spPr>
                <a:xfrm>
                  <a:off x="894118" y="1441166"/>
                  <a:ext cx="1779310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 eaLnBrk="1" hangingPunct="1"/>
                  <a:r>
                    <a:rPr lang="zh-CN" altLang="en-US" sz="240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输入标题</a:t>
                  </a:r>
                </a:p>
              </p:txBody>
            </p:sp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08226754-A726-1DBA-1664-73F6CDFA5889}"/>
                    </a:ext>
                  </a:extLst>
                </p:cNvPr>
                <p:cNvSpPr/>
                <p:nvPr/>
              </p:nvSpPr>
              <p:spPr>
                <a:xfrm>
                  <a:off x="894118" y="1862440"/>
                  <a:ext cx="1779310" cy="106182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just" eaLnBrk="1" hangingPunct="1">
                    <a:lnSpc>
                      <a:spcPct val="150000"/>
                    </a:lnSpc>
                  </a:pPr>
                  <a:r>
                    <a:rPr lang="zh-CN" altLang="en-US" sz="140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输入您的文本文字，更改文字的颜色或者大X属性输入</a:t>
                  </a:r>
                </a:p>
              </p:txBody>
            </p:sp>
          </p:grpSp>
          <p:pic>
            <p:nvPicPr>
              <p:cNvPr id="15" name="图形 14">
                <a:extLst>
                  <a:ext uri="{FF2B5EF4-FFF2-40B4-BE49-F238E27FC236}">
                    <a16:creationId xmlns:a16="http://schemas.microsoft.com/office/drawing/2014/main" id="{4DDCF8A1-7203-FC43-4EC6-B4CCF2E3BF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509660" y="3780798"/>
                <a:ext cx="399028" cy="399028"/>
              </a:xfrm>
              <a:prstGeom prst="rect">
                <a:avLst/>
              </a:prstGeom>
            </p:spPr>
          </p:pic>
        </p:grp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CCEA0510-AF16-C23D-F3DD-14E58CBAB78C}"/>
              </a:ext>
            </a:extLst>
          </p:cNvPr>
          <p:cNvPicPr>
            <a:picLocks noChangeAspect="1"/>
          </p:cNvPicPr>
          <p:nvPr/>
        </p:nvPicPr>
        <p:blipFill>
          <a:blip r:embed="Rd11d588dd2c048c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77291" y="1740499"/>
            <a:ext cx="4047216" cy="4056048"/>
          </a:xfrm>
          <a:prstGeom prst="roundRect">
            <a:avLst>
              <a:gd name="adj" fmla="val 3908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4147143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3000">
        <p14:flythrough/>
      </p:transition>
    </mc:Choice>
    <mc:Fallback xmlns:p15="http://schemas.microsoft.com/office/powerpoint/2012/main" xmlns:asvg="http://schemas.microsoft.com/office/drawing/2016/SVG/main" xmlns:a14="http://schemas.microsoft.com/office/drawing/2010/main" xmlns:a16="http://schemas.microsoft.com/office/drawing/2014/main"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765DD-54AD-9E63-35FA-A874EEC5E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F7581EB7-FFCE-3085-8C64-85F0615E831E}"/>
              </a:ext>
            </a:extLst>
          </p:cNvPr>
          <p:cNvGrpSpPr/>
          <p:nvPr/>
        </p:nvGrpSpPr>
        <p:grpSpPr>
          <a:xfrm>
            <a:off x="3078428" y="43034"/>
            <a:ext cx="6035144" cy="462579"/>
            <a:chOff x="2562160" y="53790"/>
            <a:chExt cx="6035144" cy="46257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25B393E-7702-F749-6F77-C95D07DEC420}"/>
                </a:ext>
              </a:extLst>
            </p:cNvPr>
            <p:cNvSpPr txBox="1"/>
            <p:nvPr/>
          </p:nvSpPr>
          <p:spPr>
            <a:xfrm>
              <a:off x="4048658" y="53790"/>
              <a:ext cx="3062148" cy="462579"/>
            </a:xfrm>
            <a:prstGeom prst="rect">
              <a:avLst/>
            </a:prstGeom>
            <a:noFill/>
            <a:ln w="9525">
              <a:noFill/>
            </a:ln>
            <a:effectLst/>
          </p:spPr>
          <p:txBody>
            <a:bodyPr wrap="square">
              <a:noAutofit/>
            </a:bodyPr>
            <a:lstStyle/>
            <a:p>
              <a:pPr algn="dist"/>
              <a:r>
                <a:rPr lang="zh-CN" altLang="en-US" sz="2800" b="1">
                  <a:solidFill>
                    <a:schemeClr val="bg1"/>
                  </a:solidFill>
                  <a:cs typeface="+mn-ea"/>
                  <a:sym typeface="+mn-lt"/>
                </a:rPr>
                <a:t>峰会现场布置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330D06D-06D8-78A7-4454-16E8938102C0}"/>
                </a:ext>
              </a:extLst>
            </p:cNvPr>
            <p:cNvSpPr/>
            <p:nvPr/>
          </p:nvSpPr>
          <p:spPr>
            <a:xfrm>
              <a:off x="2562160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7FCA188-897D-220D-5C08-DE45D5E855A2}"/>
                </a:ext>
              </a:extLst>
            </p:cNvPr>
            <p:cNvSpPr/>
            <p:nvPr/>
          </p:nvSpPr>
          <p:spPr>
            <a:xfrm flipH="1">
              <a:off x="7287453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7D093E28-0489-36AE-6B4E-7F8895472C62}"/>
              </a:ext>
            </a:extLst>
          </p:cNvPr>
          <p:cNvGrpSpPr/>
          <p:nvPr/>
        </p:nvGrpSpPr>
        <p:grpSpPr>
          <a:xfrm>
            <a:off x="4846983" y="1916656"/>
            <a:ext cx="2498035" cy="3571264"/>
            <a:chOff x="4412365" y="1022789"/>
            <a:chExt cx="3369354" cy="4816930"/>
          </a:xfrm>
        </p:grpSpPr>
        <p:sp>
          <p:nvSpPr>
            <p:cNvPr id="15" name="任意多边形 47">
              <a:extLst>
                <a:ext uri="{FF2B5EF4-FFF2-40B4-BE49-F238E27FC236}">
                  <a16:creationId xmlns:a16="http://schemas.microsoft.com/office/drawing/2014/main" id="{6A261472-74FC-9F5C-4341-174C118D193A}"/>
                </a:ext>
              </a:extLst>
            </p:cNvPr>
            <p:cNvSpPr/>
            <p:nvPr/>
          </p:nvSpPr>
          <p:spPr bwMode="auto">
            <a:xfrm>
              <a:off x="4412365" y="2747399"/>
              <a:ext cx="1339007" cy="3092320"/>
            </a:xfrm>
            <a:custGeom>
              <a:avLst/>
              <a:gdLst>
                <a:gd name="connsiteX0" fmla="*/ 1703388 w 1703388"/>
                <a:gd name="connsiteY0" fmla="*/ 3200399 h 3933826"/>
                <a:gd name="connsiteX1" fmla="*/ 854076 w 1703388"/>
                <a:gd name="connsiteY1" fmla="*/ 3933826 h 3933826"/>
                <a:gd name="connsiteX2" fmla="*/ 0 w 1703388"/>
                <a:gd name="connsiteY2" fmla="*/ 3200399 h 3933826"/>
                <a:gd name="connsiteX3" fmla="*/ 420688 w 1703388"/>
                <a:gd name="connsiteY3" fmla="*/ 3200399 h 3933826"/>
                <a:gd name="connsiteX4" fmla="*/ 420688 w 1703388"/>
                <a:gd name="connsiteY4" fmla="*/ 679450 h 3933826"/>
                <a:gd name="connsiteX5" fmla="*/ 1285876 w 1703388"/>
                <a:gd name="connsiteY5" fmla="*/ 0 h 3933826"/>
                <a:gd name="connsiteX6" fmla="*/ 1285876 w 1703388"/>
                <a:gd name="connsiteY6" fmla="*/ 3200399 h 3933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03388" h="3933826">
                  <a:moveTo>
                    <a:pt x="1703388" y="3200399"/>
                  </a:moveTo>
                  <a:lnTo>
                    <a:pt x="854076" y="3933826"/>
                  </a:lnTo>
                  <a:lnTo>
                    <a:pt x="0" y="3200399"/>
                  </a:lnTo>
                  <a:lnTo>
                    <a:pt x="420688" y="3200399"/>
                  </a:lnTo>
                  <a:lnTo>
                    <a:pt x="420688" y="679450"/>
                  </a:lnTo>
                  <a:lnTo>
                    <a:pt x="1285876" y="0"/>
                  </a:lnTo>
                  <a:lnTo>
                    <a:pt x="1285876" y="3200399"/>
                  </a:lnTo>
                  <a:close/>
                </a:path>
              </a:pathLst>
            </a:custGeom>
            <a:blipFill>
              <a:blip r:embed="R1bde2dce233e4b1c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75CB8657-FF28-D860-333D-22661FCBDD3D}"/>
                </a:ext>
              </a:extLst>
            </p:cNvPr>
            <p:cNvSpPr/>
            <p:nvPr/>
          </p:nvSpPr>
          <p:spPr>
            <a:xfrm>
              <a:off x="4716800" y="4940207"/>
              <a:ext cx="729698" cy="5396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cs typeface="+mn-ea"/>
                  <a:sym typeface="+mn-lt"/>
                </a:rPr>
                <a:t>03</a:t>
              </a:r>
              <a:endParaRPr lang="zh-CN" altLang="en-US" sz="20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" name="任意多边形 51">
              <a:extLst>
                <a:ext uri="{FF2B5EF4-FFF2-40B4-BE49-F238E27FC236}">
                  <a16:creationId xmlns:a16="http://schemas.microsoft.com/office/drawing/2014/main" id="{2CF057AC-5B3F-9421-F13D-DC4ADF6862B8}"/>
                </a:ext>
              </a:extLst>
            </p:cNvPr>
            <p:cNvSpPr/>
            <p:nvPr/>
          </p:nvSpPr>
          <p:spPr bwMode="auto">
            <a:xfrm>
              <a:off x="5092475" y="1383436"/>
              <a:ext cx="1336511" cy="2834001"/>
            </a:xfrm>
            <a:custGeom>
              <a:avLst/>
              <a:gdLst>
                <a:gd name="connsiteX0" fmla="*/ 1700213 w 1700213"/>
                <a:gd name="connsiteY0" fmla="*/ 731838 h 3605212"/>
                <a:gd name="connsiteX1" fmla="*/ 1282701 w 1700213"/>
                <a:gd name="connsiteY1" fmla="*/ 731838 h 3605212"/>
                <a:gd name="connsiteX2" fmla="*/ 1282701 w 1700213"/>
                <a:gd name="connsiteY2" fmla="*/ 3605212 h 3605212"/>
                <a:gd name="connsiteX3" fmla="*/ 420688 w 1700213"/>
                <a:gd name="connsiteY3" fmla="*/ 2925762 h 3605212"/>
                <a:gd name="connsiteX4" fmla="*/ 420688 w 1700213"/>
                <a:gd name="connsiteY4" fmla="*/ 1735137 h 3605212"/>
                <a:gd name="connsiteX5" fmla="*/ 417513 w 1700213"/>
                <a:gd name="connsiteY5" fmla="*/ 1735137 h 3605212"/>
                <a:gd name="connsiteX6" fmla="*/ 417513 w 1700213"/>
                <a:gd name="connsiteY6" fmla="*/ 731838 h 3605212"/>
                <a:gd name="connsiteX7" fmla="*/ 417513 w 1700213"/>
                <a:gd name="connsiteY7" fmla="*/ 731838 h 3605212"/>
                <a:gd name="connsiteX8" fmla="*/ 0 w 1700213"/>
                <a:gd name="connsiteY8" fmla="*/ 731838 h 3605212"/>
                <a:gd name="connsiteX9" fmla="*/ 849313 w 1700213"/>
                <a:gd name="connsiteY9" fmla="*/ 0 h 3605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00213" h="3605212">
                  <a:moveTo>
                    <a:pt x="1700213" y="731838"/>
                  </a:moveTo>
                  <a:lnTo>
                    <a:pt x="1282701" y="731838"/>
                  </a:lnTo>
                  <a:lnTo>
                    <a:pt x="1282701" y="3605212"/>
                  </a:lnTo>
                  <a:lnTo>
                    <a:pt x="420688" y="2925762"/>
                  </a:lnTo>
                  <a:lnTo>
                    <a:pt x="420688" y="1735137"/>
                  </a:lnTo>
                  <a:lnTo>
                    <a:pt x="417513" y="1735137"/>
                  </a:lnTo>
                  <a:lnTo>
                    <a:pt x="417513" y="731838"/>
                  </a:lnTo>
                  <a:lnTo>
                    <a:pt x="417513" y="731838"/>
                  </a:lnTo>
                  <a:lnTo>
                    <a:pt x="0" y="731838"/>
                  </a:lnTo>
                  <a:lnTo>
                    <a:pt x="849313" y="0"/>
                  </a:lnTo>
                  <a:close/>
                </a:path>
              </a:pathLst>
            </a:custGeom>
            <a:blipFill>
              <a:blip r:embed="R2ed747747ca945b0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2FD97350-C913-A7C2-AC78-6A13147A143E}"/>
                </a:ext>
              </a:extLst>
            </p:cNvPr>
            <p:cNvSpPr/>
            <p:nvPr/>
          </p:nvSpPr>
          <p:spPr>
            <a:xfrm>
              <a:off x="5390300" y="1657838"/>
              <a:ext cx="729698" cy="5396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lang="zh-CN" altLang="en-US" sz="20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9" name="任意多边形 55">
              <a:extLst>
                <a:ext uri="{FF2B5EF4-FFF2-40B4-BE49-F238E27FC236}">
                  <a16:creationId xmlns:a16="http://schemas.microsoft.com/office/drawing/2014/main" id="{4ABF257B-B722-490A-0E87-F56E1F731EEF}"/>
                </a:ext>
              </a:extLst>
            </p:cNvPr>
            <p:cNvSpPr/>
            <p:nvPr/>
          </p:nvSpPr>
          <p:spPr bwMode="auto">
            <a:xfrm>
              <a:off x="6441465" y="1022789"/>
              <a:ext cx="1340254" cy="3537823"/>
            </a:xfrm>
            <a:custGeom>
              <a:avLst/>
              <a:gdLst>
                <a:gd name="connsiteX0" fmla="*/ 1704975 w 1704975"/>
                <a:gd name="connsiteY0" fmla="*/ 731838 h 4500563"/>
                <a:gd name="connsiteX1" fmla="*/ 1282701 w 1704975"/>
                <a:gd name="connsiteY1" fmla="*/ 731838 h 4500563"/>
                <a:gd name="connsiteX2" fmla="*/ 1282701 w 1704975"/>
                <a:gd name="connsiteY2" fmla="*/ 3816350 h 4500563"/>
                <a:gd name="connsiteX3" fmla="*/ 422276 w 1704975"/>
                <a:gd name="connsiteY3" fmla="*/ 4500563 h 4500563"/>
                <a:gd name="connsiteX4" fmla="*/ 422276 w 1704975"/>
                <a:gd name="connsiteY4" fmla="*/ 731838 h 4500563"/>
                <a:gd name="connsiteX5" fmla="*/ 422275 w 1704975"/>
                <a:gd name="connsiteY5" fmla="*/ 731838 h 4500563"/>
                <a:gd name="connsiteX6" fmla="*/ 0 w 1704975"/>
                <a:gd name="connsiteY6" fmla="*/ 731838 h 4500563"/>
                <a:gd name="connsiteX7" fmla="*/ 850900 w 1704975"/>
                <a:gd name="connsiteY7" fmla="*/ 0 h 4500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4500563">
                  <a:moveTo>
                    <a:pt x="1704975" y="731838"/>
                  </a:moveTo>
                  <a:lnTo>
                    <a:pt x="1282701" y="731838"/>
                  </a:lnTo>
                  <a:lnTo>
                    <a:pt x="1282701" y="3816350"/>
                  </a:lnTo>
                  <a:lnTo>
                    <a:pt x="422276" y="4500563"/>
                  </a:lnTo>
                  <a:lnTo>
                    <a:pt x="422276" y="731838"/>
                  </a:lnTo>
                  <a:lnTo>
                    <a:pt x="422275" y="731838"/>
                  </a:lnTo>
                  <a:lnTo>
                    <a:pt x="0" y="731838"/>
                  </a:lnTo>
                  <a:lnTo>
                    <a:pt x="850900" y="0"/>
                  </a:lnTo>
                  <a:close/>
                </a:path>
              </a:pathLst>
            </a:custGeom>
            <a:blipFill>
              <a:blip r:embed="R4e3af3c5c01a4ac1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9F517CAE-6C39-834F-2692-FE670FADEA48}"/>
                </a:ext>
              </a:extLst>
            </p:cNvPr>
            <p:cNvSpPr/>
            <p:nvPr/>
          </p:nvSpPr>
          <p:spPr>
            <a:xfrm>
              <a:off x="6736756" y="1271537"/>
              <a:ext cx="729698" cy="5396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lang="zh-CN" altLang="en-US" sz="20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任意多边形 59">
              <a:extLst>
                <a:ext uri="{FF2B5EF4-FFF2-40B4-BE49-F238E27FC236}">
                  <a16:creationId xmlns:a16="http://schemas.microsoft.com/office/drawing/2014/main" id="{A366A712-D7F2-C4B5-BC85-CAC412B29CE3}"/>
                </a:ext>
              </a:extLst>
            </p:cNvPr>
            <p:cNvSpPr/>
            <p:nvPr/>
          </p:nvSpPr>
          <p:spPr bwMode="auto">
            <a:xfrm>
              <a:off x="5768842" y="2661294"/>
              <a:ext cx="1340254" cy="2752888"/>
            </a:xfrm>
            <a:custGeom>
              <a:avLst/>
              <a:gdLst>
                <a:gd name="connsiteX0" fmla="*/ 1704975 w 1704975"/>
                <a:gd name="connsiteY0" fmla="*/ 2768600 h 3502025"/>
                <a:gd name="connsiteX1" fmla="*/ 854075 w 1704975"/>
                <a:gd name="connsiteY1" fmla="*/ 3502025 h 3502025"/>
                <a:gd name="connsiteX2" fmla="*/ 0 w 1704975"/>
                <a:gd name="connsiteY2" fmla="*/ 2768600 h 3502025"/>
                <a:gd name="connsiteX3" fmla="*/ 422275 w 1704975"/>
                <a:gd name="connsiteY3" fmla="*/ 2768600 h 3502025"/>
                <a:gd name="connsiteX4" fmla="*/ 422276 w 1704975"/>
                <a:gd name="connsiteY4" fmla="*/ 2768600 h 3502025"/>
                <a:gd name="connsiteX5" fmla="*/ 422276 w 1704975"/>
                <a:gd name="connsiteY5" fmla="*/ 0 h 3502025"/>
                <a:gd name="connsiteX6" fmla="*/ 1282701 w 1704975"/>
                <a:gd name="connsiteY6" fmla="*/ 684213 h 3502025"/>
                <a:gd name="connsiteX7" fmla="*/ 1282701 w 1704975"/>
                <a:gd name="connsiteY7" fmla="*/ 2768600 h 3502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3502025">
                  <a:moveTo>
                    <a:pt x="1704975" y="2768600"/>
                  </a:moveTo>
                  <a:lnTo>
                    <a:pt x="854075" y="3502025"/>
                  </a:lnTo>
                  <a:lnTo>
                    <a:pt x="0" y="2768600"/>
                  </a:lnTo>
                  <a:lnTo>
                    <a:pt x="422275" y="2768600"/>
                  </a:lnTo>
                  <a:lnTo>
                    <a:pt x="422276" y="2768600"/>
                  </a:lnTo>
                  <a:lnTo>
                    <a:pt x="422276" y="0"/>
                  </a:lnTo>
                  <a:lnTo>
                    <a:pt x="1282701" y="684213"/>
                  </a:lnTo>
                  <a:lnTo>
                    <a:pt x="1282701" y="2768600"/>
                  </a:lnTo>
                  <a:close/>
                </a:path>
              </a:pathLst>
            </a:custGeom>
            <a:blipFill>
              <a:blip r:embed="Rc46724b1057b451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80FC16F-DB81-8938-C137-5DCA84C08009}"/>
                </a:ext>
              </a:extLst>
            </p:cNvPr>
            <p:cNvSpPr/>
            <p:nvPr/>
          </p:nvSpPr>
          <p:spPr>
            <a:xfrm>
              <a:off x="6074736" y="4554200"/>
              <a:ext cx="729698" cy="5396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  <a:cs typeface="+mn-ea"/>
                  <a:sym typeface="+mn-lt"/>
                </a:rPr>
                <a:t>04</a:t>
              </a:r>
              <a:endParaRPr lang="zh-CN" altLang="en-US" sz="20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FE6EC785-1389-8CFD-1407-65EB69D43175}"/>
              </a:ext>
            </a:extLst>
          </p:cNvPr>
          <p:cNvGrpSpPr/>
          <p:nvPr/>
        </p:nvGrpSpPr>
        <p:grpSpPr>
          <a:xfrm>
            <a:off x="1561963" y="2151591"/>
            <a:ext cx="2851012" cy="1203305"/>
            <a:chOff x="8477908" y="1562068"/>
            <a:chExt cx="2625175" cy="1203305"/>
          </a:xfrm>
        </p:grpSpPr>
        <p:sp>
          <p:nvSpPr>
            <p:cNvPr id="24" name="PA-矩形 4">
              <a:extLst>
                <a:ext uri="{FF2B5EF4-FFF2-40B4-BE49-F238E27FC236}">
                  <a16:creationId xmlns:a16="http://schemas.microsoft.com/office/drawing/2014/main" id="{B1CF6319-3F5F-0547-4762-1B7E7F9ED6C2}"/>
                </a:ext>
              </a:extLst>
            </p:cNvPr>
            <p:cNvSpPr>
              <a:spLocks noChangeArrowheads="1"/>
            </p:cNvSpPr>
            <p:nvPr>
              <p:custDataLst>
                <p:tags r:id="R613d767e742441f8"/>
              </p:custDataLst>
            </p:nvPr>
          </p:nvSpPr>
          <p:spPr bwMode="auto">
            <a:xfrm>
              <a:off x="9110882" y="1562068"/>
              <a:ext cx="13592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25" name="PA-矩形 4">
              <a:extLst>
                <a:ext uri="{FF2B5EF4-FFF2-40B4-BE49-F238E27FC236}">
                  <a16:creationId xmlns:a16="http://schemas.microsoft.com/office/drawing/2014/main" id="{DEAACB81-54D7-7DA2-2193-F6672C4C50CC}"/>
                </a:ext>
              </a:extLst>
            </p:cNvPr>
            <p:cNvSpPr>
              <a:spLocks noChangeArrowheads="1"/>
            </p:cNvSpPr>
            <p:nvPr>
              <p:custDataLst>
                <p:tags r:id="Rc9af1bba965c4c7e"/>
              </p:custDataLst>
            </p:nvPr>
          </p:nvSpPr>
          <p:spPr bwMode="auto">
            <a:xfrm>
              <a:off x="8477908" y="2119042"/>
              <a:ext cx="2625175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输入您的文本文字，更改文字的颜色或者大X属性</a:t>
              </a: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A8112446-330D-0AAA-9EEB-FE7AF0097D03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3DDCB45-FB33-4D81-FBDC-660DE0F41738}"/>
              </a:ext>
            </a:extLst>
          </p:cNvPr>
          <p:cNvGrpSpPr/>
          <p:nvPr/>
        </p:nvGrpSpPr>
        <p:grpSpPr>
          <a:xfrm>
            <a:off x="1561963" y="3851182"/>
            <a:ext cx="2851012" cy="1203305"/>
            <a:chOff x="8477908" y="1562068"/>
            <a:chExt cx="2625175" cy="1203305"/>
          </a:xfrm>
        </p:grpSpPr>
        <p:sp>
          <p:nvSpPr>
            <p:cNvPr id="28" name="PA-矩形 4">
              <a:extLst>
                <a:ext uri="{FF2B5EF4-FFF2-40B4-BE49-F238E27FC236}">
                  <a16:creationId xmlns:a16="http://schemas.microsoft.com/office/drawing/2014/main" id="{9288BABB-66D2-2CDC-D55E-2D43A27CED4B}"/>
                </a:ext>
              </a:extLst>
            </p:cNvPr>
            <p:cNvSpPr>
              <a:spLocks noChangeArrowheads="1"/>
            </p:cNvSpPr>
            <p:nvPr>
              <p:custDataLst>
                <p:tags r:id="R72c344e02f8d45b4"/>
              </p:custDataLst>
            </p:nvPr>
          </p:nvSpPr>
          <p:spPr bwMode="auto">
            <a:xfrm>
              <a:off x="9110882" y="1562068"/>
              <a:ext cx="13592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29" name="PA-矩形 4">
              <a:extLst>
                <a:ext uri="{FF2B5EF4-FFF2-40B4-BE49-F238E27FC236}">
                  <a16:creationId xmlns:a16="http://schemas.microsoft.com/office/drawing/2014/main" id="{62A4F2EE-F947-7805-0A08-0481C477F264}"/>
                </a:ext>
              </a:extLst>
            </p:cNvPr>
            <p:cNvSpPr>
              <a:spLocks noChangeArrowheads="1"/>
            </p:cNvSpPr>
            <p:nvPr>
              <p:custDataLst>
                <p:tags r:id="R496fd0da9cf949a4"/>
              </p:custDataLst>
            </p:nvPr>
          </p:nvSpPr>
          <p:spPr bwMode="auto">
            <a:xfrm>
              <a:off x="8477908" y="2119042"/>
              <a:ext cx="2625175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输入您的文本文字，更改文字的颜色或者大X属性</a:t>
              </a:r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D5EE4E36-46BC-FDC4-37C9-170FD004AF77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C46CECBF-DB4B-7752-2734-FA470C35EBF1}"/>
              </a:ext>
            </a:extLst>
          </p:cNvPr>
          <p:cNvGrpSpPr/>
          <p:nvPr/>
        </p:nvGrpSpPr>
        <p:grpSpPr>
          <a:xfrm>
            <a:off x="7714285" y="2151591"/>
            <a:ext cx="2851012" cy="1203305"/>
            <a:chOff x="8477908" y="1562068"/>
            <a:chExt cx="2625175" cy="1203305"/>
          </a:xfrm>
        </p:grpSpPr>
        <p:sp>
          <p:nvSpPr>
            <p:cNvPr id="32" name="PA-矩形 4">
              <a:extLst>
                <a:ext uri="{FF2B5EF4-FFF2-40B4-BE49-F238E27FC236}">
                  <a16:creationId xmlns:a16="http://schemas.microsoft.com/office/drawing/2014/main" id="{FC170FEE-7868-CF26-52F5-54E9B65F11D7}"/>
                </a:ext>
              </a:extLst>
            </p:cNvPr>
            <p:cNvSpPr>
              <a:spLocks noChangeArrowheads="1"/>
            </p:cNvSpPr>
            <p:nvPr>
              <p:custDataLst>
                <p:tags r:id="R3147287a4fa44c12"/>
              </p:custDataLst>
            </p:nvPr>
          </p:nvSpPr>
          <p:spPr bwMode="auto">
            <a:xfrm>
              <a:off x="9110882" y="1562068"/>
              <a:ext cx="13592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33" name="PA-矩形 4">
              <a:extLst>
                <a:ext uri="{FF2B5EF4-FFF2-40B4-BE49-F238E27FC236}">
                  <a16:creationId xmlns:a16="http://schemas.microsoft.com/office/drawing/2014/main" id="{4B91B3BE-D362-9F4D-8E32-482A9A58C342}"/>
                </a:ext>
              </a:extLst>
            </p:cNvPr>
            <p:cNvSpPr>
              <a:spLocks noChangeArrowheads="1"/>
            </p:cNvSpPr>
            <p:nvPr>
              <p:custDataLst>
                <p:tags r:id="R9ac22493750144c2"/>
              </p:custDataLst>
            </p:nvPr>
          </p:nvSpPr>
          <p:spPr bwMode="auto">
            <a:xfrm>
              <a:off x="8477908" y="2119042"/>
              <a:ext cx="2625175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输入您的文本文字，更改文字的颜色或者大X属性</a:t>
              </a:r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6A4421B2-A3CA-A479-6406-72F4EF2517F6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3B9543AF-1E58-FE5E-BAD0-F3DE52089EBD}"/>
              </a:ext>
            </a:extLst>
          </p:cNvPr>
          <p:cNvGrpSpPr/>
          <p:nvPr/>
        </p:nvGrpSpPr>
        <p:grpSpPr>
          <a:xfrm>
            <a:off x="7714285" y="3851182"/>
            <a:ext cx="2851012" cy="1203305"/>
            <a:chOff x="8477908" y="1562068"/>
            <a:chExt cx="2625175" cy="1203305"/>
          </a:xfrm>
        </p:grpSpPr>
        <p:sp>
          <p:nvSpPr>
            <p:cNvPr id="36" name="PA-矩形 4">
              <a:extLst>
                <a:ext uri="{FF2B5EF4-FFF2-40B4-BE49-F238E27FC236}">
                  <a16:creationId xmlns:a16="http://schemas.microsoft.com/office/drawing/2014/main" id="{0F7764B2-2992-1BA2-D13F-6CF86CDE9562}"/>
                </a:ext>
              </a:extLst>
            </p:cNvPr>
            <p:cNvSpPr>
              <a:spLocks noChangeArrowheads="1"/>
            </p:cNvSpPr>
            <p:nvPr>
              <p:custDataLst>
                <p:tags r:id="R497d1d563fbf4a18"/>
              </p:custDataLst>
            </p:nvPr>
          </p:nvSpPr>
          <p:spPr bwMode="auto">
            <a:xfrm>
              <a:off x="9110882" y="1562068"/>
              <a:ext cx="13592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37" name="PA-矩形 4">
              <a:extLst>
                <a:ext uri="{FF2B5EF4-FFF2-40B4-BE49-F238E27FC236}">
                  <a16:creationId xmlns:a16="http://schemas.microsoft.com/office/drawing/2014/main" id="{A27EC23B-AE73-20AE-99C6-971D921266E1}"/>
                </a:ext>
              </a:extLst>
            </p:cNvPr>
            <p:cNvSpPr>
              <a:spLocks noChangeArrowheads="1"/>
            </p:cNvSpPr>
            <p:nvPr>
              <p:custDataLst>
                <p:tags r:id="R7156ec00568d4c13"/>
              </p:custDataLst>
            </p:nvPr>
          </p:nvSpPr>
          <p:spPr bwMode="auto">
            <a:xfrm>
              <a:off x="8477908" y="2119042"/>
              <a:ext cx="2625175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输入您的文本文字，更改文字的颜色或者大X属性</a:t>
              </a:r>
            </a:p>
          </p:txBody>
        </p: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D5715E2D-D88A-6ECE-8128-F33BA107645C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4885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30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4CC5-A4E2-A4C7-63F1-6E5172ACA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B9A11EE9-3C2A-85B5-44EF-3A67230AC17E}"/>
              </a:ext>
            </a:extLst>
          </p:cNvPr>
          <p:cNvGrpSpPr/>
          <p:nvPr/>
        </p:nvGrpSpPr>
        <p:grpSpPr>
          <a:xfrm>
            <a:off x="3078428" y="43034"/>
            <a:ext cx="6035144" cy="462579"/>
            <a:chOff x="2562160" y="53790"/>
            <a:chExt cx="6035144" cy="46257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22D2080-43CD-2E4E-667C-386408CB8582}"/>
                </a:ext>
              </a:extLst>
            </p:cNvPr>
            <p:cNvSpPr txBox="1"/>
            <p:nvPr/>
          </p:nvSpPr>
          <p:spPr>
            <a:xfrm>
              <a:off x="4048658" y="53790"/>
              <a:ext cx="3062148" cy="462579"/>
            </a:xfrm>
            <a:prstGeom prst="rect">
              <a:avLst/>
            </a:prstGeom>
            <a:noFill/>
            <a:ln w="9525">
              <a:noFill/>
            </a:ln>
            <a:effectLst/>
          </p:spPr>
          <p:txBody>
            <a:bodyPr wrap="square">
              <a:noAutofit/>
            </a:bodyPr>
            <a:lstStyle/>
            <a:p>
              <a:pPr algn="dist"/>
              <a:r>
                <a:rPr lang="zh-CN" altLang="en-US" sz="2800" b="1">
                  <a:solidFill>
                    <a:schemeClr val="bg1"/>
                  </a:solidFill>
                  <a:cs typeface="+mn-ea"/>
                  <a:sym typeface="+mn-lt"/>
                </a:rPr>
                <a:t>峰会现场布置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FF5BCB2-16A9-4028-A6C1-41C374EE8623}"/>
                </a:ext>
              </a:extLst>
            </p:cNvPr>
            <p:cNvSpPr/>
            <p:nvPr/>
          </p:nvSpPr>
          <p:spPr>
            <a:xfrm>
              <a:off x="2562160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F8FC27A-3161-9DAA-4F5C-DEF7A0E61717}"/>
                </a:ext>
              </a:extLst>
            </p:cNvPr>
            <p:cNvSpPr/>
            <p:nvPr/>
          </p:nvSpPr>
          <p:spPr>
            <a:xfrm flipH="1">
              <a:off x="7287453" y="262220"/>
              <a:ext cx="1309851" cy="45719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68000">
                  <a:schemeClr val="bg1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Freeform 3">
            <a:extLst>
              <a:ext uri="{FF2B5EF4-FFF2-40B4-BE49-F238E27FC236}">
                <a16:creationId xmlns:a16="http://schemas.microsoft.com/office/drawing/2014/main" id="{841D7C72-79A4-83BD-6386-AF4A5020A0F6}"/>
              </a:ext>
            </a:extLst>
          </p:cNvPr>
          <p:cNvSpPr/>
          <p:nvPr/>
        </p:nvSpPr>
        <p:spPr>
          <a:xfrm flipV="1">
            <a:off x="2558705" y="3171146"/>
            <a:ext cx="799020" cy="981754"/>
          </a:xfrm>
          <a:custGeom>
            <a:avLst/>
            <a:gdLst>
              <a:gd name="connsiteX0" fmla="*/ 0 w 1600200"/>
              <a:gd name="connsiteY0" fmla="*/ 800100 h 1600200"/>
              <a:gd name="connsiteX1" fmla="*/ 234345 w 1600200"/>
              <a:gd name="connsiteY1" fmla="*/ 234344 h 1600200"/>
              <a:gd name="connsiteX2" fmla="*/ 800102 w 1600200"/>
              <a:gd name="connsiteY2" fmla="*/ 1 h 1600200"/>
              <a:gd name="connsiteX3" fmla="*/ 1365858 w 1600200"/>
              <a:gd name="connsiteY3" fmla="*/ 234346 h 1600200"/>
              <a:gd name="connsiteX4" fmla="*/ 1600201 w 1600200"/>
              <a:gd name="connsiteY4" fmla="*/ 800103 h 1600200"/>
              <a:gd name="connsiteX5" fmla="*/ 1365857 w 1600200"/>
              <a:gd name="connsiteY5" fmla="*/ 1365859 h 1600200"/>
              <a:gd name="connsiteX6" fmla="*/ 800101 w 1600200"/>
              <a:gd name="connsiteY6" fmla="*/ 1600203 h 1600200"/>
              <a:gd name="connsiteX7" fmla="*/ 234345 w 1600200"/>
              <a:gd name="connsiteY7" fmla="*/ 1365859 h 1600200"/>
              <a:gd name="connsiteX8" fmla="*/ 2 w 1600200"/>
              <a:gd name="connsiteY8" fmla="*/ 800102 h 1600200"/>
              <a:gd name="connsiteX9" fmla="*/ 0 w 1600200"/>
              <a:gd name="connsiteY9" fmla="*/ 800100 h 1600200"/>
              <a:gd name="connsiteX0-1" fmla="*/ 0 w 1600201"/>
              <a:gd name="connsiteY0-2" fmla="*/ 1166064 h 1966167"/>
              <a:gd name="connsiteX1-3" fmla="*/ 234345 w 1600201"/>
              <a:gd name="connsiteY1-4" fmla="*/ 600308 h 1966167"/>
              <a:gd name="connsiteX2-5" fmla="*/ 800102 w 1600201"/>
              <a:gd name="connsiteY2-6" fmla="*/ 0 h 1966167"/>
              <a:gd name="connsiteX3-7" fmla="*/ 1365858 w 1600201"/>
              <a:gd name="connsiteY3-8" fmla="*/ 600310 h 1966167"/>
              <a:gd name="connsiteX4-9" fmla="*/ 1600201 w 1600201"/>
              <a:gd name="connsiteY4-10" fmla="*/ 1166067 h 1966167"/>
              <a:gd name="connsiteX5-11" fmla="*/ 1365857 w 1600201"/>
              <a:gd name="connsiteY5-12" fmla="*/ 1731823 h 1966167"/>
              <a:gd name="connsiteX6-13" fmla="*/ 800101 w 1600201"/>
              <a:gd name="connsiteY6-14" fmla="*/ 1966167 h 1966167"/>
              <a:gd name="connsiteX7-15" fmla="*/ 234345 w 1600201"/>
              <a:gd name="connsiteY7-16" fmla="*/ 1731823 h 1966167"/>
              <a:gd name="connsiteX8-17" fmla="*/ 2 w 1600201"/>
              <a:gd name="connsiteY8-18" fmla="*/ 1166066 h 1966167"/>
              <a:gd name="connsiteX9-19" fmla="*/ 0 w 1600201"/>
              <a:gd name="connsiteY9-20" fmla="*/ 1166064 h 19661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600201" h="1966167">
                <a:moveTo>
                  <a:pt x="0" y="1166064"/>
                </a:moveTo>
                <a:cubicBezTo>
                  <a:pt x="0" y="953864"/>
                  <a:pt x="100995" y="794652"/>
                  <a:pt x="234345" y="600308"/>
                </a:cubicBezTo>
                <a:cubicBezTo>
                  <a:pt x="367695" y="405964"/>
                  <a:pt x="587902" y="0"/>
                  <a:pt x="800102" y="0"/>
                </a:cubicBezTo>
                <a:cubicBezTo>
                  <a:pt x="1012302" y="0"/>
                  <a:pt x="1232508" y="405965"/>
                  <a:pt x="1365858" y="600310"/>
                </a:cubicBezTo>
                <a:cubicBezTo>
                  <a:pt x="1499208" y="794655"/>
                  <a:pt x="1600201" y="953867"/>
                  <a:pt x="1600201" y="1166067"/>
                </a:cubicBezTo>
                <a:cubicBezTo>
                  <a:pt x="1600201" y="1378267"/>
                  <a:pt x="1515905" y="1581775"/>
                  <a:pt x="1365857" y="1731823"/>
                </a:cubicBezTo>
                <a:cubicBezTo>
                  <a:pt x="1215809" y="1881871"/>
                  <a:pt x="1012300" y="1966167"/>
                  <a:pt x="800101" y="1966167"/>
                </a:cubicBezTo>
                <a:cubicBezTo>
                  <a:pt x="587901" y="1966167"/>
                  <a:pt x="384393" y="1881871"/>
                  <a:pt x="234345" y="1731823"/>
                </a:cubicBezTo>
                <a:cubicBezTo>
                  <a:pt x="84297" y="1581775"/>
                  <a:pt x="1" y="1378266"/>
                  <a:pt x="2" y="1166066"/>
                </a:cubicBezTo>
                <a:lnTo>
                  <a:pt x="0" y="1166064"/>
                </a:lnTo>
                <a:close/>
              </a:path>
            </a:pathLst>
          </a:custGeom>
          <a:blipFill>
            <a:blip r:embed="R6c8b01950dd84f4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E62CF89C-AE52-F3DF-0BBE-0EE29121BE57}"/>
              </a:ext>
            </a:extLst>
          </p:cNvPr>
          <p:cNvSpPr/>
          <p:nvPr/>
        </p:nvSpPr>
        <p:spPr>
          <a:xfrm>
            <a:off x="4119727" y="2968867"/>
            <a:ext cx="799020" cy="981756"/>
          </a:xfrm>
          <a:custGeom>
            <a:avLst/>
            <a:gdLst>
              <a:gd name="connsiteX0" fmla="*/ 0 w 1600200"/>
              <a:gd name="connsiteY0" fmla="*/ 800100 h 1600200"/>
              <a:gd name="connsiteX1" fmla="*/ 234345 w 1600200"/>
              <a:gd name="connsiteY1" fmla="*/ 234344 h 1600200"/>
              <a:gd name="connsiteX2" fmla="*/ 800102 w 1600200"/>
              <a:gd name="connsiteY2" fmla="*/ 1 h 1600200"/>
              <a:gd name="connsiteX3" fmla="*/ 1365858 w 1600200"/>
              <a:gd name="connsiteY3" fmla="*/ 234346 h 1600200"/>
              <a:gd name="connsiteX4" fmla="*/ 1600201 w 1600200"/>
              <a:gd name="connsiteY4" fmla="*/ 800103 h 1600200"/>
              <a:gd name="connsiteX5" fmla="*/ 1365857 w 1600200"/>
              <a:gd name="connsiteY5" fmla="*/ 1365859 h 1600200"/>
              <a:gd name="connsiteX6" fmla="*/ 800101 w 1600200"/>
              <a:gd name="connsiteY6" fmla="*/ 1600203 h 1600200"/>
              <a:gd name="connsiteX7" fmla="*/ 234345 w 1600200"/>
              <a:gd name="connsiteY7" fmla="*/ 1365859 h 1600200"/>
              <a:gd name="connsiteX8" fmla="*/ 2 w 1600200"/>
              <a:gd name="connsiteY8" fmla="*/ 800102 h 1600200"/>
              <a:gd name="connsiteX9" fmla="*/ 0 w 1600200"/>
              <a:gd name="connsiteY9" fmla="*/ 800100 h 1600200"/>
              <a:gd name="connsiteX0-1" fmla="*/ 0 w 1600201"/>
              <a:gd name="connsiteY0-2" fmla="*/ 1166064 h 1966167"/>
              <a:gd name="connsiteX1-3" fmla="*/ 234345 w 1600201"/>
              <a:gd name="connsiteY1-4" fmla="*/ 600308 h 1966167"/>
              <a:gd name="connsiteX2-5" fmla="*/ 800102 w 1600201"/>
              <a:gd name="connsiteY2-6" fmla="*/ 0 h 1966167"/>
              <a:gd name="connsiteX3-7" fmla="*/ 1365858 w 1600201"/>
              <a:gd name="connsiteY3-8" fmla="*/ 600310 h 1966167"/>
              <a:gd name="connsiteX4-9" fmla="*/ 1600201 w 1600201"/>
              <a:gd name="connsiteY4-10" fmla="*/ 1166067 h 1966167"/>
              <a:gd name="connsiteX5-11" fmla="*/ 1365857 w 1600201"/>
              <a:gd name="connsiteY5-12" fmla="*/ 1731823 h 1966167"/>
              <a:gd name="connsiteX6-13" fmla="*/ 800101 w 1600201"/>
              <a:gd name="connsiteY6-14" fmla="*/ 1966167 h 1966167"/>
              <a:gd name="connsiteX7-15" fmla="*/ 234345 w 1600201"/>
              <a:gd name="connsiteY7-16" fmla="*/ 1731823 h 1966167"/>
              <a:gd name="connsiteX8-17" fmla="*/ 2 w 1600201"/>
              <a:gd name="connsiteY8-18" fmla="*/ 1166066 h 1966167"/>
              <a:gd name="connsiteX9-19" fmla="*/ 0 w 1600201"/>
              <a:gd name="connsiteY9-20" fmla="*/ 1166064 h 19661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600201" h="1966167">
                <a:moveTo>
                  <a:pt x="0" y="1166064"/>
                </a:moveTo>
                <a:cubicBezTo>
                  <a:pt x="0" y="953864"/>
                  <a:pt x="100995" y="794652"/>
                  <a:pt x="234345" y="600308"/>
                </a:cubicBezTo>
                <a:cubicBezTo>
                  <a:pt x="367695" y="405964"/>
                  <a:pt x="587902" y="0"/>
                  <a:pt x="800102" y="0"/>
                </a:cubicBezTo>
                <a:cubicBezTo>
                  <a:pt x="1012302" y="0"/>
                  <a:pt x="1232508" y="405965"/>
                  <a:pt x="1365858" y="600310"/>
                </a:cubicBezTo>
                <a:cubicBezTo>
                  <a:pt x="1499208" y="794655"/>
                  <a:pt x="1600201" y="953867"/>
                  <a:pt x="1600201" y="1166067"/>
                </a:cubicBezTo>
                <a:cubicBezTo>
                  <a:pt x="1600201" y="1378267"/>
                  <a:pt x="1515905" y="1581775"/>
                  <a:pt x="1365857" y="1731823"/>
                </a:cubicBezTo>
                <a:cubicBezTo>
                  <a:pt x="1215809" y="1881871"/>
                  <a:pt x="1012300" y="1966167"/>
                  <a:pt x="800101" y="1966167"/>
                </a:cubicBezTo>
                <a:cubicBezTo>
                  <a:pt x="587901" y="1966167"/>
                  <a:pt x="384393" y="1881871"/>
                  <a:pt x="234345" y="1731823"/>
                </a:cubicBezTo>
                <a:cubicBezTo>
                  <a:pt x="84297" y="1581775"/>
                  <a:pt x="1" y="1378266"/>
                  <a:pt x="2" y="1166066"/>
                </a:cubicBezTo>
                <a:lnTo>
                  <a:pt x="0" y="1166064"/>
                </a:lnTo>
                <a:close/>
              </a:path>
            </a:pathLst>
          </a:custGeom>
          <a:blipFill>
            <a:blip r:embed="R3f48f6e2207d4d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82292952-4C8D-948F-7830-633BA594CFE0}"/>
              </a:ext>
            </a:extLst>
          </p:cNvPr>
          <p:cNvSpPr/>
          <p:nvPr/>
        </p:nvSpPr>
        <p:spPr>
          <a:xfrm flipV="1">
            <a:off x="5680747" y="3171146"/>
            <a:ext cx="799020" cy="981754"/>
          </a:xfrm>
          <a:custGeom>
            <a:avLst/>
            <a:gdLst>
              <a:gd name="connsiteX0" fmla="*/ 0 w 1600200"/>
              <a:gd name="connsiteY0" fmla="*/ 800100 h 1600200"/>
              <a:gd name="connsiteX1" fmla="*/ 234345 w 1600200"/>
              <a:gd name="connsiteY1" fmla="*/ 234344 h 1600200"/>
              <a:gd name="connsiteX2" fmla="*/ 800102 w 1600200"/>
              <a:gd name="connsiteY2" fmla="*/ 1 h 1600200"/>
              <a:gd name="connsiteX3" fmla="*/ 1365858 w 1600200"/>
              <a:gd name="connsiteY3" fmla="*/ 234346 h 1600200"/>
              <a:gd name="connsiteX4" fmla="*/ 1600201 w 1600200"/>
              <a:gd name="connsiteY4" fmla="*/ 800103 h 1600200"/>
              <a:gd name="connsiteX5" fmla="*/ 1365857 w 1600200"/>
              <a:gd name="connsiteY5" fmla="*/ 1365859 h 1600200"/>
              <a:gd name="connsiteX6" fmla="*/ 800101 w 1600200"/>
              <a:gd name="connsiteY6" fmla="*/ 1600203 h 1600200"/>
              <a:gd name="connsiteX7" fmla="*/ 234345 w 1600200"/>
              <a:gd name="connsiteY7" fmla="*/ 1365859 h 1600200"/>
              <a:gd name="connsiteX8" fmla="*/ 2 w 1600200"/>
              <a:gd name="connsiteY8" fmla="*/ 800102 h 1600200"/>
              <a:gd name="connsiteX9" fmla="*/ 0 w 1600200"/>
              <a:gd name="connsiteY9" fmla="*/ 800100 h 1600200"/>
              <a:gd name="connsiteX0-1" fmla="*/ 0 w 1600201"/>
              <a:gd name="connsiteY0-2" fmla="*/ 1166064 h 1966167"/>
              <a:gd name="connsiteX1-3" fmla="*/ 234345 w 1600201"/>
              <a:gd name="connsiteY1-4" fmla="*/ 600308 h 1966167"/>
              <a:gd name="connsiteX2-5" fmla="*/ 800102 w 1600201"/>
              <a:gd name="connsiteY2-6" fmla="*/ 0 h 1966167"/>
              <a:gd name="connsiteX3-7" fmla="*/ 1365858 w 1600201"/>
              <a:gd name="connsiteY3-8" fmla="*/ 600310 h 1966167"/>
              <a:gd name="connsiteX4-9" fmla="*/ 1600201 w 1600201"/>
              <a:gd name="connsiteY4-10" fmla="*/ 1166067 h 1966167"/>
              <a:gd name="connsiteX5-11" fmla="*/ 1365857 w 1600201"/>
              <a:gd name="connsiteY5-12" fmla="*/ 1731823 h 1966167"/>
              <a:gd name="connsiteX6-13" fmla="*/ 800101 w 1600201"/>
              <a:gd name="connsiteY6-14" fmla="*/ 1966167 h 1966167"/>
              <a:gd name="connsiteX7-15" fmla="*/ 234345 w 1600201"/>
              <a:gd name="connsiteY7-16" fmla="*/ 1731823 h 1966167"/>
              <a:gd name="connsiteX8-17" fmla="*/ 2 w 1600201"/>
              <a:gd name="connsiteY8-18" fmla="*/ 1166066 h 1966167"/>
              <a:gd name="connsiteX9-19" fmla="*/ 0 w 1600201"/>
              <a:gd name="connsiteY9-20" fmla="*/ 1166064 h 19661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600201" h="1966167">
                <a:moveTo>
                  <a:pt x="0" y="1166064"/>
                </a:moveTo>
                <a:cubicBezTo>
                  <a:pt x="0" y="953864"/>
                  <a:pt x="100995" y="794652"/>
                  <a:pt x="234345" y="600308"/>
                </a:cubicBezTo>
                <a:cubicBezTo>
                  <a:pt x="367695" y="405964"/>
                  <a:pt x="587902" y="0"/>
                  <a:pt x="800102" y="0"/>
                </a:cubicBezTo>
                <a:cubicBezTo>
                  <a:pt x="1012302" y="0"/>
                  <a:pt x="1232508" y="405965"/>
                  <a:pt x="1365858" y="600310"/>
                </a:cubicBezTo>
                <a:cubicBezTo>
                  <a:pt x="1499208" y="794655"/>
                  <a:pt x="1600201" y="953867"/>
                  <a:pt x="1600201" y="1166067"/>
                </a:cubicBezTo>
                <a:cubicBezTo>
                  <a:pt x="1600201" y="1378267"/>
                  <a:pt x="1515905" y="1581775"/>
                  <a:pt x="1365857" y="1731823"/>
                </a:cubicBezTo>
                <a:cubicBezTo>
                  <a:pt x="1215809" y="1881871"/>
                  <a:pt x="1012300" y="1966167"/>
                  <a:pt x="800101" y="1966167"/>
                </a:cubicBezTo>
                <a:cubicBezTo>
                  <a:pt x="587901" y="1966167"/>
                  <a:pt x="384393" y="1881871"/>
                  <a:pt x="234345" y="1731823"/>
                </a:cubicBezTo>
                <a:cubicBezTo>
                  <a:pt x="84297" y="1581775"/>
                  <a:pt x="1" y="1378266"/>
                  <a:pt x="2" y="1166066"/>
                </a:cubicBezTo>
                <a:lnTo>
                  <a:pt x="0" y="1166064"/>
                </a:lnTo>
                <a:close/>
              </a:path>
            </a:pathLst>
          </a:custGeom>
          <a:blipFill>
            <a:blip r:embed="R6c8b01950dd84f4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B9156739-A2F9-8B38-E5D0-2F689C557449}"/>
              </a:ext>
            </a:extLst>
          </p:cNvPr>
          <p:cNvSpPr/>
          <p:nvPr/>
        </p:nvSpPr>
        <p:spPr>
          <a:xfrm>
            <a:off x="7241770" y="2968867"/>
            <a:ext cx="799020" cy="981756"/>
          </a:xfrm>
          <a:custGeom>
            <a:avLst/>
            <a:gdLst>
              <a:gd name="connsiteX0" fmla="*/ 0 w 1600200"/>
              <a:gd name="connsiteY0" fmla="*/ 800100 h 1600200"/>
              <a:gd name="connsiteX1" fmla="*/ 234345 w 1600200"/>
              <a:gd name="connsiteY1" fmla="*/ 234344 h 1600200"/>
              <a:gd name="connsiteX2" fmla="*/ 800102 w 1600200"/>
              <a:gd name="connsiteY2" fmla="*/ 1 h 1600200"/>
              <a:gd name="connsiteX3" fmla="*/ 1365858 w 1600200"/>
              <a:gd name="connsiteY3" fmla="*/ 234346 h 1600200"/>
              <a:gd name="connsiteX4" fmla="*/ 1600201 w 1600200"/>
              <a:gd name="connsiteY4" fmla="*/ 800103 h 1600200"/>
              <a:gd name="connsiteX5" fmla="*/ 1365857 w 1600200"/>
              <a:gd name="connsiteY5" fmla="*/ 1365859 h 1600200"/>
              <a:gd name="connsiteX6" fmla="*/ 800101 w 1600200"/>
              <a:gd name="connsiteY6" fmla="*/ 1600203 h 1600200"/>
              <a:gd name="connsiteX7" fmla="*/ 234345 w 1600200"/>
              <a:gd name="connsiteY7" fmla="*/ 1365859 h 1600200"/>
              <a:gd name="connsiteX8" fmla="*/ 2 w 1600200"/>
              <a:gd name="connsiteY8" fmla="*/ 800102 h 1600200"/>
              <a:gd name="connsiteX9" fmla="*/ 0 w 1600200"/>
              <a:gd name="connsiteY9" fmla="*/ 800100 h 1600200"/>
              <a:gd name="connsiteX0-1" fmla="*/ 0 w 1600201"/>
              <a:gd name="connsiteY0-2" fmla="*/ 1166064 h 1966167"/>
              <a:gd name="connsiteX1-3" fmla="*/ 234345 w 1600201"/>
              <a:gd name="connsiteY1-4" fmla="*/ 600308 h 1966167"/>
              <a:gd name="connsiteX2-5" fmla="*/ 800102 w 1600201"/>
              <a:gd name="connsiteY2-6" fmla="*/ 0 h 1966167"/>
              <a:gd name="connsiteX3-7" fmla="*/ 1365858 w 1600201"/>
              <a:gd name="connsiteY3-8" fmla="*/ 600310 h 1966167"/>
              <a:gd name="connsiteX4-9" fmla="*/ 1600201 w 1600201"/>
              <a:gd name="connsiteY4-10" fmla="*/ 1166067 h 1966167"/>
              <a:gd name="connsiteX5-11" fmla="*/ 1365857 w 1600201"/>
              <a:gd name="connsiteY5-12" fmla="*/ 1731823 h 1966167"/>
              <a:gd name="connsiteX6-13" fmla="*/ 800101 w 1600201"/>
              <a:gd name="connsiteY6-14" fmla="*/ 1966167 h 1966167"/>
              <a:gd name="connsiteX7-15" fmla="*/ 234345 w 1600201"/>
              <a:gd name="connsiteY7-16" fmla="*/ 1731823 h 1966167"/>
              <a:gd name="connsiteX8-17" fmla="*/ 2 w 1600201"/>
              <a:gd name="connsiteY8-18" fmla="*/ 1166066 h 1966167"/>
              <a:gd name="connsiteX9-19" fmla="*/ 0 w 1600201"/>
              <a:gd name="connsiteY9-20" fmla="*/ 1166064 h 19661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600201" h="1966167">
                <a:moveTo>
                  <a:pt x="0" y="1166064"/>
                </a:moveTo>
                <a:cubicBezTo>
                  <a:pt x="0" y="953864"/>
                  <a:pt x="100995" y="794652"/>
                  <a:pt x="234345" y="600308"/>
                </a:cubicBezTo>
                <a:cubicBezTo>
                  <a:pt x="367695" y="405964"/>
                  <a:pt x="587902" y="0"/>
                  <a:pt x="800102" y="0"/>
                </a:cubicBezTo>
                <a:cubicBezTo>
                  <a:pt x="1012302" y="0"/>
                  <a:pt x="1232508" y="405965"/>
                  <a:pt x="1365858" y="600310"/>
                </a:cubicBezTo>
                <a:cubicBezTo>
                  <a:pt x="1499208" y="794655"/>
                  <a:pt x="1600201" y="953867"/>
                  <a:pt x="1600201" y="1166067"/>
                </a:cubicBezTo>
                <a:cubicBezTo>
                  <a:pt x="1600201" y="1378267"/>
                  <a:pt x="1515905" y="1581775"/>
                  <a:pt x="1365857" y="1731823"/>
                </a:cubicBezTo>
                <a:cubicBezTo>
                  <a:pt x="1215809" y="1881871"/>
                  <a:pt x="1012300" y="1966167"/>
                  <a:pt x="800101" y="1966167"/>
                </a:cubicBezTo>
                <a:cubicBezTo>
                  <a:pt x="587901" y="1966167"/>
                  <a:pt x="384393" y="1881871"/>
                  <a:pt x="234345" y="1731823"/>
                </a:cubicBezTo>
                <a:cubicBezTo>
                  <a:pt x="84297" y="1581775"/>
                  <a:pt x="1" y="1378266"/>
                  <a:pt x="2" y="1166066"/>
                </a:cubicBezTo>
                <a:lnTo>
                  <a:pt x="0" y="1166064"/>
                </a:lnTo>
                <a:close/>
              </a:path>
            </a:pathLst>
          </a:custGeom>
          <a:blipFill>
            <a:blip r:embed="R3f48f6e2207d4d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8" name="Freeform 21">
            <a:extLst>
              <a:ext uri="{FF2B5EF4-FFF2-40B4-BE49-F238E27FC236}">
                <a16:creationId xmlns:a16="http://schemas.microsoft.com/office/drawing/2014/main" id="{583337BE-8012-D38D-5725-D5E37D617FF3}"/>
              </a:ext>
            </a:extLst>
          </p:cNvPr>
          <p:cNvSpPr/>
          <p:nvPr/>
        </p:nvSpPr>
        <p:spPr>
          <a:xfrm flipV="1">
            <a:off x="8802791" y="3171146"/>
            <a:ext cx="799020" cy="981754"/>
          </a:xfrm>
          <a:custGeom>
            <a:avLst/>
            <a:gdLst>
              <a:gd name="connsiteX0" fmla="*/ 0 w 1600200"/>
              <a:gd name="connsiteY0" fmla="*/ 800100 h 1600200"/>
              <a:gd name="connsiteX1" fmla="*/ 234345 w 1600200"/>
              <a:gd name="connsiteY1" fmla="*/ 234344 h 1600200"/>
              <a:gd name="connsiteX2" fmla="*/ 800102 w 1600200"/>
              <a:gd name="connsiteY2" fmla="*/ 1 h 1600200"/>
              <a:gd name="connsiteX3" fmla="*/ 1365858 w 1600200"/>
              <a:gd name="connsiteY3" fmla="*/ 234346 h 1600200"/>
              <a:gd name="connsiteX4" fmla="*/ 1600201 w 1600200"/>
              <a:gd name="connsiteY4" fmla="*/ 800103 h 1600200"/>
              <a:gd name="connsiteX5" fmla="*/ 1365857 w 1600200"/>
              <a:gd name="connsiteY5" fmla="*/ 1365859 h 1600200"/>
              <a:gd name="connsiteX6" fmla="*/ 800101 w 1600200"/>
              <a:gd name="connsiteY6" fmla="*/ 1600203 h 1600200"/>
              <a:gd name="connsiteX7" fmla="*/ 234345 w 1600200"/>
              <a:gd name="connsiteY7" fmla="*/ 1365859 h 1600200"/>
              <a:gd name="connsiteX8" fmla="*/ 2 w 1600200"/>
              <a:gd name="connsiteY8" fmla="*/ 800102 h 1600200"/>
              <a:gd name="connsiteX9" fmla="*/ 0 w 1600200"/>
              <a:gd name="connsiteY9" fmla="*/ 800100 h 1600200"/>
              <a:gd name="connsiteX0-1" fmla="*/ 0 w 1600201"/>
              <a:gd name="connsiteY0-2" fmla="*/ 1166064 h 1966167"/>
              <a:gd name="connsiteX1-3" fmla="*/ 234345 w 1600201"/>
              <a:gd name="connsiteY1-4" fmla="*/ 600308 h 1966167"/>
              <a:gd name="connsiteX2-5" fmla="*/ 800102 w 1600201"/>
              <a:gd name="connsiteY2-6" fmla="*/ 0 h 1966167"/>
              <a:gd name="connsiteX3-7" fmla="*/ 1365858 w 1600201"/>
              <a:gd name="connsiteY3-8" fmla="*/ 600310 h 1966167"/>
              <a:gd name="connsiteX4-9" fmla="*/ 1600201 w 1600201"/>
              <a:gd name="connsiteY4-10" fmla="*/ 1166067 h 1966167"/>
              <a:gd name="connsiteX5-11" fmla="*/ 1365857 w 1600201"/>
              <a:gd name="connsiteY5-12" fmla="*/ 1731823 h 1966167"/>
              <a:gd name="connsiteX6-13" fmla="*/ 800101 w 1600201"/>
              <a:gd name="connsiteY6-14" fmla="*/ 1966167 h 1966167"/>
              <a:gd name="connsiteX7-15" fmla="*/ 234345 w 1600201"/>
              <a:gd name="connsiteY7-16" fmla="*/ 1731823 h 1966167"/>
              <a:gd name="connsiteX8-17" fmla="*/ 2 w 1600201"/>
              <a:gd name="connsiteY8-18" fmla="*/ 1166066 h 1966167"/>
              <a:gd name="connsiteX9-19" fmla="*/ 0 w 1600201"/>
              <a:gd name="connsiteY9-20" fmla="*/ 1166064 h 19661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</a:cxnLst>
            <a:rect l="l" t="t" r="r" b="b"/>
            <a:pathLst>
              <a:path w="1600201" h="1966167">
                <a:moveTo>
                  <a:pt x="0" y="1166064"/>
                </a:moveTo>
                <a:cubicBezTo>
                  <a:pt x="0" y="953864"/>
                  <a:pt x="100995" y="794652"/>
                  <a:pt x="234345" y="600308"/>
                </a:cubicBezTo>
                <a:cubicBezTo>
                  <a:pt x="367695" y="405964"/>
                  <a:pt x="587902" y="0"/>
                  <a:pt x="800102" y="0"/>
                </a:cubicBezTo>
                <a:cubicBezTo>
                  <a:pt x="1012302" y="0"/>
                  <a:pt x="1232508" y="405965"/>
                  <a:pt x="1365858" y="600310"/>
                </a:cubicBezTo>
                <a:cubicBezTo>
                  <a:pt x="1499208" y="794655"/>
                  <a:pt x="1600201" y="953867"/>
                  <a:pt x="1600201" y="1166067"/>
                </a:cubicBezTo>
                <a:cubicBezTo>
                  <a:pt x="1600201" y="1378267"/>
                  <a:pt x="1515905" y="1581775"/>
                  <a:pt x="1365857" y="1731823"/>
                </a:cubicBezTo>
                <a:cubicBezTo>
                  <a:pt x="1215809" y="1881871"/>
                  <a:pt x="1012300" y="1966167"/>
                  <a:pt x="800101" y="1966167"/>
                </a:cubicBezTo>
                <a:cubicBezTo>
                  <a:pt x="587901" y="1966167"/>
                  <a:pt x="384393" y="1881871"/>
                  <a:pt x="234345" y="1731823"/>
                </a:cubicBezTo>
                <a:cubicBezTo>
                  <a:pt x="84297" y="1581775"/>
                  <a:pt x="1" y="1378266"/>
                  <a:pt x="2" y="1166066"/>
                </a:cubicBezTo>
                <a:lnTo>
                  <a:pt x="0" y="1166064"/>
                </a:lnTo>
                <a:close/>
              </a:path>
            </a:pathLst>
          </a:custGeom>
          <a:blipFill>
            <a:blip r:embed="R6c8b01950dd84f4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9" name="Freeform 90">
            <a:extLst>
              <a:ext uri="{FF2B5EF4-FFF2-40B4-BE49-F238E27FC236}">
                <a16:creationId xmlns:a16="http://schemas.microsoft.com/office/drawing/2014/main" id="{98BBDD55-0590-0F1D-23DC-08C383EAE3B9}"/>
              </a:ext>
            </a:extLst>
          </p:cNvPr>
          <p:cNvSpPr>
            <a:spLocks noEditPoints="1"/>
          </p:cNvSpPr>
          <p:nvPr/>
        </p:nvSpPr>
        <p:spPr bwMode="auto">
          <a:xfrm>
            <a:off x="7484069" y="3373833"/>
            <a:ext cx="314419" cy="314420"/>
          </a:xfrm>
          <a:custGeom>
            <a:avLst/>
            <a:gdLst/>
            <a:ahLst/>
            <a:cxnLst>
              <a:cxn ang="0">
                <a:pos x="77" y="14"/>
              </a:cxn>
              <a:cxn ang="0">
                <a:pos x="51" y="34"/>
              </a:cxn>
              <a:cxn ang="0">
                <a:pos x="0" y="54"/>
              </a:cxn>
              <a:cxn ang="0">
                <a:pos x="23" y="80"/>
              </a:cxn>
              <a:cxn ang="0">
                <a:pos x="31" y="123"/>
              </a:cxn>
              <a:cxn ang="0">
                <a:pos x="54" y="115"/>
              </a:cxn>
              <a:cxn ang="0">
                <a:pos x="50" y="103"/>
              </a:cxn>
              <a:cxn ang="0">
                <a:pos x="50" y="76"/>
              </a:cxn>
              <a:cxn ang="0">
                <a:pos x="51" y="74"/>
              </a:cxn>
              <a:cxn ang="0">
                <a:pos x="52" y="73"/>
              </a:cxn>
              <a:cxn ang="0">
                <a:pos x="53" y="73"/>
              </a:cxn>
              <a:cxn ang="0">
                <a:pos x="77" y="94"/>
              </a:cxn>
              <a:cxn ang="0">
                <a:pos x="123" y="54"/>
              </a:cxn>
              <a:cxn ang="0">
                <a:pos x="77" y="54"/>
              </a:cxn>
              <a:cxn ang="0">
                <a:pos x="88" y="42"/>
              </a:cxn>
              <a:cxn ang="0">
                <a:pos x="88" y="65"/>
              </a:cxn>
              <a:cxn ang="0">
                <a:pos x="77" y="54"/>
              </a:cxn>
              <a:cxn ang="0">
                <a:pos x="15" y="42"/>
              </a:cxn>
              <a:cxn ang="0">
                <a:pos x="38" y="54"/>
              </a:cxn>
              <a:cxn ang="0">
                <a:pos x="15" y="65"/>
              </a:cxn>
              <a:cxn ang="0">
                <a:pos x="46" y="115"/>
              </a:cxn>
              <a:cxn ang="0">
                <a:pos x="31" y="80"/>
              </a:cxn>
              <a:cxn ang="0">
                <a:pos x="31" y="73"/>
              </a:cxn>
              <a:cxn ang="0">
                <a:pos x="43" y="73"/>
              </a:cxn>
              <a:cxn ang="0">
                <a:pos x="42" y="103"/>
              </a:cxn>
              <a:cxn ang="0">
                <a:pos x="46" y="112"/>
              </a:cxn>
              <a:cxn ang="0">
                <a:pos x="51" y="65"/>
              </a:cxn>
              <a:cxn ang="0">
                <a:pos x="50" y="65"/>
              </a:cxn>
              <a:cxn ang="0">
                <a:pos x="50" y="42"/>
              </a:cxn>
              <a:cxn ang="0">
                <a:pos x="71" y="34"/>
              </a:cxn>
              <a:cxn ang="0">
                <a:pos x="71" y="73"/>
              </a:cxn>
              <a:cxn ang="0">
                <a:pos x="96" y="100"/>
              </a:cxn>
              <a:cxn ang="0">
                <a:pos x="88" y="73"/>
              </a:cxn>
              <a:cxn ang="0">
                <a:pos x="88" y="34"/>
              </a:cxn>
              <a:cxn ang="0">
                <a:pos x="96" y="8"/>
              </a:cxn>
              <a:cxn ang="0">
                <a:pos x="96" y="100"/>
              </a:cxn>
              <a:cxn ang="0">
                <a:pos x="96" y="100"/>
              </a:cxn>
            </a:cxnLst>
            <a:rect l="0" t="0" r="r" b="b"/>
            <a:pathLst>
              <a:path w="123" h="123">
                <a:moveTo>
                  <a:pt x="96" y="0"/>
                </a:moveTo>
                <a:cubicBezTo>
                  <a:pt x="88" y="0"/>
                  <a:pt x="82" y="5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1" y="26"/>
                  <a:pt x="61" y="34"/>
                  <a:pt x="51" y="34"/>
                </a:cubicBezTo>
                <a:cubicBezTo>
                  <a:pt x="15" y="34"/>
                  <a:pt x="15" y="34"/>
                  <a:pt x="15" y="34"/>
                </a:cubicBezTo>
                <a:cubicBezTo>
                  <a:pt x="7" y="34"/>
                  <a:pt x="0" y="43"/>
                  <a:pt x="0" y="54"/>
                </a:cubicBezTo>
                <a:cubicBezTo>
                  <a:pt x="0" y="64"/>
                  <a:pt x="7" y="73"/>
                  <a:pt x="15" y="73"/>
                </a:cubicBezTo>
                <a:cubicBezTo>
                  <a:pt x="20" y="73"/>
                  <a:pt x="23" y="76"/>
                  <a:pt x="23" y="80"/>
                </a:cubicBezTo>
                <a:cubicBezTo>
                  <a:pt x="23" y="115"/>
                  <a:pt x="23" y="115"/>
                  <a:pt x="23" y="115"/>
                </a:cubicBezTo>
                <a:cubicBezTo>
                  <a:pt x="23" y="119"/>
                  <a:pt x="26" y="123"/>
                  <a:pt x="31" y="123"/>
                </a:cubicBezTo>
                <a:cubicBezTo>
                  <a:pt x="46" y="123"/>
                  <a:pt x="46" y="123"/>
                  <a:pt x="46" y="123"/>
                </a:cubicBezTo>
                <a:cubicBezTo>
                  <a:pt x="50" y="123"/>
                  <a:pt x="54" y="119"/>
                  <a:pt x="54" y="115"/>
                </a:cubicBezTo>
                <a:cubicBezTo>
                  <a:pt x="54" y="111"/>
                  <a:pt x="54" y="111"/>
                  <a:pt x="54" y="111"/>
                </a:cubicBezTo>
                <a:cubicBezTo>
                  <a:pt x="54" y="107"/>
                  <a:pt x="50" y="106"/>
                  <a:pt x="50" y="103"/>
                </a:cubicBezTo>
                <a:cubicBezTo>
                  <a:pt x="50" y="77"/>
                  <a:pt x="50" y="77"/>
                  <a:pt x="50" y="77"/>
                </a:cubicBezTo>
                <a:cubicBezTo>
                  <a:pt x="50" y="76"/>
                  <a:pt x="50" y="76"/>
                  <a:pt x="50" y="76"/>
                </a:cubicBezTo>
                <a:cubicBezTo>
                  <a:pt x="50" y="76"/>
                  <a:pt x="50" y="75"/>
                  <a:pt x="50" y="75"/>
                </a:cubicBezTo>
                <a:cubicBezTo>
                  <a:pt x="50" y="75"/>
                  <a:pt x="51" y="75"/>
                  <a:pt x="51" y="74"/>
                </a:cubicBezTo>
                <a:cubicBezTo>
                  <a:pt x="51" y="74"/>
                  <a:pt x="51" y="74"/>
                  <a:pt x="52" y="73"/>
                </a:cubicBezTo>
                <a:cubicBezTo>
                  <a:pt x="52" y="73"/>
                  <a:pt x="52" y="73"/>
                  <a:pt x="52" y="73"/>
                </a:cubicBezTo>
                <a:cubicBezTo>
                  <a:pt x="52" y="73"/>
                  <a:pt x="52" y="73"/>
                  <a:pt x="52" y="73"/>
                </a:cubicBezTo>
                <a:cubicBezTo>
                  <a:pt x="52" y="73"/>
                  <a:pt x="53" y="73"/>
                  <a:pt x="53" y="73"/>
                </a:cubicBezTo>
                <a:cubicBezTo>
                  <a:pt x="63" y="74"/>
                  <a:pt x="71" y="82"/>
                  <a:pt x="77" y="94"/>
                </a:cubicBezTo>
                <a:cubicBezTo>
                  <a:pt x="77" y="94"/>
                  <a:pt x="77" y="94"/>
                  <a:pt x="77" y="94"/>
                </a:cubicBezTo>
                <a:cubicBezTo>
                  <a:pt x="82" y="102"/>
                  <a:pt x="88" y="107"/>
                  <a:pt x="96" y="107"/>
                </a:cubicBezTo>
                <a:cubicBezTo>
                  <a:pt x="114" y="107"/>
                  <a:pt x="123" y="80"/>
                  <a:pt x="123" y="54"/>
                </a:cubicBezTo>
                <a:cubicBezTo>
                  <a:pt x="123" y="27"/>
                  <a:pt x="114" y="0"/>
                  <a:pt x="96" y="0"/>
                </a:cubicBezTo>
                <a:close/>
                <a:moveTo>
                  <a:pt x="77" y="54"/>
                </a:moveTo>
                <a:cubicBezTo>
                  <a:pt x="77" y="50"/>
                  <a:pt x="77" y="46"/>
                  <a:pt x="77" y="42"/>
                </a:cubicBezTo>
                <a:cubicBezTo>
                  <a:pt x="88" y="42"/>
                  <a:pt x="88" y="42"/>
                  <a:pt x="88" y="42"/>
                </a:cubicBezTo>
                <a:cubicBezTo>
                  <a:pt x="92" y="42"/>
                  <a:pt x="96" y="47"/>
                  <a:pt x="96" y="54"/>
                </a:cubicBezTo>
                <a:cubicBezTo>
                  <a:pt x="96" y="60"/>
                  <a:pt x="92" y="65"/>
                  <a:pt x="88" y="65"/>
                </a:cubicBezTo>
                <a:cubicBezTo>
                  <a:pt x="77" y="65"/>
                  <a:pt x="77" y="65"/>
                  <a:pt x="77" y="65"/>
                </a:cubicBezTo>
                <a:cubicBezTo>
                  <a:pt x="77" y="61"/>
                  <a:pt x="77" y="58"/>
                  <a:pt x="77" y="54"/>
                </a:cubicBezTo>
                <a:close/>
                <a:moveTo>
                  <a:pt x="8" y="54"/>
                </a:moveTo>
                <a:cubicBezTo>
                  <a:pt x="8" y="47"/>
                  <a:pt x="11" y="42"/>
                  <a:pt x="15" y="42"/>
                </a:cubicBezTo>
                <a:cubicBezTo>
                  <a:pt x="42" y="42"/>
                  <a:pt x="42" y="42"/>
                  <a:pt x="42" y="42"/>
                </a:cubicBezTo>
                <a:cubicBezTo>
                  <a:pt x="40" y="45"/>
                  <a:pt x="38" y="49"/>
                  <a:pt x="38" y="54"/>
                </a:cubicBezTo>
                <a:cubicBezTo>
                  <a:pt x="38" y="58"/>
                  <a:pt x="40" y="62"/>
                  <a:pt x="42" y="65"/>
                </a:cubicBezTo>
                <a:cubicBezTo>
                  <a:pt x="15" y="65"/>
                  <a:pt x="15" y="65"/>
                  <a:pt x="15" y="65"/>
                </a:cubicBezTo>
                <a:cubicBezTo>
                  <a:pt x="11" y="65"/>
                  <a:pt x="8" y="60"/>
                  <a:pt x="8" y="54"/>
                </a:cubicBezTo>
                <a:close/>
                <a:moveTo>
                  <a:pt x="46" y="115"/>
                </a:moveTo>
                <a:cubicBezTo>
                  <a:pt x="31" y="115"/>
                  <a:pt x="31" y="115"/>
                  <a:pt x="31" y="115"/>
                </a:cubicBezTo>
                <a:cubicBezTo>
                  <a:pt x="31" y="80"/>
                  <a:pt x="31" y="80"/>
                  <a:pt x="31" y="80"/>
                </a:cubicBezTo>
                <a:cubicBezTo>
                  <a:pt x="31" y="78"/>
                  <a:pt x="30" y="75"/>
                  <a:pt x="29" y="73"/>
                </a:cubicBezTo>
                <a:cubicBezTo>
                  <a:pt x="31" y="73"/>
                  <a:pt x="31" y="73"/>
                  <a:pt x="31" y="73"/>
                </a:cubicBezTo>
                <a:cubicBezTo>
                  <a:pt x="31" y="73"/>
                  <a:pt x="31" y="73"/>
                  <a:pt x="31" y="73"/>
                </a:cubicBezTo>
                <a:cubicBezTo>
                  <a:pt x="43" y="73"/>
                  <a:pt x="43" y="73"/>
                  <a:pt x="43" y="73"/>
                </a:cubicBezTo>
                <a:cubicBezTo>
                  <a:pt x="42" y="74"/>
                  <a:pt x="42" y="75"/>
                  <a:pt x="42" y="77"/>
                </a:cubicBezTo>
                <a:cubicBezTo>
                  <a:pt x="42" y="103"/>
                  <a:pt x="42" y="103"/>
                  <a:pt x="42" y="103"/>
                </a:cubicBezTo>
                <a:cubicBezTo>
                  <a:pt x="42" y="107"/>
                  <a:pt x="44" y="110"/>
                  <a:pt x="46" y="111"/>
                </a:cubicBezTo>
                <a:cubicBezTo>
                  <a:pt x="46" y="111"/>
                  <a:pt x="46" y="111"/>
                  <a:pt x="46" y="112"/>
                </a:cubicBezTo>
                <a:lnTo>
                  <a:pt x="46" y="115"/>
                </a:lnTo>
                <a:close/>
                <a:moveTo>
                  <a:pt x="51" y="65"/>
                </a:moveTo>
                <a:cubicBezTo>
                  <a:pt x="50" y="65"/>
                  <a:pt x="50" y="65"/>
                  <a:pt x="50" y="65"/>
                </a:cubicBezTo>
                <a:cubicBezTo>
                  <a:pt x="50" y="65"/>
                  <a:pt x="50" y="65"/>
                  <a:pt x="50" y="65"/>
                </a:cubicBezTo>
                <a:cubicBezTo>
                  <a:pt x="46" y="65"/>
                  <a:pt x="42" y="60"/>
                  <a:pt x="42" y="54"/>
                </a:cubicBezTo>
                <a:cubicBezTo>
                  <a:pt x="42" y="47"/>
                  <a:pt x="46" y="42"/>
                  <a:pt x="50" y="42"/>
                </a:cubicBezTo>
                <a:cubicBezTo>
                  <a:pt x="51" y="42"/>
                  <a:pt x="51" y="42"/>
                  <a:pt x="51" y="42"/>
                </a:cubicBezTo>
                <a:cubicBezTo>
                  <a:pt x="58" y="42"/>
                  <a:pt x="65" y="39"/>
                  <a:pt x="71" y="34"/>
                </a:cubicBezTo>
                <a:cubicBezTo>
                  <a:pt x="70" y="40"/>
                  <a:pt x="69" y="47"/>
                  <a:pt x="69" y="54"/>
                </a:cubicBezTo>
                <a:cubicBezTo>
                  <a:pt x="69" y="60"/>
                  <a:pt x="70" y="67"/>
                  <a:pt x="71" y="73"/>
                </a:cubicBezTo>
                <a:cubicBezTo>
                  <a:pt x="65" y="68"/>
                  <a:pt x="58" y="65"/>
                  <a:pt x="51" y="65"/>
                </a:cubicBezTo>
                <a:close/>
                <a:moveTo>
                  <a:pt x="96" y="100"/>
                </a:moveTo>
                <a:cubicBezTo>
                  <a:pt x="88" y="100"/>
                  <a:pt x="82" y="89"/>
                  <a:pt x="79" y="73"/>
                </a:cubicBezTo>
                <a:cubicBezTo>
                  <a:pt x="88" y="73"/>
                  <a:pt x="88" y="73"/>
                  <a:pt x="88" y="73"/>
                </a:cubicBezTo>
                <a:cubicBezTo>
                  <a:pt x="97" y="73"/>
                  <a:pt x="104" y="64"/>
                  <a:pt x="104" y="54"/>
                </a:cubicBezTo>
                <a:cubicBezTo>
                  <a:pt x="104" y="43"/>
                  <a:pt x="97" y="34"/>
                  <a:pt x="88" y="34"/>
                </a:cubicBezTo>
                <a:cubicBezTo>
                  <a:pt x="79" y="34"/>
                  <a:pt x="79" y="34"/>
                  <a:pt x="79" y="34"/>
                </a:cubicBezTo>
                <a:cubicBezTo>
                  <a:pt x="82" y="19"/>
                  <a:pt x="88" y="8"/>
                  <a:pt x="96" y="8"/>
                </a:cubicBezTo>
                <a:cubicBezTo>
                  <a:pt x="107" y="8"/>
                  <a:pt x="115" y="28"/>
                  <a:pt x="115" y="54"/>
                </a:cubicBezTo>
                <a:cubicBezTo>
                  <a:pt x="115" y="79"/>
                  <a:pt x="107" y="100"/>
                  <a:pt x="96" y="100"/>
                </a:cubicBezTo>
                <a:close/>
                <a:moveTo>
                  <a:pt x="96" y="100"/>
                </a:moveTo>
                <a:cubicBezTo>
                  <a:pt x="96" y="100"/>
                  <a:pt x="96" y="100"/>
                  <a:pt x="96" y="100"/>
                </a:cubicBezTo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>
              <a:cs typeface="+mn-ea"/>
              <a:sym typeface="+mn-lt"/>
            </a:endParaRPr>
          </a:p>
        </p:txBody>
      </p:sp>
      <p:grpSp>
        <p:nvGrpSpPr>
          <p:cNvPr id="20" name="Group 28">
            <a:extLst>
              <a:ext uri="{FF2B5EF4-FFF2-40B4-BE49-F238E27FC236}">
                <a16:creationId xmlns:a16="http://schemas.microsoft.com/office/drawing/2014/main" id="{4C34D51C-0D62-508E-DD85-233A6BE98AEE}"/>
              </a:ext>
            </a:extLst>
          </p:cNvPr>
          <p:cNvGrpSpPr/>
          <p:nvPr/>
        </p:nvGrpSpPr>
        <p:grpSpPr>
          <a:xfrm>
            <a:off x="4352240" y="3363307"/>
            <a:ext cx="333992" cy="335472"/>
            <a:chOff x="4019550" y="3568701"/>
            <a:chExt cx="358775" cy="360363"/>
          </a:xfrm>
          <a:solidFill>
            <a:schemeClr val="bg1"/>
          </a:solidFill>
        </p:grpSpPr>
        <p:sp>
          <p:nvSpPr>
            <p:cNvPr id="21" name="Freeform 105">
              <a:extLst>
                <a:ext uri="{FF2B5EF4-FFF2-40B4-BE49-F238E27FC236}">
                  <a16:creationId xmlns:a16="http://schemas.microsoft.com/office/drawing/2014/main" id="{FD4D5230-3BD4-9D1B-9AD1-DCE78158AC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19550" y="3568701"/>
              <a:ext cx="358775" cy="360363"/>
            </a:xfrm>
            <a:custGeom>
              <a:avLst/>
              <a:gdLst/>
              <a:ahLst/>
              <a:cxnLst>
                <a:cxn ang="0">
                  <a:pos x="77" y="0"/>
                </a:cxn>
                <a:cxn ang="0">
                  <a:pos x="31" y="46"/>
                </a:cxn>
                <a:cxn ang="0">
                  <a:pos x="36" y="68"/>
                </a:cxn>
                <a:cxn ang="0">
                  <a:pos x="4" y="100"/>
                </a:cxn>
                <a:cxn ang="0">
                  <a:pos x="4" y="100"/>
                </a:cxn>
                <a:cxn ang="0">
                  <a:pos x="0" y="109"/>
                </a:cxn>
                <a:cxn ang="0">
                  <a:pos x="13" y="123"/>
                </a:cxn>
                <a:cxn ang="0">
                  <a:pos x="23" y="119"/>
                </a:cxn>
                <a:cxn ang="0">
                  <a:pos x="23" y="119"/>
                </a:cxn>
                <a:cxn ang="0">
                  <a:pos x="55" y="87"/>
                </a:cxn>
                <a:cxn ang="0">
                  <a:pos x="77" y="92"/>
                </a:cxn>
                <a:cxn ang="0">
                  <a:pos x="123" y="46"/>
                </a:cxn>
                <a:cxn ang="0">
                  <a:pos x="77" y="0"/>
                </a:cxn>
                <a:cxn ang="0">
                  <a:pos x="18" y="114"/>
                </a:cxn>
                <a:cxn ang="0">
                  <a:pos x="13" y="116"/>
                </a:cxn>
                <a:cxn ang="0">
                  <a:pos x="7" y="109"/>
                </a:cxn>
                <a:cxn ang="0">
                  <a:pos x="9" y="104"/>
                </a:cxn>
                <a:cxn ang="0">
                  <a:pos x="9" y="104"/>
                </a:cxn>
                <a:cxn ang="0">
                  <a:pos x="40" y="73"/>
                </a:cxn>
                <a:cxn ang="0">
                  <a:pos x="49" y="83"/>
                </a:cxn>
                <a:cxn ang="0">
                  <a:pos x="18" y="114"/>
                </a:cxn>
                <a:cxn ang="0">
                  <a:pos x="77" y="84"/>
                </a:cxn>
                <a:cxn ang="0">
                  <a:pos x="38" y="46"/>
                </a:cxn>
                <a:cxn ang="0">
                  <a:pos x="77" y="8"/>
                </a:cxn>
                <a:cxn ang="0">
                  <a:pos x="115" y="46"/>
                </a:cxn>
                <a:cxn ang="0">
                  <a:pos x="77" y="84"/>
                </a:cxn>
                <a:cxn ang="0">
                  <a:pos x="77" y="84"/>
                </a:cxn>
                <a:cxn ang="0">
                  <a:pos x="77" y="84"/>
                </a:cxn>
              </a:cxnLst>
              <a:rect l="0" t="0" r="r" b="b"/>
              <a:pathLst>
                <a:path w="123" h="123">
                  <a:moveTo>
                    <a:pt x="77" y="0"/>
                  </a:moveTo>
                  <a:cubicBezTo>
                    <a:pt x="51" y="0"/>
                    <a:pt x="31" y="21"/>
                    <a:pt x="31" y="46"/>
                  </a:cubicBezTo>
                  <a:cubicBezTo>
                    <a:pt x="31" y="54"/>
                    <a:pt x="33" y="61"/>
                    <a:pt x="36" y="68"/>
                  </a:cubicBezTo>
                  <a:cubicBezTo>
                    <a:pt x="4" y="100"/>
                    <a:pt x="4" y="100"/>
                    <a:pt x="4" y="100"/>
                  </a:cubicBezTo>
                  <a:cubicBezTo>
                    <a:pt x="4" y="100"/>
                    <a:pt x="4" y="100"/>
                    <a:pt x="4" y="100"/>
                  </a:cubicBezTo>
                  <a:cubicBezTo>
                    <a:pt x="2" y="102"/>
                    <a:pt x="0" y="105"/>
                    <a:pt x="0" y="109"/>
                  </a:cubicBezTo>
                  <a:cubicBezTo>
                    <a:pt x="0" y="117"/>
                    <a:pt x="6" y="123"/>
                    <a:pt x="13" y="123"/>
                  </a:cubicBezTo>
                  <a:cubicBezTo>
                    <a:pt x="17" y="123"/>
                    <a:pt x="21" y="121"/>
                    <a:pt x="23" y="119"/>
                  </a:cubicBezTo>
                  <a:cubicBezTo>
                    <a:pt x="23" y="119"/>
                    <a:pt x="23" y="119"/>
                    <a:pt x="23" y="119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2" y="90"/>
                    <a:pt x="69" y="92"/>
                    <a:pt x="77" y="92"/>
                  </a:cubicBezTo>
                  <a:cubicBezTo>
                    <a:pt x="102" y="92"/>
                    <a:pt x="123" y="71"/>
                    <a:pt x="123" y="46"/>
                  </a:cubicBezTo>
                  <a:cubicBezTo>
                    <a:pt x="123" y="21"/>
                    <a:pt x="102" y="0"/>
                    <a:pt x="77" y="0"/>
                  </a:cubicBezTo>
                  <a:close/>
                  <a:moveTo>
                    <a:pt x="18" y="114"/>
                  </a:moveTo>
                  <a:cubicBezTo>
                    <a:pt x="17" y="115"/>
                    <a:pt x="15" y="116"/>
                    <a:pt x="13" y="116"/>
                  </a:cubicBezTo>
                  <a:cubicBezTo>
                    <a:pt x="10" y="116"/>
                    <a:pt x="7" y="113"/>
                    <a:pt x="7" y="109"/>
                  </a:cubicBezTo>
                  <a:cubicBezTo>
                    <a:pt x="7" y="107"/>
                    <a:pt x="8" y="106"/>
                    <a:pt x="9" y="104"/>
                  </a:cubicBezTo>
                  <a:cubicBezTo>
                    <a:pt x="9" y="104"/>
                    <a:pt x="9" y="104"/>
                    <a:pt x="9" y="104"/>
                  </a:cubicBezTo>
                  <a:cubicBezTo>
                    <a:pt x="40" y="73"/>
                    <a:pt x="40" y="73"/>
                    <a:pt x="40" y="73"/>
                  </a:cubicBezTo>
                  <a:cubicBezTo>
                    <a:pt x="42" y="77"/>
                    <a:pt x="46" y="80"/>
                    <a:pt x="49" y="83"/>
                  </a:cubicBezTo>
                  <a:lnTo>
                    <a:pt x="18" y="114"/>
                  </a:lnTo>
                  <a:close/>
                  <a:moveTo>
                    <a:pt x="77" y="84"/>
                  </a:moveTo>
                  <a:cubicBezTo>
                    <a:pt x="55" y="84"/>
                    <a:pt x="38" y="67"/>
                    <a:pt x="38" y="46"/>
                  </a:cubicBezTo>
                  <a:cubicBezTo>
                    <a:pt x="38" y="25"/>
                    <a:pt x="55" y="8"/>
                    <a:pt x="77" y="8"/>
                  </a:cubicBezTo>
                  <a:cubicBezTo>
                    <a:pt x="98" y="8"/>
                    <a:pt x="115" y="25"/>
                    <a:pt x="115" y="46"/>
                  </a:cubicBezTo>
                  <a:cubicBezTo>
                    <a:pt x="115" y="67"/>
                    <a:pt x="98" y="84"/>
                    <a:pt x="77" y="84"/>
                  </a:cubicBezTo>
                  <a:close/>
                  <a:moveTo>
                    <a:pt x="77" y="84"/>
                  </a:moveTo>
                  <a:cubicBezTo>
                    <a:pt x="77" y="84"/>
                    <a:pt x="77" y="84"/>
                    <a:pt x="77" y="84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cs typeface="+mn-ea"/>
                <a:sym typeface="+mn-lt"/>
              </a:endParaRPr>
            </a:p>
          </p:txBody>
        </p:sp>
        <p:sp>
          <p:nvSpPr>
            <p:cNvPr id="22" name="Freeform 106">
              <a:extLst>
                <a:ext uri="{FF2B5EF4-FFF2-40B4-BE49-F238E27FC236}">
                  <a16:creationId xmlns:a16="http://schemas.microsoft.com/office/drawing/2014/main" id="{86DB52E9-504D-0CEB-3848-0D36BFA860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65600" y="3624263"/>
              <a:ext cx="84138" cy="85725"/>
            </a:xfrm>
            <a:custGeom>
              <a:avLst/>
              <a:gdLst/>
              <a:ahLst/>
              <a:cxnLst>
                <a:cxn ang="0">
                  <a:pos x="27" y="0"/>
                </a:cxn>
                <a:cxn ang="0">
                  <a:pos x="0" y="27"/>
                </a:cxn>
                <a:cxn ang="0">
                  <a:pos x="2" y="29"/>
                </a:cxn>
                <a:cxn ang="0">
                  <a:pos x="4" y="27"/>
                </a:cxn>
                <a:cxn ang="0">
                  <a:pos x="27" y="4"/>
                </a:cxn>
                <a:cxn ang="0">
                  <a:pos x="29" y="2"/>
                </a:cxn>
                <a:cxn ang="0">
                  <a:pos x="27" y="0"/>
                </a:cxn>
                <a:cxn ang="0">
                  <a:pos x="27" y="0"/>
                </a:cxn>
                <a:cxn ang="0">
                  <a:pos x="27" y="0"/>
                </a:cxn>
              </a:cxnLst>
              <a:rect l="0" t="0" r="r" b="b"/>
              <a:pathLst>
                <a:path w="28" h="28">
                  <a:moveTo>
                    <a:pt x="27" y="0"/>
                  </a:moveTo>
                  <a:cubicBezTo>
                    <a:pt x="12" y="0"/>
                    <a:pt x="0" y="12"/>
                    <a:pt x="0" y="27"/>
                  </a:cubicBezTo>
                  <a:cubicBezTo>
                    <a:pt x="0" y="28"/>
                    <a:pt x="1" y="29"/>
                    <a:pt x="2" y="29"/>
                  </a:cubicBezTo>
                  <a:cubicBezTo>
                    <a:pt x="3" y="29"/>
                    <a:pt x="4" y="28"/>
                    <a:pt x="4" y="27"/>
                  </a:cubicBezTo>
                  <a:cubicBezTo>
                    <a:pt x="4" y="14"/>
                    <a:pt x="14" y="4"/>
                    <a:pt x="27" y="4"/>
                  </a:cubicBezTo>
                  <a:cubicBezTo>
                    <a:pt x="28" y="4"/>
                    <a:pt x="29" y="3"/>
                    <a:pt x="29" y="2"/>
                  </a:cubicBezTo>
                  <a:cubicBezTo>
                    <a:pt x="29" y="1"/>
                    <a:pt x="28" y="0"/>
                    <a:pt x="27" y="0"/>
                  </a:cubicBezTo>
                  <a:close/>
                  <a:moveTo>
                    <a:pt x="27" y="0"/>
                  </a:moveTo>
                  <a:cubicBezTo>
                    <a:pt x="27" y="0"/>
                    <a:pt x="27" y="0"/>
                    <a:pt x="27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cs typeface="+mn-ea"/>
                <a:sym typeface="+mn-lt"/>
              </a:endParaRPr>
            </a:p>
          </p:txBody>
        </p:sp>
      </p:grpSp>
      <p:grpSp>
        <p:nvGrpSpPr>
          <p:cNvPr id="23" name="Group 31">
            <a:extLst>
              <a:ext uri="{FF2B5EF4-FFF2-40B4-BE49-F238E27FC236}">
                <a16:creationId xmlns:a16="http://schemas.microsoft.com/office/drawing/2014/main" id="{1D371688-6842-A032-3B45-2B3FB2917F71}"/>
              </a:ext>
            </a:extLst>
          </p:cNvPr>
          <p:cNvGrpSpPr/>
          <p:nvPr/>
        </p:nvGrpSpPr>
        <p:grpSpPr>
          <a:xfrm>
            <a:off x="5912053" y="3389632"/>
            <a:ext cx="336411" cy="282822"/>
            <a:chOff x="4856163" y="2736851"/>
            <a:chExt cx="358775" cy="301625"/>
          </a:xfrm>
          <a:solidFill>
            <a:schemeClr val="bg1"/>
          </a:solidFill>
        </p:grpSpPr>
        <p:sp>
          <p:nvSpPr>
            <p:cNvPr id="24" name="Freeform 128">
              <a:extLst>
                <a:ext uri="{FF2B5EF4-FFF2-40B4-BE49-F238E27FC236}">
                  <a16:creationId xmlns:a16="http://schemas.microsoft.com/office/drawing/2014/main" id="{71DD0D9E-2E42-F068-1C28-212E4C37C2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46650" y="2814638"/>
              <a:ext cx="177800" cy="179388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0" y="30"/>
                </a:cxn>
                <a:cxn ang="0">
                  <a:pos x="31" y="61"/>
                </a:cxn>
                <a:cxn ang="0">
                  <a:pos x="61" y="30"/>
                </a:cxn>
                <a:cxn ang="0">
                  <a:pos x="31" y="0"/>
                </a:cxn>
                <a:cxn ang="0">
                  <a:pos x="48" y="45"/>
                </a:cxn>
                <a:cxn ang="0">
                  <a:pos x="16" y="48"/>
                </a:cxn>
                <a:cxn ang="0">
                  <a:pos x="13" y="15"/>
                </a:cxn>
                <a:cxn ang="0">
                  <a:pos x="46" y="13"/>
                </a:cxn>
                <a:cxn ang="0">
                  <a:pos x="48" y="45"/>
                </a:cxn>
                <a:cxn ang="0">
                  <a:pos x="48" y="45"/>
                </a:cxn>
                <a:cxn ang="0">
                  <a:pos x="48" y="45"/>
                </a:cxn>
              </a:cxnLst>
              <a:rect l="0" t="0" r="r" b="b"/>
              <a:pathLst>
                <a:path w="61" h="61">
                  <a:moveTo>
                    <a:pt x="31" y="0"/>
                  </a:moveTo>
                  <a:cubicBezTo>
                    <a:pt x="14" y="0"/>
                    <a:pt x="0" y="13"/>
                    <a:pt x="0" y="30"/>
                  </a:cubicBezTo>
                  <a:cubicBezTo>
                    <a:pt x="0" y="47"/>
                    <a:pt x="14" y="61"/>
                    <a:pt x="31" y="61"/>
                  </a:cubicBezTo>
                  <a:cubicBezTo>
                    <a:pt x="48" y="61"/>
                    <a:pt x="61" y="47"/>
                    <a:pt x="61" y="30"/>
                  </a:cubicBezTo>
                  <a:cubicBezTo>
                    <a:pt x="61" y="13"/>
                    <a:pt x="48" y="0"/>
                    <a:pt x="31" y="0"/>
                  </a:cubicBezTo>
                  <a:close/>
                  <a:moveTo>
                    <a:pt x="48" y="45"/>
                  </a:moveTo>
                  <a:cubicBezTo>
                    <a:pt x="40" y="55"/>
                    <a:pt x="25" y="56"/>
                    <a:pt x="16" y="48"/>
                  </a:cubicBezTo>
                  <a:cubicBezTo>
                    <a:pt x="6" y="39"/>
                    <a:pt x="5" y="25"/>
                    <a:pt x="13" y="15"/>
                  </a:cubicBezTo>
                  <a:cubicBezTo>
                    <a:pt x="22" y="6"/>
                    <a:pt x="36" y="5"/>
                    <a:pt x="46" y="13"/>
                  </a:cubicBezTo>
                  <a:cubicBezTo>
                    <a:pt x="55" y="21"/>
                    <a:pt x="57" y="36"/>
                    <a:pt x="48" y="45"/>
                  </a:cubicBezTo>
                  <a:close/>
                  <a:moveTo>
                    <a:pt x="48" y="45"/>
                  </a:moveTo>
                  <a:cubicBezTo>
                    <a:pt x="48" y="45"/>
                    <a:pt x="48" y="45"/>
                    <a:pt x="48" y="45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cs typeface="+mn-ea"/>
                <a:sym typeface="+mn-lt"/>
              </a:endParaRPr>
            </a:p>
          </p:txBody>
        </p:sp>
        <p:sp>
          <p:nvSpPr>
            <p:cNvPr id="25" name="Freeform 129">
              <a:extLst>
                <a:ext uri="{FF2B5EF4-FFF2-40B4-BE49-F238E27FC236}">
                  <a16:creationId xmlns:a16="http://schemas.microsoft.com/office/drawing/2014/main" id="{9B990E17-9BF9-1320-065E-3D6B3D2B2A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89513" y="2859088"/>
              <a:ext cx="53975" cy="50800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0" y="15"/>
                </a:cxn>
                <a:cxn ang="0">
                  <a:pos x="2" y="17"/>
                </a:cxn>
                <a:cxn ang="0">
                  <a:pos x="4" y="15"/>
                </a:cxn>
                <a:cxn ang="0">
                  <a:pos x="16" y="4"/>
                </a:cxn>
                <a:cxn ang="0">
                  <a:pos x="18" y="2"/>
                </a:cxn>
                <a:cxn ang="0">
                  <a:pos x="16" y="0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18" h="17">
                  <a:moveTo>
                    <a:pt x="16" y="0"/>
                  </a:moveTo>
                  <a:cubicBezTo>
                    <a:pt x="7" y="0"/>
                    <a:pt x="0" y="7"/>
                    <a:pt x="0" y="15"/>
                  </a:cubicBezTo>
                  <a:cubicBezTo>
                    <a:pt x="0" y="16"/>
                    <a:pt x="1" y="17"/>
                    <a:pt x="2" y="17"/>
                  </a:cubicBezTo>
                  <a:cubicBezTo>
                    <a:pt x="3" y="17"/>
                    <a:pt x="4" y="16"/>
                    <a:pt x="4" y="15"/>
                  </a:cubicBezTo>
                  <a:cubicBezTo>
                    <a:pt x="4" y="9"/>
                    <a:pt x="9" y="4"/>
                    <a:pt x="16" y="4"/>
                  </a:cubicBezTo>
                  <a:cubicBezTo>
                    <a:pt x="17" y="4"/>
                    <a:pt x="18" y="3"/>
                    <a:pt x="18" y="2"/>
                  </a:cubicBezTo>
                  <a:cubicBezTo>
                    <a:pt x="18" y="1"/>
                    <a:pt x="17" y="0"/>
                    <a:pt x="16" y="0"/>
                  </a:cubicBezTo>
                  <a:close/>
                  <a:moveTo>
                    <a:pt x="16" y="0"/>
                  </a:moveTo>
                  <a:cubicBezTo>
                    <a:pt x="16" y="0"/>
                    <a:pt x="16" y="0"/>
                    <a:pt x="16" y="0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cs typeface="+mn-ea"/>
                <a:sym typeface="+mn-lt"/>
              </a:endParaRPr>
            </a:p>
          </p:txBody>
        </p:sp>
        <p:sp>
          <p:nvSpPr>
            <p:cNvPr id="26" name="Freeform 130">
              <a:extLst>
                <a:ext uri="{FF2B5EF4-FFF2-40B4-BE49-F238E27FC236}">
                  <a16:creationId xmlns:a16="http://schemas.microsoft.com/office/drawing/2014/main" id="{8B7B8629-297A-0C70-CC00-938181AF63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6163" y="2736851"/>
              <a:ext cx="358775" cy="301625"/>
            </a:xfrm>
            <a:custGeom>
              <a:avLst/>
              <a:gdLst/>
              <a:ahLst/>
              <a:cxnLst>
                <a:cxn ang="0">
                  <a:pos x="114" y="23"/>
                </a:cxn>
                <a:cxn ang="0">
                  <a:pos x="97" y="20"/>
                </a:cxn>
                <a:cxn ang="0">
                  <a:pos x="92" y="7"/>
                </a:cxn>
                <a:cxn ang="0">
                  <a:pos x="81" y="0"/>
                </a:cxn>
                <a:cxn ang="0">
                  <a:pos x="43" y="0"/>
                </a:cxn>
                <a:cxn ang="0">
                  <a:pos x="32" y="7"/>
                </a:cxn>
                <a:cxn ang="0">
                  <a:pos x="27" y="20"/>
                </a:cxn>
                <a:cxn ang="0">
                  <a:pos x="10" y="23"/>
                </a:cxn>
                <a:cxn ang="0">
                  <a:pos x="0" y="34"/>
                </a:cxn>
                <a:cxn ang="0">
                  <a:pos x="0" y="92"/>
                </a:cxn>
                <a:cxn ang="0">
                  <a:pos x="12" y="103"/>
                </a:cxn>
                <a:cxn ang="0">
                  <a:pos x="112" y="103"/>
                </a:cxn>
                <a:cxn ang="0">
                  <a:pos x="123" y="92"/>
                </a:cxn>
                <a:cxn ang="0">
                  <a:pos x="123" y="34"/>
                </a:cxn>
                <a:cxn ang="0">
                  <a:pos x="114" y="23"/>
                </a:cxn>
                <a:cxn ang="0">
                  <a:pos x="115" y="92"/>
                </a:cxn>
                <a:cxn ang="0">
                  <a:pos x="112" y="96"/>
                </a:cxn>
                <a:cxn ang="0">
                  <a:pos x="12" y="96"/>
                </a:cxn>
                <a:cxn ang="0">
                  <a:pos x="8" y="92"/>
                </a:cxn>
                <a:cxn ang="0">
                  <a:pos x="8" y="34"/>
                </a:cxn>
                <a:cxn ang="0">
                  <a:pos x="11" y="30"/>
                </a:cxn>
                <a:cxn ang="0">
                  <a:pos x="32" y="27"/>
                </a:cxn>
                <a:cxn ang="0">
                  <a:pos x="39" y="10"/>
                </a:cxn>
                <a:cxn ang="0">
                  <a:pos x="43" y="7"/>
                </a:cxn>
                <a:cxn ang="0">
                  <a:pos x="81" y="7"/>
                </a:cxn>
                <a:cxn ang="0">
                  <a:pos x="85" y="10"/>
                </a:cxn>
                <a:cxn ang="0">
                  <a:pos x="91" y="27"/>
                </a:cxn>
                <a:cxn ang="0">
                  <a:pos x="112" y="30"/>
                </a:cxn>
                <a:cxn ang="0">
                  <a:pos x="115" y="34"/>
                </a:cxn>
                <a:cxn ang="0">
                  <a:pos x="115" y="92"/>
                </a:cxn>
                <a:cxn ang="0">
                  <a:pos x="115" y="92"/>
                </a:cxn>
                <a:cxn ang="0">
                  <a:pos x="115" y="92"/>
                </a:cxn>
              </a:cxnLst>
              <a:rect l="0" t="0" r="r" b="b"/>
              <a:pathLst>
                <a:path w="123" h="103">
                  <a:moveTo>
                    <a:pt x="114" y="23"/>
                  </a:moveTo>
                  <a:cubicBezTo>
                    <a:pt x="97" y="20"/>
                    <a:pt x="97" y="20"/>
                    <a:pt x="97" y="20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0" y="3"/>
                    <a:pt x="86" y="0"/>
                    <a:pt x="81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38" y="0"/>
                    <a:pt x="34" y="3"/>
                    <a:pt x="32" y="7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4" y="24"/>
                    <a:pt x="0" y="29"/>
                    <a:pt x="0" y="34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8"/>
                    <a:pt x="6" y="103"/>
                    <a:pt x="12" y="103"/>
                  </a:cubicBezTo>
                  <a:cubicBezTo>
                    <a:pt x="112" y="103"/>
                    <a:pt x="112" y="103"/>
                    <a:pt x="112" y="103"/>
                  </a:cubicBezTo>
                  <a:cubicBezTo>
                    <a:pt x="118" y="103"/>
                    <a:pt x="123" y="98"/>
                    <a:pt x="123" y="92"/>
                  </a:cubicBezTo>
                  <a:cubicBezTo>
                    <a:pt x="123" y="34"/>
                    <a:pt x="123" y="34"/>
                    <a:pt x="123" y="34"/>
                  </a:cubicBezTo>
                  <a:cubicBezTo>
                    <a:pt x="123" y="29"/>
                    <a:pt x="119" y="24"/>
                    <a:pt x="114" y="23"/>
                  </a:cubicBezTo>
                  <a:close/>
                  <a:moveTo>
                    <a:pt x="115" y="92"/>
                  </a:moveTo>
                  <a:cubicBezTo>
                    <a:pt x="115" y="94"/>
                    <a:pt x="114" y="96"/>
                    <a:pt x="112" y="96"/>
                  </a:cubicBezTo>
                  <a:cubicBezTo>
                    <a:pt x="12" y="96"/>
                    <a:pt x="12" y="96"/>
                    <a:pt x="12" y="96"/>
                  </a:cubicBezTo>
                  <a:cubicBezTo>
                    <a:pt x="10" y="96"/>
                    <a:pt x="8" y="94"/>
                    <a:pt x="8" y="92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8" y="32"/>
                    <a:pt x="9" y="31"/>
                    <a:pt x="11" y="30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9" y="10"/>
                    <a:pt x="39" y="10"/>
                    <a:pt x="39" y="10"/>
                  </a:cubicBezTo>
                  <a:cubicBezTo>
                    <a:pt x="40" y="8"/>
                    <a:pt x="41" y="7"/>
                    <a:pt x="43" y="7"/>
                  </a:cubicBezTo>
                  <a:cubicBezTo>
                    <a:pt x="81" y="7"/>
                    <a:pt x="81" y="7"/>
                    <a:pt x="81" y="7"/>
                  </a:cubicBezTo>
                  <a:cubicBezTo>
                    <a:pt x="83" y="7"/>
                    <a:pt x="84" y="8"/>
                    <a:pt x="85" y="10"/>
                  </a:cubicBezTo>
                  <a:cubicBezTo>
                    <a:pt x="91" y="27"/>
                    <a:pt x="91" y="27"/>
                    <a:pt x="91" y="27"/>
                  </a:cubicBezTo>
                  <a:cubicBezTo>
                    <a:pt x="112" y="30"/>
                    <a:pt x="112" y="30"/>
                    <a:pt x="112" y="30"/>
                  </a:cubicBezTo>
                  <a:cubicBezTo>
                    <a:pt x="114" y="31"/>
                    <a:pt x="115" y="32"/>
                    <a:pt x="115" y="34"/>
                  </a:cubicBezTo>
                  <a:lnTo>
                    <a:pt x="115" y="92"/>
                  </a:lnTo>
                  <a:close/>
                  <a:moveTo>
                    <a:pt x="115" y="92"/>
                  </a:moveTo>
                  <a:cubicBezTo>
                    <a:pt x="115" y="92"/>
                    <a:pt x="115" y="92"/>
                    <a:pt x="115" y="92"/>
                  </a:cubicBezTo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>
                <a:cs typeface="+mn-ea"/>
                <a:sym typeface="+mn-lt"/>
              </a:endParaRPr>
            </a:p>
          </p:txBody>
        </p:sp>
      </p:grpSp>
      <p:sp>
        <p:nvSpPr>
          <p:cNvPr id="27" name="Freeform 131">
            <a:extLst>
              <a:ext uri="{FF2B5EF4-FFF2-40B4-BE49-F238E27FC236}">
                <a16:creationId xmlns:a16="http://schemas.microsoft.com/office/drawing/2014/main" id="{C74A62A1-DA6A-62E8-E868-6F4CA9D3128D}"/>
              </a:ext>
            </a:extLst>
          </p:cNvPr>
          <p:cNvSpPr>
            <a:spLocks noEditPoints="1"/>
          </p:cNvSpPr>
          <p:nvPr/>
        </p:nvSpPr>
        <p:spPr bwMode="auto">
          <a:xfrm>
            <a:off x="2815883" y="3397492"/>
            <a:ext cx="284663" cy="267106"/>
          </a:xfrm>
          <a:custGeom>
            <a:avLst/>
            <a:gdLst/>
            <a:ahLst/>
            <a:cxnLst>
              <a:cxn ang="0">
                <a:pos x="111" y="0"/>
              </a:cxn>
              <a:cxn ang="0">
                <a:pos x="12" y="0"/>
              </a:cxn>
              <a:cxn ang="0">
                <a:pos x="0" y="12"/>
              </a:cxn>
              <a:cxn ang="0">
                <a:pos x="0" y="88"/>
              </a:cxn>
              <a:cxn ang="0">
                <a:pos x="12" y="100"/>
              </a:cxn>
              <a:cxn ang="0">
                <a:pos x="50" y="100"/>
              </a:cxn>
              <a:cxn ang="0">
                <a:pos x="50" y="104"/>
              </a:cxn>
              <a:cxn ang="0">
                <a:pos x="26" y="108"/>
              </a:cxn>
              <a:cxn ang="0">
                <a:pos x="23" y="111"/>
              </a:cxn>
              <a:cxn ang="0">
                <a:pos x="27" y="115"/>
              </a:cxn>
              <a:cxn ang="0">
                <a:pos x="96" y="115"/>
              </a:cxn>
              <a:cxn ang="0">
                <a:pos x="100" y="111"/>
              </a:cxn>
              <a:cxn ang="0">
                <a:pos x="97" y="108"/>
              </a:cxn>
              <a:cxn ang="0">
                <a:pos x="73" y="104"/>
              </a:cxn>
              <a:cxn ang="0">
                <a:pos x="73" y="100"/>
              </a:cxn>
              <a:cxn ang="0">
                <a:pos x="111" y="100"/>
              </a:cxn>
              <a:cxn ang="0">
                <a:pos x="123" y="88"/>
              </a:cxn>
              <a:cxn ang="0">
                <a:pos x="123" y="12"/>
              </a:cxn>
              <a:cxn ang="0">
                <a:pos x="111" y="0"/>
              </a:cxn>
              <a:cxn ang="0">
                <a:pos x="115" y="88"/>
              </a:cxn>
              <a:cxn ang="0">
                <a:pos x="111" y="92"/>
              </a:cxn>
              <a:cxn ang="0">
                <a:pos x="12" y="92"/>
              </a:cxn>
              <a:cxn ang="0">
                <a:pos x="8" y="88"/>
              </a:cxn>
              <a:cxn ang="0">
                <a:pos x="8" y="12"/>
              </a:cxn>
              <a:cxn ang="0">
                <a:pos x="12" y="8"/>
              </a:cxn>
              <a:cxn ang="0">
                <a:pos x="111" y="8"/>
              </a:cxn>
              <a:cxn ang="0">
                <a:pos x="115" y="12"/>
              </a:cxn>
              <a:cxn ang="0">
                <a:pos x="115" y="88"/>
              </a:cxn>
              <a:cxn ang="0">
                <a:pos x="104" y="15"/>
              </a:cxn>
              <a:cxn ang="0">
                <a:pos x="19" y="15"/>
              </a:cxn>
              <a:cxn ang="0">
                <a:pos x="16" y="19"/>
              </a:cxn>
              <a:cxn ang="0">
                <a:pos x="16" y="73"/>
              </a:cxn>
              <a:cxn ang="0">
                <a:pos x="19" y="77"/>
              </a:cxn>
              <a:cxn ang="0">
                <a:pos x="104" y="77"/>
              </a:cxn>
              <a:cxn ang="0">
                <a:pos x="108" y="73"/>
              </a:cxn>
              <a:cxn ang="0">
                <a:pos x="108" y="19"/>
              </a:cxn>
              <a:cxn ang="0">
                <a:pos x="104" y="15"/>
              </a:cxn>
              <a:cxn ang="0">
                <a:pos x="104" y="73"/>
              </a:cxn>
              <a:cxn ang="0">
                <a:pos x="19" y="73"/>
              </a:cxn>
              <a:cxn ang="0">
                <a:pos x="19" y="19"/>
              </a:cxn>
              <a:cxn ang="0">
                <a:pos x="104" y="19"/>
              </a:cxn>
              <a:cxn ang="0">
                <a:pos x="104" y="73"/>
              </a:cxn>
              <a:cxn ang="0">
                <a:pos x="104" y="73"/>
              </a:cxn>
              <a:cxn ang="0">
                <a:pos x="104" y="73"/>
              </a:cxn>
            </a:cxnLst>
            <a:rect l="0" t="0" r="r" b="b"/>
            <a:pathLst>
              <a:path w="123" h="115">
                <a:moveTo>
                  <a:pt x="111" y="0"/>
                </a:moveTo>
                <a:cubicBezTo>
                  <a:pt x="12" y="0"/>
                  <a:pt x="12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88"/>
                  <a:pt x="0" y="88"/>
                  <a:pt x="0" y="88"/>
                </a:cubicBezTo>
                <a:cubicBezTo>
                  <a:pt x="0" y="95"/>
                  <a:pt x="5" y="100"/>
                  <a:pt x="12" y="100"/>
                </a:cubicBezTo>
                <a:cubicBezTo>
                  <a:pt x="50" y="100"/>
                  <a:pt x="50" y="100"/>
                  <a:pt x="50" y="100"/>
                </a:cubicBezTo>
                <a:cubicBezTo>
                  <a:pt x="50" y="104"/>
                  <a:pt x="50" y="104"/>
                  <a:pt x="50" y="104"/>
                </a:cubicBezTo>
                <a:cubicBezTo>
                  <a:pt x="26" y="108"/>
                  <a:pt x="26" y="108"/>
                  <a:pt x="26" y="108"/>
                </a:cubicBezTo>
                <a:cubicBezTo>
                  <a:pt x="24" y="108"/>
                  <a:pt x="23" y="109"/>
                  <a:pt x="23" y="111"/>
                </a:cubicBezTo>
                <a:cubicBezTo>
                  <a:pt x="23" y="113"/>
                  <a:pt x="25" y="115"/>
                  <a:pt x="27" y="115"/>
                </a:cubicBezTo>
                <a:cubicBezTo>
                  <a:pt x="96" y="115"/>
                  <a:pt x="96" y="115"/>
                  <a:pt x="96" y="115"/>
                </a:cubicBezTo>
                <a:cubicBezTo>
                  <a:pt x="98" y="115"/>
                  <a:pt x="100" y="113"/>
                  <a:pt x="100" y="111"/>
                </a:cubicBezTo>
                <a:cubicBezTo>
                  <a:pt x="100" y="109"/>
                  <a:pt x="99" y="108"/>
                  <a:pt x="97" y="108"/>
                </a:cubicBezTo>
                <a:cubicBezTo>
                  <a:pt x="73" y="104"/>
                  <a:pt x="73" y="104"/>
                  <a:pt x="73" y="104"/>
                </a:cubicBezTo>
                <a:cubicBezTo>
                  <a:pt x="73" y="100"/>
                  <a:pt x="73" y="100"/>
                  <a:pt x="73" y="100"/>
                </a:cubicBezTo>
                <a:cubicBezTo>
                  <a:pt x="111" y="100"/>
                  <a:pt x="111" y="100"/>
                  <a:pt x="111" y="100"/>
                </a:cubicBezTo>
                <a:cubicBezTo>
                  <a:pt x="118" y="100"/>
                  <a:pt x="123" y="95"/>
                  <a:pt x="123" y="88"/>
                </a:cubicBezTo>
                <a:cubicBezTo>
                  <a:pt x="123" y="12"/>
                  <a:pt x="123" y="12"/>
                  <a:pt x="123" y="12"/>
                </a:cubicBezTo>
                <a:cubicBezTo>
                  <a:pt x="123" y="5"/>
                  <a:pt x="118" y="0"/>
                  <a:pt x="111" y="0"/>
                </a:cubicBezTo>
                <a:close/>
                <a:moveTo>
                  <a:pt x="115" y="88"/>
                </a:moveTo>
                <a:cubicBezTo>
                  <a:pt x="115" y="90"/>
                  <a:pt x="114" y="92"/>
                  <a:pt x="111" y="92"/>
                </a:cubicBezTo>
                <a:cubicBezTo>
                  <a:pt x="12" y="92"/>
                  <a:pt x="12" y="92"/>
                  <a:pt x="12" y="92"/>
                </a:cubicBezTo>
                <a:cubicBezTo>
                  <a:pt x="10" y="92"/>
                  <a:pt x="8" y="90"/>
                  <a:pt x="8" y="88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9"/>
                  <a:pt x="10" y="8"/>
                  <a:pt x="12" y="8"/>
                </a:cubicBezTo>
                <a:cubicBezTo>
                  <a:pt x="111" y="8"/>
                  <a:pt x="111" y="8"/>
                  <a:pt x="111" y="8"/>
                </a:cubicBezTo>
                <a:cubicBezTo>
                  <a:pt x="114" y="8"/>
                  <a:pt x="115" y="9"/>
                  <a:pt x="115" y="12"/>
                </a:cubicBezTo>
                <a:lnTo>
                  <a:pt x="115" y="88"/>
                </a:lnTo>
                <a:close/>
                <a:moveTo>
                  <a:pt x="104" y="15"/>
                </a:moveTo>
                <a:cubicBezTo>
                  <a:pt x="19" y="15"/>
                  <a:pt x="19" y="15"/>
                  <a:pt x="19" y="15"/>
                </a:cubicBezTo>
                <a:cubicBezTo>
                  <a:pt x="17" y="15"/>
                  <a:pt x="16" y="17"/>
                  <a:pt x="16" y="19"/>
                </a:cubicBezTo>
                <a:cubicBezTo>
                  <a:pt x="16" y="73"/>
                  <a:pt x="16" y="73"/>
                  <a:pt x="16" y="73"/>
                </a:cubicBezTo>
                <a:cubicBezTo>
                  <a:pt x="16" y="75"/>
                  <a:pt x="17" y="77"/>
                  <a:pt x="19" y="77"/>
                </a:cubicBezTo>
                <a:cubicBezTo>
                  <a:pt x="104" y="77"/>
                  <a:pt x="104" y="77"/>
                  <a:pt x="104" y="77"/>
                </a:cubicBezTo>
                <a:cubicBezTo>
                  <a:pt x="106" y="77"/>
                  <a:pt x="108" y="75"/>
                  <a:pt x="108" y="73"/>
                </a:cubicBezTo>
                <a:cubicBezTo>
                  <a:pt x="108" y="19"/>
                  <a:pt x="108" y="19"/>
                  <a:pt x="108" y="19"/>
                </a:cubicBezTo>
                <a:cubicBezTo>
                  <a:pt x="108" y="17"/>
                  <a:pt x="106" y="15"/>
                  <a:pt x="104" y="15"/>
                </a:cubicBezTo>
                <a:close/>
                <a:moveTo>
                  <a:pt x="104" y="73"/>
                </a:moveTo>
                <a:cubicBezTo>
                  <a:pt x="19" y="73"/>
                  <a:pt x="19" y="73"/>
                  <a:pt x="19" y="73"/>
                </a:cubicBezTo>
                <a:cubicBezTo>
                  <a:pt x="19" y="19"/>
                  <a:pt x="19" y="19"/>
                  <a:pt x="19" y="19"/>
                </a:cubicBezTo>
                <a:cubicBezTo>
                  <a:pt x="104" y="19"/>
                  <a:pt x="104" y="19"/>
                  <a:pt x="104" y="19"/>
                </a:cubicBezTo>
                <a:lnTo>
                  <a:pt x="104" y="73"/>
                </a:lnTo>
                <a:close/>
                <a:moveTo>
                  <a:pt x="104" y="73"/>
                </a:moveTo>
                <a:cubicBezTo>
                  <a:pt x="104" y="73"/>
                  <a:pt x="104" y="73"/>
                  <a:pt x="104" y="73"/>
                </a:cubicBezTo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>
              <a:cs typeface="+mn-ea"/>
              <a:sym typeface="+mn-lt"/>
            </a:endParaRPr>
          </a:p>
        </p:txBody>
      </p:sp>
      <p:sp>
        <p:nvSpPr>
          <p:cNvPr id="28" name="Freeform 153">
            <a:extLst>
              <a:ext uri="{FF2B5EF4-FFF2-40B4-BE49-F238E27FC236}">
                <a16:creationId xmlns:a16="http://schemas.microsoft.com/office/drawing/2014/main" id="{CD49E8B5-1486-13BB-C644-FE02D2BF7F13}"/>
              </a:ext>
            </a:extLst>
          </p:cNvPr>
          <p:cNvSpPr>
            <a:spLocks noEditPoints="1"/>
          </p:cNvSpPr>
          <p:nvPr/>
        </p:nvSpPr>
        <p:spPr bwMode="auto">
          <a:xfrm>
            <a:off x="9048479" y="3375095"/>
            <a:ext cx="307644" cy="311898"/>
          </a:xfrm>
          <a:custGeom>
            <a:avLst/>
            <a:gdLst/>
            <a:ahLst/>
            <a:cxnLst>
              <a:cxn ang="0">
                <a:pos x="0" y="59"/>
              </a:cxn>
              <a:cxn ang="0">
                <a:pos x="118" y="59"/>
              </a:cxn>
              <a:cxn ang="0">
                <a:pos x="111" y="57"/>
              </a:cxn>
              <a:cxn ang="0">
                <a:pos x="83" y="33"/>
              </a:cxn>
              <a:cxn ang="0">
                <a:pos x="111" y="57"/>
              </a:cxn>
              <a:cxn ang="0">
                <a:pos x="41" y="91"/>
              </a:cxn>
              <a:cxn ang="0">
                <a:pos x="57" y="111"/>
              </a:cxn>
              <a:cxn ang="0">
                <a:pos x="61" y="8"/>
              </a:cxn>
              <a:cxn ang="0">
                <a:pos x="61" y="34"/>
              </a:cxn>
              <a:cxn ang="0">
                <a:pos x="61" y="8"/>
              </a:cxn>
              <a:cxn ang="0">
                <a:pos x="95" y="22"/>
              </a:cxn>
              <a:cxn ang="0">
                <a:pos x="67" y="8"/>
              </a:cxn>
              <a:cxn ang="0">
                <a:pos x="57" y="34"/>
              </a:cxn>
              <a:cxn ang="0">
                <a:pos x="57" y="8"/>
              </a:cxn>
              <a:cxn ang="0">
                <a:pos x="36" y="30"/>
              </a:cxn>
              <a:cxn ang="0">
                <a:pos x="50" y="8"/>
              </a:cxn>
              <a:cxn ang="0">
                <a:pos x="38" y="35"/>
              </a:cxn>
              <a:cxn ang="0">
                <a:pos x="57" y="57"/>
              </a:cxn>
              <a:cxn ang="0">
                <a:pos x="38" y="35"/>
              </a:cxn>
              <a:cxn ang="0">
                <a:pos x="57" y="84"/>
              </a:cxn>
              <a:cxn ang="0">
                <a:pos x="34" y="61"/>
              </a:cxn>
              <a:cxn ang="0">
                <a:pos x="50" y="110"/>
              </a:cxn>
              <a:cxn ang="0">
                <a:pos x="38" y="92"/>
              </a:cxn>
              <a:cxn ang="0">
                <a:pos x="61" y="111"/>
              </a:cxn>
              <a:cxn ang="0">
                <a:pos x="77" y="91"/>
              </a:cxn>
              <a:cxn ang="0">
                <a:pos x="61" y="111"/>
              </a:cxn>
              <a:cxn ang="0">
                <a:pos x="93" y="99"/>
              </a:cxn>
              <a:cxn ang="0">
                <a:pos x="80" y="92"/>
              </a:cxn>
              <a:cxn ang="0">
                <a:pos x="61" y="84"/>
              </a:cxn>
              <a:cxn ang="0">
                <a:pos x="84" y="61"/>
              </a:cxn>
              <a:cxn ang="0">
                <a:pos x="61" y="57"/>
              </a:cxn>
              <a:cxn ang="0">
                <a:pos x="80" y="35"/>
              </a:cxn>
              <a:cxn ang="0">
                <a:pos x="61" y="57"/>
              </a:cxn>
              <a:cxn ang="0">
                <a:pos x="35" y="33"/>
              </a:cxn>
              <a:cxn ang="0">
                <a:pos x="7" y="57"/>
              </a:cxn>
              <a:cxn ang="0">
                <a:pos x="7" y="61"/>
              </a:cxn>
              <a:cxn ang="0">
                <a:pos x="36" y="89"/>
              </a:cxn>
              <a:cxn ang="0">
                <a:pos x="7" y="61"/>
              </a:cxn>
              <a:cxn ang="0">
                <a:pos x="82" y="89"/>
              </a:cxn>
              <a:cxn ang="0">
                <a:pos x="111" y="61"/>
              </a:cxn>
              <a:cxn ang="0">
                <a:pos x="95" y="96"/>
              </a:cxn>
            </a:cxnLst>
            <a:rect l="0" t="0" r="r" b="b"/>
            <a:pathLst>
              <a:path w="118" h="119">
                <a:moveTo>
                  <a:pt x="59" y="0"/>
                </a:moveTo>
                <a:cubicBezTo>
                  <a:pt x="26" y="0"/>
                  <a:pt x="0" y="27"/>
                  <a:pt x="0" y="59"/>
                </a:cubicBezTo>
                <a:cubicBezTo>
                  <a:pt x="0" y="92"/>
                  <a:pt x="26" y="119"/>
                  <a:pt x="59" y="119"/>
                </a:cubicBezTo>
                <a:cubicBezTo>
                  <a:pt x="92" y="119"/>
                  <a:pt x="118" y="92"/>
                  <a:pt x="118" y="59"/>
                </a:cubicBezTo>
                <a:cubicBezTo>
                  <a:pt x="118" y="27"/>
                  <a:pt x="92" y="0"/>
                  <a:pt x="59" y="0"/>
                </a:cubicBezTo>
                <a:close/>
                <a:moveTo>
                  <a:pt x="111" y="57"/>
                </a:moveTo>
                <a:cubicBezTo>
                  <a:pt x="88" y="57"/>
                  <a:pt x="88" y="57"/>
                  <a:pt x="88" y="57"/>
                </a:cubicBezTo>
                <a:cubicBezTo>
                  <a:pt x="87" y="49"/>
                  <a:pt x="86" y="41"/>
                  <a:pt x="83" y="33"/>
                </a:cubicBezTo>
                <a:cubicBezTo>
                  <a:pt x="88" y="31"/>
                  <a:pt x="93" y="28"/>
                  <a:pt x="98" y="25"/>
                </a:cubicBezTo>
                <a:cubicBezTo>
                  <a:pt x="105" y="34"/>
                  <a:pt x="110" y="45"/>
                  <a:pt x="111" y="57"/>
                </a:cubicBezTo>
                <a:close/>
                <a:moveTo>
                  <a:pt x="57" y="111"/>
                </a:moveTo>
                <a:cubicBezTo>
                  <a:pt x="50" y="106"/>
                  <a:pt x="45" y="99"/>
                  <a:pt x="41" y="91"/>
                </a:cubicBezTo>
                <a:cubicBezTo>
                  <a:pt x="46" y="89"/>
                  <a:pt x="52" y="88"/>
                  <a:pt x="57" y="88"/>
                </a:cubicBezTo>
                <a:cubicBezTo>
                  <a:pt x="57" y="111"/>
                  <a:pt x="57" y="111"/>
                  <a:pt x="57" y="111"/>
                </a:cubicBezTo>
                <a:cubicBezTo>
                  <a:pt x="57" y="111"/>
                  <a:pt x="57" y="111"/>
                  <a:pt x="57" y="111"/>
                </a:cubicBezTo>
                <a:close/>
                <a:moveTo>
                  <a:pt x="61" y="8"/>
                </a:moveTo>
                <a:cubicBezTo>
                  <a:pt x="68" y="14"/>
                  <a:pt x="74" y="22"/>
                  <a:pt x="78" y="31"/>
                </a:cubicBezTo>
                <a:cubicBezTo>
                  <a:pt x="73" y="33"/>
                  <a:pt x="67" y="34"/>
                  <a:pt x="61" y="34"/>
                </a:cubicBezTo>
                <a:cubicBezTo>
                  <a:pt x="61" y="8"/>
                  <a:pt x="61" y="8"/>
                  <a:pt x="61" y="8"/>
                </a:cubicBezTo>
                <a:cubicBezTo>
                  <a:pt x="61" y="8"/>
                  <a:pt x="61" y="8"/>
                  <a:pt x="61" y="8"/>
                </a:cubicBezTo>
                <a:close/>
                <a:moveTo>
                  <a:pt x="67" y="8"/>
                </a:moveTo>
                <a:cubicBezTo>
                  <a:pt x="78" y="10"/>
                  <a:pt x="88" y="15"/>
                  <a:pt x="95" y="22"/>
                </a:cubicBezTo>
                <a:cubicBezTo>
                  <a:pt x="91" y="25"/>
                  <a:pt x="87" y="28"/>
                  <a:pt x="82" y="30"/>
                </a:cubicBezTo>
                <a:cubicBezTo>
                  <a:pt x="78" y="22"/>
                  <a:pt x="73" y="14"/>
                  <a:pt x="67" y="8"/>
                </a:cubicBezTo>
                <a:close/>
                <a:moveTo>
                  <a:pt x="57" y="8"/>
                </a:moveTo>
                <a:cubicBezTo>
                  <a:pt x="57" y="34"/>
                  <a:pt x="57" y="34"/>
                  <a:pt x="57" y="34"/>
                </a:cubicBezTo>
                <a:cubicBezTo>
                  <a:pt x="51" y="34"/>
                  <a:pt x="45" y="33"/>
                  <a:pt x="40" y="31"/>
                </a:cubicBezTo>
                <a:cubicBezTo>
                  <a:pt x="44" y="22"/>
                  <a:pt x="50" y="14"/>
                  <a:pt x="57" y="8"/>
                </a:cubicBezTo>
                <a:cubicBezTo>
                  <a:pt x="57" y="8"/>
                  <a:pt x="57" y="8"/>
                  <a:pt x="57" y="8"/>
                </a:cubicBezTo>
                <a:close/>
                <a:moveTo>
                  <a:pt x="36" y="30"/>
                </a:moveTo>
                <a:cubicBezTo>
                  <a:pt x="31" y="28"/>
                  <a:pt x="27" y="25"/>
                  <a:pt x="23" y="22"/>
                </a:cubicBezTo>
                <a:cubicBezTo>
                  <a:pt x="30" y="15"/>
                  <a:pt x="40" y="10"/>
                  <a:pt x="50" y="8"/>
                </a:cubicBezTo>
                <a:cubicBezTo>
                  <a:pt x="45" y="14"/>
                  <a:pt x="40" y="22"/>
                  <a:pt x="36" y="30"/>
                </a:cubicBezTo>
                <a:close/>
                <a:moveTo>
                  <a:pt x="38" y="35"/>
                </a:moveTo>
                <a:cubicBezTo>
                  <a:pt x="44" y="37"/>
                  <a:pt x="50" y="38"/>
                  <a:pt x="57" y="38"/>
                </a:cubicBezTo>
                <a:cubicBezTo>
                  <a:pt x="57" y="57"/>
                  <a:pt x="57" y="57"/>
                  <a:pt x="57" y="57"/>
                </a:cubicBezTo>
                <a:cubicBezTo>
                  <a:pt x="34" y="57"/>
                  <a:pt x="34" y="57"/>
                  <a:pt x="34" y="57"/>
                </a:cubicBezTo>
                <a:cubicBezTo>
                  <a:pt x="34" y="49"/>
                  <a:pt x="36" y="42"/>
                  <a:pt x="38" y="35"/>
                </a:cubicBezTo>
                <a:close/>
                <a:moveTo>
                  <a:pt x="57" y="61"/>
                </a:moveTo>
                <a:cubicBezTo>
                  <a:pt x="57" y="84"/>
                  <a:pt x="57" y="84"/>
                  <a:pt x="57" y="84"/>
                </a:cubicBezTo>
                <a:cubicBezTo>
                  <a:pt x="51" y="85"/>
                  <a:pt x="45" y="86"/>
                  <a:pt x="40" y="87"/>
                </a:cubicBezTo>
                <a:cubicBezTo>
                  <a:pt x="36" y="79"/>
                  <a:pt x="34" y="71"/>
                  <a:pt x="34" y="61"/>
                </a:cubicBezTo>
                <a:lnTo>
                  <a:pt x="57" y="61"/>
                </a:lnTo>
                <a:close/>
                <a:moveTo>
                  <a:pt x="50" y="110"/>
                </a:moveTo>
                <a:cubicBezTo>
                  <a:pt x="41" y="109"/>
                  <a:pt x="32" y="105"/>
                  <a:pt x="25" y="99"/>
                </a:cubicBezTo>
                <a:cubicBezTo>
                  <a:pt x="29" y="96"/>
                  <a:pt x="33" y="94"/>
                  <a:pt x="38" y="92"/>
                </a:cubicBezTo>
                <a:cubicBezTo>
                  <a:pt x="41" y="99"/>
                  <a:pt x="45" y="105"/>
                  <a:pt x="50" y="110"/>
                </a:cubicBezTo>
                <a:close/>
                <a:moveTo>
                  <a:pt x="61" y="111"/>
                </a:moveTo>
                <a:cubicBezTo>
                  <a:pt x="61" y="88"/>
                  <a:pt x="61" y="88"/>
                  <a:pt x="61" y="88"/>
                </a:cubicBezTo>
                <a:cubicBezTo>
                  <a:pt x="66" y="88"/>
                  <a:pt x="72" y="89"/>
                  <a:pt x="77" y="91"/>
                </a:cubicBezTo>
                <a:cubicBezTo>
                  <a:pt x="73" y="99"/>
                  <a:pt x="67" y="106"/>
                  <a:pt x="61" y="111"/>
                </a:cubicBezTo>
                <a:cubicBezTo>
                  <a:pt x="61" y="111"/>
                  <a:pt x="61" y="111"/>
                  <a:pt x="61" y="111"/>
                </a:cubicBezTo>
                <a:close/>
                <a:moveTo>
                  <a:pt x="80" y="92"/>
                </a:moveTo>
                <a:cubicBezTo>
                  <a:pt x="85" y="94"/>
                  <a:pt x="89" y="96"/>
                  <a:pt x="93" y="99"/>
                </a:cubicBezTo>
                <a:cubicBezTo>
                  <a:pt x="86" y="105"/>
                  <a:pt x="77" y="109"/>
                  <a:pt x="67" y="110"/>
                </a:cubicBezTo>
                <a:cubicBezTo>
                  <a:pt x="73" y="105"/>
                  <a:pt x="77" y="99"/>
                  <a:pt x="80" y="92"/>
                </a:cubicBezTo>
                <a:close/>
                <a:moveTo>
                  <a:pt x="78" y="87"/>
                </a:moveTo>
                <a:cubicBezTo>
                  <a:pt x="73" y="86"/>
                  <a:pt x="67" y="85"/>
                  <a:pt x="61" y="84"/>
                </a:cubicBezTo>
                <a:cubicBezTo>
                  <a:pt x="61" y="61"/>
                  <a:pt x="61" y="61"/>
                  <a:pt x="61" y="61"/>
                </a:cubicBezTo>
                <a:cubicBezTo>
                  <a:pt x="84" y="61"/>
                  <a:pt x="84" y="61"/>
                  <a:pt x="84" y="61"/>
                </a:cubicBezTo>
                <a:cubicBezTo>
                  <a:pt x="84" y="71"/>
                  <a:pt x="82" y="79"/>
                  <a:pt x="78" y="87"/>
                </a:cubicBezTo>
                <a:close/>
                <a:moveTo>
                  <a:pt x="61" y="57"/>
                </a:moveTo>
                <a:cubicBezTo>
                  <a:pt x="61" y="38"/>
                  <a:pt x="61" y="38"/>
                  <a:pt x="61" y="38"/>
                </a:cubicBezTo>
                <a:cubicBezTo>
                  <a:pt x="67" y="38"/>
                  <a:pt x="74" y="37"/>
                  <a:pt x="80" y="35"/>
                </a:cubicBezTo>
                <a:cubicBezTo>
                  <a:pt x="82" y="42"/>
                  <a:pt x="84" y="49"/>
                  <a:pt x="84" y="57"/>
                </a:cubicBezTo>
                <a:lnTo>
                  <a:pt x="61" y="57"/>
                </a:lnTo>
                <a:close/>
                <a:moveTo>
                  <a:pt x="20" y="25"/>
                </a:moveTo>
                <a:cubicBezTo>
                  <a:pt x="25" y="28"/>
                  <a:pt x="30" y="31"/>
                  <a:pt x="35" y="33"/>
                </a:cubicBezTo>
                <a:cubicBezTo>
                  <a:pt x="32" y="41"/>
                  <a:pt x="30" y="49"/>
                  <a:pt x="30" y="57"/>
                </a:cubicBezTo>
                <a:cubicBezTo>
                  <a:pt x="7" y="57"/>
                  <a:pt x="7" y="57"/>
                  <a:pt x="7" y="57"/>
                </a:cubicBezTo>
                <a:cubicBezTo>
                  <a:pt x="8" y="45"/>
                  <a:pt x="13" y="34"/>
                  <a:pt x="20" y="25"/>
                </a:cubicBezTo>
                <a:close/>
                <a:moveTo>
                  <a:pt x="7" y="61"/>
                </a:moveTo>
                <a:cubicBezTo>
                  <a:pt x="30" y="61"/>
                  <a:pt x="30" y="61"/>
                  <a:pt x="30" y="61"/>
                </a:cubicBezTo>
                <a:cubicBezTo>
                  <a:pt x="31" y="71"/>
                  <a:pt x="33" y="80"/>
                  <a:pt x="36" y="89"/>
                </a:cubicBezTo>
                <a:cubicBezTo>
                  <a:pt x="31" y="91"/>
                  <a:pt x="27" y="93"/>
                  <a:pt x="22" y="96"/>
                </a:cubicBezTo>
                <a:cubicBezTo>
                  <a:pt x="13" y="87"/>
                  <a:pt x="8" y="75"/>
                  <a:pt x="7" y="61"/>
                </a:cubicBezTo>
                <a:close/>
                <a:moveTo>
                  <a:pt x="95" y="96"/>
                </a:moveTo>
                <a:cubicBezTo>
                  <a:pt x="91" y="93"/>
                  <a:pt x="87" y="91"/>
                  <a:pt x="82" y="89"/>
                </a:cubicBezTo>
                <a:cubicBezTo>
                  <a:pt x="85" y="80"/>
                  <a:pt x="87" y="71"/>
                  <a:pt x="88" y="61"/>
                </a:cubicBezTo>
                <a:cubicBezTo>
                  <a:pt x="111" y="61"/>
                  <a:pt x="111" y="61"/>
                  <a:pt x="111" y="61"/>
                </a:cubicBezTo>
                <a:cubicBezTo>
                  <a:pt x="110" y="75"/>
                  <a:pt x="104" y="87"/>
                  <a:pt x="95" y="96"/>
                </a:cubicBezTo>
                <a:close/>
                <a:moveTo>
                  <a:pt x="95" y="96"/>
                </a:moveTo>
                <a:cubicBezTo>
                  <a:pt x="95" y="96"/>
                  <a:pt x="95" y="96"/>
                  <a:pt x="95" y="96"/>
                </a:cubicBezTo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US" sz="2400">
              <a:cs typeface="+mn-ea"/>
              <a:sym typeface="+mn-lt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5C30077-C446-9FD4-BF9D-5FF81C9A8B8F}"/>
              </a:ext>
            </a:extLst>
          </p:cNvPr>
          <p:cNvGrpSpPr/>
          <p:nvPr/>
        </p:nvGrpSpPr>
        <p:grpSpPr>
          <a:xfrm>
            <a:off x="1725961" y="4532565"/>
            <a:ext cx="2401540" cy="1266250"/>
            <a:chOff x="8684842" y="1511268"/>
            <a:chExt cx="2211307" cy="1266250"/>
          </a:xfrm>
        </p:grpSpPr>
        <p:sp>
          <p:nvSpPr>
            <p:cNvPr id="30" name="PA-矩形 4">
              <a:extLst>
                <a:ext uri="{FF2B5EF4-FFF2-40B4-BE49-F238E27FC236}">
                  <a16:creationId xmlns:a16="http://schemas.microsoft.com/office/drawing/2014/main" id="{00E422F7-3A52-8C14-3E64-E68F24AA1B58}"/>
                </a:ext>
              </a:extLst>
            </p:cNvPr>
            <p:cNvSpPr>
              <a:spLocks noChangeArrowheads="1"/>
            </p:cNvSpPr>
            <p:nvPr>
              <p:custDataLst>
                <p:tags r:id="Rc8afb9a0b7bd411c"/>
              </p:custDataLst>
            </p:nvPr>
          </p:nvSpPr>
          <p:spPr bwMode="auto">
            <a:xfrm>
              <a:off x="9110882" y="1511268"/>
              <a:ext cx="13592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31" name="PA-矩形 4">
              <a:extLst>
                <a:ext uri="{FF2B5EF4-FFF2-40B4-BE49-F238E27FC236}">
                  <a16:creationId xmlns:a16="http://schemas.microsoft.com/office/drawing/2014/main" id="{C0C416EC-9A61-B091-9A72-E3D86FAFEE8B}"/>
                </a:ext>
              </a:extLst>
            </p:cNvPr>
            <p:cNvSpPr>
              <a:spLocks noChangeArrowheads="1"/>
            </p:cNvSpPr>
            <p:nvPr>
              <p:custDataLst>
                <p:tags r:id="R99ce74ba56bd41b2"/>
              </p:custDataLst>
            </p:nvPr>
          </p:nvSpPr>
          <p:spPr bwMode="auto">
            <a:xfrm>
              <a:off x="8684842" y="2131187"/>
              <a:ext cx="221130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更改文字的颜色或者大X属性输入您的文本文字</a:t>
              </a:r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459FC64D-ACDF-DD3A-3369-735287DEA01A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47028101-AFB2-6C96-4027-C4F23A8693D3}"/>
              </a:ext>
            </a:extLst>
          </p:cNvPr>
          <p:cNvGrpSpPr/>
          <p:nvPr/>
        </p:nvGrpSpPr>
        <p:grpSpPr>
          <a:xfrm>
            <a:off x="4799361" y="4532565"/>
            <a:ext cx="2401540" cy="1266250"/>
            <a:chOff x="8684842" y="1511268"/>
            <a:chExt cx="2211307" cy="1266250"/>
          </a:xfrm>
        </p:grpSpPr>
        <p:sp>
          <p:nvSpPr>
            <p:cNvPr id="34" name="PA-矩形 4">
              <a:extLst>
                <a:ext uri="{FF2B5EF4-FFF2-40B4-BE49-F238E27FC236}">
                  <a16:creationId xmlns:a16="http://schemas.microsoft.com/office/drawing/2014/main" id="{189CEB52-8197-DA69-8FF4-A6E8679C7963}"/>
                </a:ext>
              </a:extLst>
            </p:cNvPr>
            <p:cNvSpPr>
              <a:spLocks noChangeArrowheads="1"/>
            </p:cNvSpPr>
            <p:nvPr>
              <p:custDataLst>
                <p:tags r:id="R3597ddca82cb4163"/>
              </p:custDataLst>
            </p:nvPr>
          </p:nvSpPr>
          <p:spPr bwMode="auto">
            <a:xfrm>
              <a:off x="9110882" y="1511268"/>
              <a:ext cx="13592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35" name="PA-矩形 4">
              <a:extLst>
                <a:ext uri="{FF2B5EF4-FFF2-40B4-BE49-F238E27FC236}">
                  <a16:creationId xmlns:a16="http://schemas.microsoft.com/office/drawing/2014/main" id="{9C7F0DE6-8967-9D96-149D-2BD03197B33C}"/>
                </a:ext>
              </a:extLst>
            </p:cNvPr>
            <p:cNvSpPr>
              <a:spLocks noChangeArrowheads="1"/>
            </p:cNvSpPr>
            <p:nvPr>
              <p:custDataLst>
                <p:tags r:id="Rae148ffb77084ca9"/>
              </p:custDataLst>
            </p:nvPr>
          </p:nvSpPr>
          <p:spPr bwMode="auto">
            <a:xfrm>
              <a:off x="8684842" y="2131187"/>
              <a:ext cx="221130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更改文字的颜色或者大X属性输入您的文本文字</a:t>
              </a:r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C0F7ECCC-D1F6-D9A3-76D1-E94BAC290ED9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AB410293-4929-A4A9-85ED-AAAC369CF55D}"/>
              </a:ext>
            </a:extLst>
          </p:cNvPr>
          <p:cNvGrpSpPr/>
          <p:nvPr/>
        </p:nvGrpSpPr>
        <p:grpSpPr>
          <a:xfrm>
            <a:off x="8063261" y="4532565"/>
            <a:ext cx="2401540" cy="1266250"/>
            <a:chOff x="8684842" y="1511268"/>
            <a:chExt cx="2211307" cy="1266250"/>
          </a:xfrm>
        </p:grpSpPr>
        <p:sp>
          <p:nvSpPr>
            <p:cNvPr id="38" name="PA-矩形 4">
              <a:extLst>
                <a:ext uri="{FF2B5EF4-FFF2-40B4-BE49-F238E27FC236}">
                  <a16:creationId xmlns:a16="http://schemas.microsoft.com/office/drawing/2014/main" id="{19785519-78E4-AEF0-9EB2-2423A3141117}"/>
                </a:ext>
              </a:extLst>
            </p:cNvPr>
            <p:cNvSpPr>
              <a:spLocks noChangeArrowheads="1"/>
            </p:cNvSpPr>
            <p:nvPr>
              <p:custDataLst>
                <p:tags r:id="R1c18851b0b724ada"/>
              </p:custDataLst>
            </p:nvPr>
          </p:nvSpPr>
          <p:spPr bwMode="auto">
            <a:xfrm>
              <a:off x="9110882" y="1511268"/>
              <a:ext cx="13592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39" name="PA-矩形 4">
              <a:extLst>
                <a:ext uri="{FF2B5EF4-FFF2-40B4-BE49-F238E27FC236}">
                  <a16:creationId xmlns:a16="http://schemas.microsoft.com/office/drawing/2014/main" id="{0AC9B8BD-383E-0C0A-FBF6-D7A0E718A0A5}"/>
                </a:ext>
              </a:extLst>
            </p:cNvPr>
            <p:cNvSpPr>
              <a:spLocks noChangeArrowheads="1"/>
            </p:cNvSpPr>
            <p:nvPr>
              <p:custDataLst>
                <p:tags r:id="R6cca0a83f92d41b8"/>
              </p:custDataLst>
            </p:nvPr>
          </p:nvSpPr>
          <p:spPr bwMode="auto">
            <a:xfrm>
              <a:off x="8684842" y="2131187"/>
              <a:ext cx="221130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更改文字的颜色或者大X属性输入您的文本文字</a:t>
              </a:r>
            </a:p>
          </p:txBody>
        </p: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3249D0B0-575F-0F2E-78B0-747D5B8FB106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950F323A-E2A0-E852-60FE-85A269BF731C}"/>
              </a:ext>
            </a:extLst>
          </p:cNvPr>
          <p:cNvGrpSpPr/>
          <p:nvPr/>
        </p:nvGrpSpPr>
        <p:grpSpPr>
          <a:xfrm>
            <a:off x="3224561" y="1319465"/>
            <a:ext cx="2401540" cy="1266250"/>
            <a:chOff x="8684842" y="1511268"/>
            <a:chExt cx="2211307" cy="1266250"/>
          </a:xfrm>
        </p:grpSpPr>
        <p:sp>
          <p:nvSpPr>
            <p:cNvPr id="42" name="PA-矩形 4">
              <a:extLst>
                <a:ext uri="{FF2B5EF4-FFF2-40B4-BE49-F238E27FC236}">
                  <a16:creationId xmlns:a16="http://schemas.microsoft.com/office/drawing/2014/main" id="{768EF9DC-0C54-627D-7BC5-9F045B59A04B}"/>
                </a:ext>
              </a:extLst>
            </p:cNvPr>
            <p:cNvSpPr>
              <a:spLocks noChangeArrowheads="1"/>
            </p:cNvSpPr>
            <p:nvPr>
              <p:custDataLst>
                <p:tags r:id="Rb1e683f191f84b9d"/>
              </p:custDataLst>
            </p:nvPr>
          </p:nvSpPr>
          <p:spPr bwMode="auto">
            <a:xfrm>
              <a:off x="9110882" y="1511268"/>
              <a:ext cx="13592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43" name="PA-矩形 4">
              <a:extLst>
                <a:ext uri="{FF2B5EF4-FFF2-40B4-BE49-F238E27FC236}">
                  <a16:creationId xmlns:a16="http://schemas.microsoft.com/office/drawing/2014/main" id="{210BC993-B72A-9B64-C3ED-E6E7A2BFD64A}"/>
                </a:ext>
              </a:extLst>
            </p:cNvPr>
            <p:cNvSpPr>
              <a:spLocks noChangeArrowheads="1"/>
            </p:cNvSpPr>
            <p:nvPr>
              <p:custDataLst>
                <p:tags r:id="R68b3e74b27114a99"/>
              </p:custDataLst>
            </p:nvPr>
          </p:nvSpPr>
          <p:spPr bwMode="auto">
            <a:xfrm>
              <a:off x="8684842" y="2131187"/>
              <a:ext cx="221130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更改文字的颜色或者大X属性输入您的文本文字</a:t>
              </a:r>
            </a:p>
          </p:txBody>
        </p: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5BDBCD58-05CF-B3D6-FE8D-6434D2A16D47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FFA75323-BDEE-91E3-5287-4E6BC49985B3}"/>
              </a:ext>
            </a:extLst>
          </p:cNvPr>
          <p:cNvGrpSpPr/>
          <p:nvPr/>
        </p:nvGrpSpPr>
        <p:grpSpPr>
          <a:xfrm>
            <a:off x="6488461" y="1319465"/>
            <a:ext cx="2401540" cy="1266250"/>
            <a:chOff x="8684842" y="1511268"/>
            <a:chExt cx="2211307" cy="1266250"/>
          </a:xfrm>
        </p:grpSpPr>
        <p:sp>
          <p:nvSpPr>
            <p:cNvPr id="46" name="PA-矩形 4">
              <a:extLst>
                <a:ext uri="{FF2B5EF4-FFF2-40B4-BE49-F238E27FC236}">
                  <a16:creationId xmlns:a16="http://schemas.microsoft.com/office/drawing/2014/main" id="{9B3E8790-D865-AAC0-4422-3EF1EC80019A}"/>
                </a:ext>
              </a:extLst>
            </p:cNvPr>
            <p:cNvSpPr>
              <a:spLocks noChangeArrowheads="1"/>
            </p:cNvSpPr>
            <p:nvPr>
              <p:custDataLst>
                <p:tags r:id="R23aaa5dee6f845f1"/>
              </p:custDataLst>
            </p:nvPr>
          </p:nvSpPr>
          <p:spPr bwMode="auto">
            <a:xfrm>
              <a:off x="9110882" y="1511268"/>
              <a:ext cx="135922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输入标题</a:t>
              </a:r>
            </a:p>
          </p:txBody>
        </p:sp>
        <p:sp>
          <p:nvSpPr>
            <p:cNvPr id="47" name="PA-矩形 4">
              <a:extLst>
                <a:ext uri="{FF2B5EF4-FFF2-40B4-BE49-F238E27FC236}">
                  <a16:creationId xmlns:a16="http://schemas.microsoft.com/office/drawing/2014/main" id="{24806257-2528-4E23-9FA3-57BCC26BBA06}"/>
                </a:ext>
              </a:extLst>
            </p:cNvPr>
            <p:cNvSpPr>
              <a:spLocks noChangeArrowheads="1"/>
            </p:cNvSpPr>
            <p:nvPr>
              <p:custDataLst>
                <p:tags r:id="R7f6f4a0caf91491f"/>
              </p:custDataLst>
            </p:nvPr>
          </p:nvSpPr>
          <p:spPr bwMode="auto">
            <a:xfrm>
              <a:off x="8684842" y="2131187"/>
              <a:ext cx="221130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50000"/>
                </a:lnSpc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更改文字的颜色或者大X属性输入您的文本文字</a:t>
              </a:r>
            </a:p>
          </p:txBody>
        </p: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F03701E3-9855-45F4-1DF0-EC4D86226A6D}"/>
                </a:ext>
              </a:extLst>
            </p:cNvPr>
            <p:cNvCxnSpPr/>
            <p:nvPr/>
          </p:nvCxnSpPr>
          <p:spPr>
            <a:xfrm>
              <a:off x="9577481" y="2036618"/>
              <a:ext cx="426028" cy="0"/>
            </a:xfrm>
            <a:prstGeom prst="line">
              <a:avLst/>
            </a:prstGeom>
            <a:ln w="1270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4630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30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4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9" presetID="1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4" presetID="1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9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6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4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6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9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7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74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7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79" presetID="1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8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87C09-E5D7-8EA6-D5C0-16F319307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29B145E-18F1-E2B5-E2C9-B652726BF4C3}"/>
              </a:ext>
            </a:extLst>
          </p:cNvPr>
          <p:cNvPicPr>
            <a:picLocks noChangeAspect="1"/>
          </p:cNvPicPr>
          <p:nvPr/>
        </p:nvPicPr>
        <p:blipFill>
          <a:blip r:embed="Rc86a2699d5ec4a7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E9D5F48-94D0-1F3C-6088-3600DDB73B2D}"/>
              </a:ext>
            </a:extLst>
          </p:cNvPr>
          <p:cNvPicPr>
            <a:picLocks noChangeAspect="1"/>
          </p:cNvPicPr>
          <p:nvPr/>
        </p:nvPicPr>
        <p:blipFill>
          <a:blip r:embed="Rd039723d0654436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226" y="0"/>
            <a:ext cx="12147551" cy="6858000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6FD829E8-6832-7819-E738-3B9A978FF295}"/>
              </a:ext>
            </a:extLst>
          </p:cNvPr>
          <p:cNvGrpSpPr/>
          <p:nvPr/>
        </p:nvGrpSpPr>
        <p:grpSpPr>
          <a:xfrm>
            <a:off x="321879" y="374349"/>
            <a:ext cx="1158949" cy="1234853"/>
            <a:chOff x="350874" y="233917"/>
            <a:chExt cx="1158949" cy="1234853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7E8F061D-FCC0-3D59-4FCD-91D32CC3A494}"/>
                </a:ext>
              </a:extLst>
            </p:cNvPr>
            <p:cNvSpPr txBox="1"/>
            <p:nvPr/>
          </p:nvSpPr>
          <p:spPr>
            <a:xfrm>
              <a:off x="350874" y="361227"/>
              <a:ext cx="1158949" cy="683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>
                  <a:solidFill>
                    <a:schemeClr val="bg1"/>
                  </a:solidFill>
                </a:rPr>
                <a:t>科技峰会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600">
                  <a:solidFill>
                    <a:schemeClr val="bg1"/>
                  </a:solidFill>
                </a:rPr>
                <a:t>智能时代</a:t>
              </a:r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DCD8889B-D87B-E19B-9E92-20D8C996D9E5}"/>
                </a:ext>
              </a:extLst>
            </p:cNvPr>
            <p:cNvSpPr/>
            <p:nvPr/>
          </p:nvSpPr>
          <p:spPr>
            <a:xfrm>
              <a:off x="479425" y="233917"/>
              <a:ext cx="404797" cy="76148"/>
            </a:xfrm>
            <a:custGeom>
              <a:avLst/>
              <a:gdLst>
                <a:gd name="connsiteX0" fmla="*/ 328649 w 404797"/>
                <a:gd name="connsiteY0" fmla="*/ 0 h 76148"/>
                <a:gd name="connsiteX1" fmla="*/ 404797 w 404797"/>
                <a:gd name="connsiteY1" fmla="*/ 0 h 76148"/>
                <a:gd name="connsiteX2" fmla="*/ 404797 w 404797"/>
                <a:gd name="connsiteY2" fmla="*/ 76148 h 76148"/>
                <a:gd name="connsiteX3" fmla="*/ 328649 w 404797"/>
                <a:gd name="connsiteY3" fmla="*/ 76148 h 76148"/>
                <a:gd name="connsiteX4" fmla="*/ 164325 w 404797"/>
                <a:gd name="connsiteY4" fmla="*/ 0 h 76148"/>
                <a:gd name="connsiteX5" fmla="*/ 240473 w 404797"/>
                <a:gd name="connsiteY5" fmla="*/ 0 h 76148"/>
                <a:gd name="connsiteX6" fmla="*/ 240473 w 404797"/>
                <a:gd name="connsiteY6" fmla="*/ 76148 h 76148"/>
                <a:gd name="connsiteX7" fmla="*/ 164325 w 404797"/>
                <a:gd name="connsiteY7" fmla="*/ 76148 h 76148"/>
                <a:gd name="connsiteX8" fmla="*/ 0 w 404797"/>
                <a:gd name="connsiteY8" fmla="*/ 0 h 76148"/>
                <a:gd name="connsiteX9" fmla="*/ 76148 w 404797"/>
                <a:gd name="connsiteY9" fmla="*/ 0 h 76148"/>
                <a:gd name="connsiteX10" fmla="*/ 76148 w 404797"/>
                <a:gd name="connsiteY10" fmla="*/ 76148 h 76148"/>
                <a:gd name="connsiteX11" fmla="*/ 0 w 404797"/>
                <a:gd name="connsiteY11" fmla="*/ 76148 h 76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4797" h="76148">
                  <a:moveTo>
                    <a:pt x="328649" y="0"/>
                  </a:moveTo>
                  <a:lnTo>
                    <a:pt x="404797" y="0"/>
                  </a:lnTo>
                  <a:lnTo>
                    <a:pt x="404797" y="76148"/>
                  </a:lnTo>
                  <a:lnTo>
                    <a:pt x="328649" y="76148"/>
                  </a:lnTo>
                  <a:close/>
                  <a:moveTo>
                    <a:pt x="164325" y="0"/>
                  </a:moveTo>
                  <a:lnTo>
                    <a:pt x="240473" y="0"/>
                  </a:lnTo>
                  <a:lnTo>
                    <a:pt x="240473" y="76148"/>
                  </a:lnTo>
                  <a:lnTo>
                    <a:pt x="164325" y="76148"/>
                  </a:lnTo>
                  <a:close/>
                  <a:moveTo>
                    <a:pt x="0" y="0"/>
                  </a:moveTo>
                  <a:lnTo>
                    <a:pt x="76148" y="0"/>
                  </a:lnTo>
                  <a:lnTo>
                    <a:pt x="76148" y="76148"/>
                  </a:lnTo>
                  <a:lnTo>
                    <a:pt x="0" y="761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6E462485-9CC0-723E-5B70-C03F2954B667}"/>
                </a:ext>
              </a:extLst>
            </p:cNvPr>
            <p:cNvSpPr/>
            <p:nvPr/>
          </p:nvSpPr>
          <p:spPr>
            <a:xfrm rot="10800000">
              <a:off x="479425" y="1122113"/>
              <a:ext cx="80790" cy="346657"/>
            </a:xfrm>
            <a:custGeom>
              <a:avLst/>
              <a:gdLst>
                <a:gd name="connsiteX0" fmla="*/ 59531 w 59531"/>
                <a:gd name="connsiteY0" fmla="*/ 45719 h 255438"/>
                <a:gd name="connsiteX1" fmla="*/ 1 w 59531"/>
                <a:gd name="connsiteY1" fmla="*/ 45719 h 255438"/>
                <a:gd name="connsiteX2" fmla="*/ 29766 w 59531"/>
                <a:gd name="connsiteY2" fmla="*/ 0 h 255438"/>
                <a:gd name="connsiteX3" fmla="*/ 59530 w 59531"/>
                <a:gd name="connsiteY3" fmla="*/ 150579 h 255438"/>
                <a:gd name="connsiteX4" fmla="*/ 0 w 59531"/>
                <a:gd name="connsiteY4" fmla="*/ 150579 h 255438"/>
                <a:gd name="connsiteX5" fmla="*/ 29765 w 59531"/>
                <a:gd name="connsiteY5" fmla="*/ 104860 h 255438"/>
                <a:gd name="connsiteX6" fmla="*/ 59530 w 59531"/>
                <a:gd name="connsiteY6" fmla="*/ 255438 h 255438"/>
                <a:gd name="connsiteX7" fmla="*/ 0 w 59531"/>
                <a:gd name="connsiteY7" fmla="*/ 255438 h 255438"/>
                <a:gd name="connsiteX8" fmla="*/ 29765 w 59531"/>
                <a:gd name="connsiteY8" fmla="*/ 209719 h 25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531" h="255438">
                  <a:moveTo>
                    <a:pt x="59531" y="45719"/>
                  </a:moveTo>
                  <a:lnTo>
                    <a:pt x="1" y="45719"/>
                  </a:lnTo>
                  <a:lnTo>
                    <a:pt x="29766" y="0"/>
                  </a:lnTo>
                  <a:close/>
                  <a:moveTo>
                    <a:pt x="59530" y="150579"/>
                  </a:moveTo>
                  <a:lnTo>
                    <a:pt x="0" y="150579"/>
                  </a:lnTo>
                  <a:lnTo>
                    <a:pt x="29765" y="104860"/>
                  </a:lnTo>
                  <a:close/>
                  <a:moveTo>
                    <a:pt x="59530" y="255438"/>
                  </a:moveTo>
                  <a:lnTo>
                    <a:pt x="0" y="255438"/>
                  </a:lnTo>
                  <a:lnTo>
                    <a:pt x="29765" y="20971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31" name="图片 30">
            <a:extLst>
              <a:ext uri="{FF2B5EF4-FFF2-40B4-BE49-F238E27FC236}">
                <a16:creationId xmlns:a16="http://schemas.microsoft.com/office/drawing/2014/main" id="{EAE32461-576D-0BC4-7657-AEA105C396B5}"/>
              </a:ext>
            </a:extLst>
          </p:cNvPr>
          <p:cNvPicPr>
            <a:picLocks noChangeAspect="1"/>
          </p:cNvPicPr>
          <p:nvPr/>
        </p:nvPicPr>
        <p:blipFill>
          <a:blip r:embed="Rfdfe18cdd40c429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9055" y="1168176"/>
            <a:ext cx="7333893" cy="4521648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CC52AE6F-2DEB-0D40-D632-16A23E850F4B}"/>
              </a:ext>
            </a:extLst>
          </p:cNvPr>
          <p:cNvPicPr>
            <a:picLocks noChangeAspect="1"/>
          </p:cNvPicPr>
          <p:nvPr/>
        </p:nvPicPr>
        <p:blipFill>
          <a:blip r:embed="R6cf1874f19aa4cb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34157"/>
            <a:ext cx="12192000" cy="6419851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827E7D6B-3DD7-DD1F-CDFE-C83E860DBF71}"/>
              </a:ext>
            </a:extLst>
          </p:cNvPr>
          <p:cNvPicPr>
            <a:picLocks noChangeAspect="1"/>
          </p:cNvPicPr>
          <p:nvPr/>
        </p:nvPicPr>
        <p:blipFill>
          <a:blip r:embed="R785339922f1b4d3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0750" y="1646213"/>
            <a:ext cx="3342333" cy="3396791"/>
          </a:xfrm>
          <a:prstGeom prst="rect">
            <a:avLst/>
          </a:prstGeom>
          <a:effectLst>
            <a:outerShdw blurRad="330200" dist="63500" dir="5400000" algn="t" rotWithShape="0">
              <a:prstClr val="black">
                <a:alpha val="4000"/>
              </a:prstClr>
            </a:outerShdw>
          </a:effectLst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4496667C-ADDA-D6C0-0A5F-73DBB054C5FC}"/>
              </a:ext>
            </a:extLst>
          </p:cNvPr>
          <p:cNvSpPr txBox="1"/>
          <p:nvPr>
            <p:custDataLst>
              <p:tags r:id="R7c11ad7e2392442d"/>
            </p:custDataLst>
          </p:nvPr>
        </p:nvSpPr>
        <p:spPr>
          <a:xfrm>
            <a:off x="5834723" y="1893114"/>
            <a:ext cx="27035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7200" b="1">
                <a:solidFill>
                  <a:schemeClr val="bg1"/>
                </a:soli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  <a:sym typeface="+mn-lt"/>
              </a:rPr>
              <a:t>202X</a:t>
            </a:r>
            <a:endParaRPr lang="zh-CN" altLang="en-US" sz="7200" b="1">
              <a:solidFill>
                <a:schemeClr val="bg1"/>
              </a:solidFill>
              <a:latin typeface="阿里巴巴普惠体 Heavy" pitchFamily="18" charset="-122"/>
              <a:ea typeface="阿里巴巴普惠体 Heavy" pitchFamily="18" charset="-122"/>
              <a:cs typeface="阿里巴巴普惠体 Heavy" pitchFamily="18" charset="-122"/>
              <a:sym typeface="+mn-lt"/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14CFD945-1CB7-DF5F-1C44-E30815282F38}"/>
              </a:ext>
            </a:extLst>
          </p:cNvPr>
          <p:cNvGrpSpPr/>
          <p:nvPr/>
        </p:nvGrpSpPr>
        <p:grpSpPr>
          <a:xfrm>
            <a:off x="8219570" y="2473311"/>
            <a:ext cx="3001567" cy="369332"/>
            <a:chOff x="2681764" y="2606460"/>
            <a:chExt cx="3001567" cy="369332"/>
          </a:xfrm>
        </p:grpSpPr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A4D18C28-3F32-EC02-3C66-E9AC4180724D}"/>
                </a:ext>
              </a:extLst>
            </p:cNvPr>
            <p:cNvSpPr txBox="1"/>
            <p:nvPr>
              <p:custDataLst>
                <p:tags r:id="R1a47a4955cd64fcb"/>
              </p:custDataLst>
            </p:nvPr>
          </p:nvSpPr>
          <p:spPr>
            <a:xfrm>
              <a:off x="2681764" y="2606460"/>
              <a:ext cx="27035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cs typeface="+mn-ea"/>
                  <a:sym typeface="+mn-lt"/>
                </a:rPr>
                <a:t>新</a:t>
              </a:r>
              <a:r>
                <a:rPr lang="en-US" altLang="zh-CN">
                  <a:solidFill>
                    <a:schemeClr val="bg1"/>
                  </a:solidFill>
                  <a:cs typeface="+mn-ea"/>
                  <a:sym typeface="+mn-lt"/>
                </a:rPr>
                <a:t>AI </a:t>
              </a:r>
              <a:r>
                <a:rPr lang="zh-CN" altLang="en-US">
                  <a:solidFill>
                    <a:schemeClr val="bg1"/>
                  </a:solidFill>
                  <a:cs typeface="+mn-ea"/>
                  <a:sym typeface="+mn-lt"/>
                </a:rPr>
                <a:t>新应用 新生态</a:t>
              </a:r>
            </a:p>
          </p:txBody>
        </p: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EB231200-0C9D-5597-1978-E6D4AEF3774B}"/>
                </a:ext>
              </a:extLst>
            </p:cNvPr>
            <p:cNvCxnSpPr/>
            <p:nvPr/>
          </p:nvCxnSpPr>
          <p:spPr>
            <a:xfrm>
              <a:off x="4756899" y="2767263"/>
              <a:ext cx="926432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4FB5F265-4C20-EC06-BD4F-4A7E95AD5DC1}"/>
              </a:ext>
            </a:extLst>
          </p:cNvPr>
          <p:cNvSpPr txBox="1"/>
          <p:nvPr/>
        </p:nvSpPr>
        <p:spPr>
          <a:xfrm>
            <a:off x="5823865" y="3000328"/>
            <a:ext cx="6368137" cy="1099960"/>
          </a:xfrm>
          <a:prstGeom prst="rect">
            <a:avLst/>
          </a:prstGeom>
          <a:noFill/>
          <a:ln w="9525">
            <a:noFill/>
          </a:ln>
          <a:effectLst/>
        </p:spPr>
        <p:txBody>
          <a:bodyPr wrap="square">
            <a:noAutofit/>
          </a:bodyPr>
          <a:lstStyle/>
          <a:p>
            <a:r>
              <a:rPr lang="zh-CN" altLang="en-US" sz="7200" b="1">
                <a:solidFill>
                  <a:schemeClr val="bg1"/>
                </a:soli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  <a:sym typeface="+mn-lt"/>
              </a:rPr>
              <a:t>行业年终峰会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238BA85-2A42-2933-EF21-32BCE58E0A2D}"/>
              </a:ext>
            </a:extLst>
          </p:cNvPr>
          <p:cNvSpPr/>
          <p:nvPr>
            <p:custDataLst>
              <p:tags r:id="R0e576cac3ede4331"/>
            </p:custDataLst>
          </p:nvPr>
        </p:nvSpPr>
        <p:spPr>
          <a:xfrm>
            <a:off x="5931898" y="4213884"/>
            <a:ext cx="5546237" cy="53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>
                <a:solidFill>
                  <a:schemeClr val="bg1">
                    <a:alpha val="47000"/>
                  </a:schemeClr>
                </a:solidFill>
                <a:cs typeface="+mn-ea"/>
                <a:sym typeface="+mn-lt"/>
              </a:rPr>
              <a:t>Please add in this text, the template. Please add in this text, the template. Please add in this text, the template. Please add in this text</a:t>
            </a: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FA6FFF9C-89FF-5D1F-E303-7A5CDE00EEF8}"/>
              </a:ext>
            </a:extLst>
          </p:cNvPr>
          <p:cNvGrpSpPr/>
          <p:nvPr/>
        </p:nvGrpSpPr>
        <p:grpSpPr>
          <a:xfrm>
            <a:off x="7865681" y="6200123"/>
            <a:ext cx="3612455" cy="261610"/>
            <a:chOff x="7865680" y="6200122"/>
            <a:chExt cx="3612454" cy="261610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0F91C3F6-0DFE-6638-A339-FCAC0C259866}"/>
                </a:ext>
              </a:extLst>
            </p:cNvPr>
            <p:cNvSpPr txBox="1"/>
            <p:nvPr/>
          </p:nvSpPr>
          <p:spPr>
            <a:xfrm>
              <a:off x="9175530" y="6200122"/>
              <a:ext cx="23026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100">
                  <a:solidFill>
                    <a:schemeClr val="bg1"/>
                  </a:solidFill>
                </a:rPr>
                <a:t>科技创新 </a:t>
              </a:r>
              <a:r>
                <a:rPr lang="en-US" altLang="zh-CN" sz="1100">
                  <a:solidFill>
                    <a:schemeClr val="bg1"/>
                  </a:solidFill>
                </a:rPr>
                <a:t>· </a:t>
              </a:r>
              <a:r>
                <a:rPr lang="zh-CN" altLang="en-US" sz="1100">
                  <a:solidFill>
                    <a:schemeClr val="bg1"/>
                  </a:solidFill>
                </a:rPr>
                <a:t>引领未来 </a:t>
              </a:r>
              <a:r>
                <a:rPr lang="en-US" altLang="zh-CN" sz="1100">
                  <a:solidFill>
                    <a:schemeClr val="bg1"/>
                  </a:solidFill>
                </a:rPr>
                <a:t>· </a:t>
              </a:r>
              <a:r>
                <a:rPr lang="zh-CN" altLang="en-US" sz="1100">
                  <a:solidFill>
                    <a:schemeClr val="bg1"/>
                  </a:solidFill>
                </a:rPr>
                <a:t>合作共赢</a:t>
              </a: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4EEAB05D-83F2-A705-5E9F-AA9102BEF5B8}"/>
                </a:ext>
              </a:extLst>
            </p:cNvPr>
            <p:cNvSpPr/>
            <p:nvPr/>
          </p:nvSpPr>
          <p:spPr>
            <a:xfrm>
              <a:off x="7865680" y="6308068"/>
              <a:ext cx="1309851" cy="45719"/>
            </a:xfrm>
            <a:prstGeom prst="rect">
              <a:avLst/>
            </a:prstGeom>
            <a:gradFill>
              <a:gsLst>
                <a:gs pos="0">
                  <a:srgbClr val="325EFF"/>
                </a:gs>
                <a:gs pos="68000">
                  <a:srgbClr val="952D90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C995E5E3-9508-0B78-3275-661313CA1FCF}"/>
              </a:ext>
            </a:extLst>
          </p:cNvPr>
          <p:cNvGrpSpPr/>
          <p:nvPr/>
        </p:nvGrpSpPr>
        <p:grpSpPr>
          <a:xfrm>
            <a:off x="9389938" y="740495"/>
            <a:ext cx="2779839" cy="482112"/>
            <a:chOff x="5487532" y="234490"/>
            <a:chExt cx="2779838" cy="482112"/>
          </a:xfrm>
        </p:grpSpPr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18DB49DB-D3A4-EAE6-6911-7CD17F478BB7}"/>
                </a:ext>
              </a:extLst>
            </p:cNvPr>
            <p:cNvSpPr txBox="1"/>
            <p:nvPr/>
          </p:nvSpPr>
          <p:spPr>
            <a:xfrm>
              <a:off x="5487532" y="254937"/>
              <a:ext cx="6726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1200">
                  <a:solidFill>
                    <a:schemeClr val="bg1"/>
                  </a:solidFill>
                </a:rPr>
                <a:t>中国</a:t>
              </a:r>
              <a:endParaRPr lang="en-US" altLang="zh-CN" sz="1200">
                <a:solidFill>
                  <a:schemeClr val="bg1"/>
                </a:solidFill>
              </a:endParaRPr>
            </a:p>
            <a:p>
              <a:pPr algn="r"/>
              <a:r>
                <a:rPr lang="en-US" altLang="zh-CN" sz="1200">
                  <a:solidFill>
                    <a:schemeClr val="bg1"/>
                  </a:solidFill>
                </a:rPr>
                <a:t>CHINA</a:t>
              </a:r>
              <a:endParaRPr lang="zh-CN" altLang="en-US" sz="1200">
                <a:solidFill>
                  <a:schemeClr val="bg1"/>
                </a:solidFill>
              </a:endParaRPr>
            </a:p>
          </p:txBody>
        </p:sp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21124DE4-4923-324C-9398-EF7D5748E700}"/>
                </a:ext>
              </a:extLst>
            </p:cNvPr>
            <p:cNvPicPr>
              <a:picLocks noChangeAspect="1"/>
            </p:cNvPicPr>
            <p:nvPr/>
          </p:nvPicPr>
          <p:blipFill>
            <a:blip r:embed="Ra9114ce6554d4806"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29352" y="246610"/>
              <a:ext cx="760389" cy="461665"/>
            </a:xfrm>
            <a:prstGeom prst="rect">
              <a:avLst/>
            </a:prstGeom>
          </p:spPr>
        </p:pic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FFCF0B2D-19F1-6A5C-6041-EE3E1BBC461C}"/>
                </a:ext>
              </a:extLst>
            </p:cNvPr>
            <p:cNvSpPr txBox="1"/>
            <p:nvPr/>
          </p:nvSpPr>
          <p:spPr>
            <a:xfrm>
              <a:off x="7108421" y="234490"/>
              <a:ext cx="11589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>
                  <a:solidFill>
                    <a:schemeClr val="bg1"/>
                  </a:solidFill>
                </a:rPr>
                <a:t>202x</a:t>
              </a:r>
            </a:p>
            <a:p>
              <a:r>
                <a:rPr lang="en-US" altLang="zh-CN" sz="1200">
                  <a:solidFill>
                    <a:schemeClr val="bg1"/>
                  </a:solidFill>
                </a:rPr>
                <a:t>02</a:t>
              </a:r>
              <a:r>
                <a:rPr lang="zh-CN" altLang="en-US" sz="1200">
                  <a:solidFill>
                    <a:schemeClr val="bg1"/>
                  </a:solidFill>
                </a:rPr>
                <a:t>月</a:t>
              </a:r>
              <a:r>
                <a:rPr lang="en-US" altLang="zh-CN" sz="1200">
                  <a:solidFill>
                    <a:schemeClr val="bg1"/>
                  </a:solidFill>
                </a:rPr>
                <a:t>28</a:t>
              </a:r>
              <a:r>
                <a:rPr lang="zh-CN" altLang="en-US" sz="1200">
                  <a:solidFill>
                    <a:schemeClr val="bg1"/>
                  </a:solidFill>
                </a:rPr>
                <a:t>日</a:t>
              </a:r>
            </a:p>
          </p:txBody>
        </p: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6E32FD28-EF14-A0AE-EE59-F33FD42353E0}"/>
                </a:ext>
              </a:extLst>
            </p:cNvPr>
            <p:cNvCxnSpPr/>
            <p:nvPr/>
          </p:nvCxnSpPr>
          <p:spPr>
            <a:xfrm flipH="1">
              <a:off x="6160194" y="331085"/>
              <a:ext cx="0" cy="28988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FB7DA6BB-EF7E-34B9-6C52-4DC5FF5F65F3}"/>
                </a:ext>
              </a:extLst>
            </p:cNvPr>
            <p:cNvCxnSpPr/>
            <p:nvPr/>
          </p:nvCxnSpPr>
          <p:spPr>
            <a:xfrm flipH="1">
              <a:off x="7108421" y="340825"/>
              <a:ext cx="0" cy="28988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6163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300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1" presetID="0" presetClass="entr" presetSubtype="0" decel="7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855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5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6" dur="998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47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8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1" grpId="1"/>
      <p:bldP spid="43" grpId="0"/>
      <p:bldP spid="45" grpId="0"/>
      <p:bldP spid="46" grpId="0"/>
      <p:bldP spid="46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E0580-9D1B-EF74-B2D6-3ABC2A2CB185}"/>
              </a:ext>
            </a:extLst>
          </p:cNvPr>
          <p:cNvPicPr>
            <a:picLocks noChangeAspect="1"/>
          </p:cNvPicPr>
          <p:nvPr/>
        </p:nvPicPr>
        <p:blipFill>
          <a:blip r:embed="R4951d6532dfb40c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78" y="373516"/>
            <a:ext cx="10863943" cy="6110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82041db5c2024262">
            <p14:nvContentPartPr>
              <p14:cNvPr id="16" name="墨迹 15"/>
              <p14:cNvContentPartPr/>
              <p14:nvPr/>
            </p14:nvContentPartPr>
            <p14:xfrm>
              <a:off x="2093051" y="-286110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18ea760789ad4829"/>
              <a:stretch>
                <a:fillRect/>
              </a:stretch>
            </p:blipFill>
            <p:spPr>
              <a:xfrm>
                <a:off x="2057051" y="-322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14049d8f71b4451c">
            <p14:nvContentPartPr>
              <p14:cNvPr id="17" name="墨迹 16"/>
              <p14:cNvContentPartPr/>
              <p14:nvPr/>
            </p14:nvContentPartPr>
            <p14:xfrm>
              <a:off x="822971" y="-489150"/>
              <a:ext cx="360" cy="36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18ea760789ad4829"/>
              <a:stretch>
                <a:fillRect/>
              </a:stretch>
            </p:blipFill>
            <p:spPr>
              <a:xfrm>
                <a:off x="786971" y="-52515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995631" y="5853325"/>
            <a:ext cx="5218430" cy="353196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91820dd140ab474d8ce790c0c3f52c9a"/>
              </a:rPr>
              <a:t>https://www.pptsupermarket.com/customizes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05DC9-B288-9E36-2E1C-FAB4AFFB11D1}"/>
              </a:ext>
            </a:extLst>
          </p:cNvPr>
          <p:cNvPicPr>
            <a:picLocks noChangeAspect="1"/>
          </p:cNvPicPr>
          <p:nvPr/>
        </p:nvPicPr>
        <p:blipFill>
          <a:blip r:embed="R4a0c2fd9cf29489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028" y="1584183"/>
            <a:ext cx="2669342" cy="2757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6278BE-3286-7688-C839-03607785B618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4B4C1-1D1A-E7BF-FF1D-C8DA501C1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3cad873497144d0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144" y="1028495"/>
            <a:ext cx="6814466" cy="4801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d4b0617503e3449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2" y="3904439"/>
            <a:ext cx="1690961" cy="16909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7177" y="1095947"/>
            <a:ext cx="41543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超级市场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1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分钟</a:t>
            </a:r>
            <a:r>
              <a:rPr lang="zh-CN" altLang="en-US" sz="4400" b="1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免费</a:t>
            </a:r>
            <a:endParaRPr lang="en-US" altLang="zh-CN" sz="4400" b="1" i="0">
              <a:solidFill>
                <a:schemeClr val="bg1"/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生成精美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a8dd099a48cc4e1e">
            <p14:nvContentPartPr>
              <p14:cNvPr id="15" name="墨迹 14"/>
              <p14:cNvContentPartPr/>
              <p14:nvPr/>
            </p14:nvContentPartPr>
            <p14:xfrm>
              <a:off x="5357445" y="1361610"/>
              <a:ext cx="189216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df1802e955e24a70"/>
            </p:blipFill>
            <p:spPr>
              <a:xfrm>
                <a:off x="5357445" y="1361610"/>
                <a:ext cx="1892160" cy="3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f6d6ea621e54429b">
            <p14:nvContentPartPr>
              <p14:cNvPr id="16" name="墨迹 15"/>
              <p14:cNvContentPartPr/>
              <p14:nvPr/>
            </p14:nvContentPartPr>
            <p14:xfrm>
              <a:off x="1974990" y="-204574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1f836e9d05dd42a1"/>
              <a:stretch>
                <a:fillRect/>
              </a:stretch>
            </p:blipFill>
            <p:spPr>
              <a:xfrm>
                <a:off x="1938990" y="-24057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cbf949d5ffa34d0d">
            <p14:nvContentPartPr>
              <p14:cNvPr id="17" name="墨迹 16"/>
              <p14:cNvContentPartPr/>
              <p14:nvPr/>
            </p14:nvContentPartPr>
            <p14:xfrm>
              <a:off x="704910" y="-489150"/>
              <a:ext cx="36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54590b488e854301"/>
            </p:blipFill>
            <p:spPr>
              <a:xfrm>
                <a:off x="704910" y="-489150"/>
                <a:ext cx="360" cy="360"/>
              </a:xfrm>
              <a:prstGeom prst="rect"/>
            </p:spPr>
          </p:pic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f3812afa385c4ba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32" y="3902536"/>
            <a:ext cx="1690960" cy="1690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639ad80f030a4b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0" y="3902536"/>
            <a:ext cx="1690960" cy="16909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3632" y="3288809"/>
            <a:ext cx="36480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8e04b98cf6d7452c841025e69fa67298"/>
              </a:rPr>
              <a:t>https://www.pptsupermarket.com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45F51-90AD-52ED-9B4B-9163368ABC90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6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cbc5fc721c334d5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96" y="2078418"/>
            <a:ext cx="2674457" cy="26744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797" y="3051843"/>
            <a:ext cx="309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Powered by</a:t>
            </a:r>
            <a:endParaRPr lang="zh-CN" altLang="en-US" sz="3600" b="1" dirty="0">
              <a:solidFill>
                <a:schemeClr val="bg1"/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2502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定制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955" y="1864461"/>
            <a:ext cx="45719" cy="310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09b1fee88c3e41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6" y="2021301"/>
            <a:ext cx="2681263" cy="26744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55116512030444cd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18" y="2021301"/>
            <a:ext cx="2674457" cy="26744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25793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下载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52e21c48094e4142">
            <p14:nvContentPartPr>
              <p14:cNvPr id="8" name="墨迹 7"/>
              <p14:cNvContentPartPr/>
              <p14:nvPr/>
            </p14:nvContentPartPr>
            <p14:xfrm>
              <a:off x="907950" y="-825390"/>
              <a:ext cx="36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cac805e7775e49e8"/>
            </p:blipFill>
            <p:spPr>
              <a:xfrm>
                <a:off x="907950" y="-8253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163c7cadd8604017">
            <p14:nvContentPartPr>
              <p14:cNvPr id="13" name="墨迹 12"/>
              <p14:cNvContentPartPr/>
              <p14:nvPr/>
            </p14:nvContentPartPr>
            <p14:xfrm>
              <a:off x="1130070" y="-93987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cac805e7775e49e8"/>
            </p:blipFill>
            <p:spPr>
              <a:xfrm>
                <a:off x="1130070" y="-93987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19fc463a66684d12">
            <p14:nvContentPartPr>
              <p14:cNvPr id="14" name="墨迹 13"/>
              <p14:cNvContentPartPr/>
              <p14:nvPr/>
            </p14:nvContentPartPr>
            <p14:xfrm>
              <a:off x="768270" y="-768510"/>
              <a:ext cx="36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cac805e7775e49e8"/>
            </p:blipFill>
            <p:spPr>
              <a:xfrm>
                <a:off x="768270" y="-76851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7408" y="1563181"/>
            <a:ext cx="8048861" cy="235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提示：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此文件仅供您在内部团队交流学习交流之用，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严禁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在其他公共领域传播或商用。如果因为您将本站资源用于其他用途而引起的纠纷，本站不负任何责任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部分页面仅有一行过渡文字，如不需要请删除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文档正文字体为：思源等宽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SourceHanMonoSC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-Light)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MiSans</a:t>
            </a:r>
            <a:r>
              <a:rPr lang="en-US" altLang="zh-CN" dirty="0">
                <a:solidFill>
                  <a:srgbClr val="212529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7409" y="4417013"/>
            <a:ext cx="52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e9548c226f4a4279843d31a531941e7e"/>
              </a:rPr>
              <a:t>部分字体来源于</a:t>
            </a:r>
            <a:r>
              <a:rPr lang="en-US" altLang="zh-CN" dirty="0">
                <a:hlinkClick r:id="Re9548c226f4a4279843d31a531941e7e"/>
              </a:rPr>
              <a:t>100font.com  </a:t>
            </a:r>
            <a:r>
              <a:rPr lang="zh-CN" altLang="en-US" dirty="0">
                <a:hlinkClick r:id="Re9548c226f4a4279843d31a531941e7e"/>
              </a:rPr>
              <a:t>点击此链接下载字体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57409" y="4822886"/>
            <a:ext cx="70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ad2728dca23449bca05edfeb1f991f96"/>
              </a:rPr>
              <a:t>部分图标来源于</a:t>
            </a:r>
            <a:r>
              <a:rPr lang="en-US" altLang="zh-CN" dirty="0">
                <a:hlinkClick r:id="Rad2728dca23449bca05edfeb1f991f96"/>
              </a:rPr>
              <a:t>Storyset.com </a:t>
            </a:r>
            <a:r>
              <a:rPr lang="zh-CN" altLang="en-US" dirty="0">
                <a:hlinkClick r:id="Rad2728dca23449bca05edfeb1f991f96"/>
              </a:rPr>
              <a:t>点击此链接获取图标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8FEA3-84DD-A730-1816-8BF7FBF369D7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slides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slides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0</TotalTime>
  <Words>1531</Words>
  <Application>Microsoft Office PowerPoint</Application>
  <PresentationFormat>宽屏</PresentationFormat>
  <Paragraphs>265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?[WonrLS颯豾?</vt:lpstr>
      <vt:lpstr>阿里巴巴普惠体 Heavy</vt:lpstr>
      <vt:lpstr>微软雅黑</vt:lpstr>
      <vt:lpstr>Aharoni</vt:lpstr>
      <vt:lpstr>Arial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keywords>www.1ppt.com</cp:keywords>
  <dc:description>第一PPT</dc:description>
  <cp:lastModifiedBy/>
  <cp:revision>1</cp:revision>
  <dcterms:created xsi:type="dcterms:W3CDTF">2023-12-03T12:49:11Z</dcterms:created>
  <dcterms:modified xsi:type="dcterms:W3CDTF">2025-04-28T04:22:07Z</dcterms:modified>
</cp:coreProperties>
</file>