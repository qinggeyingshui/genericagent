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tags/tag2.xml" ContentType="application/vnd.openxmlformats-officedocument.presentationml.tags+xml"/>
  <Override PartName="/ppt/slides/slide1.xml" ContentType="application/vnd.openxmlformats-officedocument.presentationml.slide+xml"/>
  <Override PartName="/ppt/slides/tags/tag3.xml" ContentType="application/vnd.openxmlformats-officedocument.presentationml.tags+xml"/>
  <Override PartName="/ppt/slides/slide2.xml" ContentType="application/vnd.openxmlformats-officedocument.presentationml.slide+xml"/>
  <Override PartName="/ppt/slides/tags/tag4.xml" ContentType="application/vnd.openxmlformats-officedocument.presentationml.tags+xml"/>
  <Override PartName="/ppt/slides/slide3.xml" ContentType="application/vnd.openxmlformats-officedocument.presentationml.slide+xml"/>
  <Override PartName="/ppt/slides/tags/tag5.xml" ContentType="application/vnd.openxmlformats-officedocument.presentationml.tags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tags/tag6.xml" ContentType="application/vnd.openxmlformats-officedocument.presentationml.tags+xml"/>
  <Override PartName="/ppt/slides/slide5.xml" ContentType="application/vnd.openxmlformats-officedocument.presentationml.slide+xml"/>
  <Override PartName="/ppt/slides/tags/tag7.xml" ContentType="application/vnd.openxmlformats-officedocument.presentationml.tags+xml"/>
  <Override PartName="/ppt/slides/tags/tag8.xml" ContentType="application/vnd.openxmlformats-officedocument.presentationml.tags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slide6.xml" ContentType="application/vnd.openxmlformats-officedocument.presentationml.slide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tags/tag16.xml" ContentType="application/vnd.openxmlformats-officedocument.presentationml.tags+xml"/>
  <Override PartName="/ppt/slides/tags/tag17.xml" ContentType="application/vnd.openxmlformats-officedocument.presentationml.tags+xml"/>
  <Override PartName="/ppt/slides/tags/tag18.xml" ContentType="application/vnd.openxmlformats-officedocument.presentationml.tags+xml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slide7.xml" ContentType="application/vnd.openxmlformats-officedocument.presentationml.slide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tags/tag27.xml" ContentType="application/vnd.openxmlformats-officedocument.presentationml.tags+xml"/>
  <Override PartName="/ppt/slides/slide8.xml" ContentType="application/vnd.openxmlformats-officedocument.presentationml.slide+xml"/>
  <Override PartName="/ppt/slides/tags/tag28.xml" ContentType="application/vnd.openxmlformats-officedocument.presentationml.tags+xml"/>
  <Override PartName="/ppt/slides/tags/tag29.xml" ContentType="application/vnd.openxmlformats-officedocument.presentationml.tags+xml"/>
  <Override PartName="/ppt/slides/tags/tag30.xml" ContentType="application/vnd.openxmlformats-officedocument.presentationml.tags+xml"/>
  <Override PartName="/ppt/slides/tags/tag31.xml" ContentType="application/vnd.openxmlformats-officedocument.presentationml.tags+xml"/>
  <Override PartName="/ppt/slides/tags/tag32.xml" ContentType="application/vnd.openxmlformats-officedocument.presentationml.tags+xml"/>
  <Override PartName="/ppt/slides/tags/tag33.xml" ContentType="application/vnd.openxmlformats-officedocument.presentationml.tags+xml"/>
  <Override PartName="/ppt/slides/tags/tag34.xml" ContentType="application/vnd.openxmlformats-officedocument.presentationml.tags+xml"/>
  <Override PartName="/ppt/slides/slide9.xml" ContentType="application/vnd.openxmlformats-officedocument.presentationml.slide+xml"/>
  <Override PartName="/ppt/slides/tags/tag35.xml" ContentType="application/vnd.openxmlformats-officedocument.presentationml.tags+xml"/>
  <Override PartName="/ppt/slides/tags/tag36.xml" ContentType="application/vnd.openxmlformats-officedocument.presentationml.tags+xml"/>
  <Override PartName="/ppt/slides/tags/tag37.xml" ContentType="application/vnd.openxmlformats-officedocument.presentationml.tags+xml"/>
  <Override PartName="/ppt/slides/tags/tag38.xml" ContentType="application/vnd.openxmlformats-officedocument.presentationml.tags+xml"/>
  <Override PartName="/ppt/slides/tags/tag39.xml" ContentType="application/vnd.openxmlformats-officedocument.presentationml.tags+xml"/>
  <Override PartName="/ppt/slides/tags/tag40.xml" ContentType="application/vnd.openxmlformats-officedocument.presentationml.tags+xml"/>
  <Override PartName="/ppt/slides/tags/tag41.xml" ContentType="application/vnd.openxmlformats-officedocument.presentationml.tags+xml"/>
  <Override PartName="/ppt/slides/slide10.xml" ContentType="application/vnd.openxmlformats-officedocument.presentationml.slide+xml"/>
  <Override PartName="/ppt/slides/tags/tag42.xml" ContentType="application/vnd.openxmlformats-officedocument.presentationml.tags+xml"/>
  <Override PartName="/ppt/slides/tags/tag43.xml" ContentType="application/vnd.openxmlformats-officedocument.presentationml.tags+xml"/>
  <Override PartName="/ppt/slides/tags/tag44.xml" ContentType="application/vnd.openxmlformats-officedocument.presentationml.tags+xml"/>
  <Override PartName="/ppt/slides/tags/tag45.xml" ContentType="application/vnd.openxmlformats-officedocument.presentationml.tags+xml"/>
  <Override PartName="/ppt/slides/tags/tag46.xml" ContentType="application/vnd.openxmlformats-officedocument.presentationml.tags+xml"/>
  <Override PartName="/ppt/slides/tags/tag47.xml" ContentType="application/vnd.openxmlformats-officedocument.presentationml.tags+xml"/>
  <Override PartName="/ppt/slides/tags/tag48.xml" ContentType="application/vnd.openxmlformats-officedocument.presentationml.tags+xml"/>
  <Override PartName="/ppt/slides/slide11.xml" ContentType="application/vnd.openxmlformats-officedocument.presentationml.slide+xml"/>
  <Override PartName="/ppt/slides/tags/tag49.xml" ContentType="application/vnd.openxmlformats-officedocument.presentationml.tags+xml"/>
  <Override PartName="/ppt/slides/tags/tag50.xml" ContentType="application/vnd.openxmlformats-officedocument.presentationml.tags+xml"/>
  <Override PartName="/ppt/slides/tags/tag51.xml" ContentType="application/vnd.openxmlformats-officedocument.presentationml.tags+xml"/>
  <Override PartName="/ppt/slides/tags/tag52.xml" ContentType="application/vnd.openxmlformats-officedocument.presentationml.tags+xml"/>
  <Override PartName="/ppt/slides/tags/tag53.xml" ContentType="application/vnd.openxmlformats-officedocument.presentationml.tags+xml"/>
  <Override PartName="/ppt/slides/tags/tag54.xml" ContentType="application/vnd.openxmlformats-officedocument.presentationml.tags+xml"/>
  <Override PartName="/ppt/slides/tags/tag55.xml" ContentType="application/vnd.openxmlformats-officedocument.presentationml.tags+xml"/>
  <Override PartName="/ppt/slides/slide12.xml" ContentType="application/vnd.openxmlformats-officedocument.presentationml.slide+xml"/>
  <Override PartName="/ppt/slides/tags/tag56.xml" ContentType="application/vnd.openxmlformats-officedocument.presentationml.tags+xml"/>
  <Override PartName="/ppt/slides/tags/tag57.xml" ContentType="application/vnd.openxmlformats-officedocument.presentationml.tags+xml"/>
  <Override PartName="/ppt/slides/tags/tag58.xml" ContentType="application/vnd.openxmlformats-officedocument.presentationml.tags+xml"/>
  <Override PartName="/ppt/slides/tags/tag59.xml" ContentType="application/vnd.openxmlformats-officedocument.presentationml.tags+xml"/>
  <Override PartName="/ppt/slides/tags/tag60.xml" ContentType="application/vnd.openxmlformats-officedocument.presentationml.tags+xml"/>
  <Override PartName="/ppt/slides/tags/tag61.xml" ContentType="application/vnd.openxmlformats-officedocument.presentationml.tags+xml"/>
  <Override PartName="/ppt/slides/tags/tag62.xml" ContentType="application/vnd.openxmlformats-officedocument.presentationml.tags+xml"/>
  <Override PartName="/ppt/slides/slide13.xml" ContentType="application/vnd.openxmlformats-officedocument.presentationml.slide+xml"/>
  <Override PartName="/ppt/slides/tags/tag63.xml" ContentType="application/vnd.openxmlformats-officedocument.presentationml.tags+xml"/>
  <Override PartName="/ppt/slides/slide14.xml" ContentType="application/vnd.openxmlformats-officedocument.presentationml.slide+xml"/>
  <Override PartName="/ppt/slides/tags/tag64.xml" ContentType="application/vnd.openxmlformats-officedocument.presentationml.tags+xml"/>
  <Override PartName="/ppt/slides/tags/tag65.xml" ContentType="application/vnd.openxmlformats-officedocument.presentationml.tags+xml"/>
  <Override PartName="/ppt/slides/tags/tag66.xml" ContentType="application/vnd.openxmlformats-officedocument.presentationml.tags+xml"/>
  <Override PartName="/ppt/slides/tags/tag67.xml" ContentType="application/vnd.openxmlformats-officedocument.presentationml.tags+xml"/>
  <Override PartName="/ppt/slides/slide15.xml" ContentType="application/vnd.openxmlformats-officedocument.presentationml.slide+xml"/>
  <Override PartName="/ppt/slides/tags/tag68.xml" ContentType="application/vnd.openxmlformats-officedocument.presentationml.tags+xml"/>
  <Override PartName="/ppt/slides/tags/tag69.xml" ContentType="application/vnd.openxmlformats-officedocument.presentationml.tags+xml"/>
  <Override PartName="/ppt/slides/tags/tag70.xml" ContentType="application/vnd.openxmlformats-officedocument.presentationml.tags+xml"/>
  <Override PartName="/ppt/slides/tags/tag71.xml" ContentType="application/vnd.openxmlformats-officedocument.presentationml.tags+xml"/>
  <Override PartName="/ppt/slides/slide16.xml" ContentType="application/vnd.openxmlformats-officedocument.presentationml.slide+xml"/>
  <Override PartName="/ppt/slides/tags/tag72.xml" ContentType="application/vnd.openxmlformats-officedocument.presentationml.tags+xml"/>
  <Override PartName="/ppt/slides/tags/tag73.xml" ContentType="application/vnd.openxmlformats-officedocument.presentationml.tags+xml"/>
  <Override PartName="/ppt/slides/tags/tag74.xml" ContentType="application/vnd.openxmlformats-officedocument.presentationml.tags+xml"/>
  <Override PartName="/ppt/slides/tags/tag75.xml" ContentType="application/vnd.openxmlformats-officedocument.presentationml.tags+xml"/>
  <Override PartName="/ppt/slides/slide17.xml" ContentType="application/vnd.openxmlformats-officedocument.presentationml.slide+xml"/>
  <Override PartName="/ppt/slides/tags/tag76.xml" ContentType="application/vnd.openxmlformats-officedocument.presentationml.tags+xml"/>
  <Override PartName="/ppt/slides/tags/tag77.xml" ContentType="application/vnd.openxmlformats-officedocument.presentationml.tags+xml"/>
  <Override PartName="/ppt/slides/tags/tag78.xml" ContentType="application/vnd.openxmlformats-officedocument.presentationml.tags+xml"/>
  <Override PartName="/ppt/slides/tags/tag79.xml" ContentType="application/vnd.openxmlformats-officedocument.presentationml.tags+xml"/>
  <Override PartName="/ppt/slides/slide18.xml" ContentType="application/vnd.openxmlformats-officedocument.presentationml.slide+xml"/>
  <Override PartName="/ppt/slides/tags/tag80.xml" ContentType="application/vnd.openxmlformats-officedocument.presentationml.tags+xml"/>
  <Override PartName="/ppt/slides/tags/tag81.xml" ContentType="application/vnd.openxmlformats-officedocument.presentationml.tags+xml"/>
  <Override PartName="/ppt/slides/tags/tag82.xml" ContentType="application/vnd.openxmlformats-officedocument.presentationml.tags+xml"/>
  <Override PartName="/ppt/slides/tags/tag83.xml" ContentType="application/vnd.openxmlformats-officedocument.presentationml.tags+xml"/>
  <Override PartName="/ppt/slides/slide19.xml" ContentType="application/vnd.openxmlformats-officedocument.presentationml.slide+xml"/>
  <Override PartName="/ppt/slides/tags/tag84.xml" ContentType="application/vnd.openxmlformats-officedocument.presentationml.tags+xml"/>
  <Override PartName="/ppt/slides/tags/tag85.xml" ContentType="application/vnd.openxmlformats-officedocument.presentationml.tags+xml"/>
  <Override PartName="/ppt/slides/tags/tag86.xml" ContentType="application/vnd.openxmlformats-officedocument.presentationml.tags+xml"/>
  <Override PartName="/ppt/slides/tags/tag87.xml" ContentType="application/vnd.openxmlformats-officedocument.presentationml.tags+xml"/>
  <Override PartName="/ppt/slides/slide20.xml" ContentType="application/vnd.openxmlformats-officedocument.presentationml.slide+xml"/>
  <Override PartName="/ppt/slides/tags/tag88.xml" ContentType="application/vnd.openxmlformats-officedocument.presentationml.tags+xml"/>
  <Override PartName="/ppt/slides/tags/tag89.xml" ContentType="application/vnd.openxmlformats-officedocument.presentationml.tags+xml"/>
  <Override PartName="/ppt/slides/tags/tag90.xml" ContentType="application/vnd.openxmlformats-officedocument.presentationml.tags+xml"/>
  <Override PartName="/ppt/slides/tags/tag91.xml" ContentType="application/vnd.openxmlformats-officedocument.presentationml.tags+xml"/>
  <Override PartName="/ppt/slides/slide21.xml" ContentType="application/vnd.openxmlformats-officedocument.presentationml.slide+xml"/>
  <Override PartName="/ppt/slides/tags/tag92.xml" ContentType="application/vnd.openxmlformats-officedocument.presentationml.tags+xml"/>
  <Override PartName="/ppt/slides/slide22.xml" ContentType="application/vnd.openxmlformats-officedocument.presentationml.slide+xml"/>
  <Override PartName="/ppt/slides/tags/tag93.xml" ContentType="application/vnd.openxmlformats-officedocument.presentationml.tags+xml"/>
  <Override PartName="/ppt/slides/tags/tag94.xml" ContentType="application/vnd.openxmlformats-officedocument.presentationml.tags+xml"/>
  <Override PartName="/ppt/slides/tags/tag95.xml" ContentType="application/vnd.openxmlformats-officedocument.presentationml.tags+xml"/>
  <Override PartName="/ppt/slides/tags/tag96.xml" ContentType="application/vnd.openxmlformats-officedocument.presentationml.tags+xml"/>
  <Override PartName="/ppt/slides/tags/tag97.xml" ContentType="application/vnd.openxmlformats-officedocument.presentationml.tags+xml"/>
  <Override PartName="/ppt/slides/slide23.xml" ContentType="application/vnd.openxmlformats-officedocument.presentationml.slide+xml"/>
  <Override PartName="/ppt/slides/tags/tag98.xml" ContentType="application/vnd.openxmlformats-officedocument.presentationml.tags+xml"/>
  <Override PartName="/ppt/slides/tags/tag99.xml" ContentType="application/vnd.openxmlformats-officedocument.presentationml.tags+xml"/>
  <Override PartName="/ppt/slides/tags/tag100.xml" ContentType="application/vnd.openxmlformats-officedocument.presentationml.tags+xml"/>
  <Override PartName="/ppt/slides/tags/tag101.xml" ContentType="application/vnd.openxmlformats-officedocument.presentationml.tags+xml"/>
  <Override PartName="/ppt/slides/tags/tag102.xml" ContentType="application/vnd.openxmlformats-officedocument.presentationml.tags+xml"/>
  <Override PartName="/ppt/slides/slide24.xml" ContentType="application/vnd.openxmlformats-officedocument.presentationml.slide+xml"/>
  <Override PartName="/ppt/media/image34.bin" ContentType="image/jpeg"/>
  <Override PartName="/ppt/slides/tags/tag103.xml" ContentType="application/vnd.openxmlformats-officedocument.presentationml.tags+xml"/>
  <Override PartName="/ppt/slides/tags/tag104.xml" ContentType="application/vnd.openxmlformats-officedocument.presentationml.tags+xml"/>
  <Override PartName="/ppt/slides/tags/tag105.xml" ContentType="application/vnd.openxmlformats-officedocument.presentationml.tags+xml"/>
  <Override PartName="/ppt/slides/tags/tag106.xml" ContentType="application/vnd.openxmlformats-officedocument.presentationml.tags+xml"/>
  <Override PartName="/ppt/slides/tags/tag107.xml" ContentType="application/vnd.openxmlformats-officedocument.presentationml.tags+xml"/>
  <Override PartName="/ppt/slides/slide25.xml" ContentType="application/vnd.openxmlformats-officedocument.presentationml.slide+xml"/>
  <Override PartName="/ppt/slides/tags/tag108.xml" ContentType="application/vnd.openxmlformats-officedocument.presentationml.tags+xml"/>
  <Override PartName="/ppt/slides/tags/tag109.xml" ContentType="application/vnd.openxmlformats-officedocument.presentationml.tags+xml"/>
  <Override PartName="/ppt/slides/tags/tag110.xml" ContentType="application/vnd.openxmlformats-officedocument.presentationml.tags+xml"/>
  <Override PartName="/ppt/slides/tags/tag111.xml" ContentType="application/vnd.openxmlformats-officedocument.presentationml.tags+xml"/>
  <Override PartName="/ppt/slides/tags/tag112.xml" ContentType="application/vnd.openxmlformats-officedocument.presentationml.tags+xml"/>
  <Override PartName="/ppt/slides/slide26.xml" ContentType="application/vnd.openxmlformats-officedocument.presentationml.slide+xml"/>
  <Override PartName="/ppt/slides/tags/tag113.xml" ContentType="application/vnd.openxmlformats-officedocument.presentationml.tags+xml"/>
  <Override PartName="/ppt/slides/tags/tag114.xml" ContentType="application/vnd.openxmlformats-officedocument.presentationml.tags+xml"/>
  <Override PartName="/ppt/slides/tags/tag115.xml" ContentType="application/vnd.openxmlformats-officedocument.presentationml.tags+xml"/>
  <Override PartName="/ppt/slides/tags/tag116.xml" ContentType="application/vnd.openxmlformats-officedocument.presentationml.tags+xml"/>
  <Override PartName="/ppt/slides/tags/tag117.xml" ContentType="application/vnd.openxmlformats-officedocument.presentationml.tags+xml"/>
  <Override PartName="/ppt/slides/slide27.xml" ContentType="application/vnd.openxmlformats-officedocument.presentationml.slide+xml"/>
  <Override PartName="/ppt/slides/tags/tag118.xml" ContentType="application/vnd.openxmlformats-officedocument.presentationml.tags+xml"/>
  <Override PartName="/ppt/slides/tags/tag119.xml" ContentType="application/vnd.openxmlformats-officedocument.presentationml.tags+xml"/>
  <Override PartName="/ppt/slides/tags/tag120.xml" ContentType="application/vnd.openxmlformats-officedocument.presentationml.tags+xml"/>
  <Override PartName="/ppt/slides/tags/tag121.xml" ContentType="application/vnd.openxmlformats-officedocument.presentationml.tags+xml"/>
  <Override PartName="/ppt/slides/tags/tag122.xml" ContentType="application/vnd.openxmlformats-officedocument.presentationml.tags+xml"/>
  <Override PartName="/ppt/slides/slide28.xml" ContentType="application/vnd.openxmlformats-officedocument.presentationml.slide+xml"/>
  <Override PartName="/ppt/slides/tags/tag123.xml" ContentType="application/vnd.openxmlformats-officedocument.presentationml.tags+xml"/>
  <Override PartName="/ppt/slides/tags/tag124.xml" ContentType="application/vnd.openxmlformats-officedocument.presentationml.tags+xml"/>
  <Override PartName="/ppt/slides/tags/tag125.xml" ContentType="application/vnd.openxmlformats-officedocument.presentationml.tags+xml"/>
  <Override PartName="/ppt/slides/tags/tag126.xml" ContentType="application/vnd.openxmlformats-officedocument.presentationml.tags+xml"/>
  <Override PartName="/ppt/slides/tags/tag127.xml" ContentType="application/vnd.openxmlformats-officedocument.presentationml.tags+xml"/>
  <Override PartName="/ppt/slides/slide29.xml" ContentType="application/vnd.openxmlformats-officedocument.presentationml.slide+xml"/>
  <Override PartName="/ppt/slides/tags/tag128.xml" ContentType="application/vnd.openxmlformats-officedocument.presentationml.tags+xml"/>
  <Override PartName="/ppt/slides/tags/tag129.xml" ContentType="application/vnd.openxmlformats-officedocument.presentationml.tags+xml"/>
  <Override PartName="/ppt/slides/tags/tag130.xml" ContentType="application/vnd.openxmlformats-officedocument.presentationml.tags+xml"/>
  <Override PartName="/ppt/slides/tags/tag131.xml" ContentType="application/vnd.openxmlformats-officedocument.presentationml.tags+xml"/>
  <Override PartName="/ppt/slides/tags/tag132.xml" ContentType="application/vnd.openxmlformats-officedocument.presentationml.tags+xml"/>
  <Override PartName="/ppt/slides/slide30.xml" ContentType="application/vnd.openxmlformats-officedocument.presentationml.slide+xml"/>
  <Override PartName="/ppt/slides/tags/tag133.xml" ContentType="application/vnd.openxmlformats-officedocument.presentationml.tags+xml"/>
  <Override PartName="/ppt/slides/tags/tag134.xml" ContentType="application/vnd.openxmlformats-officedocument.presentationml.tags+xml"/>
  <Override PartName="/ppt/slides/tags/tag135.xml" ContentType="application/vnd.openxmlformats-officedocument.presentationml.tags+xml"/>
  <Override PartName="/ppt/slides/tags/tag136.xml" ContentType="application/vnd.openxmlformats-officedocument.presentationml.tags+xml"/>
  <Override PartName="/ppt/slides/tags/tag137.xml" ContentType="application/vnd.openxmlformats-officedocument.presentationml.tags+xml"/>
  <Override PartName="/ppt/slides/slide31.xml" ContentType="application/vnd.openxmlformats-officedocument.presentationml.slide+xml"/>
  <Override PartName="/ppt/slides/tags/tag138.xml" ContentType="application/vnd.openxmlformats-officedocument.presentationml.tags+xml"/>
  <Override PartName="/ppt/slides/tags/tag139.xml" ContentType="application/vnd.openxmlformats-officedocument.presentationml.tags+xml"/>
  <Override PartName="/ppt/slides/tags/tag140.xml" ContentType="application/vnd.openxmlformats-officedocument.presentationml.tags+xml"/>
  <Override PartName="/ppt/slides/tags/tag141.xml" ContentType="application/vnd.openxmlformats-officedocument.presentationml.tags+xml"/>
  <Override PartName="/ppt/slides/tags/tag142.xml" ContentType="application/vnd.openxmlformats-officedocument.presentationml.tags+xml"/>
  <Override PartName="/ppt/slides/slide32.xml" ContentType="application/vnd.openxmlformats-officedocument.presentationml.slide+xml"/>
  <Override PartName="/ppt/slides/tags/tag143.xml" ContentType="application/vnd.openxmlformats-officedocument.presentationml.tags+xml"/>
  <Override PartName="/ppt/slides/tags/tag144.xml" ContentType="application/vnd.openxmlformats-officedocument.presentationml.tags+xml"/>
  <Override PartName="/ppt/slides/tags/tag145.xml" ContentType="application/vnd.openxmlformats-officedocument.presentationml.tags+xml"/>
  <Override PartName="/ppt/slides/tags/tag146.xml" ContentType="application/vnd.openxmlformats-officedocument.presentationml.tags+xml"/>
  <Override PartName="/ppt/slides/tags/tag147.xml" ContentType="application/vnd.openxmlformats-officedocument.presentationml.tags+xml"/>
  <Override PartName="/ppt/slides/slide33.xml" ContentType="application/vnd.openxmlformats-officedocument.presentationml.slide+xml"/>
  <Override PartName="/ppt/slides/tags/tag148.xml" ContentType="application/vnd.openxmlformats-officedocument.presentationml.tags+xml"/>
  <Override PartName="/ppt/slides/slide34.xml" ContentType="application/vnd.openxmlformats-officedocument.presentationml.slide+xml"/>
  <Override PartName="/ppt/media/image41.bin" ContentType="image/jpeg"/>
  <Override PartName="/ppt/customXML/item.xml" ContentType="application/inkml+xml"/>
  <Override PartName="/ppt/customXML/item2.xml" ContentType="application/inkml+xml"/>
  <Override PartName="/ppt/slides/slide35.xml" ContentType="application/vnd.openxmlformats-officedocument.presentationml.slide+xml"/>
  <Override PartName="/ppt/media/image44.bin" ContentType="image/jpeg"/>
  <Override PartName="/ppt/media/image45.bin" ContentType="image/jpeg"/>
  <Override PartName="/ppt/media/image48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36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3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85664e6eb904c49" /><Relationship Type="http://schemas.openxmlformats.org/package/2006/relationships/metadata/core-properties" Target="/docProps/core.xml" Id="R976167a89ec24eb8" /><Relationship Type="http://schemas.openxmlformats.org/officeDocument/2006/relationships/extended-properties" Target="/docProps/app.xml" Id="R50efcf0b4b984a47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d6d91c335c234faa"/>
  </p:sldMasterIdLst>
  <p:notesMasterIdLst>
    <p:notesMasterId r:id="R6b502087cfa243b8"/>
  </p:notesMasterIdLst>
  <p:handoutMasterIdLst>
    <p:handoutMasterId r:id="R2cc9bd6556c14654"/>
  </p:handoutMasterIdLst>
  <p:sldIdLst>
    <p:sldId id="256" r:id="R5f1075cc3e264436"/>
    <p:sldId id="257" r:id="R00050c20f0ce431e"/>
    <p:sldId id="258" r:id="R7338faa1acaf4a74"/>
    <p:sldId id="259" r:id="Rb64291e6444d4521"/>
    <p:sldId id="260" r:id="R7f86eee4d4b040f0"/>
    <p:sldId id="261" r:id="R639c2026d53b4b96"/>
    <p:sldId id="262" r:id="R6d5275b4e8154388"/>
    <p:sldId id="263" r:id="Rfd518c56e2cb4788"/>
    <p:sldId id="264" r:id="Rf158ba0a81744c36"/>
    <p:sldId id="265" r:id="Ra797e1af78eb4c0e"/>
    <p:sldId id="266" r:id="R40d1fca7e10d41c2"/>
    <p:sldId id="267" r:id="R9914113cb61d46f8"/>
    <p:sldId id="268" r:id="R55af1fb725dc44f5"/>
    <p:sldId id="269" r:id="Rbc552f5932d04474"/>
    <p:sldId id="270" r:id="Rcb722122429d4066"/>
    <p:sldId id="271" r:id="R5bd1f6e5e472479b"/>
    <p:sldId id="272" r:id="R9608cb33660b4b0c"/>
    <p:sldId id="273" r:id="R019b93bd8f564974"/>
    <p:sldId id="274" r:id="R1e5124ba168a40dd"/>
    <p:sldId id="275" r:id="Rb8cd60c0b4174a4e"/>
    <p:sldId id="276" r:id="R2125ca5cd95b4ae5"/>
    <p:sldId id="277" r:id="Ra43983557bb449fa"/>
    <p:sldId id="278" r:id="R0a9a2c03cdba4937"/>
    <p:sldId id="279" r:id="R9369428e92da4984"/>
    <p:sldId id="280" r:id="Rf1fcecd813df4dab"/>
    <p:sldId id="281" r:id="R8ad2fbe6827c460a"/>
    <p:sldId id="282" r:id="Rec1ada7dad50459f"/>
    <p:sldId id="283" r:id="R8bf92b93f67c4e2f"/>
    <p:sldId id="284" r:id="R432212ff4c2d4bf8"/>
    <p:sldId id="285" r:id="Rfb711e37db004270"/>
    <p:sldId id="286" r:id="R55a1680b66fd49e4"/>
    <p:sldId id="287" r:id="Rda531bc8659f44a7"/>
    <p:sldId id="288" r:id="Rbca827df1d5d4ef4"/>
    <p:sldId id="289" r:id="Ra2af275d23264aec"/>
    <p:sldId id="290" r:id="Ra152bbd53c8c428e"/>
    <p:sldId id="291" r:id="Reaa85b69324f4000"/>
    <p:sldId id="292" r:id="R60bb5398d5974cab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D1"/>
    <a:srgbClr val="DA0800"/>
    <a:srgbClr val="FFEBCF"/>
    <a:srgbClr val="FFDBA8"/>
    <a:srgbClr val="FFCA65"/>
    <a:srgbClr val="FFF5E7"/>
    <a:srgbClr val="BB0400"/>
    <a:srgbClr val="D10C23"/>
    <a:srgbClr val="860600"/>
    <a:srgbClr val="700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86" autoAdjust="0"/>
    <p:restoredTop sz="91329" autoAdjust="0"/>
  </p:normalViewPr>
  <p:slideViewPr>
    <p:cSldViewPr snapToGrid="0" showGuides="1">
      <p:cViewPr varScale="1">
        <p:scale>
          <a:sx n="76" d="100"/>
          <a:sy n="76" d="100"/>
        </p:scale>
        <p:origin x="57" y="501"/>
      </p:cViewPr>
      <p:guideLst>
        <p:guide orient="horz" pos="2163"/>
        <p:guide pos="37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2cc9bd6556c14654" /><Relationship Type="http://schemas.openxmlformats.org/officeDocument/2006/relationships/notesMaster" Target="/ppt/notesMasters/notesMaster1.xml" Id="R6b502087cfa243b8" /><Relationship Type="http://schemas.openxmlformats.org/officeDocument/2006/relationships/presProps" Target="/ppt/presProps.xml" Id="Rd04c7e445a18493d" /><Relationship Type="http://schemas.openxmlformats.org/officeDocument/2006/relationships/viewProps" Target="/ppt/viewProps.xml" Id="R434c5beabd0b4481" /><Relationship Type="http://schemas.openxmlformats.org/officeDocument/2006/relationships/slideMaster" Target="/ppt/slideMasters/slideMaster1.xml" Id="Rd6d91c335c234faa" /><Relationship Type="http://schemas.openxmlformats.org/officeDocument/2006/relationships/theme" Target="/ppt/slideMasters/theme/theme3.xml" Id="Rc3c3e54783994cc2" /><Relationship Type="http://schemas.openxmlformats.org/officeDocument/2006/relationships/slide" Target="/ppt/slides/slide1.xml" Id="R5f1075cc3e264436" /><Relationship Type="http://schemas.openxmlformats.org/officeDocument/2006/relationships/slide" Target="/ppt/slides/slide2.xml" Id="R00050c20f0ce431e" /><Relationship Type="http://schemas.openxmlformats.org/officeDocument/2006/relationships/slide" Target="/ppt/slides/slide3.xml" Id="R7338faa1acaf4a74" /><Relationship Type="http://schemas.openxmlformats.org/officeDocument/2006/relationships/slide" Target="/ppt/slides/slide4.xml" Id="Rb64291e6444d4521" /><Relationship Type="http://schemas.openxmlformats.org/officeDocument/2006/relationships/slide" Target="/ppt/slides/slide5.xml" Id="R7f86eee4d4b040f0" /><Relationship Type="http://schemas.openxmlformats.org/officeDocument/2006/relationships/slide" Target="/ppt/slides/slide6.xml" Id="R639c2026d53b4b96" /><Relationship Type="http://schemas.openxmlformats.org/officeDocument/2006/relationships/slide" Target="/ppt/slides/slide7.xml" Id="R6d5275b4e8154388" /><Relationship Type="http://schemas.openxmlformats.org/officeDocument/2006/relationships/slide" Target="/ppt/slides/slide8.xml" Id="Rfd518c56e2cb4788" /><Relationship Type="http://schemas.openxmlformats.org/officeDocument/2006/relationships/slide" Target="/ppt/slides/slide9.xml" Id="Rf158ba0a81744c36" /><Relationship Type="http://schemas.openxmlformats.org/officeDocument/2006/relationships/slide" Target="/ppt/slides/slide10.xml" Id="Ra797e1af78eb4c0e" /><Relationship Type="http://schemas.openxmlformats.org/officeDocument/2006/relationships/slide" Target="/ppt/slides/slide11.xml" Id="R40d1fca7e10d41c2" /><Relationship Type="http://schemas.openxmlformats.org/officeDocument/2006/relationships/slide" Target="/ppt/slides/slide12.xml" Id="R9914113cb61d46f8" /><Relationship Type="http://schemas.openxmlformats.org/officeDocument/2006/relationships/slide" Target="/ppt/slides/slide13.xml" Id="R55af1fb725dc44f5" /><Relationship Type="http://schemas.openxmlformats.org/officeDocument/2006/relationships/slide" Target="/ppt/slides/slide14.xml" Id="Rbc552f5932d04474" /><Relationship Type="http://schemas.openxmlformats.org/officeDocument/2006/relationships/slide" Target="/ppt/slides/slide15.xml" Id="Rcb722122429d4066" /><Relationship Type="http://schemas.openxmlformats.org/officeDocument/2006/relationships/slide" Target="/ppt/slides/slide16.xml" Id="R5bd1f6e5e472479b" /><Relationship Type="http://schemas.openxmlformats.org/officeDocument/2006/relationships/slide" Target="/ppt/slides/slide17.xml" Id="R9608cb33660b4b0c" /><Relationship Type="http://schemas.openxmlformats.org/officeDocument/2006/relationships/slide" Target="/ppt/slides/slide18.xml" Id="R019b93bd8f564974" /><Relationship Type="http://schemas.openxmlformats.org/officeDocument/2006/relationships/slide" Target="/ppt/slides/slide19.xml" Id="R1e5124ba168a40dd" /><Relationship Type="http://schemas.openxmlformats.org/officeDocument/2006/relationships/slide" Target="/ppt/slides/slide20.xml" Id="Rb8cd60c0b4174a4e" /><Relationship Type="http://schemas.openxmlformats.org/officeDocument/2006/relationships/slide" Target="/ppt/slides/slide21.xml" Id="R2125ca5cd95b4ae5" /><Relationship Type="http://schemas.openxmlformats.org/officeDocument/2006/relationships/slide" Target="/ppt/slides/slide22.xml" Id="Ra43983557bb449fa" /><Relationship Type="http://schemas.openxmlformats.org/officeDocument/2006/relationships/slide" Target="/ppt/slides/slide23.xml" Id="R0a9a2c03cdba4937" /><Relationship Type="http://schemas.openxmlformats.org/officeDocument/2006/relationships/slide" Target="/ppt/slides/slide24.xml" Id="R9369428e92da4984" /><Relationship Type="http://schemas.openxmlformats.org/officeDocument/2006/relationships/slide" Target="/ppt/slides/slide25.xml" Id="Rf1fcecd813df4dab" /><Relationship Type="http://schemas.openxmlformats.org/officeDocument/2006/relationships/slide" Target="/ppt/slides/slide26.xml" Id="R8ad2fbe6827c460a" /><Relationship Type="http://schemas.openxmlformats.org/officeDocument/2006/relationships/slide" Target="/ppt/slides/slide27.xml" Id="Rec1ada7dad50459f" /><Relationship Type="http://schemas.openxmlformats.org/officeDocument/2006/relationships/slide" Target="/ppt/slides/slide28.xml" Id="R8bf92b93f67c4e2f" /><Relationship Type="http://schemas.openxmlformats.org/officeDocument/2006/relationships/slide" Target="/ppt/slides/slide29.xml" Id="R432212ff4c2d4bf8" /><Relationship Type="http://schemas.openxmlformats.org/officeDocument/2006/relationships/slide" Target="/ppt/slides/slide30.xml" Id="Rfb711e37db004270" /><Relationship Type="http://schemas.openxmlformats.org/officeDocument/2006/relationships/slide" Target="/ppt/slides/slide31.xml" Id="R55a1680b66fd49e4" /><Relationship Type="http://schemas.openxmlformats.org/officeDocument/2006/relationships/slide" Target="/ppt/slides/slide32.xml" Id="Rda531bc8659f44a7" /><Relationship Type="http://schemas.openxmlformats.org/officeDocument/2006/relationships/slide" Target="/ppt/slides/slide33.xml" Id="Rbca827df1d5d4ef4" /><Relationship Type="http://schemas.openxmlformats.org/officeDocument/2006/relationships/slide" Target="/ppt/slides/slide34.xml" Id="Ra2af275d23264aec" /><Relationship Type="http://schemas.openxmlformats.org/officeDocument/2006/relationships/slide" Target="/ppt/slides/slide35.xml" Id="Ra152bbd53c8c428e" /><Relationship Type="http://schemas.openxmlformats.org/officeDocument/2006/relationships/slide" Target="/ppt/slides/slide36.xml" Id="Reaa85b69324f4000" /><Relationship Type="http://schemas.openxmlformats.org/officeDocument/2006/relationships/slide" Target="/ppt/slides/slide37.xml" Id="R60bb5398d5974cab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c38a6456eea64c4e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2025/4/28</a:t>
            </a:fld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‹#›</a:t>
            </a:fld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handout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三极粗圆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三极粗圆简体"/>
        <a:ea typeface="Arial"/>
        <a:cs typeface="Arial"/>
        <a:font script="Jpan" typeface="ＭＳ Ｐゴシック"/>
        <a:font script="Hang" typeface="맑은 고딕"/>
        <a:font script="Hans" typeface="三极粗圆简体"/>
        <a:font script="Hant" typeface="新細明體"/>
        <a:font script="Arab" typeface="三极粗圆简体"/>
        <a:font script="Hebr" typeface="三极粗圆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三极粗圆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919400e30bb4a6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13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三极粗圆简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三极粗圆简体"/>
        <a:ea typeface="Arial"/>
        <a:cs typeface="Arial"/>
        <a:font script="Jpan" typeface="ＭＳ Ｐゴシック"/>
        <a:font script="Hang" typeface="맑은 고딕"/>
        <a:font script="Hans" typeface="三极粗圆简体"/>
        <a:font script="Hant" typeface="新細明體"/>
        <a:font script="Arab" typeface="三极粗圆简体"/>
        <a:font script="Hebr" typeface="三极粗圆简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三极粗圆简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64df6f0aca964da1" /><Relationship Type="http://schemas.openxmlformats.org/officeDocument/2006/relationships/notesMaster" Target="/ppt/notesMasters/notesMaster1.xml" Id="R5ad90fde4a8943dd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111063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13364909843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.bin" Id="Rc4d3a547a2b9482e" /><Relationship Type="http://schemas.openxmlformats.org/officeDocument/2006/relationships/image" Target="/ppt/media/image2.bin" Id="R0cb50ce1a5274a98" /><Relationship Type="http://schemas.microsoft.com/office/2007/relationships/hdphoto" Target="/ppt/slideLayouts/udata/data.wdp" Id="Raeb0a73c4ad74d40" /><Relationship Type="http://schemas.microsoft.com/office/2007/relationships/hdphoto" Target="/ppt/slideLayouts/udata/data2.wdp" Id="Re86a4ace3eeb4c2f" /><Relationship Type="http://schemas.openxmlformats.org/officeDocument/2006/relationships/tags" Target="/ppt/slideLayouts/tags/tag1.xml" Id="R52db8d12358b44f7" /><Relationship Type="http://schemas.openxmlformats.org/officeDocument/2006/relationships/slideMaster" Target="/ppt/slideMasters/slideMaster1.xml" Id="Rbe828921c28c49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bd6b145034e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jieri/" TargetMode="External" Id="R78fef7e484b5408b96dcd208393d2bd4" /><Relationship Type="http://schemas.openxmlformats.org/officeDocument/2006/relationships/slideMaster" Target="/ppt/slideMasters/slideMaster1.xml" Id="R6f1b7a13c82843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fecefbc7c4f8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5DC9CAB-42FA-B13F-FF78-B888BADC55AD}"/>
              </a:ext>
            </a:extLst>
          </p:cNvPr>
          <p:cNvPicPr>
            <a:picLocks noChangeAspect="1"/>
          </p:cNvPicPr>
          <p:nvPr userDrawn="1"/>
        </p:nvPicPr>
        <p:blipFill>
          <a:blip r:embed="Rc4d3a547a2b9482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图形"/>
          <p:cNvSpPr/>
          <p:nvPr userDrawn="1">
            <p:custDataLst>
              <p:tags r:id="R52db8d12358b44f7"/>
            </p:custDataLst>
          </p:nvPr>
        </p:nvSpPr>
        <p:spPr>
          <a:xfrm>
            <a:off x="375935" y="351896"/>
            <a:ext cx="11440131" cy="6154213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>
            <a:noFill/>
          </a:ln>
          <a:effectLst>
            <a:outerShdw blurRad="355600" dist="38100" dir="5400000" algn="t" rotWithShape="0">
              <a:srgbClr val="D10C23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1E655B2-0B3D-5F07-D52D-A43A93984337}"/>
              </a:ext>
            </a:extLst>
          </p:cNvPr>
          <p:cNvGrpSpPr/>
          <p:nvPr userDrawn="1"/>
        </p:nvGrpSpPr>
        <p:grpSpPr>
          <a:xfrm>
            <a:off x="2" y="-1"/>
            <a:ext cx="12191999" cy="1948024"/>
            <a:chOff x="169797" y="-1"/>
            <a:chExt cx="13515156" cy="2159436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76F435F-4843-54EF-FDB6-4EC960BDFD84}"/>
                </a:ext>
              </a:extLst>
            </p:cNvPr>
            <p:cNvPicPr>
              <a:picLocks noChangeAspect="1"/>
            </p:cNvPicPr>
            <p:nvPr/>
          </p:nvPicPr>
          <p:blipFill>
            <a:blip r:embed="R0cb50ce1a5274a98">
              <a:extLst>
                <a:ext uri="{BEBA8EAE-BF5A-486C-A8C5-ECC9F3942E4B}">
                  <a14:imgProps xmlns:a14="http://schemas.microsoft.com/office/drawing/2010/main">
                    <a14:imgLayer r:embed="Raeb0a73c4ad74d40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9797" y="0"/>
              <a:ext cx="2159435" cy="2159435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77AA8AB2-2DD9-AE41-76DB-BAC12120EB7E}"/>
                </a:ext>
              </a:extLst>
            </p:cNvPr>
            <p:cNvPicPr>
              <a:picLocks noChangeAspect="1"/>
            </p:cNvPicPr>
            <p:nvPr/>
          </p:nvPicPr>
          <p:blipFill>
            <a:blip r:embed="R0cb50ce1a5274a98">
              <a:extLst>
                <a:ext uri="{BEBA8EAE-BF5A-486C-A8C5-ECC9F3942E4B}">
                  <a14:imgProps xmlns:a14="http://schemas.microsoft.com/office/drawing/2010/main">
                    <a14:imgLayer r:embed="Re86a4ace3eeb4c2f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11525518" y="-1"/>
              <a:ext cx="2159435" cy="2159435"/>
            </a:xfrm>
            <a:prstGeom prst="rect">
              <a:avLst/>
            </a:prstGeom>
          </p:spPr>
        </p:pic>
      </p:grp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59952" y="0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78fef7e484b5408b96dcd208393d2bd4"/>
              </a:rPr>
              <a:t>节日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78fef7e484b5408b96dcd208393d2bd4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78fef7e484b5408b96dcd208393d2bd4"/>
              </a:rPr>
              <a:t>模板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2634713888"/>
      </p:ext>
    </p:extLst>
  </p:cSld>
  <p:clrMapOvr>
    <a:masterClrMapping/>
  </p:clrMapOvr>
  <p:transition advTm="2000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44c195d6ed5430e" /><Relationship Type="http://schemas.openxmlformats.org/officeDocument/2006/relationships/slideLayout" Target="/ppt/slideLayouts/slideLayout1.xml" Id="R06066fdf58d94de2" /><Relationship Type="http://schemas.openxmlformats.org/officeDocument/2006/relationships/slideLayout" Target="/ppt/slideLayouts/slideLayout2.xml" Id="R1c73d958324e4fea" /><Relationship Type="http://schemas.openxmlformats.org/officeDocument/2006/relationships/slideLayout" Target="/ppt/slideLayouts/slideLayout3.xml" Id="R9638fdc63d49430b" /><Relationship Type="http://schemas.openxmlformats.org/officeDocument/2006/relationships/slideLayout" Target="/ppt/slideLayouts/slideLayout4.xml" Id="R7adb08606d9a4c50" /><Relationship Type="http://schemas.openxmlformats.org/officeDocument/2006/relationships/slideLayout" Target="/ppt/slideLayouts/slideLayout5.xml" Id="R4862dcd5f17c4172" /><Relationship Type="http://schemas.openxmlformats.org/officeDocument/2006/relationships/tags" Target="/ppt/slideMasters/tags/tag2.xml" Id="Rda1cb6990bf840d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da1cb6990bf840d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9638fdc63d49430b"/>
    <p:sldLayoutId id="2147483650" r:id="R1c73d958324e4fea"/>
    <p:sldLayoutId id="2147483649" r:id="R06066fdf58d94de2"/>
    <p:sldLayoutId id="2147483653" r:id="R4862dcd5f17c4172"/>
    <p:sldLayoutId id="2147483652" r:id="R7adb08606d9a4c50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Masters/theme/theme3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j1rcgoiy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4e8e3e2beb794a2f" /><Relationship Type="http://schemas.openxmlformats.org/officeDocument/2006/relationships/image" Target="/ppt/media/image3.bin" Id="R4a32a42c7b93469f" /><Relationship Type="http://schemas.openxmlformats.org/officeDocument/2006/relationships/image" Target="/ppt/media/image4.bin" Id="R45e8dd0fb35243f7" /><Relationship Type="http://schemas.openxmlformats.org/officeDocument/2006/relationships/image" Target="/ppt/media/image5.bin" Id="Ra8bd2aa0e30046af" /><Relationship Type="http://schemas.openxmlformats.org/officeDocument/2006/relationships/image" Target="/ppt/media/image6.bin" Id="R5f353067d8164233" /><Relationship Type="http://schemas.openxmlformats.org/officeDocument/2006/relationships/image" Target="/ppt/media/image7.bin" Id="Ra761f3bd58414fb1" /><Relationship Type="http://schemas.microsoft.com/office/2007/relationships/hdphoto" Target="/ppt/slides/udata/data3.wdp" Id="R6f4e6ed22a2e4364" /><Relationship Type="http://schemas.microsoft.com/office/2007/relationships/hdphoto" Target="/ppt/slides/udata/data4.wdp" Id="R9c6cbed93aa6414d" /><Relationship Type="http://schemas.openxmlformats.org/officeDocument/2006/relationships/tags" Target="/ppt/slides/tags/tag3.xml" Id="R9e7cdd240af841eb" /><Relationship Type="http://schemas.openxmlformats.org/officeDocument/2006/relationships/slideLayout" Target="/ppt/slideLayouts/slideLayout3.xml" Id="Rdb3a34503fd941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9bbeb38a048e44af" /><Relationship Type="http://schemas.openxmlformats.org/officeDocument/2006/relationships/image" Target="/ppt/media/image3.bin" Id="R4c509947925d40f2" /><Relationship Type="http://schemas.openxmlformats.org/officeDocument/2006/relationships/image" Target="/ppt/media/image4.bin" Id="R049b2e3706ab4981" /><Relationship Type="http://schemas.openxmlformats.org/officeDocument/2006/relationships/image" Target="/ppt/media/image8.bin" Id="R8fcc2d33e1884df3" /><Relationship Type="http://schemas.openxmlformats.org/officeDocument/2006/relationships/image" Target="/ppt/media/image9.bin" Id="Rb631c2d87d374d43" /><Relationship Type="http://schemas.openxmlformats.org/officeDocument/2006/relationships/image" Target="/ppt/media/image10.bin" Id="R58bdcff8fa3b4d64" /><Relationship Type="http://schemas.microsoft.com/office/2007/relationships/hdphoto" Target="/ppt/slides/udata/data5.wdp" Id="R72b9c28367d44a36" /><Relationship Type="http://schemas.openxmlformats.org/officeDocument/2006/relationships/tags" Target="/ppt/slides/tags/tag4.xml" Id="Rf483fe0890fd426a" /><Relationship Type="http://schemas.openxmlformats.org/officeDocument/2006/relationships/slideLayout" Target="/ppt/slideLayouts/slideLayout3.xml" Id="R44c9d3f7764545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31a192a9de844a05" /><Relationship Type="http://schemas.openxmlformats.org/officeDocument/2006/relationships/image" Target="/ppt/media/image3.bin" Id="R693e5b7eb40544c4" /><Relationship Type="http://schemas.openxmlformats.org/officeDocument/2006/relationships/image" Target="/ppt/media/image4.bin" Id="Rcd1b8d2348cb41d0" /><Relationship Type="http://schemas.openxmlformats.org/officeDocument/2006/relationships/image" Target="/ppt/media/image11.bin" Id="R610ba5965b7f48db" /><Relationship Type="http://schemas.openxmlformats.org/officeDocument/2006/relationships/image" Target="/ppt/media/image6.bin" Id="Rb0b8b47a33dc4245" /><Relationship Type="http://schemas.microsoft.com/office/2007/relationships/hdphoto" Target="/ppt/slides/udata/data6.wdp" Id="R0b16d88617e84e4a" /><Relationship Type="http://schemas.microsoft.com/office/2007/relationships/hdphoto" Target="/ppt/slides/udata/data7.wdp" Id="R7011292dd5aa4539" /><Relationship Type="http://schemas.microsoft.com/office/2007/relationships/hdphoto" Target="/ppt/slides/udata/data8.wdp" Id="Redaa7297d34c4203" /><Relationship Type="http://schemas.openxmlformats.org/officeDocument/2006/relationships/tags" Target="/ppt/slides/tags/tag5.xml" Id="Rad053ee0e0414365" /><Relationship Type="http://schemas.openxmlformats.org/officeDocument/2006/relationships/notesSlide" Target="/ppt/notesSlides/notesSlide1.xml" Id="Rf7cdf9e3d0324437" /><Relationship Type="http://schemas.openxmlformats.org/officeDocument/2006/relationships/slideLayout" Target="/ppt/slideLayouts/slideLayout3.xml" Id="Rc8f61d98b3d340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.bin" Id="Rfe3ad0777c1348d0" /><Relationship Type="http://schemas.openxmlformats.org/officeDocument/2006/relationships/image" Target="/ppt/media/image3.bin" Id="R7475dbfe3734478f" /><Relationship Type="http://schemas.openxmlformats.org/officeDocument/2006/relationships/image" Target="/ppt/media/image4.bin" Id="R63f4adf8f38643b5" /><Relationship Type="http://schemas.openxmlformats.org/officeDocument/2006/relationships/image" Target="/ppt/media/image5.bin" Id="Rb891ae0573c24f36" /><Relationship Type="http://schemas.openxmlformats.org/officeDocument/2006/relationships/image" Target="/ppt/media/image6.bin" Id="Rc300a07109184901" /><Relationship Type="http://schemas.openxmlformats.org/officeDocument/2006/relationships/image" Target="/ppt/media/image7.bin" Id="Rf81062fb94c94602" /><Relationship Type="http://schemas.microsoft.com/office/2007/relationships/hdphoto" Target="/ppt/slides/udata/data9.wdp" Id="R8034fe91ead2453f" /><Relationship Type="http://schemas.microsoft.com/office/2007/relationships/hdphoto" Target="/ppt/slides/udata/data10.wdp" Id="Rff89479a57e64bd7" /><Relationship Type="http://schemas.openxmlformats.org/officeDocument/2006/relationships/tags" Target="/ppt/slides/tags/tag6.xml" Id="R70baaaf24ea24303" /><Relationship Type="http://schemas.openxmlformats.org/officeDocument/2006/relationships/slideLayout" Target="/ppt/slideLayouts/slideLayout3.xml" Id="R56b17be0faa243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2.bin" Id="R315419f3be9647cb" /><Relationship Type="http://schemas.openxmlformats.org/officeDocument/2006/relationships/image" Target="/ppt/media/image13.bin" Id="R61f65b787f7a4acf" /><Relationship Type="http://schemas.openxmlformats.org/officeDocument/2006/relationships/image" Target="/ppt/media/image14.bin" Id="Rda8d670afd8e4450" /><Relationship Type="http://schemas.openxmlformats.org/officeDocument/2006/relationships/tags" Target="/ppt/slides/tags/tag7.xml" Id="R1a75dc2126374bf5" /><Relationship Type="http://schemas.openxmlformats.org/officeDocument/2006/relationships/tags" Target="/ppt/slides/tags/tag8.xml" Id="Re0a31443c12b4255" /><Relationship Type="http://schemas.openxmlformats.org/officeDocument/2006/relationships/tags" Target="/ppt/slides/tags/tag9.xml" Id="R1d1b46cf43b043ec" /><Relationship Type="http://schemas.openxmlformats.org/officeDocument/2006/relationships/tags" Target="/ppt/slides/tags/tag10.xml" Id="R0ca0d45a3aa7459f" /><Relationship Type="http://schemas.openxmlformats.org/officeDocument/2006/relationships/tags" Target="/ppt/slides/tags/tag11.xml" Id="R6d4680de7bad47a2" /><Relationship Type="http://schemas.openxmlformats.org/officeDocument/2006/relationships/tags" Target="/ppt/slides/tags/tag12.xml" Id="Rbdbc3dc37bc2486b" /><Relationship Type="http://schemas.openxmlformats.org/officeDocument/2006/relationships/tags" Target="/ppt/slides/tags/tag13.xml" Id="Re0f88155ffa74edc" /><Relationship Type="http://schemas.openxmlformats.org/officeDocument/2006/relationships/slideLayout" Target="/ppt/slideLayouts/slideLayout2.xml" Id="R6da57bf08ef24e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3.bin" Id="R14008bf4810048ca" /><Relationship Type="http://schemas.openxmlformats.org/officeDocument/2006/relationships/image" Target="/ppt/media/image15.bin" Id="Raec338ab97564f94" /><Relationship Type="http://schemas.openxmlformats.org/officeDocument/2006/relationships/image" Target="/ppt/media/image16.bin" Id="R853db4188a644180" /><Relationship Type="http://schemas.openxmlformats.org/officeDocument/2006/relationships/image" Target="/ppt/media/image12.bin" Id="Rea2423354db34bca" /><Relationship Type="http://schemas.openxmlformats.org/officeDocument/2006/relationships/tags" Target="/ppt/slides/tags/tag14.xml" Id="Rd02a74a272ff493a" /><Relationship Type="http://schemas.openxmlformats.org/officeDocument/2006/relationships/tags" Target="/ppt/slides/tags/tag15.xml" Id="R0ae1deb1836f40e1" /><Relationship Type="http://schemas.openxmlformats.org/officeDocument/2006/relationships/tags" Target="/ppt/slides/tags/tag16.xml" Id="R1c69c576586f43a1" /><Relationship Type="http://schemas.openxmlformats.org/officeDocument/2006/relationships/tags" Target="/ppt/slides/tags/tag17.xml" Id="R18093c2fc8e94e73" /><Relationship Type="http://schemas.openxmlformats.org/officeDocument/2006/relationships/tags" Target="/ppt/slides/tags/tag18.xml" Id="Rb12bc0d3e48341b9" /><Relationship Type="http://schemas.openxmlformats.org/officeDocument/2006/relationships/tags" Target="/ppt/slides/tags/tag19.xml" Id="R7d64abcfa8184541" /><Relationship Type="http://schemas.openxmlformats.org/officeDocument/2006/relationships/tags" Target="/ppt/slides/tags/tag20.xml" Id="Rf918d581fde24fd7" /><Relationship Type="http://schemas.openxmlformats.org/officeDocument/2006/relationships/slideLayout" Target="/ppt/slideLayouts/slideLayout2.xml" Id="Rd2add42d1e3e45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3.bin" Id="R679cb736054f4776" /><Relationship Type="http://schemas.openxmlformats.org/officeDocument/2006/relationships/image" Target="/ppt/media/image12.bin" Id="R370c2ce4e65d49a9" /><Relationship Type="http://schemas.openxmlformats.org/officeDocument/2006/relationships/tags" Target="/ppt/slides/tags/tag21.xml" Id="Rf2f0398fcdf34557" /><Relationship Type="http://schemas.openxmlformats.org/officeDocument/2006/relationships/tags" Target="/ppt/slides/tags/tag22.xml" Id="R8e7bae6817f247f2" /><Relationship Type="http://schemas.openxmlformats.org/officeDocument/2006/relationships/tags" Target="/ppt/slides/tags/tag23.xml" Id="R2c5856b0f34f43d4" /><Relationship Type="http://schemas.openxmlformats.org/officeDocument/2006/relationships/tags" Target="/ppt/slides/tags/tag24.xml" Id="R461a7c948e21436a" /><Relationship Type="http://schemas.openxmlformats.org/officeDocument/2006/relationships/tags" Target="/ppt/slides/tags/tag25.xml" Id="R2708f900ed244714" /><Relationship Type="http://schemas.openxmlformats.org/officeDocument/2006/relationships/tags" Target="/ppt/slides/tags/tag26.xml" Id="Rc24ea5f3ac354523" /><Relationship Type="http://schemas.openxmlformats.org/officeDocument/2006/relationships/tags" Target="/ppt/slides/tags/tag27.xml" Id="R78bab063262a406d" /><Relationship Type="http://schemas.openxmlformats.org/officeDocument/2006/relationships/slideLayout" Target="/ppt/slideLayouts/slideLayout2.xml" Id="Rddb00294a1a148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3.bin" Id="R0b9192ccb1424102" /><Relationship Type="http://schemas.openxmlformats.org/officeDocument/2006/relationships/image" Target="/ppt/media/image17.bin" Id="R3555316f957a4eca" /><Relationship Type="http://schemas.openxmlformats.org/officeDocument/2006/relationships/image" Target="/ppt/media/image12.bin" Id="Re2f2ffd8805e4b30" /><Relationship Type="http://schemas.openxmlformats.org/officeDocument/2006/relationships/tags" Target="/ppt/slides/tags/tag28.xml" Id="Red93bab88a15473c" /><Relationship Type="http://schemas.openxmlformats.org/officeDocument/2006/relationships/tags" Target="/ppt/slides/tags/tag29.xml" Id="Raa84d291d15d4eb6" /><Relationship Type="http://schemas.openxmlformats.org/officeDocument/2006/relationships/tags" Target="/ppt/slides/tags/tag30.xml" Id="R6a9edbcab680471d" /><Relationship Type="http://schemas.openxmlformats.org/officeDocument/2006/relationships/tags" Target="/ppt/slides/tags/tag31.xml" Id="Rb9e4430ecbb94108" /><Relationship Type="http://schemas.openxmlformats.org/officeDocument/2006/relationships/tags" Target="/ppt/slides/tags/tag32.xml" Id="R256f3738e05343f2" /><Relationship Type="http://schemas.openxmlformats.org/officeDocument/2006/relationships/tags" Target="/ppt/slides/tags/tag33.xml" Id="Rf9a7cbd3aba0496e" /><Relationship Type="http://schemas.openxmlformats.org/officeDocument/2006/relationships/tags" Target="/ppt/slides/tags/tag34.xml" Id="R5da438b934e3410b" /><Relationship Type="http://schemas.openxmlformats.org/officeDocument/2006/relationships/slideLayout" Target="/ppt/slideLayouts/slideLayout2.xml" Id="R728489677e8440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3.bin" Id="Ra92e13e0abfb4ecc" /><Relationship Type="http://schemas.openxmlformats.org/officeDocument/2006/relationships/image" Target="/ppt/media/image18.bin" Id="R8f63967692034b89" /><Relationship Type="http://schemas.openxmlformats.org/officeDocument/2006/relationships/image" Target="/ppt/media/image19.bin" Id="Rdda4944623984f32" /><Relationship Type="http://schemas.openxmlformats.org/officeDocument/2006/relationships/image" Target="/ppt/media/image12.bin" Id="Rc9a41bb883de4719" /><Relationship Type="http://schemas.openxmlformats.org/officeDocument/2006/relationships/tags" Target="/ppt/slides/tags/tag35.xml" Id="R7de46880871a447c" /><Relationship Type="http://schemas.openxmlformats.org/officeDocument/2006/relationships/tags" Target="/ppt/slides/tags/tag36.xml" Id="R7ac968755d2d43a5" /><Relationship Type="http://schemas.openxmlformats.org/officeDocument/2006/relationships/tags" Target="/ppt/slides/tags/tag37.xml" Id="R510c73ed86b54a35" /><Relationship Type="http://schemas.openxmlformats.org/officeDocument/2006/relationships/tags" Target="/ppt/slides/tags/tag38.xml" Id="R6188c8f81c6b42f9" /><Relationship Type="http://schemas.openxmlformats.org/officeDocument/2006/relationships/tags" Target="/ppt/slides/tags/tag39.xml" Id="R8217a38e4464471d" /><Relationship Type="http://schemas.openxmlformats.org/officeDocument/2006/relationships/tags" Target="/ppt/slides/tags/tag40.xml" Id="R4881ac344f4b49f4" /><Relationship Type="http://schemas.openxmlformats.org/officeDocument/2006/relationships/tags" Target="/ppt/slides/tags/tag41.xml" Id="R5829665aca744290" /><Relationship Type="http://schemas.openxmlformats.org/officeDocument/2006/relationships/slideLayout" Target="/ppt/slideLayouts/slideLayout2.xml" Id="Rffb506b45eae42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3.bin" Id="Rd30561918f5e4925" /><Relationship Type="http://schemas.openxmlformats.org/officeDocument/2006/relationships/image" Target="/ppt/media/image12.bin" Id="Raeb97dd78cf94e90" /><Relationship Type="http://schemas.openxmlformats.org/officeDocument/2006/relationships/tags" Target="/ppt/slides/tags/tag42.xml" Id="R7986922b19f74721" /><Relationship Type="http://schemas.openxmlformats.org/officeDocument/2006/relationships/tags" Target="/ppt/slides/tags/tag43.xml" Id="R158bc4274d9c40b1" /><Relationship Type="http://schemas.openxmlformats.org/officeDocument/2006/relationships/tags" Target="/ppt/slides/tags/tag44.xml" Id="R5d41170487e64db7" /><Relationship Type="http://schemas.openxmlformats.org/officeDocument/2006/relationships/tags" Target="/ppt/slides/tags/tag45.xml" Id="Rff3b9eb48d9a42ca" /><Relationship Type="http://schemas.openxmlformats.org/officeDocument/2006/relationships/tags" Target="/ppt/slides/tags/tag46.xml" Id="Rcb6aeeaf7ec54404" /><Relationship Type="http://schemas.openxmlformats.org/officeDocument/2006/relationships/tags" Target="/ppt/slides/tags/tag47.xml" Id="R08a31012058f494e" /><Relationship Type="http://schemas.openxmlformats.org/officeDocument/2006/relationships/tags" Target="/ppt/slides/tags/tag48.xml" Id="R2b930c23827e4579" /><Relationship Type="http://schemas.openxmlformats.org/officeDocument/2006/relationships/slideLayout" Target="/ppt/slideLayouts/slideLayout2.xml" Id="Rb11fa85902ee49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3.bin" Id="R447cfa5631e84f14" /><Relationship Type="http://schemas.openxmlformats.org/officeDocument/2006/relationships/image" Target="/ppt/media/image20.bin" Id="R4bb73eb0d72c4d37" /><Relationship Type="http://schemas.openxmlformats.org/officeDocument/2006/relationships/image" Target="/ppt/media/image12.bin" Id="Rf0448ec8c4c0469b" /><Relationship Type="http://schemas.openxmlformats.org/officeDocument/2006/relationships/tags" Target="/ppt/slides/tags/tag49.xml" Id="R09f90024dd134ecc" /><Relationship Type="http://schemas.openxmlformats.org/officeDocument/2006/relationships/tags" Target="/ppt/slides/tags/tag50.xml" Id="Rf51e5a1c1a7644c0" /><Relationship Type="http://schemas.openxmlformats.org/officeDocument/2006/relationships/tags" Target="/ppt/slides/tags/tag51.xml" Id="R651e7f13566c4faf" /><Relationship Type="http://schemas.openxmlformats.org/officeDocument/2006/relationships/tags" Target="/ppt/slides/tags/tag52.xml" Id="R5150c313797f49f7" /><Relationship Type="http://schemas.openxmlformats.org/officeDocument/2006/relationships/tags" Target="/ppt/slides/tags/tag53.xml" Id="R5122b8cb4e9d4e5e" /><Relationship Type="http://schemas.openxmlformats.org/officeDocument/2006/relationships/tags" Target="/ppt/slides/tags/tag54.xml" Id="R8e1e2ed4302b4c81" /><Relationship Type="http://schemas.openxmlformats.org/officeDocument/2006/relationships/tags" Target="/ppt/slides/tags/tag55.xml" Id="Ra26c6e4207ec4687" /><Relationship Type="http://schemas.openxmlformats.org/officeDocument/2006/relationships/slideLayout" Target="/ppt/slideLayouts/slideLayout2.xml" Id="Rbed49b2eda3d4e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3.bin" Id="Rd32fe9cc6bcd4cc1" /><Relationship Type="http://schemas.openxmlformats.org/officeDocument/2006/relationships/image" Target="/ppt/media/image21.bin" Id="R58329c27842d4f55" /><Relationship Type="http://schemas.openxmlformats.org/officeDocument/2006/relationships/image" Target="/ppt/media/image22.bin" Id="R11f48e68b2b2475b" /><Relationship Type="http://schemas.openxmlformats.org/officeDocument/2006/relationships/image" Target="/ppt/media/image12.bin" Id="Rc66b711961434bb4" /><Relationship Type="http://schemas.openxmlformats.org/officeDocument/2006/relationships/tags" Target="/ppt/slides/tags/tag56.xml" Id="R38f0e14c405444e0" /><Relationship Type="http://schemas.openxmlformats.org/officeDocument/2006/relationships/tags" Target="/ppt/slides/tags/tag57.xml" Id="R1514634a0e3b4897" /><Relationship Type="http://schemas.openxmlformats.org/officeDocument/2006/relationships/tags" Target="/ppt/slides/tags/tag58.xml" Id="Reecd32b4db64486c" /><Relationship Type="http://schemas.openxmlformats.org/officeDocument/2006/relationships/tags" Target="/ppt/slides/tags/tag59.xml" Id="Raee228a9eee7498e" /><Relationship Type="http://schemas.openxmlformats.org/officeDocument/2006/relationships/tags" Target="/ppt/slides/tags/tag60.xml" Id="R6e206553ea45443b" /><Relationship Type="http://schemas.openxmlformats.org/officeDocument/2006/relationships/tags" Target="/ppt/slides/tags/tag61.xml" Id="R3449bcaaeb9449ef" /><Relationship Type="http://schemas.openxmlformats.org/officeDocument/2006/relationships/tags" Target="/ppt/slides/tags/tag62.xml" Id="R8ca009e9f6444395" /><Relationship Type="http://schemas.openxmlformats.org/officeDocument/2006/relationships/slideLayout" Target="/ppt/slideLayouts/slideLayout2.xml" Id="Ree8212ab46f244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.bin" Id="Rd107579655404947" /><Relationship Type="http://schemas.openxmlformats.org/officeDocument/2006/relationships/image" Target="/ppt/media/image3.bin" Id="R399e5ec646964299" /><Relationship Type="http://schemas.openxmlformats.org/officeDocument/2006/relationships/image" Target="/ppt/media/image4.bin" Id="Rac73fcf942fd4d2a" /><Relationship Type="http://schemas.openxmlformats.org/officeDocument/2006/relationships/image" Target="/ppt/media/image5.bin" Id="Rcaf68d99a45f4c5b" /><Relationship Type="http://schemas.openxmlformats.org/officeDocument/2006/relationships/image" Target="/ppt/media/image6.bin" Id="R383284a29d1f4502" /><Relationship Type="http://schemas.openxmlformats.org/officeDocument/2006/relationships/image" Target="/ppt/media/image7.bin" Id="Re38bac58f8704461" /><Relationship Type="http://schemas.microsoft.com/office/2007/relationships/hdphoto" Target="/ppt/slides/udata/data11.wdp" Id="R88c0526cbaf440ed" /><Relationship Type="http://schemas.microsoft.com/office/2007/relationships/hdphoto" Target="/ppt/slides/udata/data12.wdp" Id="R3b0f4fd4eb9d4b86" /><Relationship Type="http://schemas.openxmlformats.org/officeDocument/2006/relationships/tags" Target="/ppt/slides/tags/tag63.xml" Id="R4c767aae6cdb41ca" /><Relationship Type="http://schemas.openxmlformats.org/officeDocument/2006/relationships/slideLayout" Target="/ppt/slideLayouts/slideLayout3.xml" Id="Rc504b297cb1e41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3.bin" Id="Rb22b260a11914d84" /><Relationship Type="http://schemas.openxmlformats.org/officeDocument/2006/relationships/image" Target="/ppt/media/image24.bin" Id="R8f1d5f03a5384fdc" /><Relationship Type="http://schemas.openxmlformats.org/officeDocument/2006/relationships/tags" Target="/ppt/slides/tags/tag64.xml" Id="Re90a0d613ebb461a" /><Relationship Type="http://schemas.openxmlformats.org/officeDocument/2006/relationships/tags" Target="/ppt/slides/tags/tag65.xml" Id="R19f7bd098f7d4fd0" /><Relationship Type="http://schemas.openxmlformats.org/officeDocument/2006/relationships/tags" Target="/ppt/slides/tags/tag66.xml" Id="R3a95d5d6919c4f8a" /><Relationship Type="http://schemas.openxmlformats.org/officeDocument/2006/relationships/tags" Target="/ppt/slides/tags/tag67.xml" Id="R1dee08d437ae4995" /><Relationship Type="http://schemas.openxmlformats.org/officeDocument/2006/relationships/slideLayout" Target="/ppt/slideLayouts/slideLayout2.xml" Id="R19c8d75ea3f94c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4.bin" Id="R885ab55af74d4f76" /><Relationship Type="http://schemas.openxmlformats.org/officeDocument/2006/relationships/image" Target="/ppt/media/image25.bin" Id="Recb975de180b455d" /><Relationship Type="http://schemas.openxmlformats.org/officeDocument/2006/relationships/tags" Target="/ppt/slides/tags/tag68.xml" Id="R362029a7ff01417b" /><Relationship Type="http://schemas.openxmlformats.org/officeDocument/2006/relationships/tags" Target="/ppt/slides/tags/tag69.xml" Id="Rd1977499c42c4859" /><Relationship Type="http://schemas.openxmlformats.org/officeDocument/2006/relationships/tags" Target="/ppt/slides/tags/tag70.xml" Id="Rd4b64878f4f54d88" /><Relationship Type="http://schemas.openxmlformats.org/officeDocument/2006/relationships/tags" Target="/ppt/slides/tags/tag71.xml" Id="R5f5559ad8b71420d" /><Relationship Type="http://schemas.openxmlformats.org/officeDocument/2006/relationships/slideLayout" Target="/ppt/slideLayouts/slideLayout2.xml" Id="R05356365669245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6.bin" Id="R3152b41a1c6f4219" /><Relationship Type="http://schemas.openxmlformats.org/officeDocument/2006/relationships/image" Target="/ppt/media/image24.bin" Id="R7c552db07de1400a" /><Relationship Type="http://schemas.openxmlformats.org/officeDocument/2006/relationships/tags" Target="/ppt/slides/tags/tag72.xml" Id="Re46a5289b6e24176" /><Relationship Type="http://schemas.openxmlformats.org/officeDocument/2006/relationships/tags" Target="/ppt/slides/tags/tag73.xml" Id="R7022186bcb18472d" /><Relationship Type="http://schemas.openxmlformats.org/officeDocument/2006/relationships/tags" Target="/ppt/slides/tags/tag74.xml" Id="Rb7bf08eafd214160" /><Relationship Type="http://schemas.openxmlformats.org/officeDocument/2006/relationships/tags" Target="/ppt/slides/tags/tag75.xml" Id="R977fccba5516474d" /><Relationship Type="http://schemas.openxmlformats.org/officeDocument/2006/relationships/slideLayout" Target="/ppt/slideLayouts/slideLayout2.xml" Id="Ra5808bac281143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4.bin" Id="Rcb2e28f94e7c4e47" /><Relationship Type="http://schemas.openxmlformats.org/officeDocument/2006/relationships/image" Target="/ppt/media/image27.bin" Id="R1ffafc6b5af942cd" /><Relationship Type="http://schemas.openxmlformats.org/officeDocument/2006/relationships/tags" Target="/ppt/slides/tags/tag76.xml" Id="R75a4974a7961439b" /><Relationship Type="http://schemas.openxmlformats.org/officeDocument/2006/relationships/tags" Target="/ppt/slides/tags/tag77.xml" Id="Rbe6267a98bb64a66" /><Relationship Type="http://schemas.openxmlformats.org/officeDocument/2006/relationships/tags" Target="/ppt/slides/tags/tag78.xml" Id="R16dbe6e2a3684efc" /><Relationship Type="http://schemas.openxmlformats.org/officeDocument/2006/relationships/tags" Target="/ppt/slides/tags/tag79.xml" Id="R43bb9689536e4ff9" /><Relationship Type="http://schemas.openxmlformats.org/officeDocument/2006/relationships/slideLayout" Target="/ppt/slideLayouts/slideLayout2.xml" Id="R44a0a88486df4f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23.bin" Id="R8b940dadfeac41b6" /><Relationship Type="http://schemas.openxmlformats.org/officeDocument/2006/relationships/image" Target="/ppt/media/image24.bin" Id="R65b62181d8544a7d" /><Relationship Type="http://schemas.openxmlformats.org/officeDocument/2006/relationships/tags" Target="/ppt/slides/tags/tag80.xml" Id="Rbdbf9d5b9d5d4c42" /><Relationship Type="http://schemas.openxmlformats.org/officeDocument/2006/relationships/tags" Target="/ppt/slides/tags/tag81.xml" Id="Rf371f2787c1b4216" /><Relationship Type="http://schemas.openxmlformats.org/officeDocument/2006/relationships/tags" Target="/ppt/slides/tags/tag82.xml" Id="R415c771d5ad943d6" /><Relationship Type="http://schemas.openxmlformats.org/officeDocument/2006/relationships/tags" Target="/ppt/slides/tags/tag83.xml" Id="R603e0e7cde5f4a45" /><Relationship Type="http://schemas.openxmlformats.org/officeDocument/2006/relationships/slideLayout" Target="/ppt/slideLayouts/slideLayout2.xml" Id="R3852c1d1bc1140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28.bin" Id="R13cf21d4713440e7" /><Relationship Type="http://schemas.openxmlformats.org/officeDocument/2006/relationships/image" Target="/ppt/media/image29.bin" Id="Rdaf417692a104d2d" /><Relationship Type="http://schemas.openxmlformats.org/officeDocument/2006/relationships/tags" Target="/ppt/slides/tags/tag84.xml" Id="R94898b08af02435c" /><Relationship Type="http://schemas.openxmlformats.org/officeDocument/2006/relationships/tags" Target="/ppt/slides/tags/tag85.xml" Id="Rf54905ea19be4dd4" /><Relationship Type="http://schemas.openxmlformats.org/officeDocument/2006/relationships/tags" Target="/ppt/slides/tags/tag86.xml" Id="R0efc85619e544a33" /><Relationship Type="http://schemas.openxmlformats.org/officeDocument/2006/relationships/tags" Target="/ppt/slides/tags/tag87.xml" Id="Rb4971499e7e7456c" /><Relationship Type="http://schemas.openxmlformats.org/officeDocument/2006/relationships/slideLayout" Target="/ppt/slideLayouts/slideLayout2.xml" Id="Rceb0f61a026048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30.bin" Id="Rc39b7af7a95641b6" /><Relationship Type="http://schemas.openxmlformats.org/officeDocument/2006/relationships/image" Target="/ppt/media/image24.bin" Id="Ra5a55d7ecf0b4cd9" /><Relationship Type="http://schemas.openxmlformats.org/officeDocument/2006/relationships/tags" Target="/ppt/slides/tags/tag88.xml" Id="Rf81c7cf224234992" /><Relationship Type="http://schemas.openxmlformats.org/officeDocument/2006/relationships/tags" Target="/ppt/slides/tags/tag89.xml" Id="R4925b5a6a99b4e12" /><Relationship Type="http://schemas.openxmlformats.org/officeDocument/2006/relationships/tags" Target="/ppt/slides/tags/tag90.xml" Id="R283a541f43df46b2" /><Relationship Type="http://schemas.openxmlformats.org/officeDocument/2006/relationships/tags" Target="/ppt/slides/tags/tag91.xml" Id="R9bfa2a8db72140e3" /><Relationship Type="http://schemas.openxmlformats.org/officeDocument/2006/relationships/slideLayout" Target="/ppt/slideLayouts/slideLayout2.xml" Id="R5926f39d807440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.bin" Id="R79e820ecaf16441a" /><Relationship Type="http://schemas.openxmlformats.org/officeDocument/2006/relationships/image" Target="/ppt/media/image3.bin" Id="Re03c30befd5f457a" /><Relationship Type="http://schemas.openxmlformats.org/officeDocument/2006/relationships/image" Target="/ppt/media/image4.bin" Id="R77f03b6150d44cc5" /><Relationship Type="http://schemas.openxmlformats.org/officeDocument/2006/relationships/image" Target="/ppt/media/image5.bin" Id="R4e5e49b7348647b9" /><Relationship Type="http://schemas.openxmlformats.org/officeDocument/2006/relationships/image" Target="/ppt/media/image6.bin" Id="Rc98cf3e65b1541bf" /><Relationship Type="http://schemas.openxmlformats.org/officeDocument/2006/relationships/image" Target="/ppt/media/image7.bin" Id="Re2e6593a683344b3" /><Relationship Type="http://schemas.microsoft.com/office/2007/relationships/hdphoto" Target="/ppt/slides/udata/data13.wdp" Id="R2e9003f7a89649cc" /><Relationship Type="http://schemas.microsoft.com/office/2007/relationships/hdphoto" Target="/ppt/slides/udata/data14.wdp" Id="Rce34ff39d04643ee" /><Relationship Type="http://schemas.openxmlformats.org/officeDocument/2006/relationships/tags" Target="/ppt/slides/tags/tag92.xml" Id="R74442f81634f4ded" /><Relationship Type="http://schemas.openxmlformats.org/officeDocument/2006/relationships/slideLayout" Target="/ppt/slideLayouts/slideLayout3.xml" Id="R1cb10f9144ee46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31.bin" Id="R872f0e1f9bb04f77" /><Relationship Type="http://schemas.openxmlformats.org/officeDocument/2006/relationships/image" Target="/ppt/media/image32.bin" Id="Rfe0a674d4f104115" /><Relationship Type="http://schemas.openxmlformats.org/officeDocument/2006/relationships/tags" Target="/ppt/slides/tags/tag93.xml" Id="R27b20576230e483a" /><Relationship Type="http://schemas.openxmlformats.org/officeDocument/2006/relationships/tags" Target="/ppt/slides/tags/tag94.xml" Id="Raea82dd0bf534f0e" /><Relationship Type="http://schemas.openxmlformats.org/officeDocument/2006/relationships/tags" Target="/ppt/slides/tags/tag95.xml" Id="Rfd5434078600439d" /><Relationship Type="http://schemas.openxmlformats.org/officeDocument/2006/relationships/tags" Target="/ppt/slides/tags/tag96.xml" Id="R4e10ee0498f34362" /><Relationship Type="http://schemas.openxmlformats.org/officeDocument/2006/relationships/tags" Target="/ppt/slides/tags/tag97.xml" Id="Rc161884e99ce4254" /><Relationship Type="http://schemas.openxmlformats.org/officeDocument/2006/relationships/slideLayout" Target="/ppt/slideLayouts/slideLayout2.xml" Id="Ra8f8661261c945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33.bin" Id="R39de44ce18704e86" /><Relationship Type="http://schemas.openxmlformats.org/officeDocument/2006/relationships/image" Target="/ppt/media/image31.bin" Id="Re027a5c4274648c6" /><Relationship Type="http://schemas.openxmlformats.org/officeDocument/2006/relationships/tags" Target="/ppt/slides/tags/tag98.xml" Id="R1f2b0664db244e7d" /><Relationship Type="http://schemas.openxmlformats.org/officeDocument/2006/relationships/tags" Target="/ppt/slides/tags/tag99.xml" Id="R0f85415f2aff4413" /><Relationship Type="http://schemas.openxmlformats.org/officeDocument/2006/relationships/tags" Target="/ppt/slides/tags/tag100.xml" Id="R8dc07e471bdf49e3" /><Relationship Type="http://schemas.openxmlformats.org/officeDocument/2006/relationships/tags" Target="/ppt/slides/tags/tag101.xml" Id="R0d322fbbb7444811" /><Relationship Type="http://schemas.openxmlformats.org/officeDocument/2006/relationships/tags" Target="/ppt/slides/tags/tag102.xml" Id="Ra8a64268ff8c4543" /><Relationship Type="http://schemas.openxmlformats.org/officeDocument/2006/relationships/slideLayout" Target="/ppt/slideLayouts/slideLayout2.xml" Id="Rb67e19cd10ea4f8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34.bin" Id="Rc0e8849686334ab9" /><Relationship Type="http://schemas.openxmlformats.org/officeDocument/2006/relationships/image" Target="/ppt/media/image31.bin" Id="R0e258da7222e42c1" /><Relationship Type="http://schemas.openxmlformats.org/officeDocument/2006/relationships/tags" Target="/ppt/slides/tags/tag103.xml" Id="Rd3b3ad2806da49a7" /><Relationship Type="http://schemas.openxmlformats.org/officeDocument/2006/relationships/tags" Target="/ppt/slides/tags/tag104.xml" Id="R8e3a2db540bc4d1a" /><Relationship Type="http://schemas.openxmlformats.org/officeDocument/2006/relationships/tags" Target="/ppt/slides/tags/tag105.xml" Id="R85895d9f93d4402b" /><Relationship Type="http://schemas.openxmlformats.org/officeDocument/2006/relationships/tags" Target="/ppt/slides/tags/tag106.xml" Id="R414bb10e2a494435" /><Relationship Type="http://schemas.openxmlformats.org/officeDocument/2006/relationships/tags" Target="/ppt/slides/tags/tag107.xml" Id="Rbb189379316b4835" /><Relationship Type="http://schemas.openxmlformats.org/officeDocument/2006/relationships/slideLayout" Target="/ppt/slideLayouts/slideLayout2.xml" Id="Rcceb15f60c8048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35.bin" Id="Rd128906e2780459d" /><Relationship Type="http://schemas.openxmlformats.org/officeDocument/2006/relationships/image" Target="/ppt/media/image31.bin" Id="Rdfc6badbecf44e3e" /><Relationship Type="http://schemas.openxmlformats.org/officeDocument/2006/relationships/tags" Target="/ppt/slides/tags/tag108.xml" Id="R7752f2df1c94492e" /><Relationship Type="http://schemas.openxmlformats.org/officeDocument/2006/relationships/tags" Target="/ppt/slides/tags/tag109.xml" Id="R81fed4d545784046" /><Relationship Type="http://schemas.openxmlformats.org/officeDocument/2006/relationships/tags" Target="/ppt/slides/tags/tag110.xml" Id="Rbfcb316fe1c74326" /><Relationship Type="http://schemas.openxmlformats.org/officeDocument/2006/relationships/tags" Target="/ppt/slides/tags/tag111.xml" Id="Rcb9d722de2f1470f" /><Relationship Type="http://schemas.openxmlformats.org/officeDocument/2006/relationships/tags" Target="/ppt/slides/tags/tag112.xml" Id="Rd557d631703847a7" /><Relationship Type="http://schemas.openxmlformats.org/officeDocument/2006/relationships/slideLayout" Target="/ppt/slideLayouts/slideLayout2.xml" Id="Re6431376417f4d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31.bin" Id="Rdcbdf63765c54fa5" /><Relationship Type="http://schemas.openxmlformats.org/officeDocument/2006/relationships/image" Target="/ppt/media/image36.bin" Id="Rac77a0ea08024f41" /><Relationship Type="http://schemas.openxmlformats.org/officeDocument/2006/relationships/tags" Target="/ppt/slides/tags/tag113.xml" Id="R00736d24a48c4894" /><Relationship Type="http://schemas.openxmlformats.org/officeDocument/2006/relationships/tags" Target="/ppt/slides/tags/tag114.xml" Id="R74d2b9b7aded4c86" /><Relationship Type="http://schemas.openxmlformats.org/officeDocument/2006/relationships/tags" Target="/ppt/slides/tags/tag115.xml" Id="Rc455030d0a364afc" /><Relationship Type="http://schemas.openxmlformats.org/officeDocument/2006/relationships/tags" Target="/ppt/slides/tags/tag116.xml" Id="Rf4fcd83dea6840c0" /><Relationship Type="http://schemas.openxmlformats.org/officeDocument/2006/relationships/tags" Target="/ppt/slides/tags/tag117.xml" Id="Raedc8d026654436a" /><Relationship Type="http://schemas.openxmlformats.org/officeDocument/2006/relationships/slideLayout" Target="/ppt/slideLayouts/slideLayout2.xml" Id="R27f720b59a37400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37.bin" Id="R682bd8d7af364eb9" /><Relationship Type="http://schemas.openxmlformats.org/officeDocument/2006/relationships/tags" Target="/ppt/slides/tags/tag118.xml" Id="Rbd465042c8734005" /><Relationship Type="http://schemas.openxmlformats.org/officeDocument/2006/relationships/tags" Target="/ppt/slides/tags/tag119.xml" Id="R9204dfea17514561" /><Relationship Type="http://schemas.openxmlformats.org/officeDocument/2006/relationships/tags" Target="/ppt/slides/tags/tag120.xml" Id="R46d52438a1944c9a" /><Relationship Type="http://schemas.openxmlformats.org/officeDocument/2006/relationships/tags" Target="/ppt/slides/tags/tag121.xml" Id="Rb656045a5b914d97" /><Relationship Type="http://schemas.openxmlformats.org/officeDocument/2006/relationships/tags" Target="/ppt/slides/tags/tag122.xml" Id="R28c2c29ca4064dab" /><Relationship Type="http://schemas.openxmlformats.org/officeDocument/2006/relationships/slideLayout" Target="/ppt/slideLayouts/slideLayout2.xml" Id="R299eb5766c474d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31.bin" Id="Rb552a603dc734477" /><Relationship Type="http://schemas.openxmlformats.org/officeDocument/2006/relationships/image" Target="/ppt/media/image38.bin" Id="Raf83fc6d53f74278" /><Relationship Type="http://schemas.openxmlformats.org/officeDocument/2006/relationships/tags" Target="/ppt/slides/tags/tag123.xml" Id="Rf6fc985721b548fe" /><Relationship Type="http://schemas.openxmlformats.org/officeDocument/2006/relationships/tags" Target="/ppt/slides/tags/tag124.xml" Id="R89055794f87448f5" /><Relationship Type="http://schemas.openxmlformats.org/officeDocument/2006/relationships/tags" Target="/ppt/slides/tags/tag125.xml" Id="R00c4149a99eb4140" /><Relationship Type="http://schemas.openxmlformats.org/officeDocument/2006/relationships/tags" Target="/ppt/slides/tags/tag126.xml" Id="Rf6726adc0d4e4e02" /><Relationship Type="http://schemas.openxmlformats.org/officeDocument/2006/relationships/tags" Target="/ppt/slides/tags/tag127.xml" Id="R453bdf843f9648a7" /><Relationship Type="http://schemas.openxmlformats.org/officeDocument/2006/relationships/slideLayout" Target="/ppt/slideLayouts/slideLayout2.xml" Id="Rea429b5f74ed49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39.bin" Id="R91614e7b97164362" /><Relationship Type="http://schemas.openxmlformats.org/officeDocument/2006/relationships/tags" Target="/ppt/slides/tags/tag128.xml" Id="R7299d40741b146d5" /><Relationship Type="http://schemas.openxmlformats.org/officeDocument/2006/relationships/tags" Target="/ppt/slides/tags/tag129.xml" Id="Rd4169b3c38144747" /><Relationship Type="http://schemas.openxmlformats.org/officeDocument/2006/relationships/tags" Target="/ppt/slides/tags/tag130.xml" Id="R8ba07c986dc74059" /><Relationship Type="http://schemas.openxmlformats.org/officeDocument/2006/relationships/tags" Target="/ppt/slides/tags/tag131.xml" Id="Rb5e06a0345ee47f9" /><Relationship Type="http://schemas.openxmlformats.org/officeDocument/2006/relationships/tags" Target="/ppt/slides/tags/tag132.xml" Id="Red6b479573bd457c" /><Relationship Type="http://schemas.openxmlformats.org/officeDocument/2006/relationships/slideLayout" Target="/ppt/slideLayouts/slideLayout2.xml" Id="Rf7cf3f87088144c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image" Target="/ppt/media/image39.bin" Id="Rd3618b08c1c2491b" /><Relationship Type="http://schemas.openxmlformats.org/officeDocument/2006/relationships/tags" Target="/ppt/slides/tags/tag133.xml" Id="Ra701a3d6c49b4302" /><Relationship Type="http://schemas.openxmlformats.org/officeDocument/2006/relationships/tags" Target="/ppt/slides/tags/tag134.xml" Id="Rdc7443ad191e456d" /><Relationship Type="http://schemas.openxmlformats.org/officeDocument/2006/relationships/tags" Target="/ppt/slides/tags/tag135.xml" Id="R0edf4fb5745b4be7" /><Relationship Type="http://schemas.openxmlformats.org/officeDocument/2006/relationships/tags" Target="/ppt/slides/tags/tag136.xml" Id="R3445f2a0a70e44fe" /><Relationship Type="http://schemas.openxmlformats.org/officeDocument/2006/relationships/tags" Target="/ppt/slides/tags/tag137.xml" Id="R76987ec02792475e" /><Relationship Type="http://schemas.openxmlformats.org/officeDocument/2006/relationships/slideLayout" Target="/ppt/slideLayouts/slideLayout2.xml" Id="R611d7bae225b4a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image" Target="/ppt/media/image40.bin" Id="Re9c9ff341b074261" /><Relationship Type="http://schemas.openxmlformats.org/officeDocument/2006/relationships/tags" Target="/ppt/slides/tags/tag138.xml" Id="R42419f46626a49e1" /><Relationship Type="http://schemas.openxmlformats.org/officeDocument/2006/relationships/tags" Target="/ppt/slides/tags/tag139.xml" Id="R0cb39fd54a064ff8" /><Relationship Type="http://schemas.openxmlformats.org/officeDocument/2006/relationships/tags" Target="/ppt/slides/tags/tag140.xml" Id="Re7da60c04b5d4f24" /><Relationship Type="http://schemas.openxmlformats.org/officeDocument/2006/relationships/tags" Target="/ppt/slides/tags/tag141.xml" Id="R49e5267e3e984224" /><Relationship Type="http://schemas.openxmlformats.org/officeDocument/2006/relationships/tags" Target="/ppt/slides/tags/tag142.xml" Id="Rc786d7892c464f9b" /><Relationship Type="http://schemas.openxmlformats.org/officeDocument/2006/relationships/slideLayout" Target="/ppt/slideLayouts/slideLayout2.xml" Id="R169cf475f6464a7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image" Target="/ppt/media/image40.bin" Id="R4c32a9df32094e44" /><Relationship Type="http://schemas.openxmlformats.org/officeDocument/2006/relationships/tags" Target="/ppt/slides/tags/tag143.xml" Id="Re35c851f687f4e0b" /><Relationship Type="http://schemas.openxmlformats.org/officeDocument/2006/relationships/tags" Target="/ppt/slides/tags/tag144.xml" Id="R3ae33ce0d0404461" /><Relationship Type="http://schemas.openxmlformats.org/officeDocument/2006/relationships/tags" Target="/ppt/slides/tags/tag145.xml" Id="Rf6f0a105c3734f71" /><Relationship Type="http://schemas.openxmlformats.org/officeDocument/2006/relationships/tags" Target="/ppt/slides/tags/tag146.xml" Id="Rfce55717a0ca42aa" /><Relationship Type="http://schemas.openxmlformats.org/officeDocument/2006/relationships/tags" Target="/ppt/slides/tags/tag147.xml" Id="R0eedf3f8d42e464c" /><Relationship Type="http://schemas.openxmlformats.org/officeDocument/2006/relationships/slideLayout" Target="/ppt/slideLayouts/slideLayout2.xml" Id="R6466747606de4b7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.bin" Id="Rfdd14992b5ca4fb7" /><Relationship Type="http://schemas.openxmlformats.org/officeDocument/2006/relationships/image" Target="/ppt/media/image3.bin" Id="Re80e20f1f0964969" /><Relationship Type="http://schemas.openxmlformats.org/officeDocument/2006/relationships/image" Target="/ppt/media/image4.bin" Id="Rf2d36833a25d4113" /><Relationship Type="http://schemas.openxmlformats.org/officeDocument/2006/relationships/image" Target="/ppt/media/image5.bin" Id="R38258dd7ad2a4fb5" /><Relationship Type="http://schemas.openxmlformats.org/officeDocument/2006/relationships/image" Target="/ppt/media/image6.bin" Id="R0ca7e085f74441a8" /><Relationship Type="http://schemas.openxmlformats.org/officeDocument/2006/relationships/image" Target="/ppt/media/image7.bin" Id="R0c7843a988fa40c3" /><Relationship Type="http://schemas.microsoft.com/office/2007/relationships/hdphoto" Target="/ppt/slides/udata/data15.wdp" Id="Rdbfc887890784a53" /><Relationship Type="http://schemas.microsoft.com/office/2007/relationships/hdphoto" Target="/ppt/slides/udata/data16.wdp" Id="R7d6a7e7f3a5d447a" /><Relationship Type="http://schemas.openxmlformats.org/officeDocument/2006/relationships/tags" Target="/ppt/slides/tags/tag148.xml" Id="Rf9a07384307d4be2" /><Relationship Type="http://schemas.openxmlformats.org/officeDocument/2006/relationships/slideLayout" Target="/ppt/slideLayouts/slideLayout3.xml" Id="R52afff4aafaf4a2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31f054899a064562be4bcb481a9a366a" /><Relationship Type="http://schemas.openxmlformats.org/officeDocument/2006/relationships/image" Target="/ppt/media/image41.bin" Id="R9e55e4904ec84bc8" /><Relationship Type="http://schemas.openxmlformats.org/officeDocument/2006/relationships/image" Target="/ppt/media/image42.bin" Id="Rd8263686a951442f" /><Relationship Type="http://schemas.openxmlformats.org/officeDocument/2006/relationships/image" Target="/ppt/media/image43.bin" Id="R2ff0d84950294a46" /><Relationship Type="http://schemas.openxmlformats.org/officeDocument/2006/relationships/customXml" Target="/ppt/customXML/item.xml" Id="R53f6cc6aa5da4621" /><Relationship Type="http://schemas.openxmlformats.org/officeDocument/2006/relationships/customXml" Target="/ppt/customXML/item2.xml" Id="Reae66e8dcd214cc7" /><Relationship Type="http://schemas.openxmlformats.org/officeDocument/2006/relationships/slideLayout" Target="/ppt/slideLayouts/slideLayout1.xml" Id="R24f6c25630f8410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27092e4818d0486bb2b30cb2f948a510" /><Relationship Type="http://schemas.openxmlformats.org/officeDocument/2006/relationships/image" Target="/ppt/media/image44.bin" Id="R75a727e2b8b54ec2" /><Relationship Type="http://schemas.openxmlformats.org/officeDocument/2006/relationships/image" Target="/ppt/media/image45.bin" Id="R8980869476964ccd" /><Relationship Type="http://schemas.openxmlformats.org/officeDocument/2006/relationships/image" Target="/ppt/media/image46.bin" Id="Re3d1dd0661e24416" /><Relationship Type="http://schemas.openxmlformats.org/officeDocument/2006/relationships/image" Target="/ppt/media/image42.bin" Id="R5e57d33bdcdb4799" /><Relationship Type="http://schemas.openxmlformats.org/officeDocument/2006/relationships/image" Target="/ppt/media/image47.bin" Id="R353a10df9cff4c7d" /><Relationship Type="http://schemas.openxmlformats.org/officeDocument/2006/relationships/image" Target="/ppt/media/image48.bin" Id="Rb7c6848c1b6b40a0" /><Relationship Type="http://schemas.openxmlformats.org/officeDocument/2006/relationships/image" Target="/ppt/media/image43.bin" Id="R8e860839f1534050" /><Relationship Type="http://schemas.openxmlformats.org/officeDocument/2006/relationships/customXml" Target="/ppt/customXML/item3.xml" Id="R3d57ff5137d74f71" /><Relationship Type="http://schemas.openxmlformats.org/officeDocument/2006/relationships/customXml" Target="/ppt/customXML/item4.xml" Id="Rc025cc718ffd4a5f" /><Relationship Type="http://schemas.openxmlformats.org/officeDocument/2006/relationships/customXml" Target="/ppt/customXML/item5.xml" Id="Rfc8cad1417e942be" /><Relationship Type="http://schemas.openxmlformats.org/officeDocument/2006/relationships/slideLayout" Target="/ppt/slideLayouts/slideLayout1.xml" Id="Rfb82e9c4743d481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image" Target="/ppt/media/image49.bin" Id="R895d56e0af2e406c" /><Relationship Type="http://schemas.openxmlformats.org/officeDocument/2006/relationships/image" Target="/ppt/media/image50.bin" Id="Rc51f4d3c8e9c4538" /><Relationship Type="http://schemas.openxmlformats.org/officeDocument/2006/relationships/image" Target="/ppt/media/image48.bin" Id="Rd0254d03fdb5472a" /><Relationship Type="http://schemas.openxmlformats.org/officeDocument/2006/relationships/image" Target="/ppt/media/image51.bin" Id="Ra28890ffac104ba5" /><Relationship Type="http://schemas.openxmlformats.org/officeDocument/2006/relationships/customXml" Target="/ppt/customXML/item6.xml" Id="Rb6a10c3fd48747ce" /><Relationship Type="http://schemas.openxmlformats.org/officeDocument/2006/relationships/customXml" Target="/ppt/customXML/item7.xml" Id="R184d318c9b2940fc" /><Relationship Type="http://schemas.openxmlformats.org/officeDocument/2006/relationships/customXml" Target="/ppt/customXML/item8.xml" Id="Ree995d3f03e4471c" /><Relationship Type="http://schemas.openxmlformats.org/officeDocument/2006/relationships/slideLayout" Target="/ppt/slideLayouts/slideLayout3.xml" Id="R2a73cc7c5a15474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45c62173c5524d1a87684d7d55710193" /><Relationship Type="http://schemas.openxmlformats.org/officeDocument/2006/relationships/hyperlink" Target="https://storyset.com/" TargetMode="External" Id="R08d941aab34b4b9fa003bde6da95107b" /><Relationship Type="http://schemas.openxmlformats.org/officeDocument/2006/relationships/slideLayout" Target="/ppt/slideLayouts/slideLayout1.xml" Id="R36b5306e299944e7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EE866F0-1799-5615-A914-1A4FC448444C}"/>
              </a:ext>
            </a:extLst>
          </p:cNvPr>
          <p:cNvPicPr>
            <a:picLocks noChangeAspect="1"/>
          </p:cNvPicPr>
          <p:nvPr/>
        </p:nvPicPr>
        <p:blipFill>
          <a:blip r:embed="R4e8e3e2beb794a2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DAFB587F-55CC-C5E8-F348-0A840E74F5C3}"/>
              </a:ext>
            </a:extLst>
          </p:cNvPr>
          <p:cNvGrpSpPr/>
          <p:nvPr/>
        </p:nvGrpSpPr>
        <p:grpSpPr>
          <a:xfrm>
            <a:off x="499457" y="306431"/>
            <a:ext cx="11400801" cy="422143"/>
            <a:chOff x="437602" y="226322"/>
            <a:chExt cx="11575860" cy="428625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5841F934-CC67-FDB0-48BF-EAB6FEE62621}"/>
                </a:ext>
              </a:extLst>
            </p:cNvPr>
            <p:cNvPicPr>
              <a:picLocks noChangeAspect="1"/>
            </p:cNvPicPr>
            <p:nvPr/>
          </p:nvPicPr>
          <p:blipFill>
            <a:blip r:embed="R4a32a42c7b93469f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602" y="288234"/>
              <a:ext cx="1257300" cy="304800"/>
            </a:xfrm>
            <a:prstGeom prst="rect">
              <a:avLst/>
            </a:prstGeom>
          </p:spPr>
        </p:pic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5433A84-C18F-2B15-0DEB-13949FF9C23E}"/>
                </a:ext>
              </a:extLst>
            </p:cNvPr>
            <p:cNvCxnSpPr/>
            <p:nvPr/>
          </p:nvCxnSpPr>
          <p:spPr>
            <a:xfrm>
              <a:off x="1860576" y="440634"/>
              <a:ext cx="92442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6E2611C7-6E86-5EF1-21EF-08487A90E5D0}"/>
                </a:ext>
              </a:extLst>
            </p:cNvPr>
            <p:cNvPicPr>
              <a:picLocks noChangeAspect="1"/>
            </p:cNvPicPr>
            <p:nvPr/>
          </p:nvPicPr>
          <p:blipFill>
            <a:blip r:embed="R45e8dd0fb35243f7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0512" y="226322"/>
              <a:ext cx="742950" cy="428625"/>
            </a:xfrm>
            <a:prstGeom prst="rect">
              <a:avLst/>
            </a:prstGeom>
          </p:spPr>
        </p:pic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F4FF01B2-3732-83ED-A891-EEA0321B6EA0}"/>
              </a:ext>
            </a:extLst>
          </p:cNvPr>
          <p:cNvPicPr>
            <a:picLocks noChangeAspect="1"/>
          </p:cNvPicPr>
          <p:nvPr/>
        </p:nvPicPr>
        <p:blipFill>
          <a:blip r:embed="Ra8bd2aa0e30046af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34"/>
          <a:stretch>
            <a:fillRect/>
          </a:stretch>
        </p:blipFill>
        <p:spPr>
          <a:xfrm>
            <a:off x="6559479" y="306432"/>
            <a:ext cx="5609224" cy="6245141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4638C432-FBC1-3E9D-028A-DEB79B788AE5}"/>
              </a:ext>
            </a:extLst>
          </p:cNvPr>
          <p:cNvPicPr>
            <a:picLocks noChangeAspect="1"/>
          </p:cNvPicPr>
          <p:nvPr/>
        </p:nvPicPr>
        <p:blipFill>
          <a:blip r:embed="R5f353067d816423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7585" y="875550"/>
            <a:ext cx="847725" cy="84772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45AFFF8B-4CC9-ED61-9132-39A287D963C0}"/>
              </a:ext>
            </a:extLst>
          </p:cNvPr>
          <p:cNvPicPr>
            <a:picLocks noChangeAspect="1"/>
          </p:cNvPicPr>
          <p:nvPr/>
        </p:nvPicPr>
        <p:blipFill>
          <a:blip r:embed="R5f353067d816423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92" y="5361010"/>
            <a:ext cx="847725" cy="84772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B381FBE7-3953-1933-C420-93C3FAB8D2EC}"/>
              </a:ext>
            </a:extLst>
          </p:cNvPr>
          <p:cNvPicPr>
            <a:picLocks noChangeAspect="1"/>
          </p:cNvPicPr>
          <p:nvPr/>
        </p:nvPicPr>
        <p:blipFill>
          <a:blip r:embed="R5f353067d816423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0892" y="5558591"/>
            <a:ext cx="847725" cy="847725"/>
          </a:xfrm>
          <a:prstGeom prst="rect">
            <a:avLst/>
          </a:prstGeom>
        </p:spPr>
      </p:pic>
      <p:grpSp>
        <p:nvGrpSpPr>
          <p:cNvPr id="70" name="组合 69">
            <a:extLst>
              <a:ext uri="{FF2B5EF4-FFF2-40B4-BE49-F238E27FC236}">
                <a16:creationId xmlns:a16="http://schemas.microsoft.com/office/drawing/2014/main" id="{8CEEB61F-2ADB-6817-1C90-D915C2173EFF}"/>
              </a:ext>
            </a:extLst>
          </p:cNvPr>
          <p:cNvGrpSpPr/>
          <p:nvPr/>
        </p:nvGrpSpPr>
        <p:grpSpPr>
          <a:xfrm>
            <a:off x="370550" y="1950186"/>
            <a:ext cx="6610473" cy="1631216"/>
            <a:chOff x="1012920" y="2392326"/>
            <a:chExt cx="6102033" cy="6603836"/>
          </a:xfrm>
          <a:effectLst>
            <a:outerShdw blurRad="50800" dist="63500" dir="5400000" algn="t" rotWithShape="0">
              <a:srgbClr val="860600">
                <a:alpha val="49804"/>
              </a:srgbClr>
            </a:outerShdw>
          </a:effectLst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2FFDBE37-9E06-42BB-3B77-9D9E4DE3FAAC}"/>
                </a:ext>
              </a:extLst>
            </p:cNvPr>
            <p:cNvSpPr txBox="1"/>
            <p:nvPr/>
          </p:nvSpPr>
          <p:spPr>
            <a:xfrm>
              <a:off x="1012920" y="2392326"/>
              <a:ext cx="6102033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ln w="76200">
                    <a:solidFill>
                      <a:srgbClr val="DA0800"/>
                    </a:solidFill>
                  </a:ln>
                  <a:noFill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元宵猜灯谜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A88C695-EF67-3F3D-5054-DD3A08A29958}"/>
                </a:ext>
              </a:extLst>
            </p:cNvPr>
            <p:cNvSpPr txBox="1"/>
            <p:nvPr/>
          </p:nvSpPr>
          <p:spPr>
            <a:xfrm>
              <a:off x="1012920" y="2392326"/>
              <a:ext cx="6102033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元宵猜灯谜</a:t>
              </a:r>
            </a:p>
          </p:txBody>
        </p:sp>
      </p:grp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B7FFC56D-1D93-DC5C-B2E8-42B49857B653}"/>
              </a:ext>
            </a:extLst>
          </p:cNvPr>
          <p:cNvSpPr/>
          <p:nvPr/>
        </p:nvSpPr>
        <p:spPr>
          <a:xfrm>
            <a:off x="1310043" y="3694141"/>
            <a:ext cx="4731488" cy="4370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BA8"/>
              </a:gs>
              <a:gs pos="86000">
                <a:schemeClr val="bg1"/>
              </a:gs>
            </a:gsLst>
            <a:lin ang="7800000" scaled="0"/>
          </a:gra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2400">
                <a:ln>
                  <a:noFill/>
                </a:ln>
                <a:solidFill>
                  <a:srgbClr val="DA0800"/>
                </a:soli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正月十五闹元宵猜灯谜赢大奖</a:t>
            </a:r>
            <a:endParaRPr lang="en-US" altLang="zh-CN" sz="2400">
              <a:ln>
                <a:noFill/>
              </a:ln>
              <a:solidFill>
                <a:srgbClr val="DA0800"/>
              </a:solidFill>
              <a:effectLst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9FA1FF0-1DEE-A0EC-B571-2489159B6F69}"/>
              </a:ext>
            </a:extLst>
          </p:cNvPr>
          <p:cNvSpPr txBox="1"/>
          <p:nvPr/>
        </p:nvSpPr>
        <p:spPr>
          <a:xfrm>
            <a:off x="1634280" y="1376097"/>
            <a:ext cx="4083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#</a:t>
            </a:r>
            <a:r>
              <a:rPr lang="zh-CN" altLang="en-US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恭贺新禧</a:t>
            </a:r>
            <a:r>
              <a:rPr lang="en-US" altLang="zh-CN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·</a:t>
            </a:r>
            <a:r>
              <a:rPr lang="zh-CN" altLang="en-US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蛇年大吉</a:t>
            </a:r>
            <a:r>
              <a:rPr lang="en-US" altLang="zh-CN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#</a:t>
            </a:r>
            <a:endParaRPr lang="zh-CN" altLang="en-US" sz="2400" b="1"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C516402-44E7-2B53-0239-9258A5374CB9}"/>
              </a:ext>
            </a:extLst>
          </p:cNvPr>
          <p:cNvSpPr txBox="1"/>
          <p:nvPr/>
        </p:nvSpPr>
        <p:spPr>
          <a:xfrm>
            <a:off x="1868251" y="4440795"/>
            <a:ext cx="3615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LANTERN FESTIVAL</a:t>
            </a:r>
            <a:endParaRPr lang="zh-CN" altLang="en-US" sz="2400"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cs typeface="+mn-ea"/>
              <a:sym typeface="+mn-lt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9AED4B9-C648-6FE8-3FDE-C3955244ADE1}"/>
              </a:ext>
            </a:extLst>
          </p:cNvPr>
          <p:cNvSpPr txBox="1"/>
          <p:nvPr/>
        </p:nvSpPr>
        <p:spPr>
          <a:xfrm>
            <a:off x="2144700" y="4938907"/>
            <a:ext cx="3062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灯火阑珊闹元宵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9BB0ED2-C91D-5AA2-1710-A9A3B76E58A1}"/>
              </a:ext>
            </a:extLst>
          </p:cNvPr>
          <p:cNvSpPr txBox="1"/>
          <p:nvPr/>
        </p:nvSpPr>
        <p:spPr>
          <a:xfrm>
            <a:off x="2527471" y="5459115"/>
            <a:ext cx="229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FFCA6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</a:t>
            </a: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700A43D2-9E37-0F2D-2582-DC7EF9FAF4BC}"/>
              </a:ext>
            </a:extLst>
          </p:cNvPr>
          <p:cNvPicPr>
            <a:picLocks noChangeAspect="1"/>
          </p:cNvPicPr>
          <p:nvPr/>
        </p:nvPicPr>
        <p:blipFill>
          <a:blip r:embed="Ra761f3bd58414fb1">
            <a:extLst>
              <a:ext uri="{BEBA8EAE-BF5A-486C-A8C5-ECC9F3942E4B}">
                <a14:imgProps xmlns:a14="http://schemas.microsoft.com/office/drawing/2010/main">
                  <a14:imgLayer r:embed="R6f4e6ed22a2e436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0267" y="5074922"/>
            <a:ext cx="1021556" cy="1074578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ABBE597E-5F06-34DD-F6F4-A9CE1AEF40C2}"/>
              </a:ext>
            </a:extLst>
          </p:cNvPr>
          <p:cNvPicPr>
            <a:picLocks noChangeAspect="1"/>
          </p:cNvPicPr>
          <p:nvPr/>
        </p:nvPicPr>
        <p:blipFill>
          <a:blip r:embed="Ra761f3bd58414fb1">
            <a:extLst>
              <a:ext uri="{BEBA8EAE-BF5A-486C-A8C5-ECC9F3942E4B}">
                <a14:imgProps xmlns:a14="http://schemas.microsoft.com/office/drawing/2010/main">
                  <a14:imgLayer r:embed="R9c6cbed93aa6414d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0530" y="4649009"/>
            <a:ext cx="1021556" cy="1074578"/>
          </a:xfrm>
          <a:prstGeom prst="rect">
            <a:avLst/>
          </a:prstGeom>
        </p:spPr>
      </p:pic>
    </p:spTree>
    <p:custDataLst>
      <p:tags r:id="R9e7cdd240af841eb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/>
      <p:bldP spid="75" grpId="0"/>
      <p:bldP spid="76" grpId="0"/>
      <p:bldP spid="7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252F9-5261-EEC0-4999-5A5C0C51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AC8BDB-A680-D7FF-2746-0BAEFDFB7A2B}"/>
              </a:ext>
            </a:extLst>
          </p:cNvPr>
          <p:cNvPicPr>
            <a:picLocks noChangeAspect="1"/>
          </p:cNvPicPr>
          <p:nvPr/>
        </p:nvPicPr>
        <p:blipFill>
          <a:blip r:embed="R9bbeb38a048e44a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03724ED-7475-AC33-7C6C-775C676F1446}"/>
              </a:ext>
            </a:extLst>
          </p:cNvPr>
          <p:cNvGrpSpPr/>
          <p:nvPr/>
        </p:nvGrpSpPr>
        <p:grpSpPr>
          <a:xfrm>
            <a:off x="499457" y="306431"/>
            <a:ext cx="11400801" cy="422143"/>
            <a:chOff x="437602" y="226322"/>
            <a:chExt cx="11575860" cy="42862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8D099E6-760A-2C65-D6AC-4DA9C1125D33}"/>
                </a:ext>
              </a:extLst>
            </p:cNvPr>
            <p:cNvPicPr>
              <a:picLocks noChangeAspect="1"/>
            </p:cNvPicPr>
            <p:nvPr/>
          </p:nvPicPr>
          <p:blipFill>
            <a:blip r:embed="R4c509947925d40f2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602" y="288234"/>
              <a:ext cx="1257300" cy="304800"/>
            </a:xfrm>
            <a:prstGeom prst="rect">
              <a:avLst/>
            </a:prstGeom>
          </p:spPr>
        </p:pic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79DEC3A-4145-ACD4-90BF-50C2A53569DC}"/>
                </a:ext>
              </a:extLst>
            </p:cNvPr>
            <p:cNvCxnSpPr/>
            <p:nvPr/>
          </p:nvCxnSpPr>
          <p:spPr>
            <a:xfrm>
              <a:off x="1860576" y="440634"/>
              <a:ext cx="92442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E7C1C98-4E5F-E8E3-9568-80F387209634}"/>
                </a:ext>
              </a:extLst>
            </p:cNvPr>
            <p:cNvPicPr>
              <a:picLocks noChangeAspect="1"/>
            </p:cNvPicPr>
            <p:nvPr/>
          </p:nvPicPr>
          <p:blipFill>
            <a:blip r:embed="R049b2e3706ab4981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0512" y="226322"/>
              <a:ext cx="742950" cy="428625"/>
            </a:xfrm>
            <a:prstGeom prst="rect">
              <a:avLst/>
            </a:prstGeom>
          </p:spPr>
        </p:pic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7A042D81-C073-5445-BD7E-369F033A2A5F}"/>
              </a:ext>
            </a:extLst>
          </p:cNvPr>
          <p:cNvPicPr>
            <a:picLocks noChangeAspect="1"/>
          </p:cNvPicPr>
          <p:nvPr/>
        </p:nvPicPr>
        <p:blipFill>
          <a:blip r:embed="R8fcc2d33e1884df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81" y="2515957"/>
            <a:ext cx="5147195" cy="4143759"/>
          </a:xfrm>
          <a:prstGeom prst="rect">
            <a:avLst/>
          </a:prstGeom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699F5D21-E65D-EFD2-BF60-2CEB0F15D45D}"/>
              </a:ext>
            </a:extLst>
          </p:cNvPr>
          <p:cNvGrpSpPr/>
          <p:nvPr/>
        </p:nvGrpSpPr>
        <p:grpSpPr>
          <a:xfrm>
            <a:off x="1509273" y="961370"/>
            <a:ext cx="2425815" cy="1610361"/>
            <a:chOff x="1899957" y="1771014"/>
            <a:chExt cx="2425814" cy="1610361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EB712E4-CC74-7738-B2CC-AF6F466A156F}"/>
                </a:ext>
              </a:extLst>
            </p:cNvPr>
            <p:cNvSpPr txBox="1"/>
            <p:nvPr/>
          </p:nvSpPr>
          <p:spPr>
            <a:xfrm>
              <a:off x="2176398" y="3012043"/>
              <a:ext cx="1918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>
                  <a:gradFill>
                    <a:gsLst>
                      <a:gs pos="0">
                        <a:srgbClr val="FFDBA8"/>
                      </a:gs>
                      <a:gs pos="61000">
                        <a:schemeClr val="bg1"/>
                      </a:gs>
                    </a:gsLst>
                    <a:lin ang="54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CONTENTS</a:t>
              </a:r>
              <a:endParaRPr lang="zh-CN" altLang="en-US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AE55E09-2DE3-1085-E447-7299636CC5F2}"/>
                </a:ext>
              </a:extLst>
            </p:cNvPr>
            <p:cNvSpPr txBox="1"/>
            <p:nvPr/>
          </p:nvSpPr>
          <p:spPr>
            <a:xfrm>
              <a:off x="1899957" y="1771014"/>
              <a:ext cx="24258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0">
                  <a:gradFill>
                    <a:gsLst>
                      <a:gs pos="0">
                        <a:srgbClr val="FFDBA8"/>
                      </a:gs>
                      <a:gs pos="61000">
                        <a:schemeClr val="bg1"/>
                      </a:gs>
                    </a:gsLst>
                    <a:lin ang="54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目录</a:t>
              </a:r>
            </a:p>
          </p:txBody>
        </p:sp>
      </p:grpSp>
      <p:sp>
        <p:nvSpPr>
          <p:cNvPr id="49" name="图形">
            <a:extLst>
              <a:ext uri="{FF2B5EF4-FFF2-40B4-BE49-F238E27FC236}">
                <a16:creationId xmlns:a16="http://schemas.microsoft.com/office/drawing/2014/main" id="{D141FB2D-BAA0-92A2-D6D3-0A19EC30A51B}"/>
              </a:ext>
            </a:extLst>
          </p:cNvPr>
          <p:cNvSpPr txBox="1"/>
          <p:nvPr/>
        </p:nvSpPr>
        <p:spPr>
          <a:xfrm>
            <a:off x="5295776" y="2509591"/>
            <a:ext cx="6089373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1</a:t>
            </a:r>
            <a:r>
              <a:rPr lang="zh-CN" altLang="en-US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、答题答题打的最准确、得分最高的才能获取奖励</a:t>
            </a:r>
          </a:p>
          <a:p>
            <a:pPr>
              <a:lnSpc>
                <a:spcPct val="200000"/>
              </a:lnSpc>
            </a:pPr>
            <a:r>
              <a:rPr lang="en-US" altLang="zh-CN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2</a:t>
            </a:r>
            <a:r>
              <a:rPr lang="zh-CN" altLang="en-US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、答题时、举手回答，不能在下面说出答案，如果说出，此题作废。</a:t>
            </a:r>
          </a:p>
          <a:p>
            <a:pPr>
              <a:lnSpc>
                <a:spcPct val="200000"/>
              </a:lnSpc>
            </a:pPr>
            <a:r>
              <a:rPr lang="en-US" altLang="zh-CN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3</a:t>
            </a:r>
            <a:r>
              <a:rPr lang="zh-CN" altLang="en-US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、每个人的答题都要自己单独完成。</a:t>
            </a:r>
          </a:p>
          <a:p>
            <a:pPr>
              <a:lnSpc>
                <a:spcPct val="200000"/>
              </a:lnSpc>
            </a:pPr>
            <a:r>
              <a:rPr lang="en-US" altLang="zh-CN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4</a:t>
            </a:r>
            <a:r>
              <a:rPr lang="zh-CN" altLang="en-US" sz="2000" b="1">
                <a:gradFill>
                  <a:gsLst>
                    <a:gs pos="0">
                      <a:srgbClr val="FFDBA8"/>
                    </a:gs>
                    <a:gs pos="61000">
                      <a:schemeClr val="bg1"/>
                    </a:gs>
                  </a:gsLst>
                  <a:lin ang="5400000" scaled="0"/>
                </a:gradFill>
                <a:cs typeface="+mn-ea"/>
                <a:sym typeface="+mn-lt"/>
              </a:rPr>
              <a:t>、最终的奖励以抽签的方式进行。</a:t>
            </a:r>
          </a:p>
        </p:txBody>
      </p:sp>
      <p:sp>
        <p:nvSpPr>
          <p:cNvPr id="50" name="图形">
            <a:extLst>
              <a:ext uri="{FF2B5EF4-FFF2-40B4-BE49-F238E27FC236}">
                <a16:creationId xmlns:a16="http://schemas.microsoft.com/office/drawing/2014/main" id="{F96C5ED1-AA51-E509-CDAB-FF50C2F90ADA}"/>
              </a:ext>
            </a:extLst>
          </p:cNvPr>
          <p:cNvSpPr/>
          <p:nvPr/>
        </p:nvSpPr>
        <p:spPr>
          <a:xfrm>
            <a:off x="5295776" y="1777437"/>
            <a:ext cx="3321051" cy="52514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BA8"/>
              </a:gs>
              <a:gs pos="61000">
                <a:schemeClr val="bg1"/>
              </a:gs>
            </a:gsLst>
            <a:lin ang="5400000" scaled="0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>
                <a:ln>
                  <a:noFill/>
                </a:ln>
                <a:solidFill>
                  <a:srgbClr val="DA0800"/>
                </a:soli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猜灯谜活动规则：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185A60F6-849D-CD52-3817-35AA6A7172F1}"/>
              </a:ext>
            </a:extLst>
          </p:cNvPr>
          <p:cNvPicPr>
            <a:picLocks noChangeAspect="1"/>
          </p:cNvPicPr>
          <p:nvPr/>
        </p:nvPicPr>
        <p:blipFill>
          <a:blip r:embed="Rb631c2d87d374d4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901" y="716483"/>
            <a:ext cx="2030819" cy="2030819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43F09728-3BD7-2EDC-F9F8-666EB8D2410D}"/>
              </a:ext>
            </a:extLst>
          </p:cNvPr>
          <p:cNvPicPr>
            <a:picLocks noChangeAspect="1"/>
          </p:cNvPicPr>
          <p:nvPr/>
        </p:nvPicPr>
        <p:blipFill>
          <a:blip r:embed="R58bdcff8fa3b4d64">
            <a:extLst>
              <a:ext uri="{BEBA8EAE-BF5A-486C-A8C5-ECC9F3942E4B}">
                <a14:imgProps xmlns:a14="http://schemas.microsoft.com/office/drawing/2010/main">
                  <a14:imgLayer r:embed="R72b9c28367d44a36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6963" y="3884380"/>
            <a:ext cx="2973620" cy="2973620"/>
          </a:xfrm>
          <a:prstGeom prst="rect">
            <a:avLst/>
          </a:prstGeom>
        </p:spPr>
      </p:pic>
      <p:sp>
        <p:nvSpPr>
          <p:cNvPr id="15" name="TextBox 5">
            <a:extLst>
              <a:ext uri="{FF2B5EF4-FFF2-40B4-BE49-F238E27FC236}">
                <a16:creationId xmlns:a16="http://schemas.microsoft.com/office/drawing/2014/main" id="{BA9F0A7F-3885-E311-3130-3246071D6AFC}"/>
              </a:ext>
            </a:extLst>
          </p:cNvPr>
          <p:cNvSpPr txBox="1"/>
          <p:nvPr/>
        </p:nvSpPr>
        <p:spPr>
          <a:xfrm>
            <a:off x="0" y="0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custDataLst>
      <p:tags r:id="Rf483fe0890fd426a"/>
    </p:custDataLst>
    <p:extLst>
      <p:ext uri="{BB962C8B-B14F-4D97-AF65-F5344CB8AC3E}">
        <p14:creationId xmlns:p14="http://schemas.microsoft.com/office/powerpoint/2010/main" val="2876721665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49" grpId="1"/>
      <p:bldP spid="50" grpId="0" animBg="1"/>
      <p:bldP spid="5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743A-9CDE-C02B-5654-0AD46FE9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BC8B1B5-FEDE-06AC-E548-712A01A48426}"/>
              </a:ext>
            </a:extLst>
          </p:cNvPr>
          <p:cNvPicPr>
            <a:picLocks noChangeAspect="1"/>
          </p:cNvPicPr>
          <p:nvPr/>
        </p:nvPicPr>
        <p:blipFill>
          <a:blip r:embed="R31a192a9de844a0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48A6C405-F147-2FED-7C89-1F9E44D84844}"/>
              </a:ext>
            </a:extLst>
          </p:cNvPr>
          <p:cNvGrpSpPr/>
          <p:nvPr/>
        </p:nvGrpSpPr>
        <p:grpSpPr>
          <a:xfrm>
            <a:off x="499457" y="306431"/>
            <a:ext cx="11400801" cy="422143"/>
            <a:chOff x="437602" y="226322"/>
            <a:chExt cx="11575860" cy="42862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5C3F21A-7B3B-7F75-614A-1C1DF38E072B}"/>
                </a:ext>
              </a:extLst>
            </p:cNvPr>
            <p:cNvPicPr>
              <a:picLocks noChangeAspect="1"/>
            </p:cNvPicPr>
            <p:nvPr/>
          </p:nvPicPr>
          <p:blipFill>
            <a:blip r:embed="R693e5b7eb40544c4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602" y="288234"/>
              <a:ext cx="1257300" cy="304800"/>
            </a:xfrm>
            <a:prstGeom prst="rect">
              <a:avLst/>
            </a:prstGeom>
          </p:spPr>
        </p:pic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7AC370AB-B121-8C84-E226-CC59F4F74E0B}"/>
                </a:ext>
              </a:extLst>
            </p:cNvPr>
            <p:cNvCxnSpPr/>
            <p:nvPr/>
          </p:nvCxnSpPr>
          <p:spPr>
            <a:xfrm>
              <a:off x="1860576" y="440634"/>
              <a:ext cx="92442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9DE3F3F-B2A5-4B07-CF3D-0621B4CFCF42}"/>
                </a:ext>
              </a:extLst>
            </p:cNvPr>
            <p:cNvPicPr>
              <a:picLocks noChangeAspect="1"/>
            </p:cNvPicPr>
            <p:nvPr/>
          </p:nvPicPr>
          <p:blipFill>
            <a:blip r:embed="Rcd1b8d2348cb41d0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0512" y="226322"/>
              <a:ext cx="742950" cy="428625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8073B15-2B75-8956-2160-36BBB8DB36F1}"/>
              </a:ext>
            </a:extLst>
          </p:cNvPr>
          <p:cNvGrpSpPr/>
          <p:nvPr/>
        </p:nvGrpSpPr>
        <p:grpSpPr>
          <a:xfrm>
            <a:off x="4883094" y="979337"/>
            <a:ext cx="2425815" cy="1610361"/>
            <a:chOff x="4883093" y="627348"/>
            <a:chExt cx="2425814" cy="154258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A817F8A-91F3-BFAD-7997-FE9817A58DD7}"/>
                </a:ext>
              </a:extLst>
            </p:cNvPr>
            <p:cNvSpPr txBox="1"/>
            <p:nvPr/>
          </p:nvSpPr>
          <p:spPr>
            <a:xfrm>
              <a:off x="5159534" y="1816143"/>
              <a:ext cx="1918055" cy="3537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CONTENTS</a:t>
              </a:r>
              <a:endParaRPr lang="zh-CN" altLang="en-US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FB6A06B-2680-4CB9-A837-B7A7DB1CEA7E}"/>
                </a:ext>
              </a:extLst>
            </p:cNvPr>
            <p:cNvGrpSpPr/>
            <p:nvPr/>
          </p:nvGrpSpPr>
          <p:grpSpPr>
            <a:xfrm>
              <a:off x="4883093" y="627348"/>
              <a:ext cx="2425814" cy="1267736"/>
              <a:chOff x="1012920" y="2392326"/>
              <a:chExt cx="6102033" cy="5132323"/>
            </a:xfrm>
            <a:effectLst>
              <a:outerShdw blurRad="50800" dist="63500" dir="5400000" algn="t" rotWithShape="0">
                <a:srgbClr val="860600">
                  <a:alpha val="49804"/>
                </a:srgbClr>
              </a:outerShdw>
            </a:effectLst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4EF80F4-24F0-83F2-F450-1653C60E0F1E}"/>
                  </a:ext>
                </a:extLst>
              </p:cNvPr>
              <p:cNvSpPr txBox="1"/>
              <p:nvPr/>
            </p:nvSpPr>
            <p:spPr>
              <a:xfrm>
                <a:off x="1012920" y="2392326"/>
                <a:ext cx="6102033" cy="5132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0">
                    <a:ln w="76200">
                      <a:solidFill>
                        <a:srgbClr val="DA0800"/>
                      </a:solidFill>
                    </a:ln>
                    <a:noFill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目录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8FF5EE8-7162-2399-11A3-AF7E6306ED50}"/>
                  </a:ext>
                </a:extLst>
              </p:cNvPr>
              <p:cNvSpPr txBox="1"/>
              <p:nvPr/>
            </p:nvSpPr>
            <p:spPr>
              <a:xfrm>
                <a:off x="1012920" y="2392326"/>
                <a:ext cx="6102033" cy="5132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5400000" scaled="1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目录</a:t>
                </a:r>
              </a:p>
            </p:txBody>
          </p:sp>
        </p:grp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3EE76AB-C86F-02C1-9047-D1EA82F8B5A8}"/>
              </a:ext>
            </a:extLst>
          </p:cNvPr>
          <p:cNvGrpSpPr/>
          <p:nvPr/>
        </p:nvGrpSpPr>
        <p:grpSpPr>
          <a:xfrm>
            <a:off x="1448210" y="2844791"/>
            <a:ext cx="9125327" cy="3284342"/>
            <a:chOff x="1448209" y="2844791"/>
            <a:chExt cx="9125327" cy="3284342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8B6A0DD-54CD-403F-6F82-C983F6B6EA89}"/>
                </a:ext>
              </a:extLst>
            </p:cNvPr>
            <p:cNvGrpSpPr/>
            <p:nvPr/>
          </p:nvGrpSpPr>
          <p:grpSpPr>
            <a:xfrm>
              <a:off x="1448209" y="2844791"/>
              <a:ext cx="2341441" cy="3284342"/>
              <a:chOff x="1264761" y="2584831"/>
              <a:chExt cx="2341441" cy="3284342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85BCED08-74C0-6146-628A-0A7371D77D4D}"/>
                  </a:ext>
                </a:extLst>
              </p:cNvPr>
              <p:cNvGrpSpPr/>
              <p:nvPr/>
            </p:nvGrpSpPr>
            <p:grpSpPr>
              <a:xfrm>
                <a:off x="1264761" y="2584831"/>
                <a:ext cx="2341441" cy="3284341"/>
                <a:chOff x="1264761" y="2584831"/>
                <a:chExt cx="2341441" cy="3284341"/>
              </a:xfrm>
            </p:grpSpPr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95693461-2447-9DCC-5D30-86B13F419D50}"/>
                    </a:ext>
                  </a:extLst>
                </p:cNvPr>
                <p:cNvGrpSpPr/>
                <p:nvPr/>
              </p:nvGrpSpPr>
              <p:grpSpPr>
                <a:xfrm>
                  <a:off x="1264761" y="2792094"/>
                  <a:ext cx="1249094" cy="3077078"/>
                  <a:chOff x="1264761" y="2792094"/>
                  <a:chExt cx="1249094" cy="3077078"/>
                </a:xfrm>
              </p:grpSpPr>
              <p:grpSp>
                <p:nvGrpSpPr>
                  <p:cNvPr id="28" name="组合 27">
                    <a:extLst>
                      <a:ext uri="{FF2B5EF4-FFF2-40B4-BE49-F238E27FC236}">
                        <a16:creationId xmlns:a16="http://schemas.microsoft.com/office/drawing/2014/main" id="{08285142-390F-C978-D272-A778D49CD468}"/>
                      </a:ext>
                    </a:extLst>
                  </p:cNvPr>
                  <p:cNvGrpSpPr/>
                  <p:nvPr/>
                </p:nvGrpSpPr>
                <p:grpSpPr>
                  <a:xfrm>
                    <a:off x="1264761" y="2802727"/>
                    <a:ext cx="1248981" cy="3066445"/>
                    <a:chOff x="969695" y="3038703"/>
                    <a:chExt cx="1248981" cy="3066445"/>
                  </a:xfrm>
                </p:grpSpPr>
                <p:sp>
                  <p:nvSpPr>
                    <p:cNvPr id="30" name="文本框 29">
                      <a:extLst>
                        <a:ext uri="{FF2B5EF4-FFF2-40B4-BE49-F238E27FC236}">
                          <a16:creationId xmlns:a16="http://schemas.microsoft.com/office/drawing/2014/main" id="{D13E8E25-F541-22CE-7E6C-9D488F4411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9695" y="3038703"/>
                      <a:ext cx="738664" cy="3066445"/>
                    </a:xfrm>
                    <a:prstGeom prst="rect">
                      <a:avLst/>
                    </a:prstGeom>
                    <a:noFill/>
                  </p:spPr>
                  <p:txBody>
                    <a:bodyPr vert="eaVert" wrap="square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元宵节猜灯谜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源自两宋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兴盛于明清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;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至于谜语的起源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或可追溯到三代之时。</a:t>
                      </a:r>
                      <a:endParaRPr lang="zh-CN" altLang="en-US" sz="1200">
                        <a:solidFill>
                          <a:schemeClr val="bg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cxnSp>
                  <p:nvCxnSpPr>
                    <p:cNvPr id="32" name="直接连接符 31">
                      <a:extLst>
                        <a:ext uri="{FF2B5EF4-FFF2-40B4-BE49-F238E27FC236}">
                          <a16:creationId xmlns:a16="http://schemas.microsoft.com/office/drawing/2014/main" id="{E8CF5A04-365A-3474-A093-5DB9C54D47F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2218676" y="3070140"/>
                      <a:ext cx="0" cy="3035008"/>
                    </a:xfrm>
                    <a:prstGeom prst="line">
                      <a:avLst/>
                    </a:prstGeom>
                    <a:ln>
                      <a:solidFill>
                        <a:schemeClr val="bg1">
                          <a:alpha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7CF3E870-91D9-4558-807D-B0D04394ACC7}"/>
                      </a:ext>
                    </a:extLst>
                  </p:cNvPr>
                  <p:cNvSpPr txBox="1"/>
                  <p:nvPr/>
                </p:nvSpPr>
                <p:spPr>
                  <a:xfrm>
                    <a:off x="1898302" y="2792094"/>
                    <a:ext cx="615553" cy="2354064"/>
                  </a:xfrm>
                  <a:prstGeom prst="rect">
                    <a:avLst/>
                  </a:prstGeom>
                  <a:noFill/>
                </p:spPr>
                <p:txBody>
                  <a:bodyPr vert="eaVert" wrap="square">
                    <a:spAutoFit/>
                  </a:bodyPr>
                  <a:lstStyle/>
                  <a:p>
                    <a:pPr algn="dist"/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基</a:t>
                    </a:r>
                    <a:r>
                      <a:rPr lang="en-US" altLang="zh-CN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/</a:t>
                    </a:r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础</a:t>
                    </a:r>
                    <a:r>
                      <a:rPr lang="en-US" altLang="zh-CN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/</a:t>
                    </a:r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篇</a:t>
                    </a:r>
                  </a:p>
                </p:txBody>
              </p:sp>
            </p:grpSp>
            <p:grpSp>
              <p:nvGrpSpPr>
                <p:cNvPr id="25" name="组合 24">
                  <a:extLst>
                    <a:ext uri="{FF2B5EF4-FFF2-40B4-BE49-F238E27FC236}">
                      <a16:creationId xmlns:a16="http://schemas.microsoft.com/office/drawing/2014/main" id="{D1ECECA6-E6C1-4568-5189-206B3B66A43B}"/>
                    </a:ext>
                  </a:extLst>
                </p:cNvPr>
                <p:cNvGrpSpPr/>
                <p:nvPr/>
              </p:nvGrpSpPr>
              <p:grpSpPr>
                <a:xfrm>
                  <a:off x="2646477" y="2584831"/>
                  <a:ext cx="959725" cy="953589"/>
                  <a:chOff x="1407407" y="2893002"/>
                  <a:chExt cx="959725" cy="953589"/>
                </a:xfrm>
              </p:grpSpPr>
              <p:pic>
                <p:nvPicPr>
                  <p:cNvPr id="26" name="图片 25">
                    <a:extLst>
                      <a:ext uri="{FF2B5EF4-FFF2-40B4-BE49-F238E27FC236}">
                        <a16:creationId xmlns:a16="http://schemas.microsoft.com/office/drawing/2014/main" id="{ED455F7B-6173-E268-4427-BE68C6AE5B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610ba5965b7f48db">
                    <a:extLst>
                      <a:ext uri="{BEBA8EAE-BF5A-486C-A8C5-ECC9F3942E4B}">
                        <a14:imgProps xmlns:a14="http://schemas.microsoft.com/office/drawing/2010/main">
                          <a14:imgLayer r:embed="R0b16d88617e84e4a">
                            <a14:imgEffect>
                              <a14:colorTemperature colorTemp="112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07407" y="2893002"/>
                    <a:ext cx="959725" cy="953589"/>
                  </a:xfrm>
                  <a:prstGeom prst="rect">
                    <a:avLst/>
                  </a:prstGeom>
                </p:spPr>
              </p:pic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4D4EE340-7CCA-99B3-0D84-BC8BB31B20F6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263" y="3032414"/>
                    <a:ext cx="725241" cy="65125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lIns="157277" tIns="78638" rIns="157277" bIns="78638" rtlCol="0">
                    <a:spAutoFit/>
                  </a:bodyPr>
                  <a:lstStyle/>
                  <a:p>
                    <a:r>
                      <a:rPr lang="zh-CN" altLang="en-US" sz="3200" b="1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壹</a:t>
                    </a:r>
                  </a:p>
                </p:txBody>
              </p:sp>
            </p:grpSp>
          </p:grp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A8EB624B-71CE-FE3A-8A20-208F409B2BC1}"/>
                  </a:ext>
                </a:extLst>
              </p:cNvPr>
              <p:cNvSpPr/>
              <p:nvPr/>
            </p:nvSpPr>
            <p:spPr>
              <a:xfrm>
                <a:off x="2857654" y="3677833"/>
                <a:ext cx="508598" cy="219134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600">
                    <a:solidFill>
                      <a:srgbClr val="DA080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看图猜谜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B2E6CE8-1B0C-0693-2B59-F0CCDD9A9414}"/>
                </a:ext>
              </a:extLst>
            </p:cNvPr>
            <p:cNvGrpSpPr/>
            <p:nvPr/>
          </p:nvGrpSpPr>
          <p:grpSpPr>
            <a:xfrm>
              <a:off x="4840152" y="2844791"/>
              <a:ext cx="2341441" cy="3284342"/>
              <a:chOff x="1264761" y="2584831"/>
              <a:chExt cx="2341441" cy="3284342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695136A9-0E1A-C693-A3D1-5FFA14658E69}"/>
                  </a:ext>
                </a:extLst>
              </p:cNvPr>
              <p:cNvGrpSpPr/>
              <p:nvPr/>
            </p:nvGrpSpPr>
            <p:grpSpPr>
              <a:xfrm>
                <a:off x="1264761" y="2584831"/>
                <a:ext cx="2341441" cy="3284341"/>
                <a:chOff x="1264761" y="2584831"/>
                <a:chExt cx="2341441" cy="3284341"/>
              </a:xfrm>
            </p:grpSpPr>
            <p:grpSp>
              <p:nvGrpSpPr>
                <p:cNvPr id="44" name="组合 43">
                  <a:extLst>
                    <a:ext uri="{FF2B5EF4-FFF2-40B4-BE49-F238E27FC236}">
                      <a16:creationId xmlns:a16="http://schemas.microsoft.com/office/drawing/2014/main" id="{65C8AB30-E41D-52C6-B259-5EF2E12BF0EF}"/>
                    </a:ext>
                  </a:extLst>
                </p:cNvPr>
                <p:cNvGrpSpPr/>
                <p:nvPr/>
              </p:nvGrpSpPr>
              <p:grpSpPr>
                <a:xfrm>
                  <a:off x="1264761" y="2792094"/>
                  <a:ext cx="1249094" cy="3077078"/>
                  <a:chOff x="1264761" y="2792094"/>
                  <a:chExt cx="1249094" cy="3077078"/>
                </a:xfrm>
              </p:grpSpPr>
              <p:grpSp>
                <p:nvGrpSpPr>
                  <p:cNvPr id="49" name="组合 48">
                    <a:extLst>
                      <a:ext uri="{FF2B5EF4-FFF2-40B4-BE49-F238E27FC236}">
                        <a16:creationId xmlns:a16="http://schemas.microsoft.com/office/drawing/2014/main" id="{CD5710E1-9A03-7557-C76D-766C43C26B4A}"/>
                      </a:ext>
                    </a:extLst>
                  </p:cNvPr>
                  <p:cNvGrpSpPr/>
                  <p:nvPr/>
                </p:nvGrpSpPr>
                <p:grpSpPr>
                  <a:xfrm>
                    <a:off x="1264761" y="2802727"/>
                    <a:ext cx="1248981" cy="3066445"/>
                    <a:chOff x="969695" y="3038703"/>
                    <a:chExt cx="1248981" cy="3066445"/>
                  </a:xfrm>
                </p:grpSpPr>
                <p:sp>
                  <p:nvSpPr>
                    <p:cNvPr id="51" name="文本框 50">
                      <a:extLst>
                        <a:ext uri="{FF2B5EF4-FFF2-40B4-BE49-F238E27FC236}">
                          <a16:creationId xmlns:a16="http://schemas.microsoft.com/office/drawing/2014/main" id="{CBC388B5-F05F-4EBE-DB3A-B730E59C97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9695" y="3038703"/>
                      <a:ext cx="738664" cy="3066445"/>
                    </a:xfrm>
                    <a:prstGeom prst="rect">
                      <a:avLst/>
                    </a:prstGeom>
                    <a:noFill/>
                  </p:spPr>
                  <p:txBody>
                    <a:bodyPr vert="eaVert" wrap="square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元宵节猜灯谜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源自两宋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兴盛于明清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;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至于谜语的起源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或可追溯到三代之时。</a:t>
                      </a:r>
                      <a:endParaRPr lang="zh-CN" altLang="en-US" sz="1200">
                        <a:solidFill>
                          <a:schemeClr val="bg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cxnSp>
                  <p:nvCxnSpPr>
                    <p:cNvPr id="52" name="直接连接符 51">
                      <a:extLst>
                        <a:ext uri="{FF2B5EF4-FFF2-40B4-BE49-F238E27FC236}">
                          <a16:creationId xmlns:a16="http://schemas.microsoft.com/office/drawing/2014/main" id="{63B266A7-4343-E840-4036-012AE265D363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2218676" y="3070140"/>
                      <a:ext cx="0" cy="3035008"/>
                    </a:xfrm>
                    <a:prstGeom prst="line">
                      <a:avLst/>
                    </a:prstGeom>
                    <a:ln>
                      <a:solidFill>
                        <a:schemeClr val="bg1">
                          <a:alpha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CAE248C3-B69D-E435-0A83-15EF5A141591}"/>
                      </a:ext>
                    </a:extLst>
                  </p:cNvPr>
                  <p:cNvSpPr txBox="1"/>
                  <p:nvPr/>
                </p:nvSpPr>
                <p:spPr>
                  <a:xfrm>
                    <a:off x="1898302" y="2792094"/>
                    <a:ext cx="615553" cy="2354064"/>
                  </a:xfrm>
                  <a:prstGeom prst="rect">
                    <a:avLst/>
                  </a:prstGeom>
                  <a:noFill/>
                </p:spPr>
                <p:txBody>
                  <a:bodyPr vert="eaVert" wrap="square">
                    <a:spAutoFit/>
                  </a:bodyPr>
                  <a:lstStyle/>
                  <a:p>
                    <a:pPr algn="dist"/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进</a:t>
                    </a:r>
                    <a:r>
                      <a:rPr lang="en-US" altLang="zh-CN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/</a:t>
                    </a:r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阶</a:t>
                    </a:r>
                    <a:r>
                      <a:rPr lang="en-US" altLang="zh-CN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/</a:t>
                    </a:r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篇</a:t>
                    </a:r>
                  </a:p>
                </p:txBody>
              </p:sp>
            </p:grp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628D4083-F359-8195-1939-1A714B16D4FA}"/>
                    </a:ext>
                  </a:extLst>
                </p:cNvPr>
                <p:cNvGrpSpPr/>
                <p:nvPr/>
              </p:nvGrpSpPr>
              <p:grpSpPr>
                <a:xfrm>
                  <a:off x="2646477" y="2584831"/>
                  <a:ext cx="959725" cy="953589"/>
                  <a:chOff x="1407407" y="2893002"/>
                  <a:chExt cx="959725" cy="953589"/>
                </a:xfrm>
              </p:grpSpPr>
              <p:pic>
                <p:nvPicPr>
                  <p:cNvPr id="46" name="图片 45">
                    <a:extLst>
                      <a:ext uri="{FF2B5EF4-FFF2-40B4-BE49-F238E27FC236}">
                        <a16:creationId xmlns:a16="http://schemas.microsoft.com/office/drawing/2014/main" id="{6E642D51-D257-2A4D-CE68-6EAB653651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610ba5965b7f48db">
                    <a:extLst>
                      <a:ext uri="{BEBA8EAE-BF5A-486C-A8C5-ECC9F3942E4B}">
                        <a14:imgProps xmlns:a14="http://schemas.microsoft.com/office/drawing/2010/main">
                          <a14:imgLayer r:embed="R7011292dd5aa4539">
                            <a14:imgEffect>
                              <a14:colorTemperature colorTemp="112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07407" y="2893002"/>
                    <a:ext cx="959725" cy="953589"/>
                  </a:xfrm>
                  <a:prstGeom prst="rect">
                    <a:avLst/>
                  </a:prstGeom>
                </p:spPr>
              </p:pic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8A5DE14A-2EE7-66A1-4BD7-02011E1792A0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263" y="3032414"/>
                    <a:ext cx="725241" cy="65125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lIns="157277" tIns="78638" rIns="157277" bIns="78638" rtlCol="0">
                    <a:spAutoFit/>
                  </a:bodyPr>
                  <a:lstStyle/>
                  <a:p>
                    <a:r>
                      <a:rPr lang="zh-CN" altLang="en-US" sz="3200" b="1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贰</a:t>
                    </a:r>
                  </a:p>
                </p:txBody>
              </p:sp>
            </p:grpSp>
          </p:grp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44F14945-2A71-0ECE-5835-B94BCACECC48}"/>
                  </a:ext>
                </a:extLst>
              </p:cNvPr>
              <p:cNvSpPr/>
              <p:nvPr/>
            </p:nvSpPr>
            <p:spPr>
              <a:xfrm>
                <a:off x="2857654" y="3677833"/>
                <a:ext cx="508598" cy="219134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600">
                    <a:solidFill>
                      <a:srgbClr val="DA080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经典字谜</a:t>
                </a: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B806835-53BB-ADDD-6128-F713787EE737}"/>
                </a:ext>
              </a:extLst>
            </p:cNvPr>
            <p:cNvGrpSpPr/>
            <p:nvPr/>
          </p:nvGrpSpPr>
          <p:grpSpPr>
            <a:xfrm>
              <a:off x="8232095" y="2844791"/>
              <a:ext cx="2341441" cy="3284342"/>
              <a:chOff x="1264761" y="2584831"/>
              <a:chExt cx="2341441" cy="3284342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FC438CC1-6CF1-6870-D787-220DCE8C74F0}"/>
                  </a:ext>
                </a:extLst>
              </p:cNvPr>
              <p:cNvGrpSpPr/>
              <p:nvPr/>
            </p:nvGrpSpPr>
            <p:grpSpPr>
              <a:xfrm>
                <a:off x="1264761" y="2584831"/>
                <a:ext cx="2341441" cy="3284341"/>
                <a:chOff x="1264761" y="2584831"/>
                <a:chExt cx="2341441" cy="3284341"/>
              </a:xfrm>
            </p:grpSpPr>
            <p:grpSp>
              <p:nvGrpSpPr>
                <p:cNvPr id="56" name="组合 55">
                  <a:extLst>
                    <a:ext uri="{FF2B5EF4-FFF2-40B4-BE49-F238E27FC236}">
                      <a16:creationId xmlns:a16="http://schemas.microsoft.com/office/drawing/2014/main" id="{1D8E48E0-573F-4AE5-667F-662F79E46D71}"/>
                    </a:ext>
                  </a:extLst>
                </p:cNvPr>
                <p:cNvGrpSpPr/>
                <p:nvPr/>
              </p:nvGrpSpPr>
              <p:grpSpPr>
                <a:xfrm>
                  <a:off x="1264761" y="2792094"/>
                  <a:ext cx="1249094" cy="3077078"/>
                  <a:chOff x="1264761" y="2792094"/>
                  <a:chExt cx="1249094" cy="3077078"/>
                </a:xfrm>
              </p:grpSpPr>
              <p:grpSp>
                <p:nvGrpSpPr>
                  <p:cNvPr id="60" name="组合 59">
                    <a:extLst>
                      <a:ext uri="{FF2B5EF4-FFF2-40B4-BE49-F238E27FC236}">
                        <a16:creationId xmlns:a16="http://schemas.microsoft.com/office/drawing/2014/main" id="{20095CD1-64D3-28D6-B0E7-285F10A94E78}"/>
                      </a:ext>
                    </a:extLst>
                  </p:cNvPr>
                  <p:cNvGrpSpPr/>
                  <p:nvPr/>
                </p:nvGrpSpPr>
                <p:grpSpPr>
                  <a:xfrm>
                    <a:off x="1264761" y="2802727"/>
                    <a:ext cx="1248981" cy="3066445"/>
                    <a:chOff x="969695" y="3038703"/>
                    <a:chExt cx="1248981" cy="3066445"/>
                  </a:xfrm>
                </p:grpSpPr>
                <p:sp>
                  <p:nvSpPr>
                    <p:cNvPr id="62" name="文本框 61">
                      <a:extLst>
                        <a:ext uri="{FF2B5EF4-FFF2-40B4-BE49-F238E27FC236}">
                          <a16:creationId xmlns:a16="http://schemas.microsoft.com/office/drawing/2014/main" id="{3C5D4F4C-F17E-1F7D-1CC8-6F9C223280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9695" y="3038703"/>
                      <a:ext cx="738664" cy="3066445"/>
                    </a:xfrm>
                    <a:prstGeom prst="rect">
                      <a:avLst/>
                    </a:prstGeom>
                    <a:noFill/>
                  </p:spPr>
                  <p:txBody>
                    <a:bodyPr vert="eaVert" wrap="square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元宵节猜灯谜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源自两宋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兴盛于明清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;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至于谜语的起源</a:t>
                      </a:r>
                      <a:r>
                        <a:rPr lang="en-US" altLang="zh-CN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,</a:t>
                      </a:r>
                      <a:r>
                        <a:rPr lang="zh-CN" altLang="en-US" sz="1200" b="0" i="0">
                          <a:solidFill>
                            <a:schemeClr val="bg1"/>
                          </a:solidFill>
                          <a:effectLst/>
                          <a:cs typeface="+mn-ea"/>
                          <a:sym typeface="+mn-lt"/>
                        </a:rPr>
                        <a:t>或可追溯到三代之时。</a:t>
                      </a:r>
                      <a:endParaRPr lang="zh-CN" altLang="en-US" sz="1200">
                        <a:solidFill>
                          <a:schemeClr val="bg1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cxnSp>
                  <p:nvCxnSpPr>
                    <p:cNvPr id="63" name="直接连接符 62">
                      <a:extLst>
                        <a:ext uri="{FF2B5EF4-FFF2-40B4-BE49-F238E27FC236}">
                          <a16:creationId xmlns:a16="http://schemas.microsoft.com/office/drawing/2014/main" id="{0489EE73-AA78-A610-271D-A05710FD5E0A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2218676" y="3070140"/>
                      <a:ext cx="0" cy="3035008"/>
                    </a:xfrm>
                    <a:prstGeom prst="line">
                      <a:avLst/>
                    </a:prstGeom>
                    <a:ln>
                      <a:solidFill>
                        <a:schemeClr val="bg1">
                          <a:alpha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774AAE03-282D-B8A5-ED33-1B65A58111F7}"/>
                      </a:ext>
                    </a:extLst>
                  </p:cNvPr>
                  <p:cNvSpPr txBox="1"/>
                  <p:nvPr/>
                </p:nvSpPr>
                <p:spPr>
                  <a:xfrm>
                    <a:off x="1898302" y="2792094"/>
                    <a:ext cx="615553" cy="2354064"/>
                  </a:xfrm>
                  <a:prstGeom prst="rect">
                    <a:avLst/>
                  </a:prstGeom>
                  <a:noFill/>
                </p:spPr>
                <p:txBody>
                  <a:bodyPr vert="eaVert" wrap="square">
                    <a:spAutoFit/>
                  </a:bodyPr>
                  <a:lstStyle/>
                  <a:p>
                    <a:pPr algn="dist"/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精</a:t>
                    </a:r>
                    <a:r>
                      <a:rPr lang="en-US" altLang="zh-CN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/</a:t>
                    </a:r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英</a:t>
                    </a:r>
                    <a:r>
                      <a:rPr lang="en-US" altLang="zh-CN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/</a:t>
                    </a:r>
                    <a:r>
                      <a:rPr lang="zh-CN" altLang="en-US" sz="2800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篇</a:t>
                    </a:r>
                  </a:p>
                </p:txBody>
              </p:sp>
            </p:grpSp>
            <p:grpSp>
              <p:nvGrpSpPr>
                <p:cNvPr id="57" name="组合 56">
                  <a:extLst>
                    <a:ext uri="{FF2B5EF4-FFF2-40B4-BE49-F238E27FC236}">
                      <a16:creationId xmlns:a16="http://schemas.microsoft.com/office/drawing/2014/main" id="{9900BA5A-B8BA-A7E8-920F-A57BDBB5EEFE}"/>
                    </a:ext>
                  </a:extLst>
                </p:cNvPr>
                <p:cNvGrpSpPr/>
                <p:nvPr/>
              </p:nvGrpSpPr>
              <p:grpSpPr>
                <a:xfrm>
                  <a:off x="2646477" y="2584831"/>
                  <a:ext cx="959725" cy="953589"/>
                  <a:chOff x="1407407" y="2893002"/>
                  <a:chExt cx="959725" cy="953589"/>
                </a:xfrm>
              </p:grpSpPr>
              <p:pic>
                <p:nvPicPr>
                  <p:cNvPr id="58" name="图片 57">
                    <a:extLst>
                      <a:ext uri="{FF2B5EF4-FFF2-40B4-BE49-F238E27FC236}">
                        <a16:creationId xmlns:a16="http://schemas.microsoft.com/office/drawing/2014/main" id="{7150DAED-D946-9B13-88BE-624D1434C8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610ba5965b7f48db">
                    <a:extLst>
                      <a:ext uri="{BEBA8EAE-BF5A-486C-A8C5-ECC9F3942E4B}">
                        <a14:imgProps xmlns:a14="http://schemas.microsoft.com/office/drawing/2010/main">
                          <a14:imgLayer r:embed="Redaa7297d34c4203">
                            <a14:imgEffect>
                              <a14:colorTemperature colorTemp="112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07407" y="2893002"/>
                    <a:ext cx="959725" cy="953589"/>
                  </a:xfrm>
                  <a:prstGeom prst="rect">
                    <a:avLst/>
                  </a:prstGeom>
                </p:spPr>
              </p:pic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7C44547A-F885-BC56-10DD-395028E218A2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263" y="3032414"/>
                    <a:ext cx="725241" cy="65125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lIns="157277" tIns="78638" rIns="157277" bIns="78638" rtlCol="0">
                    <a:spAutoFit/>
                  </a:bodyPr>
                  <a:lstStyle/>
                  <a:p>
                    <a:r>
                      <a:rPr lang="zh-CN" altLang="en-US" sz="3200" b="1">
                        <a:gradFill>
                          <a:gsLst>
                            <a:gs pos="0">
                              <a:srgbClr val="FFDBA8"/>
                            </a:gs>
                            <a:gs pos="86000">
                              <a:schemeClr val="bg1"/>
                            </a:gs>
                          </a:gsLst>
                          <a:lin ang="5400000" scaled="1"/>
                        </a:gradFill>
                        <a:latin typeface="思源宋体 CN Heavy" panose="02020900000000000000" pitchFamily="18" charset="-122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叁</a:t>
                    </a:r>
                  </a:p>
                </p:txBody>
              </p:sp>
            </p:grpSp>
          </p:grp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4A5A0ADC-F3A3-FE0C-7EAA-963F1E2BF725}"/>
                  </a:ext>
                </a:extLst>
              </p:cNvPr>
              <p:cNvSpPr/>
              <p:nvPr/>
            </p:nvSpPr>
            <p:spPr>
              <a:xfrm>
                <a:off x="2857654" y="3677833"/>
                <a:ext cx="508598" cy="219134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600">
                    <a:solidFill>
                      <a:srgbClr val="DA0800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</p:grpSp>
      </p:grpSp>
      <p:pic>
        <p:nvPicPr>
          <p:cNvPr id="64" name="图片 63">
            <a:extLst>
              <a:ext uri="{FF2B5EF4-FFF2-40B4-BE49-F238E27FC236}">
                <a16:creationId xmlns:a16="http://schemas.microsoft.com/office/drawing/2014/main" id="{895A7F65-5CA9-9014-9BB3-63E17F824D55}"/>
              </a:ext>
            </a:extLst>
          </p:cNvPr>
          <p:cNvPicPr>
            <a:picLocks noChangeAspect="1"/>
          </p:cNvPicPr>
          <p:nvPr/>
        </p:nvPicPr>
        <p:blipFill>
          <a:blip r:embed="Rb0b8b47a33dc424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1292" y="1459379"/>
            <a:ext cx="847725" cy="84772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BA40CC5D-FA2E-078E-293A-05F9D6EFD312}"/>
              </a:ext>
            </a:extLst>
          </p:cNvPr>
          <p:cNvPicPr>
            <a:picLocks noChangeAspect="1"/>
          </p:cNvPicPr>
          <p:nvPr/>
        </p:nvPicPr>
        <p:blipFill>
          <a:blip r:embed="Rb0b8b47a33dc424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1992" y="1459379"/>
            <a:ext cx="847725" cy="847725"/>
          </a:xfrm>
          <a:prstGeom prst="rect">
            <a:avLst/>
          </a:prstGeom>
        </p:spPr>
      </p:pic>
    </p:spTree>
    <p:custDataLst>
      <p:tags r:id="Rad053ee0e0414365"/>
    </p:custDataLst>
    <p:extLst>
      <p:ext uri="{BB962C8B-B14F-4D97-AF65-F5344CB8AC3E}">
        <p14:creationId xmlns:p14="http://schemas.microsoft.com/office/powerpoint/2010/main" val="3336391563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FA0AF-38D8-F26D-E453-51611113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7844305-6EEF-BACF-15E7-74F2BF340EF4}"/>
              </a:ext>
            </a:extLst>
          </p:cNvPr>
          <p:cNvPicPr>
            <a:picLocks noChangeAspect="1"/>
          </p:cNvPicPr>
          <p:nvPr/>
        </p:nvPicPr>
        <p:blipFill>
          <a:blip r:embed="Rfe3ad0777c1348d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466E0A89-853D-F332-D86B-06E414953236}"/>
              </a:ext>
            </a:extLst>
          </p:cNvPr>
          <p:cNvGrpSpPr/>
          <p:nvPr/>
        </p:nvGrpSpPr>
        <p:grpSpPr>
          <a:xfrm>
            <a:off x="499457" y="306431"/>
            <a:ext cx="11400801" cy="422143"/>
            <a:chOff x="437602" y="226322"/>
            <a:chExt cx="11575860" cy="428625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3EC5D338-1879-7785-E941-E028458811A5}"/>
                </a:ext>
              </a:extLst>
            </p:cNvPr>
            <p:cNvPicPr>
              <a:picLocks noChangeAspect="1"/>
            </p:cNvPicPr>
            <p:nvPr/>
          </p:nvPicPr>
          <p:blipFill>
            <a:blip r:embed="R7475dbfe3734478f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602" y="288234"/>
              <a:ext cx="1257300" cy="304800"/>
            </a:xfrm>
            <a:prstGeom prst="rect">
              <a:avLst/>
            </a:prstGeom>
          </p:spPr>
        </p:pic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2C2C770-263A-C8BD-D12D-741964D6053E}"/>
                </a:ext>
              </a:extLst>
            </p:cNvPr>
            <p:cNvCxnSpPr/>
            <p:nvPr/>
          </p:nvCxnSpPr>
          <p:spPr>
            <a:xfrm>
              <a:off x="1860576" y="440634"/>
              <a:ext cx="92442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9D970CC1-7969-B8D6-5540-A2F78D5E18D8}"/>
                </a:ext>
              </a:extLst>
            </p:cNvPr>
            <p:cNvPicPr>
              <a:picLocks noChangeAspect="1"/>
            </p:cNvPicPr>
            <p:nvPr/>
          </p:nvPicPr>
          <p:blipFill>
            <a:blip r:embed="R63f4adf8f38643b5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0512" y="226322"/>
              <a:ext cx="742950" cy="428625"/>
            </a:xfrm>
            <a:prstGeom prst="rect">
              <a:avLst/>
            </a:prstGeom>
          </p:spPr>
        </p:pic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5810908E-8AF5-63A2-026E-BBE9291EAF5C}"/>
              </a:ext>
            </a:extLst>
          </p:cNvPr>
          <p:cNvPicPr>
            <a:picLocks noChangeAspect="1"/>
          </p:cNvPicPr>
          <p:nvPr/>
        </p:nvPicPr>
        <p:blipFill>
          <a:blip r:embed="Rb891ae0573c24f3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34"/>
          <a:stretch>
            <a:fillRect/>
          </a:stretch>
        </p:blipFill>
        <p:spPr>
          <a:xfrm>
            <a:off x="0" y="306432"/>
            <a:ext cx="5609224" cy="6245141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6748380E-A7FE-DBE5-78DF-607811BC87BA}"/>
              </a:ext>
            </a:extLst>
          </p:cNvPr>
          <p:cNvPicPr>
            <a:picLocks noChangeAspect="1"/>
          </p:cNvPicPr>
          <p:nvPr/>
        </p:nvPicPr>
        <p:blipFill>
          <a:blip r:embed="Rc300a0710918490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108" y="875550"/>
            <a:ext cx="847725" cy="84772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0D08B025-5FE8-8776-BADA-691278CF8283}"/>
              </a:ext>
            </a:extLst>
          </p:cNvPr>
          <p:cNvPicPr>
            <a:picLocks noChangeAspect="1"/>
          </p:cNvPicPr>
          <p:nvPr/>
        </p:nvPicPr>
        <p:blipFill>
          <a:blip r:embed="Rc300a0710918490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214" y="5361010"/>
            <a:ext cx="847725" cy="84772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26CB153E-B498-E020-5B9B-F58B9B6488A6}"/>
              </a:ext>
            </a:extLst>
          </p:cNvPr>
          <p:cNvPicPr>
            <a:picLocks noChangeAspect="1"/>
          </p:cNvPicPr>
          <p:nvPr/>
        </p:nvPicPr>
        <p:blipFill>
          <a:blip r:embed="Rc300a0710918490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15" y="5558591"/>
            <a:ext cx="847725" cy="84772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B753396-85B4-AEE6-1D40-936C1917EF75}"/>
              </a:ext>
            </a:extLst>
          </p:cNvPr>
          <p:cNvGrpSpPr/>
          <p:nvPr/>
        </p:nvGrpSpPr>
        <p:grpSpPr>
          <a:xfrm>
            <a:off x="5709869" y="1950186"/>
            <a:ext cx="5609224" cy="1631216"/>
            <a:chOff x="1012921" y="2392326"/>
            <a:chExt cx="5177794" cy="6603836"/>
          </a:xfrm>
          <a:effectLst>
            <a:outerShdw blurRad="50800" dist="63500" dir="5400000" algn="t" rotWithShape="0">
              <a:srgbClr val="860600">
                <a:alpha val="49804"/>
              </a:srgbClr>
            </a:outerShdw>
          </a:effectLst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0ECF30C-9689-CB73-DDB7-BBB1D706E7B3}"/>
                </a:ext>
              </a:extLst>
            </p:cNvPr>
            <p:cNvSpPr txBox="1"/>
            <p:nvPr/>
          </p:nvSpPr>
          <p:spPr>
            <a:xfrm>
              <a:off x="1012921" y="2392326"/>
              <a:ext cx="5177794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ln w="76200">
                    <a:solidFill>
                      <a:srgbClr val="DA0800"/>
                    </a:solidFill>
                  </a:ln>
                  <a:noFill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看图猜谜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7C5805C-9C6F-55E3-04C5-87533C32C311}"/>
                </a:ext>
              </a:extLst>
            </p:cNvPr>
            <p:cNvSpPr txBox="1"/>
            <p:nvPr/>
          </p:nvSpPr>
          <p:spPr>
            <a:xfrm>
              <a:off x="1012921" y="2392326"/>
              <a:ext cx="5177794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看图猜谜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83491A-7B61-3EEB-87B2-A1CEDEFAF808}"/>
              </a:ext>
            </a:extLst>
          </p:cNvPr>
          <p:cNvSpPr/>
          <p:nvPr/>
        </p:nvSpPr>
        <p:spPr>
          <a:xfrm>
            <a:off x="6148737" y="3694141"/>
            <a:ext cx="4731488" cy="4370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BA8"/>
              </a:gs>
              <a:gs pos="86000">
                <a:schemeClr val="bg1"/>
              </a:gs>
            </a:gsLst>
            <a:lin ang="7800000" scaled="0"/>
          </a:gra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2400">
                <a:ln>
                  <a:noFill/>
                </a:ln>
                <a:solidFill>
                  <a:srgbClr val="DA0800"/>
                </a:soli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正月十五闹元宵猜灯谜赢大奖</a:t>
            </a:r>
            <a:endParaRPr lang="en-US" altLang="zh-CN" sz="2400">
              <a:ln>
                <a:noFill/>
              </a:ln>
              <a:solidFill>
                <a:srgbClr val="DA0800"/>
              </a:solidFill>
              <a:effectLst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52D7EA-8F11-80D4-FC86-FC2638466B75}"/>
              </a:ext>
            </a:extLst>
          </p:cNvPr>
          <p:cNvSpPr txBox="1"/>
          <p:nvPr/>
        </p:nvSpPr>
        <p:spPr>
          <a:xfrm>
            <a:off x="6472974" y="626528"/>
            <a:ext cx="408301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b="1">
                <a:gradFill>
                  <a:gsLst>
                    <a:gs pos="13000">
                      <a:srgbClr val="FFDBA8"/>
                    </a:gs>
                    <a:gs pos="51000">
                      <a:schemeClr val="bg1">
                        <a:alpha val="0"/>
                      </a:schemeClr>
                    </a:gs>
                  </a:gsLst>
                  <a:lin ang="60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01</a:t>
            </a:r>
            <a:endParaRPr lang="zh-CN" altLang="en-US" sz="16600" b="1">
              <a:gradFill>
                <a:gsLst>
                  <a:gs pos="13000">
                    <a:srgbClr val="FFDBA8"/>
                  </a:gs>
                  <a:gs pos="51000">
                    <a:schemeClr val="bg1">
                      <a:alpha val="0"/>
                    </a:schemeClr>
                  </a:gs>
                </a:gsLst>
                <a:lin ang="60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CCE57C-4185-74D5-5401-3654B4F067FC}"/>
              </a:ext>
            </a:extLst>
          </p:cNvPr>
          <p:cNvSpPr txBox="1"/>
          <p:nvPr/>
        </p:nvSpPr>
        <p:spPr>
          <a:xfrm>
            <a:off x="6706946" y="4440795"/>
            <a:ext cx="3615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LANTERN FESTIVAL</a:t>
            </a:r>
            <a:endParaRPr lang="zh-CN" altLang="en-US" sz="2400"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EEEB55-F8E1-65E2-591F-5ADEDDAB7ABF}"/>
              </a:ext>
            </a:extLst>
          </p:cNvPr>
          <p:cNvSpPr txBox="1"/>
          <p:nvPr/>
        </p:nvSpPr>
        <p:spPr>
          <a:xfrm>
            <a:off x="6983394" y="4938907"/>
            <a:ext cx="3062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灯火阑珊闹元宵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2EDBF8-DA83-6604-3C56-8E76B99187C5}"/>
              </a:ext>
            </a:extLst>
          </p:cNvPr>
          <p:cNvSpPr txBox="1"/>
          <p:nvPr/>
        </p:nvSpPr>
        <p:spPr>
          <a:xfrm>
            <a:off x="7366165" y="5459115"/>
            <a:ext cx="229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FFCA6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ECC1470-2068-B708-415E-A13C9F3BB2C7}"/>
              </a:ext>
            </a:extLst>
          </p:cNvPr>
          <p:cNvPicPr>
            <a:picLocks noChangeAspect="1"/>
          </p:cNvPicPr>
          <p:nvPr/>
        </p:nvPicPr>
        <p:blipFill>
          <a:blip r:embed="Rf81062fb94c94602">
            <a:extLst>
              <a:ext uri="{BEBA8EAE-BF5A-486C-A8C5-ECC9F3942E4B}">
                <a14:imgProps xmlns:a14="http://schemas.microsoft.com/office/drawing/2010/main">
                  <a14:imgLayer r:embed="R8034fe91ead2453f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7146" y="5074922"/>
            <a:ext cx="1021556" cy="1074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46C16F-4819-D7E8-DED2-F35EDFE849F7}"/>
              </a:ext>
            </a:extLst>
          </p:cNvPr>
          <p:cNvPicPr>
            <a:picLocks noChangeAspect="1"/>
          </p:cNvPicPr>
          <p:nvPr/>
        </p:nvPicPr>
        <p:blipFill>
          <a:blip r:embed="Rf81062fb94c94602">
            <a:extLst>
              <a:ext uri="{BEBA8EAE-BF5A-486C-A8C5-ECC9F3942E4B}">
                <a14:imgProps xmlns:a14="http://schemas.microsoft.com/office/drawing/2010/main">
                  <a14:imgLayer r:embed="Rff89479a57e64bd7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7409" y="4649009"/>
            <a:ext cx="1021556" cy="1074578"/>
          </a:xfrm>
          <a:prstGeom prst="rect">
            <a:avLst/>
          </a:prstGeom>
        </p:spPr>
      </p:pic>
    </p:spTree>
    <p:custDataLst>
      <p:tags r:id="R70baaaf24ea24303"/>
    </p:custDataLst>
    <p:extLst>
      <p:ext uri="{BB962C8B-B14F-4D97-AF65-F5344CB8AC3E}">
        <p14:creationId xmlns:p14="http://schemas.microsoft.com/office/powerpoint/2010/main" val="395065845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B3BE7-A81A-4FC0-EC81-2FC3233E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028D22-D01E-B004-BD50-78C47F067C92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/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/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/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/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058A82F-0012-0E1E-9F55-9BAD0B1774D3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315419f3be9647c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34" name="矩形 33"/>
            <p:cNvSpPr/>
            <p:nvPr/>
          </p:nvSpPr>
          <p:spPr>
            <a:xfrm>
              <a:off x="8160505" y="3777101"/>
              <a:ext cx="260840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七嘴八舌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44" name="椭圆 43"/>
                <p:cNvSpPr/>
                <p:nvPr>
                  <p:custDataLst>
                    <p:tags r:id="R1a75dc2126374bf5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椭圆 44"/>
                <p:cNvSpPr/>
                <p:nvPr>
                  <p:custDataLst>
                    <p:tags r:id="Re0a31443c12b4255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3" name="文本框 42"/>
              <p:cNvSpPr txBox="1"/>
              <p:nvPr>
                <p:custDataLst>
                  <p:tags r:id="R1d1b46cf43b043ec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49" name="椭圆 48"/>
                <p:cNvSpPr/>
                <p:nvPr>
                  <p:custDataLst>
                    <p:tags r:id="R0ca0d45a3aa7459f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椭圆 49"/>
                <p:cNvSpPr/>
                <p:nvPr>
                  <p:custDataLst>
                    <p:tags r:id="R6d4680de7bad47a2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8" name="文本框 47"/>
              <p:cNvSpPr txBox="1"/>
              <p:nvPr>
                <p:custDataLst>
                  <p:tags r:id="Rbdbc3dc37bc2486b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BCEF070C-159A-0B45-8FF4-B1B2163A986C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65D9311E-1019-EC63-F527-2CD154682272}"/>
                </a:ext>
              </a:extLst>
            </p:cNvPr>
            <p:cNvGrpSpPr/>
            <p:nvPr/>
          </p:nvGrpSpPr>
          <p:grpSpPr>
            <a:xfrm>
              <a:off x="768608" y="2283129"/>
              <a:ext cx="6499105" cy="4184186"/>
              <a:chOff x="768608" y="2283129"/>
              <a:chExt cx="6499105" cy="4184186"/>
            </a:xfrm>
          </p:grpSpPr>
          <p:pic>
            <p:nvPicPr>
              <p:cNvPr id="52" name="图片 51">
                <a:extLst>
                  <a:ext uri="{FF2B5EF4-FFF2-40B4-BE49-F238E27FC236}">
                    <a16:creationId xmlns:a16="http://schemas.microsoft.com/office/drawing/2014/main" id="{6F60DB9A-BC45-C2F6-DF4E-E27CC65EB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61f65b787f7a4acf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68608" y="2283129"/>
                <a:ext cx="6499105" cy="4184186"/>
              </a:xfrm>
              <a:prstGeom prst="rect">
                <a:avLst/>
              </a:prstGeom>
            </p:spPr>
          </p:pic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D5FEC08-0986-CDDD-6FF3-24A7A0944453}"/>
                  </a:ext>
                </a:extLst>
              </p:cNvPr>
              <p:cNvSpPr/>
              <p:nvPr/>
            </p:nvSpPr>
            <p:spPr>
              <a:xfrm>
                <a:off x="1648046" y="3019647"/>
                <a:ext cx="4976037" cy="2743200"/>
              </a:xfrm>
              <a:prstGeom prst="rect">
                <a:avLst/>
              </a:prstGeom>
              <a:solidFill>
                <a:srgbClr val="FFEC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798C3B7C-C8DB-3297-7EE2-7A826B1FE70F}"/>
                </a:ext>
              </a:extLst>
            </p:cNvPr>
            <p:cNvPicPr>
              <a:picLocks noChangeAspect="1"/>
            </p:cNvPicPr>
            <p:nvPr/>
          </p:nvPicPr>
          <p:blipFill>
            <a:blip r:embed="Rda8d670afd8e445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80485" y="3429000"/>
              <a:ext cx="4311157" cy="2009163"/>
            </a:xfrm>
            <a:prstGeom prst="rect">
              <a:avLst/>
            </a:prstGeom>
          </p:spPr>
        </p:pic>
      </p:grpSp>
    </p:spTree>
    <p:custDataLst>
      <p:tags r:id="Re0f88155ffa74edc"/>
    </p:custDataLst>
    <p:extLst>
      <p:ext uri="{BB962C8B-B14F-4D97-AF65-F5344CB8AC3E}">
        <p14:creationId xmlns:p14="http://schemas.microsoft.com/office/powerpoint/2010/main" val="2087190094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E64B-A957-64A8-3854-0F8A97B0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C4050C3-1748-7004-20F4-2F6A12639F10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081D0A1-705C-CE0D-B1F0-11CC27414F66}"/>
              </a:ext>
            </a:extLst>
          </p:cNvPr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B3B6EC2-9BCA-086D-2E77-23B656D9EC4B}"/>
                </a:ext>
              </a:extLst>
            </p:cNvPr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C1581831-0912-C7C1-2529-E74012836FF5}"/>
                </a:ext>
              </a:extLst>
            </p:cNvPr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E82B23E1-6D7D-8C76-C2B4-C20F764EE137}"/>
                </a:ext>
              </a:extLst>
            </p:cNvPr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EED993FB-E1EE-3BD7-12FB-CAF74AE55CC0}"/>
                </a:ext>
              </a:extLst>
            </p:cNvPr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22C25C8-54F3-AD16-D386-72527B452CD8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7827CCFB-BC9C-748C-D03B-F558C35B779A}"/>
                </a:ext>
              </a:extLst>
            </p:cNvPr>
            <p:cNvGrpSpPr/>
            <p:nvPr/>
          </p:nvGrpSpPr>
          <p:grpSpPr>
            <a:xfrm>
              <a:off x="768608" y="2283129"/>
              <a:ext cx="6499105" cy="4184186"/>
              <a:chOff x="768608" y="2283129"/>
              <a:chExt cx="6499105" cy="4184186"/>
            </a:xfrm>
          </p:grpSpPr>
          <p:pic>
            <p:nvPicPr>
              <p:cNvPr id="52" name="图片 51">
                <a:extLst>
                  <a:ext uri="{FF2B5EF4-FFF2-40B4-BE49-F238E27FC236}">
                    <a16:creationId xmlns:a16="http://schemas.microsoft.com/office/drawing/2014/main" id="{30968962-18E6-BE28-230F-C0C55B4B1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14008bf4810048ca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68608" y="2283129"/>
                <a:ext cx="6499105" cy="4184186"/>
              </a:xfrm>
              <a:prstGeom prst="rect">
                <a:avLst/>
              </a:prstGeom>
            </p:spPr>
          </p:pic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28B0C99-F0AB-0571-5061-CD97B5AEE0BA}"/>
                  </a:ext>
                </a:extLst>
              </p:cNvPr>
              <p:cNvSpPr/>
              <p:nvPr/>
            </p:nvSpPr>
            <p:spPr>
              <a:xfrm>
                <a:off x="1648046" y="3019647"/>
                <a:ext cx="4976037" cy="2743200"/>
              </a:xfrm>
              <a:prstGeom prst="rect">
                <a:avLst/>
              </a:prstGeom>
              <a:solidFill>
                <a:srgbClr val="FFEC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F27BC1E-1C4B-9784-457D-B0C4097379C7}"/>
                </a:ext>
              </a:extLst>
            </p:cNvPr>
            <p:cNvGrpSpPr/>
            <p:nvPr/>
          </p:nvGrpSpPr>
          <p:grpSpPr>
            <a:xfrm>
              <a:off x="2627949" y="3380348"/>
              <a:ext cx="2930475" cy="2021798"/>
              <a:chOff x="2306259" y="3111185"/>
              <a:chExt cx="3428725" cy="2365552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6832452D-BF65-EE96-E8C1-3D4D07AE5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aec338ab97564f9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06259" y="3111185"/>
                <a:ext cx="3428725" cy="1698289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0E2079F4-8E9F-EF46-CACD-3B74FA624D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853db4188a644180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957740" y="3200154"/>
                <a:ext cx="2276583" cy="2276583"/>
              </a:xfrm>
              <a:prstGeom prst="rect">
                <a:avLst/>
              </a:prstGeom>
            </p:spPr>
          </p:pic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4731349-3DF1-6DFA-0E3F-6A5606644092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6CDF5DE-5D5F-441B-E7B6-58D4F02378F7}"/>
                </a:ext>
              </a:extLst>
            </p:cNvPr>
            <p:cNvPicPr>
              <a:picLocks noChangeAspect="1"/>
            </p:cNvPicPr>
            <p:nvPr/>
          </p:nvPicPr>
          <p:blipFill>
            <a:blip r:embed="Rea2423354db34bc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09C7545-E9F0-92EA-A643-D249B807CE69}"/>
                </a:ext>
              </a:extLst>
            </p:cNvPr>
            <p:cNvSpPr/>
            <p:nvPr/>
          </p:nvSpPr>
          <p:spPr>
            <a:xfrm>
              <a:off x="8160505" y="3777101"/>
              <a:ext cx="260840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如虎添翼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392FA95-03D7-1F99-0D6D-EEF694B15317}"/>
                </a:ext>
              </a:extLst>
            </p:cNvPr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4A27842A-68FD-63F7-08F9-9863CDF945B2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D2ADB585-527F-154E-F357-89B338F4A90A}"/>
                    </a:ext>
                  </a:extLst>
                </p:cNvPr>
                <p:cNvSpPr/>
                <p:nvPr>
                  <p:custDataLst>
                    <p:tags r:id="Rd02a74a272ff493a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A280A9C8-BFC3-0767-EF4C-3FE4686BBD19}"/>
                    </a:ext>
                  </a:extLst>
                </p:cNvPr>
                <p:cNvSpPr/>
                <p:nvPr>
                  <p:custDataLst>
                    <p:tags r:id="R0ae1deb1836f40e1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8C6D329-45E1-0BEC-0CCC-BDF58EB5F631}"/>
                  </a:ext>
                </a:extLst>
              </p:cNvPr>
              <p:cNvSpPr txBox="1"/>
              <p:nvPr>
                <p:custDataLst>
                  <p:tags r:id="R1c69c576586f43a1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F1DDEED-58BE-4F36-6A38-4EF489749465}"/>
                </a:ext>
              </a:extLst>
            </p:cNvPr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1C9A9C6C-3FD0-9C23-3986-91119C36E85D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63E131B1-9913-D11D-A7FE-60CDFEA5D70A}"/>
                    </a:ext>
                  </a:extLst>
                </p:cNvPr>
                <p:cNvSpPr/>
                <p:nvPr>
                  <p:custDataLst>
                    <p:tags r:id="R18093c2fc8e94e73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E1B9AED-E6C9-84CA-E392-08C375914202}"/>
                    </a:ext>
                  </a:extLst>
                </p:cNvPr>
                <p:cNvSpPr/>
                <p:nvPr>
                  <p:custDataLst>
                    <p:tags r:id="Rb12bc0d3e48341b9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358BA33-9265-D088-645F-673804AC6047}"/>
                  </a:ext>
                </a:extLst>
              </p:cNvPr>
              <p:cNvSpPr txBox="1"/>
              <p:nvPr>
                <p:custDataLst>
                  <p:tags r:id="R7d64abcfa8184541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</p:spTree>
    <p:custDataLst>
      <p:tags r:id="Rf918d581fde24fd7"/>
    </p:custDataLst>
    <p:extLst>
      <p:ext uri="{BB962C8B-B14F-4D97-AF65-F5344CB8AC3E}">
        <p14:creationId xmlns:p14="http://schemas.microsoft.com/office/powerpoint/2010/main" val="538673721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5377-12AA-D41C-AE8F-4B179864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2C6B452-68C4-8D4E-B75A-415E255F0E46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1FA048-2BB8-EBF1-7F78-09DB5AB343AC}"/>
              </a:ext>
            </a:extLst>
          </p:cNvPr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2728711-45CF-F557-7D05-99B91CF36E3C}"/>
                </a:ext>
              </a:extLst>
            </p:cNvPr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87B625A-55FF-067B-773B-9378E03FC5D2}"/>
                </a:ext>
              </a:extLst>
            </p:cNvPr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6E08913-37F7-7609-36E2-4286C17C134F}"/>
                </a:ext>
              </a:extLst>
            </p:cNvPr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EAF7222F-26DE-9B1B-9672-4C0762F79BD2}"/>
                </a:ext>
              </a:extLst>
            </p:cNvPr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32422F0-C6AA-495E-E7BD-FC0E624F2F0B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0A4A35F6-E36C-DA6B-7505-A10BF0F70AE1}"/>
                </a:ext>
              </a:extLst>
            </p:cNvPr>
            <p:cNvGrpSpPr/>
            <p:nvPr/>
          </p:nvGrpSpPr>
          <p:grpSpPr>
            <a:xfrm>
              <a:off x="768608" y="2283129"/>
              <a:ext cx="6499105" cy="4184186"/>
              <a:chOff x="768608" y="2283129"/>
              <a:chExt cx="6499105" cy="4184186"/>
            </a:xfrm>
          </p:grpSpPr>
          <p:pic>
            <p:nvPicPr>
              <p:cNvPr id="52" name="图片 51">
                <a:extLst>
                  <a:ext uri="{FF2B5EF4-FFF2-40B4-BE49-F238E27FC236}">
                    <a16:creationId xmlns:a16="http://schemas.microsoft.com/office/drawing/2014/main" id="{9D9E7895-0195-7103-4AF3-3C6FC68883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679cb736054f477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68608" y="2283129"/>
                <a:ext cx="6499105" cy="4184186"/>
              </a:xfrm>
              <a:prstGeom prst="rect">
                <a:avLst/>
              </a:prstGeom>
            </p:spPr>
          </p:pic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60BDB7EB-5008-B3DC-D409-EE6F643DB26A}"/>
                  </a:ext>
                </a:extLst>
              </p:cNvPr>
              <p:cNvSpPr/>
              <p:nvPr/>
            </p:nvSpPr>
            <p:spPr>
              <a:xfrm>
                <a:off x="1648046" y="3019647"/>
                <a:ext cx="4976037" cy="2743200"/>
              </a:xfrm>
              <a:prstGeom prst="rect">
                <a:avLst/>
              </a:prstGeom>
              <a:solidFill>
                <a:srgbClr val="FFEC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97856E9-015F-22BE-B656-0F0327297465}"/>
                </a:ext>
              </a:extLst>
            </p:cNvPr>
            <p:cNvSpPr txBox="1"/>
            <p:nvPr/>
          </p:nvSpPr>
          <p:spPr>
            <a:xfrm>
              <a:off x="2247506" y="3654584"/>
              <a:ext cx="3587745" cy="1368246"/>
            </a:xfrm>
            <a:custGeom>
              <a:avLst/>
              <a:gdLst>
                <a:gd name="connsiteX0" fmla="*/ 2298745 w 3587745"/>
                <a:gd name="connsiteY0" fmla="*/ 906274 h 1368246"/>
                <a:gd name="connsiteX1" fmla="*/ 2298745 w 3587745"/>
                <a:gd name="connsiteY1" fmla="*/ 1234355 h 1368246"/>
                <a:gd name="connsiteX2" fmla="*/ 2567075 w 3587745"/>
                <a:gd name="connsiteY2" fmla="*/ 1234355 h 1368246"/>
                <a:gd name="connsiteX3" fmla="*/ 2567075 w 3587745"/>
                <a:gd name="connsiteY3" fmla="*/ 906274 h 1368246"/>
                <a:gd name="connsiteX4" fmla="*/ 817468 w 3587745"/>
                <a:gd name="connsiteY4" fmla="*/ 906274 h 1368246"/>
                <a:gd name="connsiteX5" fmla="*/ 817468 w 3587745"/>
                <a:gd name="connsiteY5" fmla="*/ 1234355 h 1368246"/>
                <a:gd name="connsiteX6" fmla="*/ 1085798 w 3587745"/>
                <a:gd name="connsiteY6" fmla="*/ 1234355 h 1368246"/>
                <a:gd name="connsiteX7" fmla="*/ 1085798 w 3587745"/>
                <a:gd name="connsiteY7" fmla="*/ 906274 h 1368246"/>
                <a:gd name="connsiteX8" fmla="*/ 3210207 w 3587745"/>
                <a:gd name="connsiteY8" fmla="*/ 893158 h 1368246"/>
                <a:gd name="connsiteX9" fmla="*/ 3210207 w 3587745"/>
                <a:gd name="connsiteY9" fmla="*/ 1180434 h 1368246"/>
                <a:gd name="connsiteX10" fmla="*/ 3310945 w 3587745"/>
                <a:gd name="connsiteY10" fmla="*/ 1180434 h 1368246"/>
                <a:gd name="connsiteX11" fmla="*/ 3310945 w 3587745"/>
                <a:gd name="connsiteY11" fmla="*/ 893158 h 1368246"/>
                <a:gd name="connsiteX12" fmla="*/ 1728931 w 3587745"/>
                <a:gd name="connsiteY12" fmla="*/ 893158 h 1368246"/>
                <a:gd name="connsiteX13" fmla="*/ 1728931 w 3587745"/>
                <a:gd name="connsiteY13" fmla="*/ 1180434 h 1368246"/>
                <a:gd name="connsiteX14" fmla="*/ 1829668 w 3587745"/>
                <a:gd name="connsiteY14" fmla="*/ 1180434 h 1368246"/>
                <a:gd name="connsiteX15" fmla="*/ 1829668 w 3587745"/>
                <a:gd name="connsiteY15" fmla="*/ 893158 h 1368246"/>
                <a:gd name="connsiteX16" fmla="*/ 247654 w 3587745"/>
                <a:gd name="connsiteY16" fmla="*/ 893158 h 1368246"/>
                <a:gd name="connsiteX17" fmla="*/ 247654 w 3587745"/>
                <a:gd name="connsiteY17" fmla="*/ 1180434 h 1368246"/>
                <a:gd name="connsiteX18" fmla="*/ 348391 w 3587745"/>
                <a:gd name="connsiteY18" fmla="*/ 1180434 h 1368246"/>
                <a:gd name="connsiteX19" fmla="*/ 348391 w 3587745"/>
                <a:gd name="connsiteY19" fmla="*/ 893158 h 1368246"/>
                <a:gd name="connsiteX20" fmla="*/ 2639874 w 3587745"/>
                <a:gd name="connsiteY20" fmla="*/ 769468 h 1368246"/>
                <a:gd name="connsiteX21" fmla="*/ 2823382 w 3587745"/>
                <a:gd name="connsiteY21" fmla="*/ 907735 h 1368246"/>
                <a:gd name="connsiteX22" fmla="*/ 2801340 w 3587745"/>
                <a:gd name="connsiteY22" fmla="*/ 925232 h 1368246"/>
                <a:gd name="connsiteX23" fmla="*/ 2765089 w 3587745"/>
                <a:gd name="connsiteY23" fmla="*/ 938355 h 1368246"/>
                <a:gd name="connsiteX24" fmla="*/ 2765089 w 3587745"/>
                <a:gd name="connsiteY24" fmla="*/ 1312868 h 1368246"/>
                <a:gd name="connsiteX25" fmla="*/ 2735376 w 3587745"/>
                <a:gd name="connsiteY25" fmla="*/ 1328737 h 1368246"/>
                <a:gd name="connsiteX26" fmla="*/ 2671043 w 3587745"/>
                <a:gd name="connsiteY26" fmla="*/ 1347520 h 1368246"/>
                <a:gd name="connsiteX27" fmla="*/ 2600562 w 3587745"/>
                <a:gd name="connsiteY27" fmla="*/ 1356588 h 1368246"/>
                <a:gd name="connsiteX28" fmla="*/ 2567075 w 3587745"/>
                <a:gd name="connsiteY28" fmla="*/ 1356588 h 1368246"/>
                <a:gd name="connsiteX29" fmla="*/ 2567075 w 3587745"/>
                <a:gd name="connsiteY29" fmla="*/ 1274978 h 1368246"/>
                <a:gd name="connsiteX30" fmla="*/ 2298745 w 3587745"/>
                <a:gd name="connsiteY30" fmla="*/ 1274978 h 1368246"/>
                <a:gd name="connsiteX31" fmla="*/ 2298745 w 3587745"/>
                <a:gd name="connsiteY31" fmla="*/ 1307039 h 1368246"/>
                <a:gd name="connsiteX32" fmla="*/ 2245419 w 3587745"/>
                <a:gd name="connsiteY32" fmla="*/ 1344200 h 1368246"/>
                <a:gd name="connsiteX33" fmla="*/ 2129851 w 3587745"/>
                <a:gd name="connsiteY33" fmla="*/ 1368246 h 1368246"/>
                <a:gd name="connsiteX34" fmla="*/ 2102188 w 3587745"/>
                <a:gd name="connsiteY34" fmla="*/ 1368246 h 1368246"/>
                <a:gd name="connsiteX35" fmla="*/ 2102188 w 3587745"/>
                <a:gd name="connsiteY35" fmla="*/ 786956 h 1368246"/>
                <a:gd name="connsiteX36" fmla="*/ 2306036 w 3587745"/>
                <a:gd name="connsiteY36" fmla="*/ 865651 h 1368246"/>
                <a:gd name="connsiteX37" fmla="*/ 2552493 w 3587745"/>
                <a:gd name="connsiteY37" fmla="*/ 865651 h 1368246"/>
                <a:gd name="connsiteX38" fmla="*/ 1158597 w 3587745"/>
                <a:gd name="connsiteY38" fmla="*/ 769468 h 1368246"/>
                <a:gd name="connsiteX39" fmla="*/ 1342105 w 3587745"/>
                <a:gd name="connsiteY39" fmla="*/ 907735 h 1368246"/>
                <a:gd name="connsiteX40" fmla="*/ 1320063 w 3587745"/>
                <a:gd name="connsiteY40" fmla="*/ 925232 h 1368246"/>
                <a:gd name="connsiteX41" fmla="*/ 1283812 w 3587745"/>
                <a:gd name="connsiteY41" fmla="*/ 938355 h 1368246"/>
                <a:gd name="connsiteX42" fmla="*/ 1283812 w 3587745"/>
                <a:gd name="connsiteY42" fmla="*/ 1312868 h 1368246"/>
                <a:gd name="connsiteX43" fmla="*/ 1254099 w 3587745"/>
                <a:gd name="connsiteY43" fmla="*/ 1328737 h 1368246"/>
                <a:gd name="connsiteX44" fmla="*/ 1189766 w 3587745"/>
                <a:gd name="connsiteY44" fmla="*/ 1347520 h 1368246"/>
                <a:gd name="connsiteX45" fmla="*/ 1119285 w 3587745"/>
                <a:gd name="connsiteY45" fmla="*/ 1356588 h 1368246"/>
                <a:gd name="connsiteX46" fmla="*/ 1085798 w 3587745"/>
                <a:gd name="connsiteY46" fmla="*/ 1356588 h 1368246"/>
                <a:gd name="connsiteX47" fmla="*/ 1085798 w 3587745"/>
                <a:gd name="connsiteY47" fmla="*/ 1274978 h 1368246"/>
                <a:gd name="connsiteX48" fmla="*/ 817468 w 3587745"/>
                <a:gd name="connsiteY48" fmla="*/ 1274978 h 1368246"/>
                <a:gd name="connsiteX49" fmla="*/ 817468 w 3587745"/>
                <a:gd name="connsiteY49" fmla="*/ 1307039 h 1368246"/>
                <a:gd name="connsiteX50" fmla="*/ 764142 w 3587745"/>
                <a:gd name="connsiteY50" fmla="*/ 1344200 h 1368246"/>
                <a:gd name="connsiteX51" fmla="*/ 648574 w 3587745"/>
                <a:gd name="connsiteY51" fmla="*/ 1368246 h 1368246"/>
                <a:gd name="connsiteX52" fmla="*/ 620911 w 3587745"/>
                <a:gd name="connsiteY52" fmla="*/ 1368246 h 1368246"/>
                <a:gd name="connsiteX53" fmla="*/ 620911 w 3587745"/>
                <a:gd name="connsiteY53" fmla="*/ 786956 h 1368246"/>
                <a:gd name="connsiteX54" fmla="*/ 824759 w 3587745"/>
                <a:gd name="connsiteY54" fmla="*/ 865651 h 1368246"/>
                <a:gd name="connsiteX55" fmla="*/ 1071216 w 3587745"/>
                <a:gd name="connsiteY55" fmla="*/ 865651 h 1368246"/>
                <a:gd name="connsiteX56" fmla="*/ 3377914 w 3587745"/>
                <a:gd name="connsiteY56" fmla="*/ 768011 h 1368246"/>
                <a:gd name="connsiteX57" fmla="*/ 3541020 w 3587745"/>
                <a:gd name="connsiteY57" fmla="*/ 890257 h 1368246"/>
                <a:gd name="connsiteX58" fmla="*/ 3522803 w 3587745"/>
                <a:gd name="connsiteY58" fmla="*/ 905554 h 1368246"/>
                <a:gd name="connsiteX59" fmla="*/ 3491471 w 3587745"/>
                <a:gd name="connsiteY59" fmla="*/ 916489 h 1368246"/>
                <a:gd name="connsiteX60" fmla="*/ 3491471 w 3587745"/>
                <a:gd name="connsiteY60" fmla="*/ 1250203 h 1368246"/>
                <a:gd name="connsiteX61" fmla="*/ 3439606 w 3587745"/>
                <a:gd name="connsiteY61" fmla="*/ 1279350 h 1368246"/>
                <a:gd name="connsiteX62" fmla="*/ 3342973 w 3587745"/>
                <a:gd name="connsiteY62" fmla="*/ 1299752 h 1368246"/>
                <a:gd name="connsiteX63" fmla="*/ 3310945 w 3587745"/>
                <a:gd name="connsiteY63" fmla="*/ 1299752 h 1368246"/>
                <a:gd name="connsiteX64" fmla="*/ 3310945 w 3587745"/>
                <a:gd name="connsiteY64" fmla="*/ 1221057 h 1368246"/>
                <a:gd name="connsiteX65" fmla="*/ 3210207 w 3587745"/>
                <a:gd name="connsiteY65" fmla="*/ 1221057 h 1368246"/>
                <a:gd name="connsiteX66" fmla="*/ 3210207 w 3587745"/>
                <a:gd name="connsiteY66" fmla="*/ 1311411 h 1368246"/>
                <a:gd name="connsiteX67" fmla="*/ 3162347 w 3587745"/>
                <a:gd name="connsiteY67" fmla="*/ 1345111 h 1368246"/>
                <a:gd name="connsiteX68" fmla="*/ 3058801 w 3587745"/>
                <a:gd name="connsiteY68" fmla="*/ 1366789 h 1368246"/>
                <a:gd name="connsiteX69" fmla="*/ 3032596 w 3587745"/>
                <a:gd name="connsiteY69" fmla="*/ 1366789 h 1368246"/>
                <a:gd name="connsiteX70" fmla="*/ 3032596 w 3587745"/>
                <a:gd name="connsiteY70" fmla="*/ 781127 h 1368246"/>
                <a:gd name="connsiteX71" fmla="*/ 3216047 w 3587745"/>
                <a:gd name="connsiteY71" fmla="*/ 852536 h 1368246"/>
                <a:gd name="connsiteX72" fmla="*/ 3297805 w 3587745"/>
                <a:gd name="connsiteY72" fmla="*/ 852536 h 1368246"/>
                <a:gd name="connsiteX73" fmla="*/ 1896638 w 3587745"/>
                <a:gd name="connsiteY73" fmla="*/ 768011 h 1368246"/>
                <a:gd name="connsiteX74" fmla="*/ 2059743 w 3587745"/>
                <a:gd name="connsiteY74" fmla="*/ 890257 h 1368246"/>
                <a:gd name="connsiteX75" fmla="*/ 2041527 w 3587745"/>
                <a:gd name="connsiteY75" fmla="*/ 905554 h 1368246"/>
                <a:gd name="connsiteX76" fmla="*/ 2010194 w 3587745"/>
                <a:gd name="connsiteY76" fmla="*/ 916489 h 1368246"/>
                <a:gd name="connsiteX77" fmla="*/ 2010194 w 3587745"/>
                <a:gd name="connsiteY77" fmla="*/ 1250203 h 1368246"/>
                <a:gd name="connsiteX78" fmla="*/ 1958330 w 3587745"/>
                <a:gd name="connsiteY78" fmla="*/ 1279350 h 1368246"/>
                <a:gd name="connsiteX79" fmla="*/ 1861697 w 3587745"/>
                <a:gd name="connsiteY79" fmla="*/ 1299752 h 1368246"/>
                <a:gd name="connsiteX80" fmla="*/ 1829668 w 3587745"/>
                <a:gd name="connsiteY80" fmla="*/ 1299752 h 1368246"/>
                <a:gd name="connsiteX81" fmla="*/ 1829668 w 3587745"/>
                <a:gd name="connsiteY81" fmla="*/ 1221057 h 1368246"/>
                <a:gd name="connsiteX82" fmla="*/ 1728931 w 3587745"/>
                <a:gd name="connsiteY82" fmla="*/ 1221057 h 1368246"/>
                <a:gd name="connsiteX83" fmla="*/ 1728931 w 3587745"/>
                <a:gd name="connsiteY83" fmla="*/ 1311411 h 1368246"/>
                <a:gd name="connsiteX84" fmla="*/ 1681070 w 3587745"/>
                <a:gd name="connsiteY84" fmla="*/ 1345111 h 1368246"/>
                <a:gd name="connsiteX85" fmla="*/ 1577524 w 3587745"/>
                <a:gd name="connsiteY85" fmla="*/ 1366789 h 1368246"/>
                <a:gd name="connsiteX86" fmla="*/ 1551319 w 3587745"/>
                <a:gd name="connsiteY86" fmla="*/ 1366789 h 1368246"/>
                <a:gd name="connsiteX87" fmla="*/ 1551319 w 3587745"/>
                <a:gd name="connsiteY87" fmla="*/ 781127 h 1368246"/>
                <a:gd name="connsiteX88" fmla="*/ 1734771 w 3587745"/>
                <a:gd name="connsiteY88" fmla="*/ 852536 h 1368246"/>
                <a:gd name="connsiteX89" fmla="*/ 1816529 w 3587745"/>
                <a:gd name="connsiteY89" fmla="*/ 852536 h 1368246"/>
                <a:gd name="connsiteX90" fmla="*/ 415361 w 3587745"/>
                <a:gd name="connsiteY90" fmla="*/ 768011 h 1368246"/>
                <a:gd name="connsiteX91" fmla="*/ 578466 w 3587745"/>
                <a:gd name="connsiteY91" fmla="*/ 890257 h 1368246"/>
                <a:gd name="connsiteX92" fmla="*/ 560250 w 3587745"/>
                <a:gd name="connsiteY92" fmla="*/ 905554 h 1368246"/>
                <a:gd name="connsiteX93" fmla="*/ 528917 w 3587745"/>
                <a:gd name="connsiteY93" fmla="*/ 916489 h 1368246"/>
                <a:gd name="connsiteX94" fmla="*/ 528917 w 3587745"/>
                <a:gd name="connsiteY94" fmla="*/ 1250203 h 1368246"/>
                <a:gd name="connsiteX95" fmla="*/ 477053 w 3587745"/>
                <a:gd name="connsiteY95" fmla="*/ 1279350 h 1368246"/>
                <a:gd name="connsiteX96" fmla="*/ 380420 w 3587745"/>
                <a:gd name="connsiteY96" fmla="*/ 1299752 h 1368246"/>
                <a:gd name="connsiteX97" fmla="*/ 348391 w 3587745"/>
                <a:gd name="connsiteY97" fmla="*/ 1299752 h 1368246"/>
                <a:gd name="connsiteX98" fmla="*/ 348391 w 3587745"/>
                <a:gd name="connsiteY98" fmla="*/ 1221057 h 1368246"/>
                <a:gd name="connsiteX99" fmla="*/ 247654 w 3587745"/>
                <a:gd name="connsiteY99" fmla="*/ 1221057 h 1368246"/>
                <a:gd name="connsiteX100" fmla="*/ 247654 w 3587745"/>
                <a:gd name="connsiteY100" fmla="*/ 1311411 h 1368246"/>
                <a:gd name="connsiteX101" fmla="*/ 199793 w 3587745"/>
                <a:gd name="connsiteY101" fmla="*/ 1345111 h 1368246"/>
                <a:gd name="connsiteX102" fmla="*/ 96247 w 3587745"/>
                <a:gd name="connsiteY102" fmla="*/ 1366789 h 1368246"/>
                <a:gd name="connsiteX103" fmla="*/ 70042 w 3587745"/>
                <a:gd name="connsiteY103" fmla="*/ 1366789 h 1368246"/>
                <a:gd name="connsiteX104" fmla="*/ 70042 w 3587745"/>
                <a:gd name="connsiteY104" fmla="*/ 781127 h 1368246"/>
                <a:gd name="connsiteX105" fmla="*/ 253494 w 3587745"/>
                <a:gd name="connsiteY105" fmla="*/ 852536 h 1368246"/>
                <a:gd name="connsiteX106" fmla="*/ 335252 w 3587745"/>
                <a:gd name="connsiteY106" fmla="*/ 852536 h 1368246"/>
                <a:gd name="connsiteX107" fmla="*/ 3385193 w 3587745"/>
                <a:gd name="connsiteY107" fmla="*/ 568357 h 1368246"/>
                <a:gd name="connsiteX108" fmla="*/ 3432887 w 3587745"/>
                <a:gd name="connsiteY108" fmla="*/ 606975 h 1368246"/>
                <a:gd name="connsiteX109" fmla="*/ 3517794 w 3587745"/>
                <a:gd name="connsiteY109" fmla="*/ 680561 h 1368246"/>
                <a:gd name="connsiteX110" fmla="*/ 3513604 w 3587745"/>
                <a:gd name="connsiteY110" fmla="*/ 689675 h 1368246"/>
                <a:gd name="connsiteX111" fmla="*/ 3509527 w 3587745"/>
                <a:gd name="connsiteY111" fmla="*/ 693456 h 1368246"/>
                <a:gd name="connsiteX112" fmla="*/ 3474551 w 3587745"/>
                <a:gd name="connsiteY112" fmla="*/ 693456 h 1368246"/>
                <a:gd name="connsiteX113" fmla="*/ 3474551 w 3587745"/>
                <a:gd name="connsiteY113" fmla="*/ 703706 h 1368246"/>
                <a:gd name="connsiteX114" fmla="*/ 3028224 w 3587745"/>
                <a:gd name="connsiteY114" fmla="*/ 703706 h 1368246"/>
                <a:gd name="connsiteX115" fmla="*/ 3016564 w 3587745"/>
                <a:gd name="connsiteY115" fmla="*/ 663083 h 1368246"/>
                <a:gd name="connsiteX116" fmla="*/ 3312400 w 3587745"/>
                <a:gd name="connsiteY116" fmla="*/ 663083 h 1368246"/>
                <a:gd name="connsiteX117" fmla="*/ 2405220 w 3587745"/>
                <a:gd name="connsiteY117" fmla="*/ 412241 h 1368246"/>
                <a:gd name="connsiteX118" fmla="*/ 2377531 w 3587745"/>
                <a:gd name="connsiteY118" fmla="*/ 565358 h 1368246"/>
                <a:gd name="connsiteX119" fmla="*/ 2349842 w 3587745"/>
                <a:gd name="connsiteY119" fmla="*/ 696602 h 1368246"/>
                <a:gd name="connsiteX120" fmla="*/ 2520349 w 3587745"/>
                <a:gd name="connsiteY120" fmla="*/ 696602 h 1368246"/>
                <a:gd name="connsiteX121" fmla="*/ 2520349 w 3587745"/>
                <a:gd name="connsiteY121" fmla="*/ 412241 h 1368246"/>
                <a:gd name="connsiteX122" fmla="*/ 923944 w 3587745"/>
                <a:gd name="connsiteY122" fmla="*/ 412241 h 1368246"/>
                <a:gd name="connsiteX123" fmla="*/ 896254 w 3587745"/>
                <a:gd name="connsiteY123" fmla="*/ 565358 h 1368246"/>
                <a:gd name="connsiteX124" fmla="*/ 868565 w 3587745"/>
                <a:gd name="connsiteY124" fmla="*/ 696602 h 1368246"/>
                <a:gd name="connsiteX125" fmla="*/ 1039072 w 3587745"/>
                <a:gd name="connsiteY125" fmla="*/ 696602 h 1368246"/>
                <a:gd name="connsiteX126" fmla="*/ 1039072 w 3587745"/>
                <a:gd name="connsiteY126" fmla="*/ 412241 h 1368246"/>
                <a:gd name="connsiteX127" fmla="*/ 3385177 w 3587745"/>
                <a:gd name="connsiteY127" fmla="*/ 378786 h 1368246"/>
                <a:gd name="connsiteX128" fmla="*/ 3432904 w 3587745"/>
                <a:gd name="connsiteY128" fmla="*/ 417441 h 1368246"/>
                <a:gd name="connsiteX129" fmla="*/ 3517794 w 3587745"/>
                <a:gd name="connsiteY129" fmla="*/ 491041 h 1368246"/>
                <a:gd name="connsiteX130" fmla="*/ 3504131 w 3587745"/>
                <a:gd name="connsiteY130" fmla="*/ 508632 h 1368246"/>
                <a:gd name="connsiteX131" fmla="*/ 3478446 w 3587745"/>
                <a:gd name="connsiteY131" fmla="*/ 514254 h 1368246"/>
                <a:gd name="connsiteX132" fmla="*/ 3028132 w 3587745"/>
                <a:gd name="connsiteY132" fmla="*/ 514254 h 1368246"/>
                <a:gd name="connsiteX133" fmla="*/ 3016473 w 3587745"/>
                <a:gd name="connsiteY133" fmla="*/ 473631 h 1368246"/>
                <a:gd name="connsiteX134" fmla="*/ 3312311 w 3587745"/>
                <a:gd name="connsiteY134" fmla="*/ 473631 h 1368246"/>
                <a:gd name="connsiteX135" fmla="*/ 1903901 w 3587745"/>
                <a:gd name="connsiteY135" fmla="*/ 378786 h 1368246"/>
                <a:gd name="connsiteX136" fmla="*/ 1951628 w 3587745"/>
                <a:gd name="connsiteY136" fmla="*/ 417441 h 1368246"/>
                <a:gd name="connsiteX137" fmla="*/ 2036517 w 3587745"/>
                <a:gd name="connsiteY137" fmla="*/ 491041 h 1368246"/>
                <a:gd name="connsiteX138" fmla="*/ 2022855 w 3587745"/>
                <a:gd name="connsiteY138" fmla="*/ 508632 h 1368246"/>
                <a:gd name="connsiteX139" fmla="*/ 1997170 w 3587745"/>
                <a:gd name="connsiteY139" fmla="*/ 514254 h 1368246"/>
                <a:gd name="connsiteX140" fmla="*/ 1546856 w 3587745"/>
                <a:gd name="connsiteY140" fmla="*/ 514254 h 1368246"/>
                <a:gd name="connsiteX141" fmla="*/ 1535198 w 3587745"/>
                <a:gd name="connsiteY141" fmla="*/ 473631 h 1368246"/>
                <a:gd name="connsiteX142" fmla="*/ 1831035 w 3587745"/>
                <a:gd name="connsiteY142" fmla="*/ 473631 h 1368246"/>
                <a:gd name="connsiteX143" fmla="*/ 422624 w 3587745"/>
                <a:gd name="connsiteY143" fmla="*/ 378786 h 1368246"/>
                <a:gd name="connsiteX144" fmla="*/ 470351 w 3587745"/>
                <a:gd name="connsiteY144" fmla="*/ 417441 h 1368246"/>
                <a:gd name="connsiteX145" fmla="*/ 555240 w 3587745"/>
                <a:gd name="connsiteY145" fmla="*/ 491041 h 1368246"/>
                <a:gd name="connsiteX146" fmla="*/ 541578 w 3587745"/>
                <a:gd name="connsiteY146" fmla="*/ 508632 h 1368246"/>
                <a:gd name="connsiteX147" fmla="*/ 515893 w 3587745"/>
                <a:gd name="connsiteY147" fmla="*/ 514254 h 1368246"/>
                <a:gd name="connsiteX148" fmla="*/ 65579 w 3587745"/>
                <a:gd name="connsiteY148" fmla="*/ 514254 h 1368246"/>
                <a:gd name="connsiteX149" fmla="*/ 53921 w 3587745"/>
                <a:gd name="connsiteY149" fmla="*/ 473631 h 1368246"/>
                <a:gd name="connsiteX150" fmla="*/ 349758 w 3587745"/>
                <a:gd name="connsiteY150" fmla="*/ 473631 h 1368246"/>
                <a:gd name="connsiteX151" fmla="*/ 3437641 w 3587745"/>
                <a:gd name="connsiteY151" fmla="*/ 177794 h 1368246"/>
                <a:gd name="connsiteX152" fmla="*/ 3463927 w 3587745"/>
                <a:gd name="connsiteY152" fmla="*/ 199003 h 1368246"/>
                <a:gd name="connsiteX153" fmla="*/ 3523569 w 3587745"/>
                <a:gd name="connsiteY153" fmla="*/ 248370 h 1368246"/>
                <a:gd name="connsiteX154" fmla="*/ 3587745 w 3587745"/>
                <a:gd name="connsiteY154" fmla="*/ 304503 h 1368246"/>
                <a:gd name="connsiteX155" fmla="*/ 3574083 w 3587745"/>
                <a:gd name="connsiteY155" fmla="*/ 322094 h 1368246"/>
                <a:gd name="connsiteX156" fmla="*/ 3548397 w 3587745"/>
                <a:gd name="connsiteY156" fmla="*/ 327716 h 1368246"/>
                <a:gd name="connsiteX157" fmla="*/ 2974211 w 3587745"/>
                <a:gd name="connsiteY157" fmla="*/ 327716 h 1368246"/>
                <a:gd name="connsiteX158" fmla="*/ 2962552 w 3587745"/>
                <a:gd name="connsiteY158" fmla="*/ 287093 h 1368246"/>
                <a:gd name="connsiteX159" fmla="*/ 3354573 w 3587745"/>
                <a:gd name="connsiteY159" fmla="*/ 287093 h 1368246"/>
                <a:gd name="connsiteX160" fmla="*/ 1956364 w 3587745"/>
                <a:gd name="connsiteY160" fmla="*/ 177794 h 1368246"/>
                <a:gd name="connsiteX161" fmla="*/ 1982650 w 3587745"/>
                <a:gd name="connsiteY161" fmla="*/ 199003 h 1368246"/>
                <a:gd name="connsiteX162" fmla="*/ 2042293 w 3587745"/>
                <a:gd name="connsiteY162" fmla="*/ 248370 h 1368246"/>
                <a:gd name="connsiteX163" fmla="*/ 2106469 w 3587745"/>
                <a:gd name="connsiteY163" fmla="*/ 304503 h 1368246"/>
                <a:gd name="connsiteX164" fmla="*/ 2092806 w 3587745"/>
                <a:gd name="connsiteY164" fmla="*/ 322094 h 1368246"/>
                <a:gd name="connsiteX165" fmla="*/ 2067121 w 3587745"/>
                <a:gd name="connsiteY165" fmla="*/ 327716 h 1368246"/>
                <a:gd name="connsiteX166" fmla="*/ 1492935 w 3587745"/>
                <a:gd name="connsiteY166" fmla="*/ 327716 h 1368246"/>
                <a:gd name="connsiteX167" fmla="*/ 1481276 w 3587745"/>
                <a:gd name="connsiteY167" fmla="*/ 287093 h 1368246"/>
                <a:gd name="connsiteX168" fmla="*/ 1873297 w 3587745"/>
                <a:gd name="connsiteY168" fmla="*/ 287093 h 1368246"/>
                <a:gd name="connsiteX169" fmla="*/ 475087 w 3587745"/>
                <a:gd name="connsiteY169" fmla="*/ 177794 h 1368246"/>
                <a:gd name="connsiteX170" fmla="*/ 501373 w 3587745"/>
                <a:gd name="connsiteY170" fmla="*/ 199003 h 1368246"/>
                <a:gd name="connsiteX171" fmla="*/ 561016 w 3587745"/>
                <a:gd name="connsiteY171" fmla="*/ 248370 h 1368246"/>
                <a:gd name="connsiteX172" fmla="*/ 625192 w 3587745"/>
                <a:gd name="connsiteY172" fmla="*/ 304503 h 1368246"/>
                <a:gd name="connsiteX173" fmla="*/ 611529 w 3587745"/>
                <a:gd name="connsiteY173" fmla="*/ 322094 h 1368246"/>
                <a:gd name="connsiteX174" fmla="*/ 585844 w 3587745"/>
                <a:gd name="connsiteY174" fmla="*/ 327716 h 1368246"/>
                <a:gd name="connsiteX175" fmla="*/ 11658 w 3587745"/>
                <a:gd name="connsiteY175" fmla="*/ 327716 h 1368246"/>
                <a:gd name="connsiteX176" fmla="*/ 0 w 3587745"/>
                <a:gd name="connsiteY176" fmla="*/ 287093 h 1368246"/>
                <a:gd name="connsiteX177" fmla="*/ 392020 w 3587745"/>
                <a:gd name="connsiteY177" fmla="*/ 287093 h 1368246"/>
                <a:gd name="connsiteX178" fmla="*/ 3089340 w 3587745"/>
                <a:gd name="connsiteY178" fmla="*/ 27598 h 1368246"/>
                <a:gd name="connsiteX179" fmla="*/ 3309556 w 3587745"/>
                <a:gd name="connsiteY179" fmla="*/ 69314 h 1368246"/>
                <a:gd name="connsiteX180" fmla="*/ 3361313 w 3587745"/>
                <a:gd name="connsiteY180" fmla="*/ 167866 h 1368246"/>
                <a:gd name="connsiteX181" fmla="*/ 3298580 w 3587745"/>
                <a:gd name="connsiteY181" fmla="*/ 247290 h 1368246"/>
                <a:gd name="connsiteX182" fmla="*/ 3175322 w 3587745"/>
                <a:gd name="connsiteY182" fmla="*/ 231624 h 1368246"/>
                <a:gd name="connsiteX183" fmla="*/ 3139982 w 3587745"/>
                <a:gd name="connsiteY183" fmla="*/ 123418 h 1368246"/>
                <a:gd name="connsiteX184" fmla="*/ 3080596 w 3587745"/>
                <a:gd name="connsiteY184" fmla="*/ 34885 h 1368246"/>
                <a:gd name="connsiteX185" fmla="*/ 1608064 w 3587745"/>
                <a:gd name="connsiteY185" fmla="*/ 27598 h 1368246"/>
                <a:gd name="connsiteX186" fmla="*/ 1828279 w 3587745"/>
                <a:gd name="connsiteY186" fmla="*/ 69314 h 1368246"/>
                <a:gd name="connsiteX187" fmla="*/ 1880037 w 3587745"/>
                <a:gd name="connsiteY187" fmla="*/ 167866 h 1368246"/>
                <a:gd name="connsiteX188" fmla="*/ 1817304 w 3587745"/>
                <a:gd name="connsiteY188" fmla="*/ 247290 h 1368246"/>
                <a:gd name="connsiteX189" fmla="*/ 1694046 w 3587745"/>
                <a:gd name="connsiteY189" fmla="*/ 231624 h 1368246"/>
                <a:gd name="connsiteX190" fmla="*/ 1658706 w 3587745"/>
                <a:gd name="connsiteY190" fmla="*/ 123418 h 1368246"/>
                <a:gd name="connsiteX191" fmla="*/ 1599320 w 3587745"/>
                <a:gd name="connsiteY191" fmla="*/ 34885 h 1368246"/>
                <a:gd name="connsiteX192" fmla="*/ 126787 w 3587745"/>
                <a:gd name="connsiteY192" fmla="*/ 27598 h 1368246"/>
                <a:gd name="connsiteX193" fmla="*/ 347002 w 3587745"/>
                <a:gd name="connsiteY193" fmla="*/ 69314 h 1368246"/>
                <a:gd name="connsiteX194" fmla="*/ 398760 w 3587745"/>
                <a:gd name="connsiteY194" fmla="*/ 167866 h 1368246"/>
                <a:gd name="connsiteX195" fmla="*/ 336027 w 3587745"/>
                <a:gd name="connsiteY195" fmla="*/ 247290 h 1368246"/>
                <a:gd name="connsiteX196" fmla="*/ 212769 w 3587745"/>
                <a:gd name="connsiteY196" fmla="*/ 231624 h 1368246"/>
                <a:gd name="connsiteX197" fmla="*/ 177429 w 3587745"/>
                <a:gd name="connsiteY197" fmla="*/ 123418 h 1368246"/>
                <a:gd name="connsiteX198" fmla="*/ 118043 w 3587745"/>
                <a:gd name="connsiteY198" fmla="*/ 34885 h 1368246"/>
                <a:gd name="connsiteX199" fmla="*/ 2668996 w 3587745"/>
                <a:gd name="connsiteY199" fmla="*/ 0 h 1368246"/>
                <a:gd name="connsiteX200" fmla="*/ 2698467 w 3587745"/>
                <a:gd name="connsiteY200" fmla="*/ 24448 h 1368246"/>
                <a:gd name="connsiteX201" fmla="*/ 2764856 w 3587745"/>
                <a:gd name="connsiteY201" fmla="*/ 80940 h 1368246"/>
                <a:gd name="connsiteX202" fmla="*/ 2835131 w 3587745"/>
                <a:gd name="connsiteY202" fmla="*/ 144198 h 1368246"/>
                <a:gd name="connsiteX203" fmla="*/ 2820740 w 3587745"/>
                <a:gd name="connsiteY203" fmla="*/ 161789 h 1368246"/>
                <a:gd name="connsiteX204" fmla="*/ 2794326 w 3587745"/>
                <a:gd name="connsiteY204" fmla="*/ 167411 h 1368246"/>
                <a:gd name="connsiteX205" fmla="*/ 2446026 w 3587745"/>
                <a:gd name="connsiteY205" fmla="*/ 167411 h 1368246"/>
                <a:gd name="connsiteX206" fmla="*/ 2430906 w 3587745"/>
                <a:gd name="connsiteY206" fmla="*/ 265138 h 1368246"/>
                <a:gd name="connsiteX207" fmla="*/ 2412507 w 3587745"/>
                <a:gd name="connsiteY207" fmla="*/ 371618 h 1368246"/>
                <a:gd name="connsiteX208" fmla="*/ 2505776 w 3587745"/>
                <a:gd name="connsiteY208" fmla="*/ 371618 h 1368246"/>
                <a:gd name="connsiteX209" fmla="*/ 2591758 w 3587745"/>
                <a:gd name="connsiteY209" fmla="*/ 282641 h 1368246"/>
                <a:gd name="connsiteX210" fmla="*/ 2759350 w 3587745"/>
                <a:gd name="connsiteY210" fmla="*/ 407889 h 1368246"/>
                <a:gd name="connsiteX211" fmla="*/ 2740770 w 3587745"/>
                <a:gd name="connsiteY211" fmla="*/ 423910 h 1368246"/>
                <a:gd name="connsiteX212" fmla="*/ 2706887 w 3587745"/>
                <a:gd name="connsiteY212" fmla="*/ 435573 h 1368246"/>
                <a:gd name="connsiteX213" fmla="*/ 2706887 w 3587745"/>
                <a:gd name="connsiteY213" fmla="*/ 679103 h 1368246"/>
                <a:gd name="connsiteX214" fmla="*/ 2768094 w 3587745"/>
                <a:gd name="connsiteY214" fmla="*/ 588760 h 1368246"/>
                <a:gd name="connsiteX215" fmla="*/ 2790926 w 3587745"/>
                <a:gd name="connsiteY215" fmla="*/ 610239 h 1368246"/>
                <a:gd name="connsiteX216" fmla="*/ 2841932 w 3587745"/>
                <a:gd name="connsiteY216" fmla="*/ 659552 h 1368246"/>
                <a:gd name="connsiteX217" fmla="*/ 2894882 w 3587745"/>
                <a:gd name="connsiteY217" fmla="*/ 714012 h 1368246"/>
                <a:gd name="connsiteX218" fmla="*/ 2882494 w 3587745"/>
                <a:gd name="connsiteY218" fmla="*/ 731603 h 1368246"/>
                <a:gd name="connsiteX219" fmla="*/ 2856991 w 3587745"/>
                <a:gd name="connsiteY219" fmla="*/ 737225 h 1368246"/>
                <a:gd name="connsiteX220" fmla="*/ 2008828 w 3587745"/>
                <a:gd name="connsiteY220" fmla="*/ 737225 h 1368246"/>
                <a:gd name="connsiteX221" fmla="*/ 1998548 w 3587745"/>
                <a:gd name="connsiteY221" fmla="*/ 703706 h 1368246"/>
                <a:gd name="connsiteX222" fmla="*/ 1997092 w 3587745"/>
                <a:gd name="connsiteY222" fmla="*/ 703706 h 1368246"/>
                <a:gd name="connsiteX223" fmla="*/ 1546947 w 3587745"/>
                <a:gd name="connsiteY223" fmla="*/ 703706 h 1368246"/>
                <a:gd name="connsiteX224" fmla="*/ 1535289 w 3587745"/>
                <a:gd name="connsiteY224" fmla="*/ 663083 h 1368246"/>
                <a:gd name="connsiteX225" fmla="*/ 1831124 w 3587745"/>
                <a:gd name="connsiteY225" fmla="*/ 663083 h 1368246"/>
                <a:gd name="connsiteX226" fmla="*/ 1903917 w 3587745"/>
                <a:gd name="connsiteY226" fmla="*/ 568357 h 1368246"/>
                <a:gd name="connsiteX227" fmla="*/ 1951611 w 3587745"/>
                <a:gd name="connsiteY227" fmla="*/ 606975 h 1368246"/>
                <a:gd name="connsiteX228" fmla="*/ 2036517 w 3587745"/>
                <a:gd name="connsiteY228" fmla="*/ 680561 h 1368246"/>
                <a:gd name="connsiteX229" fmla="*/ 2032327 w 3587745"/>
                <a:gd name="connsiteY229" fmla="*/ 689675 h 1368246"/>
                <a:gd name="connsiteX230" fmla="*/ 2024859 w 3587745"/>
                <a:gd name="connsiteY230" fmla="*/ 696602 h 1368246"/>
                <a:gd name="connsiteX231" fmla="*/ 2160390 w 3587745"/>
                <a:gd name="connsiteY231" fmla="*/ 696602 h 1368246"/>
                <a:gd name="connsiteX232" fmla="*/ 2186075 w 3587745"/>
                <a:gd name="connsiteY232" fmla="*/ 564265 h 1368246"/>
                <a:gd name="connsiteX233" fmla="*/ 2212853 w 3587745"/>
                <a:gd name="connsiteY233" fmla="*/ 412241 h 1368246"/>
                <a:gd name="connsiteX234" fmla="*/ 2074408 w 3587745"/>
                <a:gd name="connsiteY234" fmla="*/ 412241 h 1368246"/>
                <a:gd name="connsiteX235" fmla="*/ 2061292 w 3587745"/>
                <a:gd name="connsiteY235" fmla="*/ 371618 h 1368246"/>
                <a:gd name="connsiteX236" fmla="*/ 2218683 w 3587745"/>
                <a:gd name="connsiteY236" fmla="*/ 371618 h 1368246"/>
                <a:gd name="connsiteX237" fmla="*/ 2236353 w 3587745"/>
                <a:gd name="connsiteY237" fmla="*/ 264591 h 1368246"/>
                <a:gd name="connsiteX238" fmla="*/ 2250744 w 3587745"/>
                <a:gd name="connsiteY238" fmla="*/ 167411 h 1368246"/>
                <a:gd name="connsiteX239" fmla="*/ 2061292 w 3587745"/>
                <a:gd name="connsiteY239" fmla="*/ 167411 h 1368246"/>
                <a:gd name="connsiteX240" fmla="*/ 2049633 w 3587745"/>
                <a:gd name="connsiteY240" fmla="*/ 126788 h 1368246"/>
                <a:gd name="connsiteX241" fmla="*/ 2577185 w 3587745"/>
                <a:gd name="connsiteY241" fmla="*/ 126788 h 1368246"/>
                <a:gd name="connsiteX242" fmla="*/ 1187719 w 3587745"/>
                <a:gd name="connsiteY242" fmla="*/ 0 h 1368246"/>
                <a:gd name="connsiteX243" fmla="*/ 1217190 w 3587745"/>
                <a:gd name="connsiteY243" fmla="*/ 24448 h 1368246"/>
                <a:gd name="connsiteX244" fmla="*/ 1283579 w 3587745"/>
                <a:gd name="connsiteY244" fmla="*/ 80940 h 1368246"/>
                <a:gd name="connsiteX245" fmla="*/ 1353854 w 3587745"/>
                <a:gd name="connsiteY245" fmla="*/ 144198 h 1368246"/>
                <a:gd name="connsiteX246" fmla="*/ 1339463 w 3587745"/>
                <a:gd name="connsiteY246" fmla="*/ 161789 h 1368246"/>
                <a:gd name="connsiteX247" fmla="*/ 1313049 w 3587745"/>
                <a:gd name="connsiteY247" fmla="*/ 167411 h 1368246"/>
                <a:gd name="connsiteX248" fmla="*/ 964749 w 3587745"/>
                <a:gd name="connsiteY248" fmla="*/ 167411 h 1368246"/>
                <a:gd name="connsiteX249" fmla="*/ 949629 w 3587745"/>
                <a:gd name="connsiteY249" fmla="*/ 265138 h 1368246"/>
                <a:gd name="connsiteX250" fmla="*/ 931230 w 3587745"/>
                <a:gd name="connsiteY250" fmla="*/ 371618 h 1368246"/>
                <a:gd name="connsiteX251" fmla="*/ 1024499 w 3587745"/>
                <a:gd name="connsiteY251" fmla="*/ 371618 h 1368246"/>
                <a:gd name="connsiteX252" fmla="*/ 1110481 w 3587745"/>
                <a:gd name="connsiteY252" fmla="*/ 282641 h 1368246"/>
                <a:gd name="connsiteX253" fmla="*/ 1278073 w 3587745"/>
                <a:gd name="connsiteY253" fmla="*/ 407889 h 1368246"/>
                <a:gd name="connsiteX254" fmla="*/ 1259493 w 3587745"/>
                <a:gd name="connsiteY254" fmla="*/ 423910 h 1368246"/>
                <a:gd name="connsiteX255" fmla="*/ 1225610 w 3587745"/>
                <a:gd name="connsiteY255" fmla="*/ 435573 h 1368246"/>
                <a:gd name="connsiteX256" fmla="*/ 1225610 w 3587745"/>
                <a:gd name="connsiteY256" fmla="*/ 679103 h 1368246"/>
                <a:gd name="connsiteX257" fmla="*/ 1286817 w 3587745"/>
                <a:gd name="connsiteY257" fmla="*/ 588760 h 1368246"/>
                <a:gd name="connsiteX258" fmla="*/ 1309649 w 3587745"/>
                <a:gd name="connsiteY258" fmla="*/ 610239 h 1368246"/>
                <a:gd name="connsiteX259" fmla="*/ 1360655 w 3587745"/>
                <a:gd name="connsiteY259" fmla="*/ 659552 h 1368246"/>
                <a:gd name="connsiteX260" fmla="*/ 1413605 w 3587745"/>
                <a:gd name="connsiteY260" fmla="*/ 714012 h 1368246"/>
                <a:gd name="connsiteX261" fmla="*/ 1401217 w 3587745"/>
                <a:gd name="connsiteY261" fmla="*/ 731603 h 1368246"/>
                <a:gd name="connsiteX262" fmla="*/ 1375714 w 3587745"/>
                <a:gd name="connsiteY262" fmla="*/ 737225 h 1368246"/>
                <a:gd name="connsiteX263" fmla="*/ 527551 w 3587745"/>
                <a:gd name="connsiteY263" fmla="*/ 737225 h 1368246"/>
                <a:gd name="connsiteX264" fmla="*/ 517271 w 3587745"/>
                <a:gd name="connsiteY264" fmla="*/ 703706 h 1368246"/>
                <a:gd name="connsiteX265" fmla="*/ 515815 w 3587745"/>
                <a:gd name="connsiteY265" fmla="*/ 703706 h 1368246"/>
                <a:gd name="connsiteX266" fmla="*/ 65670 w 3587745"/>
                <a:gd name="connsiteY266" fmla="*/ 703706 h 1368246"/>
                <a:gd name="connsiteX267" fmla="*/ 54012 w 3587745"/>
                <a:gd name="connsiteY267" fmla="*/ 663083 h 1368246"/>
                <a:gd name="connsiteX268" fmla="*/ 349847 w 3587745"/>
                <a:gd name="connsiteY268" fmla="*/ 663083 h 1368246"/>
                <a:gd name="connsiteX269" fmla="*/ 422640 w 3587745"/>
                <a:gd name="connsiteY269" fmla="*/ 568357 h 1368246"/>
                <a:gd name="connsiteX270" fmla="*/ 470334 w 3587745"/>
                <a:gd name="connsiteY270" fmla="*/ 606975 h 1368246"/>
                <a:gd name="connsiteX271" fmla="*/ 555240 w 3587745"/>
                <a:gd name="connsiteY271" fmla="*/ 680561 h 1368246"/>
                <a:gd name="connsiteX272" fmla="*/ 551050 w 3587745"/>
                <a:gd name="connsiteY272" fmla="*/ 689675 h 1368246"/>
                <a:gd name="connsiteX273" fmla="*/ 543582 w 3587745"/>
                <a:gd name="connsiteY273" fmla="*/ 696602 h 1368246"/>
                <a:gd name="connsiteX274" fmla="*/ 679113 w 3587745"/>
                <a:gd name="connsiteY274" fmla="*/ 696602 h 1368246"/>
                <a:gd name="connsiteX275" fmla="*/ 704798 w 3587745"/>
                <a:gd name="connsiteY275" fmla="*/ 564265 h 1368246"/>
                <a:gd name="connsiteX276" fmla="*/ 731577 w 3587745"/>
                <a:gd name="connsiteY276" fmla="*/ 412241 h 1368246"/>
                <a:gd name="connsiteX277" fmla="*/ 593131 w 3587745"/>
                <a:gd name="connsiteY277" fmla="*/ 412241 h 1368246"/>
                <a:gd name="connsiteX278" fmla="*/ 580015 w 3587745"/>
                <a:gd name="connsiteY278" fmla="*/ 371618 h 1368246"/>
                <a:gd name="connsiteX279" fmla="*/ 737406 w 3587745"/>
                <a:gd name="connsiteY279" fmla="*/ 371618 h 1368246"/>
                <a:gd name="connsiteX280" fmla="*/ 755076 w 3587745"/>
                <a:gd name="connsiteY280" fmla="*/ 264591 h 1368246"/>
                <a:gd name="connsiteX281" fmla="*/ 769467 w 3587745"/>
                <a:gd name="connsiteY281" fmla="*/ 167411 h 1368246"/>
                <a:gd name="connsiteX282" fmla="*/ 580015 w 3587745"/>
                <a:gd name="connsiteY282" fmla="*/ 167411 h 1368246"/>
                <a:gd name="connsiteX283" fmla="*/ 568356 w 3587745"/>
                <a:gd name="connsiteY283" fmla="*/ 126788 h 1368246"/>
                <a:gd name="connsiteX284" fmla="*/ 1095908 w 3587745"/>
                <a:gd name="connsiteY284" fmla="*/ 126788 h 136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</a:cxnLst>
              <a:rect l="l" t="t" r="r" b="b"/>
              <a:pathLst>
                <a:path w="3587745" h="1368246">
                  <a:moveTo>
                    <a:pt x="2298745" y="906274"/>
                  </a:moveTo>
                  <a:lnTo>
                    <a:pt x="2298745" y="1234355"/>
                  </a:lnTo>
                  <a:lnTo>
                    <a:pt x="2567075" y="1234355"/>
                  </a:lnTo>
                  <a:lnTo>
                    <a:pt x="2567075" y="906274"/>
                  </a:lnTo>
                  <a:close/>
                  <a:moveTo>
                    <a:pt x="817468" y="906274"/>
                  </a:moveTo>
                  <a:lnTo>
                    <a:pt x="817468" y="1234355"/>
                  </a:lnTo>
                  <a:lnTo>
                    <a:pt x="1085798" y="1234355"/>
                  </a:lnTo>
                  <a:lnTo>
                    <a:pt x="1085798" y="906274"/>
                  </a:lnTo>
                  <a:close/>
                  <a:moveTo>
                    <a:pt x="3210207" y="893158"/>
                  </a:moveTo>
                  <a:lnTo>
                    <a:pt x="3210207" y="1180434"/>
                  </a:lnTo>
                  <a:lnTo>
                    <a:pt x="3310945" y="1180434"/>
                  </a:lnTo>
                  <a:lnTo>
                    <a:pt x="3310945" y="893158"/>
                  </a:lnTo>
                  <a:close/>
                  <a:moveTo>
                    <a:pt x="1728931" y="893158"/>
                  </a:moveTo>
                  <a:lnTo>
                    <a:pt x="1728931" y="1180434"/>
                  </a:lnTo>
                  <a:lnTo>
                    <a:pt x="1829668" y="1180434"/>
                  </a:lnTo>
                  <a:lnTo>
                    <a:pt x="1829668" y="893158"/>
                  </a:lnTo>
                  <a:close/>
                  <a:moveTo>
                    <a:pt x="247654" y="893158"/>
                  </a:moveTo>
                  <a:lnTo>
                    <a:pt x="247654" y="1180434"/>
                  </a:lnTo>
                  <a:lnTo>
                    <a:pt x="348391" y="1180434"/>
                  </a:lnTo>
                  <a:lnTo>
                    <a:pt x="348391" y="893158"/>
                  </a:lnTo>
                  <a:close/>
                  <a:moveTo>
                    <a:pt x="2639874" y="769468"/>
                  </a:moveTo>
                  <a:lnTo>
                    <a:pt x="2823382" y="907735"/>
                  </a:lnTo>
                  <a:cubicBezTo>
                    <a:pt x="2818311" y="913749"/>
                    <a:pt x="2810964" y="919582"/>
                    <a:pt x="2801340" y="925232"/>
                  </a:cubicBezTo>
                  <a:cubicBezTo>
                    <a:pt x="2791715" y="930882"/>
                    <a:pt x="2779632" y="935257"/>
                    <a:pt x="2765089" y="938355"/>
                  </a:cubicBezTo>
                  <a:lnTo>
                    <a:pt x="2765089" y="1312868"/>
                  </a:lnTo>
                  <a:cubicBezTo>
                    <a:pt x="2763327" y="1316619"/>
                    <a:pt x="2753423" y="1321909"/>
                    <a:pt x="2735376" y="1328737"/>
                  </a:cubicBezTo>
                  <a:cubicBezTo>
                    <a:pt x="2717329" y="1335565"/>
                    <a:pt x="2695885" y="1341826"/>
                    <a:pt x="2671043" y="1347520"/>
                  </a:cubicBezTo>
                  <a:cubicBezTo>
                    <a:pt x="2646201" y="1353214"/>
                    <a:pt x="2622708" y="1356237"/>
                    <a:pt x="2600562" y="1356588"/>
                  </a:cubicBezTo>
                  <a:lnTo>
                    <a:pt x="2567075" y="1356588"/>
                  </a:lnTo>
                  <a:lnTo>
                    <a:pt x="2567075" y="1274978"/>
                  </a:lnTo>
                  <a:lnTo>
                    <a:pt x="2298745" y="1274978"/>
                  </a:lnTo>
                  <a:lnTo>
                    <a:pt x="2298745" y="1307039"/>
                  </a:lnTo>
                  <a:cubicBezTo>
                    <a:pt x="2296894" y="1317240"/>
                    <a:pt x="2279119" y="1329627"/>
                    <a:pt x="2245419" y="1344200"/>
                  </a:cubicBezTo>
                  <a:cubicBezTo>
                    <a:pt x="2211719" y="1358774"/>
                    <a:pt x="2173197" y="1366789"/>
                    <a:pt x="2129851" y="1368246"/>
                  </a:cubicBezTo>
                  <a:lnTo>
                    <a:pt x="2102188" y="1368246"/>
                  </a:lnTo>
                  <a:lnTo>
                    <a:pt x="2102188" y="786956"/>
                  </a:lnTo>
                  <a:lnTo>
                    <a:pt x="2306036" y="865651"/>
                  </a:lnTo>
                  <a:lnTo>
                    <a:pt x="2552493" y="865651"/>
                  </a:lnTo>
                  <a:close/>
                  <a:moveTo>
                    <a:pt x="1158597" y="769468"/>
                  </a:moveTo>
                  <a:lnTo>
                    <a:pt x="1342105" y="907735"/>
                  </a:lnTo>
                  <a:cubicBezTo>
                    <a:pt x="1337034" y="913749"/>
                    <a:pt x="1329687" y="919582"/>
                    <a:pt x="1320063" y="925232"/>
                  </a:cubicBezTo>
                  <a:cubicBezTo>
                    <a:pt x="1310438" y="930882"/>
                    <a:pt x="1298355" y="935257"/>
                    <a:pt x="1283812" y="938355"/>
                  </a:cubicBezTo>
                  <a:lnTo>
                    <a:pt x="1283812" y="1312868"/>
                  </a:lnTo>
                  <a:cubicBezTo>
                    <a:pt x="1282050" y="1316619"/>
                    <a:pt x="1272146" y="1321909"/>
                    <a:pt x="1254099" y="1328737"/>
                  </a:cubicBezTo>
                  <a:cubicBezTo>
                    <a:pt x="1236052" y="1335565"/>
                    <a:pt x="1214608" y="1341826"/>
                    <a:pt x="1189766" y="1347520"/>
                  </a:cubicBezTo>
                  <a:cubicBezTo>
                    <a:pt x="1164924" y="1353214"/>
                    <a:pt x="1141431" y="1356237"/>
                    <a:pt x="1119285" y="1356588"/>
                  </a:cubicBezTo>
                  <a:lnTo>
                    <a:pt x="1085798" y="1356588"/>
                  </a:lnTo>
                  <a:lnTo>
                    <a:pt x="1085798" y="1274978"/>
                  </a:lnTo>
                  <a:lnTo>
                    <a:pt x="817468" y="1274978"/>
                  </a:lnTo>
                  <a:lnTo>
                    <a:pt x="817468" y="1307039"/>
                  </a:lnTo>
                  <a:cubicBezTo>
                    <a:pt x="815617" y="1317240"/>
                    <a:pt x="797842" y="1329627"/>
                    <a:pt x="764142" y="1344200"/>
                  </a:cubicBezTo>
                  <a:cubicBezTo>
                    <a:pt x="730442" y="1358774"/>
                    <a:pt x="691920" y="1366789"/>
                    <a:pt x="648574" y="1368246"/>
                  </a:cubicBezTo>
                  <a:lnTo>
                    <a:pt x="620911" y="1368246"/>
                  </a:lnTo>
                  <a:lnTo>
                    <a:pt x="620911" y="786956"/>
                  </a:lnTo>
                  <a:lnTo>
                    <a:pt x="824759" y="865651"/>
                  </a:lnTo>
                  <a:lnTo>
                    <a:pt x="1071216" y="865651"/>
                  </a:lnTo>
                  <a:close/>
                  <a:moveTo>
                    <a:pt x="3377914" y="768011"/>
                  </a:moveTo>
                  <a:lnTo>
                    <a:pt x="3541020" y="890257"/>
                  </a:lnTo>
                  <a:cubicBezTo>
                    <a:pt x="3537316" y="895535"/>
                    <a:pt x="3531244" y="900634"/>
                    <a:pt x="3522803" y="905554"/>
                  </a:cubicBezTo>
                  <a:cubicBezTo>
                    <a:pt x="3514363" y="910474"/>
                    <a:pt x="3503919" y="914119"/>
                    <a:pt x="3491471" y="916489"/>
                  </a:cubicBezTo>
                  <a:lnTo>
                    <a:pt x="3491471" y="1250203"/>
                  </a:lnTo>
                  <a:cubicBezTo>
                    <a:pt x="3488468" y="1257368"/>
                    <a:pt x="3471180" y="1267084"/>
                    <a:pt x="3439606" y="1279350"/>
                  </a:cubicBezTo>
                  <a:cubicBezTo>
                    <a:pt x="3408032" y="1291615"/>
                    <a:pt x="3375821" y="1298416"/>
                    <a:pt x="3342973" y="1299752"/>
                  </a:cubicBezTo>
                  <a:lnTo>
                    <a:pt x="3310945" y="1299752"/>
                  </a:lnTo>
                  <a:lnTo>
                    <a:pt x="3310945" y="1221057"/>
                  </a:lnTo>
                  <a:lnTo>
                    <a:pt x="3210207" y="1221057"/>
                  </a:lnTo>
                  <a:lnTo>
                    <a:pt x="3210207" y="1311411"/>
                  </a:lnTo>
                  <a:cubicBezTo>
                    <a:pt x="3208539" y="1320731"/>
                    <a:pt x="3192585" y="1331965"/>
                    <a:pt x="3162347" y="1345111"/>
                  </a:cubicBezTo>
                  <a:cubicBezTo>
                    <a:pt x="3132108" y="1358258"/>
                    <a:pt x="3097592" y="1365483"/>
                    <a:pt x="3058801" y="1366789"/>
                  </a:cubicBezTo>
                  <a:lnTo>
                    <a:pt x="3032596" y="1366789"/>
                  </a:lnTo>
                  <a:lnTo>
                    <a:pt x="3032596" y="781127"/>
                  </a:lnTo>
                  <a:lnTo>
                    <a:pt x="3216047" y="852536"/>
                  </a:lnTo>
                  <a:lnTo>
                    <a:pt x="3297805" y="852536"/>
                  </a:lnTo>
                  <a:close/>
                  <a:moveTo>
                    <a:pt x="1896638" y="768011"/>
                  </a:moveTo>
                  <a:lnTo>
                    <a:pt x="2059743" y="890257"/>
                  </a:lnTo>
                  <a:cubicBezTo>
                    <a:pt x="2056039" y="895535"/>
                    <a:pt x="2049967" y="900634"/>
                    <a:pt x="2041527" y="905554"/>
                  </a:cubicBezTo>
                  <a:cubicBezTo>
                    <a:pt x="2033087" y="910474"/>
                    <a:pt x="2022642" y="914119"/>
                    <a:pt x="2010194" y="916489"/>
                  </a:cubicBezTo>
                  <a:lnTo>
                    <a:pt x="2010194" y="1250203"/>
                  </a:lnTo>
                  <a:cubicBezTo>
                    <a:pt x="2007192" y="1257368"/>
                    <a:pt x="1989904" y="1267084"/>
                    <a:pt x="1958330" y="1279350"/>
                  </a:cubicBezTo>
                  <a:cubicBezTo>
                    <a:pt x="1926756" y="1291615"/>
                    <a:pt x="1894545" y="1298416"/>
                    <a:pt x="1861697" y="1299752"/>
                  </a:cubicBezTo>
                  <a:lnTo>
                    <a:pt x="1829668" y="1299752"/>
                  </a:lnTo>
                  <a:lnTo>
                    <a:pt x="1829668" y="1221057"/>
                  </a:lnTo>
                  <a:lnTo>
                    <a:pt x="1728931" y="1221057"/>
                  </a:lnTo>
                  <a:lnTo>
                    <a:pt x="1728931" y="1311411"/>
                  </a:lnTo>
                  <a:cubicBezTo>
                    <a:pt x="1727263" y="1320731"/>
                    <a:pt x="1711309" y="1331965"/>
                    <a:pt x="1681070" y="1345111"/>
                  </a:cubicBezTo>
                  <a:cubicBezTo>
                    <a:pt x="1650831" y="1358258"/>
                    <a:pt x="1616316" y="1365483"/>
                    <a:pt x="1577524" y="1366789"/>
                  </a:cubicBezTo>
                  <a:lnTo>
                    <a:pt x="1551319" y="1366789"/>
                  </a:lnTo>
                  <a:lnTo>
                    <a:pt x="1551319" y="781127"/>
                  </a:lnTo>
                  <a:lnTo>
                    <a:pt x="1734771" y="852536"/>
                  </a:lnTo>
                  <a:lnTo>
                    <a:pt x="1816529" y="852536"/>
                  </a:lnTo>
                  <a:close/>
                  <a:moveTo>
                    <a:pt x="415361" y="768011"/>
                  </a:moveTo>
                  <a:lnTo>
                    <a:pt x="578466" y="890257"/>
                  </a:lnTo>
                  <a:cubicBezTo>
                    <a:pt x="574762" y="895535"/>
                    <a:pt x="568690" y="900634"/>
                    <a:pt x="560250" y="905554"/>
                  </a:cubicBezTo>
                  <a:cubicBezTo>
                    <a:pt x="551810" y="910474"/>
                    <a:pt x="541365" y="914119"/>
                    <a:pt x="528917" y="916489"/>
                  </a:cubicBezTo>
                  <a:lnTo>
                    <a:pt x="528917" y="1250203"/>
                  </a:lnTo>
                  <a:cubicBezTo>
                    <a:pt x="525915" y="1257368"/>
                    <a:pt x="508627" y="1267084"/>
                    <a:pt x="477053" y="1279350"/>
                  </a:cubicBezTo>
                  <a:cubicBezTo>
                    <a:pt x="445479" y="1291615"/>
                    <a:pt x="413268" y="1298416"/>
                    <a:pt x="380420" y="1299752"/>
                  </a:cubicBezTo>
                  <a:lnTo>
                    <a:pt x="348391" y="1299752"/>
                  </a:lnTo>
                  <a:lnTo>
                    <a:pt x="348391" y="1221057"/>
                  </a:lnTo>
                  <a:lnTo>
                    <a:pt x="247654" y="1221057"/>
                  </a:lnTo>
                  <a:lnTo>
                    <a:pt x="247654" y="1311411"/>
                  </a:lnTo>
                  <a:cubicBezTo>
                    <a:pt x="245986" y="1320731"/>
                    <a:pt x="230032" y="1331965"/>
                    <a:pt x="199793" y="1345111"/>
                  </a:cubicBezTo>
                  <a:cubicBezTo>
                    <a:pt x="169554" y="1358258"/>
                    <a:pt x="135039" y="1365483"/>
                    <a:pt x="96247" y="1366789"/>
                  </a:cubicBezTo>
                  <a:lnTo>
                    <a:pt x="70042" y="1366789"/>
                  </a:lnTo>
                  <a:lnTo>
                    <a:pt x="70042" y="781127"/>
                  </a:lnTo>
                  <a:lnTo>
                    <a:pt x="253494" y="852536"/>
                  </a:lnTo>
                  <a:lnTo>
                    <a:pt x="335252" y="852536"/>
                  </a:lnTo>
                  <a:close/>
                  <a:moveTo>
                    <a:pt x="3385193" y="568357"/>
                  </a:moveTo>
                  <a:cubicBezTo>
                    <a:pt x="3387617" y="570118"/>
                    <a:pt x="3403515" y="582991"/>
                    <a:pt x="3432887" y="606975"/>
                  </a:cubicBezTo>
                  <a:cubicBezTo>
                    <a:pt x="3462259" y="630959"/>
                    <a:pt x="3490561" y="655488"/>
                    <a:pt x="3517794" y="680561"/>
                  </a:cubicBezTo>
                  <a:cubicBezTo>
                    <a:pt x="3517035" y="684146"/>
                    <a:pt x="3515638" y="687184"/>
                    <a:pt x="3513604" y="689675"/>
                  </a:cubicBezTo>
                  <a:lnTo>
                    <a:pt x="3509527" y="693456"/>
                  </a:lnTo>
                  <a:lnTo>
                    <a:pt x="3474551" y="693456"/>
                  </a:lnTo>
                  <a:lnTo>
                    <a:pt x="3474551" y="703706"/>
                  </a:lnTo>
                  <a:lnTo>
                    <a:pt x="3028224" y="703706"/>
                  </a:lnTo>
                  <a:lnTo>
                    <a:pt x="3016564" y="663083"/>
                  </a:lnTo>
                  <a:lnTo>
                    <a:pt x="3312400" y="663083"/>
                  </a:lnTo>
                  <a:close/>
                  <a:moveTo>
                    <a:pt x="2405220" y="412241"/>
                  </a:moveTo>
                  <a:cubicBezTo>
                    <a:pt x="2396355" y="465285"/>
                    <a:pt x="2387125" y="516324"/>
                    <a:pt x="2377531" y="565358"/>
                  </a:cubicBezTo>
                  <a:cubicBezTo>
                    <a:pt x="2367937" y="614392"/>
                    <a:pt x="2358707" y="658140"/>
                    <a:pt x="2349842" y="696602"/>
                  </a:cubicBezTo>
                  <a:lnTo>
                    <a:pt x="2520349" y="696602"/>
                  </a:lnTo>
                  <a:lnTo>
                    <a:pt x="2520349" y="412241"/>
                  </a:lnTo>
                  <a:close/>
                  <a:moveTo>
                    <a:pt x="923944" y="412241"/>
                  </a:moveTo>
                  <a:cubicBezTo>
                    <a:pt x="915078" y="465285"/>
                    <a:pt x="905848" y="516324"/>
                    <a:pt x="896254" y="565358"/>
                  </a:cubicBezTo>
                  <a:cubicBezTo>
                    <a:pt x="886660" y="614392"/>
                    <a:pt x="877431" y="658140"/>
                    <a:pt x="868565" y="696602"/>
                  </a:cubicBezTo>
                  <a:lnTo>
                    <a:pt x="1039072" y="696602"/>
                  </a:lnTo>
                  <a:lnTo>
                    <a:pt x="1039072" y="412241"/>
                  </a:lnTo>
                  <a:close/>
                  <a:moveTo>
                    <a:pt x="3385177" y="378786"/>
                  </a:moveTo>
                  <a:cubicBezTo>
                    <a:pt x="3387606" y="380552"/>
                    <a:pt x="3403515" y="393436"/>
                    <a:pt x="3432904" y="417441"/>
                  </a:cubicBezTo>
                  <a:cubicBezTo>
                    <a:pt x="3462294" y="441446"/>
                    <a:pt x="3490590" y="465979"/>
                    <a:pt x="3517794" y="491041"/>
                  </a:cubicBezTo>
                  <a:cubicBezTo>
                    <a:pt x="3515517" y="498990"/>
                    <a:pt x="3510962" y="504854"/>
                    <a:pt x="3504131" y="508632"/>
                  </a:cubicBezTo>
                  <a:cubicBezTo>
                    <a:pt x="3497300" y="512410"/>
                    <a:pt x="3488738" y="514284"/>
                    <a:pt x="3478446" y="514254"/>
                  </a:cubicBezTo>
                  <a:lnTo>
                    <a:pt x="3028132" y="514254"/>
                  </a:lnTo>
                  <a:lnTo>
                    <a:pt x="3016473" y="473631"/>
                  </a:lnTo>
                  <a:lnTo>
                    <a:pt x="3312311" y="473631"/>
                  </a:lnTo>
                  <a:close/>
                  <a:moveTo>
                    <a:pt x="1903901" y="378786"/>
                  </a:moveTo>
                  <a:cubicBezTo>
                    <a:pt x="1906330" y="380552"/>
                    <a:pt x="1922239" y="393436"/>
                    <a:pt x="1951628" y="417441"/>
                  </a:cubicBezTo>
                  <a:cubicBezTo>
                    <a:pt x="1981018" y="441446"/>
                    <a:pt x="2009314" y="465979"/>
                    <a:pt x="2036517" y="491041"/>
                  </a:cubicBezTo>
                  <a:cubicBezTo>
                    <a:pt x="2034240" y="498990"/>
                    <a:pt x="2029686" y="504854"/>
                    <a:pt x="2022855" y="508632"/>
                  </a:cubicBezTo>
                  <a:cubicBezTo>
                    <a:pt x="2016024" y="512410"/>
                    <a:pt x="2007462" y="514284"/>
                    <a:pt x="1997170" y="514254"/>
                  </a:cubicBezTo>
                  <a:lnTo>
                    <a:pt x="1546856" y="514254"/>
                  </a:lnTo>
                  <a:lnTo>
                    <a:pt x="1535198" y="473631"/>
                  </a:lnTo>
                  <a:lnTo>
                    <a:pt x="1831035" y="473631"/>
                  </a:lnTo>
                  <a:close/>
                  <a:moveTo>
                    <a:pt x="422624" y="378786"/>
                  </a:moveTo>
                  <a:cubicBezTo>
                    <a:pt x="425053" y="380552"/>
                    <a:pt x="440962" y="393436"/>
                    <a:pt x="470351" y="417441"/>
                  </a:cubicBezTo>
                  <a:cubicBezTo>
                    <a:pt x="499741" y="441446"/>
                    <a:pt x="528037" y="465979"/>
                    <a:pt x="555240" y="491041"/>
                  </a:cubicBezTo>
                  <a:cubicBezTo>
                    <a:pt x="552963" y="498990"/>
                    <a:pt x="548409" y="504854"/>
                    <a:pt x="541578" y="508632"/>
                  </a:cubicBezTo>
                  <a:cubicBezTo>
                    <a:pt x="534747" y="512410"/>
                    <a:pt x="526185" y="514284"/>
                    <a:pt x="515893" y="514254"/>
                  </a:cubicBezTo>
                  <a:lnTo>
                    <a:pt x="65579" y="514254"/>
                  </a:lnTo>
                  <a:lnTo>
                    <a:pt x="53921" y="473631"/>
                  </a:lnTo>
                  <a:lnTo>
                    <a:pt x="349758" y="473631"/>
                  </a:lnTo>
                  <a:close/>
                  <a:moveTo>
                    <a:pt x="3437641" y="177794"/>
                  </a:moveTo>
                  <a:cubicBezTo>
                    <a:pt x="3438441" y="178388"/>
                    <a:pt x="3447203" y="185458"/>
                    <a:pt x="3463927" y="199003"/>
                  </a:cubicBezTo>
                  <a:cubicBezTo>
                    <a:pt x="3480650" y="212549"/>
                    <a:pt x="3500531" y="229004"/>
                    <a:pt x="3523569" y="248370"/>
                  </a:cubicBezTo>
                  <a:cubicBezTo>
                    <a:pt x="3546607" y="267736"/>
                    <a:pt x="3567999" y="286447"/>
                    <a:pt x="3587745" y="304503"/>
                  </a:cubicBezTo>
                  <a:cubicBezTo>
                    <a:pt x="3585468" y="312453"/>
                    <a:pt x="3580914" y="318316"/>
                    <a:pt x="3574083" y="322094"/>
                  </a:cubicBezTo>
                  <a:cubicBezTo>
                    <a:pt x="3567252" y="325873"/>
                    <a:pt x="3558690" y="327747"/>
                    <a:pt x="3548397" y="327716"/>
                  </a:cubicBezTo>
                  <a:lnTo>
                    <a:pt x="2974211" y="327716"/>
                  </a:lnTo>
                  <a:lnTo>
                    <a:pt x="2962552" y="287093"/>
                  </a:lnTo>
                  <a:lnTo>
                    <a:pt x="3354573" y="287093"/>
                  </a:lnTo>
                  <a:close/>
                  <a:moveTo>
                    <a:pt x="1956364" y="177794"/>
                  </a:moveTo>
                  <a:cubicBezTo>
                    <a:pt x="1957165" y="178388"/>
                    <a:pt x="1965927" y="185458"/>
                    <a:pt x="1982650" y="199003"/>
                  </a:cubicBezTo>
                  <a:cubicBezTo>
                    <a:pt x="1999373" y="212549"/>
                    <a:pt x="2019254" y="229004"/>
                    <a:pt x="2042293" y="248370"/>
                  </a:cubicBezTo>
                  <a:cubicBezTo>
                    <a:pt x="2065331" y="267736"/>
                    <a:pt x="2086723" y="286447"/>
                    <a:pt x="2106469" y="304503"/>
                  </a:cubicBezTo>
                  <a:cubicBezTo>
                    <a:pt x="2104192" y="312453"/>
                    <a:pt x="2099638" y="318316"/>
                    <a:pt x="2092806" y="322094"/>
                  </a:cubicBezTo>
                  <a:cubicBezTo>
                    <a:pt x="2085975" y="325873"/>
                    <a:pt x="2077413" y="327747"/>
                    <a:pt x="2067121" y="327716"/>
                  </a:cubicBezTo>
                  <a:lnTo>
                    <a:pt x="1492935" y="327716"/>
                  </a:lnTo>
                  <a:lnTo>
                    <a:pt x="1481276" y="287093"/>
                  </a:lnTo>
                  <a:lnTo>
                    <a:pt x="1873297" y="287093"/>
                  </a:lnTo>
                  <a:close/>
                  <a:moveTo>
                    <a:pt x="475087" y="177794"/>
                  </a:moveTo>
                  <a:cubicBezTo>
                    <a:pt x="475888" y="178388"/>
                    <a:pt x="484650" y="185458"/>
                    <a:pt x="501373" y="199003"/>
                  </a:cubicBezTo>
                  <a:cubicBezTo>
                    <a:pt x="518096" y="212549"/>
                    <a:pt x="537977" y="229004"/>
                    <a:pt x="561016" y="248370"/>
                  </a:cubicBezTo>
                  <a:cubicBezTo>
                    <a:pt x="584054" y="267736"/>
                    <a:pt x="605446" y="286447"/>
                    <a:pt x="625192" y="304503"/>
                  </a:cubicBezTo>
                  <a:cubicBezTo>
                    <a:pt x="622915" y="312453"/>
                    <a:pt x="618361" y="318316"/>
                    <a:pt x="611529" y="322094"/>
                  </a:cubicBezTo>
                  <a:cubicBezTo>
                    <a:pt x="604698" y="325873"/>
                    <a:pt x="596136" y="327747"/>
                    <a:pt x="585844" y="327716"/>
                  </a:cubicBezTo>
                  <a:lnTo>
                    <a:pt x="11658" y="327716"/>
                  </a:lnTo>
                  <a:lnTo>
                    <a:pt x="0" y="287093"/>
                  </a:lnTo>
                  <a:lnTo>
                    <a:pt x="392020" y="287093"/>
                  </a:lnTo>
                  <a:close/>
                  <a:moveTo>
                    <a:pt x="3089340" y="27598"/>
                  </a:moveTo>
                  <a:cubicBezTo>
                    <a:pt x="3195319" y="25701"/>
                    <a:pt x="3268724" y="39606"/>
                    <a:pt x="3309556" y="69314"/>
                  </a:cubicBezTo>
                  <a:cubicBezTo>
                    <a:pt x="3350387" y="99023"/>
                    <a:pt x="3367640" y="131873"/>
                    <a:pt x="3361313" y="167866"/>
                  </a:cubicBezTo>
                  <a:cubicBezTo>
                    <a:pt x="3354987" y="203859"/>
                    <a:pt x="3334076" y="230334"/>
                    <a:pt x="3298580" y="247290"/>
                  </a:cubicBezTo>
                  <a:cubicBezTo>
                    <a:pt x="3263084" y="264247"/>
                    <a:pt x="3221998" y="259025"/>
                    <a:pt x="3175322" y="231624"/>
                  </a:cubicBezTo>
                  <a:cubicBezTo>
                    <a:pt x="3169554" y="194462"/>
                    <a:pt x="3157774" y="158393"/>
                    <a:pt x="3139982" y="123418"/>
                  </a:cubicBezTo>
                  <a:cubicBezTo>
                    <a:pt x="3122191" y="88442"/>
                    <a:pt x="3102395" y="58931"/>
                    <a:pt x="3080596" y="34885"/>
                  </a:cubicBezTo>
                  <a:close/>
                  <a:moveTo>
                    <a:pt x="1608064" y="27598"/>
                  </a:moveTo>
                  <a:cubicBezTo>
                    <a:pt x="1714042" y="25701"/>
                    <a:pt x="1787448" y="39606"/>
                    <a:pt x="1828279" y="69314"/>
                  </a:cubicBezTo>
                  <a:cubicBezTo>
                    <a:pt x="1869111" y="99023"/>
                    <a:pt x="1886364" y="131873"/>
                    <a:pt x="1880037" y="167866"/>
                  </a:cubicBezTo>
                  <a:cubicBezTo>
                    <a:pt x="1873711" y="203859"/>
                    <a:pt x="1852799" y="230334"/>
                    <a:pt x="1817304" y="247290"/>
                  </a:cubicBezTo>
                  <a:cubicBezTo>
                    <a:pt x="1781808" y="264247"/>
                    <a:pt x="1740722" y="259025"/>
                    <a:pt x="1694046" y="231624"/>
                  </a:cubicBezTo>
                  <a:cubicBezTo>
                    <a:pt x="1688277" y="194462"/>
                    <a:pt x="1676497" y="158393"/>
                    <a:pt x="1658706" y="123418"/>
                  </a:cubicBezTo>
                  <a:cubicBezTo>
                    <a:pt x="1640914" y="88442"/>
                    <a:pt x="1621119" y="58931"/>
                    <a:pt x="1599320" y="34885"/>
                  </a:cubicBezTo>
                  <a:close/>
                  <a:moveTo>
                    <a:pt x="126787" y="27598"/>
                  </a:moveTo>
                  <a:cubicBezTo>
                    <a:pt x="232765" y="25701"/>
                    <a:pt x="306171" y="39606"/>
                    <a:pt x="347002" y="69314"/>
                  </a:cubicBezTo>
                  <a:cubicBezTo>
                    <a:pt x="387834" y="99023"/>
                    <a:pt x="405087" y="131873"/>
                    <a:pt x="398760" y="167866"/>
                  </a:cubicBezTo>
                  <a:cubicBezTo>
                    <a:pt x="392434" y="203859"/>
                    <a:pt x="371522" y="230334"/>
                    <a:pt x="336027" y="247290"/>
                  </a:cubicBezTo>
                  <a:cubicBezTo>
                    <a:pt x="300531" y="264247"/>
                    <a:pt x="259445" y="259025"/>
                    <a:pt x="212769" y="231624"/>
                  </a:cubicBezTo>
                  <a:cubicBezTo>
                    <a:pt x="207000" y="194462"/>
                    <a:pt x="195220" y="158393"/>
                    <a:pt x="177429" y="123418"/>
                  </a:cubicBezTo>
                  <a:cubicBezTo>
                    <a:pt x="159637" y="88442"/>
                    <a:pt x="139842" y="58931"/>
                    <a:pt x="118043" y="34885"/>
                  </a:cubicBezTo>
                  <a:close/>
                  <a:moveTo>
                    <a:pt x="2668996" y="0"/>
                  </a:moveTo>
                  <a:cubicBezTo>
                    <a:pt x="2669914" y="702"/>
                    <a:pt x="2679737" y="8852"/>
                    <a:pt x="2698467" y="24448"/>
                  </a:cubicBezTo>
                  <a:cubicBezTo>
                    <a:pt x="2717196" y="40044"/>
                    <a:pt x="2739326" y="58875"/>
                    <a:pt x="2764856" y="80940"/>
                  </a:cubicBezTo>
                  <a:cubicBezTo>
                    <a:pt x="2790386" y="103005"/>
                    <a:pt x="2813811" y="124090"/>
                    <a:pt x="2835131" y="144198"/>
                  </a:cubicBezTo>
                  <a:cubicBezTo>
                    <a:pt x="2832793" y="152147"/>
                    <a:pt x="2827997" y="158011"/>
                    <a:pt x="2820740" y="161789"/>
                  </a:cubicBezTo>
                  <a:cubicBezTo>
                    <a:pt x="2813484" y="165567"/>
                    <a:pt x="2804679" y="167441"/>
                    <a:pt x="2794326" y="167411"/>
                  </a:cubicBezTo>
                  <a:lnTo>
                    <a:pt x="2446026" y="167411"/>
                  </a:lnTo>
                  <a:cubicBezTo>
                    <a:pt x="2441623" y="198163"/>
                    <a:pt x="2436583" y="230739"/>
                    <a:pt x="2430906" y="265138"/>
                  </a:cubicBezTo>
                  <a:cubicBezTo>
                    <a:pt x="2425228" y="299537"/>
                    <a:pt x="2419095" y="335031"/>
                    <a:pt x="2412507" y="371618"/>
                  </a:cubicBezTo>
                  <a:lnTo>
                    <a:pt x="2505776" y="371618"/>
                  </a:lnTo>
                  <a:lnTo>
                    <a:pt x="2591758" y="282641"/>
                  </a:lnTo>
                  <a:lnTo>
                    <a:pt x="2759350" y="407889"/>
                  </a:lnTo>
                  <a:cubicBezTo>
                    <a:pt x="2755707" y="413772"/>
                    <a:pt x="2749514" y="419112"/>
                    <a:pt x="2740770" y="423910"/>
                  </a:cubicBezTo>
                  <a:cubicBezTo>
                    <a:pt x="2732026" y="428708"/>
                    <a:pt x="2720731" y="432596"/>
                    <a:pt x="2706887" y="435573"/>
                  </a:cubicBezTo>
                  <a:lnTo>
                    <a:pt x="2706887" y="679103"/>
                  </a:lnTo>
                  <a:lnTo>
                    <a:pt x="2768094" y="588760"/>
                  </a:lnTo>
                  <a:cubicBezTo>
                    <a:pt x="2768823" y="589390"/>
                    <a:pt x="2776434" y="596550"/>
                    <a:pt x="2790926" y="610239"/>
                  </a:cubicBezTo>
                  <a:cubicBezTo>
                    <a:pt x="2805418" y="623928"/>
                    <a:pt x="2822420" y="640366"/>
                    <a:pt x="2841932" y="659552"/>
                  </a:cubicBezTo>
                  <a:cubicBezTo>
                    <a:pt x="2861444" y="678738"/>
                    <a:pt x="2879094" y="696891"/>
                    <a:pt x="2894882" y="714012"/>
                  </a:cubicBezTo>
                  <a:cubicBezTo>
                    <a:pt x="2893303" y="721961"/>
                    <a:pt x="2889174" y="727825"/>
                    <a:pt x="2882494" y="731603"/>
                  </a:cubicBezTo>
                  <a:cubicBezTo>
                    <a:pt x="2875815" y="735381"/>
                    <a:pt x="2867314" y="737255"/>
                    <a:pt x="2856991" y="737225"/>
                  </a:cubicBezTo>
                  <a:lnTo>
                    <a:pt x="2008828" y="737225"/>
                  </a:lnTo>
                  <a:lnTo>
                    <a:pt x="1998548" y="703706"/>
                  </a:lnTo>
                  <a:lnTo>
                    <a:pt x="1997092" y="703706"/>
                  </a:lnTo>
                  <a:lnTo>
                    <a:pt x="1546947" y="703706"/>
                  </a:lnTo>
                  <a:lnTo>
                    <a:pt x="1535289" y="663083"/>
                  </a:lnTo>
                  <a:lnTo>
                    <a:pt x="1831124" y="663083"/>
                  </a:lnTo>
                  <a:lnTo>
                    <a:pt x="1903917" y="568357"/>
                  </a:lnTo>
                  <a:cubicBezTo>
                    <a:pt x="1906341" y="570118"/>
                    <a:pt x="1922239" y="582991"/>
                    <a:pt x="1951611" y="606975"/>
                  </a:cubicBezTo>
                  <a:cubicBezTo>
                    <a:pt x="1980983" y="630959"/>
                    <a:pt x="2009285" y="655488"/>
                    <a:pt x="2036517" y="680561"/>
                  </a:cubicBezTo>
                  <a:cubicBezTo>
                    <a:pt x="2035758" y="684146"/>
                    <a:pt x="2034362" y="687184"/>
                    <a:pt x="2032327" y="689675"/>
                  </a:cubicBezTo>
                  <a:cubicBezTo>
                    <a:pt x="2030293" y="692166"/>
                    <a:pt x="2027804" y="694475"/>
                    <a:pt x="2024859" y="696602"/>
                  </a:cubicBezTo>
                  <a:lnTo>
                    <a:pt x="2160390" y="696602"/>
                  </a:lnTo>
                  <a:cubicBezTo>
                    <a:pt x="2168496" y="657411"/>
                    <a:pt x="2177058" y="613299"/>
                    <a:pt x="2186075" y="564265"/>
                  </a:cubicBezTo>
                  <a:cubicBezTo>
                    <a:pt x="2195092" y="515231"/>
                    <a:pt x="2204019" y="464556"/>
                    <a:pt x="2212853" y="412241"/>
                  </a:cubicBezTo>
                  <a:lnTo>
                    <a:pt x="2074408" y="412241"/>
                  </a:lnTo>
                  <a:lnTo>
                    <a:pt x="2061292" y="371618"/>
                  </a:lnTo>
                  <a:lnTo>
                    <a:pt x="2218683" y="371618"/>
                  </a:lnTo>
                  <a:cubicBezTo>
                    <a:pt x="2225210" y="334940"/>
                    <a:pt x="2231100" y="299264"/>
                    <a:pt x="2236353" y="264591"/>
                  </a:cubicBezTo>
                  <a:cubicBezTo>
                    <a:pt x="2241605" y="229918"/>
                    <a:pt x="2246402" y="197525"/>
                    <a:pt x="2250744" y="167411"/>
                  </a:cubicBezTo>
                  <a:lnTo>
                    <a:pt x="2061292" y="167411"/>
                  </a:lnTo>
                  <a:lnTo>
                    <a:pt x="2049633" y="126788"/>
                  </a:lnTo>
                  <a:lnTo>
                    <a:pt x="2577185" y="126788"/>
                  </a:lnTo>
                  <a:close/>
                  <a:moveTo>
                    <a:pt x="1187719" y="0"/>
                  </a:moveTo>
                  <a:cubicBezTo>
                    <a:pt x="1188637" y="702"/>
                    <a:pt x="1198460" y="8852"/>
                    <a:pt x="1217190" y="24448"/>
                  </a:cubicBezTo>
                  <a:cubicBezTo>
                    <a:pt x="1235919" y="40044"/>
                    <a:pt x="1258049" y="58875"/>
                    <a:pt x="1283579" y="80940"/>
                  </a:cubicBezTo>
                  <a:cubicBezTo>
                    <a:pt x="1309109" y="103005"/>
                    <a:pt x="1332534" y="124090"/>
                    <a:pt x="1353854" y="144198"/>
                  </a:cubicBezTo>
                  <a:cubicBezTo>
                    <a:pt x="1351516" y="152147"/>
                    <a:pt x="1346720" y="158011"/>
                    <a:pt x="1339463" y="161789"/>
                  </a:cubicBezTo>
                  <a:cubicBezTo>
                    <a:pt x="1332207" y="165567"/>
                    <a:pt x="1323402" y="167441"/>
                    <a:pt x="1313049" y="167411"/>
                  </a:cubicBezTo>
                  <a:lnTo>
                    <a:pt x="964749" y="167411"/>
                  </a:lnTo>
                  <a:cubicBezTo>
                    <a:pt x="960346" y="198163"/>
                    <a:pt x="955306" y="230739"/>
                    <a:pt x="949629" y="265138"/>
                  </a:cubicBezTo>
                  <a:cubicBezTo>
                    <a:pt x="943951" y="299537"/>
                    <a:pt x="937818" y="335031"/>
                    <a:pt x="931230" y="371618"/>
                  </a:cubicBezTo>
                  <a:lnTo>
                    <a:pt x="1024499" y="371618"/>
                  </a:lnTo>
                  <a:lnTo>
                    <a:pt x="1110481" y="282641"/>
                  </a:lnTo>
                  <a:lnTo>
                    <a:pt x="1278073" y="407889"/>
                  </a:lnTo>
                  <a:cubicBezTo>
                    <a:pt x="1274430" y="413772"/>
                    <a:pt x="1268237" y="419112"/>
                    <a:pt x="1259493" y="423910"/>
                  </a:cubicBezTo>
                  <a:cubicBezTo>
                    <a:pt x="1250749" y="428708"/>
                    <a:pt x="1239454" y="432596"/>
                    <a:pt x="1225610" y="435573"/>
                  </a:cubicBezTo>
                  <a:lnTo>
                    <a:pt x="1225610" y="679103"/>
                  </a:lnTo>
                  <a:lnTo>
                    <a:pt x="1286817" y="588760"/>
                  </a:lnTo>
                  <a:cubicBezTo>
                    <a:pt x="1287546" y="589390"/>
                    <a:pt x="1295157" y="596550"/>
                    <a:pt x="1309649" y="610239"/>
                  </a:cubicBezTo>
                  <a:cubicBezTo>
                    <a:pt x="1324141" y="623928"/>
                    <a:pt x="1341143" y="640366"/>
                    <a:pt x="1360655" y="659552"/>
                  </a:cubicBezTo>
                  <a:cubicBezTo>
                    <a:pt x="1380167" y="678738"/>
                    <a:pt x="1397817" y="696891"/>
                    <a:pt x="1413605" y="714012"/>
                  </a:cubicBezTo>
                  <a:cubicBezTo>
                    <a:pt x="1412026" y="721961"/>
                    <a:pt x="1407897" y="727825"/>
                    <a:pt x="1401217" y="731603"/>
                  </a:cubicBezTo>
                  <a:cubicBezTo>
                    <a:pt x="1394538" y="735381"/>
                    <a:pt x="1386037" y="737255"/>
                    <a:pt x="1375714" y="737225"/>
                  </a:cubicBezTo>
                  <a:lnTo>
                    <a:pt x="527551" y="737225"/>
                  </a:lnTo>
                  <a:lnTo>
                    <a:pt x="517271" y="703706"/>
                  </a:lnTo>
                  <a:lnTo>
                    <a:pt x="515815" y="703706"/>
                  </a:lnTo>
                  <a:lnTo>
                    <a:pt x="65670" y="703706"/>
                  </a:lnTo>
                  <a:lnTo>
                    <a:pt x="54012" y="663083"/>
                  </a:lnTo>
                  <a:lnTo>
                    <a:pt x="349847" y="663083"/>
                  </a:lnTo>
                  <a:lnTo>
                    <a:pt x="422640" y="568357"/>
                  </a:lnTo>
                  <a:cubicBezTo>
                    <a:pt x="425064" y="570118"/>
                    <a:pt x="440962" y="582991"/>
                    <a:pt x="470334" y="606975"/>
                  </a:cubicBezTo>
                  <a:cubicBezTo>
                    <a:pt x="499706" y="630959"/>
                    <a:pt x="528008" y="655488"/>
                    <a:pt x="555240" y="680561"/>
                  </a:cubicBezTo>
                  <a:cubicBezTo>
                    <a:pt x="554481" y="684146"/>
                    <a:pt x="553085" y="687184"/>
                    <a:pt x="551050" y="689675"/>
                  </a:cubicBezTo>
                  <a:cubicBezTo>
                    <a:pt x="549016" y="692166"/>
                    <a:pt x="546527" y="694475"/>
                    <a:pt x="543582" y="696602"/>
                  </a:cubicBezTo>
                  <a:lnTo>
                    <a:pt x="679113" y="696602"/>
                  </a:lnTo>
                  <a:cubicBezTo>
                    <a:pt x="687219" y="657411"/>
                    <a:pt x="695781" y="613299"/>
                    <a:pt x="704798" y="564265"/>
                  </a:cubicBezTo>
                  <a:cubicBezTo>
                    <a:pt x="713815" y="515231"/>
                    <a:pt x="722742" y="464556"/>
                    <a:pt x="731577" y="412241"/>
                  </a:cubicBezTo>
                  <a:lnTo>
                    <a:pt x="593131" y="412241"/>
                  </a:lnTo>
                  <a:lnTo>
                    <a:pt x="580015" y="371618"/>
                  </a:lnTo>
                  <a:lnTo>
                    <a:pt x="737406" y="371618"/>
                  </a:lnTo>
                  <a:cubicBezTo>
                    <a:pt x="743934" y="334940"/>
                    <a:pt x="749823" y="299264"/>
                    <a:pt x="755076" y="264591"/>
                  </a:cubicBezTo>
                  <a:cubicBezTo>
                    <a:pt x="760328" y="229918"/>
                    <a:pt x="765125" y="197525"/>
                    <a:pt x="769467" y="167411"/>
                  </a:cubicBezTo>
                  <a:lnTo>
                    <a:pt x="580015" y="167411"/>
                  </a:lnTo>
                  <a:lnTo>
                    <a:pt x="568356" y="126788"/>
                  </a:lnTo>
                  <a:lnTo>
                    <a:pt x="1095908" y="126788"/>
                  </a:lnTo>
                  <a:close/>
                </a:path>
              </a:pathLst>
            </a:custGeom>
            <a:solidFill>
              <a:srgbClr val="DA08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1500">
                <a:solidFill>
                  <a:srgbClr val="DA08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2C0B6EB-35ED-4E2E-EC46-129ABE8BC847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B6493E8F-A886-AFFD-41A3-7A28C5A81969}"/>
                </a:ext>
              </a:extLst>
            </p:cNvPr>
            <p:cNvPicPr>
              <a:picLocks noChangeAspect="1"/>
            </p:cNvPicPr>
            <p:nvPr/>
          </p:nvPicPr>
          <p:blipFill>
            <a:blip r:embed="R370c2ce4e65d49a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E3946C2-3615-917C-38E6-500F71F0F590}"/>
                </a:ext>
              </a:extLst>
            </p:cNvPr>
            <p:cNvSpPr/>
            <p:nvPr/>
          </p:nvSpPr>
          <p:spPr>
            <a:xfrm>
              <a:off x="8160505" y="3777101"/>
              <a:ext cx="260840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三言两语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9550565-6720-9FCB-F142-672597BE881A}"/>
                </a:ext>
              </a:extLst>
            </p:cNvPr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E2D7C4B0-A2F0-194F-78ED-58CBA3BF8C88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B7F33870-7C0B-CC06-BC71-A50F6F5AA789}"/>
                    </a:ext>
                  </a:extLst>
                </p:cNvPr>
                <p:cNvSpPr/>
                <p:nvPr>
                  <p:custDataLst>
                    <p:tags r:id="Rf2f0398fcdf34557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FF160803-C18F-5726-62D1-BEADFAA032D5}"/>
                    </a:ext>
                  </a:extLst>
                </p:cNvPr>
                <p:cNvSpPr/>
                <p:nvPr>
                  <p:custDataLst>
                    <p:tags r:id="R8e7bae6817f247f2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27EA6A4-743F-C6C1-898C-8827D07164C0}"/>
                  </a:ext>
                </a:extLst>
              </p:cNvPr>
              <p:cNvSpPr txBox="1"/>
              <p:nvPr>
                <p:custDataLst>
                  <p:tags r:id="R2c5856b0f34f43d4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2676243-F62C-1FF0-66F2-1DC510A71ECA}"/>
                </a:ext>
              </a:extLst>
            </p:cNvPr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69673073-40AE-9A08-EC3D-6E74AE90F197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919D0CB4-4127-2BC5-EAAD-26356F4A4D1B}"/>
                    </a:ext>
                  </a:extLst>
                </p:cNvPr>
                <p:cNvSpPr/>
                <p:nvPr>
                  <p:custDataLst>
                    <p:tags r:id="R461a7c948e21436a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4EB0CCD5-D2DA-E68D-C541-166415D3DF0B}"/>
                    </a:ext>
                  </a:extLst>
                </p:cNvPr>
                <p:cNvSpPr/>
                <p:nvPr>
                  <p:custDataLst>
                    <p:tags r:id="R2708f900ed244714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129A451-B354-2813-4945-93B963BDC17C}"/>
                  </a:ext>
                </a:extLst>
              </p:cNvPr>
              <p:cNvSpPr txBox="1"/>
              <p:nvPr>
                <p:custDataLst>
                  <p:tags r:id="Rc24ea5f3ac354523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</p:spTree>
    <p:custDataLst>
      <p:tags r:id="R78bab063262a406d"/>
    </p:custDataLst>
    <p:extLst>
      <p:ext uri="{BB962C8B-B14F-4D97-AF65-F5344CB8AC3E}">
        <p14:creationId xmlns:p14="http://schemas.microsoft.com/office/powerpoint/2010/main" val="2088412800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5523-9288-2074-CE2C-B6A05543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A8948E1-7707-4F75-92E1-9C30D404792F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37243DA-5567-327F-AFDE-3CC361ADE169}"/>
              </a:ext>
            </a:extLst>
          </p:cNvPr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B45229C-B5E5-63B1-28C7-7C041964E82F}"/>
                </a:ext>
              </a:extLst>
            </p:cNvPr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42E8A4C-D897-5B97-D5E7-AADCA09A2FEE}"/>
                </a:ext>
              </a:extLst>
            </p:cNvPr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677201B-67EF-8023-5AD5-DD11E03298C5}"/>
                </a:ext>
              </a:extLst>
            </p:cNvPr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80E333CF-070B-DB9C-5A8B-D0AE0205E6FB}"/>
                </a:ext>
              </a:extLst>
            </p:cNvPr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A391E5B-B458-4662-ECE0-5E70E8739C1B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8B3F737E-E73C-A550-3360-74F9FC2D4294}"/>
                </a:ext>
              </a:extLst>
            </p:cNvPr>
            <p:cNvPicPr>
              <a:picLocks noChangeAspect="1"/>
            </p:cNvPicPr>
            <p:nvPr/>
          </p:nvPicPr>
          <p:blipFill>
            <a:blip r:embed="R0b9192ccb142410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8608" y="2283129"/>
              <a:ext cx="6499105" cy="4184186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EA1E1F7-3B81-A56E-4255-28A0EDBE2C80}"/>
                </a:ext>
              </a:extLst>
            </p:cNvPr>
            <p:cNvSpPr/>
            <p:nvPr/>
          </p:nvSpPr>
          <p:spPr>
            <a:xfrm>
              <a:off x="1648046" y="3019647"/>
              <a:ext cx="4976037" cy="2743200"/>
            </a:xfrm>
            <a:prstGeom prst="rect">
              <a:avLst/>
            </a:prstGeom>
            <a:solidFill>
              <a:srgbClr val="FFEC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52E77A9-9D53-6E86-7300-8F7295B91A69}"/>
              </a:ext>
            </a:extLst>
          </p:cNvPr>
          <p:cNvGrpSpPr/>
          <p:nvPr/>
        </p:nvGrpSpPr>
        <p:grpSpPr>
          <a:xfrm>
            <a:off x="2288117" y="2599838"/>
            <a:ext cx="3506523" cy="3133476"/>
            <a:chOff x="2288117" y="2599838"/>
            <a:chExt cx="3506523" cy="313347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718D3DC1-F5E2-EC4B-C86E-A1BF765768E7}"/>
                </a:ext>
              </a:extLst>
            </p:cNvPr>
            <p:cNvSpPr txBox="1"/>
            <p:nvPr/>
          </p:nvSpPr>
          <p:spPr>
            <a:xfrm>
              <a:off x="2288117" y="3871266"/>
              <a:ext cx="3506523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500">
                  <a:solidFill>
                    <a:srgbClr val="DA08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梁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B06E0DD-6278-530E-18CF-B279823B1C19}"/>
                </a:ext>
              </a:extLst>
            </p:cNvPr>
            <p:cNvPicPr>
              <a:picLocks noChangeAspect="1"/>
            </p:cNvPicPr>
            <p:nvPr/>
          </p:nvPicPr>
          <p:blipFill>
            <a:blip r:embed="R3555316f957a4ec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05207" y="2599838"/>
              <a:ext cx="1615263" cy="1615263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D8F22CF-082E-8C65-88AE-1B1DBF6266FF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067466A-2FFE-E0B8-A3B5-99C813F0A1A8}"/>
                </a:ext>
              </a:extLst>
            </p:cNvPr>
            <p:cNvPicPr>
              <a:picLocks noChangeAspect="1"/>
            </p:cNvPicPr>
            <p:nvPr/>
          </p:nvPicPr>
          <p:blipFill>
            <a:blip r:embed="Re2f2ffd8805e4b3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014ABDD-979D-72EF-030C-451B373BBD94}"/>
                </a:ext>
              </a:extLst>
            </p:cNvPr>
            <p:cNvSpPr/>
            <p:nvPr/>
          </p:nvSpPr>
          <p:spPr>
            <a:xfrm>
              <a:off x="8160505" y="3777101"/>
              <a:ext cx="260840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梁上君子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DE05ED4-B894-B200-49EC-CABDDF7E11B2}"/>
                </a:ext>
              </a:extLst>
            </p:cNvPr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E0553F87-B157-38CF-3867-9801722F4C87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9644A0F6-A1D8-0AFA-DCA6-959359F73272}"/>
                    </a:ext>
                  </a:extLst>
                </p:cNvPr>
                <p:cNvSpPr/>
                <p:nvPr>
                  <p:custDataLst>
                    <p:tags r:id="Red93bab88a15473c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AC27582-1181-6900-737B-D2A75D53D435}"/>
                    </a:ext>
                  </a:extLst>
                </p:cNvPr>
                <p:cNvSpPr/>
                <p:nvPr>
                  <p:custDataLst>
                    <p:tags r:id="Raa84d291d15d4eb6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7A35BE5-1F52-31BA-D967-2EABA3145554}"/>
                  </a:ext>
                </a:extLst>
              </p:cNvPr>
              <p:cNvSpPr txBox="1"/>
              <p:nvPr>
                <p:custDataLst>
                  <p:tags r:id="R6a9edbcab680471d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0B51C83-80F4-77CE-219C-6F2FD4601F1B}"/>
                </a:ext>
              </a:extLst>
            </p:cNvPr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2D178A6C-3CBF-DAED-5534-75C15032B324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D0CE6E25-34E9-CC35-6F60-1E0902160ADE}"/>
                    </a:ext>
                  </a:extLst>
                </p:cNvPr>
                <p:cNvSpPr/>
                <p:nvPr>
                  <p:custDataLst>
                    <p:tags r:id="Rb9e4430ecbb94108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6A6B142A-58F9-501E-17E2-AA9C57EA8733}"/>
                    </a:ext>
                  </a:extLst>
                </p:cNvPr>
                <p:cNvSpPr/>
                <p:nvPr>
                  <p:custDataLst>
                    <p:tags r:id="R256f3738e05343f2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164AA3-078F-C378-B946-84C1F00A66BD}"/>
                  </a:ext>
                </a:extLst>
              </p:cNvPr>
              <p:cNvSpPr txBox="1"/>
              <p:nvPr>
                <p:custDataLst>
                  <p:tags r:id="Rf9a7cbd3aba0496e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</p:spTree>
    <p:custDataLst>
      <p:tags r:id="R5da438b934e3410b"/>
    </p:custDataLst>
    <p:extLst>
      <p:ext uri="{BB962C8B-B14F-4D97-AF65-F5344CB8AC3E}">
        <p14:creationId xmlns:p14="http://schemas.microsoft.com/office/powerpoint/2010/main" val="231027592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434D4-1A2E-93DC-E369-6AC8AF46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CF1A095-7289-EE42-BD40-C6B7EC7909AC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A9F6F28-7F0B-CEFC-217F-92DDA1A81C5D}"/>
              </a:ext>
            </a:extLst>
          </p:cNvPr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65814F3-8452-0B8B-867C-59C1787B50A9}"/>
                </a:ext>
              </a:extLst>
            </p:cNvPr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C494C41A-5CB2-CF85-9712-EAB965814BA0}"/>
                </a:ext>
              </a:extLst>
            </p:cNvPr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38C4F499-062F-7953-B2ED-5D0E39501055}"/>
                </a:ext>
              </a:extLst>
            </p:cNvPr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EBC4FB9A-134B-BAFB-0541-2860923E93A9}"/>
                </a:ext>
              </a:extLst>
            </p:cNvPr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9B76E58-674A-7DD9-3605-B8A0F87F177A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E40D314-865F-9CD9-3A81-7418BF54CC78}"/>
                </a:ext>
              </a:extLst>
            </p:cNvPr>
            <p:cNvPicPr>
              <a:picLocks noChangeAspect="1"/>
            </p:cNvPicPr>
            <p:nvPr/>
          </p:nvPicPr>
          <p:blipFill>
            <a:blip r:embed="Ra92e13e0abfb4ec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8608" y="2283129"/>
              <a:ext cx="6499105" cy="4184186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BE3BB058-FCF1-0275-B80D-C9917017AC3F}"/>
                </a:ext>
              </a:extLst>
            </p:cNvPr>
            <p:cNvSpPr/>
            <p:nvPr/>
          </p:nvSpPr>
          <p:spPr>
            <a:xfrm>
              <a:off x="1648046" y="3019647"/>
              <a:ext cx="4976037" cy="2743200"/>
            </a:xfrm>
            <a:prstGeom prst="rect">
              <a:avLst/>
            </a:prstGeom>
            <a:solidFill>
              <a:srgbClr val="FFEC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38E8673-BEA4-7F66-47E6-3BE7CDEFF847}"/>
              </a:ext>
            </a:extLst>
          </p:cNvPr>
          <p:cNvPicPr>
            <a:picLocks noChangeAspect="1"/>
          </p:cNvPicPr>
          <p:nvPr/>
        </p:nvPicPr>
        <p:blipFill>
          <a:blip r:embed="R8f63967692034b8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992" y="3196787"/>
            <a:ext cx="1199072" cy="238892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EDE3D00-5D4E-5756-B05D-1A8B5F51764B}"/>
              </a:ext>
            </a:extLst>
          </p:cNvPr>
          <p:cNvPicPr>
            <a:picLocks noChangeAspect="1"/>
          </p:cNvPicPr>
          <p:nvPr/>
        </p:nvPicPr>
        <p:blipFill>
          <a:blip r:embed="Rdda4944623984f3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6064" y="3836601"/>
            <a:ext cx="1219200" cy="121920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B8D6D662-4901-B104-1788-3B0E9352D84D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845A685-6AC8-F5E9-7C79-E5E09738327A}"/>
                </a:ext>
              </a:extLst>
            </p:cNvPr>
            <p:cNvPicPr>
              <a:picLocks noChangeAspect="1"/>
            </p:cNvPicPr>
            <p:nvPr/>
          </p:nvPicPr>
          <p:blipFill>
            <a:blip r:embed="Rc9a41bb883de471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0F9B67A-294F-F27A-34FB-02E80B06C78F}"/>
                </a:ext>
              </a:extLst>
            </p:cNvPr>
            <p:cNvSpPr/>
            <p:nvPr/>
          </p:nvSpPr>
          <p:spPr>
            <a:xfrm>
              <a:off x="8463472" y="3777101"/>
              <a:ext cx="2002471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毕加索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11C31DEB-A8F1-32BF-C70A-6BF8F3227288}"/>
                </a:ext>
              </a:extLst>
            </p:cNvPr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BBFF8175-7C79-DCA6-98F3-5C625A394B12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DECDB113-B0EC-B585-6B31-5E3032CAF7B7}"/>
                    </a:ext>
                  </a:extLst>
                </p:cNvPr>
                <p:cNvSpPr/>
                <p:nvPr>
                  <p:custDataLst>
                    <p:tags r:id="R7de46880871a447c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365D1515-899E-3D88-9E1C-C899965ED8C3}"/>
                    </a:ext>
                  </a:extLst>
                </p:cNvPr>
                <p:cNvSpPr/>
                <p:nvPr>
                  <p:custDataLst>
                    <p:tags r:id="R7ac968755d2d43a5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3DE6E07-93E4-38EE-334D-628E158ACFEB}"/>
                  </a:ext>
                </a:extLst>
              </p:cNvPr>
              <p:cNvSpPr txBox="1"/>
              <p:nvPr>
                <p:custDataLst>
                  <p:tags r:id="R510c73ed86b54a35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3EEC87F-8E39-A2F8-9690-1A761546B6B2}"/>
                </a:ext>
              </a:extLst>
            </p:cNvPr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8423E93D-CDCD-A831-C40A-BD8C500A2C81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B138857E-0C51-FBAF-C0CF-B6C68576DD0A}"/>
                    </a:ext>
                  </a:extLst>
                </p:cNvPr>
                <p:cNvSpPr/>
                <p:nvPr>
                  <p:custDataLst>
                    <p:tags r:id="R6188c8f81c6b42f9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A386EA70-24F3-B69F-01CA-44B297ECBF8B}"/>
                    </a:ext>
                  </a:extLst>
                </p:cNvPr>
                <p:cNvSpPr/>
                <p:nvPr>
                  <p:custDataLst>
                    <p:tags r:id="R8217a38e4464471d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8FA836E-EFD8-1D3D-4B0B-5D072ACE7CE9}"/>
                  </a:ext>
                </a:extLst>
              </p:cNvPr>
              <p:cNvSpPr txBox="1"/>
              <p:nvPr>
                <p:custDataLst>
                  <p:tags r:id="R4881ac344f4b49f4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</p:spTree>
    <p:custDataLst>
      <p:tags r:id="R5829665aca744290"/>
    </p:custDataLst>
    <p:extLst>
      <p:ext uri="{BB962C8B-B14F-4D97-AF65-F5344CB8AC3E}">
        <p14:creationId xmlns:p14="http://schemas.microsoft.com/office/powerpoint/2010/main" val="164317727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6FCE7-D1D4-5F94-2B82-05268539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3506562-E102-98F7-37ED-0C501C1742DB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8F665CE-2875-78AC-C63A-677787BE21E0}"/>
              </a:ext>
            </a:extLst>
          </p:cNvPr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856E135-6187-CD30-E88E-309B55604BE9}"/>
                </a:ext>
              </a:extLst>
            </p:cNvPr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0A912961-BC46-CAC5-9167-82C49DAD4D6E}"/>
                </a:ext>
              </a:extLst>
            </p:cNvPr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98B96E0-49E5-6B65-4436-03E46C8ACA99}"/>
                </a:ext>
              </a:extLst>
            </p:cNvPr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87007C91-A02D-D237-2082-DA77A32F228B}"/>
                </a:ext>
              </a:extLst>
            </p:cNvPr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F4C6B0C-5562-DB37-F9C1-DB8433057BB6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B71A0151-4188-2DBC-C303-31B7FDD0C98E}"/>
                </a:ext>
              </a:extLst>
            </p:cNvPr>
            <p:cNvPicPr>
              <a:picLocks noChangeAspect="1"/>
            </p:cNvPicPr>
            <p:nvPr/>
          </p:nvPicPr>
          <p:blipFill>
            <a:blip r:embed="Rd30561918f5e492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8608" y="2283129"/>
              <a:ext cx="6499105" cy="4184186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BBA17C9D-C529-0488-11AE-08B244EBA397}"/>
                </a:ext>
              </a:extLst>
            </p:cNvPr>
            <p:cNvSpPr/>
            <p:nvPr/>
          </p:nvSpPr>
          <p:spPr>
            <a:xfrm>
              <a:off x="1648046" y="3019647"/>
              <a:ext cx="4976037" cy="2743200"/>
            </a:xfrm>
            <a:prstGeom prst="rect">
              <a:avLst/>
            </a:prstGeom>
            <a:solidFill>
              <a:srgbClr val="FFEC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F532DB-B127-C7F5-0AD5-0DD1A4CAF4A1}"/>
              </a:ext>
            </a:extLst>
          </p:cNvPr>
          <p:cNvSpPr txBox="1"/>
          <p:nvPr/>
        </p:nvSpPr>
        <p:spPr>
          <a:xfrm>
            <a:off x="2845679" y="3429000"/>
            <a:ext cx="175326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>
                <a:solidFill>
                  <a:srgbClr val="DA08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283ACA-4179-BDC1-FE93-0FDE9B96AB74}"/>
              </a:ext>
            </a:extLst>
          </p:cNvPr>
          <p:cNvSpPr txBox="1"/>
          <p:nvPr/>
        </p:nvSpPr>
        <p:spPr>
          <a:xfrm>
            <a:off x="4118537" y="4038859"/>
            <a:ext cx="11501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>
                <a:solidFill>
                  <a:srgbClr val="DA08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官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9054ED1-8011-A69F-9A8F-4FE3A506A8C2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438A271-BDCC-DD20-163C-DE99E57158A1}"/>
                </a:ext>
              </a:extLst>
            </p:cNvPr>
            <p:cNvPicPr>
              <a:picLocks noChangeAspect="1"/>
            </p:cNvPicPr>
            <p:nvPr/>
          </p:nvPicPr>
          <p:blipFill>
            <a:blip r:embed="Raeb97dd78cf94e9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1595E7E-D463-0DDA-5FBC-E4AA2CB5F3B1}"/>
                </a:ext>
              </a:extLst>
            </p:cNvPr>
            <p:cNvSpPr/>
            <p:nvPr/>
          </p:nvSpPr>
          <p:spPr>
            <a:xfrm>
              <a:off x="8160505" y="3777101"/>
              <a:ext cx="260840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官官相护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A361954-BC4F-4F5F-7675-25237277AD7F}"/>
                </a:ext>
              </a:extLst>
            </p:cNvPr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D0791E5F-D4C4-EA06-3CBC-15CF3DA7CCB3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F6EA0F80-FD8B-07E2-90AB-86CF615027B0}"/>
                    </a:ext>
                  </a:extLst>
                </p:cNvPr>
                <p:cNvSpPr/>
                <p:nvPr>
                  <p:custDataLst>
                    <p:tags r:id="R7986922b19f74721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68F856CB-F47F-98FA-C8E1-F0C1B9313C25}"/>
                    </a:ext>
                  </a:extLst>
                </p:cNvPr>
                <p:cNvSpPr/>
                <p:nvPr>
                  <p:custDataLst>
                    <p:tags r:id="R158bc4274d9c40b1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58C38F0-4F5C-D7AD-86E3-74CE01B29EBF}"/>
                  </a:ext>
                </a:extLst>
              </p:cNvPr>
              <p:cNvSpPr txBox="1"/>
              <p:nvPr>
                <p:custDataLst>
                  <p:tags r:id="R5d41170487e64db7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A3270FF2-3F22-9132-08FD-01F934AE4DD6}"/>
                </a:ext>
              </a:extLst>
            </p:cNvPr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BB857301-4B5C-909A-3FDA-5CD7D1D0E5E4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200EA2E7-CD7B-08CF-F1DB-FBDB7A6E7342}"/>
                    </a:ext>
                  </a:extLst>
                </p:cNvPr>
                <p:cNvSpPr/>
                <p:nvPr>
                  <p:custDataLst>
                    <p:tags r:id="Rff3b9eb48d9a42ca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CEE8DEC3-B23D-A07C-104D-1D3787B2A89A}"/>
                    </a:ext>
                  </a:extLst>
                </p:cNvPr>
                <p:cNvSpPr/>
                <p:nvPr>
                  <p:custDataLst>
                    <p:tags r:id="Rcb6aeeaf7ec54404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298DA07-0A0B-6281-064F-97AF74204E74}"/>
                  </a:ext>
                </a:extLst>
              </p:cNvPr>
              <p:cNvSpPr txBox="1"/>
              <p:nvPr>
                <p:custDataLst>
                  <p:tags r:id="R08a31012058f494e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</p:spTree>
    <p:custDataLst>
      <p:tags r:id="R2b930c23827e4579"/>
    </p:custDataLst>
    <p:extLst>
      <p:ext uri="{BB962C8B-B14F-4D97-AF65-F5344CB8AC3E}">
        <p14:creationId xmlns:p14="http://schemas.microsoft.com/office/powerpoint/2010/main" val="1937159714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AF33-9B18-8E4F-D611-B059B4B8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4C7E406-D0A7-9250-FBFB-825BCCF405ED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4B8FECA-CB71-0A9E-F112-E60B04900D2E}"/>
              </a:ext>
            </a:extLst>
          </p:cNvPr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2034863C-865C-CEE5-2FF3-1AD600461FCA}"/>
                </a:ext>
              </a:extLst>
            </p:cNvPr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E514CECA-BC02-8642-FFBB-0F12AF2DE320}"/>
                </a:ext>
              </a:extLst>
            </p:cNvPr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6434E40-23A1-3492-FFCD-E60B1FD3A4F1}"/>
                </a:ext>
              </a:extLst>
            </p:cNvPr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775C090F-B75D-0F49-47CD-2DAA1428B317}"/>
                </a:ext>
              </a:extLst>
            </p:cNvPr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15714A4D-50E8-FF57-218F-AF4D21DDAB0A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3B5CA624-B331-1F7C-CC37-BADD9FEAB1AE}"/>
                </a:ext>
              </a:extLst>
            </p:cNvPr>
            <p:cNvPicPr>
              <a:picLocks noChangeAspect="1"/>
            </p:cNvPicPr>
            <p:nvPr/>
          </p:nvPicPr>
          <p:blipFill>
            <a:blip r:embed="R447cfa5631e84f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8608" y="2283129"/>
              <a:ext cx="6499105" cy="4184186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FB0FA1C-BBF2-0387-B454-DAD2D29D847F}"/>
                </a:ext>
              </a:extLst>
            </p:cNvPr>
            <p:cNvSpPr/>
            <p:nvPr/>
          </p:nvSpPr>
          <p:spPr>
            <a:xfrm>
              <a:off x="1648046" y="3019647"/>
              <a:ext cx="4976037" cy="2743200"/>
            </a:xfrm>
            <a:prstGeom prst="rect">
              <a:avLst/>
            </a:prstGeom>
            <a:solidFill>
              <a:srgbClr val="FFEC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87EA5F9-2E29-28EA-46BA-60333A53538D}"/>
              </a:ext>
            </a:extLst>
          </p:cNvPr>
          <p:cNvGrpSpPr/>
          <p:nvPr/>
        </p:nvGrpSpPr>
        <p:grpSpPr>
          <a:xfrm>
            <a:off x="2191135" y="3182144"/>
            <a:ext cx="3889860" cy="2418206"/>
            <a:chOff x="2167978" y="3124957"/>
            <a:chExt cx="3889860" cy="241820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97BC166-E951-7F36-E409-1999B39D7165}"/>
                </a:ext>
              </a:extLst>
            </p:cNvPr>
            <p:cNvGrpSpPr/>
            <p:nvPr/>
          </p:nvGrpSpPr>
          <p:grpSpPr>
            <a:xfrm>
              <a:off x="2167978" y="3124957"/>
              <a:ext cx="3889860" cy="1099261"/>
              <a:chOff x="2281076" y="3185867"/>
              <a:chExt cx="3889860" cy="1099261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9FC44A4E-3F9B-51B7-5A7A-7526343859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81076" y="3185867"/>
                <a:ext cx="527942" cy="1099261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98F1318E-955B-537A-FF0A-0FE97126D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01715" y="3185867"/>
                <a:ext cx="527942" cy="1099261"/>
              </a:xfrm>
              <a:prstGeom prst="rect">
                <a:avLst/>
              </a:prstGeom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3C8B777D-7C7D-15D4-258B-3A53D9967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522354" y="3185867"/>
                <a:ext cx="527942" cy="1099261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1FF96CEF-0863-F6B3-9F3E-A1E684CC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642994" y="3185867"/>
                <a:ext cx="527942" cy="1099261"/>
              </a:xfrm>
              <a:prstGeom prst="rect">
                <a:avLst/>
              </a:prstGeom>
            </p:spPr>
          </p:pic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401ED56-95F5-D74F-837B-1A959ACAC571}"/>
                </a:ext>
              </a:extLst>
            </p:cNvPr>
            <p:cNvGrpSpPr/>
            <p:nvPr/>
          </p:nvGrpSpPr>
          <p:grpSpPr>
            <a:xfrm>
              <a:off x="2167978" y="4443902"/>
              <a:ext cx="3889860" cy="1099261"/>
              <a:chOff x="2281076" y="3185867"/>
              <a:chExt cx="3889860" cy="1099261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2EDD4834-33E7-272E-2403-CA4BEF53D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81076" y="3185867"/>
                <a:ext cx="527942" cy="1099261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040EE9DE-F0D7-496A-0B4A-B5000AE70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01715" y="3185867"/>
                <a:ext cx="527942" cy="1099261"/>
              </a:xfrm>
              <a:prstGeom prst="rect">
                <a:avLst/>
              </a:prstGeom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493784AC-C616-E4CA-1F74-D7CE5A53D5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522354" y="3185867"/>
                <a:ext cx="527942" cy="1099261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0411252E-0B30-5DB4-D922-86B9F80F1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bb73eb0d72c4d3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642994" y="3185867"/>
                <a:ext cx="527942" cy="1099261"/>
              </a:xfrm>
              <a:prstGeom prst="rect">
                <a:avLst/>
              </a:prstGeom>
            </p:spPr>
          </p:pic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343FFCA-E42D-11CF-12EE-686BABA1C657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2A8C62E-0E60-A4C2-07DD-CD02262E0DB3}"/>
                </a:ext>
              </a:extLst>
            </p:cNvPr>
            <p:cNvPicPr>
              <a:picLocks noChangeAspect="1"/>
            </p:cNvPicPr>
            <p:nvPr/>
          </p:nvPicPr>
          <p:blipFill>
            <a:blip r:embed="Rf0448ec8c4c0469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C1BC36C-DD98-E954-60D3-FFA19F4F71CD}"/>
                </a:ext>
              </a:extLst>
            </p:cNvPr>
            <p:cNvSpPr/>
            <p:nvPr/>
          </p:nvSpPr>
          <p:spPr>
            <a:xfrm>
              <a:off x="8766441" y="3777101"/>
              <a:ext cx="139653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巴黎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C7B784D-B47E-78FD-CDE0-6352E84C99CE}"/>
                </a:ext>
              </a:extLst>
            </p:cNvPr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B3D4A2D6-9F08-0DEC-D0A8-4C58C0E2F0A4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D8B74E3E-774A-0801-9614-6881C8AB9D8E}"/>
                    </a:ext>
                  </a:extLst>
                </p:cNvPr>
                <p:cNvSpPr/>
                <p:nvPr>
                  <p:custDataLst>
                    <p:tags r:id="R09f90024dd134ecc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92915D31-CECC-31F6-06F1-8473D578D5D8}"/>
                    </a:ext>
                  </a:extLst>
                </p:cNvPr>
                <p:cNvSpPr/>
                <p:nvPr>
                  <p:custDataLst>
                    <p:tags r:id="Rf51e5a1c1a7644c0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489FBF6-FCFE-906A-446D-E4493ED7B056}"/>
                  </a:ext>
                </a:extLst>
              </p:cNvPr>
              <p:cNvSpPr txBox="1"/>
              <p:nvPr>
                <p:custDataLst>
                  <p:tags r:id="R651e7f13566c4faf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82B4648-69C1-A8F2-2D42-A17A464B1166}"/>
                </a:ext>
              </a:extLst>
            </p:cNvPr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E89A6AEC-485F-20FF-0FD5-87F3E158AD15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61D9652-6B45-C514-CAE6-35A6A6CA9A94}"/>
                    </a:ext>
                  </a:extLst>
                </p:cNvPr>
                <p:cNvSpPr/>
                <p:nvPr>
                  <p:custDataLst>
                    <p:tags r:id="R5150c313797f49f7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636791A3-6934-F3DD-DA8C-817D7CE483A8}"/>
                    </a:ext>
                  </a:extLst>
                </p:cNvPr>
                <p:cNvSpPr/>
                <p:nvPr>
                  <p:custDataLst>
                    <p:tags r:id="R5122b8cb4e9d4e5e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3D8A058-6F41-4AB3-872F-4AE2A6055ECC}"/>
                  </a:ext>
                </a:extLst>
              </p:cNvPr>
              <p:cNvSpPr txBox="1"/>
              <p:nvPr>
                <p:custDataLst>
                  <p:tags r:id="R8e1e2ed4302b4c81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</p:spTree>
    <p:custDataLst>
      <p:tags r:id="Ra26c6e4207ec4687"/>
    </p:custDataLst>
    <p:extLst>
      <p:ext uri="{BB962C8B-B14F-4D97-AF65-F5344CB8AC3E}">
        <p14:creationId xmlns:p14="http://schemas.microsoft.com/office/powerpoint/2010/main" val="2747346726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5AB9-8F30-BDAA-A7C6-54CE6255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16D1FB3-F10C-BDED-FD8A-DABE15B263EE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基础篇-看图猜谜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C04803E-10E3-FB04-F86E-319BF3249415}"/>
              </a:ext>
            </a:extLst>
          </p:cNvPr>
          <p:cNvGrpSpPr/>
          <p:nvPr/>
        </p:nvGrpSpPr>
        <p:grpSpPr>
          <a:xfrm>
            <a:off x="4041380" y="1607521"/>
            <a:ext cx="4109243" cy="841828"/>
            <a:chOff x="3582277" y="1607521"/>
            <a:chExt cx="4109243" cy="841828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5A19D14-0FB9-E321-CA9B-40D263112AEF}"/>
                </a:ext>
              </a:extLst>
            </p:cNvPr>
            <p:cNvSpPr/>
            <p:nvPr/>
          </p:nvSpPr>
          <p:spPr>
            <a:xfrm>
              <a:off x="3582277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猜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C6DF7BCC-AFB2-0CBA-41FF-638E17E2C1DC}"/>
                </a:ext>
              </a:extLst>
            </p:cNvPr>
            <p:cNvSpPr/>
            <p:nvPr/>
          </p:nvSpPr>
          <p:spPr>
            <a:xfrm>
              <a:off x="4671415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一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7A06EAD-FFA9-C036-035F-FCCE6B9540C2}"/>
                </a:ext>
              </a:extLst>
            </p:cNvPr>
            <p:cNvSpPr/>
            <p:nvPr/>
          </p:nvSpPr>
          <p:spPr>
            <a:xfrm>
              <a:off x="5760553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成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4B010C5-21C3-FECA-BD2F-30831B6DD91C}"/>
                </a:ext>
              </a:extLst>
            </p:cNvPr>
            <p:cNvSpPr/>
            <p:nvPr/>
          </p:nvSpPr>
          <p:spPr>
            <a:xfrm>
              <a:off x="6849692" y="1607521"/>
              <a:ext cx="841828" cy="841828"/>
            </a:xfrm>
            <a:prstGeom prst="ellipse">
              <a:avLst/>
            </a:prstGeom>
            <a:solidFill>
              <a:srgbClr val="DA0800"/>
            </a:solidFill>
            <a:ln w="25400">
              <a:solidFill>
                <a:srgbClr val="FCE1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语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71B99E6-8312-2709-DBC8-374FA13BBB46}"/>
              </a:ext>
            </a:extLst>
          </p:cNvPr>
          <p:cNvGrpSpPr/>
          <p:nvPr/>
        </p:nvGrpSpPr>
        <p:grpSpPr>
          <a:xfrm>
            <a:off x="768609" y="2283129"/>
            <a:ext cx="6499105" cy="4184186"/>
            <a:chOff x="768608" y="2283129"/>
            <a:chExt cx="6499105" cy="4184186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D7E94E7B-9678-7A91-EF9C-DE9780B34E4E}"/>
                </a:ext>
              </a:extLst>
            </p:cNvPr>
            <p:cNvPicPr>
              <a:picLocks noChangeAspect="1"/>
            </p:cNvPicPr>
            <p:nvPr/>
          </p:nvPicPr>
          <p:blipFill>
            <a:blip r:embed="Rd32fe9cc6bcd4cc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8608" y="2283129"/>
              <a:ext cx="6499105" cy="4184186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0FBDA86E-BC82-38A6-C82D-5C989707FDBD}"/>
                </a:ext>
              </a:extLst>
            </p:cNvPr>
            <p:cNvSpPr/>
            <p:nvPr/>
          </p:nvSpPr>
          <p:spPr>
            <a:xfrm>
              <a:off x="1648046" y="3019647"/>
              <a:ext cx="4976037" cy="2743200"/>
            </a:xfrm>
            <a:prstGeom prst="rect">
              <a:avLst/>
            </a:prstGeom>
            <a:solidFill>
              <a:srgbClr val="FFEC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4228608-37D2-0E78-A246-F913B4EA22F9}"/>
              </a:ext>
            </a:extLst>
          </p:cNvPr>
          <p:cNvGrpSpPr/>
          <p:nvPr/>
        </p:nvGrpSpPr>
        <p:grpSpPr>
          <a:xfrm>
            <a:off x="1997855" y="3111187"/>
            <a:ext cx="4601727" cy="2637591"/>
            <a:chOff x="1997855" y="3111185"/>
            <a:chExt cx="4601726" cy="2637591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D3B67BE1-1B09-AC2D-2B9D-DE1C5B9E7242}"/>
                </a:ext>
              </a:extLst>
            </p:cNvPr>
            <p:cNvPicPr>
              <a:picLocks noChangeAspect="1"/>
            </p:cNvPicPr>
            <p:nvPr/>
          </p:nvPicPr>
          <p:blipFill>
            <a:blip r:embed="R58329c27842d4f5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97855" y="3222385"/>
              <a:ext cx="3249437" cy="2526391"/>
            </a:xfrm>
            <a:prstGeom prst="rect">
              <a:avLst/>
            </a:prstGeom>
          </p:spPr>
        </p:pic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4BC65327-E474-B32F-D5AC-95FF347A40E0}"/>
                </a:ext>
              </a:extLst>
            </p:cNvPr>
            <p:cNvGrpSpPr/>
            <p:nvPr/>
          </p:nvGrpSpPr>
          <p:grpSpPr>
            <a:xfrm>
              <a:off x="4136064" y="3111185"/>
              <a:ext cx="2463517" cy="2463517"/>
              <a:chOff x="4282263" y="3111185"/>
              <a:chExt cx="2463517" cy="2463517"/>
            </a:xfrm>
          </p:grpSpPr>
          <p:pic>
            <p:nvPicPr>
              <p:cNvPr id="49" name="图片 48">
                <a:extLst>
                  <a:ext uri="{FF2B5EF4-FFF2-40B4-BE49-F238E27FC236}">
                    <a16:creationId xmlns:a16="http://schemas.microsoft.com/office/drawing/2014/main" id="{5F463623-B92E-4ECD-777B-3977567F5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11f48e68b2b2475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82263" y="3111185"/>
                <a:ext cx="2463517" cy="2463517"/>
              </a:xfrm>
              <a:prstGeom prst="rect">
                <a:avLst/>
              </a:prstGeom>
            </p:spPr>
          </p:pic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85BBB49-EA92-FCD0-ED01-4E41CFADE25B}"/>
                  </a:ext>
                </a:extLst>
              </p:cNvPr>
              <p:cNvSpPr/>
              <p:nvPr/>
            </p:nvSpPr>
            <p:spPr>
              <a:xfrm>
                <a:off x="5234355" y="4342942"/>
                <a:ext cx="594187" cy="507837"/>
              </a:xfrm>
              <a:prstGeom prst="rect">
                <a:avLst/>
              </a:prstGeom>
              <a:solidFill>
                <a:srgbClr val="DA0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>
                    <a:gradFill>
                      <a:gsLst>
                        <a:gs pos="2900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</a:rPr>
                  <a:t>NO</a:t>
                </a:r>
                <a:endParaRPr lang="zh-CN" altLang="en-US" sz="2000">
                  <a:gradFill>
                    <a:gsLst>
                      <a:gs pos="2900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</a:endParaRPr>
              </a:p>
            </p:txBody>
          </p:sp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544BEDB-A6B7-4EE5-B78B-32875953C4A5}"/>
              </a:ext>
            </a:extLst>
          </p:cNvPr>
          <p:cNvGrpSpPr/>
          <p:nvPr/>
        </p:nvGrpSpPr>
        <p:grpSpPr>
          <a:xfrm>
            <a:off x="7909738" y="1749010"/>
            <a:ext cx="3352692" cy="4595788"/>
            <a:chOff x="7767374" y="1871527"/>
            <a:chExt cx="3352692" cy="4595788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E6B704AB-A26F-AFF1-646C-3E0A57204831}"/>
                </a:ext>
              </a:extLst>
            </p:cNvPr>
            <p:cNvPicPr>
              <a:picLocks noChangeAspect="1"/>
            </p:cNvPicPr>
            <p:nvPr/>
          </p:nvPicPr>
          <p:blipFill>
            <a:blip r:embed="Rc66b711961434bb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67374" y="1871527"/>
              <a:ext cx="3352692" cy="4595788"/>
            </a:xfrm>
            <a:prstGeom prst="rect">
              <a:avLst/>
            </a:prstGeom>
          </p:spPr>
        </p:pic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9D6544E2-2A75-C05F-5743-C1CCC8DBAEF8}"/>
                </a:ext>
              </a:extLst>
            </p:cNvPr>
            <p:cNvSpPr/>
            <p:nvPr/>
          </p:nvSpPr>
          <p:spPr>
            <a:xfrm>
              <a:off x="8160505" y="3777101"/>
              <a:ext cx="2608406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>
                  <a:ln w="12700" cmpd="sng">
                    <a:noFill/>
                    <a:prstDash val="solid"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cs typeface="+mn-ea"/>
                  <a:sym typeface="+mn-lt"/>
                </a:rPr>
                <a:t>口说无凭</a:t>
              </a:r>
              <a:endParaRPr lang="zh-CN" altLang="en-US" sz="4800" cap="none" spc="0">
                <a:ln w="12700" cmpd="sng">
                  <a:noFill/>
                  <a:prstDash val="solid"/>
                </a:ln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effectLst/>
                <a:cs typeface="+mn-ea"/>
                <a:sym typeface="+mn-lt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631542F-7A54-0AD8-67E7-46D8C66A8A6A}"/>
                </a:ext>
              </a:extLst>
            </p:cNvPr>
            <p:cNvGrpSpPr/>
            <p:nvPr/>
          </p:nvGrpSpPr>
          <p:grpSpPr>
            <a:xfrm>
              <a:off x="8832388" y="2934300"/>
              <a:ext cx="635000" cy="617855"/>
              <a:chOff x="9030" y="5465"/>
              <a:chExt cx="1000" cy="973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E532129E-BDCB-1220-5B4D-101380EC1523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2E277A0A-E0DE-6CE8-378F-799CA6729739}"/>
                    </a:ext>
                  </a:extLst>
                </p:cNvPr>
                <p:cNvSpPr/>
                <p:nvPr>
                  <p:custDataLst>
                    <p:tags r:id="R38f0e14c405444e0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625EC330-66BA-5CC4-ED72-3E07346965B0}"/>
                    </a:ext>
                  </a:extLst>
                </p:cNvPr>
                <p:cNvSpPr/>
                <p:nvPr>
                  <p:custDataLst>
                    <p:tags r:id="R1514634a0e3b4897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846B85D3-1D1B-1A13-7851-2E3FEC0B0581}"/>
                  </a:ext>
                </a:extLst>
              </p:cNvPr>
              <p:cNvSpPr txBox="1"/>
              <p:nvPr>
                <p:custDataLst>
                  <p:tags r:id="Reecd32b4db64486c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答</a:t>
                </a: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83683AC5-86DE-8437-8780-99B1CC1C5AD5}"/>
                </a:ext>
              </a:extLst>
            </p:cNvPr>
            <p:cNvGrpSpPr/>
            <p:nvPr/>
          </p:nvGrpSpPr>
          <p:grpSpPr>
            <a:xfrm>
              <a:off x="9467388" y="2934300"/>
              <a:ext cx="635000" cy="618490"/>
              <a:chOff x="9030" y="5465"/>
              <a:chExt cx="1000" cy="974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39C127C6-BA70-A8FA-2BEF-870070FB3751}"/>
                  </a:ext>
                </a:extLst>
              </p:cNvPr>
              <p:cNvGrpSpPr/>
              <p:nvPr/>
            </p:nvGrpSpPr>
            <p:grpSpPr>
              <a:xfrm>
                <a:off x="9072" y="5465"/>
                <a:ext cx="943" cy="943"/>
                <a:chOff x="3771900" y="3790041"/>
                <a:chExt cx="1560285" cy="1560285"/>
              </a:xfrm>
            </p:grpSpPr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46512215-2B77-3194-9672-D61B3729A8D4}"/>
                    </a:ext>
                  </a:extLst>
                </p:cNvPr>
                <p:cNvSpPr/>
                <p:nvPr>
                  <p:custDataLst>
                    <p:tags r:id="Raee228a9eee7498e"/>
                  </p:custDataLst>
                </p:nvPr>
              </p:nvSpPr>
              <p:spPr>
                <a:xfrm>
                  <a:off x="3771900" y="3790041"/>
                  <a:ext cx="1560285" cy="1560285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1672BCC0-52BC-6C98-1B7B-6551DAD5A40B}"/>
                    </a:ext>
                  </a:extLst>
                </p:cNvPr>
                <p:cNvSpPr/>
                <p:nvPr>
                  <p:custDataLst>
                    <p:tags r:id="R6e206553ea45443b"/>
                  </p:custDataLst>
                </p:nvPr>
              </p:nvSpPr>
              <p:spPr>
                <a:xfrm>
                  <a:off x="3878942" y="3897083"/>
                  <a:ext cx="1346201" cy="1346201"/>
                </a:xfrm>
                <a:prstGeom prst="ellipse">
                  <a:avLst/>
                </a:prstGeom>
                <a:solidFill>
                  <a:srgbClr val="D72711"/>
                </a:solidFill>
                <a:ln w="19050" cap="flat" cmpd="sng" algn="ctr">
                  <a:solidFill>
                    <a:srgbClr val="FDD48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 sz="12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1A2A385C-7D57-4E1E-BB1B-143C1C145D18}"/>
                  </a:ext>
                </a:extLst>
              </p:cNvPr>
              <p:cNvSpPr txBox="1"/>
              <p:nvPr>
                <p:custDataLst>
                  <p:tags r:id="R3449bcaaeb9449ef"/>
                </p:custDataLst>
              </p:nvPr>
            </p:nvSpPr>
            <p:spPr>
              <a:xfrm>
                <a:off x="9030" y="5496"/>
                <a:ext cx="1000" cy="9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800" b="1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cs typeface="+mn-ea"/>
                    <a:sym typeface="+mn-lt"/>
                  </a:rPr>
                  <a:t>案</a:t>
                </a:r>
              </a:p>
            </p:txBody>
          </p:sp>
        </p:grpSp>
      </p:grpSp>
    </p:spTree>
    <p:custDataLst>
      <p:tags r:id="R8ca009e9f6444395"/>
    </p:custDataLst>
    <p:extLst>
      <p:ext uri="{BB962C8B-B14F-4D97-AF65-F5344CB8AC3E}">
        <p14:creationId xmlns:p14="http://schemas.microsoft.com/office/powerpoint/2010/main" val="108755488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AD3EF-8312-1801-5E87-C7F42C96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3A8CFF3-2F71-B550-0F8E-267A425BFA39}"/>
              </a:ext>
            </a:extLst>
          </p:cNvPr>
          <p:cNvPicPr>
            <a:picLocks noChangeAspect="1"/>
          </p:cNvPicPr>
          <p:nvPr/>
        </p:nvPicPr>
        <p:blipFill>
          <a:blip r:embed="Rd10757965540494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8D50AA-30F4-A2BD-BE3B-9D1DE51F8DC4}"/>
              </a:ext>
            </a:extLst>
          </p:cNvPr>
          <p:cNvGrpSpPr/>
          <p:nvPr/>
        </p:nvGrpSpPr>
        <p:grpSpPr>
          <a:xfrm>
            <a:off x="499457" y="306431"/>
            <a:ext cx="11400801" cy="422143"/>
            <a:chOff x="437602" y="226322"/>
            <a:chExt cx="11575860" cy="428625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0547D8A4-C648-568F-A537-55D859F6965E}"/>
                </a:ext>
              </a:extLst>
            </p:cNvPr>
            <p:cNvPicPr>
              <a:picLocks noChangeAspect="1"/>
            </p:cNvPicPr>
            <p:nvPr/>
          </p:nvPicPr>
          <p:blipFill>
            <a:blip r:embed="R399e5ec646964299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602" y="288234"/>
              <a:ext cx="1257300" cy="304800"/>
            </a:xfrm>
            <a:prstGeom prst="rect">
              <a:avLst/>
            </a:prstGeom>
          </p:spPr>
        </p:pic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616BF4F-E4DF-A244-C981-5518E09B57FB}"/>
                </a:ext>
              </a:extLst>
            </p:cNvPr>
            <p:cNvCxnSpPr/>
            <p:nvPr/>
          </p:nvCxnSpPr>
          <p:spPr>
            <a:xfrm>
              <a:off x="1860576" y="440634"/>
              <a:ext cx="92442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367C01E3-9BEA-2CBF-0438-3A137175B16A}"/>
                </a:ext>
              </a:extLst>
            </p:cNvPr>
            <p:cNvPicPr>
              <a:picLocks noChangeAspect="1"/>
            </p:cNvPicPr>
            <p:nvPr/>
          </p:nvPicPr>
          <p:blipFill>
            <a:blip r:embed="Rac73fcf942fd4d2a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0512" y="226322"/>
              <a:ext cx="742950" cy="428625"/>
            </a:xfrm>
            <a:prstGeom prst="rect">
              <a:avLst/>
            </a:prstGeom>
          </p:spPr>
        </p:pic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D215FBAE-2302-234C-B966-D6F03FDF4305}"/>
              </a:ext>
            </a:extLst>
          </p:cNvPr>
          <p:cNvPicPr>
            <a:picLocks noChangeAspect="1"/>
          </p:cNvPicPr>
          <p:nvPr/>
        </p:nvPicPr>
        <p:blipFill>
          <a:blip r:embed="Rcaf68d99a45f4c5b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34"/>
          <a:stretch>
            <a:fillRect/>
          </a:stretch>
        </p:blipFill>
        <p:spPr>
          <a:xfrm>
            <a:off x="0" y="306432"/>
            <a:ext cx="5609224" cy="6245141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4FEE0A2D-C3C6-7DE3-E962-838969C8F8A7}"/>
              </a:ext>
            </a:extLst>
          </p:cNvPr>
          <p:cNvPicPr>
            <a:picLocks noChangeAspect="1"/>
          </p:cNvPicPr>
          <p:nvPr/>
        </p:nvPicPr>
        <p:blipFill>
          <a:blip r:embed="R383284a29d1f450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108" y="875550"/>
            <a:ext cx="847725" cy="84772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B5BA39C7-B921-641F-A56B-84A0E50FFD1F}"/>
              </a:ext>
            </a:extLst>
          </p:cNvPr>
          <p:cNvPicPr>
            <a:picLocks noChangeAspect="1"/>
          </p:cNvPicPr>
          <p:nvPr/>
        </p:nvPicPr>
        <p:blipFill>
          <a:blip r:embed="R383284a29d1f450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214" y="5361010"/>
            <a:ext cx="847725" cy="84772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EDF04BE5-B1B7-0887-0CE5-52A0460EC6AD}"/>
              </a:ext>
            </a:extLst>
          </p:cNvPr>
          <p:cNvPicPr>
            <a:picLocks noChangeAspect="1"/>
          </p:cNvPicPr>
          <p:nvPr/>
        </p:nvPicPr>
        <p:blipFill>
          <a:blip r:embed="R383284a29d1f450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15" y="5558591"/>
            <a:ext cx="847725" cy="84772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17096EA-16F0-D065-6BB6-43650F52A881}"/>
              </a:ext>
            </a:extLst>
          </p:cNvPr>
          <p:cNvGrpSpPr/>
          <p:nvPr/>
        </p:nvGrpSpPr>
        <p:grpSpPr>
          <a:xfrm>
            <a:off x="5709869" y="1950186"/>
            <a:ext cx="5609224" cy="1631216"/>
            <a:chOff x="1012921" y="2392326"/>
            <a:chExt cx="5177794" cy="6603836"/>
          </a:xfrm>
          <a:effectLst>
            <a:outerShdw blurRad="50800" dist="63500" dir="5400000" algn="t" rotWithShape="0">
              <a:srgbClr val="860600">
                <a:alpha val="49804"/>
              </a:srgbClr>
            </a:outerShdw>
          </a:effectLst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84BC078-4DC1-59DA-772B-31FB088B7AF2}"/>
                </a:ext>
              </a:extLst>
            </p:cNvPr>
            <p:cNvSpPr txBox="1"/>
            <p:nvPr/>
          </p:nvSpPr>
          <p:spPr>
            <a:xfrm>
              <a:off x="1012921" y="2392326"/>
              <a:ext cx="5177794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ln w="76200">
                    <a:solidFill>
                      <a:srgbClr val="DA0800"/>
                    </a:solidFill>
                  </a:ln>
                  <a:noFill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经典字谜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1688B4C-D6B5-6385-8236-2CA813B819E9}"/>
                </a:ext>
              </a:extLst>
            </p:cNvPr>
            <p:cNvSpPr txBox="1"/>
            <p:nvPr/>
          </p:nvSpPr>
          <p:spPr>
            <a:xfrm>
              <a:off x="1012921" y="2392326"/>
              <a:ext cx="5177794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经典字谜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E5D2D5D-14F2-6157-93CD-FAA968500333}"/>
              </a:ext>
            </a:extLst>
          </p:cNvPr>
          <p:cNvSpPr/>
          <p:nvPr/>
        </p:nvSpPr>
        <p:spPr>
          <a:xfrm>
            <a:off x="6148737" y="3694141"/>
            <a:ext cx="4731488" cy="4370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BA8"/>
              </a:gs>
              <a:gs pos="86000">
                <a:schemeClr val="bg1"/>
              </a:gs>
            </a:gsLst>
            <a:lin ang="7800000" scaled="0"/>
          </a:gra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2400">
                <a:ln>
                  <a:noFill/>
                </a:ln>
                <a:solidFill>
                  <a:srgbClr val="DA0800"/>
                </a:soli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正月十五闹元宵猜灯谜赢大奖</a:t>
            </a:r>
            <a:endParaRPr lang="en-US" altLang="zh-CN" sz="2400">
              <a:ln>
                <a:noFill/>
              </a:ln>
              <a:solidFill>
                <a:srgbClr val="DA0800"/>
              </a:solidFill>
              <a:effectLst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CD45FB-3C4F-8190-57DA-4DFBDD7502E7}"/>
              </a:ext>
            </a:extLst>
          </p:cNvPr>
          <p:cNvSpPr txBox="1"/>
          <p:nvPr/>
        </p:nvSpPr>
        <p:spPr>
          <a:xfrm>
            <a:off x="6472974" y="626528"/>
            <a:ext cx="408301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b="1">
                <a:gradFill>
                  <a:gsLst>
                    <a:gs pos="13000">
                      <a:srgbClr val="FFDBA8"/>
                    </a:gs>
                    <a:gs pos="51000">
                      <a:schemeClr val="bg1">
                        <a:alpha val="0"/>
                      </a:schemeClr>
                    </a:gs>
                  </a:gsLst>
                  <a:lin ang="60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02</a:t>
            </a:r>
            <a:endParaRPr lang="zh-CN" altLang="en-US" sz="16600" b="1">
              <a:gradFill>
                <a:gsLst>
                  <a:gs pos="13000">
                    <a:srgbClr val="FFDBA8"/>
                  </a:gs>
                  <a:gs pos="51000">
                    <a:schemeClr val="bg1">
                      <a:alpha val="0"/>
                    </a:schemeClr>
                  </a:gs>
                </a:gsLst>
                <a:lin ang="60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1587CA-F477-2F18-54FD-8F68FD29D33E}"/>
              </a:ext>
            </a:extLst>
          </p:cNvPr>
          <p:cNvSpPr txBox="1"/>
          <p:nvPr/>
        </p:nvSpPr>
        <p:spPr>
          <a:xfrm>
            <a:off x="6706946" y="4440795"/>
            <a:ext cx="3615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LANTERN FESTIVAL</a:t>
            </a:r>
            <a:endParaRPr lang="zh-CN" altLang="en-US" sz="2400"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5D8FE1-0A0A-FE14-9FE8-73E04C2A4E77}"/>
              </a:ext>
            </a:extLst>
          </p:cNvPr>
          <p:cNvSpPr txBox="1"/>
          <p:nvPr/>
        </p:nvSpPr>
        <p:spPr>
          <a:xfrm>
            <a:off x="6983394" y="4938907"/>
            <a:ext cx="3062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灯火阑珊闹元宵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260D9A-2E6A-75F9-AC15-601721151DDB}"/>
              </a:ext>
            </a:extLst>
          </p:cNvPr>
          <p:cNvSpPr txBox="1"/>
          <p:nvPr/>
        </p:nvSpPr>
        <p:spPr>
          <a:xfrm>
            <a:off x="7366165" y="5459115"/>
            <a:ext cx="229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FFCA6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73ED60C-16F3-2833-7823-EC28CD9186AE}"/>
              </a:ext>
            </a:extLst>
          </p:cNvPr>
          <p:cNvPicPr>
            <a:picLocks noChangeAspect="1"/>
          </p:cNvPicPr>
          <p:nvPr/>
        </p:nvPicPr>
        <p:blipFill>
          <a:blip r:embed="Re38bac58f8704461">
            <a:extLst>
              <a:ext uri="{BEBA8EAE-BF5A-486C-A8C5-ECC9F3942E4B}">
                <a14:imgProps xmlns:a14="http://schemas.microsoft.com/office/drawing/2010/main">
                  <a14:imgLayer r:embed="R88c0526cbaf440ed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7146" y="5074922"/>
            <a:ext cx="1021556" cy="1074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516B8A2-D584-1AA9-3A25-18BA2D808C3B}"/>
              </a:ext>
            </a:extLst>
          </p:cNvPr>
          <p:cNvPicPr>
            <a:picLocks noChangeAspect="1"/>
          </p:cNvPicPr>
          <p:nvPr/>
        </p:nvPicPr>
        <p:blipFill>
          <a:blip r:embed="Re38bac58f8704461">
            <a:extLst>
              <a:ext uri="{BEBA8EAE-BF5A-486C-A8C5-ECC9F3942E4B}">
                <a14:imgProps xmlns:a14="http://schemas.microsoft.com/office/drawing/2010/main">
                  <a14:imgLayer r:embed="R3b0f4fd4eb9d4b8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7409" y="4649009"/>
            <a:ext cx="1021556" cy="1074578"/>
          </a:xfrm>
          <a:prstGeom prst="rect">
            <a:avLst/>
          </a:prstGeom>
        </p:spPr>
      </p:pic>
    </p:spTree>
    <p:custDataLst>
      <p:tags r:id="R4c767aae6cdb41ca"/>
    </p:custDataLst>
    <p:extLst>
      <p:ext uri="{BB962C8B-B14F-4D97-AF65-F5344CB8AC3E}">
        <p14:creationId xmlns:p14="http://schemas.microsoft.com/office/powerpoint/2010/main" val="4025506754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41067-E76D-0827-2DBE-C79B642D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56C2F75-FD63-E16D-3494-9F2AA8EF833B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进阶篇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经典字谜</a:t>
            </a:r>
          </a:p>
        </p:txBody>
      </p:sp>
      <p:pic>
        <p:nvPicPr>
          <p:cNvPr id="2" name="图形">
            <a:extLst>
              <a:ext uri="{FF2B5EF4-FFF2-40B4-BE49-F238E27FC236}">
                <a16:creationId xmlns:a16="http://schemas.microsoft.com/office/drawing/2014/main" id="{CB3FB16E-28A7-96F0-DE7D-60CBD766DD55}"/>
              </a:ext>
            </a:extLst>
          </p:cNvPr>
          <p:cNvPicPr>
            <a:picLocks noChangeAspect="1"/>
          </p:cNvPicPr>
          <p:nvPr/>
        </p:nvPicPr>
        <p:blipFill>
          <a:blip r:embed="Rb22b260a11914d8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989" y="1616151"/>
            <a:ext cx="4515499" cy="4515499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F33CA287-E073-BAAC-AF6A-F7D0940CB0DB}"/>
              </a:ext>
            </a:extLst>
          </p:cNvPr>
          <p:cNvGrpSpPr/>
          <p:nvPr/>
        </p:nvGrpSpPr>
        <p:grpSpPr>
          <a:xfrm>
            <a:off x="4695817" y="1034179"/>
            <a:ext cx="7175892" cy="5585439"/>
            <a:chOff x="4685479" y="1006750"/>
            <a:chExt cx="7175892" cy="5585439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6769DFDA-9EB1-3ADB-DFC8-A8D9AEE61807}"/>
                </a:ext>
              </a:extLst>
            </p:cNvPr>
            <p:cNvPicPr>
              <a:picLocks noChangeAspect="1"/>
            </p:cNvPicPr>
            <p:nvPr/>
          </p:nvPicPr>
          <p:blipFill>
            <a:blip r:embed="R8f1d5f03a5384fd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85479" y="1006750"/>
              <a:ext cx="7175892" cy="5585439"/>
            </a:xfrm>
            <a:prstGeom prst="rect">
              <a:avLst/>
            </a:prstGeom>
          </p:spPr>
        </p:pic>
        <p:grpSp>
          <p:nvGrpSpPr>
            <p:cNvPr id="3" name="图形">
              <a:extLst>
                <a:ext uri="{FF2B5EF4-FFF2-40B4-BE49-F238E27FC236}">
                  <a16:creationId xmlns:a16="http://schemas.microsoft.com/office/drawing/2014/main" id="{E96B2282-D499-EBF1-B777-B76D0E948C20}"/>
                </a:ext>
              </a:extLst>
            </p:cNvPr>
            <p:cNvGrpSpPr/>
            <p:nvPr/>
          </p:nvGrpSpPr>
          <p:grpSpPr>
            <a:xfrm>
              <a:off x="6670992" y="2582099"/>
              <a:ext cx="3043555" cy="1642110"/>
              <a:chOff x="9592" y="3727"/>
              <a:chExt cx="4793" cy="2586"/>
            </a:xfrm>
          </p:grpSpPr>
          <p:sp>
            <p:nvSpPr>
              <p:cNvPr id="4" name="图形">
                <a:extLst>
                  <a:ext uri="{FF2B5EF4-FFF2-40B4-BE49-F238E27FC236}">
                    <a16:creationId xmlns:a16="http://schemas.microsoft.com/office/drawing/2014/main" id="{9AED59D5-03A1-609D-3470-C26DA7D49AA5}"/>
                  </a:ext>
                </a:extLst>
              </p:cNvPr>
              <p:cNvSpPr/>
              <p:nvPr>
                <p:custDataLst>
                  <p:tags r:id="Re90a0d613ebb461a"/>
                </p:custDataLst>
              </p:nvPr>
            </p:nvSpPr>
            <p:spPr>
              <a:xfrm>
                <a:off x="9592" y="3727"/>
                <a:ext cx="3490" cy="947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谜面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01: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89178736-3B6F-3FC7-F514-1ACC4C52272B}"/>
                  </a:ext>
                </a:extLst>
              </p:cNvPr>
              <p:cNvSpPr txBox="1"/>
              <p:nvPr>
                <p:custDataLst>
                  <p:tags r:id="R19f7bd098f7d4fd0"/>
                </p:custDataLst>
              </p:nvPr>
            </p:nvSpPr>
            <p:spPr>
              <a:xfrm>
                <a:off x="9592" y="5014"/>
                <a:ext cx="4793" cy="11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sz="40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上气接下气</a:t>
                </a:r>
              </a:p>
            </p:txBody>
          </p:sp>
          <p:cxnSp>
            <p:nvCxnSpPr>
              <p:cNvPr id="7" name="图形">
                <a:extLst>
                  <a:ext uri="{FF2B5EF4-FFF2-40B4-BE49-F238E27FC236}">
                    <a16:creationId xmlns:a16="http://schemas.microsoft.com/office/drawing/2014/main" id="{0249CC94-02B3-30EF-81C1-2A08A0BF3863}"/>
                  </a:ext>
                </a:extLst>
              </p:cNvPr>
              <p:cNvCxnSpPr/>
              <p:nvPr/>
            </p:nvCxnSpPr>
            <p:spPr>
              <a:xfrm>
                <a:off x="9798" y="6313"/>
                <a:ext cx="440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图形">
            <a:extLst>
              <a:ext uri="{FF2B5EF4-FFF2-40B4-BE49-F238E27FC236}">
                <a16:creationId xmlns:a16="http://schemas.microsoft.com/office/drawing/2014/main" id="{56555146-8AB0-DE0A-E6C6-82D2DB4F6BF8}"/>
              </a:ext>
            </a:extLst>
          </p:cNvPr>
          <p:cNvSpPr/>
          <p:nvPr>
            <p:custDataLst>
              <p:tags r:id="R3a95d5d6919c4f8a"/>
            </p:custDataLst>
          </p:nvPr>
        </p:nvSpPr>
        <p:spPr>
          <a:xfrm>
            <a:off x="6732130" y="4578028"/>
            <a:ext cx="235521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>
                <a:ln>
                  <a:noFill/>
                </a:ln>
                <a:solidFill>
                  <a:srgbClr val="DA0800"/>
                </a:solidFill>
                <a:effectLst/>
                <a:cs typeface="+mn-ea"/>
                <a:sym typeface="+mn-lt"/>
              </a:rPr>
              <a:t>答案：【乞】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1dee08d437ae4995"/>
    </p:custDataLst>
    <p:extLst>
      <p:ext uri="{BB962C8B-B14F-4D97-AF65-F5344CB8AC3E}">
        <p14:creationId xmlns:p14="http://schemas.microsoft.com/office/powerpoint/2010/main" val="175920467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1EB0-1821-BF59-8A37-114A3D15E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6DF948F-7416-C15A-92EF-FCAEA3A8F987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进阶篇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经典字谜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0505AA-7C66-5187-8245-A8CF2E4FCD48}"/>
              </a:ext>
            </a:extLst>
          </p:cNvPr>
          <p:cNvGrpSpPr/>
          <p:nvPr/>
        </p:nvGrpSpPr>
        <p:grpSpPr>
          <a:xfrm>
            <a:off x="293938" y="1034179"/>
            <a:ext cx="7175892" cy="5585439"/>
            <a:chOff x="4685479" y="1006750"/>
            <a:chExt cx="7175892" cy="5585439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6D854D16-8042-1B7C-648F-19427F07B51A}"/>
                </a:ext>
              </a:extLst>
            </p:cNvPr>
            <p:cNvPicPr>
              <a:picLocks noChangeAspect="1"/>
            </p:cNvPicPr>
            <p:nvPr/>
          </p:nvPicPr>
          <p:blipFill>
            <a:blip r:embed="R885ab55af74d4f7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85479" y="1006750"/>
              <a:ext cx="7175892" cy="5585439"/>
            </a:xfrm>
            <a:prstGeom prst="rect">
              <a:avLst/>
            </a:prstGeom>
          </p:spPr>
        </p:pic>
        <p:grpSp>
          <p:nvGrpSpPr>
            <p:cNvPr id="3" name="图形">
              <a:extLst>
                <a:ext uri="{FF2B5EF4-FFF2-40B4-BE49-F238E27FC236}">
                  <a16:creationId xmlns:a16="http://schemas.microsoft.com/office/drawing/2014/main" id="{6D887B0C-3174-9877-9C12-0C45A8D53FA2}"/>
                </a:ext>
              </a:extLst>
            </p:cNvPr>
            <p:cNvGrpSpPr/>
            <p:nvPr/>
          </p:nvGrpSpPr>
          <p:grpSpPr>
            <a:xfrm>
              <a:off x="6670992" y="2582099"/>
              <a:ext cx="3770630" cy="1642110"/>
              <a:chOff x="9592" y="3727"/>
              <a:chExt cx="5938" cy="2586"/>
            </a:xfrm>
          </p:grpSpPr>
          <p:sp>
            <p:nvSpPr>
              <p:cNvPr id="4" name="图形">
                <a:extLst>
                  <a:ext uri="{FF2B5EF4-FFF2-40B4-BE49-F238E27FC236}">
                    <a16:creationId xmlns:a16="http://schemas.microsoft.com/office/drawing/2014/main" id="{570B2C11-2C90-F3E7-6D15-2DB2777C7C64}"/>
                  </a:ext>
                </a:extLst>
              </p:cNvPr>
              <p:cNvSpPr/>
              <p:nvPr>
                <p:custDataLst>
                  <p:tags r:id="R362029a7ff01417b"/>
                </p:custDataLst>
              </p:nvPr>
            </p:nvSpPr>
            <p:spPr>
              <a:xfrm>
                <a:off x="9592" y="3727"/>
                <a:ext cx="3490" cy="947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谜面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02: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C2EAF746-64E7-820B-ED06-949587425E87}"/>
                  </a:ext>
                </a:extLst>
              </p:cNvPr>
              <p:cNvSpPr txBox="1"/>
              <p:nvPr>
                <p:custDataLst>
                  <p:tags r:id="Rd1977499c42c4859"/>
                </p:custDataLst>
              </p:nvPr>
            </p:nvSpPr>
            <p:spPr>
              <a:xfrm>
                <a:off x="9592" y="5014"/>
                <a:ext cx="5938" cy="11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40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一撇一竖一点</a:t>
                </a:r>
                <a:endParaRPr lang="zh-CN" sz="40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7" name="图形">
                <a:extLst>
                  <a:ext uri="{FF2B5EF4-FFF2-40B4-BE49-F238E27FC236}">
                    <a16:creationId xmlns:a16="http://schemas.microsoft.com/office/drawing/2014/main" id="{0E169270-003F-1CB8-E179-E2E0877F200B}"/>
                  </a:ext>
                </a:extLst>
              </p:cNvPr>
              <p:cNvCxnSpPr/>
              <p:nvPr/>
            </p:nvCxnSpPr>
            <p:spPr>
              <a:xfrm>
                <a:off x="9798" y="6313"/>
                <a:ext cx="440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图形">
            <a:extLst>
              <a:ext uri="{FF2B5EF4-FFF2-40B4-BE49-F238E27FC236}">
                <a16:creationId xmlns:a16="http://schemas.microsoft.com/office/drawing/2014/main" id="{6B2DDD4B-8468-C4E7-D38F-CEAE063EC5BA}"/>
              </a:ext>
            </a:extLst>
          </p:cNvPr>
          <p:cNvSpPr/>
          <p:nvPr>
            <p:custDataLst>
              <p:tags r:id="Rd4b64878f4f54d88"/>
            </p:custDataLst>
          </p:nvPr>
        </p:nvSpPr>
        <p:spPr>
          <a:xfrm>
            <a:off x="2330251" y="4578028"/>
            <a:ext cx="235521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压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  <p:pic>
        <p:nvPicPr>
          <p:cNvPr id="6" name="图形">
            <a:extLst>
              <a:ext uri="{FF2B5EF4-FFF2-40B4-BE49-F238E27FC236}">
                <a16:creationId xmlns:a16="http://schemas.microsoft.com/office/drawing/2014/main" id="{BA389B2F-946E-FF1E-51CE-D481A64C6973}"/>
              </a:ext>
            </a:extLst>
          </p:cNvPr>
          <p:cNvPicPr>
            <a:picLocks noChangeAspect="1"/>
          </p:cNvPicPr>
          <p:nvPr/>
        </p:nvPicPr>
        <p:blipFill>
          <a:blip r:embed="Recb975de180b455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1789" y="1471205"/>
            <a:ext cx="4660443" cy="4660443"/>
          </a:xfrm>
          <a:prstGeom prst="rect">
            <a:avLst/>
          </a:prstGeom>
        </p:spPr>
      </p:pic>
    </p:spTree>
    <p:custDataLst>
      <p:tags r:id="R5f5559ad8b71420d"/>
    </p:custDataLst>
    <p:extLst>
      <p:ext uri="{BB962C8B-B14F-4D97-AF65-F5344CB8AC3E}">
        <p14:creationId xmlns:p14="http://schemas.microsoft.com/office/powerpoint/2010/main" val="1030597603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4657-835B-D991-B25C-D6FF7190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C80762E-F665-C3F8-8AE5-0502312524CF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进阶篇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经典字谜</a:t>
            </a:r>
          </a:p>
        </p:txBody>
      </p:sp>
      <p:pic>
        <p:nvPicPr>
          <p:cNvPr id="2" name="图形">
            <a:extLst>
              <a:ext uri="{FF2B5EF4-FFF2-40B4-BE49-F238E27FC236}">
                <a16:creationId xmlns:a16="http://schemas.microsoft.com/office/drawing/2014/main" id="{C8F41DD3-4623-C1C9-C3C9-69E11CC953B8}"/>
              </a:ext>
            </a:extLst>
          </p:cNvPr>
          <p:cNvPicPr>
            <a:picLocks noChangeAspect="1"/>
          </p:cNvPicPr>
          <p:nvPr/>
        </p:nvPicPr>
        <p:blipFill>
          <a:blip r:embed="R3152b41a1c6f42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090" y="1522069"/>
            <a:ext cx="4738783" cy="4738782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A374273F-D59F-10EF-8759-DF11CB336486}"/>
              </a:ext>
            </a:extLst>
          </p:cNvPr>
          <p:cNvGrpSpPr/>
          <p:nvPr/>
        </p:nvGrpSpPr>
        <p:grpSpPr>
          <a:xfrm>
            <a:off x="4695817" y="1034179"/>
            <a:ext cx="7175892" cy="5585439"/>
            <a:chOff x="4685479" y="1006750"/>
            <a:chExt cx="7175892" cy="5585439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EB8FE839-A51C-BB2F-5EC7-691A3E0B3EA5}"/>
                </a:ext>
              </a:extLst>
            </p:cNvPr>
            <p:cNvPicPr>
              <a:picLocks noChangeAspect="1"/>
            </p:cNvPicPr>
            <p:nvPr/>
          </p:nvPicPr>
          <p:blipFill>
            <a:blip r:embed="R7c552db07de1400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85479" y="1006750"/>
              <a:ext cx="7175892" cy="5585439"/>
            </a:xfrm>
            <a:prstGeom prst="rect">
              <a:avLst/>
            </a:prstGeom>
          </p:spPr>
        </p:pic>
        <p:grpSp>
          <p:nvGrpSpPr>
            <p:cNvPr id="3" name="图形">
              <a:extLst>
                <a:ext uri="{FF2B5EF4-FFF2-40B4-BE49-F238E27FC236}">
                  <a16:creationId xmlns:a16="http://schemas.microsoft.com/office/drawing/2014/main" id="{C361C6EE-C4B9-7F84-56F1-74270C64244A}"/>
                </a:ext>
              </a:extLst>
            </p:cNvPr>
            <p:cNvGrpSpPr/>
            <p:nvPr/>
          </p:nvGrpSpPr>
          <p:grpSpPr>
            <a:xfrm>
              <a:off x="6670992" y="2258884"/>
              <a:ext cx="3043555" cy="2179955"/>
              <a:chOff x="9592" y="3218"/>
              <a:chExt cx="4793" cy="3433"/>
            </a:xfrm>
          </p:grpSpPr>
          <p:sp>
            <p:nvSpPr>
              <p:cNvPr id="4" name="图形">
                <a:extLst>
                  <a:ext uri="{FF2B5EF4-FFF2-40B4-BE49-F238E27FC236}">
                    <a16:creationId xmlns:a16="http://schemas.microsoft.com/office/drawing/2014/main" id="{9DC456B0-6D3F-8B42-FA06-C6FEECC3EE41}"/>
                  </a:ext>
                </a:extLst>
              </p:cNvPr>
              <p:cNvSpPr/>
              <p:nvPr>
                <p:custDataLst>
                  <p:tags r:id="Re46a5289b6e24176"/>
                </p:custDataLst>
              </p:nvPr>
            </p:nvSpPr>
            <p:spPr>
              <a:xfrm>
                <a:off x="9592" y="3218"/>
                <a:ext cx="3490" cy="947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谜面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03: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D343B485-C189-644F-3D8E-240A9F6203E4}"/>
                  </a:ext>
                </a:extLst>
              </p:cNvPr>
              <p:cNvSpPr txBox="1"/>
              <p:nvPr>
                <p:custDataLst>
                  <p:tags r:id="R7022186bcb18472d"/>
                </p:custDataLst>
              </p:nvPr>
            </p:nvSpPr>
            <p:spPr>
              <a:xfrm>
                <a:off x="9592" y="4366"/>
                <a:ext cx="4793" cy="208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40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四方来合作贡献大一点</a:t>
                </a:r>
                <a:endParaRPr lang="zh-CN" sz="40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7" name="图形">
                <a:extLst>
                  <a:ext uri="{FF2B5EF4-FFF2-40B4-BE49-F238E27FC236}">
                    <a16:creationId xmlns:a16="http://schemas.microsoft.com/office/drawing/2014/main" id="{D6537E3A-4B84-E609-7527-B69EAC7E2710}"/>
                  </a:ext>
                </a:extLst>
              </p:cNvPr>
              <p:cNvCxnSpPr/>
              <p:nvPr/>
            </p:nvCxnSpPr>
            <p:spPr>
              <a:xfrm>
                <a:off x="9798" y="6651"/>
                <a:ext cx="440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图形">
            <a:extLst>
              <a:ext uri="{FF2B5EF4-FFF2-40B4-BE49-F238E27FC236}">
                <a16:creationId xmlns:a16="http://schemas.microsoft.com/office/drawing/2014/main" id="{156762D1-B840-DF44-EB04-87FAA28F77B2}"/>
              </a:ext>
            </a:extLst>
          </p:cNvPr>
          <p:cNvSpPr/>
          <p:nvPr>
            <p:custDataLst>
              <p:tags r:id="Rb7bf08eafd214160"/>
            </p:custDataLst>
          </p:nvPr>
        </p:nvSpPr>
        <p:spPr>
          <a:xfrm>
            <a:off x="6732130" y="4679026"/>
            <a:ext cx="235521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器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977fccba5516474d"/>
    </p:custDataLst>
    <p:extLst>
      <p:ext uri="{BB962C8B-B14F-4D97-AF65-F5344CB8AC3E}">
        <p14:creationId xmlns:p14="http://schemas.microsoft.com/office/powerpoint/2010/main" val="145077746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6C7CC-3048-9DA6-669F-CE77716B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A01C879-D46F-3009-8390-E1C00C573AA5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进阶篇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经典字谜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4D05CE5-0813-CBD2-9E0B-3AE6E6D7DF22}"/>
              </a:ext>
            </a:extLst>
          </p:cNvPr>
          <p:cNvGrpSpPr/>
          <p:nvPr/>
        </p:nvGrpSpPr>
        <p:grpSpPr>
          <a:xfrm>
            <a:off x="602282" y="1034179"/>
            <a:ext cx="7175892" cy="5585439"/>
            <a:chOff x="4685479" y="1006750"/>
            <a:chExt cx="7175892" cy="5585439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077EFC40-348B-5A15-A43A-582314163586}"/>
                </a:ext>
              </a:extLst>
            </p:cNvPr>
            <p:cNvPicPr>
              <a:picLocks noChangeAspect="1"/>
            </p:cNvPicPr>
            <p:nvPr/>
          </p:nvPicPr>
          <p:blipFill>
            <a:blip r:embed="Rcb2e28f94e7c4e4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85479" y="1006750"/>
              <a:ext cx="7175892" cy="5585439"/>
            </a:xfrm>
            <a:prstGeom prst="rect">
              <a:avLst/>
            </a:prstGeom>
          </p:spPr>
        </p:pic>
        <p:grpSp>
          <p:nvGrpSpPr>
            <p:cNvPr id="3" name="图形">
              <a:extLst>
                <a:ext uri="{FF2B5EF4-FFF2-40B4-BE49-F238E27FC236}">
                  <a16:creationId xmlns:a16="http://schemas.microsoft.com/office/drawing/2014/main" id="{8F1515D0-8DF9-9451-5253-07298FB8EBBA}"/>
                </a:ext>
              </a:extLst>
            </p:cNvPr>
            <p:cNvGrpSpPr/>
            <p:nvPr/>
          </p:nvGrpSpPr>
          <p:grpSpPr>
            <a:xfrm>
              <a:off x="6670992" y="2258884"/>
              <a:ext cx="3043555" cy="2179955"/>
              <a:chOff x="9592" y="3218"/>
              <a:chExt cx="4793" cy="3433"/>
            </a:xfrm>
          </p:grpSpPr>
          <p:sp>
            <p:nvSpPr>
              <p:cNvPr id="4" name="图形">
                <a:extLst>
                  <a:ext uri="{FF2B5EF4-FFF2-40B4-BE49-F238E27FC236}">
                    <a16:creationId xmlns:a16="http://schemas.microsoft.com/office/drawing/2014/main" id="{45964AF1-94B1-7200-BC17-F0592F63CEC7}"/>
                  </a:ext>
                </a:extLst>
              </p:cNvPr>
              <p:cNvSpPr/>
              <p:nvPr>
                <p:custDataLst>
                  <p:tags r:id="R75a4974a7961439b"/>
                </p:custDataLst>
              </p:nvPr>
            </p:nvSpPr>
            <p:spPr>
              <a:xfrm>
                <a:off x="9592" y="3218"/>
                <a:ext cx="3490" cy="947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谜面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04: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64143CCD-4078-51A7-2AF6-00A9236C8D1F}"/>
                  </a:ext>
                </a:extLst>
              </p:cNvPr>
              <p:cNvSpPr txBox="1"/>
              <p:nvPr>
                <p:custDataLst>
                  <p:tags r:id="Rbe6267a98bb64a66"/>
                </p:custDataLst>
              </p:nvPr>
            </p:nvSpPr>
            <p:spPr>
              <a:xfrm>
                <a:off x="9592" y="4366"/>
                <a:ext cx="4793" cy="208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40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一人一张口口下长只手</a:t>
                </a:r>
                <a:endParaRPr lang="zh-CN" sz="40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7" name="图形">
                <a:extLst>
                  <a:ext uri="{FF2B5EF4-FFF2-40B4-BE49-F238E27FC236}">
                    <a16:creationId xmlns:a16="http://schemas.microsoft.com/office/drawing/2014/main" id="{AB4E375A-72DC-A846-F0A7-A7C3814E82E9}"/>
                  </a:ext>
                </a:extLst>
              </p:cNvPr>
              <p:cNvCxnSpPr/>
              <p:nvPr/>
            </p:nvCxnSpPr>
            <p:spPr>
              <a:xfrm>
                <a:off x="9798" y="6651"/>
                <a:ext cx="440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图形">
            <a:extLst>
              <a:ext uri="{FF2B5EF4-FFF2-40B4-BE49-F238E27FC236}">
                <a16:creationId xmlns:a16="http://schemas.microsoft.com/office/drawing/2014/main" id="{055D45EE-3AAB-796B-B672-D741FCCE1646}"/>
              </a:ext>
            </a:extLst>
          </p:cNvPr>
          <p:cNvSpPr/>
          <p:nvPr>
            <p:custDataLst>
              <p:tags r:id="R16dbe6e2a3684efc"/>
            </p:custDataLst>
          </p:nvPr>
        </p:nvSpPr>
        <p:spPr>
          <a:xfrm>
            <a:off x="2638595" y="4679026"/>
            <a:ext cx="235521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拿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  <p:pic>
        <p:nvPicPr>
          <p:cNvPr id="6" name="图形">
            <a:extLst>
              <a:ext uri="{FF2B5EF4-FFF2-40B4-BE49-F238E27FC236}">
                <a16:creationId xmlns:a16="http://schemas.microsoft.com/office/drawing/2014/main" id="{14731662-6406-931C-004C-6514451F80F2}"/>
              </a:ext>
            </a:extLst>
          </p:cNvPr>
          <p:cNvPicPr>
            <a:picLocks noChangeAspect="1"/>
          </p:cNvPicPr>
          <p:nvPr/>
        </p:nvPicPr>
        <p:blipFill>
          <a:blip r:embed="R1ffafc6b5af942c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6562" y="675414"/>
            <a:ext cx="5585439" cy="5585439"/>
          </a:xfrm>
          <a:prstGeom prst="rect">
            <a:avLst/>
          </a:prstGeom>
        </p:spPr>
      </p:pic>
    </p:spTree>
    <p:custDataLst>
      <p:tags r:id="R43bb9689536e4ff9"/>
    </p:custDataLst>
    <p:extLst>
      <p:ext uri="{BB962C8B-B14F-4D97-AF65-F5344CB8AC3E}">
        <p14:creationId xmlns:p14="http://schemas.microsoft.com/office/powerpoint/2010/main" val="3626120482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3F418-25FC-59D4-D045-3CAD4892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A33A575-0D38-2201-7E0F-D59F3B80B774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进阶篇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经典字谜</a:t>
            </a:r>
          </a:p>
        </p:txBody>
      </p:sp>
      <p:pic>
        <p:nvPicPr>
          <p:cNvPr id="2" name="图形">
            <a:extLst>
              <a:ext uri="{FF2B5EF4-FFF2-40B4-BE49-F238E27FC236}">
                <a16:creationId xmlns:a16="http://schemas.microsoft.com/office/drawing/2014/main" id="{D634E476-746A-4C2B-0763-2D66C89431D6}"/>
              </a:ext>
            </a:extLst>
          </p:cNvPr>
          <p:cNvPicPr>
            <a:picLocks noChangeAspect="1"/>
          </p:cNvPicPr>
          <p:nvPr/>
        </p:nvPicPr>
        <p:blipFill>
          <a:blip r:embed="R8b940dadfeac41b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989" y="1616151"/>
            <a:ext cx="4515499" cy="4515499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85AEB709-FF3E-4A47-1C82-4805BE0E9CB7}"/>
              </a:ext>
            </a:extLst>
          </p:cNvPr>
          <p:cNvGrpSpPr/>
          <p:nvPr/>
        </p:nvGrpSpPr>
        <p:grpSpPr>
          <a:xfrm>
            <a:off x="4695817" y="1034179"/>
            <a:ext cx="7175892" cy="5585439"/>
            <a:chOff x="4685479" y="1006750"/>
            <a:chExt cx="7175892" cy="5585439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24C9BD3-9FFD-571C-F4A1-7CA8E186854D}"/>
                </a:ext>
              </a:extLst>
            </p:cNvPr>
            <p:cNvPicPr>
              <a:picLocks noChangeAspect="1"/>
            </p:cNvPicPr>
            <p:nvPr/>
          </p:nvPicPr>
          <p:blipFill>
            <a:blip r:embed="R65b62181d8544a7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85479" y="1006750"/>
              <a:ext cx="7175892" cy="5585439"/>
            </a:xfrm>
            <a:prstGeom prst="rect">
              <a:avLst/>
            </a:prstGeom>
          </p:spPr>
        </p:pic>
        <p:grpSp>
          <p:nvGrpSpPr>
            <p:cNvPr id="3" name="图形">
              <a:extLst>
                <a:ext uri="{FF2B5EF4-FFF2-40B4-BE49-F238E27FC236}">
                  <a16:creationId xmlns:a16="http://schemas.microsoft.com/office/drawing/2014/main" id="{CEF25FE4-43BC-5467-D6AC-6CA3E3644E05}"/>
                </a:ext>
              </a:extLst>
            </p:cNvPr>
            <p:cNvGrpSpPr/>
            <p:nvPr/>
          </p:nvGrpSpPr>
          <p:grpSpPr>
            <a:xfrm>
              <a:off x="6670992" y="2582099"/>
              <a:ext cx="3355975" cy="1642110"/>
              <a:chOff x="9592" y="3727"/>
              <a:chExt cx="5285" cy="2586"/>
            </a:xfrm>
          </p:grpSpPr>
          <p:sp>
            <p:nvSpPr>
              <p:cNvPr id="4" name="图形">
                <a:extLst>
                  <a:ext uri="{FF2B5EF4-FFF2-40B4-BE49-F238E27FC236}">
                    <a16:creationId xmlns:a16="http://schemas.microsoft.com/office/drawing/2014/main" id="{8D037263-128B-AF44-B2F8-16052DB280DD}"/>
                  </a:ext>
                </a:extLst>
              </p:cNvPr>
              <p:cNvSpPr/>
              <p:nvPr>
                <p:custDataLst>
                  <p:tags r:id="Rbdbf9d5b9d5d4c42"/>
                </p:custDataLst>
              </p:nvPr>
            </p:nvSpPr>
            <p:spPr>
              <a:xfrm>
                <a:off x="9592" y="3727"/>
                <a:ext cx="3490" cy="947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谜面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05: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F6A7219D-DB7E-C209-16D2-5752FD78FFA3}"/>
                  </a:ext>
                </a:extLst>
              </p:cNvPr>
              <p:cNvSpPr txBox="1"/>
              <p:nvPr>
                <p:custDataLst>
                  <p:tags r:id="Rf371f2787c1b4216"/>
                </p:custDataLst>
              </p:nvPr>
            </p:nvSpPr>
            <p:spPr>
              <a:xfrm>
                <a:off x="9592" y="5014"/>
                <a:ext cx="5285" cy="11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40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酿酒之后隔日</a:t>
                </a:r>
                <a:endParaRPr lang="zh-CN" sz="40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7" name="图形">
                <a:extLst>
                  <a:ext uri="{FF2B5EF4-FFF2-40B4-BE49-F238E27FC236}">
                    <a16:creationId xmlns:a16="http://schemas.microsoft.com/office/drawing/2014/main" id="{214E53DA-2DF5-F2FA-A199-B456F637F973}"/>
                  </a:ext>
                </a:extLst>
              </p:cNvPr>
              <p:cNvCxnSpPr/>
              <p:nvPr/>
            </p:nvCxnSpPr>
            <p:spPr>
              <a:xfrm>
                <a:off x="9798" y="6313"/>
                <a:ext cx="440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图形">
            <a:extLst>
              <a:ext uri="{FF2B5EF4-FFF2-40B4-BE49-F238E27FC236}">
                <a16:creationId xmlns:a16="http://schemas.microsoft.com/office/drawing/2014/main" id="{187B3BDA-CB87-4B4F-1559-E403F764A28A}"/>
              </a:ext>
            </a:extLst>
          </p:cNvPr>
          <p:cNvSpPr/>
          <p:nvPr>
            <p:custDataLst>
              <p:tags r:id="R415c771d5ad943d6"/>
            </p:custDataLst>
          </p:nvPr>
        </p:nvSpPr>
        <p:spPr>
          <a:xfrm>
            <a:off x="6542264" y="4578028"/>
            <a:ext cx="235521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香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603e0e7cde5f4a45"/>
    </p:custDataLst>
    <p:extLst>
      <p:ext uri="{BB962C8B-B14F-4D97-AF65-F5344CB8AC3E}">
        <p14:creationId xmlns:p14="http://schemas.microsoft.com/office/powerpoint/2010/main" val="373681832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8732-8F78-1DE5-1342-B150508E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80C951F-6C40-0990-E770-7050B51BB144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进阶篇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经典字谜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B4CC8AB-6879-B8B2-C72F-BFE19C92B0A0}"/>
              </a:ext>
            </a:extLst>
          </p:cNvPr>
          <p:cNvGrpSpPr/>
          <p:nvPr/>
        </p:nvGrpSpPr>
        <p:grpSpPr>
          <a:xfrm>
            <a:off x="274181" y="1211503"/>
            <a:ext cx="6647551" cy="5174198"/>
            <a:chOff x="5110781" y="1258503"/>
            <a:chExt cx="6647550" cy="5174198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36EFC249-E2A7-D50D-5A35-BF54179F1AE0}"/>
                </a:ext>
              </a:extLst>
            </p:cNvPr>
            <p:cNvPicPr>
              <a:picLocks noChangeAspect="1"/>
            </p:cNvPicPr>
            <p:nvPr/>
          </p:nvPicPr>
          <p:blipFill>
            <a:blip r:embed="R13cf21d4713440e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10781" y="1258503"/>
              <a:ext cx="6647550" cy="5174198"/>
            </a:xfrm>
            <a:prstGeom prst="rect">
              <a:avLst/>
            </a:prstGeom>
          </p:spPr>
        </p:pic>
        <p:grpSp>
          <p:nvGrpSpPr>
            <p:cNvPr id="3" name="图形">
              <a:extLst>
                <a:ext uri="{FF2B5EF4-FFF2-40B4-BE49-F238E27FC236}">
                  <a16:creationId xmlns:a16="http://schemas.microsoft.com/office/drawing/2014/main" id="{BD58D435-F955-21F0-6885-46374CCFB858}"/>
                </a:ext>
              </a:extLst>
            </p:cNvPr>
            <p:cNvGrpSpPr/>
            <p:nvPr/>
          </p:nvGrpSpPr>
          <p:grpSpPr>
            <a:xfrm>
              <a:off x="6670992" y="2582099"/>
              <a:ext cx="3876675" cy="1642110"/>
              <a:chOff x="9592" y="3727"/>
              <a:chExt cx="6105" cy="2586"/>
            </a:xfrm>
          </p:grpSpPr>
          <p:sp>
            <p:nvSpPr>
              <p:cNvPr id="4" name="图形">
                <a:extLst>
                  <a:ext uri="{FF2B5EF4-FFF2-40B4-BE49-F238E27FC236}">
                    <a16:creationId xmlns:a16="http://schemas.microsoft.com/office/drawing/2014/main" id="{42BA06C3-ECBA-1DCA-E13E-FD7B03CD6233}"/>
                  </a:ext>
                </a:extLst>
              </p:cNvPr>
              <p:cNvSpPr/>
              <p:nvPr>
                <p:custDataLst>
                  <p:tags r:id="R94898b08af02435c"/>
                </p:custDataLst>
              </p:nvPr>
            </p:nvSpPr>
            <p:spPr>
              <a:xfrm>
                <a:off x="9592" y="3727"/>
                <a:ext cx="3490" cy="947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谜面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06: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FE8C0A82-BA49-3079-7BB6-D9FA9B0108AD}"/>
                  </a:ext>
                </a:extLst>
              </p:cNvPr>
              <p:cNvSpPr txBox="1"/>
              <p:nvPr>
                <p:custDataLst>
                  <p:tags r:id="Rf54905ea19be4dd4"/>
                </p:custDataLst>
              </p:nvPr>
            </p:nvSpPr>
            <p:spPr>
              <a:xfrm>
                <a:off x="9592" y="5014"/>
                <a:ext cx="6105" cy="11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40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一勾心月伴三星</a:t>
                </a:r>
                <a:endParaRPr lang="zh-CN" sz="40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7" name="图形">
                <a:extLst>
                  <a:ext uri="{FF2B5EF4-FFF2-40B4-BE49-F238E27FC236}">
                    <a16:creationId xmlns:a16="http://schemas.microsoft.com/office/drawing/2014/main" id="{3A70C5DB-0281-C362-A609-F2FDE92C135D}"/>
                  </a:ext>
                </a:extLst>
              </p:cNvPr>
              <p:cNvCxnSpPr/>
              <p:nvPr/>
            </p:nvCxnSpPr>
            <p:spPr>
              <a:xfrm>
                <a:off x="9798" y="6313"/>
                <a:ext cx="440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图形">
            <a:extLst>
              <a:ext uri="{FF2B5EF4-FFF2-40B4-BE49-F238E27FC236}">
                <a16:creationId xmlns:a16="http://schemas.microsoft.com/office/drawing/2014/main" id="{581CE411-4F38-3222-A779-4D7476CEEA8E}"/>
              </a:ext>
            </a:extLst>
          </p:cNvPr>
          <p:cNvSpPr/>
          <p:nvPr>
            <p:custDataLst>
              <p:tags r:id="R0efc85619e544a33"/>
            </p:custDataLst>
          </p:nvPr>
        </p:nvSpPr>
        <p:spPr>
          <a:xfrm>
            <a:off x="1695327" y="4503601"/>
            <a:ext cx="235521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心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  <p:pic>
        <p:nvPicPr>
          <p:cNvPr id="6" name="图形">
            <a:extLst>
              <a:ext uri="{FF2B5EF4-FFF2-40B4-BE49-F238E27FC236}">
                <a16:creationId xmlns:a16="http://schemas.microsoft.com/office/drawing/2014/main" id="{850F66D3-A699-9F6D-BCC2-04D9E6C5FAD6}"/>
              </a:ext>
            </a:extLst>
          </p:cNvPr>
          <p:cNvPicPr>
            <a:picLocks noChangeAspect="1"/>
          </p:cNvPicPr>
          <p:nvPr/>
        </p:nvPicPr>
        <p:blipFill>
          <a:blip r:embed="Rdaf417692a104d2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1817" y="1924495"/>
            <a:ext cx="5666003" cy="3541250"/>
          </a:xfrm>
          <a:prstGeom prst="rect">
            <a:avLst/>
          </a:prstGeom>
        </p:spPr>
      </p:pic>
    </p:spTree>
    <p:custDataLst>
      <p:tags r:id="Rb4971499e7e7456c"/>
    </p:custDataLst>
    <p:extLst>
      <p:ext uri="{BB962C8B-B14F-4D97-AF65-F5344CB8AC3E}">
        <p14:creationId xmlns:p14="http://schemas.microsoft.com/office/powerpoint/2010/main" val="986758611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47431-D2E5-90B0-BF05-BE62DF2A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6DEA8CD-64F9-BAE3-5ACC-E89687C0A95A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进阶篇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经典字谜</a:t>
            </a:r>
          </a:p>
        </p:txBody>
      </p:sp>
      <p:pic>
        <p:nvPicPr>
          <p:cNvPr id="2" name="图形">
            <a:extLst>
              <a:ext uri="{FF2B5EF4-FFF2-40B4-BE49-F238E27FC236}">
                <a16:creationId xmlns:a16="http://schemas.microsoft.com/office/drawing/2014/main" id="{5E898C09-E750-A429-A79E-607A36A69AA9}"/>
              </a:ext>
            </a:extLst>
          </p:cNvPr>
          <p:cNvPicPr>
            <a:picLocks noChangeAspect="1"/>
          </p:cNvPicPr>
          <p:nvPr/>
        </p:nvPicPr>
        <p:blipFill>
          <a:blip r:embed="Rc39b7af7a95641b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1471205"/>
            <a:ext cx="5097471" cy="509747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621C63E2-655F-6AA0-5A53-DC9A1507739D}"/>
              </a:ext>
            </a:extLst>
          </p:cNvPr>
          <p:cNvGrpSpPr/>
          <p:nvPr/>
        </p:nvGrpSpPr>
        <p:grpSpPr>
          <a:xfrm>
            <a:off x="4695817" y="1034179"/>
            <a:ext cx="7175892" cy="5585439"/>
            <a:chOff x="4685479" y="1006750"/>
            <a:chExt cx="7175892" cy="5585439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611B6E5B-EB94-C86C-250B-BA4005CFDC65}"/>
                </a:ext>
              </a:extLst>
            </p:cNvPr>
            <p:cNvPicPr>
              <a:picLocks noChangeAspect="1"/>
            </p:cNvPicPr>
            <p:nvPr/>
          </p:nvPicPr>
          <p:blipFill>
            <a:blip r:embed="Ra5a55d7ecf0b4c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85479" y="1006750"/>
              <a:ext cx="7175892" cy="5585439"/>
            </a:xfrm>
            <a:prstGeom prst="rect">
              <a:avLst/>
            </a:prstGeom>
          </p:spPr>
        </p:pic>
        <p:grpSp>
          <p:nvGrpSpPr>
            <p:cNvPr id="3" name="图形">
              <a:extLst>
                <a:ext uri="{FF2B5EF4-FFF2-40B4-BE49-F238E27FC236}">
                  <a16:creationId xmlns:a16="http://schemas.microsoft.com/office/drawing/2014/main" id="{C8AA345C-6AFE-B67C-1FFC-7E8A60B86A43}"/>
                </a:ext>
              </a:extLst>
            </p:cNvPr>
            <p:cNvGrpSpPr/>
            <p:nvPr/>
          </p:nvGrpSpPr>
          <p:grpSpPr>
            <a:xfrm>
              <a:off x="6670992" y="2582099"/>
              <a:ext cx="2924810" cy="1642110"/>
              <a:chOff x="9592" y="3727"/>
              <a:chExt cx="4606" cy="2586"/>
            </a:xfrm>
          </p:grpSpPr>
          <p:sp>
            <p:nvSpPr>
              <p:cNvPr id="4" name="图形">
                <a:extLst>
                  <a:ext uri="{FF2B5EF4-FFF2-40B4-BE49-F238E27FC236}">
                    <a16:creationId xmlns:a16="http://schemas.microsoft.com/office/drawing/2014/main" id="{9B67C3E8-0E7C-4D8A-C7CC-A776A9C7E290}"/>
                  </a:ext>
                </a:extLst>
              </p:cNvPr>
              <p:cNvSpPr/>
              <p:nvPr>
                <p:custDataLst>
                  <p:tags r:id="Rf81c7cf224234992"/>
                </p:custDataLst>
              </p:nvPr>
            </p:nvSpPr>
            <p:spPr>
              <a:xfrm>
                <a:off x="9592" y="3727"/>
                <a:ext cx="3490" cy="947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谜面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07: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F6E8DC63-E7AA-53CC-1431-8F2137F00BC0}"/>
                  </a:ext>
                </a:extLst>
              </p:cNvPr>
              <p:cNvSpPr txBox="1"/>
              <p:nvPr>
                <p:custDataLst>
                  <p:tags r:id="R4925b5a6a99b4e12"/>
                </p:custDataLst>
              </p:nvPr>
            </p:nvSpPr>
            <p:spPr>
              <a:xfrm>
                <a:off x="9592" y="5014"/>
                <a:ext cx="3709" cy="11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40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有人偷车</a:t>
                </a:r>
                <a:endParaRPr lang="zh-CN" sz="40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7" name="图形">
                <a:extLst>
                  <a:ext uri="{FF2B5EF4-FFF2-40B4-BE49-F238E27FC236}">
                    <a16:creationId xmlns:a16="http://schemas.microsoft.com/office/drawing/2014/main" id="{A08FE2B9-0052-4529-FE0A-1131D7DEAB1E}"/>
                  </a:ext>
                </a:extLst>
              </p:cNvPr>
              <p:cNvCxnSpPr/>
              <p:nvPr/>
            </p:nvCxnSpPr>
            <p:spPr>
              <a:xfrm>
                <a:off x="9798" y="6313"/>
                <a:ext cx="440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图形">
            <a:extLst>
              <a:ext uri="{FF2B5EF4-FFF2-40B4-BE49-F238E27FC236}">
                <a16:creationId xmlns:a16="http://schemas.microsoft.com/office/drawing/2014/main" id="{072F16DF-3062-DBDE-958B-EBACA5477137}"/>
              </a:ext>
            </a:extLst>
          </p:cNvPr>
          <p:cNvSpPr/>
          <p:nvPr>
            <p:custDataLst>
              <p:tags r:id="R283a541f43df46b2"/>
            </p:custDataLst>
          </p:nvPr>
        </p:nvSpPr>
        <p:spPr>
          <a:xfrm>
            <a:off x="6611798" y="4454870"/>
            <a:ext cx="235521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有人偷车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9bfa2a8db72140e3"/>
    </p:custDataLst>
    <p:extLst>
      <p:ext uri="{BB962C8B-B14F-4D97-AF65-F5344CB8AC3E}">
        <p14:creationId xmlns:p14="http://schemas.microsoft.com/office/powerpoint/2010/main" val="2979410447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B47F3-12C6-782E-89E8-1A7B563F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F57D3EC-E553-6ADB-4257-F4F400902104}"/>
              </a:ext>
            </a:extLst>
          </p:cNvPr>
          <p:cNvPicPr>
            <a:picLocks noChangeAspect="1"/>
          </p:cNvPicPr>
          <p:nvPr/>
        </p:nvPicPr>
        <p:blipFill>
          <a:blip r:embed="R79e820ecaf16441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CA3A933C-CC36-7DF4-2C8D-A2641D473210}"/>
              </a:ext>
            </a:extLst>
          </p:cNvPr>
          <p:cNvGrpSpPr/>
          <p:nvPr/>
        </p:nvGrpSpPr>
        <p:grpSpPr>
          <a:xfrm>
            <a:off x="499457" y="306431"/>
            <a:ext cx="11400801" cy="422143"/>
            <a:chOff x="437602" y="226322"/>
            <a:chExt cx="11575860" cy="428625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4E76CD39-DF03-98B5-E9B9-4BB985C2B085}"/>
                </a:ext>
              </a:extLst>
            </p:cNvPr>
            <p:cNvPicPr>
              <a:picLocks noChangeAspect="1"/>
            </p:cNvPicPr>
            <p:nvPr/>
          </p:nvPicPr>
          <p:blipFill>
            <a:blip r:embed="Re03c30befd5f457a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602" y="288234"/>
              <a:ext cx="1257300" cy="304800"/>
            </a:xfrm>
            <a:prstGeom prst="rect">
              <a:avLst/>
            </a:prstGeom>
          </p:spPr>
        </p:pic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0D45E77B-0067-26B8-7D0D-949580254B76}"/>
                </a:ext>
              </a:extLst>
            </p:cNvPr>
            <p:cNvCxnSpPr/>
            <p:nvPr/>
          </p:nvCxnSpPr>
          <p:spPr>
            <a:xfrm>
              <a:off x="1860576" y="440634"/>
              <a:ext cx="92442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25D84622-3512-2DAC-9CFA-DF186CD17AA9}"/>
                </a:ext>
              </a:extLst>
            </p:cNvPr>
            <p:cNvPicPr>
              <a:picLocks noChangeAspect="1"/>
            </p:cNvPicPr>
            <p:nvPr/>
          </p:nvPicPr>
          <p:blipFill>
            <a:blip r:embed="R77f03b6150d44cc5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0512" y="226322"/>
              <a:ext cx="742950" cy="428625"/>
            </a:xfrm>
            <a:prstGeom prst="rect">
              <a:avLst/>
            </a:prstGeom>
          </p:spPr>
        </p:pic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B08E5C3F-033B-3114-B99E-68E39EF41227}"/>
              </a:ext>
            </a:extLst>
          </p:cNvPr>
          <p:cNvPicPr>
            <a:picLocks noChangeAspect="1"/>
          </p:cNvPicPr>
          <p:nvPr/>
        </p:nvPicPr>
        <p:blipFill>
          <a:blip r:embed="R4e5e49b7348647b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34"/>
          <a:stretch>
            <a:fillRect/>
          </a:stretch>
        </p:blipFill>
        <p:spPr>
          <a:xfrm>
            <a:off x="0" y="306432"/>
            <a:ext cx="5609224" cy="6245141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FE7C31BB-F6E5-0049-7F53-2D1406923F4F}"/>
              </a:ext>
            </a:extLst>
          </p:cNvPr>
          <p:cNvPicPr>
            <a:picLocks noChangeAspect="1"/>
          </p:cNvPicPr>
          <p:nvPr/>
        </p:nvPicPr>
        <p:blipFill>
          <a:blip r:embed="Rc98cf3e65b1541b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108" y="875550"/>
            <a:ext cx="847725" cy="84772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F3251411-D462-7D32-454A-579A162B7AB3}"/>
              </a:ext>
            </a:extLst>
          </p:cNvPr>
          <p:cNvPicPr>
            <a:picLocks noChangeAspect="1"/>
          </p:cNvPicPr>
          <p:nvPr/>
        </p:nvPicPr>
        <p:blipFill>
          <a:blip r:embed="Rc98cf3e65b1541b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214" y="5361010"/>
            <a:ext cx="847725" cy="84772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4FA344E7-63C6-A6CB-11A2-205A8E11D9C2}"/>
              </a:ext>
            </a:extLst>
          </p:cNvPr>
          <p:cNvPicPr>
            <a:picLocks noChangeAspect="1"/>
          </p:cNvPicPr>
          <p:nvPr/>
        </p:nvPicPr>
        <p:blipFill>
          <a:blip r:embed="Rc98cf3e65b1541b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15" y="5558591"/>
            <a:ext cx="847725" cy="84772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146E6235-5656-24C9-EFF2-1B1C9D014D6B}"/>
              </a:ext>
            </a:extLst>
          </p:cNvPr>
          <p:cNvGrpSpPr/>
          <p:nvPr/>
        </p:nvGrpSpPr>
        <p:grpSpPr>
          <a:xfrm>
            <a:off x="5709869" y="1950186"/>
            <a:ext cx="5609224" cy="1631216"/>
            <a:chOff x="1012921" y="2392326"/>
            <a:chExt cx="5177794" cy="6603836"/>
          </a:xfrm>
          <a:effectLst>
            <a:outerShdw blurRad="50800" dist="63500" dir="5400000" algn="t" rotWithShape="0">
              <a:srgbClr val="860600">
                <a:alpha val="49804"/>
              </a:srgbClr>
            </a:outerShdw>
          </a:effectLst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781C478-EECB-B508-B00D-619217230B46}"/>
                </a:ext>
              </a:extLst>
            </p:cNvPr>
            <p:cNvSpPr txBox="1"/>
            <p:nvPr/>
          </p:nvSpPr>
          <p:spPr>
            <a:xfrm>
              <a:off x="1012921" y="2392326"/>
              <a:ext cx="5177794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ln w="76200">
                    <a:solidFill>
                      <a:srgbClr val="DA0800"/>
                    </a:solidFill>
                  </a:ln>
                  <a:noFill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常识灯谜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0655FF8-485F-2495-19AE-B0F897756C88}"/>
                </a:ext>
              </a:extLst>
            </p:cNvPr>
            <p:cNvSpPr txBox="1"/>
            <p:nvPr/>
          </p:nvSpPr>
          <p:spPr>
            <a:xfrm>
              <a:off x="1012921" y="2392326"/>
              <a:ext cx="5177794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常识灯谜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4965236-1BBD-5297-862D-AC5893928062}"/>
              </a:ext>
            </a:extLst>
          </p:cNvPr>
          <p:cNvSpPr/>
          <p:nvPr/>
        </p:nvSpPr>
        <p:spPr>
          <a:xfrm>
            <a:off x="6148737" y="3694141"/>
            <a:ext cx="4731488" cy="4370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BA8"/>
              </a:gs>
              <a:gs pos="86000">
                <a:schemeClr val="bg1"/>
              </a:gs>
            </a:gsLst>
            <a:lin ang="7800000" scaled="0"/>
          </a:gra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2400">
                <a:ln>
                  <a:noFill/>
                </a:ln>
                <a:solidFill>
                  <a:srgbClr val="DA0800"/>
                </a:soli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正月十五闹元宵猜灯谜赢大奖</a:t>
            </a:r>
            <a:endParaRPr lang="en-US" altLang="zh-CN" sz="2400">
              <a:ln>
                <a:noFill/>
              </a:ln>
              <a:solidFill>
                <a:srgbClr val="DA0800"/>
              </a:solidFill>
              <a:effectLst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7E24EF-0A85-6582-7E62-3B0948D5808E}"/>
              </a:ext>
            </a:extLst>
          </p:cNvPr>
          <p:cNvSpPr txBox="1"/>
          <p:nvPr/>
        </p:nvSpPr>
        <p:spPr>
          <a:xfrm>
            <a:off x="6472974" y="626528"/>
            <a:ext cx="408301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b="1">
                <a:gradFill>
                  <a:gsLst>
                    <a:gs pos="13000">
                      <a:srgbClr val="FFDBA8"/>
                    </a:gs>
                    <a:gs pos="51000">
                      <a:schemeClr val="bg1">
                        <a:alpha val="0"/>
                      </a:schemeClr>
                    </a:gs>
                  </a:gsLst>
                  <a:lin ang="60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03</a:t>
            </a:r>
            <a:endParaRPr lang="zh-CN" altLang="en-US" sz="16600" b="1">
              <a:gradFill>
                <a:gsLst>
                  <a:gs pos="13000">
                    <a:srgbClr val="FFDBA8"/>
                  </a:gs>
                  <a:gs pos="51000">
                    <a:schemeClr val="bg1">
                      <a:alpha val="0"/>
                    </a:schemeClr>
                  </a:gs>
                </a:gsLst>
                <a:lin ang="60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1918FD-66B6-A874-12D5-20E941183C3A}"/>
              </a:ext>
            </a:extLst>
          </p:cNvPr>
          <p:cNvSpPr txBox="1"/>
          <p:nvPr/>
        </p:nvSpPr>
        <p:spPr>
          <a:xfrm>
            <a:off x="6706946" y="4440795"/>
            <a:ext cx="3615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LANTERN FESTIVAL</a:t>
            </a:r>
            <a:endParaRPr lang="zh-CN" altLang="en-US" sz="2400"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019F3E-CD1E-DE2B-DF38-9C2C3D63CA6F}"/>
              </a:ext>
            </a:extLst>
          </p:cNvPr>
          <p:cNvSpPr txBox="1"/>
          <p:nvPr/>
        </p:nvSpPr>
        <p:spPr>
          <a:xfrm>
            <a:off x="6983394" y="4938907"/>
            <a:ext cx="3062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灯火阑珊闹元宵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E4855A-C625-B0C6-FC90-25B8A387E72A}"/>
              </a:ext>
            </a:extLst>
          </p:cNvPr>
          <p:cNvSpPr txBox="1"/>
          <p:nvPr/>
        </p:nvSpPr>
        <p:spPr>
          <a:xfrm>
            <a:off x="7366165" y="5459115"/>
            <a:ext cx="229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FFCA6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237FC5-7C62-7EB2-2FEC-3CDDFFED1F04}"/>
              </a:ext>
            </a:extLst>
          </p:cNvPr>
          <p:cNvPicPr>
            <a:picLocks noChangeAspect="1"/>
          </p:cNvPicPr>
          <p:nvPr/>
        </p:nvPicPr>
        <p:blipFill>
          <a:blip r:embed="Re2e6593a683344b3">
            <a:extLst>
              <a:ext uri="{BEBA8EAE-BF5A-486C-A8C5-ECC9F3942E4B}">
                <a14:imgProps xmlns:a14="http://schemas.microsoft.com/office/drawing/2010/main">
                  <a14:imgLayer r:embed="R2e9003f7a89649cc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7146" y="5074922"/>
            <a:ext cx="1021556" cy="1074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8726EC-EC21-53E2-035F-9DB734BD4054}"/>
              </a:ext>
            </a:extLst>
          </p:cNvPr>
          <p:cNvPicPr>
            <a:picLocks noChangeAspect="1"/>
          </p:cNvPicPr>
          <p:nvPr/>
        </p:nvPicPr>
        <p:blipFill>
          <a:blip r:embed="Re2e6593a683344b3">
            <a:extLst>
              <a:ext uri="{BEBA8EAE-BF5A-486C-A8C5-ECC9F3942E4B}">
                <a14:imgProps xmlns:a14="http://schemas.microsoft.com/office/drawing/2010/main">
                  <a14:imgLayer r:embed="Rce34ff39d04643ee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7409" y="4649009"/>
            <a:ext cx="1021556" cy="1074578"/>
          </a:xfrm>
          <a:prstGeom prst="rect">
            <a:avLst/>
          </a:prstGeom>
        </p:spPr>
      </p:pic>
    </p:spTree>
    <p:custDataLst>
      <p:tags r:id="R74442f81634f4ded"/>
    </p:custDataLst>
    <p:extLst>
      <p:ext uri="{BB962C8B-B14F-4D97-AF65-F5344CB8AC3E}">
        <p14:creationId xmlns:p14="http://schemas.microsoft.com/office/powerpoint/2010/main" val="1085038096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27A2C-01F7-BCBD-2547-94C12F81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C175F7A-265C-FBAD-5B7B-06F8E72742CA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8DD1F3D-B583-0EAC-B7F5-5BED99BC12A2}"/>
              </a:ext>
            </a:extLst>
          </p:cNvPr>
          <p:cNvGrpSpPr/>
          <p:nvPr/>
        </p:nvGrpSpPr>
        <p:grpSpPr>
          <a:xfrm>
            <a:off x="872239" y="1818169"/>
            <a:ext cx="5980813" cy="3987209"/>
            <a:chOff x="1291856" y="1616149"/>
            <a:chExt cx="5980813" cy="398720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F63C0B2-8835-BCB7-F93B-320814FB341D}"/>
                </a:ext>
              </a:extLst>
            </p:cNvPr>
            <p:cNvPicPr>
              <a:picLocks noChangeAspect="1"/>
            </p:cNvPicPr>
            <p:nvPr/>
          </p:nvPicPr>
          <p:blipFill>
            <a:blip r:embed="R872f0e1f9bb04f7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1856" y="1616149"/>
              <a:ext cx="5980813" cy="3987209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1EE35D1-2150-254F-178F-46584B45AF29}"/>
                </a:ext>
              </a:extLst>
            </p:cNvPr>
            <p:cNvGrpSpPr/>
            <p:nvPr/>
          </p:nvGrpSpPr>
          <p:grpSpPr>
            <a:xfrm>
              <a:off x="2690126" y="2180757"/>
              <a:ext cx="3246120" cy="2173128"/>
              <a:chOff x="2690126" y="2180757"/>
              <a:chExt cx="3246120" cy="2173128"/>
            </a:xfrm>
          </p:grpSpPr>
          <p:sp>
            <p:nvSpPr>
              <p:cNvPr id="15" name="图形">
                <a:extLst>
                  <a:ext uri="{FF2B5EF4-FFF2-40B4-BE49-F238E27FC236}">
                    <a16:creationId xmlns:a16="http://schemas.microsoft.com/office/drawing/2014/main" id="{EA9FF726-1BCB-6AA7-9C9F-CB95D10402D5}"/>
                  </a:ext>
                </a:extLst>
              </p:cNvPr>
              <p:cNvSpPr/>
              <p:nvPr>
                <p:custDataLst>
                  <p:tags r:id="R27b20576230e483a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FB40878C-1517-5F38-03A3-488FBCB80DD2}"/>
                  </a:ext>
                </a:extLst>
              </p:cNvPr>
              <p:cNvSpPr txBox="1"/>
              <p:nvPr>
                <p:custDataLst>
                  <p:tags r:id="Raea82dd0bf534f0e"/>
                </p:custDataLst>
              </p:nvPr>
            </p:nvSpPr>
            <p:spPr>
              <a:xfrm>
                <a:off x="2702826" y="3055152"/>
                <a:ext cx="3233420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沫若乡间住处打北京一地名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ABBCBDE8-A586-E486-7FAA-69B4828B3CFD}"/>
                  </a:ext>
                </a:extLst>
              </p:cNvPr>
              <p:cNvCxnSpPr/>
              <p:nvPr>
                <p:custDataLst>
                  <p:tags r:id="Rfd5434078600439d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63DF0258-10AE-3FEE-B3FF-FCDE4A734ED5}"/>
              </a:ext>
            </a:extLst>
          </p:cNvPr>
          <p:cNvSpPr/>
          <p:nvPr>
            <p:custDataLst>
              <p:tags r:id="R4e10ee0498f34362"/>
            </p:custDataLst>
          </p:nvPr>
        </p:nvSpPr>
        <p:spPr>
          <a:xfrm>
            <a:off x="2252760" y="4733744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sz="2800" b="1">
                <a:ln>
                  <a:noFill/>
                </a:ln>
                <a:solidFill>
                  <a:srgbClr val="DA0800"/>
                </a:solidFill>
                <a:effectLst/>
                <a:cs typeface="+mn-ea"/>
                <a:sym typeface="+mn-lt"/>
              </a:rPr>
              <a:t>答案：【郭公庄】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F12F69-746F-F7B8-087F-23B49A38D1D4}"/>
              </a:ext>
            </a:extLst>
          </p:cNvPr>
          <p:cNvPicPr>
            <a:picLocks noChangeAspect="1"/>
          </p:cNvPicPr>
          <p:nvPr/>
        </p:nvPicPr>
        <p:blipFill>
          <a:blip r:embed="Rfe0a674d4f1041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2725" y="1978268"/>
            <a:ext cx="4267039" cy="4267038"/>
          </a:xfrm>
          <a:prstGeom prst="rect">
            <a:avLst/>
          </a:prstGeom>
        </p:spPr>
      </p:pic>
    </p:spTree>
    <p:custDataLst>
      <p:tags r:id="Rc161884e99ce4254"/>
    </p:custDataLst>
    <p:extLst>
      <p:ext uri="{BB962C8B-B14F-4D97-AF65-F5344CB8AC3E}">
        <p14:creationId xmlns:p14="http://schemas.microsoft.com/office/powerpoint/2010/main" val="161823225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852D-3CF6-1362-D92A-01826A9E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20220C-79E2-BB66-6491-70C54ADE5B25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ABD70E-44EA-0D97-9451-F907A42A2279}"/>
              </a:ext>
            </a:extLst>
          </p:cNvPr>
          <p:cNvPicPr>
            <a:picLocks noChangeAspect="1"/>
          </p:cNvPicPr>
          <p:nvPr/>
        </p:nvPicPr>
        <p:blipFill>
          <a:blip r:embed="R39de44ce18704e8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354" y="1850677"/>
            <a:ext cx="4267039" cy="4267038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D2A7C998-4882-B3AD-27D4-46628941AA29}"/>
              </a:ext>
            </a:extLst>
          </p:cNvPr>
          <p:cNvGrpSpPr/>
          <p:nvPr/>
        </p:nvGrpSpPr>
        <p:grpSpPr>
          <a:xfrm>
            <a:off x="5296994" y="1690578"/>
            <a:ext cx="5980813" cy="3987209"/>
            <a:chOff x="1291856" y="1616149"/>
            <a:chExt cx="5980813" cy="398720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41B8232-A3CD-3C3B-BFB8-82E081B260CC}"/>
                </a:ext>
              </a:extLst>
            </p:cNvPr>
            <p:cNvPicPr>
              <a:picLocks noChangeAspect="1"/>
            </p:cNvPicPr>
            <p:nvPr/>
          </p:nvPicPr>
          <p:blipFill>
            <a:blip r:embed="Re027a5c4274648c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1856" y="1616149"/>
              <a:ext cx="5980813" cy="3987209"/>
            </a:xfrm>
            <a:prstGeom prst="rect">
              <a:avLst/>
            </a:prstGeom>
          </p:spPr>
        </p:pic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8926223-715C-1176-4155-9D86E2EC1B74}"/>
                </a:ext>
              </a:extLst>
            </p:cNvPr>
            <p:cNvGrpSpPr/>
            <p:nvPr/>
          </p:nvGrpSpPr>
          <p:grpSpPr>
            <a:xfrm>
              <a:off x="2690126" y="2180757"/>
              <a:ext cx="3753204" cy="2173128"/>
              <a:chOff x="2690126" y="2180757"/>
              <a:chExt cx="3753204" cy="2173128"/>
            </a:xfrm>
          </p:grpSpPr>
          <p:sp>
            <p:nvSpPr>
              <p:cNvPr id="12" name="图形">
                <a:extLst>
                  <a:ext uri="{FF2B5EF4-FFF2-40B4-BE49-F238E27FC236}">
                    <a16:creationId xmlns:a16="http://schemas.microsoft.com/office/drawing/2014/main" id="{272787E5-872F-F269-1DAD-BE4489635CDE}"/>
                  </a:ext>
                </a:extLst>
              </p:cNvPr>
              <p:cNvSpPr/>
              <p:nvPr>
                <p:custDataLst>
                  <p:tags r:id="R1f2b0664db244e7d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13" name="图形">
                <a:extLst>
                  <a:ext uri="{FF2B5EF4-FFF2-40B4-BE49-F238E27FC236}">
                    <a16:creationId xmlns:a16="http://schemas.microsoft.com/office/drawing/2014/main" id="{F6B6A9DF-31AA-8CEA-BD5C-6A17AC4E8673}"/>
                  </a:ext>
                </a:extLst>
              </p:cNvPr>
              <p:cNvSpPr txBox="1"/>
              <p:nvPr>
                <p:custDataLst>
                  <p:tags r:id="R0f85415f2aff4413"/>
                </p:custDataLst>
              </p:nvPr>
            </p:nvSpPr>
            <p:spPr>
              <a:xfrm>
                <a:off x="2702826" y="3055152"/>
                <a:ext cx="3740504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山水之间一方独立打重庆一地名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14" name="图形">
                <a:extLst>
                  <a:ext uri="{FF2B5EF4-FFF2-40B4-BE49-F238E27FC236}">
                    <a16:creationId xmlns:a16="http://schemas.microsoft.com/office/drawing/2014/main" id="{4BE628F6-7CDE-9797-4DF4-76A584C73BD8}"/>
                  </a:ext>
                </a:extLst>
              </p:cNvPr>
              <p:cNvCxnSpPr/>
              <p:nvPr>
                <p:custDataLst>
                  <p:tags r:id="R8dc07e471bdf49e3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图形">
            <a:extLst>
              <a:ext uri="{FF2B5EF4-FFF2-40B4-BE49-F238E27FC236}">
                <a16:creationId xmlns:a16="http://schemas.microsoft.com/office/drawing/2014/main" id="{FDD306B0-9BD3-B61E-202A-123952DB2DF3}"/>
              </a:ext>
            </a:extLst>
          </p:cNvPr>
          <p:cNvSpPr/>
          <p:nvPr>
            <p:custDataLst>
              <p:tags r:id="R0d322fbbb7444811"/>
            </p:custDataLst>
          </p:nvPr>
        </p:nvSpPr>
        <p:spPr>
          <a:xfrm>
            <a:off x="6683199" y="4606153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涪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fú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陵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a8a64268ff8c4543"/>
    </p:custDataLst>
    <p:extLst>
      <p:ext uri="{BB962C8B-B14F-4D97-AF65-F5344CB8AC3E}">
        <p14:creationId xmlns:p14="http://schemas.microsoft.com/office/powerpoint/2010/main" val="336403529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B0B19-21C1-4021-79DA-41C69E65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AF6BB43-4D9D-1A1E-81D5-B26CBEB06F0D}"/>
              </a:ext>
            </a:extLst>
          </p:cNvPr>
          <p:cNvPicPr>
            <a:picLocks noChangeAspect="1"/>
          </p:cNvPicPr>
          <p:nvPr/>
        </p:nvPicPr>
        <p:blipFill>
          <a:blip r:embed="Rc0e8849686334ab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0851" y="1461573"/>
            <a:ext cx="4799279" cy="4799278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4CBD10A-9C3E-81EC-A6BC-FBA3F06F1E63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236CA54-51DC-1743-B179-92CB0F68A45C}"/>
              </a:ext>
            </a:extLst>
          </p:cNvPr>
          <p:cNvGrpSpPr/>
          <p:nvPr/>
        </p:nvGrpSpPr>
        <p:grpSpPr>
          <a:xfrm>
            <a:off x="1036676" y="1818169"/>
            <a:ext cx="5980813" cy="3987209"/>
            <a:chOff x="1291856" y="1616149"/>
            <a:chExt cx="5980813" cy="398720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F3435A9-7692-0D37-735E-9DC5BD871029}"/>
                </a:ext>
              </a:extLst>
            </p:cNvPr>
            <p:cNvPicPr>
              <a:picLocks noChangeAspect="1"/>
            </p:cNvPicPr>
            <p:nvPr/>
          </p:nvPicPr>
          <p:blipFill>
            <a:blip r:embed="R0e258da7222e42c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1856" y="1616149"/>
              <a:ext cx="5980813" cy="3987209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AF0C4E9-BE33-DA0E-7A75-2D2BFC0FB052}"/>
                </a:ext>
              </a:extLst>
            </p:cNvPr>
            <p:cNvGrpSpPr/>
            <p:nvPr/>
          </p:nvGrpSpPr>
          <p:grpSpPr>
            <a:xfrm>
              <a:off x="2690126" y="2180757"/>
              <a:ext cx="3159760" cy="2173128"/>
              <a:chOff x="2690126" y="2180757"/>
              <a:chExt cx="3159760" cy="2173128"/>
            </a:xfrm>
          </p:grpSpPr>
          <p:sp>
            <p:nvSpPr>
              <p:cNvPr id="15" name="图形">
                <a:extLst>
                  <a:ext uri="{FF2B5EF4-FFF2-40B4-BE49-F238E27FC236}">
                    <a16:creationId xmlns:a16="http://schemas.microsoft.com/office/drawing/2014/main" id="{E8B4DE43-1EF0-155D-6404-BA757092603A}"/>
                  </a:ext>
                </a:extLst>
              </p:cNvPr>
              <p:cNvSpPr/>
              <p:nvPr>
                <p:custDataLst>
                  <p:tags r:id="Rd3b3ad2806da49a7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BF5F45B1-782F-5205-5893-632EC548080B}"/>
                  </a:ext>
                </a:extLst>
              </p:cNvPr>
              <p:cNvSpPr txBox="1"/>
              <p:nvPr>
                <p:custDataLst>
                  <p:tags r:id="R8e3a2db540bc4d1a"/>
                </p:custDataLst>
              </p:nvPr>
            </p:nvSpPr>
            <p:spPr>
              <a:xfrm>
                <a:off x="2702826" y="3055152"/>
                <a:ext cx="3001645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固若金汤打河北一地名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5EE11032-CA4A-F5B8-B8CB-211D5A63D389}"/>
                  </a:ext>
                </a:extLst>
              </p:cNvPr>
              <p:cNvCxnSpPr/>
              <p:nvPr>
                <p:custDataLst>
                  <p:tags r:id="R85895d9f93d4402b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C2D56AAA-E076-22DA-F49B-333A4677F374}"/>
              </a:ext>
            </a:extLst>
          </p:cNvPr>
          <p:cNvSpPr/>
          <p:nvPr>
            <p:custDataLst>
              <p:tags r:id="R414bb10e2a494435"/>
            </p:custDataLst>
          </p:nvPr>
        </p:nvSpPr>
        <p:spPr>
          <a:xfrm>
            <a:off x="2422880" y="4733744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保定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bb189379316b4835"/>
    </p:custDataLst>
    <p:extLst>
      <p:ext uri="{BB962C8B-B14F-4D97-AF65-F5344CB8AC3E}">
        <p14:creationId xmlns:p14="http://schemas.microsoft.com/office/powerpoint/2010/main" val="3889392887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E6437-CEDF-0B6C-0791-2D7F50A6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7000586-98BE-7082-E849-F7E1EA840318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C93804-A0C6-4837-72E1-33B51F88752B}"/>
              </a:ext>
            </a:extLst>
          </p:cNvPr>
          <p:cNvPicPr>
            <a:picLocks noChangeAspect="1"/>
          </p:cNvPicPr>
          <p:nvPr/>
        </p:nvPicPr>
        <p:blipFill>
          <a:blip r:embed="Rd128906e2780459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035" y="1499190"/>
            <a:ext cx="4522832" cy="452283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8925467-D311-2013-D9CC-DD0567500913}"/>
              </a:ext>
            </a:extLst>
          </p:cNvPr>
          <p:cNvGrpSpPr/>
          <p:nvPr/>
        </p:nvGrpSpPr>
        <p:grpSpPr>
          <a:xfrm>
            <a:off x="5417290" y="1818169"/>
            <a:ext cx="5980813" cy="3987209"/>
            <a:chOff x="1291856" y="1616149"/>
            <a:chExt cx="5980813" cy="398720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52252D1-ABA8-02FD-28BB-F5C926B88F89}"/>
                </a:ext>
              </a:extLst>
            </p:cNvPr>
            <p:cNvPicPr>
              <a:picLocks noChangeAspect="1"/>
            </p:cNvPicPr>
            <p:nvPr/>
          </p:nvPicPr>
          <p:blipFill>
            <a:blip r:embed="Rdfc6badbecf44e3e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1856" y="1616149"/>
              <a:ext cx="5980813" cy="3987209"/>
            </a:xfrm>
            <a:prstGeom prst="rect">
              <a:avLst/>
            </a:prstGeom>
          </p:spPr>
        </p:pic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D775BA2-F6ED-B060-DCBB-8EC6867B2735}"/>
                </a:ext>
              </a:extLst>
            </p:cNvPr>
            <p:cNvGrpSpPr/>
            <p:nvPr/>
          </p:nvGrpSpPr>
          <p:grpSpPr>
            <a:xfrm>
              <a:off x="2690126" y="2180757"/>
              <a:ext cx="3159760" cy="2173128"/>
              <a:chOff x="2690126" y="2180757"/>
              <a:chExt cx="3159760" cy="2173128"/>
            </a:xfrm>
          </p:grpSpPr>
          <p:sp>
            <p:nvSpPr>
              <p:cNvPr id="12" name="图形">
                <a:extLst>
                  <a:ext uri="{FF2B5EF4-FFF2-40B4-BE49-F238E27FC236}">
                    <a16:creationId xmlns:a16="http://schemas.microsoft.com/office/drawing/2014/main" id="{EC4E7DE4-92BD-FD75-1B32-D631C083A3E4}"/>
                  </a:ext>
                </a:extLst>
              </p:cNvPr>
              <p:cNvSpPr/>
              <p:nvPr>
                <p:custDataLst>
                  <p:tags r:id="R7752f2df1c94492e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13" name="图形">
                <a:extLst>
                  <a:ext uri="{FF2B5EF4-FFF2-40B4-BE49-F238E27FC236}">
                    <a16:creationId xmlns:a16="http://schemas.microsoft.com/office/drawing/2014/main" id="{660260F1-C5EE-40E7-F62E-BE3F5DF9147D}"/>
                  </a:ext>
                </a:extLst>
              </p:cNvPr>
              <p:cNvSpPr txBox="1"/>
              <p:nvPr>
                <p:custDataLst>
                  <p:tags r:id="R81fed4d545784046"/>
                </p:custDataLst>
              </p:nvPr>
            </p:nvSpPr>
            <p:spPr>
              <a:xfrm>
                <a:off x="2702826" y="3055152"/>
                <a:ext cx="3001645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花和尚鲁智深打四川一地名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14" name="图形">
                <a:extLst>
                  <a:ext uri="{FF2B5EF4-FFF2-40B4-BE49-F238E27FC236}">
                    <a16:creationId xmlns:a16="http://schemas.microsoft.com/office/drawing/2014/main" id="{64B58EAC-99FE-97EA-576E-29FCD9ACF925}"/>
                  </a:ext>
                </a:extLst>
              </p:cNvPr>
              <p:cNvCxnSpPr/>
              <p:nvPr>
                <p:custDataLst>
                  <p:tags r:id="Rbfcb316fe1c74326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图形">
            <a:extLst>
              <a:ext uri="{FF2B5EF4-FFF2-40B4-BE49-F238E27FC236}">
                <a16:creationId xmlns:a16="http://schemas.microsoft.com/office/drawing/2014/main" id="{2E866889-A91F-AEF2-2049-4F5810B3A11B}"/>
              </a:ext>
            </a:extLst>
          </p:cNvPr>
          <p:cNvSpPr/>
          <p:nvPr>
            <p:custDataLst>
              <p:tags r:id="Rcb9d722de2f1470f"/>
            </p:custDataLst>
          </p:nvPr>
        </p:nvSpPr>
        <p:spPr>
          <a:xfrm>
            <a:off x="6803495" y="4733744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色达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d557d631703847a7"/>
    </p:custDataLst>
    <p:extLst>
      <p:ext uri="{BB962C8B-B14F-4D97-AF65-F5344CB8AC3E}">
        <p14:creationId xmlns:p14="http://schemas.microsoft.com/office/powerpoint/2010/main" val="1993179076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222C-91F8-1C1A-B66E-AD4A39BF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C315D43-E5F7-7D07-E5DA-41E87B924C6B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A7B302C-7451-5562-44C9-D58AE0DF44BC}"/>
              </a:ext>
            </a:extLst>
          </p:cNvPr>
          <p:cNvGrpSpPr/>
          <p:nvPr/>
        </p:nvGrpSpPr>
        <p:grpSpPr>
          <a:xfrm>
            <a:off x="866555" y="1818169"/>
            <a:ext cx="5980813" cy="3987209"/>
            <a:chOff x="1291856" y="1616149"/>
            <a:chExt cx="5980813" cy="398720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2A70D77-7967-2305-7D4C-51E7DF24D78C}"/>
                </a:ext>
              </a:extLst>
            </p:cNvPr>
            <p:cNvPicPr>
              <a:picLocks noChangeAspect="1"/>
            </p:cNvPicPr>
            <p:nvPr/>
          </p:nvPicPr>
          <p:blipFill>
            <a:blip r:embed="Rdcbdf63765c54fa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1856" y="1616149"/>
              <a:ext cx="5980813" cy="3987209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00401A8-9224-1DE1-F957-A884A63A11E3}"/>
                </a:ext>
              </a:extLst>
            </p:cNvPr>
            <p:cNvGrpSpPr/>
            <p:nvPr/>
          </p:nvGrpSpPr>
          <p:grpSpPr>
            <a:xfrm>
              <a:off x="2690126" y="2180757"/>
              <a:ext cx="3159760" cy="2173128"/>
              <a:chOff x="2690126" y="2180757"/>
              <a:chExt cx="3159760" cy="2173128"/>
            </a:xfrm>
          </p:grpSpPr>
          <p:sp>
            <p:nvSpPr>
              <p:cNvPr id="15" name="图形">
                <a:extLst>
                  <a:ext uri="{FF2B5EF4-FFF2-40B4-BE49-F238E27FC236}">
                    <a16:creationId xmlns:a16="http://schemas.microsoft.com/office/drawing/2014/main" id="{0B183B59-0179-DCFB-DA4F-582906B7D9AA}"/>
                  </a:ext>
                </a:extLst>
              </p:cNvPr>
              <p:cNvSpPr/>
              <p:nvPr>
                <p:custDataLst>
                  <p:tags r:id="R00736d24a48c4894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95EE0F8C-75EF-1A22-BC41-2EE58B51B0E5}"/>
                  </a:ext>
                </a:extLst>
              </p:cNvPr>
              <p:cNvSpPr txBox="1"/>
              <p:nvPr>
                <p:custDataLst>
                  <p:tags r:id="R74d2b9b7aded4c86"/>
                </p:custDataLst>
              </p:nvPr>
            </p:nvSpPr>
            <p:spPr>
              <a:xfrm>
                <a:off x="2702826" y="3055152"/>
                <a:ext cx="3001645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南人不复反矣打四川一地名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977AD13A-B867-D25E-118A-6A7C3F11BCCA}"/>
                  </a:ext>
                </a:extLst>
              </p:cNvPr>
              <p:cNvCxnSpPr/>
              <p:nvPr>
                <p:custDataLst>
                  <p:tags r:id="Rc455030d0a364afc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DDAFCCED-FF9A-C960-A298-FF2D1558864A}"/>
              </a:ext>
            </a:extLst>
          </p:cNvPr>
          <p:cNvSpPr/>
          <p:nvPr>
            <p:custDataLst>
              <p:tags r:id="Rf4fcd83dea6840c0"/>
            </p:custDataLst>
          </p:nvPr>
        </p:nvSpPr>
        <p:spPr>
          <a:xfrm>
            <a:off x="2252760" y="4733744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南充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2F968FB-BAEE-38BC-7E0B-92F7D3A30D2C}"/>
              </a:ext>
            </a:extLst>
          </p:cNvPr>
          <p:cNvPicPr>
            <a:picLocks noChangeAspect="1"/>
          </p:cNvPicPr>
          <p:nvPr/>
        </p:nvPicPr>
        <p:blipFill>
          <a:blip r:embed="Rac77a0ea08024f4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1581" y="1538338"/>
            <a:ext cx="4267039" cy="4267038"/>
          </a:xfrm>
          <a:prstGeom prst="rect">
            <a:avLst/>
          </a:prstGeom>
        </p:spPr>
      </p:pic>
    </p:spTree>
    <p:custDataLst>
      <p:tags r:id="Raedc8d026654436a"/>
    </p:custDataLst>
    <p:extLst>
      <p:ext uri="{BB962C8B-B14F-4D97-AF65-F5344CB8AC3E}">
        <p14:creationId xmlns:p14="http://schemas.microsoft.com/office/powerpoint/2010/main" val="3309596643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C1DB3-5338-5C31-2ED4-CC503F43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A598394-6121-B858-5AC4-A976C19914EF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7AD8AC6-E8BD-B3E7-7712-79FFBA7EC45C}"/>
              </a:ext>
            </a:extLst>
          </p:cNvPr>
          <p:cNvGrpSpPr/>
          <p:nvPr/>
        </p:nvGrpSpPr>
        <p:grpSpPr>
          <a:xfrm>
            <a:off x="2387009" y="1189121"/>
            <a:ext cx="7607595" cy="5071730"/>
            <a:chOff x="1313121" y="1062613"/>
            <a:chExt cx="7607595" cy="507173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BCF2416-8867-FA2B-693C-CAC183717A81}"/>
                </a:ext>
              </a:extLst>
            </p:cNvPr>
            <p:cNvPicPr>
              <a:picLocks noChangeAspect="1"/>
            </p:cNvPicPr>
            <p:nvPr/>
          </p:nvPicPr>
          <p:blipFill>
            <a:blip r:embed="R682bd8d7af364eb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3121" y="1062613"/>
              <a:ext cx="7607595" cy="5071730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74F6928-1380-2E5A-7F75-C4449AB93E25}"/>
                </a:ext>
              </a:extLst>
            </p:cNvPr>
            <p:cNvGrpSpPr/>
            <p:nvPr/>
          </p:nvGrpSpPr>
          <p:grpSpPr>
            <a:xfrm>
              <a:off x="2690126" y="2180757"/>
              <a:ext cx="5029111" cy="2173128"/>
              <a:chOff x="2690126" y="2180757"/>
              <a:chExt cx="5029111" cy="2173128"/>
            </a:xfrm>
          </p:grpSpPr>
          <p:sp>
            <p:nvSpPr>
              <p:cNvPr id="15" name="图形">
                <a:extLst>
                  <a:ext uri="{FF2B5EF4-FFF2-40B4-BE49-F238E27FC236}">
                    <a16:creationId xmlns:a16="http://schemas.microsoft.com/office/drawing/2014/main" id="{A99BEE72-3785-7597-6027-B8152B2C6A60}"/>
                  </a:ext>
                </a:extLst>
              </p:cNvPr>
              <p:cNvSpPr/>
              <p:nvPr>
                <p:custDataLst>
                  <p:tags r:id="Rbd465042c8734005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8EF8358C-28BD-E2DE-541C-25414158F098}"/>
                  </a:ext>
                </a:extLst>
              </p:cNvPr>
              <p:cNvSpPr txBox="1"/>
              <p:nvPr>
                <p:custDataLst>
                  <p:tags r:id="R9204dfea17514561"/>
                </p:custDataLst>
              </p:nvPr>
            </p:nvSpPr>
            <p:spPr>
              <a:xfrm>
                <a:off x="2702826" y="3055152"/>
                <a:ext cx="5016411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滑溜溜，光XXX，眼睛生在屁股上。</a:t>
                </a:r>
                <a:r>
                  <a:rPr lang="en-US" altLang="zh-CN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(</a:t>
                </a: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猜一物</a:t>
                </a:r>
                <a:r>
                  <a:rPr lang="en-US" altLang="zh-CN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)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114423E2-A300-84C8-AFF9-BDC8D7098598}"/>
                  </a:ext>
                </a:extLst>
              </p:cNvPr>
              <p:cNvCxnSpPr/>
              <p:nvPr>
                <p:custDataLst>
                  <p:tags r:id="R46d52438a1944c9a"/>
                </p:custDataLst>
              </p:nvPr>
            </p:nvCxnSpPr>
            <p:spPr>
              <a:xfrm>
                <a:off x="2833636" y="4353885"/>
                <a:ext cx="4736746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64AAC0E8-28E3-2698-8AC8-DB638521D3EF}"/>
              </a:ext>
            </a:extLst>
          </p:cNvPr>
          <p:cNvSpPr/>
          <p:nvPr>
            <p:custDataLst>
              <p:tags r:id="Rb656045a5b914d97"/>
            </p:custDataLst>
          </p:nvPr>
        </p:nvSpPr>
        <p:spPr>
          <a:xfrm>
            <a:off x="3741318" y="4690132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28c2c29ca4064dab"/>
    </p:custDataLst>
    <p:extLst>
      <p:ext uri="{BB962C8B-B14F-4D97-AF65-F5344CB8AC3E}">
        <p14:creationId xmlns:p14="http://schemas.microsoft.com/office/powerpoint/2010/main" val="3276781945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3CF-243E-7EA4-5E3C-01E81492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5A95AFC-5D13-FD71-6A03-531278219162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1DBCDFB-1BA5-A682-BAB1-C3CE21EF43D9}"/>
              </a:ext>
            </a:extLst>
          </p:cNvPr>
          <p:cNvGrpSpPr/>
          <p:nvPr/>
        </p:nvGrpSpPr>
        <p:grpSpPr>
          <a:xfrm>
            <a:off x="866555" y="1818169"/>
            <a:ext cx="5980813" cy="3987209"/>
            <a:chOff x="1291856" y="1616149"/>
            <a:chExt cx="5980813" cy="398720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5E7887E-076F-F386-986F-8DBE92F5F945}"/>
                </a:ext>
              </a:extLst>
            </p:cNvPr>
            <p:cNvPicPr>
              <a:picLocks noChangeAspect="1"/>
            </p:cNvPicPr>
            <p:nvPr/>
          </p:nvPicPr>
          <p:blipFill>
            <a:blip r:embed="Rb552a603dc73447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1856" y="1616149"/>
              <a:ext cx="5980813" cy="3987209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D4FA816-E869-0666-DD32-FF657EA24AD0}"/>
                </a:ext>
              </a:extLst>
            </p:cNvPr>
            <p:cNvGrpSpPr/>
            <p:nvPr/>
          </p:nvGrpSpPr>
          <p:grpSpPr>
            <a:xfrm>
              <a:off x="2690126" y="2180757"/>
              <a:ext cx="3159760" cy="2173128"/>
              <a:chOff x="2690126" y="2180757"/>
              <a:chExt cx="3159760" cy="2173128"/>
            </a:xfrm>
          </p:grpSpPr>
          <p:sp>
            <p:nvSpPr>
              <p:cNvPr id="15" name="图形">
                <a:extLst>
                  <a:ext uri="{FF2B5EF4-FFF2-40B4-BE49-F238E27FC236}">
                    <a16:creationId xmlns:a16="http://schemas.microsoft.com/office/drawing/2014/main" id="{7EC345E1-2497-7A26-536B-009DBF938719}"/>
                  </a:ext>
                </a:extLst>
              </p:cNvPr>
              <p:cNvSpPr/>
              <p:nvPr>
                <p:custDataLst>
                  <p:tags r:id="Rf6fc985721b548fe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159C9E95-46F0-C739-2CD4-CFB076298524}"/>
                  </a:ext>
                </a:extLst>
              </p:cNvPr>
              <p:cNvSpPr txBox="1"/>
              <p:nvPr>
                <p:custDataLst>
                  <p:tags r:id="R89055794f87448f5"/>
                </p:custDataLst>
              </p:nvPr>
            </p:nvSpPr>
            <p:spPr>
              <a:xfrm>
                <a:off x="2702826" y="3055152"/>
                <a:ext cx="3001645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此物大而轻，肚内火烧心。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9AC33471-D63B-528F-60F5-A6A42E7A5345}"/>
                  </a:ext>
                </a:extLst>
              </p:cNvPr>
              <p:cNvCxnSpPr/>
              <p:nvPr>
                <p:custDataLst>
                  <p:tags r:id="R00c4149a99eb4140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026E8F79-B23E-F2C9-0D14-2D144D48BFC5}"/>
              </a:ext>
            </a:extLst>
          </p:cNvPr>
          <p:cNvSpPr/>
          <p:nvPr>
            <p:custDataLst>
              <p:tags r:id="Rf6726adc0d4e4e02"/>
            </p:custDataLst>
          </p:nvPr>
        </p:nvSpPr>
        <p:spPr>
          <a:xfrm>
            <a:off x="2252760" y="4733744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灯笼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4BF706-9517-BB10-35B2-9F04F080A696}"/>
              </a:ext>
            </a:extLst>
          </p:cNvPr>
          <p:cNvPicPr>
            <a:picLocks noChangeAspect="1"/>
          </p:cNvPicPr>
          <p:nvPr/>
        </p:nvPicPr>
        <p:blipFill>
          <a:blip r:embed="Raf83fc6d53f7427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0946" y="823437"/>
            <a:ext cx="5211129" cy="5211129"/>
          </a:xfrm>
          <a:prstGeom prst="rect">
            <a:avLst/>
          </a:prstGeom>
        </p:spPr>
      </p:pic>
    </p:spTree>
    <p:custDataLst>
      <p:tags r:id="R453bdf843f9648a7"/>
    </p:custDataLst>
    <p:extLst>
      <p:ext uri="{BB962C8B-B14F-4D97-AF65-F5344CB8AC3E}">
        <p14:creationId xmlns:p14="http://schemas.microsoft.com/office/powerpoint/2010/main" val="4012241945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E22C-338B-FB43-B72C-58BA5A86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47C8790-374F-891D-2CAA-E98B7FC08CE9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5C1B45D-8F48-42EB-8031-EB6DC5FEAB82}"/>
              </a:ext>
            </a:extLst>
          </p:cNvPr>
          <p:cNvGrpSpPr/>
          <p:nvPr/>
        </p:nvGrpSpPr>
        <p:grpSpPr>
          <a:xfrm>
            <a:off x="2371948" y="1252286"/>
            <a:ext cx="7288617" cy="4859078"/>
            <a:chOff x="1298058" y="1135328"/>
            <a:chExt cx="7288617" cy="485907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FE433A4-C27D-9FE7-E059-208AA343C8CF}"/>
                </a:ext>
              </a:extLst>
            </p:cNvPr>
            <p:cNvPicPr>
              <a:picLocks noChangeAspect="1"/>
            </p:cNvPicPr>
            <p:nvPr/>
          </p:nvPicPr>
          <p:blipFill>
            <a:blip r:embed="R91614e7b9716436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8058" y="1135328"/>
              <a:ext cx="7288617" cy="4859078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24E9288-4F37-C06D-F5BF-2E534EECD045}"/>
                </a:ext>
              </a:extLst>
            </p:cNvPr>
            <p:cNvGrpSpPr/>
            <p:nvPr/>
          </p:nvGrpSpPr>
          <p:grpSpPr>
            <a:xfrm>
              <a:off x="2690126" y="2180757"/>
              <a:ext cx="4965316" cy="2173128"/>
              <a:chOff x="2690126" y="2180757"/>
              <a:chExt cx="4965316" cy="2173128"/>
            </a:xfrm>
          </p:grpSpPr>
          <p:sp>
            <p:nvSpPr>
              <p:cNvPr id="15" name="图形">
                <a:extLst>
                  <a:ext uri="{FF2B5EF4-FFF2-40B4-BE49-F238E27FC236}">
                    <a16:creationId xmlns:a16="http://schemas.microsoft.com/office/drawing/2014/main" id="{EFD787BF-B810-0F9F-6741-A29128FB9690}"/>
                  </a:ext>
                </a:extLst>
              </p:cNvPr>
              <p:cNvSpPr/>
              <p:nvPr>
                <p:custDataLst>
                  <p:tags r:id="R7299d40741b146d5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95C61D1E-9D6F-863A-A264-43CA18837B23}"/>
                  </a:ext>
                </a:extLst>
              </p:cNvPr>
              <p:cNvSpPr txBox="1"/>
              <p:nvPr>
                <p:custDataLst>
                  <p:tags r:id="Rd4169b3c38144747"/>
                </p:custDataLst>
              </p:nvPr>
            </p:nvSpPr>
            <p:spPr>
              <a:xfrm>
                <a:off x="2702826" y="3055152"/>
                <a:ext cx="4952616" cy="10772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buClrTx/>
                  <a:buSzTx/>
                  <a:buFontTx/>
                </a:pPr>
                <a:r>
                  <a:rPr lang="zh-CN" altLang="en-US" sz="32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硬舌头，尖嘴巴，不吃饭，光喝茶。</a:t>
                </a:r>
                <a:r>
                  <a:rPr lang="en-US" altLang="zh-CN" sz="32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(</a:t>
                </a:r>
                <a:r>
                  <a:rPr lang="zh-CN" altLang="en-US" sz="32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猜一物</a:t>
                </a:r>
                <a:r>
                  <a:rPr lang="en-US" altLang="zh-CN" sz="32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)</a:t>
                </a:r>
                <a:endParaRPr lang="zh-CN" sz="32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0AE0DAF4-AFF2-74B7-80BA-B196FE90E51D}"/>
                  </a:ext>
                </a:extLst>
              </p:cNvPr>
              <p:cNvCxnSpPr/>
              <p:nvPr>
                <p:custDataLst>
                  <p:tags r:id="R8ba07c986dc74059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149A256A-C0B9-41C1-D770-DD9DC1DE37B5}"/>
              </a:ext>
            </a:extLst>
          </p:cNvPr>
          <p:cNvSpPr/>
          <p:nvPr>
            <p:custDataLst>
              <p:tags r:id="Rb5e06a0345ee47f9"/>
            </p:custDataLst>
          </p:nvPr>
        </p:nvSpPr>
        <p:spPr>
          <a:xfrm>
            <a:off x="3751950" y="4648684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钢笔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ed6b479573bd457c"/>
    </p:custDataLst>
    <p:extLst>
      <p:ext uri="{BB962C8B-B14F-4D97-AF65-F5344CB8AC3E}">
        <p14:creationId xmlns:p14="http://schemas.microsoft.com/office/powerpoint/2010/main" val="3946501669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1859-C0BE-E3B6-1E7B-D9715EFA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B87372-1567-4D91-5409-7D84EBB1A6D3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0A7E8A7-0673-62BF-FBE8-CF3F26A4E983}"/>
              </a:ext>
            </a:extLst>
          </p:cNvPr>
          <p:cNvGrpSpPr/>
          <p:nvPr/>
        </p:nvGrpSpPr>
        <p:grpSpPr>
          <a:xfrm>
            <a:off x="2371948" y="1252286"/>
            <a:ext cx="7288617" cy="4859078"/>
            <a:chOff x="1298058" y="1135328"/>
            <a:chExt cx="7288617" cy="485907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F3C8B14-1039-8353-6D5F-E19F756E335E}"/>
                </a:ext>
              </a:extLst>
            </p:cNvPr>
            <p:cNvPicPr>
              <a:picLocks noChangeAspect="1"/>
            </p:cNvPicPr>
            <p:nvPr/>
          </p:nvPicPr>
          <p:blipFill>
            <a:blip r:embed="Rd3618b08c1c2491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98058" y="1135328"/>
              <a:ext cx="7288617" cy="4859078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2A5ED6-DF97-51ED-B107-47EE26DB1A33}"/>
                </a:ext>
              </a:extLst>
            </p:cNvPr>
            <p:cNvGrpSpPr/>
            <p:nvPr/>
          </p:nvGrpSpPr>
          <p:grpSpPr>
            <a:xfrm>
              <a:off x="2690126" y="2180757"/>
              <a:ext cx="4965316" cy="2173128"/>
              <a:chOff x="2690126" y="2180757"/>
              <a:chExt cx="4965316" cy="2173128"/>
            </a:xfrm>
          </p:grpSpPr>
          <p:sp>
            <p:nvSpPr>
              <p:cNvPr id="15" name="图形">
                <a:extLst>
                  <a:ext uri="{FF2B5EF4-FFF2-40B4-BE49-F238E27FC236}">
                    <a16:creationId xmlns:a16="http://schemas.microsoft.com/office/drawing/2014/main" id="{092A5A0C-85E6-6428-3230-B3D8F5D5CFF9}"/>
                  </a:ext>
                </a:extLst>
              </p:cNvPr>
              <p:cNvSpPr/>
              <p:nvPr>
                <p:custDataLst>
                  <p:tags r:id="Ra701a3d6c49b4302"/>
                </p:custDataLst>
              </p:nvPr>
            </p:nvSpPr>
            <p:spPr>
              <a:xfrm>
                <a:off x="2690126" y="2180757"/>
                <a:ext cx="2875915" cy="601345"/>
              </a:xfrm>
              <a:prstGeom prst="roundRect">
                <a:avLst>
                  <a:gd name="adj" fmla="val 50000"/>
                </a:avLst>
              </a:prstGeom>
              <a:solidFill>
                <a:srgbClr val="DA0800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精英篇</a:t>
                </a:r>
                <a:r>
                  <a:rPr lang="en-US" altLang="zh-CN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-</a:t>
                </a:r>
                <a:r>
                  <a:rPr lang="zh-CN" altLang="en-US" sz="2400"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常识灯谜</a:t>
                </a:r>
              </a:p>
            </p:txBody>
          </p:sp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D79AA604-654A-9D78-4E64-D5C8B12D32CB}"/>
                  </a:ext>
                </a:extLst>
              </p:cNvPr>
              <p:cNvSpPr txBox="1"/>
              <p:nvPr>
                <p:custDataLst>
                  <p:tags r:id="Rdc7443ad191e456d"/>
                </p:custDataLst>
              </p:nvPr>
            </p:nvSpPr>
            <p:spPr>
              <a:xfrm>
                <a:off x="2702826" y="3055152"/>
                <a:ext cx="4952616" cy="120032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dist">
                  <a:buClrTx/>
                  <a:buSzTx/>
                  <a:buFontTx/>
                </a:pPr>
                <a:r>
                  <a:rPr lang="zh-CN" altLang="en-US" sz="3600" b="1">
                    <a:ln>
                      <a:noFill/>
                    </a:ln>
                    <a:solidFill>
                      <a:srgbClr val="DA0800"/>
                    </a:solidFill>
                    <a:effectLst/>
                    <a:cs typeface="+mn-ea"/>
                    <a:sym typeface="+mn-lt"/>
                  </a:rPr>
                  <a:t>一个黑孩，从不开口，要是开口，掉出舌头。</a:t>
                </a:r>
                <a:endParaRPr lang="zh-CN" sz="3600" b="1">
                  <a:ln>
                    <a:noFill/>
                  </a:ln>
                  <a:solidFill>
                    <a:srgbClr val="DA0800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E7DA59FE-ED58-CCA3-869A-87F2213E8662}"/>
                  </a:ext>
                </a:extLst>
              </p:cNvPr>
              <p:cNvCxnSpPr/>
              <p:nvPr>
                <p:custDataLst>
                  <p:tags r:id="R0edf4fb5745b4be7"/>
                </p:custDataLst>
              </p:nvPr>
            </p:nvCxnSpPr>
            <p:spPr>
              <a:xfrm>
                <a:off x="2833636" y="4353885"/>
                <a:ext cx="3016250" cy="0"/>
              </a:xfrm>
              <a:prstGeom prst="line">
                <a:avLst/>
              </a:prstGeom>
              <a:ln>
                <a:solidFill>
                  <a:srgbClr val="D10C2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018269AC-E0F0-C270-6ABD-F2F02FBB704C}"/>
              </a:ext>
            </a:extLst>
          </p:cNvPr>
          <p:cNvSpPr/>
          <p:nvPr>
            <p:custDataLst>
              <p:tags r:id="R3445f2a0a70e44fe"/>
            </p:custDataLst>
          </p:nvPr>
        </p:nvSpPr>
        <p:spPr>
          <a:xfrm>
            <a:off x="3751950" y="4648684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答案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:【</a:t>
            </a:r>
            <a:r>
              <a:rPr lang="zh-CN" altLang="en-US" sz="2800" b="1">
                <a:solidFill>
                  <a:srgbClr val="DA0800"/>
                </a:solidFill>
                <a:cs typeface="+mn-ea"/>
                <a:sym typeface="+mn-lt"/>
              </a:rPr>
              <a:t>瓜子</a:t>
            </a:r>
            <a:r>
              <a:rPr lang="en-US" altLang="zh-CN" sz="2800" b="1">
                <a:solidFill>
                  <a:srgbClr val="DA0800"/>
                </a:soli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solidFill>
                <a:srgbClr val="DA0800"/>
              </a:solidFill>
              <a:effectLst/>
              <a:cs typeface="+mn-ea"/>
              <a:sym typeface="+mn-lt"/>
            </a:endParaRPr>
          </a:p>
        </p:txBody>
      </p:sp>
    </p:spTree>
    <p:custDataLst>
      <p:tags r:id="R76987ec02792475e"/>
    </p:custDataLst>
    <p:extLst>
      <p:ext uri="{BB962C8B-B14F-4D97-AF65-F5344CB8AC3E}">
        <p14:creationId xmlns:p14="http://schemas.microsoft.com/office/powerpoint/2010/main" val="3920587222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F3BC-4D22-3316-B3AB-11E5D59C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9C69027-74CA-57FC-E36E-810689935644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9E84788-DC95-C9AA-6C41-27694FC44568}"/>
              </a:ext>
            </a:extLst>
          </p:cNvPr>
          <p:cNvGrpSpPr/>
          <p:nvPr/>
        </p:nvGrpSpPr>
        <p:grpSpPr>
          <a:xfrm>
            <a:off x="744279" y="2131704"/>
            <a:ext cx="6845463" cy="3204125"/>
            <a:chOff x="886475" y="2131702"/>
            <a:chExt cx="6845462" cy="320412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2514D23-8A13-23A2-AA8A-F4B4513CC5CB}"/>
                </a:ext>
              </a:extLst>
            </p:cNvPr>
            <p:cNvSpPr/>
            <p:nvPr/>
          </p:nvSpPr>
          <p:spPr>
            <a:xfrm>
              <a:off x="899175" y="2879706"/>
              <a:ext cx="6832762" cy="2456121"/>
            </a:xfrm>
            <a:prstGeom prst="roundRect">
              <a:avLst>
                <a:gd name="adj" fmla="val 6277"/>
              </a:avLst>
            </a:prstGeom>
            <a:solidFill>
              <a:srgbClr val="DA0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341CAA-0215-BC3E-4179-D57F668982DE}"/>
                </a:ext>
              </a:extLst>
            </p:cNvPr>
            <p:cNvGrpSpPr/>
            <p:nvPr/>
          </p:nvGrpSpPr>
          <p:grpSpPr>
            <a:xfrm>
              <a:off x="1187863" y="3199221"/>
              <a:ext cx="5916295" cy="1151327"/>
              <a:chOff x="2991514" y="3117497"/>
              <a:chExt cx="5916295" cy="1151327"/>
            </a:xfrm>
          </p:grpSpPr>
          <p:sp>
            <p:nvSpPr>
              <p:cNvPr id="5" name="图形">
                <a:extLst>
                  <a:ext uri="{FF2B5EF4-FFF2-40B4-BE49-F238E27FC236}">
                    <a16:creationId xmlns:a16="http://schemas.microsoft.com/office/drawing/2014/main" id="{58385382-5910-4787-B519-8CF95675DA50}"/>
                  </a:ext>
                </a:extLst>
              </p:cNvPr>
              <p:cNvSpPr txBox="1"/>
              <p:nvPr>
                <p:custDataLst>
                  <p:tags r:id="R42419f46626a49e1"/>
                </p:custDataLst>
              </p:nvPr>
            </p:nvSpPr>
            <p:spPr>
              <a:xfrm>
                <a:off x="2991514" y="3117497"/>
                <a:ext cx="5916295" cy="9541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buClrTx/>
                  <a:buSzTx/>
                  <a:buFontTx/>
                </a:pPr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不是葱，不是蒜，一层一层裹紫缎。说葱长的矮，像蒜不分瓣。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(</a:t>
                </a:r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猜蔬菜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)</a:t>
                </a:r>
                <a:endParaRPr lang="zh-CN" sz="2800" b="1">
                  <a:ln>
                    <a:noFill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6" name="图形">
                <a:extLst>
                  <a:ext uri="{FF2B5EF4-FFF2-40B4-BE49-F238E27FC236}">
                    <a16:creationId xmlns:a16="http://schemas.microsoft.com/office/drawing/2014/main" id="{8D69140C-497D-0D49-D388-4AA0F23649D0}"/>
                  </a:ext>
                </a:extLst>
              </p:cNvPr>
              <p:cNvCxnSpPr/>
              <p:nvPr>
                <p:custDataLst>
                  <p:tags r:id="R0cb39fd54a064ff8"/>
                </p:custDataLst>
              </p:nvPr>
            </p:nvCxnSpPr>
            <p:spPr>
              <a:xfrm>
                <a:off x="3131347" y="4268824"/>
                <a:ext cx="5572834" cy="0"/>
              </a:xfrm>
              <a:prstGeom prst="line">
                <a:avLst/>
              </a:prstGeom>
              <a:ln>
                <a:solidFill>
                  <a:srgbClr val="FFEC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图形">
              <a:extLst>
                <a:ext uri="{FF2B5EF4-FFF2-40B4-BE49-F238E27FC236}">
                  <a16:creationId xmlns:a16="http://schemas.microsoft.com/office/drawing/2014/main" id="{046249E2-21AC-687E-FFF7-CD26396525F2}"/>
                </a:ext>
              </a:extLst>
            </p:cNvPr>
            <p:cNvSpPr/>
            <p:nvPr>
              <p:custDataLst>
                <p:tags r:id="Re7da60c04b5d4f24"/>
              </p:custDataLst>
            </p:nvPr>
          </p:nvSpPr>
          <p:spPr>
            <a:xfrm>
              <a:off x="886475" y="2131702"/>
              <a:ext cx="2875915" cy="601345"/>
            </a:xfrm>
            <a:prstGeom prst="roundRect">
              <a:avLst>
                <a:gd name="adj" fmla="val 50000"/>
              </a:avLst>
            </a:prstGeom>
            <a:solidFill>
              <a:srgbClr val="DA08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>
                <a:buClrTx/>
                <a:buSzTx/>
                <a:buFontTx/>
              </a:pPr>
              <a:r>
                <a:rPr lang="zh-CN" altLang="en-US" sz="24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精英篇</a:t>
              </a:r>
              <a:r>
                <a:rPr lang="en-US" altLang="zh-CN" sz="24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-</a:t>
              </a:r>
              <a:r>
                <a:rPr lang="zh-CN" altLang="en-US" sz="24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常识灯谜</a:t>
              </a:r>
            </a:p>
          </p:txBody>
        </p:sp>
      </p:grpSp>
      <p:sp>
        <p:nvSpPr>
          <p:cNvPr id="16" name="图形">
            <a:extLst>
              <a:ext uri="{FF2B5EF4-FFF2-40B4-BE49-F238E27FC236}">
                <a16:creationId xmlns:a16="http://schemas.microsoft.com/office/drawing/2014/main" id="{EF3ED8D7-F072-694F-CE77-A2AC4EA10690}"/>
              </a:ext>
            </a:extLst>
          </p:cNvPr>
          <p:cNvSpPr/>
          <p:nvPr>
            <p:custDataLst>
              <p:tags r:id="R49e5267e3e984224"/>
            </p:custDataLst>
          </p:nvPr>
        </p:nvSpPr>
        <p:spPr>
          <a:xfrm>
            <a:off x="1138423" y="4608381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答案</a:t>
            </a:r>
            <a:r>
              <a:rPr lang="en-US" altLang="zh-CN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:【</a:t>
            </a:r>
            <a:r>
              <a:rPr lang="zh-CN" altLang="en-US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洋葱</a:t>
            </a:r>
            <a:r>
              <a:rPr lang="en-US" altLang="zh-CN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effectLst/>
              <a:cs typeface="+mn-ea"/>
              <a:sym typeface="+mn-lt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D09D04A-5C75-41D6-8F1D-BD701792387A}"/>
              </a:ext>
            </a:extLst>
          </p:cNvPr>
          <p:cNvPicPr>
            <a:picLocks noChangeAspect="1"/>
          </p:cNvPicPr>
          <p:nvPr/>
        </p:nvPicPr>
        <p:blipFill>
          <a:blip r:embed="Re9c9ff341b07426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740" y="2113279"/>
            <a:ext cx="3988981" cy="3988981"/>
          </a:xfrm>
          <a:prstGeom prst="rect">
            <a:avLst/>
          </a:prstGeom>
        </p:spPr>
      </p:pic>
    </p:spTree>
    <p:custDataLst>
      <p:tags r:id="Rc786d7892c464f9b"/>
    </p:custDataLst>
    <p:extLst>
      <p:ext uri="{BB962C8B-B14F-4D97-AF65-F5344CB8AC3E}">
        <p14:creationId xmlns:p14="http://schemas.microsoft.com/office/powerpoint/2010/main" val="898870612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F8DE6-0067-F04B-E7A5-7C0E404C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BA1E1CD-8FE9-EA62-4D58-0257F6A95EE5}"/>
              </a:ext>
            </a:extLst>
          </p:cNvPr>
          <p:cNvSpPr/>
          <p:nvPr/>
        </p:nvSpPr>
        <p:spPr>
          <a:xfrm>
            <a:off x="4282263" y="597149"/>
            <a:ext cx="3627475" cy="437028"/>
          </a:xfrm>
          <a:prstGeom prst="roundRect">
            <a:avLst>
              <a:gd name="adj" fmla="val 50000"/>
            </a:avLst>
          </a:prstGeom>
          <a:solidFill>
            <a:srgbClr val="DA0800"/>
          </a:soli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精英篇</a:t>
            </a:r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-</a:t>
            </a:r>
            <a:r>
              <a:rPr lang="zh-CN" altLang="en-US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常识灯谜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D689651-E5EF-4922-F8E8-80162675DECC}"/>
              </a:ext>
            </a:extLst>
          </p:cNvPr>
          <p:cNvPicPr>
            <a:picLocks noChangeAspect="1"/>
          </p:cNvPicPr>
          <p:nvPr/>
        </p:nvPicPr>
        <p:blipFill>
          <a:blip r:embed="R4c32a9df32094e4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726" y="2113275"/>
            <a:ext cx="3988981" cy="3988981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D8DAF4F-EFA3-0AD5-C666-2C40DB779C36}"/>
              </a:ext>
            </a:extLst>
          </p:cNvPr>
          <p:cNvGrpSpPr/>
          <p:nvPr/>
        </p:nvGrpSpPr>
        <p:grpSpPr>
          <a:xfrm>
            <a:off x="4487006" y="2131704"/>
            <a:ext cx="6845463" cy="3204125"/>
            <a:chOff x="886475" y="2131702"/>
            <a:chExt cx="6845462" cy="320412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587DA88-D26A-1563-9DFD-CE65F8FAA821}"/>
                </a:ext>
              </a:extLst>
            </p:cNvPr>
            <p:cNvSpPr/>
            <p:nvPr/>
          </p:nvSpPr>
          <p:spPr>
            <a:xfrm>
              <a:off x="899175" y="2879706"/>
              <a:ext cx="6832762" cy="2456121"/>
            </a:xfrm>
            <a:prstGeom prst="roundRect">
              <a:avLst>
                <a:gd name="adj" fmla="val 6277"/>
              </a:avLst>
            </a:prstGeom>
            <a:solidFill>
              <a:srgbClr val="DA0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76764E6-B095-5B9C-B11E-43C3A0D7DE2D}"/>
                </a:ext>
              </a:extLst>
            </p:cNvPr>
            <p:cNvGrpSpPr/>
            <p:nvPr/>
          </p:nvGrpSpPr>
          <p:grpSpPr>
            <a:xfrm>
              <a:off x="1187863" y="3199221"/>
              <a:ext cx="5916295" cy="1151327"/>
              <a:chOff x="2991514" y="3117497"/>
              <a:chExt cx="5916295" cy="1151327"/>
            </a:xfrm>
          </p:grpSpPr>
          <p:sp>
            <p:nvSpPr>
              <p:cNvPr id="9" name="图形">
                <a:extLst>
                  <a:ext uri="{FF2B5EF4-FFF2-40B4-BE49-F238E27FC236}">
                    <a16:creationId xmlns:a16="http://schemas.microsoft.com/office/drawing/2014/main" id="{ADEFD58F-A02F-93A2-AF3E-40DD1C53DE39}"/>
                  </a:ext>
                </a:extLst>
              </p:cNvPr>
              <p:cNvSpPr txBox="1"/>
              <p:nvPr>
                <p:custDataLst>
                  <p:tags r:id="Re35c851f687f4e0b"/>
                </p:custDataLst>
              </p:nvPr>
            </p:nvSpPr>
            <p:spPr>
              <a:xfrm>
                <a:off x="2991514" y="3117497"/>
                <a:ext cx="5916295" cy="9541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buClrTx/>
                  <a:buSzTx/>
                  <a:buFontTx/>
                </a:pPr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两只X口袋，天天随身带，要是少一只，就把人笑坏。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(</a:t>
                </a:r>
                <a:r>
                  <a:rPr lang="zh-CN" altLang="en-US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猜一物品</a:t>
                </a:r>
                <a:r>
                  <a:rPr lang="en-US" altLang="zh-CN" sz="2800" b="1">
                    <a:ln>
                      <a:noFill/>
                    </a:ln>
                    <a:gradFill>
                      <a:gsLst>
                        <a:gs pos="0">
                          <a:srgbClr val="FFDBA8"/>
                        </a:gs>
                        <a:gs pos="86000">
                          <a:schemeClr val="bg1"/>
                        </a:gs>
                      </a:gsLst>
                      <a:lin ang="7800000" scaled="0"/>
                    </a:gradFill>
                    <a:effectLst/>
                    <a:cs typeface="+mn-ea"/>
                    <a:sym typeface="+mn-lt"/>
                  </a:rPr>
                  <a:t>)</a:t>
                </a:r>
                <a:endParaRPr lang="zh-CN" sz="2800" b="1">
                  <a:ln>
                    <a:noFill/>
                  </a:ln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10" name="图形">
                <a:extLst>
                  <a:ext uri="{FF2B5EF4-FFF2-40B4-BE49-F238E27FC236}">
                    <a16:creationId xmlns:a16="http://schemas.microsoft.com/office/drawing/2014/main" id="{774E14CA-A843-E4A0-E714-869303516DE0}"/>
                  </a:ext>
                </a:extLst>
              </p:cNvPr>
              <p:cNvCxnSpPr/>
              <p:nvPr>
                <p:custDataLst>
                  <p:tags r:id="R3ae33ce0d0404461"/>
                </p:custDataLst>
              </p:nvPr>
            </p:nvCxnSpPr>
            <p:spPr>
              <a:xfrm>
                <a:off x="3131347" y="4268824"/>
                <a:ext cx="5572834" cy="0"/>
              </a:xfrm>
              <a:prstGeom prst="line">
                <a:avLst/>
              </a:prstGeom>
              <a:ln>
                <a:solidFill>
                  <a:srgbClr val="FFECD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D7242CF7-53D7-27A6-2AFA-54459C81AE5F}"/>
                </a:ext>
              </a:extLst>
            </p:cNvPr>
            <p:cNvSpPr/>
            <p:nvPr>
              <p:custDataLst>
                <p:tags r:id="Rf6f0a105c3734f71"/>
              </p:custDataLst>
            </p:nvPr>
          </p:nvSpPr>
          <p:spPr>
            <a:xfrm>
              <a:off x="886475" y="2131702"/>
              <a:ext cx="2875915" cy="601345"/>
            </a:xfrm>
            <a:prstGeom prst="roundRect">
              <a:avLst>
                <a:gd name="adj" fmla="val 50000"/>
              </a:avLst>
            </a:prstGeom>
            <a:solidFill>
              <a:srgbClr val="DA08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>
                <a:buClrTx/>
                <a:buSzTx/>
                <a:buFontTx/>
              </a:pPr>
              <a:r>
                <a:rPr lang="zh-CN" altLang="en-US" sz="24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精英篇</a:t>
              </a:r>
              <a:r>
                <a:rPr lang="en-US" altLang="zh-CN" sz="24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-</a:t>
              </a:r>
              <a:r>
                <a:rPr lang="zh-CN" altLang="en-US" sz="24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7800000" scaled="0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常识灯谜</a:t>
              </a:r>
            </a:p>
          </p:txBody>
        </p:sp>
      </p:grpSp>
      <p:sp>
        <p:nvSpPr>
          <p:cNvPr id="12" name="图形">
            <a:extLst>
              <a:ext uri="{FF2B5EF4-FFF2-40B4-BE49-F238E27FC236}">
                <a16:creationId xmlns:a16="http://schemas.microsoft.com/office/drawing/2014/main" id="{85D24F1E-EB6B-6CA1-F7F5-0283B295D6DC}"/>
              </a:ext>
            </a:extLst>
          </p:cNvPr>
          <p:cNvSpPr/>
          <p:nvPr>
            <p:custDataLst>
              <p:tags r:id="Rfce55717a0ca42aa"/>
            </p:custDataLst>
          </p:nvPr>
        </p:nvSpPr>
        <p:spPr>
          <a:xfrm>
            <a:off x="4881150" y="4608381"/>
            <a:ext cx="3001645" cy="575945"/>
          </a:xfrm>
          <a:prstGeom prst="roundRect">
            <a:avLst>
              <a:gd name="adj" fmla="val 50000"/>
            </a:avLst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350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答案</a:t>
            </a:r>
            <a:r>
              <a:rPr lang="en-US" altLang="zh-CN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:【</a:t>
            </a:r>
            <a:r>
              <a:rPr lang="zh-CN" altLang="en-US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袜子</a:t>
            </a:r>
            <a:r>
              <a:rPr lang="en-US" altLang="zh-CN" sz="28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】</a:t>
            </a:r>
            <a:endParaRPr lang="zh-CN" altLang="zh-CN" sz="2800" b="1">
              <a:ln>
                <a:noFill/>
              </a:ln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effectLst/>
              <a:cs typeface="+mn-ea"/>
              <a:sym typeface="+mn-lt"/>
            </a:endParaRPr>
          </a:p>
        </p:txBody>
      </p:sp>
    </p:spTree>
    <p:custDataLst>
      <p:tags r:id="R0eedf3f8d42e464c"/>
    </p:custDataLst>
    <p:extLst>
      <p:ext uri="{BB962C8B-B14F-4D97-AF65-F5344CB8AC3E}">
        <p14:creationId xmlns:p14="http://schemas.microsoft.com/office/powerpoint/2010/main" val="3426550521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BA62-E4CE-FEFD-2737-61B8A0A7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4355D68-AA52-B150-272C-A25D48C087EE}"/>
              </a:ext>
            </a:extLst>
          </p:cNvPr>
          <p:cNvPicPr>
            <a:picLocks noChangeAspect="1"/>
          </p:cNvPicPr>
          <p:nvPr/>
        </p:nvPicPr>
        <p:blipFill>
          <a:blip r:embed="Rfdd14992b5ca4fb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A7E6EF3D-6CEA-1388-2381-768124E1BCEB}"/>
              </a:ext>
            </a:extLst>
          </p:cNvPr>
          <p:cNvGrpSpPr/>
          <p:nvPr/>
        </p:nvGrpSpPr>
        <p:grpSpPr>
          <a:xfrm>
            <a:off x="499457" y="306431"/>
            <a:ext cx="11400801" cy="422143"/>
            <a:chOff x="437602" y="226322"/>
            <a:chExt cx="11575860" cy="428625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A826B364-F8B0-25AF-B3EC-23B3FBDD30CF}"/>
                </a:ext>
              </a:extLst>
            </p:cNvPr>
            <p:cNvPicPr>
              <a:picLocks noChangeAspect="1"/>
            </p:cNvPicPr>
            <p:nvPr/>
          </p:nvPicPr>
          <p:blipFill>
            <a:blip r:embed="Re80e20f1f0964969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7602" y="288234"/>
              <a:ext cx="1257300" cy="304800"/>
            </a:xfrm>
            <a:prstGeom prst="rect">
              <a:avLst/>
            </a:prstGeom>
          </p:spPr>
        </p:pic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0FF8720-7383-29DD-04D6-A6689A2B925A}"/>
                </a:ext>
              </a:extLst>
            </p:cNvPr>
            <p:cNvCxnSpPr/>
            <p:nvPr/>
          </p:nvCxnSpPr>
          <p:spPr>
            <a:xfrm>
              <a:off x="1860576" y="440634"/>
              <a:ext cx="92442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A8BAAA5D-A40A-1A9D-88AB-09F3B865C3DE}"/>
                </a:ext>
              </a:extLst>
            </p:cNvPr>
            <p:cNvPicPr>
              <a:picLocks noChangeAspect="1"/>
            </p:cNvPicPr>
            <p:nvPr/>
          </p:nvPicPr>
          <p:blipFill>
            <a:blip r:embed="Rf2d36833a25d4113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70512" y="226322"/>
              <a:ext cx="742950" cy="428625"/>
            </a:xfrm>
            <a:prstGeom prst="rect">
              <a:avLst/>
            </a:prstGeom>
          </p:spPr>
        </p:pic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D6AE7AC4-63BC-6D56-DEC6-889B26C5BBCE}"/>
              </a:ext>
            </a:extLst>
          </p:cNvPr>
          <p:cNvPicPr>
            <a:picLocks noChangeAspect="1"/>
          </p:cNvPicPr>
          <p:nvPr/>
        </p:nvPicPr>
        <p:blipFill>
          <a:blip r:embed="R38258dd7ad2a4fb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34"/>
          <a:stretch>
            <a:fillRect/>
          </a:stretch>
        </p:blipFill>
        <p:spPr>
          <a:xfrm>
            <a:off x="6559479" y="306432"/>
            <a:ext cx="5609224" cy="6245141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3A3F68BC-E351-E60B-DB1F-4DC692343626}"/>
              </a:ext>
            </a:extLst>
          </p:cNvPr>
          <p:cNvPicPr>
            <a:picLocks noChangeAspect="1"/>
          </p:cNvPicPr>
          <p:nvPr/>
        </p:nvPicPr>
        <p:blipFill>
          <a:blip r:embed="R0ca7e085f74441a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7585" y="875550"/>
            <a:ext cx="847725" cy="84772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6162EAA6-7873-85CF-0D31-6ED72EA04818}"/>
              </a:ext>
            </a:extLst>
          </p:cNvPr>
          <p:cNvPicPr>
            <a:picLocks noChangeAspect="1"/>
          </p:cNvPicPr>
          <p:nvPr/>
        </p:nvPicPr>
        <p:blipFill>
          <a:blip r:embed="R0ca7e085f74441a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92" y="5361010"/>
            <a:ext cx="847725" cy="84772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ED29CEFB-02C0-DD7F-1622-870ABF8AEEB5}"/>
              </a:ext>
            </a:extLst>
          </p:cNvPr>
          <p:cNvPicPr>
            <a:picLocks noChangeAspect="1"/>
          </p:cNvPicPr>
          <p:nvPr/>
        </p:nvPicPr>
        <p:blipFill>
          <a:blip r:embed="R0ca7e085f74441a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0892" y="5558591"/>
            <a:ext cx="847725" cy="847725"/>
          </a:xfrm>
          <a:prstGeom prst="rect">
            <a:avLst/>
          </a:prstGeom>
        </p:spPr>
      </p:pic>
      <p:grpSp>
        <p:nvGrpSpPr>
          <p:cNvPr id="70" name="组合 69">
            <a:extLst>
              <a:ext uri="{FF2B5EF4-FFF2-40B4-BE49-F238E27FC236}">
                <a16:creationId xmlns:a16="http://schemas.microsoft.com/office/drawing/2014/main" id="{243D89BA-CB27-1798-3E94-CC10FB1FEB57}"/>
              </a:ext>
            </a:extLst>
          </p:cNvPr>
          <p:cNvGrpSpPr/>
          <p:nvPr/>
        </p:nvGrpSpPr>
        <p:grpSpPr>
          <a:xfrm>
            <a:off x="370550" y="1950186"/>
            <a:ext cx="6610473" cy="1631216"/>
            <a:chOff x="1012920" y="2392326"/>
            <a:chExt cx="6102033" cy="6603836"/>
          </a:xfrm>
          <a:effectLst>
            <a:outerShdw blurRad="50800" dist="63500" dir="5400000" algn="t" rotWithShape="0">
              <a:srgbClr val="860600">
                <a:alpha val="49804"/>
              </a:srgbClr>
            </a:outerShdw>
          </a:effectLst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2B7C7CA6-D4CD-3EFF-8D9E-4B3514C81B1C}"/>
                </a:ext>
              </a:extLst>
            </p:cNvPr>
            <p:cNvSpPr txBox="1"/>
            <p:nvPr/>
          </p:nvSpPr>
          <p:spPr>
            <a:xfrm>
              <a:off x="1012920" y="2392326"/>
              <a:ext cx="6102033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ln w="76200">
                    <a:solidFill>
                      <a:srgbClr val="DA0800"/>
                    </a:solidFill>
                  </a:ln>
                  <a:noFill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元宵猜灯谜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E9787257-DE62-9A42-5589-AB0B69C905D3}"/>
                </a:ext>
              </a:extLst>
            </p:cNvPr>
            <p:cNvSpPr txBox="1"/>
            <p:nvPr/>
          </p:nvSpPr>
          <p:spPr>
            <a:xfrm>
              <a:off x="1012920" y="2392326"/>
              <a:ext cx="6102033" cy="6603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0000">
                  <a:gradFill>
                    <a:gsLst>
                      <a:gs pos="0">
                        <a:srgbClr val="FFDBA8"/>
                      </a:gs>
                      <a:gs pos="86000">
                        <a:schemeClr val="bg1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元宵猜灯谜</a:t>
              </a:r>
            </a:p>
          </p:txBody>
        </p:sp>
      </p:grp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3B47DF34-3B35-07B2-C122-1A5FBF816235}"/>
              </a:ext>
            </a:extLst>
          </p:cNvPr>
          <p:cNvSpPr/>
          <p:nvPr/>
        </p:nvSpPr>
        <p:spPr>
          <a:xfrm>
            <a:off x="1310043" y="3694141"/>
            <a:ext cx="4731488" cy="43702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BA8"/>
              </a:gs>
              <a:gs pos="86000">
                <a:schemeClr val="bg1"/>
              </a:gs>
            </a:gsLst>
            <a:lin ang="7800000" scaled="0"/>
          </a:gradFill>
          <a:ln>
            <a:solidFill>
              <a:srgbClr val="DA0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 fontAlgn="auto">
              <a:lnSpc>
                <a:spcPct val="100000"/>
              </a:lnSpc>
              <a:buClrTx/>
              <a:buSzTx/>
              <a:buFontTx/>
            </a:pPr>
            <a:r>
              <a:rPr lang="zh-CN" altLang="en-US" sz="2400">
                <a:ln>
                  <a:noFill/>
                </a:ln>
                <a:solidFill>
                  <a:srgbClr val="DA0800"/>
                </a:solidFill>
                <a:effectLst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正月十五闹元宵猜灯谜赢大奖</a:t>
            </a:r>
            <a:endParaRPr lang="en-US" altLang="zh-CN" sz="2400">
              <a:ln>
                <a:noFill/>
              </a:ln>
              <a:solidFill>
                <a:srgbClr val="DA0800"/>
              </a:solidFill>
              <a:effectLst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5969136-9E7A-EC26-C745-F3EDD7711B56}"/>
              </a:ext>
            </a:extLst>
          </p:cNvPr>
          <p:cNvSpPr txBox="1"/>
          <p:nvPr/>
        </p:nvSpPr>
        <p:spPr>
          <a:xfrm>
            <a:off x="1634280" y="1376097"/>
            <a:ext cx="4083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#</a:t>
            </a:r>
            <a:r>
              <a:rPr lang="zh-CN" altLang="en-US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恭贺新禧</a:t>
            </a:r>
            <a:r>
              <a:rPr lang="en-US" altLang="zh-CN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·</a:t>
            </a:r>
            <a:r>
              <a:rPr lang="zh-CN" altLang="en-US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蛇年大吉</a:t>
            </a:r>
            <a:r>
              <a:rPr lang="en-US" altLang="zh-CN" sz="2400" b="1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#</a:t>
            </a:r>
            <a:endParaRPr lang="zh-CN" altLang="en-US" sz="2400" b="1"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EC7DA62E-51C5-8B65-137B-BA0502A9EA58}"/>
              </a:ext>
            </a:extLst>
          </p:cNvPr>
          <p:cNvSpPr txBox="1"/>
          <p:nvPr/>
        </p:nvSpPr>
        <p:spPr>
          <a:xfrm>
            <a:off x="1868251" y="4440795"/>
            <a:ext cx="3615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gradFill>
                  <a:gsLst>
                    <a:gs pos="0">
                      <a:srgbClr val="FFDBA8"/>
                    </a:gs>
                    <a:gs pos="86000">
                      <a:schemeClr val="bg1"/>
                    </a:gs>
                  </a:gsLst>
                  <a:lin ang="7800000" scaled="0"/>
                </a:gradFill>
                <a:cs typeface="+mn-ea"/>
                <a:sym typeface="+mn-lt"/>
              </a:rPr>
              <a:t>LANTERN FESTIVAL</a:t>
            </a:r>
            <a:endParaRPr lang="zh-CN" altLang="en-US" sz="2400">
              <a:gradFill>
                <a:gsLst>
                  <a:gs pos="0">
                    <a:srgbClr val="FFDBA8"/>
                  </a:gs>
                  <a:gs pos="86000">
                    <a:schemeClr val="bg1"/>
                  </a:gs>
                </a:gsLst>
                <a:lin ang="7800000" scaled="0"/>
              </a:gradFill>
              <a:cs typeface="+mn-ea"/>
              <a:sym typeface="+mn-lt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F9B1534-F5CE-D347-CB62-69F0FDF78A4C}"/>
              </a:ext>
            </a:extLst>
          </p:cNvPr>
          <p:cNvSpPr txBox="1"/>
          <p:nvPr/>
        </p:nvSpPr>
        <p:spPr>
          <a:xfrm>
            <a:off x="2144700" y="4938907"/>
            <a:ext cx="3062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灯火阑珊闹元宵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7D73289-9B50-33C7-2BC0-E469B388D5F2}"/>
              </a:ext>
            </a:extLst>
          </p:cNvPr>
          <p:cNvSpPr txBox="1"/>
          <p:nvPr/>
        </p:nvSpPr>
        <p:spPr>
          <a:xfrm>
            <a:off x="2527471" y="5459115"/>
            <a:ext cx="229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FFCA6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正月十五</a:t>
            </a: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573B3FD2-F33D-ED9B-135F-DDCFB7E1F956}"/>
              </a:ext>
            </a:extLst>
          </p:cNvPr>
          <p:cNvPicPr>
            <a:picLocks noChangeAspect="1"/>
          </p:cNvPicPr>
          <p:nvPr/>
        </p:nvPicPr>
        <p:blipFill>
          <a:blip r:embed="R0c7843a988fa40c3">
            <a:extLst>
              <a:ext uri="{BEBA8EAE-BF5A-486C-A8C5-ECC9F3942E4B}">
                <a14:imgProps xmlns:a14="http://schemas.microsoft.com/office/drawing/2010/main">
                  <a14:imgLayer r:embed="Rdbfc887890784a5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0267" y="5074922"/>
            <a:ext cx="1021556" cy="1074578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10850D04-264F-5943-6447-8E3CC7B00D23}"/>
              </a:ext>
            </a:extLst>
          </p:cNvPr>
          <p:cNvPicPr>
            <a:picLocks noChangeAspect="1"/>
          </p:cNvPicPr>
          <p:nvPr/>
        </p:nvPicPr>
        <p:blipFill>
          <a:blip r:embed="R0c7843a988fa40c3">
            <a:extLst>
              <a:ext uri="{BEBA8EAE-BF5A-486C-A8C5-ECC9F3942E4B}">
                <a14:imgProps xmlns:a14="http://schemas.microsoft.com/office/drawing/2010/main">
                  <a14:imgLayer r:embed="R7d6a7e7f3a5d447a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0530" y="4649009"/>
            <a:ext cx="1021556" cy="1074578"/>
          </a:xfrm>
          <a:prstGeom prst="rect">
            <a:avLst/>
          </a:prstGeom>
        </p:spPr>
      </p:pic>
    </p:spTree>
    <p:custDataLst>
      <p:tags r:id="Rf9a07384307d4be2"/>
    </p:custDataLst>
    <p:extLst>
      <p:ext uri="{BB962C8B-B14F-4D97-AF65-F5344CB8AC3E}">
        <p14:creationId xmlns:p14="http://schemas.microsoft.com/office/powerpoint/2010/main" val="4028635374"/>
      </p:ext>
    </p:ext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/>
      <p:bldP spid="75" grpId="0"/>
      <p:bldP spid="76" grpId="0"/>
      <p:bldP spid="7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9e55e4904ec84bc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53f6cc6aa5da4621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d8263686a951442f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eae66e8dcd214cc7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d8263686a951442f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31f054899a064562be4bcb481a9a366a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2ff0d84950294a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75a727e2b8b54ec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8980869476964cc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3d57ff5137d74f71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e3d1dd0661e24416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c025cc718ffd4a5f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5e57d33bdcdb4799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fc8cad1417e942be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353a10df9cff4c7d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b7c6848c1b6b40a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8e860839f15340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27092e4818d0486bb2b30cb2f948a510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895d56e0af2e406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c51f4d3c8e9c45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0254d03fdb5472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b6a10c3fd48747ce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a28890ffac104ba5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84d318c9b2940fc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a28890ffac104ba5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e995d3f03e4471c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a28890ffac104ba5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45c62173c5524d1a87684d7d55710193"/>
              </a:rPr>
              <a:t>部分字体来源于</a:t>
            </a:r>
            <a:r>
              <a:rPr lang="en-US" altLang="zh-CN" dirty="0">
                <a:hlinkClick r:id="R45c62173c5524d1a87684d7d55710193"/>
              </a:rPr>
              <a:t>100font.com  </a:t>
            </a:r>
            <a:r>
              <a:rPr lang="zh-CN" altLang="en-US" dirty="0">
                <a:hlinkClick r:id="R45c62173c5524d1a87684d7d55710193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08d941aab34b4b9fa003bde6da95107b"/>
              </a:rPr>
              <a:t>部分图标来源于</a:t>
            </a:r>
            <a:r>
              <a:rPr lang="en-US" altLang="zh-CN" dirty="0">
                <a:hlinkClick r:id="R08d941aab34b4b9fa003bde6da95107b"/>
              </a:rPr>
              <a:t>Storyset.com </a:t>
            </a:r>
            <a:r>
              <a:rPr lang="zh-CN" altLang="en-US" dirty="0">
                <a:hlinkClick r:id="R08d941aab34b4b9fa003bde6da95107b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PresentationFormat>宽屏</PresentationFormat>
  <Paragraphs>200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阿里巴巴普惠体</vt:lpstr>
      <vt:lpstr>思源宋体 CN Heavy</vt:lpstr>
      <vt:lpstr>微软雅黑</vt:lpstr>
      <vt:lpstr>Arial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www.1ppt.com</cp:keywords>
  <dc:description>第一PPT</dc:description>
  <cp:lastModifiedBy/>
  <cp:revision>1</cp:revision>
  <dcterms:created xsi:type="dcterms:W3CDTF">2025-01-10T08:51:11Z</dcterms:created>
  <dcterms:modified xsi:type="dcterms:W3CDTF">2025-04-28T04:01:55Z</dcterms:modified>
</cp:coreProperties>
</file>