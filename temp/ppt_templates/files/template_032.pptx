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Default Extension="wdp" ContentType="image/vnd.ms-photo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embeddings/embeddedObject.bin" ContentType="application/vnd.openxmlformats-officedocument.oleObject"/>
  <Override PartName="/ppt/slides/embeddings/embeddedObject2.bin" ContentType="application/vnd.openxmlformats-officedocument.oleObject"/>
  <Override PartName="/ppt/slides/embeddings/embeddedObject3.bin" ContentType="application/vnd.openxmlformats-officedocument.oleObject"/>
  <Override PartName="/ppt/slides/embeddings/embeddedObject4.bin" ContentType="application/vnd.openxmlformats-officedocument.oleObject"/>
  <Override PartName="/ppt/slides/embeddings/embeddedObject5.bin" ContentType="application/vnd.openxmlformats-officedocument.oleObject"/>
  <Override PartName="/ppt/slides/embeddings/embeddedObject6.bin" ContentType="application/vnd.openxmlformats-officedocument.oleObject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tags/tag1.xml" ContentType="application/vnd.openxmlformats-officedocument.presentationml.tags+xml"/>
  <Override PartName="/ppt/slides/tags/tag2.xml" ContentType="application/vnd.openxmlformats-officedocument.presentationml.tags+xml"/>
  <Override PartName="/ppt/slides/tags/tag3.xml" ContentType="application/vnd.openxmlformats-officedocument.presentationml.tags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media/image14.bin" ContentType="image/jpeg"/>
  <Override PartName="/ppt/customXML/item.xml" ContentType="application/inkml+xml"/>
  <Override PartName="/ppt/customXML/item2.xml" ContentType="application/inkml+xml"/>
  <Override PartName="/ppt/slides/slide26.xml" ContentType="application/vnd.openxmlformats-officedocument.presentationml.slide+xml"/>
  <Override PartName="/ppt/media/image17.bin" ContentType="image/jpeg"/>
  <Override PartName="/ppt/media/image18.bin" ContentType="image/jpeg"/>
  <Override PartName="/ppt/media/image21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7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b3483b57bc7478a" /><Relationship Type="http://schemas.openxmlformats.org/package/2006/relationships/metadata/core-properties" Target="/docProps/core.xml" Id="R9e14f5f0d7984fee" /><Relationship Type="http://schemas.openxmlformats.org/officeDocument/2006/relationships/extended-properties" Target="/docProps/app.xml" Id="Rfeca9cba0d12404a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a1353f1ce830417a"/>
  </p:sldMasterIdLst>
  <p:notesMasterIdLst>
    <p:notesMasterId r:id="Ra953aee39d7443ba"/>
  </p:notesMasterIdLst>
  <p:sldIdLst>
    <p:sldId id="256" r:id="Rbd6129ae1bb64737"/>
    <p:sldId id="257" r:id="R5f0c2307d5144a7b"/>
    <p:sldId id="258" r:id="R12089e5e27ee41a5"/>
    <p:sldId id="259" r:id="R698dac574077443e"/>
    <p:sldId id="260" r:id="R2469400c579f433b"/>
    <p:sldId id="261" r:id="R0804776e4bfe4de3"/>
    <p:sldId id="262" r:id="R6a518a0ff5f04c8d"/>
    <p:sldId id="263" r:id="R7de7d9c9e8724899"/>
    <p:sldId id="264" r:id="Re34cadbdfa914eb1"/>
    <p:sldId id="265" r:id="Re73b661de5ba4709"/>
    <p:sldId id="266" r:id="Rc73c7b1175154dbc"/>
    <p:sldId id="267" r:id="R41cf671360c84999"/>
    <p:sldId id="268" r:id="R786f71a2709d4c27"/>
    <p:sldId id="269" r:id="Rba5ed9c55e154de8"/>
    <p:sldId id="270" r:id="Red2376dd267340ad"/>
    <p:sldId id="271" r:id="R385c6344c0004945"/>
    <p:sldId id="272" r:id="R13bf6fc659824b79"/>
    <p:sldId id="273" r:id="R47353d8b403d4760"/>
    <p:sldId id="274" r:id="Rf86508b2900b4cc5"/>
    <p:sldId id="275" r:id="R91bf61a3cc584cf0"/>
    <p:sldId id="276" r:id="Rf29491aca0dd4e98"/>
    <p:sldId id="277" r:id="R370ae064e7094a91"/>
    <p:sldId id="278" r:id="Rdfbacb10171c450f"/>
    <p:sldId id="279" r:id="R13453df5f9234ff1"/>
    <p:sldId id="280" r:id="Rb976f5cde0f44eb5"/>
    <p:sldId id="281" r:id="R9284c56e732b4aad"/>
    <p:sldId id="282" r:id="R9259a0f711704ee7"/>
    <p:sldId id="283" r:id="Rbee137bcf670485f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25B8"/>
    <a:srgbClr val="B30660"/>
    <a:srgbClr val="E2087A"/>
    <a:srgbClr val="121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02" y="4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953aee39d7443ba" /><Relationship Type="http://schemas.openxmlformats.org/officeDocument/2006/relationships/presProps" Target="/ppt/presProps.xml" Id="R0461f7aefe454dfc" /><Relationship Type="http://schemas.openxmlformats.org/officeDocument/2006/relationships/viewProps" Target="/ppt/viewProps.xml" Id="R0fea3271a9834f57" /><Relationship Type="http://schemas.openxmlformats.org/officeDocument/2006/relationships/slideMaster" Target="/ppt/slideMasters/slideMaster1.xml" Id="Ra1353f1ce830417a" /><Relationship Type="http://schemas.openxmlformats.org/officeDocument/2006/relationships/theme" Target="/ppt/slideMasters/theme/theme2.xml" Id="Rc244920d422f45ae" /><Relationship Type="http://schemas.openxmlformats.org/officeDocument/2006/relationships/slide" Target="/ppt/slides/slide1.xml" Id="Rbd6129ae1bb64737" /><Relationship Type="http://schemas.openxmlformats.org/officeDocument/2006/relationships/slide" Target="/ppt/slides/slide2.xml" Id="R5f0c2307d5144a7b" /><Relationship Type="http://schemas.openxmlformats.org/officeDocument/2006/relationships/slide" Target="/ppt/slides/slide3.xml" Id="R12089e5e27ee41a5" /><Relationship Type="http://schemas.openxmlformats.org/officeDocument/2006/relationships/slide" Target="/ppt/slides/slide4.xml" Id="R698dac574077443e" /><Relationship Type="http://schemas.openxmlformats.org/officeDocument/2006/relationships/slide" Target="/ppt/slides/slide5.xml" Id="R2469400c579f433b" /><Relationship Type="http://schemas.openxmlformats.org/officeDocument/2006/relationships/slide" Target="/ppt/slides/slide6.xml" Id="R0804776e4bfe4de3" /><Relationship Type="http://schemas.openxmlformats.org/officeDocument/2006/relationships/slide" Target="/ppt/slides/slide7.xml" Id="R6a518a0ff5f04c8d" /><Relationship Type="http://schemas.openxmlformats.org/officeDocument/2006/relationships/slide" Target="/ppt/slides/slide8.xml" Id="R7de7d9c9e8724899" /><Relationship Type="http://schemas.openxmlformats.org/officeDocument/2006/relationships/slide" Target="/ppt/slides/slide9.xml" Id="Re34cadbdfa914eb1" /><Relationship Type="http://schemas.openxmlformats.org/officeDocument/2006/relationships/slide" Target="/ppt/slides/slide10.xml" Id="Re73b661de5ba4709" /><Relationship Type="http://schemas.openxmlformats.org/officeDocument/2006/relationships/slide" Target="/ppt/slides/slide11.xml" Id="Rc73c7b1175154dbc" /><Relationship Type="http://schemas.openxmlformats.org/officeDocument/2006/relationships/slide" Target="/ppt/slides/slide12.xml" Id="R41cf671360c84999" /><Relationship Type="http://schemas.openxmlformats.org/officeDocument/2006/relationships/slide" Target="/ppt/slides/slide13.xml" Id="R786f71a2709d4c27" /><Relationship Type="http://schemas.openxmlformats.org/officeDocument/2006/relationships/slide" Target="/ppt/slides/slide14.xml" Id="Rba5ed9c55e154de8" /><Relationship Type="http://schemas.openxmlformats.org/officeDocument/2006/relationships/slide" Target="/ppt/slides/slide15.xml" Id="Red2376dd267340ad" /><Relationship Type="http://schemas.openxmlformats.org/officeDocument/2006/relationships/slide" Target="/ppt/slides/slide16.xml" Id="R385c6344c0004945" /><Relationship Type="http://schemas.openxmlformats.org/officeDocument/2006/relationships/slide" Target="/ppt/slides/slide17.xml" Id="R13bf6fc659824b79" /><Relationship Type="http://schemas.openxmlformats.org/officeDocument/2006/relationships/slide" Target="/ppt/slides/slide18.xml" Id="R47353d8b403d4760" /><Relationship Type="http://schemas.openxmlformats.org/officeDocument/2006/relationships/slide" Target="/ppt/slides/slide19.xml" Id="Rf86508b2900b4cc5" /><Relationship Type="http://schemas.openxmlformats.org/officeDocument/2006/relationships/slide" Target="/ppt/slides/slide20.xml" Id="R91bf61a3cc584cf0" /><Relationship Type="http://schemas.openxmlformats.org/officeDocument/2006/relationships/slide" Target="/ppt/slides/slide21.xml" Id="Rf29491aca0dd4e98" /><Relationship Type="http://schemas.openxmlformats.org/officeDocument/2006/relationships/slide" Target="/ppt/slides/slide22.xml" Id="R370ae064e7094a91" /><Relationship Type="http://schemas.openxmlformats.org/officeDocument/2006/relationships/slide" Target="/ppt/slides/slide23.xml" Id="Rdfbacb10171c450f" /><Relationship Type="http://schemas.openxmlformats.org/officeDocument/2006/relationships/slide" Target="/ppt/slides/slide24.xml" Id="R13453df5f9234ff1" /><Relationship Type="http://schemas.openxmlformats.org/officeDocument/2006/relationships/slide" Target="/ppt/slides/slide25.xml" Id="Rb976f5cde0f44eb5" /><Relationship Type="http://schemas.openxmlformats.org/officeDocument/2006/relationships/slide" Target="/ppt/slides/slide26.xml" Id="R9284c56e732b4aad" /><Relationship Type="http://schemas.openxmlformats.org/officeDocument/2006/relationships/slide" Target="/ppt/slides/slide27.xml" Id="R9259a0f711704ee7" /><Relationship Type="http://schemas.openxmlformats.org/officeDocument/2006/relationships/slide" Target="/ppt/slides/slide28.xml" Id="Rbee137bcf670485f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dcb434e83f034177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76904695-0002-4887-9283-E77A058363A7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E31B0627-139E-42B0-A5DB-44EBC28160C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795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5ed1f38c164369" /><Relationship Type="http://schemas.openxmlformats.org/officeDocument/2006/relationships/notesMaster" Target="/ppt/notesMasters/notesMaster1.xml" Id="R6dfb89d8fb8744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0336880c554960" /><Relationship Type="http://schemas.openxmlformats.org/officeDocument/2006/relationships/notesMaster" Target="/ppt/notesMasters/notesMaster1.xml" Id="Rd822774742e842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55fd79abc44f45" /><Relationship Type="http://schemas.openxmlformats.org/officeDocument/2006/relationships/notesMaster" Target="/ppt/notesMasters/notesMaster1.xml" Id="R8e7002d0518b41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0df6d1ee454b8a" /><Relationship Type="http://schemas.openxmlformats.org/officeDocument/2006/relationships/notesMaster" Target="/ppt/notesMasters/notesMaster1.xml" Id="R60704e01b7f94c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ce28a1a52a4413" /><Relationship Type="http://schemas.openxmlformats.org/officeDocument/2006/relationships/notesMaster" Target="/ppt/notesMasters/notesMaster1.xml" Id="R0667968bcd004d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8bf707f14f4db9" /><Relationship Type="http://schemas.openxmlformats.org/officeDocument/2006/relationships/notesMaster" Target="/ppt/notesMasters/notesMaster1.xml" Id="Ra6f0f75fe29944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f516cf49f24c70" /><Relationship Type="http://schemas.openxmlformats.org/officeDocument/2006/relationships/notesMaster" Target="/ppt/notesMasters/notesMaster1.xml" Id="Rf9ec3d64af1b42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fa3343df264848" /><Relationship Type="http://schemas.openxmlformats.org/officeDocument/2006/relationships/notesMaster" Target="/ppt/notesMasters/notesMaster1.xml" Id="R31628b0f221b4a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80b48e6a3f487f" /><Relationship Type="http://schemas.openxmlformats.org/officeDocument/2006/relationships/notesMaster" Target="/ppt/notesMasters/notesMaster1.xml" Id="R289b025284344c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62484745474500" /><Relationship Type="http://schemas.openxmlformats.org/officeDocument/2006/relationships/notesMaster" Target="/ppt/notesMasters/notesMaster1.xml" Id="R1f5fec33770b45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2d6c0e27a74a2b" /><Relationship Type="http://schemas.openxmlformats.org/officeDocument/2006/relationships/notesMaster" Target="/ppt/notesMasters/notesMaster1.xml" Id="R0b5ed777439c42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0266060cb648cf" /><Relationship Type="http://schemas.openxmlformats.org/officeDocument/2006/relationships/notesMaster" Target="/ppt/notesMasters/notesMaster1.xml" Id="Rc5c532f6175440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dbb760f5e74b77" /><Relationship Type="http://schemas.openxmlformats.org/officeDocument/2006/relationships/notesMaster" Target="/ppt/notesMasters/notesMaster1.xml" Id="Ra95b283b53724d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78dbbdb59b450e" /><Relationship Type="http://schemas.openxmlformats.org/officeDocument/2006/relationships/notesMaster" Target="/ppt/notesMasters/notesMaster1.xml" Id="Rb3683172bba645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97bd53b88946ab" /><Relationship Type="http://schemas.openxmlformats.org/officeDocument/2006/relationships/notesMaster" Target="/ppt/notesMasters/notesMaster1.xml" Id="R53dc272879694d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384f460a684f7f" /><Relationship Type="http://schemas.openxmlformats.org/officeDocument/2006/relationships/notesMaster" Target="/ppt/notesMasters/notesMaster1.xml" Id="R350d4b08bd6e43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a2d0b926ac4336" /><Relationship Type="http://schemas.openxmlformats.org/officeDocument/2006/relationships/notesMaster" Target="/ppt/notesMasters/notesMaster1.xml" Id="R9422dbaa18f940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14eacaaad54a5c" /><Relationship Type="http://schemas.openxmlformats.org/officeDocument/2006/relationships/notesMaster" Target="/ppt/notesMasters/notesMaster1.xml" Id="R7b9e9f08df9c47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2d2b3fd67674314" /><Relationship Type="http://schemas.openxmlformats.org/officeDocument/2006/relationships/notesMaster" Target="/ppt/notesMasters/notesMaster1.xml" Id="Rc6e9d6bca0e24c5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10517b790f1463f" /><Relationship Type="http://schemas.openxmlformats.org/officeDocument/2006/relationships/notesMaster" Target="/ppt/notesMasters/notesMaster1.xml" Id="Rb4ddc7082c734a6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4a4fad988ab4e98" /><Relationship Type="http://schemas.openxmlformats.org/officeDocument/2006/relationships/notesMaster" Target="/ppt/notesMasters/notesMaster1.xml" Id="R06f9c89efd644eb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482ef90b63145c7" /><Relationship Type="http://schemas.openxmlformats.org/officeDocument/2006/relationships/notesMaster" Target="/ppt/notesMasters/notesMaster1.xml" Id="R3ea2cf12b57e4b5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2aad061d154066" /><Relationship Type="http://schemas.openxmlformats.org/officeDocument/2006/relationships/notesMaster" Target="/ppt/notesMasters/notesMaster1.xml" Id="R6280cb147b03414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3d0027ba9334cee" /><Relationship Type="http://schemas.openxmlformats.org/officeDocument/2006/relationships/notesMaster" Target="/ppt/notesMasters/notesMaster1.xml" Id="Rf95edb4514cb40d3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405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112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410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077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707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585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593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752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860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949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364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5434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522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849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3923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8147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8303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5854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9754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8854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5504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7063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8873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B0627-139E-42B0-A5DB-44EBC28160C3}" type="slidenum">
              <a:rPr lang="zh-CN" altLang="en-US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09132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c2b4933c94a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7c52808674f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9857f849b40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42150d79840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6a6e6567743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d85553645543e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34d0af2b94dc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hyperlink" Target="http://www.1ppt.com/xiazai/" TargetMode="External" Id="R0d2b0a403f814feba91cbe7aa5086dbc" /><Relationship Type="http://schemas.openxmlformats.org/officeDocument/2006/relationships/slideMaster" Target="/ppt/slideMasters/slideMaster1.xml" Id="Rbf26b7ecefdf4f0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4fb0cf1d8a483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a3c33fd3c417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c70d38e8a498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427a2136f439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a9074c0674f9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6139144904448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6816CC-4C26-4212-844A-7B3805EC1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6782-2311-4CF6-9B98-9C4D8EB0EAD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970365-97D0-4CB2-8E03-5FDBAECE7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9F9FB6-6C33-4621-B08B-97D66D4B4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F00C-0BF3-402B-A2EA-050D9830607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542464"/>
      </p:ext>
    </p:extLst>
  </p:cSld>
  <p:clrMapOvr>
    <a:masterClrMapping/>
  </p:clrMapOvr>
  <p:transition spd="slow" advClick="0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302689"/>
      </p:ext>
    </p:extLst>
  </p:cSld>
  <p:clrMapOvr>
    <a:masterClrMapping/>
  </p:clrMapOvr>
  <p:transition spd="slow" advClick="0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3AC56-0F2B-4DE9-BEDE-6B35AC86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90AA11-7EB4-489C-90C4-0120A3815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BF58AE-F997-4C78-8A61-DB7ECA36D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6782-2311-4CF6-9B98-9C4D8EB0EAD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A178AA-6EE8-4580-AF64-88C36923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1B54F-FDDF-4AC9-9CEC-8254F8BF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F00C-0BF3-402B-A2EA-050D9830607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392389"/>
      </p:ext>
    </p:extLst>
  </p:cSld>
  <p:clrMapOvr>
    <a:masterClrMapping/>
  </p:clrMapOvr>
  <p:transition spd="slow" advClick="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322E3B-E43D-42D8-ADC2-C62FFA3EC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B7D69E-4769-4EAA-8437-A24C1E9E9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6782-2311-4CF6-9B98-9C4D8EB0EAD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F3E9DA-3DC0-47D5-9C0B-C99F5B26E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D1530D-9849-4F56-8D2D-DF5BD39E8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F00C-0BF3-402B-A2EA-050D9830607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508802"/>
      </p:ext>
    </p:extLst>
  </p:cSld>
  <p:clrMapOvr>
    <a:masterClrMapping/>
  </p:clrMapOvr>
  <p:transition spd="slow" advClick="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A1A4F9-92E1-4329-9B74-F5A745DA7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94743C-D950-473E-845A-DF6CA718E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4D84FB-BC2D-4A22-A41D-BB20E96E4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6782-2311-4CF6-9B98-9C4D8EB0EAD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14F2E1-7D59-4892-93E7-3C0012FCF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DFD35C-C0FC-48C4-9089-3C182F5DE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F00C-0BF3-402B-A2EA-050D9830607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928985"/>
      </p:ext>
    </p:extLst>
  </p:cSld>
  <p:clrMapOvr>
    <a:masterClrMapping/>
  </p:clrMapOvr>
  <p:transition spd="slow" advClick="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AC172-4E0F-411A-8B01-ECF9F3CB1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29B5FD-6554-48DE-98CE-F1ED14D55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7E5D46-3A90-4544-927C-263602874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6782-2311-4CF6-9B98-9C4D8EB0EAD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C5AD44-805C-4589-9A2C-AF9010FC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ABD9C0-F1A2-4C0B-983B-05B5B9DAF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F00C-0BF3-402B-A2EA-050D9830607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76713"/>
      </p:ext>
    </p:extLst>
  </p:cSld>
  <p:clrMapOvr>
    <a:masterClrMapping/>
  </p:clrMapOvr>
  <p:transition spd="slow" advClick="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664806-FBB9-432F-B0C6-5DB1931C5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654C5B-4497-43C4-AE10-F9DBB18E0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06DC29-5F9A-466F-B628-BD29854F7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6782-2311-4CF6-9B98-9C4D8EB0EAD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1EF945-1561-40FD-A04E-6339AF6A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E67B1-0E07-4F44-A93F-20F7C19E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F00C-0BF3-402B-A2EA-050D9830607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594035"/>
      </p:ext>
    </p:extLst>
  </p:cSld>
  <p:clrMapOvr>
    <a:masterClrMapping/>
  </p:clrMapOvr>
  <p:transition spd="slow" advClick="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D39F2-DA04-4B12-A305-DDE2FA5EC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AEC3A5-7000-4F27-AB4C-5C9230A8A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31C3E0-FD55-429F-8479-C99FAB3D2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0D1501-8425-4E40-904E-30D4D1089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695A73-B0FC-4ABD-9485-5478BE8BF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5D1015-F922-43F7-B207-DEBD4C41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6782-2311-4CF6-9B98-9C4D8EB0EAD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07B56C-B2CC-4210-B56F-3426A64F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DC46D19-8AEE-4479-A69F-9A39B48B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F00C-0BF3-402B-A2EA-050D9830607D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907704" y="6739570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0d2b0a403f814feba91cbe7aa5086dbc"/>
              </a:rPr>
              <a:t>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0d2b0a403f814feba91cbe7aa5086dbc"/>
              </a:rPr>
              <a:t>下载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1638122246"/>
      </p:ext>
    </p:extLst>
  </p:cSld>
  <p:clrMapOvr>
    <a:masterClrMapping/>
  </p:clrMapOvr>
  <p:transition spd="slow" advClick="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E7F61-E987-47BF-86E9-52F0A9102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AEC8D3-6D27-47C8-85D9-D5309A1EF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42ECA1-B04B-492F-915F-7FAE258EB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6782-2311-4CF6-9B98-9C4D8EB0EAD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EE5AF5-7E01-48AE-AE24-1F6B5C790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846EA3-99AB-4A18-A953-ECB38A040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F00C-0BF3-402B-A2EA-050D9830607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324486"/>
      </p:ext>
    </p:extLst>
  </p:cSld>
  <p:clrMapOvr>
    <a:masterClrMapping/>
  </p:clrMapOvr>
  <p:transition spd="slow" advClick="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D39F2-DA04-4B12-A305-DDE2FA5EC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AEC3A5-7000-4F27-AB4C-5C9230A8A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31C3E0-FD55-429F-8479-C99FAB3D2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0D1501-8425-4E40-904E-30D4D1089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695A73-B0FC-4ABD-9485-5478BE8BF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5D1015-F922-43F7-B207-DEBD4C41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6782-2311-4CF6-9B98-9C4D8EB0EAD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07B56C-B2CC-4210-B56F-3426A64F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DC46D19-8AEE-4479-A69F-9A39B48B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F00C-0BF3-402B-A2EA-050D9830607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938995"/>
      </p:ext>
    </p:extLst>
  </p:cSld>
  <p:clrMapOvr>
    <a:masterClrMapping/>
  </p:clrMapOvr>
  <p:transition spd="slow" advClick="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D60C1-F85E-4453-850A-8AFF80435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5550F43-1FB9-46B7-846D-317A046F6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875216-303A-49A4-9C0F-2E0E0E687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4AFEA-A27E-4271-A12E-4B81B5795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6782-2311-4CF6-9B98-9C4D8EB0EAD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390062-7D95-4F93-8C65-78ED00ECB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E04DFB-5654-4C47-BFDD-D6ED1CE6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F00C-0BF3-402B-A2EA-050D9830607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563866"/>
      </p:ext>
    </p:extLst>
  </p:cSld>
  <p:clrMapOvr>
    <a:masterClrMapping/>
  </p:clrMapOvr>
  <p:transition spd="slow" advClick="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C1A22-B5CF-49EA-914A-F4487C58C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16A49C-DFB2-4449-9B16-A96D021BA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D972DF-3286-41A8-A8BB-CA083271D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08FF23-4124-4EA4-B3C0-C759CF637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6782-2311-4CF6-9B98-9C4D8EB0EAD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794CEB-29CD-4FDE-9077-AB380124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C65FCC-564A-4AA5-B2AA-BFCEABA0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F00C-0BF3-402B-A2EA-050D9830607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431792"/>
      </p:ext>
    </p:extLst>
  </p:cSld>
  <p:clrMapOvr>
    <a:masterClrMapping/>
  </p:clrMapOvr>
  <p:transition spd="slow" advClick="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1F6CB-4B44-44A4-BC70-934B221EC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27637D-40A1-4E58-9981-E07CBD260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5DE924-BB03-48F8-9A33-3C8409325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2ACA86-3FB4-4C06-A0CD-A40EA6758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6782-2311-4CF6-9B98-9C4D8EB0EAD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D54D6E-849E-476B-8675-002A918DC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452021-5152-4C35-BFBF-88165E49E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F00C-0BF3-402B-A2EA-050D9830607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928210"/>
      </p:ext>
    </p:extLst>
  </p:cSld>
  <p:clrMapOvr>
    <a:masterClrMapping/>
  </p:clrMapOvr>
  <p:transition spd="slow" advClick="0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rgbClr val="FED8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6399014"/>
      </p:ext>
    </p:extLst>
  </p:cSld>
  <p:clrMapOvr>
    <a:masterClrMapping/>
  </p:clrMapOvr>
  <p:transition spd="slow" advClick="0">
    <p:randomBar dir="vert"/>
  </p:transition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4b91b001aa41f9" /><Relationship Type="http://schemas.openxmlformats.org/officeDocument/2006/relationships/slideLayout" Target="/ppt/slideLayouts/slideLayout1.xml" Id="Rf1a6f61a43544486" /><Relationship Type="http://schemas.openxmlformats.org/officeDocument/2006/relationships/slideLayout" Target="/ppt/slideLayouts/slideLayout2.xml" Id="Re1602b3a44814809" /><Relationship Type="http://schemas.openxmlformats.org/officeDocument/2006/relationships/slideLayout" Target="/ppt/slideLayouts/slideLayout3.xml" Id="R9e803f5be6d74cc4" /><Relationship Type="http://schemas.openxmlformats.org/officeDocument/2006/relationships/slideLayout" Target="/ppt/slideLayouts/slideLayout4.xml" Id="Rf84036eee5a142bc" /><Relationship Type="http://schemas.openxmlformats.org/officeDocument/2006/relationships/slideLayout" Target="/ppt/slideLayouts/slideLayout5.xml" Id="R213848006bad400d" /><Relationship Type="http://schemas.openxmlformats.org/officeDocument/2006/relationships/slideLayout" Target="/ppt/slideLayouts/slideLayout6.xml" Id="Raa67bd4682a74f70" /><Relationship Type="http://schemas.openxmlformats.org/officeDocument/2006/relationships/slideLayout" Target="/ppt/slideLayouts/slideLayout7.xml" Id="R40567e76109745e9" /><Relationship Type="http://schemas.openxmlformats.org/officeDocument/2006/relationships/slideLayout" Target="/ppt/slideLayouts/slideLayout8.xml" Id="R5379b23d6f4a4af4" /><Relationship Type="http://schemas.openxmlformats.org/officeDocument/2006/relationships/slideLayout" Target="/ppt/slideLayouts/slideLayout9.xml" Id="Rd995007f5692422b" /><Relationship Type="http://schemas.openxmlformats.org/officeDocument/2006/relationships/slideLayout" Target="/ppt/slideLayouts/slideLayout10.xml" Id="Rb7bd022faf6942ae" /><Relationship Type="http://schemas.openxmlformats.org/officeDocument/2006/relationships/slideLayout" Target="/ppt/slideLayouts/slideLayout11.xml" Id="R657885f8bde0498b" /><Relationship Type="http://schemas.openxmlformats.org/officeDocument/2006/relationships/slideLayout" Target="/ppt/slideLayouts/slideLayout12.xml" Id="R7c6b500d3d314205" /><Relationship Type="http://schemas.openxmlformats.org/officeDocument/2006/relationships/slideLayout" Target="/ppt/slideLayouts/slideLayout13.xml" Id="R209222bf9f1c498e" /><Relationship Type="http://schemas.openxmlformats.org/officeDocument/2006/relationships/slideLayout" Target="/ppt/slideLayouts/slideLayout14.xml" Id="R3c1f6b9bc19745ee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568523-2F60-4205-9524-D6480541B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35C91B-564E-44C7-A340-DBB162F09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E7F946-661A-486E-AA67-AD388BC62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49756782-2311-4CF6-9B98-9C4D8EB0EAD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7B8BC-D756-47F9-B413-D2494AC69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97719F-45AB-4C0B-9B8D-AB3EAE26E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DFEDF00C-0BF3-402B-A2EA-050D9830607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855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40567e76109745e9"/>
    <p:sldLayoutId id="2147483654" r:id="Raa67bd4682a74f70"/>
    <p:sldLayoutId id="2147483651" r:id="R9e803f5be6d74cc4"/>
    <p:sldLayoutId id="2147483660" r:id="R7c6b500d3d314205"/>
    <p:sldLayoutId id="2147483658" r:id="Rb7bd022faf6942ae"/>
    <p:sldLayoutId id="2147483656" r:id="R5379b23d6f4a4af4"/>
    <p:sldLayoutId id="2147483652" r:id="Rf84036eee5a142bc"/>
    <p:sldLayoutId id="2147483649" r:id="Rf1a6f61a43544486"/>
    <p:sldLayoutId id="2147483661" r:id="R209222bf9f1c498e"/>
    <p:sldLayoutId id="2147483659" r:id="R657885f8bde0498b"/>
    <p:sldLayoutId id="2147483657" r:id="Rd995007f5692422b"/>
    <p:sldLayoutId id="2147483653" r:id="R213848006bad400d"/>
    <p:sldLayoutId id="2147483650" r:id="Re1602b3a44814809"/>
    <p:sldLayoutId id="2147483662" r:id="R3c1f6b9bc19745ee"/>
  </p:sldLayoutIdLst>
  <p:transition spd="slow" advClick="0">
    <p:randomBar dir="vert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nxh0ccx">
      <a:majorFont>
        <a:latin typeface="微软雅黑" panose="020F0302020204030204"/>
        <a:ea typeface="微软雅黑"/>
        <a:cs typeface="Arial"/>
      </a:majorFont>
      <a:minorFont>
        <a:latin typeface="微软雅黑" panose="020F0302020204030204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a1d4292882c042ca" /><Relationship Type="http://schemas.openxmlformats.org/officeDocument/2006/relationships/slideLayout" Target="/ppt/slideLayouts/slideLayout1.xml" Id="R29f32c81420a4e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2a66577dec944140" /><Relationship Type="http://schemas.openxmlformats.org/officeDocument/2006/relationships/slideLayout" Target="/ppt/slideLayouts/slideLayout1.xml" Id="R9762f3b617bc41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067b25d1b28c4a5e" /><Relationship Type="http://schemas.openxmlformats.org/officeDocument/2006/relationships/slideLayout" Target="/ppt/slideLayouts/slideLayout1.xml" Id="Rcc38f855a89844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.bin" Id="Ra13a40c0ee9e47b6" /><Relationship Type="http://schemas.openxmlformats.org/officeDocument/2006/relationships/image" Target="/ppt/media/image2.bin" Id="Rd1eb11a0b86b4e23" /><Relationship Type="http://schemas.openxmlformats.org/officeDocument/2006/relationships/image" Target="/ppt/media/image3.bin" Id="Rdc5e018a4875485c" /><Relationship Type="http://schemas.microsoft.com/office/2007/relationships/hdphoto" Target="/ppt/slides/udata/data.wdp" Id="R91c616b2abb94f8a" /><Relationship Type="http://schemas.openxmlformats.org/officeDocument/2006/relationships/notesSlide" Target="/ppt/notesSlides/notesSlide4.xml" Id="R6a65e396451a4b8e" /><Relationship Type="http://schemas.openxmlformats.org/officeDocument/2006/relationships/slideLayout" Target="/ppt/slideLayouts/slideLayout1.xml" Id="R7e164cd0343742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336e1b7df7f04cc4" /><Relationship Type="http://schemas.openxmlformats.org/officeDocument/2006/relationships/slideLayout" Target="/ppt/slideLayouts/slideLayout1.xml" Id="R09c4b3aa04d94c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4.bin" Id="R6812dc99716d4a87" /><Relationship Type="http://schemas.openxmlformats.org/officeDocument/2006/relationships/image" Target="/ppt/media/image5.bin" Id="Re4be59623e16452c" /><Relationship Type="http://schemas.openxmlformats.org/officeDocument/2006/relationships/image" Target="/ppt/media/image6.bin" Id="Rae7aec2c34524270" /><Relationship Type="http://schemas.openxmlformats.org/officeDocument/2006/relationships/notesSlide" Target="/ppt/notesSlides/notesSlide6.xml" Id="Ra390a6375b26406c" /><Relationship Type="http://schemas.openxmlformats.org/officeDocument/2006/relationships/slideLayout" Target="/ppt/slideLayouts/slideLayout1.xml" Id="Rf3316b26f9fb4c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ec10dfd3cf064fe9" /><Relationship Type="http://schemas.openxmlformats.org/officeDocument/2006/relationships/slideLayout" Target="/ppt/slideLayouts/slideLayout1.xml" Id="Rbd9c7305f72748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8.xml" Id="R27e264d6baad4dfd" /><Relationship Type="http://schemas.openxmlformats.org/officeDocument/2006/relationships/slideLayout" Target="/ppt/slideLayouts/slideLayout1.xml" Id="R1b8e3b7700614a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7.bin" Id="Rf1b73158385f4731" /><Relationship Type="http://schemas.openxmlformats.org/officeDocument/2006/relationships/image" Target="/ppt/media/image5.bin" Id="Rc7c3525354324906" /><Relationship Type="http://schemas.openxmlformats.org/officeDocument/2006/relationships/image" Target="/ppt/media/image8.bin" Id="R134dba0672274cb9" /><Relationship Type="http://schemas.openxmlformats.org/officeDocument/2006/relationships/notesSlide" Target="/ppt/notesSlides/notesSlide9.xml" Id="Rc84397ce52254a27" /><Relationship Type="http://schemas.openxmlformats.org/officeDocument/2006/relationships/slideLayout" Target="/ppt/slideLayouts/slideLayout1.xml" Id="R4215db7dc3a441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notesSlide" Target="/ppt/notesSlides/notesSlide10.xml" Id="Rbf6c5c2383a3490f" /><Relationship Type="http://schemas.openxmlformats.org/officeDocument/2006/relationships/slideLayout" Target="/ppt/slideLayouts/slideLayout1.xml" Id="R162d3aa465ae46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9.bin" Id="Rdb03b5ae804e426e" /><Relationship Type="http://schemas.openxmlformats.org/officeDocument/2006/relationships/image" Target="/ppt/media/image10.bin" Id="R9c5049ae1bbb4f3f" /><Relationship Type="http://schemas.openxmlformats.org/officeDocument/2006/relationships/image" Target="/ppt/media/image11.bin" Id="R85fe1ae2a4524c2d" /><Relationship Type="http://schemas.openxmlformats.org/officeDocument/2006/relationships/oleObject" Target="/ppt/slides/embeddings/embeddedObject.bin" Id="R928cd56a40d74175" /><Relationship Type="http://schemas.openxmlformats.org/officeDocument/2006/relationships/oleObject" Target="/ppt/slides/embeddings/embeddedObject2.bin" Id="Rfc4acf648c7b4073" /><Relationship Type="http://schemas.openxmlformats.org/officeDocument/2006/relationships/oleObject" Target="/ppt/slides/embeddings/embeddedObject3.bin" Id="R80becf5b096f4671" /><Relationship Type="http://schemas.openxmlformats.org/officeDocument/2006/relationships/oleObject" Target="/ppt/slides/embeddings/embeddedObject4.bin" Id="Rd1bd4efc72824dfd" /><Relationship Type="http://schemas.openxmlformats.org/officeDocument/2006/relationships/oleObject" Target="/ppt/slides/embeddings/embeddedObject5.bin" Id="Rfb3a338b41d84f00" /><Relationship Type="http://schemas.openxmlformats.org/officeDocument/2006/relationships/oleObject" Target="/ppt/slides/embeddings/embeddedObject6.bin" Id="Rf964863a60b64e79" /><Relationship Type="http://schemas.openxmlformats.org/officeDocument/2006/relationships/notesSlide" Target="/ppt/notesSlides/notesSlide11.xml" Id="R89f06c0b44c44f72" /><Relationship Type="http://schemas.openxmlformats.org/officeDocument/2006/relationships/slideLayout" Target="/ppt/slideLayouts/slideLayout1.xml" Id="R6369bc08a3a24c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notesSlide" Target="/ppt/notesSlides/notesSlide12.xml" Id="Rf054c068754d4ff0" /><Relationship Type="http://schemas.openxmlformats.org/officeDocument/2006/relationships/slideLayout" Target="/ppt/slideLayouts/slideLayout1.xml" Id="Rfa8eea750a0d4d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notesSlide" Target="/ppt/notesSlides/notesSlide13.xml" Id="Rf4c82f969f8e4f70" /><Relationship Type="http://schemas.openxmlformats.org/officeDocument/2006/relationships/slideLayout" Target="/ppt/slideLayouts/slideLayout1.xml" Id="Re881da96f2b64e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notesSlide" Target="/ppt/notesSlides/notesSlide14.xml" Id="R29d83a4adfb6430f" /><Relationship Type="http://schemas.openxmlformats.org/officeDocument/2006/relationships/slideLayout" Target="/ppt/slideLayouts/slideLayout1.xml" Id="R78a98c9447924b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12.bin" Id="Rb9f43379875c450e" /><Relationship Type="http://schemas.openxmlformats.org/officeDocument/2006/relationships/image" Target="/ppt/media/image13.bin" Id="Rb17e280d99cb401c" /><Relationship Type="http://schemas.openxmlformats.org/officeDocument/2006/relationships/notesSlide" Target="/ppt/notesSlides/notesSlide15.xml" Id="R5e609598d0f54f8b" /><Relationship Type="http://schemas.openxmlformats.org/officeDocument/2006/relationships/slideLayout" Target="/ppt/slideLayouts/slideLayout1.xml" Id="R435c2531cac049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notesSlide" Target="/ppt/notesSlides/notesSlide16.xml" Id="R153a78e5a7c3455f" /><Relationship Type="http://schemas.openxmlformats.org/officeDocument/2006/relationships/slideLayout" Target="/ppt/slideLayouts/slideLayout1.xml" Id="R85926a61593b492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8.bin" Id="Rceec57bc024c4fb4" /><Relationship Type="http://schemas.openxmlformats.org/officeDocument/2006/relationships/tags" Target="/ppt/slides/tags/tag1.xml" Id="R2f48cab46cef4361" /><Relationship Type="http://schemas.openxmlformats.org/officeDocument/2006/relationships/tags" Target="/ppt/slides/tags/tag2.xml" Id="R96619419abd64225" /><Relationship Type="http://schemas.openxmlformats.org/officeDocument/2006/relationships/tags" Target="/ppt/slides/tags/tag3.xml" Id="R40d105e83fcc41d1" /><Relationship Type="http://schemas.openxmlformats.org/officeDocument/2006/relationships/notesSlide" Target="/ppt/notesSlides/notesSlide17.xml" Id="R0514fa7c518b4136" /><Relationship Type="http://schemas.openxmlformats.org/officeDocument/2006/relationships/slideLayout" Target="/ppt/slideLayouts/slideLayout1.xml" Id="R348373c2a07141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notesSlide" Target="/ppt/notesSlides/notesSlide18.xml" Id="R1e4b66aca9024018" /><Relationship Type="http://schemas.openxmlformats.org/officeDocument/2006/relationships/slideLayout" Target="/ppt/slideLayouts/slideLayout1.xml" Id="R5601f764a74e4c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notesSlide" Target="/ppt/notesSlides/notesSlide19.xml" Id="R7398e3e0186249ab" /><Relationship Type="http://schemas.openxmlformats.org/officeDocument/2006/relationships/slideLayout" Target="/ppt/slideLayouts/slideLayout1.xml" Id="R174e74f9c160421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5.bin" Id="R6fd86297f4ad46a1" /><Relationship Type="http://schemas.openxmlformats.org/officeDocument/2006/relationships/notesSlide" Target="/ppt/notesSlides/notesSlide20.xml" Id="R07abbf2638574417" /><Relationship Type="http://schemas.openxmlformats.org/officeDocument/2006/relationships/slideLayout" Target="/ppt/slideLayouts/slideLayout1.xml" Id="R091082ce5fc34f1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notesSlide" Target="/ppt/notesSlides/notesSlide21.xml" Id="Rc3f5f8243dd54ff1" /><Relationship Type="http://schemas.openxmlformats.org/officeDocument/2006/relationships/slideLayout" Target="/ppt/slideLayouts/slideLayout1.xml" Id="R2a173e96bbea489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notesSlide" Target="/ppt/notesSlides/notesSlide22.xml" Id="R41998215ed6b4668" /><Relationship Type="http://schemas.openxmlformats.org/officeDocument/2006/relationships/slideLayout" Target="/ppt/slideLayouts/slideLayout1.xml" Id="R454df59844f24a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notesSlide" Target="/ppt/notesSlides/notesSlide23.xml" Id="R1fb50cffcf264bf6" /><Relationship Type="http://schemas.openxmlformats.org/officeDocument/2006/relationships/slideLayout" Target="/ppt/slideLayouts/slideLayout1.xml" Id="Rf2de0e151643440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notesSlide" Target="/ppt/notesSlides/notesSlide24.xml" Id="Re68bd21ee1e0447f" /><Relationship Type="http://schemas.openxmlformats.org/officeDocument/2006/relationships/slideLayout" Target="/ppt/slideLayouts/slideLayout1.xml" Id="Rf852b7e4f3cc4f4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08b806a4d3fb4f558a234583629b3a57" /><Relationship Type="http://schemas.openxmlformats.org/officeDocument/2006/relationships/image" Target="/ppt/media/image14.bin" Id="Ref67f7e8db7a4ab8" /><Relationship Type="http://schemas.openxmlformats.org/officeDocument/2006/relationships/image" Target="/ppt/media/image15.bin" Id="R8c20d9b8df35486f" /><Relationship Type="http://schemas.openxmlformats.org/officeDocument/2006/relationships/image" Target="/ppt/media/image16.bin" Id="R7d4537d67a9647d1" /><Relationship Type="http://schemas.openxmlformats.org/officeDocument/2006/relationships/customXml" Target="/ppt/customXML/item.xml" Id="R868dde96426349c9" /><Relationship Type="http://schemas.openxmlformats.org/officeDocument/2006/relationships/customXml" Target="/ppt/customXML/item2.xml" Id="R2cdb7269d3fc4ffa" /><Relationship Type="http://schemas.openxmlformats.org/officeDocument/2006/relationships/slideLayout" Target="/ppt/slideLayouts/slideLayout6.xml" Id="R9bb5434d4501479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65c287e061914cceba084871b11b1d93" /><Relationship Type="http://schemas.openxmlformats.org/officeDocument/2006/relationships/image" Target="/ppt/media/image17.bin" Id="R5ae1c27e03ba4a1b" /><Relationship Type="http://schemas.openxmlformats.org/officeDocument/2006/relationships/image" Target="/ppt/media/image18.bin" Id="R6e8d2a5ea2f64573" /><Relationship Type="http://schemas.openxmlformats.org/officeDocument/2006/relationships/image" Target="/ppt/media/image19.bin" Id="R817d1fd0a8a74e8e" /><Relationship Type="http://schemas.openxmlformats.org/officeDocument/2006/relationships/image" Target="/ppt/media/image15.bin" Id="R94c63571438c4d5b" /><Relationship Type="http://schemas.openxmlformats.org/officeDocument/2006/relationships/image" Target="/ppt/media/image20.bin" Id="Reff0e6f61e6f41ff" /><Relationship Type="http://schemas.openxmlformats.org/officeDocument/2006/relationships/image" Target="/ppt/media/image21.bin" Id="Rd94772af719945cb" /><Relationship Type="http://schemas.openxmlformats.org/officeDocument/2006/relationships/image" Target="/ppt/media/image16.bin" Id="Rf55c80ab863541ef" /><Relationship Type="http://schemas.openxmlformats.org/officeDocument/2006/relationships/customXml" Target="/ppt/customXML/item3.xml" Id="R9f10cecd57ed41b1" /><Relationship Type="http://schemas.openxmlformats.org/officeDocument/2006/relationships/customXml" Target="/ppt/customXML/item4.xml" Id="Ra6b2a5f6fdf34a35" /><Relationship Type="http://schemas.openxmlformats.org/officeDocument/2006/relationships/customXml" Target="/ppt/customXML/item5.xml" Id="R05c90c3a73dc4d53" /><Relationship Type="http://schemas.openxmlformats.org/officeDocument/2006/relationships/slideLayout" Target="/ppt/slideLayouts/slideLayout6.xml" Id="R41249475cdb54b4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image" Target="/ppt/media/image22.bin" Id="R0c26e68a57274464" /><Relationship Type="http://schemas.openxmlformats.org/officeDocument/2006/relationships/image" Target="/ppt/media/image23.bin" Id="R86ad576832c9451f" /><Relationship Type="http://schemas.openxmlformats.org/officeDocument/2006/relationships/image" Target="/ppt/media/image21.bin" Id="R41652a5a32384e7e" /><Relationship Type="http://schemas.openxmlformats.org/officeDocument/2006/relationships/image" Target="/ppt/media/image24.bin" Id="R6e2ffa6b81e54024" /><Relationship Type="http://schemas.openxmlformats.org/officeDocument/2006/relationships/customXml" Target="/ppt/customXML/item6.xml" Id="Rdd1328d949224f43" /><Relationship Type="http://schemas.openxmlformats.org/officeDocument/2006/relationships/customXml" Target="/ppt/customXML/item7.xml" Id="R2787c8c1e17a422c" /><Relationship Type="http://schemas.openxmlformats.org/officeDocument/2006/relationships/customXml" Target="/ppt/customXML/item8.xml" Id="R8dca9f73b93e4f74" /><Relationship Type="http://schemas.openxmlformats.org/officeDocument/2006/relationships/slideLayout" Target="/ppt/slideLayouts/slideLayout7.xml" Id="R20b3c61b2d3b467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00398b4017754e99b91c6dce13be9fec" /><Relationship Type="http://schemas.openxmlformats.org/officeDocument/2006/relationships/hyperlink" Target="https://storyset.com/" TargetMode="External" Id="Rb9a45cdc3e09497fafb2f03cd9c074d6" /><Relationship Type="http://schemas.openxmlformats.org/officeDocument/2006/relationships/slideLayout" Target="/ppt/slideLayouts/slideLayout6.xml" Id="R88d836ff5c534eed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0000">
              <a:srgbClr val="120249"/>
            </a:gs>
            <a:gs pos="100000">
              <a:srgbClr val="57015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88383EFB-C639-443F-8C24-6658E8CD5FD8}"/>
              </a:ext>
            </a:extLst>
          </p:cNvPr>
          <p:cNvSpPr/>
          <p:nvPr/>
        </p:nvSpPr>
        <p:spPr>
          <a:xfrm>
            <a:off x="-214744" y="-331636"/>
            <a:ext cx="5203797" cy="7167317"/>
          </a:xfrm>
          <a:prstGeom prst="rtTriangle">
            <a:avLst/>
          </a:prstGeom>
          <a:solidFill>
            <a:srgbClr val="0B1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F924E6A4-F612-4381-9C02-8BE52C6D1FC5}"/>
              </a:ext>
            </a:extLst>
          </p:cNvPr>
          <p:cNvSpPr/>
          <p:nvPr/>
        </p:nvSpPr>
        <p:spPr>
          <a:xfrm flipH="1">
            <a:off x="7507046" y="-298218"/>
            <a:ext cx="4673618" cy="7167317"/>
          </a:xfrm>
          <a:prstGeom prst="rtTriangle">
            <a:avLst/>
          </a:prstGeom>
          <a:solidFill>
            <a:srgbClr val="1202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EF7D8B1-F70D-414E-AF5C-7B03B494ECDF}"/>
              </a:ext>
            </a:extLst>
          </p:cNvPr>
          <p:cNvGrpSpPr/>
          <p:nvPr/>
        </p:nvGrpSpPr>
        <p:grpSpPr>
          <a:xfrm rot="1767638">
            <a:off x="-1438722" y="-2087913"/>
            <a:ext cx="3823256" cy="10810241"/>
            <a:chOff x="1066240" y="548032"/>
            <a:chExt cx="2267438" cy="591768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C2149D3-8AD8-486E-8083-4629755A7467}"/>
                </a:ext>
              </a:extLst>
            </p:cNvPr>
            <p:cNvSpPr/>
            <p:nvPr/>
          </p:nvSpPr>
          <p:spPr>
            <a:xfrm>
              <a:off x="1066240" y="979317"/>
              <a:ext cx="1327639" cy="5486400"/>
            </a:xfrm>
            <a:prstGeom prst="rect">
              <a:avLst/>
            </a:prstGeom>
            <a:solidFill>
              <a:srgbClr val="111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E920109-A681-4010-8125-D7D217A90B15}"/>
                </a:ext>
              </a:extLst>
            </p:cNvPr>
            <p:cNvSpPr/>
            <p:nvPr/>
          </p:nvSpPr>
          <p:spPr>
            <a:xfrm>
              <a:off x="1822939" y="838200"/>
              <a:ext cx="1327639" cy="5486400"/>
            </a:xfrm>
            <a:prstGeom prst="rect">
              <a:avLst/>
            </a:prstGeom>
            <a:solidFill>
              <a:srgbClr val="1B03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E5027D1-A176-4ABB-9763-00F274BADF8A}"/>
                </a:ext>
              </a:extLst>
            </p:cNvPr>
            <p:cNvSpPr/>
            <p:nvPr/>
          </p:nvSpPr>
          <p:spPr>
            <a:xfrm>
              <a:off x="2348034" y="548032"/>
              <a:ext cx="985644" cy="5797485"/>
            </a:xfrm>
            <a:prstGeom prst="rect">
              <a:avLst/>
            </a:prstGeom>
            <a:solidFill>
              <a:srgbClr val="120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平行四边形 6">
              <a:extLst>
                <a:ext uri="{FF2B5EF4-FFF2-40B4-BE49-F238E27FC236}">
                  <a16:creationId xmlns:a16="http://schemas.microsoft.com/office/drawing/2014/main" id="{784C28D6-1627-4636-84BE-3378A811FA67}"/>
                </a:ext>
              </a:extLst>
            </p:cNvPr>
            <p:cNvSpPr/>
            <p:nvPr/>
          </p:nvSpPr>
          <p:spPr>
            <a:xfrm rot="16200000">
              <a:off x="-377397" y="3950210"/>
              <a:ext cx="3724275" cy="371475"/>
            </a:xfrm>
            <a:prstGeom prst="parallelogram">
              <a:avLst>
                <a:gd name="adj" fmla="val 73387"/>
              </a:avLst>
            </a:prstGeom>
            <a:solidFill>
              <a:srgbClr val="120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687FEBEA-2CC0-4BD8-8612-9ED3F5BD44F9}"/>
              </a:ext>
            </a:extLst>
          </p:cNvPr>
          <p:cNvSpPr/>
          <p:nvPr/>
        </p:nvSpPr>
        <p:spPr>
          <a:xfrm flipH="1">
            <a:off x="8108491" y="693206"/>
            <a:ext cx="4083509" cy="6189826"/>
          </a:xfrm>
          <a:prstGeom prst="rtTriangle">
            <a:avLst/>
          </a:prstGeom>
          <a:solidFill>
            <a:srgbClr val="0B1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D8857F1C-37FD-4A89-9088-70387BF0E551}"/>
              </a:ext>
            </a:extLst>
          </p:cNvPr>
          <p:cNvGrpSpPr/>
          <p:nvPr/>
        </p:nvGrpSpPr>
        <p:grpSpPr>
          <a:xfrm rot="1957148">
            <a:off x="9326101" y="2013369"/>
            <a:ext cx="798688" cy="5866044"/>
            <a:chOff x="12907453" y="2528033"/>
            <a:chExt cx="681038" cy="3876675"/>
          </a:xfrm>
        </p:grpSpPr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7425CD87-8BD8-4E37-B718-850D329D1C4F}"/>
                </a:ext>
              </a:extLst>
            </p:cNvPr>
            <p:cNvSpPr/>
            <p:nvPr/>
          </p:nvSpPr>
          <p:spPr>
            <a:xfrm rot="16200000">
              <a:off x="11309634" y="4125852"/>
              <a:ext cx="3724275" cy="528638"/>
            </a:xfrm>
            <a:prstGeom prst="parallelogram">
              <a:avLst>
                <a:gd name="adj" fmla="val 73387"/>
              </a:avLst>
            </a:prstGeom>
            <a:solidFill>
              <a:srgbClr val="1A03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F133CAEB-4165-4AF3-8E25-6CDEBEFCC6F6}"/>
                </a:ext>
              </a:extLst>
            </p:cNvPr>
            <p:cNvSpPr/>
            <p:nvPr/>
          </p:nvSpPr>
          <p:spPr>
            <a:xfrm rot="16200000">
              <a:off x="11462034" y="4278252"/>
              <a:ext cx="3724275" cy="528638"/>
            </a:xfrm>
            <a:prstGeom prst="parallelogram">
              <a:avLst>
                <a:gd name="adj" fmla="val 73387"/>
              </a:avLst>
            </a:prstGeom>
            <a:solidFill>
              <a:srgbClr val="1219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6" name="椭圆 15">
            <a:extLst>
              <a:ext uri="{FF2B5EF4-FFF2-40B4-BE49-F238E27FC236}">
                <a16:creationId xmlns:a16="http://schemas.microsoft.com/office/drawing/2014/main" id="{A688D508-7D5A-4C8C-8865-B83CD56F75D9}"/>
              </a:ext>
            </a:extLst>
          </p:cNvPr>
          <p:cNvSpPr/>
          <p:nvPr/>
        </p:nvSpPr>
        <p:spPr>
          <a:xfrm>
            <a:off x="2051462" y="1852804"/>
            <a:ext cx="2277940" cy="2277940"/>
          </a:xfrm>
          <a:prstGeom prst="ellipse">
            <a:avLst/>
          </a:prstGeom>
          <a:gradFill>
            <a:gsLst>
              <a:gs pos="40000">
                <a:srgbClr val="B30660"/>
              </a:gs>
              <a:gs pos="100000">
                <a:srgbClr val="570152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2C3B0B2-F611-4D04-BF76-5B03A1814965}"/>
              </a:ext>
            </a:extLst>
          </p:cNvPr>
          <p:cNvGrpSpPr/>
          <p:nvPr/>
        </p:nvGrpSpPr>
        <p:grpSpPr>
          <a:xfrm>
            <a:off x="3717841" y="5091679"/>
            <a:ext cx="955991" cy="623601"/>
            <a:chOff x="2309496" y="961390"/>
            <a:chExt cx="955991" cy="623601"/>
          </a:xfrm>
          <a:gradFill flip="none" rotWithShape="1">
            <a:gsLst>
              <a:gs pos="0">
                <a:srgbClr val="120249">
                  <a:alpha val="30000"/>
                </a:srgbClr>
              </a:gs>
              <a:gs pos="100000">
                <a:srgbClr val="B30660"/>
              </a:gs>
            </a:gsLst>
            <a:lin ang="16200000" scaled="1"/>
          </a:gradFill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0440517F-3F1F-49AB-A6BC-850DE0C89DCF}"/>
                </a:ext>
              </a:extLst>
            </p:cNvPr>
            <p:cNvSpPr/>
            <p:nvPr/>
          </p:nvSpPr>
          <p:spPr>
            <a:xfrm>
              <a:off x="230949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BAA36A3-842D-42C3-BFA5-DF7026D6DE71}"/>
                </a:ext>
              </a:extLst>
            </p:cNvPr>
            <p:cNvSpPr/>
            <p:nvPr/>
          </p:nvSpPr>
          <p:spPr>
            <a:xfrm>
              <a:off x="248102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D075C372-0DA8-41B0-99E3-15D7944A054D}"/>
                </a:ext>
              </a:extLst>
            </p:cNvPr>
            <p:cNvSpPr/>
            <p:nvPr/>
          </p:nvSpPr>
          <p:spPr>
            <a:xfrm>
              <a:off x="2652561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4CAC57A-F044-4108-81C0-FBCE3712B194}"/>
                </a:ext>
              </a:extLst>
            </p:cNvPr>
            <p:cNvSpPr/>
            <p:nvPr/>
          </p:nvSpPr>
          <p:spPr>
            <a:xfrm>
              <a:off x="2824093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A830BD8-D3E9-4597-870C-0AA9A9D96EBD}"/>
                </a:ext>
              </a:extLst>
            </p:cNvPr>
            <p:cNvSpPr/>
            <p:nvPr/>
          </p:nvSpPr>
          <p:spPr>
            <a:xfrm>
              <a:off x="299562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A3AC1D9A-BE9E-45EC-AF99-53FDCC5F1C71}"/>
                </a:ext>
              </a:extLst>
            </p:cNvPr>
            <p:cNvSpPr/>
            <p:nvPr/>
          </p:nvSpPr>
          <p:spPr>
            <a:xfrm>
              <a:off x="316715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9DA9AE40-E33B-4E4D-A2FC-5982722593DA}"/>
                </a:ext>
              </a:extLst>
            </p:cNvPr>
            <p:cNvSpPr/>
            <p:nvPr/>
          </p:nvSpPr>
          <p:spPr>
            <a:xfrm>
              <a:off x="230949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3ACBEBD1-A2BC-4F16-8507-3B057B3DAD9E}"/>
                </a:ext>
              </a:extLst>
            </p:cNvPr>
            <p:cNvSpPr/>
            <p:nvPr/>
          </p:nvSpPr>
          <p:spPr>
            <a:xfrm>
              <a:off x="248102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658D423F-A67B-47A9-A5E7-CDB07E65920C}"/>
                </a:ext>
              </a:extLst>
            </p:cNvPr>
            <p:cNvSpPr/>
            <p:nvPr/>
          </p:nvSpPr>
          <p:spPr>
            <a:xfrm>
              <a:off x="2652561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F292D129-0EAB-484C-9CCB-13224A400E93}"/>
                </a:ext>
              </a:extLst>
            </p:cNvPr>
            <p:cNvSpPr/>
            <p:nvPr/>
          </p:nvSpPr>
          <p:spPr>
            <a:xfrm>
              <a:off x="2824093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565DA60-378B-4DAA-9463-224FD95056FD}"/>
                </a:ext>
              </a:extLst>
            </p:cNvPr>
            <p:cNvSpPr/>
            <p:nvPr/>
          </p:nvSpPr>
          <p:spPr>
            <a:xfrm>
              <a:off x="299562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72E478B6-AF3E-46AD-9E54-6D4E362C0B43}"/>
                </a:ext>
              </a:extLst>
            </p:cNvPr>
            <p:cNvSpPr/>
            <p:nvPr/>
          </p:nvSpPr>
          <p:spPr>
            <a:xfrm>
              <a:off x="316715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6F026F55-207C-4DD6-8545-3EC631D9FED4}"/>
                </a:ext>
              </a:extLst>
            </p:cNvPr>
            <p:cNvSpPr/>
            <p:nvPr/>
          </p:nvSpPr>
          <p:spPr>
            <a:xfrm>
              <a:off x="231108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2106001B-AD99-4DE0-AF0F-3059997638BF}"/>
                </a:ext>
              </a:extLst>
            </p:cNvPr>
            <p:cNvSpPr/>
            <p:nvPr/>
          </p:nvSpPr>
          <p:spPr>
            <a:xfrm>
              <a:off x="248261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898C47C2-A266-4A52-9A01-9B0DBF8D4378}"/>
                </a:ext>
              </a:extLst>
            </p:cNvPr>
            <p:cNvSpPr/>
            <p:nvPr/>
          </p:nvSpPr>
          <p:spPr>
            <a:xfrm>
              <a:off x="2654148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81FF333-FEB8-4BFE-B52C-24C7CF4626A6}"/>
                </a:ext>
              </a:extLst>
            </p:cNvPr>
            <p:cNvSpPr/>
            <p:nvPr/>
          </p:nvSpPr>
          <p:spPr>
            <a:xfrm>
              <a:off x="2825680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9F69EBBC-6F96-43E2-9B78-1774212F9423}"/>
                </a:ext>
              </a:extLst>
            </p:cNvPr>
            <p:cNvSpPr/>
            <p:nvPr/>
          </p:nvSpPr>
          <p:spPr>
            <a:xfrm>
              <a:off x="299721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D29FBED6-806E-42E4-B45D-07A757C4E5EA}"/>
                </a:ext>
              </a:extLst>
            </p:cNvPr>
            <p:cNvSpPr/>
            <p:nvPr/>
          </p:nvSpPr>
          <p:spPr>
            <a:xfrm>
              <a:off x="316874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8336929B-E0BA-492A-AA1C-B2B6D0182430}"/>
                </a:ext>
              </a:extLst>
            </p:cNvPr>
            <p:cNvSpPr/>
            <p:nvPr/>
          </p:nvSpPr>
          <p:spPr>
            <a:xfrm>
              <a:off x="231108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4552B386-A610-4111-B6B3-57F776627F2B}"/>
                </a:ext>
              </a:extLst>
            </p:cNvPr>
            <p:cNvSpPr/>
            <p:nvPr/>
          </p:nvSpPr>
          <p:spPr>
            <a:xfrm>
              <a:off x="248261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FCA40314-BBB3-4D07-8124-0B4082DD131D}"/>
                </a:ext>
              </a:extLst>
            </p:cNvPr>
            <p:cNvSpPr/>
            <p:nvPr/>
          </p:nvSpPr>
          <p:spPr>
            <a:xfrm>
              <a:off x="2654148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21B8F392-F82C-4C05-AD33-F24A334C07FB}"/>
                </a:ext>
              </a:extLst>
            </p:cNvPr>
            <p:cNvSpPr/>
            <p:nvPr/>
          </p:nvSpPr>
          <p:spPr>
            <a:xfrm>
              <a:off x="2825680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2A62D79C-B61A-437B-B863-4C0947203CDB}"/>
                </a:ext>
              </a:extLst>
            </p:cNvPr>
            <p:cNvSpPr/>
            <p:nvPr/>
          </p:nvSpPr>
          <p:spPr>
            <a:xfrm>
              <a:off x="299721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8545EDB2-D834-4CD5-A7FC-584CDF8AE135}"/>
                </a:ext>
              </a:extLst>
            </p:cNvPr>
            <p:cNvSpPr/>
            <p:nvPr/>
          </p:nvSpPr>
          <p:spPr>
            <a:xfrm>
              <a:off x="316874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46" name="椭圆 45">
            <a:extLst>
              <a:ext uri="{FF2B5EF4-FFF2-40B4-BE49-F238E27FC236}">
                <a16:creationId xmlns:a16="http://schemas.microsoft.com/office/drawing/2014/main" id="{EDFF8577-2157-4A69-8387-1E3A728C82BA}"/>
              </a:ext>
            </a:extLst>
          </p:cNvPr>
          <p:cNvSpPr/>
          <p:nvPr/>
        </p:nvSpPr>
        <p:spPr>
          <a:xfrm>
            <a:off x="6952845" y="4371161"/>
            <a:ext cx="2277940" cy="2277940"/>
          </a:xfrm>
          <a:prstGeom prst="ellipse">
            <a:avLst/>
          </a:prstGeom>
          <a:gradFill>
            <a:gsLst>
              <a:gs pos="40000">
                <a:srgbClr val="B30660"/>
              </a:gs>
              <a:gs pos="100000">
                <a:srgbClr val="570152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0B6FEDC-FC2D-4D5A-B260-5BDC130A7B83}"/>
              </a:ext>
            </a:extLst>
          </p:cNvPr>
          <p:cNvGrpSpPr/>
          <p:nvPr/>
        </p:nvGrpSpPr>
        <p:grpSpPr>
          <a:xfrm>
            <a:off x="8949252" y="1693148"/>
            <a:ext cx="955991" cy="623601"/>
            <a:chOff x="2309496" y="961390"/>
            <a:chExt cx="955991" cy="623601"/>
          </a:xfrm>
          <a:gradFill flip="none" rotWithShape="1">
            <a:gsLst>
              <a:gs pos="0">
                <a:srgbClr val="120249">
                  <a:alpha val="0"/>
                </a:srgbClr>
              </a:gs>
              <a:gs pos="100000">
                <a:srgbClr val="B30660"/>
              </a:gs>
            </a:gsLst>
            <a:lin ang="16200000" scaled="1"/>
          </a:gradFill>
        </p:grpSpPr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65892C58-23AF-4017-AC2E-0BF3281C92D2}"/>
                </a:ext>
              </a:extLst>
            </p:cNvPr>
            <p:cNvSpPr/>
            <p:nvPr/>
          </p:nvSpPr>
          <p:spPr>
            <a:xfrm>
              <a:off x="230949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64861C41-53E9-47A2-AADC-0A92C24B28EC}"/>
                </a:ext>
              </a:extLst>
            </p:cNvPr>
            <p:cNvSpPr/>
            <p:nvPr/>
          </p:nvSpPr>
          <p:spPr>
            <a:xfrm>
              <a:off x="248102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926E97C5-5375-49B3-820E-D02A7336DCB1}"/>
                </a:ext>
              </a:extLst>
            </p:cNvPr>
            <p:cNvSpPr/>
            <p:nvPr/>
          </p:nvSpPr>
          <p:spPr>
            <a:xfrm>
              <a:off x="2652561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B9B5BD7E-542A-4066-9E7F-CBDE446ED5ED}"/>
                </a:ext>
              </a:extLst>
            </p:cNvPr>
            <p:cNvSpPr/>
            <p:nvPr/>
          </p:nvSpPr>
          <p:spPr>
            <a:xfrm>
              <a:off x="2824093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8C16AD54-858E-4868-BB25-C7831B2CFEFC}"/>
                </a:ext>
              </a:extLst>
            </p:cNvPr>
            <p:cNvSpPr/>
            <p:nvPr/>
          </p:nvSpPr>
          <p:spPr>
            <a:xfrm>
              <a:off x="299562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E7862598-11C6-4876-85AF-FF13B04D515E}"/>
                </a:ext>
              </a:extLst>
            </p:cNvPr>
            <p:cNvSpPr/>
            <p:nvPr/>
          </p:nvSpPr>
          <p:spPr>
            <a:xfrm>
              <a:off x="316715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F6475164-16A5-4FE0-9D5A-C751C70A17A6}"/>
                </a:ext>
              </a:extLst>
            </p:cNvPr>
            <p:cNvSpPr/>
            <p:nvPr/>
          </p:nvSpPr>
          <p:spPr>
            <a:xfrm>
              <a:off x="230949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858FB4E8-6654-40CC-896E-75C34C587E02}"/>
                </a:ext>
              </a:extLst>
            </p:cNvPr>
            <p:cNvSpPr/>
            <p:nvPr/>
          </p:nvSpPr>
          <p:spPr>
            <a:xfrm>
              <a:off x="248102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BF93BC06-C05F-4AF5-95C7-AFC01226D919}"/>
                </a:ext>
              </a:extLst>
            </p:cNvPr>
            <p:cNvSpPr/>
            <p:nvPr/>
          </p:nvSpPr>
          <p:spPr>
            <a:xfrm>
              <a:off x="2652561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561249CF-9458-4D9F-AE75-86508737DE4B}"/>
                </a:ext>
              </a:extLst>
            </p:cNvPr>
            <p:cNvSpPr/>
            <p:nvPr/>
          </p:nvSpPr>
          <p:spPr>
            <a:xfrm>
              <a:off x="2824093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C226AAE6-37C0-4B77-96D6-4113A0ED68D1}"/>
                </a:ext>
              </a:extLst>
            </p:cNvPr>
            <p:cNvSpPr/>
            <p:nvPr/>
          </p:nvSpPr>
          <p:spPr>
            <a:xfrm>
              <a:off x="299562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4388B105-26BC-4BEF-A473-74BAB34BC776}"/>
                </a:ext>
              </a:extLst>
            </p:cNvPr>
            <p:cNvSpPr/>
            <p:nvPr/>
          </p:nvSpPr>
          <p:spPr>
            <a:xfrm>
              <a:off x="316715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884A17BC-A8A9-4662-8CC8-988429EF6A21}"/>
                </a:ext>
              </a:extLst>
            </p:cNvPr>
            <p:cNvSpPr/>
            <p:nvPr/>
          </p:nvSpPr>
          <p:spPr>
            <a:xfrm>
              <a:off x="231108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C33405C5-D562-41DB-8D71-6944052915B0}"/>
                </a:ext>
              </a:extLst>
            </p:cNvPr>
            <p:cNvSpPr/>
            <p:nvPr/>
          </p:nvSpPr>
          <p:spPr>
            <a:xfrm>
              <a:off x="248261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2D79BDDC-3D3E-42D8-9326-9DC1A53F14E7}"/>
                </a:ext>
              </a:extLst>
            </p:cNvPr>
            <p:cNvSpPr/>
            <p:nvPr/>
          </p:nvSpPr>
          <p:spPr>
            <a:xfrm>
              <a:off x="2654148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B93DA09C-583B-47C1-B130-B96CE23EEF8C}"/>
                </a:ext>
              </a:extLst>
            </p:cNvPr>
            <p:cNvSpPr/>
            <p:nvPr/>
          </p:nvSpPr>
          <p:spPr>
            <a:xfrm>
              <a:off x="2825680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65D1AC4B-41BD-4194-AFD2-0CD607966331}"/>
                </a:ext>
              </a:extLst>
            </p:cNvPr>
            <p:cNvSpPr/>
            <p:nvPr/>
          </p:nvSpPr>
          <p:spPr>
            <a:xfrm>
              <a:off x="299721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70E24DAE-EE77-4416-A68A-E73A6C664ECB}"/>
                </a:ext>
              </a:extLst>
            </p:cNvPr>
            <p:cNvSpPr/>
            <p:nvPr/>
          </p:nvSpPr>
          <p:spPr>
            <a:xfrm>
              <a:off x="316874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01F851AF-EA4C-4A0F-A6F3-DAA457167153}"/>
                </a:ext>
              </a:extLst>
            </p:cNvPr>
            <p:cNvSpPr/>
            <p:nvPr/>
          </p:nvSpPr>
          <p:spPr>
            <a:xfrm>
              <a:off x="231108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6BE71373-BAC9-466C-A83E-F3E0CDF1D925}"/>
                </a:ext>
              </a:extLst>
            </p:cNvPr>
            <p:cNvSpPr/>
            <p:nvPr/>
          </p:nvSpPr>
          <p:spPr>
            <a:xfrm>
              <a:off x="248261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90C35C9C-1138-49B6-BBB7-B24C0ED0BDD4}"/>
                </a:ext>
              </a:extLst>
            </p:cNvPr>
            <p:cNvSpPr/>
            <p:nvPr/>
          </p:nvSpPr>
          <p:spPr>
            <a:xfrm>
              <a:off x="2654148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0FF50A43-E0B0-44B2-8647-858B42CA46F3}"/>
                </a:ext>
              </a:extLst>
            </p:cNvPr>
            <p:cNvSpPr/>
            <p:nvPr/>
          </p:nvSpPr>
          <p:spPr>
            <a:xfrm>
              <a:off x="2825680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F7762BAE-92D9-4C4F-A6DE-EBB5B9529E66}"/>
                </a:ext>
              </a:extLst>
            </p:cNvPr>
            <p:cNvSpPr/>
            <p:nvPr/>
          </p:nvSpPr>
          <p:spPr>
            <a:xfrm>
              <a:off x="299721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FD32E69B-3EDD-414A-813F-CC851451C7C6}"/>
                </a:ext>
              </a:extLst>
            </p:cNvPr>
            <p:cNvSpPr/>
            <p:nvPr/>
          </p:nvSpPr>
          <p:spPr>
            <a:xfrm>
              <a:off x="316874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0CE52195-0D93-4437-A807-FCC00EE339E4}"/>
              </a:ext>
            </a:extLst>
          </p:cNvPr>
          <p:cNvGrpSpPr/>
          <p:nvPr/>
        </p:nvGrpSpPr>
        <p:grpSpPr>
          <a:xfrm>
            <a:off x="909609" y="4322790"/>
            <a:ext cx="955991" cy="623601"/>
            <a:chOff x="2309496" y="961390"/>
            <a:chExt cx="955991" cy="623601"/>
          </a:xfrm>
          <a:gradFill flip="none" rotWithShape="1">
            <a:gsLst>
              <a:gs pos="0">
                <a:srgbClr val="120249">
                  <a:alpha val="36000"/>
                </a:srgbClr>
              </a:gs>
              <a:gs pos="100000">
                <a:srgbClr val="0B1051"/>
              </a:gs>
            </a:gsLst>
            <a:lin ang="16200000" scaled="1"/>
          </a:gradFill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621ABD6C-51F0-4820-814D-A23B700ABEC2}"/>
                </a:ext>
              </a:extLst>
            </p:cNvPr>
            <p:cNvSpPr/>
            <p:nvPr/>
          </p:nvSpPr>
          <p:spPr>
            <a:xfrm>
              <a:off x="230949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6905A591-9DAB-4608-B648-2B027A878AF8}"/>
                </a:ext>
              </a:extLst>
            </p:cNvPr>
            <p:cNvSpPr/>
            <p:nvPr/>
          </p:nvSpPr>
          <p:spPr>
            <a:xfrm>
              <a:off x="248102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746E7190-F296-414A-AFEB-BB2A6A304916}"/>
                </a:ext>
              </a:extLst>
            </p:cNvPr>
            <p:cNvSpPr/>
            <p:nvPr/>
          </p:nvSpPr>
          <p:spPr>
            <a:xfrm>
              <a:off x="2652561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C0A6E983-45F2-433F-91FE-F74D5E51120C}"/>
                </a:ext>
              </a:extLst>
            </p:cNvPr>
            <p:cNvSpPr/>
            <p:nvPr/>
          </p:nvSpPr>
          <p:spPr>
            <a:xfrm>
              <a:off x="2824093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927222AC-711D-4A7C-9A4A-E8A36111F9F0}"/>
                </a:ext>
              </a:extLst>
            </p:cNvPr>
            <p:cNvSpPr/>
            <p:nvPr/>
          </p:nvSpPr>
          <p:spPr>
            <a:xfrm>
              <a:off x="299562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031B6E36-2CD2-43DC-8E45-D7DFB0E117DE}"/>
                </a:ext>
              </a:extLst>
            </p:cNvPr>
            <p:cNvSpPr/>
            <p:nvPr/>
          </p:nvSpPr>
          <p:spPr>
            <a:xfrm>
              <a:off x="316715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B15DFB12-0CF9-48BD-83CE-865FCC6F5C81}"/>
                </a:ext>
              </a:extLst>
            </p:cNvPr>
            <p:cNvSpPr/>
            <p:nvPr/>
          </p:nvSpPr>
          <p:spPr>
            <a:xfrm>
              <a:off x="230949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A0D0626D-E89D-4798-9553-FA68E48673F7}"/>
                </a:ext>
              </a:extLst>
            </p:cNvPr>
            <p:cNvSpPr/>
            <p:nvPr/>
          </p:nvSpPr>
          <p:spPr>
            <a:xfrm>
              <a:off x="248102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B44AAB2A-306C-457E-90E9-45EFDBA1F791}"/>
                </a:ext>
              </a:extLst>
            </p:cNvPr>
            <p:cNvSpPr/>
            <p:nvPr/>
          </p:nvSpPr>
          <p:spPr>
            <a:xfrm>
              <a:off x="2652561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5CD62E2F-B6A8-481A-A082-228F87193E28}"/>
                </a:ext>
              </a:extLst>
            </p:cNvPr>
            <p:cNvSpPr/>
            <p:nvPr/>
          </p:nvSpPr>
          <p:spPr>
            <a:xfrm>
              <a:off x="2824093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BF5599ED-E465-46E8-9C0F-F8D1AFB4B043}"/>
                </a:ext>
              </a:extLst>
            </p:cNvPr>
            <p:cNvSpPr/>
            <p:nvPr/>
          </p:nvSpPr>
          <p:spPr>
            <a:xfrm>
              <a:off x="299562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97AA6382-F340-44FD-96BA-6BA78C8E3ABC}"/>
                </a:ext>
              </a:extLst>
            </p:cNvPr>
            <p:cNvSpPr/>
            <p:nvPr/>
          </p:nvSpPr>
          <p:spPr>
            <a:xfrm>
              <a:off x="316715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4E53C7F0-F51B-4EB9-AF08-446CD47AA680}"/>
                </a:ext>
              </a:extLst>
            </p:cNvPr>
            <p:cNvSpPr/>
            <p:nvPr/>
          </p:nvSpPr>
          <p:spPr>
            <a:xfrm>
              <a:off x="231108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C19CBCC2-862F-4EC6-8DF1-5734470F12D2}"/>
                </a:ext>
              </a:extLst>
            </p:cNvPr>
            <p:cNvSpPr/>
            <p:nvPr/>
          </p:nvSpPr>
          <p:spPr>
            <a:xfrm>
              <a:off x="248261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0811E3DF-1A41-4EFF-8106-545FA752A25D}"/>
                </a:ext>
              </a:extLst>
            </p:cNvPr>
            <p:cNvSpPr/>
            <p:nvPr/>
          </p:nvSpPr>
          <p:spPr>
            <a:xfrm>
              <a:off x="2654148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2D314A26-7884-4D5E-9DA4-5E8C0558A5D3}"/>
                </a:ext>
              </a:extLst>
            </p:cNvPr>
            <p:cNvSpPr/>
            <p:nvPr/>
          </p:nvSpPr>
          <p:spPr>
            <a:xfrm>
              <a:off x="2825680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82DBE386-0584-49CF-A6A3-57656E7BB9A3}"/>
                </a:ext>
              </a:extLst>
            </p:cNvPr>
            <p:cNvSpPr/>
            <p:nvPr/>
          </p:nvSpPr>
          <p:spPr>
            <a:xfrm>
              <a:off x="299721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C89A7614-CF6A-48F0-A22E-0307ECE03427}"/>
                </a:ext>
              </a:extLst>
            </p:cNvPr>
            <p:cNvSpPr/>
            <p:nvPr/>
          </p:nvSpPr>
          <p:spPr>
            <a:xfrm>
              <a:off x="316874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D5822DB2-DA07-41BE-97D4-00D602FD55F1}"/>
                </a:ext>
              </a:extLst>
            </p:cNvPr>
            <p:cNvSpPr/>
            <p:nvPr/>
          </p:nvSpPr>
          <p:spPr>
            <a:xfrm>
              <a:off x="231108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86AFB244-6EF2-4D63-92B2-B623EBF9E2F1}"/>
                </a:ext>
              </a:extLst>
            </p:cNvPr>
            <p:cNvSpPr/>
            <p:nvPr/>
          </p:nvSpPr>
          <p:spPr>
            <a:xfrm>
              <a:off x="248261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DB62E058-6DE4-4DFD-8D9A-2E818A1CC2EC}"/>
                </a:ext>
              </a:extLst>
            </p:cNvPr>
            <p:cNvSpPr/>
            <p:nvPr/>
          </p:nvSpPr>
          <p:spPr>
            <a:xfrm>
              <a:off x="2654148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49856810-0545-4820-A35D-F650B9DB30DA}"/>
                </a:ext>
              </a:extLst>
            </p:cNvPr>
            <p:cNvSpPr/>
            <p:nvPr/>
          </p:nvSpPr>
          <p:spPr>
            <a:xfrm>
              <a:off x="2825680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9EFEDF57-091C-4505-A521-C4E2554E61D5}"/>
                </a:ext>
              </a:extLst>
            </p:cNvPr>
            <p:cNvSpPr/>
            <p:nvPr/>
          </p:nvSpPr>
          <p:spPr>
            <a:xfrm>
              <a:off x="299721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E90EEED2-BA48-4F74-87BD-E9BBC017DDA5}"/>
                </a:ext>
              </a:extLst>
            </p:cNvPr>
            <p:cNvSpPr/>
            <p:nvPr/>
          </p:nvSpPr>
          <p:spPr>
            <a:xfrm>
              <a:off x="316874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4DE7EC0-A51C-4BF1-AC37-817D8780F927}"/>
              </a:ext>
            </a:extLst>
          </p:cNvPr>
          <p:cNvSpPr txBox="1"/>
          <p:nvPr/>
        </p:nvSpPr>
        <p:spPr>
          <a:xfrm>
            <a:off x="1661931" y="2124011"/>
            <a:ext cx="88681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8000" noProof="0">
                <a:ln w="22225">
                  <a:noFill/>
                </a:ln>
                <a:solidFill>
                  <a:prstClr val="white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蓝紫渐变工作汇报</a:t>
            </a:r>
            <a:endParaRPr kumimoji="0" lang="zh-CN" altLang="en-US" sz="8000" b="0" i="0" u="none" strike="noStrike" kern="1200" cap="none" spc="0" normalizeH="0" baseline="0" noProof="0">
              <a:ln w="22225">
                <a:noFill/>
              </a:ln>
              <a:solidFill>
                <a:prstClr val="white"/>
              </a:solidFill>
              <a:effectLst/>
              <a:uLnTx/>
              <a:uFillTx/>
              <a:latin typeface="方正正黑简体" panose="02000000000000000000" pitchFamily="2" charset="-122"/>
              <a:ea typeface="方正正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BFCFDAC1-0DF1-4505-9557-8E7F80935D53}"/>
              </a:ext>
            </a:extLst>
          </p:cNvPr>
          <p:cNvSpPr txBox="1"/>
          <p:nvPr/>
        </p:nvSpPr>
        <p:spPr>
          <a:xfrm>
            <a:off x="3628570" y="3387276"/>
            <a:ext cx="50364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BUSINESS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989622" y="4693868"/>
            <a:ext cx="42127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汇报人：XX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PPT   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时间：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20XX.XX</a:t>
            </a: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3100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 advClick="0">
        <p14:glitter pattern="hexagon"/>
      </p:transition>
    </mc:Choice>
    <mc:Fallback xmlns:p15="http://schemas.microsoft.com/office/powerpoint/2012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0000">
              <a:srgbClr val="120249"/>
            </a:gs>
            <a:gs pos="100000">
              <a:srgbClr val="57015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角三角形 8">
            <a:extLst>
              <a:ext uri="{FF2B5EF4-FFF2-40B4-BE49-F238E27FC236}">
                <a16:creationId xmlns:a16="http://schemas.microsoft.com/office/drawing/2014/main" id="{F924E6A4-F612-4381-9C02-8BE52C6D1FC5}"/>
              </a:ext>
            </a:extLst>
          </p:cNvPr>
          <p:cNvSpPr/>
          <p:nvPr/>
        </p:nvSpPr>
        <p:spPr>
          <a:xfrm flipH="1">
            <a:off x="7507046" y="-298218"/>
            <a:ext cx="4673618" cy="7167317"/>
          </a:xfrm>
          <a:prstGeom prst="rtTriangle">
            <a:avLst/>
          </a:prstGeom>
          <a:solidFill>
            <a:srgbClr val="1202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EF7D8B1-F70D-414E-AF5C-7B03B494ECDF}"/>
              </a:ext>
            </a:extLst>
          </p:cNvPr>
          <p:cNvGrpSpPr/>
          <p:nvPr/>
        </p:nvGrpSpPr>
        <p:grpSpPr>
          <a:xfrm rot="1767638">
            <a:off x="-1549112" y="-1668036"/>
            <a:ext cx="3514521" cy="10280171"/>
            <a:chOff x="1066240" y="838200"/>
            <a:chExt cx="2084338" cy="562751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C2149D3-8AD8-486E-8083-4629755A7467}"/>
                </a:ext>
              </a:extLst>
            </p:cNvPr>
            <p:cNvSpPr/>
            <p:nvPr/>
          </p:nvSpPr>
          <p:spPr>
            <a:xfrm>
              <a:off x="1066240" y="979317"/>
              <a:ext cx="1327639" cy="5486400"/>
            </a:xfrm>
            <a:prstGeom prst="rect">
              <a:avLst/>
            </a:prstGeom>
            <a:solidFill>
              <a:srgbClr val="111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E920109-A681-4010-8125-D7D217A90B15}"/>
                </a:ext>
              </a:extLst>
            </p:cNvPr>
            <p:cNvSpPr/>
            <p:nvPr/>
          </p:nvSpPr>
          <p:spPr>
            <a:xfrm>
              <a:off x="1822939" y="838200"/>
              <a:ext cx="1327639" cy="5486400"/>
            </a:xfrm>
            <a:prstGeom prst="rect">
              <a:avLst/>
            </a:prstGeom>
            <a:solidFill>
              <a:srgbClr val="1B03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687FEBEA-2CC0-4BD8-8612-9ED3F5BD44F9}"/>
              </a:ext>
            </a:extLst>
          </p:cNvPr>
          <p:cNvSpPr/>
          <p:nvPr/>
        </p:nvSpPr>
        <p:spPr>
          <a:xfrm flipH="1">
            <a:off x="8108491" y="693206"/>
            <a:ext cx="4083509" cy="6189826"/>
          </a:xfrm>
          <a:prstGeom prst="rtTriangle">
            <a:avLst/>
          </a:prstGeom>
          <a:solidFill>
            <a:srgbClr val="0B1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D8857F1C-37FD-4A89-9088-70387BF0E551}"/>
              </a:ext>
            </a:extLst>
          </p:cNvPr>
          <p:cNvGrpSpPr/>
          <p:nvPr/>
        </p:nvGrpSpPr>
        <p:grpSpPr>
          <a:xfrm rot="1957148">
            <a:off x="9326101" y="2013369"/>
            <a:ext cx="798688" cy="5866044"/>
            <a:chOff x="12907453" y="2528033"/>
            <a:chExt cx="681038" cy="3876675"/>
          </a:xfrm>
        </p:grpSpPr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7425CD87-8BD8-4E37-B718-850D329D1C4F}"/>
                </a:ext>
              </a:extLst>
            </p:cNvPr>
            <p:cNvSpPr/>
            <p:nvPr/>
          </p:nvSpPr>
          <p:spPr>
            <a:xfrm rot="16200000">
              <a:off x="11309634" y="4125852"/>
              <a:ext cx="3724275" cy="528638"/>
            </a:xfrm>
            <a:prstGeom prst="parallelogram">
              <a:avLst>
                <a:gd name="adj" fmla="val 73387"/>
              </a:avLst>
            </a:prstGeom>
            <a:solidFill>
              <a:srgbClr val="1A03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F133CAEB-4165-4AF3-8E25-6CDEBEFCC6F6}"/>
                </a:ext>
              </a:extLst>
            </p:cNvPr>
            <p:cNvSpPr/>
            <p:nvPr/>
          </p:nvSpPr>
          <p:spPr>
            <a:xfrm rot="16200000">
              <a:off x="11462034" y="4278252"/>
              <a:ext cx="3724275" cy="528638"/>
            </a:xfrm>
            <a:prstGeom prst="parallelogram">
              <a:avLst>
                <a:gd name="adj" fmla="val 73387"/>
              </a:avLst>
            </a:prstGeom>
            <a:solidFill>
              <a:srgbClr val="1219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0B6FEDC-FC2D-4D5A-B260-5BDC130A7B83}"/>
              </a:ext>
            </a:extLst>
          </p:cNvPr>
          <p:cNvGrpSpPr/>
          <p:nvPr/>
        </p:nvGrpSpPr>
        <p:grpSpPr>
          <a:xfrm>
            <a:off x="9791462" y="802811"/>
            <a:ext cx="955991" cy="623601"/>
            <a:chOff x="2309496" y="961390"/>
            <a:chExt cx="955991" cy="623601"/>
          </a:xfrm>
          <a:gradFill flip="none" rotWithShape="1">
            <a:gsLst>
              <a:gs pos="0">
                <a:srgbClr val="120249">
                  <a:alpha val="0"/>
                </a:srgbClr>
              </a:gs>
              <a:gs pos="100000">
                <a:srgbClr val="B30660"/>
              </a:gs>
            </a:gsLst>
            <a:lin ang="16200000" scaled="1"/>
          </a:gradFill>
        </p:grpSpPr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65892C58-23AF-4017-AC2E-0BF3281C92D2}"/>
                </a:ext>
              </a:extLst>
            </p:cNvPr>
            <p:cNvSpPr/>
            <p:nvPr/>
          </p:nvSpPr>
          <p:spPr>
            <a:xfrm>
              <a:off x="230949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64861C41-53E9-47A2-AADC-0A92C24B28EC}"/>
                </a:ext>
              </a:extLst>
            </p:cNvPr>
            <p:cNvSpPr/>
            <p:nvPr/>
          </p:nvSpPr>
          <p:spPr>
            <a:xfrm>
              <a:off x="248102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926E97C5-5375-49B3-820E-D02A7336DCB1}"/>
                </a:ext>
              </a:extLst>
            </p:cNvPr>
            <p:cNvSpPr/>
            <p:nvPr/>
          </p:nvSpPr>
          <p:spPr>
            <a:xfrm>
              <a:off x="2652561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B9B5BD7E-542A-4066-9E7F-CBDE446ED5ED}"/>
                </a:ext>
              </a:extLst>
            </p:cNvPr>
            <p:cNvSpPr/>
            <p:nvPr/>
          </p:nvSpPr>
          <p:spPr>
            <a:xfrm>
              <a:off x="2824093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8C16AD54-858E-4868-BB25-C7831B2CFEFC}"/>
                </a:ext>
              </a:extLst>
            </p:cNvPr>
            <p:cNvSpPr/>
            <p:nvPr/>
          </p:nvSpPr>
          <p:spPr>
            <a:xfrm>
              <a:off x="299562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E7862598-11C6-4876-85AF-FF13B04D515E}"/>
                </a:ext>
              </a:extLst>
            </p:cNvPr>
            <p:cNvSpPr/>
            <p:nvPr/>
          </p:nvSpPr>
          <p:spPr>
            <a:xfrm>
              <a:off x="316715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F6475164-16A5-4FE0-9D5A-C751C70A17A6}"/>
                </a:ext>
              </a:extLst>
            </p:cNvPr>
            <p:cNvSpPr/>
            <p:nvPr/>
          </p:nvSpPr>
          <p:spPr>
            <a:xfrm>
              <a:off x="230949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858FB4E8-6654-40CC-896E-75C34C587E02}"/>
                </a:ext>
              </a:extLst>
            </p:cNvPr>
            <p:cNvSpPr/>
            <p:nvPr/>
          </p:nvSpPr>
          <p:spPr>
            <a:xfrm>
              <a:off x="248102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BF93BC06-C05F-4AF5-95C7-AFC01226D919}"/>
                </a:ext>
              </a:extLst>
            </p:cNvPr>
            <p:cNvSpPr/>
            <p:nvPr/>
          </p:nvSpPr>
          <p:spPr>
            <a:xfrm>
              <a:off x="2652561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561249CF-9458-4D9F-AE75-86508737DE4B}"/>
                </a:ext>
              </a:extLst>
            </p:cNvPr>
            <p:cNvSpPr/>
            <p:nvPr/>
          </p:nvSpPr>
          <p:spPr>
            <a:xfrm>
              <a:off x="2824093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C226AAE6-37C0-4B77-96D6-4113A0ED68D1}"/>
                </a:ext>
              </a:extLst>
            </p:cNvPr>
            <p:cNvSpPr/>
            <p:nvPr/>
          </p:nvSpPr>
          <p:spPr>
            <a:xfrm>
              <a:off x="299562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4388B105-26BC-4BEF-A473-74BAB34BC776}"/>
                </a:ext>
              </a:extLst>
            </p:cNvPr>
            <p:cNvSpPr/>
            <p:nvPr/>
          </p:nvSpPr>
          <p:spPr>
            <a:xfrm>
              <a:off x="316715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884A17BC-A8A9-4662-8CC8-988429EF6A21}"/>
                </a:ext>
              </a:extLst>
            </p:cNvPr>
            <p:cNvSpPr/>
            <p:nvPr/>
          </p:nvSpPr>
          <p:spPr>
            <a:xfrm>
              <a:off x="231108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C33405C5-D562-41DB-8D71-6944052915B0}"/>
                </a:ext>
              </a:extLst>
            </p:cNvPr>
            <p:cNvSpPr/>
            <p:nvPr/>
          </p:nvSpPr>
          <p:spPr>
            <a:xfrm>
              <a:off x="248261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2D79BDDC-3D3E-42D8-9326-9DC1A53F14E7}"/>
                </a:ext>
              </a:extLst>
            </p:cNvPr>
            <p:cNvSpPr/>
            <p:nvPr/>
          </p:nvSpPr>
          <p:spPr>
            <a:xfrm>
              <a:off x="2654148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B93DA09C-583B-47C1-B130-B96CE23EEF8C}"/>
                </a:ext>
              </a:extLst>
            </p:cNvPr>
            <p:cNvSpPr/>
            <p:nvPr/>
          </p:nvSpPr>
          <p:spPr>
            <a:xfrm>
              <a:off x="2825680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65D1AC4B-41BD-4194-AFD2-0CD607966331}"/>
                </a:ext>
              </a:extLst>
            </p:cNvPr>
            <p:cNvSpPr/>
            <p:nvPr/>
          </p:nvSpPr>
          <p:spPr>
            <a:xfrm>
              <a:off x="299721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70E24DAE-EE77-4416-A68A-E73A6C664ECB}"/>
                </a:ext>
              </a:extLst>
            </p:cNvPr>
            <p:cNvSpPr/>
            <p:nvPr/>
          </p:nvSpPr>
          <p:spPr>
            <a:xfrm>
              <a:off x="316874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01F851AF-EA4C-4A0F-A6F3-DAA457167153}"/>
                </a:ext>
              </a:extLst>
            </p:cNvPr>
            <p:cNvSpPr/>
            <p:nvPr/>
          </p:nvSpPr>
          <p:spPr>
            <a:xfrm>
              <a:off x="231108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6BE71373-BAC9-466C-A83E-F3E0CDF1D925}"/>
                </a:ext>
              </a:extLst>
            </p:cNvPr>
            <p:cNvSpPr/>
            <p:nvPr/>
          </p:nvSpPr>
          <p:spPr>
            <a:xfrm>
              <a:off x="248261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90C35C9C-1138-49B6-BBB7-B24C0ED0BDD4}"/>
                </a:ext>
              </a:extLst>
            </p:cNvPr>
            <p:cNvSpPr/>
            <p:nvPr/>
          </p:nvSpPr>
          <p:spPr>
            <a:xfrm>
              <a:off x="2654148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0FF50A43-E0B0-44B2-8647-858B42CA46F3}"/>
                </a:ext>
              </a:extLst>
            </p:cNvPr>
            <p:cNvSpPr/>
            <p:nvPr/>
          </p:nvSpPr>
          <p:spPr>
            <a:xfrm>
              <a:off x="2825680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F7762BAE-92D9-4C4F-A6DE-EBB5B9529E66}"/>
                </a:ext>
              </a:extLst>
            </p:cNvPr>
            <p:cNvSpPr/>
            <p:nvPr/>
          </p:nvSpPr>
          <p:spPr>
            <a:xfrm>
              <a:off x="299721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FD32E69B-3EDD-414A-813F-CC851451C7C6}"/>
                </a:ext>
              </a:extLst>
            </p:cNvPr>
            <p:cNvSpPr/>
            <p:nvPr/>
          </p:nvSpPr>
          <p:spPr>
            <a:xfrm>
              <a:off x="316874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74" name="文本框 73">
            <a:extLst>
              <a:ext uri="{FF2B5EF4-FFF2-40B4-BE49-F238E27FC236}">
                <a16:creationId xmlns:a16="http://schemas.microsoft.com/office/drawing/2014/main" id="{0A143978-4564-4BDC-8EC9-85D123C4E11B}"/>
              </a:ext>
            </a:extLst>
          </p:cNvPr>
          <p:cNvSpPr txBox="1"/>
          <p:nvPr/>
        </p:nvSpPr>
        <p:spPr>
          <a:xfrm>
            <a:off x="1381694" y="696264"/>
            <a:ext cx="4281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>
                <a:ln w="22225"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content</a:t>
            </a:r>
            <a:endParaRPr kumimoji="0" lang="zh-CN" altLang="en-US" sz="5400" b="0" i="0" u="none" strike="noStrike" kern="1200" cap="none" spc="0" normalizeH="0" baseline="0" noProof="0">
              <a:ln w="22225"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49A679F-2A38-4686-B78E-74FE6F3C86E4}"/>
              </a:ext>
            </a:extLst>
          </p:cNvPr>
          <p:cNvGrpSpPr/>
          <p:nvPr/>
        </p:nvGrpSpPr>
        <p:grpSpPr>
          <a:xfrm>
            <a:off x="5167085" y="1992488"/>
            <a:ext cx="3288631" cy="523220"/>
            <a:chOff x="3705727" y="1809144"/>
            <a:chExt cx="3288631" cy="523220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58214E75-22DB-4698-9D6A-E4B3EE5C4BF7}"/>
                </a:ext>
              </a:extLst>
            </p:cNvPr>
            <p:cNvSpPr/>
            <p:nvPr/>
          </p:nvSpPr>
          <p:spPr>
            <a:xfrm>
              <a:off x="3705727" y="1830123"/>
              <a:ext cx="802105" cy="481263"/>
            </a:xfrm>
            <a:prstGeom prst="roundRect">
              <a:avLst>
                <a:gd name="adj" fmla="val 50000"/>
              </a:avLst>
            </a:prstGeom>
            <a:solidFill>
              <a:srgbClr val="151F9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01</a:t>
              </a: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91C5AC12-08BD-47FD-A531-0170465B97C1}"/>
                </a:ext>
              </a:extLst>
            </p:cNvPr>
            <p:cNvSpPr txBox="1"/>
            <p:nvPr/>
          </p:nvSpPr>
          <p:spPr>
            <a:xfrm>
              <a:off x="4555958" y="1809144"/>
              <a:ext cx="2438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年度工作概述</a:t>
              </a: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DE6BC351-9CE1-48E1-972A-040175BEED41}"/>
              </a:ext>
            </a:extLst>
          </p:cNvPr>
          <p:cNvGrpSpPr/>
          <p:nvPr/>
        </p:nvGrpSpPr>
        <p:grpSpPr>
          <a:xfrm>
            <a:off x="4460723" y="3029877"/>
            <a:ext cx="3288631" cy="523220"/>
            <a:chOff x="3705727" y="1809144"/>
            <a:chExt cx="3288631" cy="523220"/>
          </a:xfrm>
        </p:grpSpPr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1F7EEF6C-EA3D-4664-9BBF-62750B16C8B9}"/>
                </a:ext>
              </a:extLst>
            </p:cNvPr>
            <p:cNvSpPr/>
            <p:nvPr/>
          </p:nvSpPr>
          <p:spPr>
            <a:xfrm>
              <a:off x="3705727" y="1830123"/>
              <a:ext cx="802105" cy="481263"/>
            </a:xfrm>
            <a:prstGeom prst="roundRect">
              <a:avLst>
                <a:gd name="adj" fmla="val 50000"/>
              </a:avLst>
            </a:prstGeom>
            <a:solidFill>
              <a:srgbClr val="AB065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02</a:t>
              </a: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F18293CF-2E0B-4E8B-BD49-C66E4E630DC8}"/>
                </a:ext>
              </a:extLst>
            </p:cNvPr>
            <p:cNvSpPr txBox="1"/>
            <p:nvPr/>
          </p:nvSpPr>
          <p:spPr>
            <a:xfrm>
              <a:off x="4555958" y="1809144"/>
              <a:ext cx="2438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工作完成情况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ECE8A9D3-5717-4ECC-A492-6AE8AFAC1BF2}"/>
              </a:ext>
            </a:extLst>
          </p:cNvPr>
          <p:cNvGrpSpPr/>
          <p:nvPr/>
        </p:nvGrpSpPr>
        <p:grpSpPr>
          <a:xfrm>
            <a:off x="3754361" y="4067266"/>
            <a:ext cx="3288631" cy="523220"/>
            <a:chOff x="3705727" y="1809144"/>
            <a:chExt cx="3288631" cy="523220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1546F38F-7240-402E-BDE8-B28FA07B68E4}"/>
                </a:ext>
              </a:extLst>
            </p:cNvPr>
            <p:cNvSpPr/>
            <p:nvPr/>
          </p:nvSpPr>
          <p:spPr>
            <a:xfrm>
              <a:off x="3705727" y="1830123"/>
              <a:ext cx="802105" cy="481263"/>
            </a:xfrm>
            <a:prstGeom prst="roundRect">
              <a:avLst>
                <a:gd name="adj" fmla="val 50000"/>
              </a:avLst>
            </a:prstGeom>
            <a:solidFill>
              <a:srgbClr val="151F9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03</a:t>
              </a: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BD3A7CF0-CBA8-49FE-93CD-83DE8C6E73F4}"/>
                </a:ext>
              </a:extLst>
            </p:cNvPr>
            <p:cNvSpPr txBox="1"/>
            <p:nvPr/>
          </p:nvSpPr>
          <p:spPr>
            <a:xfrm>
              <a:off x="4555958" y="1809144"/>
              <a:ext cx="2438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存在不足之处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630379FD-E2DB-42EE-B800-037E3D446637}"/>
              </a:ext>
            </a:extLst>
          </p:cNvPr>
          <p:cNvGrpSpPr/>
          <p:nvPr/>
        </p:nvGrpSpPr>
        <p:grpSpPr>
          <a:xfrm>
            <a:off x="3047999" y="5104655"/>
            <a:ext cx="3288631" cy="523220"/>
            <a:chOff x="3705727" y="1809144"/>
            <a:chExt cx="3288631" cy="523220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8B72783E-2F2B-41A4-A0E4-F2CDDDB7A4C9}"/>
                </a:ext>
              </a:extLst>
            </p:cNvPr>
            <p:cNvSpPr/>
            <p:nvPr/>
          </p:nvSpPr>
          <p:spPr>
            <a:xfrm>
              <a:off x="3705727" y="1830123"/>
              <a:ext cx="802105" cy="481263"/>
            </a:xfrm>
            <a:prstGeom prst="roundRect">
              <a:avLst>
                <a:gd name="adj" fmla="val 50000"/>
              </a:avLst>
            </a:prstGeom>
            <a:solidFill>
              <a:srgbClr val="AB065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04</a:t>
              </a: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9A8F9AF3-05A0-4027-9B38-526CCCEF8758}"/>
                </a:ext>
              </a:extLst>
            </p:cNvPr>
            <p:cNvSpPr txBox="1"/>
            <p:nvPr/>
          </p:nvSpPr>
          <p:spPr>
            <a:xfrm>
              <a:off x="4555958" y="1809144"/>
              <a:ext cx="2438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明年工作计划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0963672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88383EFB-C639-443F-8C24-6658E8CD5FD8}"/>
              </a:ext>
            </a:extLst>
          </p:cNvPr>
          <p:cNvSpPr/>
          <p:nvPr/>
        </p:nvSpPr>
        <p:spPr>
          <a:xfrm>
            <a:off x="-214744" y="-331636"/>
            <a:ext cx="5203797" cy="7167317"/>
          </a:xfrm>
          <a:prstGeom prst="rtTriangle">
            <a:avLst/>
          </a:prstGeom>
          <a:solidFill>
            <a:srgbClr val="0B1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EF7D8B1-F70D-414E-AF5C-7B03B494ECDF}"/>
              </a:ext>
            </a:extLst>
          </p:cNvPr>
          <p:cNvGrpSpPr/>
          <p:nvPr/>
        </p:nvGrpSpPr>
        <p:grpSpPr>
          <a:xfrm rot="1767638">
            <a:off x="-1438722" y="-2087913"/>
            <a:ext cx="3823256" cy="10810241"/>
            <a:chOff x="1066240" y="548032"/>
            <a:chExt cx="2267438" cy="591768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C2149D3-8AD8-486E-8083-4629755A7467}"/>
                </a:ext>
              </a:extLst>
            </p:cNvPr>
            <p:cNvSpPr/>
            <p:nvPr/>
          </p:nvSpPr>
          <p:spPr>
            <a:xfrm>
              <a:off x="1066240" y="979317"/>
              <a:ext cx="1327639" cy="5486400"/>
            </a:xfrm>
            <a:prstGeom prst="rect">
              <a:avLst/>
            </a:prstGeom>
            <a:solidFill>
              <a:srgbClr val="111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E920109-A681-4010-8125-D7D217A90B15}"/>
                </a:ext>
              </a:extLst>
            </p:cNvPr>
            <p:cNvSpPr/>
            <p:nvPr/>
          </p:nvSpPr>
          <p:spPr>
            <a:xfrm>
              <a:off x="1822939" y="838200"/>
              <a:ext cx="1327639" cy="5486400"/>
            </a:xfrm>
            <a:prstGeom prst="rect">
              <a:avLst/>
            </a:prstGeom>
            <a:solidFill>
              <a:srgbClr val="1B03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E5027D1-A176-4ABB-9763-00F274BADF8A}"/>
                </a:ext>
              </a:extLst>
            </p:cNvPr>
            <p:cNvSpPr/>
            <p:nvPr/>
          </p:nvSpPr>
          <p:spPr>
            <a:xfrm>
              <a:off x="2348034" y="548032"/>
              <a:ext cx="985644" cy="5797485"/>
            </a:xfrm>
            <a:prstGeom prst="rect">
              <a:avLst/>
            </a:prstGeom>
            <a:solidFill>
              <a:srgbClr val="120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平行四边形 6">
              <a:extLst>
                <a:ext uri="{FF2B5EF4-FFF2-40B4-BE49-F238E27FC236}">
                  <a16:creationId xmlns:a16="http://schemas.microsoft.com/office/drawing/2014/main" id="{784C28D6-1627-4636-84BE-3378A811FA67}"/>
                </a:ext>
              </a:extLst>
            </p:cNvPr>
            <p:cNvSpPr/>
            <p:nvPr/>
          </p:nvSpPr>
          <p:spPr>
            <a:xfrm rot="16200000">
              <a:off x="-377397" y="3950210"/>
              <a:ext cx="3724275" cy="371475"/>
            </a:xfrm>
            <a:prstGeom prst="parallelogram">
              <a:avLst>
                <a:gd name="adj" fmla="val 73387"/>
              </a:avLst>
            </a:prstGeom>
            <a:solidFill>
              <a:srgbClr val="120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0CE52195-0D93-4437-A807-FCC00EE339E4}"/>
              </a:ext>
            </a:extLst>
          </p:cNvPr>
          <p:cNvGrpSpPr/>
          <p:nvPr/>
        </p:nvGrpSpPr>
        <p:grpSpPr>
          <a:xfrm>
            <a:off x="909609" y="4322790"/>
            <a:ext cx="955991" cy="623601"/>
            <a:chOff x="2309496" y="961390"/>
            <a:chExt cx="955991" cy="623601"/>
          </a:xfrm>
          <a:gradFill flip="none" rotWithShape="1">
            <a:gsLst>
              <a:gs pos="0">
                <a:srgbClr val="120249">
                  <a:alpha val="36000"/>
                </a:srgbClr>
              </a:gs>
              <a:gs pos="100000">
                <a:srgbClr val="0B1051"/>
              </a:gs>
            </a:gsLst>
            <a:lin ang="16200000" scaled="1"/>
          </a:gradFill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621ABD6C-51F0-4820-814D-A23B700ABEC2}"/>
                </a:ext>
              </a:extLst>
            </p:cNvPr>
            <p:cNvSpPr/>
            <p:nvPr/>
          </p:nvSpPr>
          <p:spPr>
            <a:xfrm>
              <a:off x="230949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6905A591-9DAB-4608-B648-2B027A878AF8}"/>
                </a:ext>
              </a:extLst>
            </p:cNvPr>
            <p:cNvSpPr/>
            <p:nvPr/>
          </p:nvSpPr>
          <p:spPr>
            <a:xfrm>
              <a:off x="248102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746E7190-F296-414A-AFEB-BB2A6A304916}"/>
                </a:ext>
              </a:extLst>
            </p:cNvPr>
            <p:cNvSpPr/>
            <p:nvPr/>
          </p:nvSpPr>
          <p:spPr>
            <a:xfrm>
              <a:off x="2652561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C0A6E983-45F2-433F-91FE-F74D5E51120C}"/>
                </a:ext>
              </a:extLst>
            </p:cNvPr>
            <p:cNvSpPr/>
            <p:nvPr/>
          </p:nvSpPr>
          <p:spPr>
            <a:xfrm>
              <a:off x="2824093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927222AC-711D-4A7C-9A4A-E8A36111F9F0}"/>
                </a:ext>
              </a:extLst>
            </p:cNvPr>
            <p:cNvSpPr/>
            <p:nvPr/>
          </p:nvSpPr>
          <p:spPr>
            <a:xfrm>
              <a:off x="299562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031B6E36-2CD2-43DC-8E45-D7DFB0E117DE}"/>
                </a:ext>
              </a:extLst>
            </p:cNvPr>
            <p:cNvSpPr/>
            <p:nvPr/>
          </p:nvSpPr>
          <p:spPr>
            <a:xfrm>
              <a:off x="316715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B15DFB12-0CF9-48BD-83CE-865FCC6F5C81}"/>
                </a:ext>
              </a:extLst>
            </p:cNvPr>
            <p:cNvSpPr/>
            <p:nvPr/>
          </p:nvSpPr>
          <p:spPr>
            <a:xfrm>
              <a:off x="230949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A0D0626D-E89D-4798-9553-FA68E48673F7}"/>
                </a:ext>
              </a:extLst>
            </p:cNvPr>
            <p:cNvSpPr/>
            <p:nvPr/>
          </p:nvSpPr>
          <p:spPr>
            <a:xfrm>
              <a:off x="248102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B44AAB2A-306C-457E-90E9-45EFDBA1F791}"/>
                </a:ext>
              </a:extLst>
            </p:cNvPr>
            <p:cNvSpPr/>
            <p:nvPr/>
          </p:nvSpPr>
          <p:spPr>
            <a:xfrm>
              <a:off x="2652561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5CD62E2F-B6A8-481A-A082-228F87193E28}"/>
                </a:ext>
              </a:extLst>
            </p:cNvPr>
            <p:cNvSpPr/>
            <p:nvPr/>
          </p:nvSpPr>
          <p:spPr>
            <a:xfrm>
              <a:off x="2824093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BF5599ED-E465-46E8-9C0F-F8D1AFB4B043}"/>
                </a:ext>
              </a:extLst>
            </p:cNvPr>
            <p:cNvSpPr/>
            <p:nvPr/>
          </p:nvSpPr>
          <p:spPr>
            <a:xfrm>
              <a:off x="299562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97AA6382-F340-44FD-96BA-6BA78C8E3ABC}"/>
                </a:ext>
              </a:extLst>
            </p:cNvPr>
            <p:cNvSpPr/>
            <p:nvPr/>
          </p:nvSpPr>
          <p:spPr>
            <a:xfrm>
              <a:off x="316715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4E53C7F0-F51B-4EB9-AF08-446CD47AA680}"/>
                </a:ext>
              </a:extLst>
            </p:cNvPr>
            <p:cNvSpPr/>
            <p:nvPr/>
          </p:nvSpPr>
          <p:spPr>
            <a:xfrm>
              <a:off x="231108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C19CBCC2-862F-4EC6-8DF1-5734470F12D2}"/>
                </a:ext>
              </a:extLst>
            </p:cNvPr>
            <p:cNvSpPr/>
            <p:nvPr/>
          </p:nvSpPr>
          <p:spPr>
            <a:xfrm>
              <a:off x="248261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0811E3DF-1A41-4EFF-8106-545FA752A25D}"/>
                </a:ext>
              </a:extLst>
            </p:cNvPr>
            <p:cNvSpPr/>
            <p:nvPr/>
          </p:nvSpPr>
          <p:spPr>
            <a:xfrm>
              <a:off x="2654148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2D314A26-7884-4D5E-9DA4-5E8C0558A5D3}"/>
                </a:ext>
              </a:extLst>
            </p:cNvPr>
            <p:cNvSpPr/>
            <p:nvPr/>
          </p:nvSpPr>
          <p:spPr>
            <a:xfrm>
              <a:off x="2825680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82DBE386-0584-49CF-A6A3-57656E7BB9A3}"/>
                </a:ext>
              </a:extLst>
            </p:cNvPr>
            <p:cNvSpPr/>
            <p:nvPr/>
          </p:nvSpPr>
          <p:spPr>
            <a:xfrm>
              <a:off x="299721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C89A7614-CF6A-48F0-A22E-0307ECE03427}"/>
                </a:ext>
              </a:extLst>
            </p:cNvPr>
            <p:cNvSpPr/>
            <p:nvPr/>
          </p:nvSpPr>
          <p:spPr>
            <a:xfrm>
              <a:off x="316874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D5822DB2-DA07-41BE-97D4-00D602FD55F1}"/>
                </a:ext>
              </a:extLst>
            </p:cNvPr>
            <p:cNvSpPr/>
            <p:nvPr/>
          </p:nvSpPr>
          <p:spPr>
            <a:xfrm>
              <a:off x="231108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86AFB244-6EF2-4D63-92B2-B623EBF9E2F1}"/>
                </a:ext>
              </a:extLst>
            </p:cNvPr>
            <p:cNvSpPr/>
            <p:nvPr/>
          </p:nvSpPr>
          <p:spPr>
            <a:xfrm>
              <a:off x="248261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DB62E058-6DE4-4DFD-8D9A-2E818A1CC2EC}"/>
                </a:ext>
              </a:extLst>
            </p:cNvPr>
            <p:cNvSpPr/>
            <p:nvPr/>
          </p:nvSpPr>
          <p:spPr>
            <a:xfrm>
              <a:off x="2654148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49856810-0545-4820-A35D-F650B9DB30DA}"/>
                </a:ext>
              </a:extLst>
            </p:cNvPr>
            <p:cNvSpPr/>
            <p:nvPr/>
          </p:nvSpPr>
          <p:spPr>
            <a:xfrm>
              <a:off x="2825680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9EFEDF57-091C-4505-A521-C4E2554E61D5}"/>
                </a:ext>
              </a:extLst>
            </p:cNvPr>
            <p:cNvSpPr/>
            <p:nvPr/>
          </p:nvSpPr>
          <p:spPr>
            <a:xfrm>
              <a:off x="299721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E90EEED2-BA48-4F74-87BD-E9BBC017DDA5}"/>
                </a:ext>
              </a:extLst>
            </p:cNvPr>
            <p:cNvSpPr/>
            <p:nvPr/>
          </p:nvSpPr>
          <p:spPr>
            <a:xfrm>
              <a:off x="316874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4DDD5C5-5336-42B4-82E5-8DCAC7D7ACDB}"/>
              </a:ext>
            </a:extLst>
          </p:cNvPr>
          <p:cNvGrpSpPr/>
          <p:nvPr/>
        </p:nvGrpSpPr>
        <p:grpSpPr>
          <a:xfrm>
            <a:off x="2788252" y="2294448"/>
            <a:ext cx="2277940" cy="2277940"/>
            <a:chOff x="3615567" y="2290030"/>
            <a:chExt cx="2277940" cy="2277940"/>
          </a:xfrm>
        </p:grpSpPr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A7AD27A8-F8DA-4043-8F41-EBCEF58A5457}"/>
                </a:ext>
              </a:extLst>
            </p:cNvPr>
            <p:cNvSpPr/>
            <p:nvPr/>
          </p:nvSpPr>
          <p:spPr>
            <a:xfrm>
              <a:off x="3615567" y="2290030"/>
              <a:ext cx="2277940" cy="2277940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13F59A57-A241-439A-A16E-A5E2BE7958C2}"/>
                </a:ext>
              </a:extLst>
            </p:cNvPr>
            <p:cNvSpPr txBox="1"/>
            <p:nvPr/>
          </p:nvSpPr>
          <p:spPr>
            <a:xfrm>
              <a:off x="3999071" y="2828835"/>
              <a:ext cx="158893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prstClr val="white"/>
                  </a:solidFill>
                  <a:cs typeface="+mn-ea"/>
                  <a:sym typeface="+mn-lt"/>
                </a:rPr>
                <a:t> </a:t>
              </a:r>
              <a:r>
                <a:rPr lang="en-US" altLang="zh-CN" sz="7200">
                  <a:solidFill>
                    <a:prstClr val="white"/>
                  </a:solidFill>
                  <a:cs typeface="+mn-ea"/>
                  <a:sym typeface="+mn-lt"/>
                </a:rPr>
                <a:t>01</a:t>
              </a:r>
              <a:endParaRPr lang="zh-CN" altLang="en-US" sz="360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602130FF-D3AA-43A5-95F0-C3472007B15E}"/>
              </a:ext>
            </a:extLst>
          </p:cNvPr>
          <p:cNvSpPr txBox="1"/>
          <p:nvPr/>
        </p:nvSpPr>
        <p:spPr>
          <a:xfrm>
            <a:off x="5385563" y="2598003"/>
            <a:ext cx="39864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4800">
                <a:solidFill>
                  <a:prstClr val="white"/>
                </a:solidFill>
                <a:cs typeface="+mn-ea"/>
                <a:sym typeface="+mn-lt"/>
              </a:rPr>
              <a:t>年度工作概述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D430AA0-730D-47B6-ADE3-ACC9C52209ED}"/>
              </a:ext>
            </a:extLst>
          </p:cNvPr>
          <p:cNvSpPr/>
          <p:nvPr/>
        </p:nvSpPr>
        <p:spPr>
          <a:xfrm>
            <a:off x="5385563" y="3433418"/>
            <a:ext cx="5422232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1400">
                <a:solidFill>
                  <a:prstClr val="white"/>
                </a:solidFill>
                <a:cs typeface="+mn-ea"/>
                <a:sym typeface="+mn-lt"/>
              </a:rPr>
              <a:t>A designer can use default text to simulate what text would look like. It looks even better with you using this text. </a:t>
            </a:r>
          </a:p>
        </p:txBody>
      </p:sp>
    </p:spTree>
    <p:extLst>
      <p:ext uri="{BB962C8B-B14F-4D97-AF65-F5344CB8AC3E}">
        <p14:creationId xmlns:p14="http://schemas.microsoft.com/office/powerpoint/2010/main" val="335669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>
        <p14:doors dir="vert"/>
      </p:transition>
    </mc:Choice>
    <mc:Fallback xmlns:p15="http://schemas.microsoft.com/office/powerpoint/2012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年度工作概述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77874F-D581-46F8-9AC6-6308A30C388B}"/>
              </a:ext>
            </a:extLst>
          </p:cNvPr>
          <p:cNvGrpSpPr/>
          <p:nvPr/>
        </p:nvGrpSpPr>
        <p:grpSpPr>
          <a:xfrm>
            <a:off x="5497095" y="-683700"/>
            <a:ext cx="1077877" cy="493487"/>
            <a:chOff x="5384800" y="1161142"/>
            <a:chExt cx="1077877" cy="493487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5B8A168-2DD5-4E31-A042-03D1FA2BB6F7}"/>
                </a:ext>
              </a:extLst>
            </p:cNvPr>
            <p:cNvSpPr/>
            <p:nvPr/>
          </p:nvSpPr>
          <p:spPr>
            <a:xfrm>
              <a:off x="5384800" y="1175657"/>
              <a:ext cx="478972" cy="478972"/>
            </a:xfrm>
            <a:prstGeom prst="ellipse">
              <a:avLst/>
            </a:prstGeom>
            <a:solidFill>
              <a:srgbClr val="E208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CAFB2BA-3E3C-4187-98B6-FDA702EF6779}"/>
                </a:ext>
              </a:extLst>
            </p:cNvPr>
            <p:cNvSpPr/>
            <p:nvPr/>
          </p:nvSpPr>
          <p:spPr>
            <a:xfrm>
              <a:off x="5983705" y="1161142"/>
              <a:ext cx="478972" cy="478972"/>
            </a:xfrm>
            <a:prstGeom prst="ellipse">
              <a:avLst/>
            </a:prstGeom>
            <a:solidFill>
              <a:srgbClr val="1A25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53BFF6C-F8E9-4246-BC62-508DE16509F2}"/>
              </a:ext>
            </a:extLst>
          </p:cNvPr>
          <p:cNvGrpSpPr/>
          <p:nvPr/>
        </p:nvGrpSpPr>
        <p:grpSpPr>
          <a:xfrm>
            <a:off x="7534776" y="1875391"/>
            <a:ext cx="5475371" cy="3422107"/>
            <a:chOff x="235880" y="2206941"/>
            <a:chExt cx="5619851" cy="3512407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61991DF5-FA99-4734-8D03-B3C9DF174FD1}"/>
                </a:ext>
              </a:extLst>
            </p:cNvPr>
            <p:cNvGrpSpPr/>
            <p:nvPr/>
          </p:nvGrpSpPr>
          <p:grpSpPr>
            <a:xfrm>
              <a:off x="235880" y="2206941"/>
              <a:ext cx="5619851" cy="3512407"/>
              <a:chOff x="4601793" y="580774"/>
              <a:chExt cx="9210505" cy="5756566"/>
            </a:xfrm>
            <a:effectLst>
              <a:outerShdw blurRad="241300" dist="38100" dir="5400000" algn="t" rotWithShape="0">
                <a:prstClr val="black">
                  <a:alpha val="42000"/>
                </a:prstClr>
              </a:outerShdw>
            </a:effectLst>
          </p:grpSpPr>
          <p:pic>
            <p:nvPicPr>
              <p:cNvPr id="30" name="图片 29">
                <a:extLst>
                  <a:ext uri="{FF2B5EF4-FFF2-40B4-BE49-F238E27FC236}">
                    <a16:creationId xmlns:a16="http://schemas.microsoft.com/office/drawing/2014/main" id="{69C5EC76-2257-4212-BC73-6C725725D4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a13a40c0ee9e47b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01793" y="580774"/>
                <a:ext cx="9210505" cy="5756566"/>
              </a:xfrm>
              <a:prstGeom prst="rect">
                <a:avLst/>
              </a:prstGeom>
            </p:spPr>
          </p:pic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50C4E8C9-3132-42DF-966B-CA5006DA1F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d1eb11a0b86b4e23">
                <a:extLst>
                  <a:ext uri="{BEBA8EAE-BF5A-486C-A8C5-ECC9F3942E4B}">
                    <a14:imgProps xmlns:a14="http://schemas.microsoft.com/office/drawing/2010/main">
                      <a14:imgLayer r:embed="R91c616b2abb94f8a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694" t="16298" r="15176" b="20530"/>
              <a:stretch>
                <a:fillRect/>
              </a:stretch>
            </p:blipFill>
            <p:spPr>
              <a:xfrm>
                <a:off x="5721927" y="1126373"/>
                <a:ext cx="6954981" cy="4332318"/>
              </a:xfrm>
              <a:prstGeom prst="rect">
                <a:avLst/>
              </a:prstGeom>
            </p:spPr>
          </p:pic>
        </p:grp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D42A6883-FF2B-4888-BE5D-6286E17E14D4}"/>
                </a:ext>
              </a:extLst>
            </p:cNvPr>
            <p:cNvPicPr>
              <a:picLocks noChangeAspect="1"/>
            </p:cNvPicPr>
            <p:nvPr/>
          </p:nvPicPr>
          <p:blipFill>
            <a:blip r:embed="Rdc5e018a4875485c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350" y="2527696"/>
              <a:ext cx="4286250" cy="2678906"/>
            </a:xfrm>
            <a:prstGeom prst="rect">
              <a:avLst/>
            </a:prstGeom>
          </p:spPr>
        </p:pic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1FE3CE4-7D82-4EB9-B6AE-0685D5DABEEB}"/>
              </a:ext>
            </a:extLst>
          </p:cNvPr>
          <p:cNvGrpSpPr/>
          <p:nvPr/>
        </p:nvGrpSpPr>
        <p:grpSpPr>
          <a:xfrm>
            <a:off x="1079917" y="1773277"/>
            <a:ext cx="6232657" cy="928583"/>
            <a:chOff x="954210" y="1991555"/>
            <a:chExt cx="6232657" cy="928583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28269E65-1598-4FC1-BCB3-CB6D0A4FD906}"/>
                </a:ext>
              </a:extLst>
            </p:cNvPr>
            <p:cNvGrpSpPr/>
            <p:nvPr/>
          </p:nvGrpSpPr>
          <p:grpSpPr>
            <a:xfrm>
              <a:off x="954210" y="1991555"/>
              <a:ext cx="928583" cy="928583"/>
              <a:chOff x="1624117" y="2376424"/>
              <a:chExt cx="1060517" cy="1060517"/>
            </a:xfrm>
          </p:grpSpPr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521015AB-F3F8-412F-A45E-6DD02AD77915}"/>
                  </a:ext>
                </a:extLst>
              </p:cNvPr>
              <p:cNvSpPr/>
              <p:nvPr/>
            </p:nvSpPr>
            <p:spPr>
              <a:xfrm rot="2700000">
                <a:off x="1624117" y="2376424"/>
                <a:ext cx="1060517" cy="1060517"/>
              </a:xfrm>
              <a:prstGeom prst="ellipse">
                <a:avLst/>
              </a:prstGeom>
              <a:solidFill>
                <a:srgbClr val="E2087A"/>
              </a:solidFill>
              <a:ln w="60325" cap="flat" cmpd="sng" algn="ctr">
                <a:noFill/>
                <a:prstDash val="solid"/>
                <a:miter lim="800000"/>
              </a:ln>
              <a:effectLst>
                <a:outerShdw blurRad="1143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" name="椭圆 7">
                <a:extLst>
                  <a:ext uri="{FF2B5EF4-FFF2-40B4-BE49-F238E27FC236}">
                    <a16:creationId xmlns:a16="http://schemas.microsoft.com/office/drawing/2014/main" id="{553C07FF-3B61-48C8-9495-BDD96DEB68A0}"/>
                  </a:ext>
                </a:extLst>
              </p:cNvPr>
              <p:cNvSpPr/>
              <p:nvPr/>
            </p:nvSpPr>
            <p:spPr>
              <a:xfrm>
                <a:off x="1921889" y="2697034"/>
                <a:ext cx="464972" cy="419294"/>
              </a:xfrm>
              <a:custGeom>
                <a:avLst/>
                <a:gdLst>
                  <a:gd name="connsiteX0" fmla="*/ 521432 w 608344"/>
                  <a:gd name="connsiteY0" fmla="*/ 370453 h 548582"/>
                  <a:gd name="connsiteX1" fmla="*/ 465737 w 608344"/>
                  <a:gd name="connsiteY1" fmla="*/ 425787 h 548582"/>
                  <a:gd name="connsiteX2" fmla="*/ 442491 w 608344"/>
                  <a:gd name="connsiteY2" fmla="*/ 402479 h 548582"/>
                  <a:gd name="connsiteX3" fmla="*/ 418201 w 608344"/>
                  <a:gd name="connsiteY3" fmla="*/ 426545 h 548582"/>
                  <a:gd name="connsiteX4" fmla="*/ 441447 w 608344"/>
                  <a:gd name="connsiteY4" fmla="*/ 449948 h 548582"/>
                  <a:gd name="connsiteX5" fmla="*/ 465642 w 608344"/>
                  <a:gd name="connsiteY5" fmla="*/ 474204 h 548582"/>
                  <a:gd name="connsiteX6" fmla="*/ 489932 w 608344"/>
                  <a:gd name="connsiteY6" fmla="*/ 450043 h 548582"/>
                  <a:gd name="connsiteX7" fmla="*/ 545532 w 608344"/>
                  <a:gd name="connsiteY7" fmla="*/ 394709 h 548582"/>
                  <a:gd name="connsiteX8" fmla="*/ 481962 w 608344"/>
                  <a:gd name="connsiteY8" fmla="*/ 296170 h 548582"/>
                  <a:gd name="connsiteX9" fmla="*/ 608344 w 608344"/>
                  <a:gd name="connsiteY9" fmla="*/ 422376 h 548582"/>
                  <a:gd name="connsiteX10" fmla="*/ 481962 w 608344"/>
                  <a:gd name="connsiteY10" fmla="*/ 548582 h 548582"/>
                  <a:gd name="connsiteX11" fmla="*/ 355579 w 608344"/>
                  <a:gd name="connsiteY11" fmla="*/ 422376 h 548582"/>
                  <a:gd name="connsiteX12" fmla="*/ 481962 w 608344"/>
                  <a:gd name="connsiteY12" fmla="*/ 296170 h 548582"/>
                  <a:gd name="connsiteX13" fmla="*/ 255835 w 608344"/>
                  <a:gd name="connsiteY13" fmla="*/ 446 h 548582"/>
                  <a:gd name="connsiteX14" fmla="*/ 317801 w 608344"/>
                  <a:gd name="connsiteY14" fmla="*/ 13616 h 548582"/>
                  <a:gd name="connsiteX15" fmla="*/ 348072 w 608344"/>
                  <a:gd name="connsiteY15" fmla="*/ 41661 h 548582"/>
                  <a:gd name="connsiteX16" fmla="*/ 381190 w 608344"/>
                  <a:gd name="connsiteY16" fmla="*/ 146831 h 548582"/>
                  <a:gd name="connsiteX17" fmla="*/ 378913 w 608344"/>
                  <a:gd name="connsiteY17" fmla="*/ 156211 h 548582"/>
                  <a:gd name="connsiteX18" fmla="*/ 387833 w 608344"/>
                  <a:gd name="connsiteY18" fmla="*/ 200458 h 548582"/>
                  <a:gd name="connsiteX19" fmla="*/ 366387 w 608344"/>
                  <a:gd name="connsiteY19" fmla="*/ 237694 h 548582"/>
                  <a:gd name="connsiteX20" fmla="*/ 351393 w 608344"/>
                  <a:gd name="connsiteY20" fmla="*/ 278720 h 548582"/>
                  <a:gd name="connsiteX21" fmla="*/ 351393 w 608344"/>
                  <a:gd name="connsiteY21" fmla="*/ 322873 h 548582"/>
                  <a:gd name="connsiteX22" fmla="*/ 317611 w 608344"/>
                  <a:gd name="connsiteY22" fmla="*/ 422358 h 548582"/>
                  <a:gd name="connsiteX23" fmla="*/ 376635 w 608344"/>
                  <a:gd name="connsiteY23" fmla="*/ 548088 h 548582"/>
                  <a:gd name="connsiteX24" fmla="*/ 26855 w 608344"/>
                  <a:gd name="connsiteY24" fmla="*/ 548088 h 548582"/>
                  <a:gd name="connsiteX25" fmla="*/ 0 w 608344"/>
                  <a:gd name="connsiteY25" fmla="*/ 521274 h 548582"/>
                  <a:gd name="connsiteX26" fmla="*/ 0 w 608344"/>
                  <a:gd name="connsiteY26" fmla="*/ 473806 h 548582"/>
                  <a:gd name="connsiteX27" fmla="*/ 19453 w 608344"/>
                  <a:gd name="connsiteY27" fmla="*/ 432969 h 548582"/>
                  <a:gd name="connsiteX28" fmla="*/ 173751 w 608344"/>
                  <a:gd name="connsiteY28" fmla="*/ 334242 h 548582"/>
                  <a:gd name="connsiteX29" fmla="*/ 176408 w 608344"/>
                  <a:gd name="connsiteY29" fmla="*/ 329884 h 548582"/>
                  <a:gd name="connsiteX30" fmla="*/ 176408 w 608344"/>
                  <a:gd name="connsiteY30" fmla="*/ 278720 h 548582"/>
                  <a:gd name="connsiteX31" fmla="*/ 161320 w 608344"/>
                  <a:gd name="connsiteY31" fmla="*/ 237694 h 548582"/>
                  <a:gd name="connsiteX32" fmla="*/ 139969 w 608344"/>
                  <a:gd name="connsiteY32" fmla="*/ 200458 h 548582"/>
                  <a:gd name="connsiteX33" fmla="*/ 148320 w 608344"/>
                  <a:gd name="connsiteY33" fmla="*/ 156211 h 548582"/>
                  <a:gd name="connsiteX34" fmla="*/ 146042 w 608344"/>
                  <a:gd name="connsiteY34" fmla="*/ 146736 h 548582"/>
                  <a:gd name="connsiteX35" fmla="*/ 145758 w 608344"/>
                  <a:gd name="connsiteY35" fmla="*/ 95099 h 548582"/>
                  <a:gd name="connsiteX36" fmla="*/ 176029 w 608344"/>
                  <a:gd name="connsiteY36" fmla="*/ 42135 h 548582"/>
                  <a:gd name="connsiteX37" fmla="*/ 203928 w 608344"/>
                  <a:gd name="connsiteY37" fmla="*/ 19017 h 548582"/>
                  <a:gd name="connsiteX38" fmla="*/ 231162 w 608344"/>
                  <a:gd name="connsiteY38" fmla="*/ 5089 h 548582"/>
                  <a:gd name="connsiteX39" fmla="*/ 255835 w 608344"/>
                  <a:gd name="connsiteY39" fmla="*/ 446 h 54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608344" h="548582">
                    <a:moveTo>
                      <a:pt x="521432" y="370453"/>
                    </a:moveTo>
                    <a:lnTo>
                      <a:pt x="465737" y="425787"/>
                    </a:lnTo>
                    <a:lnTo>
                      <a:pt x="442491" y="402479"/>
                    </a:lnTo>
                    <a:lnTo>
                      <a:pt x="418201" y="426545"/>
                    </a:lnTo>
                    <a:lnTo>
                      <a:pt x="441447" y="449948"/>
                    </a:lnTo>
                    <a:lnTo>
                      <a:pt x="465642" y="474204"/>
                    </a:lnTo>
                    <a:lnTo>
                      <a:pt x="489932" y="450043"/>
                    </a:lnTo>
                    <a:lnTo>
                      <a:pt x="545532" y="394709"/>
                    </a:lnTo>
                    <a:close/>
                    <a:moveTo>
                      <a:pt x="481962" y="296170"/>
                    </a:moveTo>
                    <a:cubicBezTo>
                      <a:pt x="551795" y="296170"/>
                      <a:pt x="608344" y="352641"/>
                      <a:pt x="608344" y="422376"/>
                    </a:cubicBezTo>
                    <a:cubicBezTo>
                      <a:pt x="608344" y="492111"/>
                      <a:pt x="551795" y="548582"/>
                      <a:pt x="481962" y="548582"/>
                    </a:cubicBezTo>
                    <a:cubicBezTo>
                      <a:pt x="412129" y="548582"/>
                      <a:pt x="355579" y="492111"/>
                      <a:pt x="355579" y="422376"/>
                    </a:cubicBezTo>
                    <a:cubicBezTo>
                      <a:pt x="355579" y="352641"/>
                      <a:pt x="412129" y="296170"/>
                      <a:pt x="481962" y="296170"/>
                    </a:cubicBezTo>
                    <a:close/>
                    <a:moveTo>
                      <a:pt x="255835" y="446"/>
                    </a:moveTo>
                    <a:cubicBezTo>
                      <a:pt x="282785" y="-1828"/>
                      <a:pt x="303187" y="4899"/>
                      <a:pt x="317801" y="13616"/>
                    </a:cubicBezTo>
                    <a:cubicBezTo>
                      <a:pt x="339721" y="25744"/>
                      <a:pt x="348072" y="41661"/>
                      <a:pt x="348072" y="41661"/>
                    </a:cubicBezTo>
                    <a:cubicBezTo>
                      <a:pt x="348072" y="41661"/>
                      <a:pt x="398176" y="45167"/>
                      <a:pt x="381190" y="146831"/>
                    </a:cubicBezTo>
                    <a:cubicBezTo>
                      <a:pt x="380621" y="149863"/>
                      <a:pt x="379862" y="153085"/>
                      <a:pt x="378913" y="156211"/>
                    </a:cubicBezTo>
                    <a:cubicBezTo>
                      <a:pt x="388592" y="156211"/>
                      <a:pt x="398271" y="163507"/>
                      <a:pt x="387833" y="200458"/>
                    </a:cubicBezTo>
                    <a:cubicBezTo>
                      <a:pt x="379672" y="229262"/>
                      <a:pt x="372080" y="237221"/>
                      <a:pt x="366387" y="237694"/>
                    </a:cubicBezTo>
                    <a:cubicBezTo>
                      <a:pt x="364394" y="250675"/>
                      <a:pt x="359175" y="265076"/>
                      <a:pt x="351393" y="278720"/>
                    </a:cubicBezTo>
                    <a:lnTo>
                      <a:pt x="351393" y="322873"/>
                    </a:lnTo>
                    <a:cubicBezTo>
                      <a:pt x="330232" y="350539"/>
                      <a:pt x="317611" y="385027"/>
                      <a:pt x="317611" y="422358"/>
                    </a:cubicBezTo>
                    <a:cubicBezTo>
                      <a:pt x="317611" y="472764"/>
                      <a:pt x="340480" y="518053"/>
                      <a:pt x="376635" y="548088"/>
                    </a:cubicBezTo>
                    <a:lnTo>
                      <a:pt x="26855" y="548088"/>
                    </a:lnTo>
                    <a:cubicBezTo>
                      <a:pt x="12052" y="548088"/>
                      <a:pt x="0" y="536055"/>
                      <a:pt x="0" y="521274"/>
                    </a:cubicBezTo>
                    <a:lnTo>
                      <a:pt x="0" y="473806"/>
                    </a:lnTo>
                    <a:cubicBezTo>
                      <a:pt x="0" y="457983"/>
                      <a:pt x="7212" y="443013"/>
                      <a:pt x="19453" y="432969"/>
                    </a:cubicBezTo>
                    <a:cubicBezTo>
                      <a:pt x="86638" y="377921"/>
                      <a:pt x="159043" y="341443"/>
                      <a:pt x="173751" y="334242"/>
                    </a:cubicBezTo>
                    <a:cubicBezTo>
                      <a:pt x="175365" y="333484"/>
                      <a:pt x="176408" y="331779"/>
                      <a:pt x="176408" y="329884"/>
                    </a:cubicBezTo>
                    <a:lnTo>
                      <a:pt x="176408" y="278720"/>
                    </a:lnTo>
                    <a:cubicBezTo>
                      <a:pt x="168437" y="265076"/>
                      <a:pt x="163313" y="250675"/>
                      <a:pt x="161320" y="237694"/>
                    </a:cubicBezTo>
                    <a:cubicBezTo>
                      <a:pt x="155627" y="237221"/>
                      <a:pt x="148035" y="229072"/>
                      <a:pt x="139969" y="200458"/>
                    </a:cubicBezTo>
                    <a:cubicBezTo>
                      <a:pt x="129531" y="164170"/>
                      <a:pt x="138925" y="156496"/>
                      <a:pt x="148320" y="156211"/>
                    </a:cubicBezTo>
                    <a:cubicBezTo>
                      <a:pt x="147371" y="153085"/>
                      <a:pt x="146612" y="149863"/>
                      <a:pt x="146042" y="146736"/>
                    </a:cubicBezTo>
                    <a:cubicBezTo>
                      <a:pt x="142436" y="128450"/>
                      <a:pt x="141487" y="111396"/>
                      <a:pt x="145758" y="95099"/>
                    </a:cubicBezTo>
                    <a:cubicBezTo>
                      <a:pt x="150787" y="73212"/>
                      <a:pt x="162744" y="55684"/>
                      <a:pt x="176029" y="42135"/>
                    </a:cubicBezTo>
                    <a:cubicBezTo>
                      <a:pt x="184379" y="33134"/>
                      <a:pt x="193869" y="25459"/>
                      <a:pt x="203928" y="19017"/>
                    </a:cubicBezTo>
                    <a:cubicBezTo>
                      <a:pt x="212183" y="13332"/>
                      <a:pt x="221293" y="8405"/>
                      <a:pt x="231162" y="5089"/>
                    </a:cubicBezTo>
                    <a:cubicBezTo>
                      <a:pt x="238849" y="2625"/>
                      <a:pt x="247105" y="825"/>
                      <a:pt x="255835" y="446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4F72EBE-19BD-464B-9F95-719C7C060C23}"/>
                </a:ext>
              </a:extLst>
            </p:cNvPr>
            <p:cNvSpPr txBox="1"/>
            <p:nvPr/>
          </p:nvSpPr>
          <p:spPr>
            <a:xfrm>
              <a:off x="2005269" y="2007650"/>
              <a:ext cx="5181598" cy="8798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hangingPunct="0">
                <a:lnSpc>
                  <a:spcPct val="150000"/>
                </a:lnSpc>
                <a:defRPr/>
              </a:pPr>
              <a:r>
                <a:rPr lang="zh-CN" altLang="en-US" sz="2000" b="1" kern="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 kern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lvl="0" hangingPunct="0">
                <a:lnSpc>
                  <a:spcPct val="150000"/>
                </a:lnSpc>
                <a:defRPr/>
              </a:pPr>
              <a:r>
                <a:rPr lang="zh-CN" altLang="en-US" sz="1600" b="1" kern="0">
                  <a:solidFill>
                    <a:schemeClr val="bg1"/>
                  </a:solidFill>
                  <a:cs typeface="+mn-ea"/>
                  <a:sym typeface="+mn-lt"/>
                </a:rPr>
                <a:t>添加文字说明描述添加文字说明描述添加文字说明描述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018E0EA-2BA0-4683-9A39-67F9241F4069}"/>
              </a:ext>
            </a:extLst>
          </p:cNvPr>
          <p:cNvGrpSpPr/>
          <p:nvPr/>
        </p:nvGrpSpPr>
        <p:grpSpPr>
          <a:xfrm>
            <a:off x="1079917" y="3205084"/>
            <a:ext cx="6344948" cy="928583"/>
            <a:chOff x="954210" y="3363235"/>
            <a:chExt cx="6344948" cy="928583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ECF21BDA-F17F-4105-8816-C1461E59E83C}"/>
                </a:ext>
              </a:extLst>
            </p:cNvPr>
            <p:cNvGrpSpPr/>
            <p:nvPr/>
          </p:nvGrpSpPr>
          <p:grpSpPr>
            <a:xfrm>
              <a:off x="954210" y="3363235"/>
              <a:ext cx="928583" cy="928583"/>
              <a:chOff x="1676100" y="3537523"/>
              <a:chExt cx="928583" cy="928583"/>
            </a:xfrm>
          </p:grpSpPr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76BCC11C-916F-4641-80C6-F1DA31518FD2}"/>
                  </a:ext>
                </a:extLst>
              </p:cNvPr>
              <p:cNvSpPr/>
              <p:nvPr/>
            </p:nvSpPr>
            <p:spPr>
              <a:xfrm rot="2700000">
                <a:off x="1676100" y="3537523"/>
                <a:ext cx="928583" cy="928583"/>
              </a:xfrm>
              <a:prstGeom prst="ellipse">
                <a:avLst/>
              </a:prstGeom>
              <a:solidFill>
                <a:srgbClr val="1A25B8"/>
              </a:solidFill>
              <a:ln w="60325" cap="flat" cmpd="sng" algn="ctr">
                <a:noFill/>
                <a:prstDash val="solid"/>
                <a:miter lim="800000"/>
              </a:ln>
              <a:effectLst>
                <a:outerShdw blurRad="1143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2" name="椭圆 11">
                <a:extLst>
                  <a:ext uri="{FF2B5EF4-FFF2-40B4-BE49-F238E27FC236}">
                    <a16:creationId xmlns:a16="http://schemas.microsoft.com/office/drawing/2014/main" id="{F5491563-1AEB-46F2-A3CC-FE706458A8D8}"/>
                  </a:ext>
                </a:extLst>
              </p:cNvPr>
              <p:cNvSpPr/>
              <p:nvPr/>
            </p:nvSpPr>
            <p:spPr>
              <a:xfrm>
                <a:off x="1954779" y="3721893"/>
                <a:ext cx="371223" cy="407127"/>
              </a:xfrm>
              <a:custGeom>
                <a:avLst/>
                <a:gdLst>
                  <a:gd name="connsiteX0" fmla="*/ 314616 w 554856"/>
                  <a:gd name="connsiteY0" fmla="*/ 256070 h 608519"/>
                  <a:gd name="connsiteX1" fmla="*/ 262711 w 554856"/>
                  <a:gd name="connsiteY1" fmla="*/ 307611 h 608519"/>
                  <a:gd name="connsiteX2" fmla="*/ 241014 w 554856"/>
                  <a:gd name="connsiteY2" fmla="*/ 285856 h 608519"/>
                  <a:gd name="connsiteX3" fmla="*/ 218289 w 554856"/>
                  <a:gd name="connsiteY3" fmla="*/ 308265 h 608519"/>
                  <a:gd name="connsiteX4" fmla="*/ 239986 w 554856"/>
                  <a:gd name="connsiteY4" fmla="*/ 330020 h 608519"/>
                  <a:gd name="connsiteX5" fmla="*/ 262618 w 554856"/>
                  <a:gd name="connsiteY5" fmla="*/ 352803 h 608519"/>
                  <a:gd name="connsiteX6" fmla="*/ 285250 w 554856"/>
                  <a:gd name="connsiteY6" fmla="*/ 330300 h 608519"/>
                  <a:gd name="connsiteX7" fmla="*/ 337155 w 554856"/>
                  <a:gd name="connsiteY7" fmla="*/ 278760 h 608519"/>
                  <a:gd name="connsiteX8" fmla="*/ 261963 w 554856"/>
                  <a:gd name="connsiteY8" fmla="*/ 129646 h 608519"/>
                  <a:gd name="connsiteX9" fmla="*/ 293387 w 554856"/>
                  <a:gd name="connsiteY9" fmla="*/ 129646 h 608519"/>
                  <a:gd name="connsiteX10" fmla="*/ 304983 w 554856"/>
                  <a:gd name="connsiteY10" fmla="*/ 141224 h 608519"/>
                  <a:gd name="connsiteX11" fmla="*/ 304983 w 554856"/>
                  <a:gd name="connsiteY11" fmla="*/ 167368 h 608519"/>
                  <a:gd name="connsiteX12" fmla="*/ 355485 w 554856"/>
                  <a:gd name="connsiteY12" fmla="*/ 188283 h 608519"/>
                  <a:gd name="connsiteX13" fmla="*/ 373909 w 554856"/>
                  <a:gd name="connsiteY13" fmla="*/ 169796 h 608519"/>
                  <a:gd name="connsiteX14" fmla="*/ 390275 w 554856"/>
                  <a:gd name="connsiteY14" fmla="*/ 169796 h 608519"/>
                  <a:gd name="connsiteX15" fmla="*/ 412440 w 554856"/>
                  <a:gd name="connsiteY15" fmla="*/ 192018 h 608519"/>
                  <a:gd name="connsiteX16" fmla="*/ 412440 w 554856"/>
                  <a:gd name="connsiteY16" fmla="*/ 208264 h 608519"/>
                  <a:gd name="connsiteX17" fmla="*/ 394016 w 554856"/>
                  <a:gd name="connsiteY17" fmla="*/ 226752 h 608519"/>
                  <a:gd name="connsiteX18" fmla="*/ 414965 w 554856"/>
                  <a:gd name="connsiteY18" fmla="*/ 277172 h 608519"/>
                  <a:gd name="connsiteX19" fmla="*/ 441151 w 554856"/>
                  <a:gd name="connsiteY19" fmla="*/ 277172 h 608519"/>
                  <a:gd name="connsiteX20" fmla="*/ 452748 w 554856"/>
                  <a:gd name="connsiteY20" fmla="*/ 288750 h 608519"/>
                  <a:gd name="connsiteX21" fmla="*/ 452748 w 554856"/>
                  <a:gd name="connsiteY21" fmla="*/ 320123 h 608519"/>
                  <a:gd name="connsiteX22" fmla="*/ 441151 w 554856"/>
                  <a:gd name="connsiteY22" fmla="*/ 331701 h 608519"/>
                  <a:gd name="connsiteX23" fmla="*/ 414965 w 554856"/>
                  <a:gd name="connsiteY23" fmla="*/ 331701 h 608519"/>
                  <a:gd name="connsiteX24" fmla="*/ 394016 w 554856"/>
                  <a:gd name="connsiteY24" fmla="*/ 382121 h 608519"/>
                  <a:gd name="connsiteX25" fmla="*/ 412440 w 554856"/>
                  <a:gd name="connsiteY25" fmla="*/ 400515 h 608519"/>
                  <a:gd name="connsiteX26" fmla="*/ 412440 w 554856"/>
                  <a:gd name="connsiteY26" fmla="*/ 416855 h 608519"/>
                  <a:gd name="connsiteX27" fmla="*/ 390275 w 554856"/>
                  <a:gd name="connsiteY27" fmla="*/ 438984 h 608519"/>
                  <a:gd name="connsiteX28" fmla="*/ 373909 w 554856"/>
                  <a:gd name="connsiteY28" fmla="*/ 438984 h 608519"/>
                  <a:gd name="connsiteX29" fmla="*/ 355485 w 554856"/>
                  <a:gd name="connsiteY29" fmla="*/ 420590 h 608519"/>
                  <a:gd name="connsiteX30" fmla="*/ 304983 w 554856"/>
                  <a:gd name="connsiteY30" fmla="*/ 441505 h 608519"/>
                  <a:gd name="connsiteX31" fmla="*/ 304983 w 554856"/>
                  <a:gd name="connsiteY31" fmla="*/ 467649 h 608519"/>
                  <a:gd name="connsiteX32" fmla="*/ 293387 w 554856"/>
                  <a:gd name="connsiteY32" fmla="*/ 479227 h 608519"/>
                  <a:gd name="connsiteX33" fmla="*/ 261963 w 554856"/>
                  <a:gd name="connsiteY33" fmla="*/ 479227 h 608519"/>
                  <a:gd name="connsiteX34" fmla="*/ 250367 w 554856"/>
                  <a:gd name="connsiteY34" fmla="*/ 467649 h 608519"/>
                  <a:gd name="connsiteX35" fmla="*/ 250367 w 554856"/>
                  <a:gd name="connsiteY35" fmla="*/ 441505 h 608519"/>
                  <a:gd name="connsiteX36" fmla="*/ 199865 w 554856"/>
                  <a:gd name="connsiteY36" fmla="*/ 420590 h 608519"/>
                  <a:gd name="connsiteX37" fmla="*/ 181441 w 554856"/>
                  <a:gd name="connsiteY37" fmla="*/ 438984 h 608519"/>
                  <a:gd name="connsiteX38" fmla="*/ 165075 w 554856"/>
                  <a:gd name="connsiteY38" fmla="*/ 438984 h 608519"/>
                  <a:gd name="connsiteX39" fmla="*/ 142910 w 554856"/>
                  <a:gd name="connsiteY39" fmla="*/ 416855 h 608519"/>
                  <a:gd name="connsiteX40" fmla="*/ 142910 w 554856"/>
                  <a:gd name="connsiteY40" fmla="*/ 400515 h 608519"/>
                  <a:gd name="connsiteX41" fmla="*/ 161334 w 554856"/>
                  <a:gd name="connsiteY41" fmla="*/ 382121 h 608519"/>
                  <a:gd name="connsiteX42" fmla="*/ 140385 w 554856"/>
                  <a:gd name="connsiteY42" fmla="*/ 331701 h 608519"/>
                  <a:gd name="connsiteX43" fmla="*/ 114199 w 554856"/>
                  <a:gd name="connsiteY43" fmla="*/ 331701 h 608519"/>
                  <a:gd name="connsiteX44" fmla="*/ 102602 w 554856"/>
                  <a:gd name="connsiteY44" fmla="*/ 320123 h 608519"/>
                  <a:gd name="connsiteX45" fmla="*/ 102602 w 554856"/>
                  <a:gd name="connsiteY45" fmla="*/ 288750 h 608519"/>
                  <a:gd name="connsiteX46" fmla="*/ 114199 w 554856"/>
                  <a:gd name="connsiteY46" fmla="*/ 277172 h 608519"/>
                  <a:gd name="connsiteX47" fmla="*/ 140385 w 554856"/>
                  <a:gd name="connsiteY47" fmla="*/ 277172 h 608519"/>
                  <a:gd name="connsiteX48" fmla="*/ 161334 w 554856"/>
                  <a:gd name="connsiteY48" fmla="*/ 226752 h 608519"/>
                  <a:gd name="connsiteX49" fmla="*/ 142910 w 554856"/>
                  <a:gd name="connsiteY49" fmla="*/ 208264 h 608519"/>
                  <a:gd name="connsiteX50" fmla="*/ 142910 w 554856"/>
                  <a:gd name="connsiteY50" fmla="*/ 192018 h 608519"/>
                  <a:gd name="connsiteX51" fmla="*/ 165075 w 554856"/>
                  <a:gd name="connsiteY51" fmla="*/ 169796 h 608519"/>
                  <a:gd name="connsiteX52" fmla="*/ 181441 w 554856"/>
                  <a:gd name="connsiteY52" fmla="*/ 169796 h 608519"/>
                  <a:gd name="connsiteX53" fmla="*/ 199865 w 554856"/>
                  <a:gd name="connsiteY53" fmla="*/ 188283 h 608519"/>
                  <a:gd name="connsiteX54" fmla="*/ 250367 w 554856"/>
                  <a:gd name="connsiteY54" fmla="*/ 167368 h 608519"/>
                  <a:gd name="connsiteX55" fmla="*/ 250367 w 554856"/>
                  <a:gd name="connsiteY55" fmla="*/ 141224 h 608519"/>
                  <a:gd name="connsiteX56" fmla="*/ 261963 w 554856"/>
                  <a:gd name="connsiteY56" fmla="*/ 129646 h 608519"/>
                  <a:gd name="connsiteX57" fmla="*/ 440285 w 554856"/>
                  <a:gd name="connsiteY57" fmla="*/ 80038 h 608519"/>
                  <a:gd name="connsiteX58" fmla="*/ 554856 w 554856"/>
                  <a:gd name="connsiteY58" fmla="*/ 304248 h 608519"/>
                  <a:gd name="connsiteX59" fmla="*/ 277361 w 554856"/>
                  <a:gd name="connsiteY59" fmla="*/ 581312 h 608519"/>
                  <a:gd name="connsiteX60" fmla="*/ 277361 w 554856"/>
                  <a:gd name="connsiteY60" fmla="*/ 605311 h 608519"/>
                  <a:gd name="connsiteX61" fmla="*/ 272404 w 554856"/>
                  <a:gd name="connsiteY61" fmla="*/ 607926 h 608519"/>
                  <a:gd name="connsiteX62" fmla="*/ 207216 w 554856"/>
                  <a:gd name="connsiteY62" fmla="*/ 563289 h 608519"/>
                  <a:gd name="connsiteX63" fmla="*/ 207216 w 554856"/>
                  <a:gd name="connsiteY63" fmla="*/ 558060 h 608519"/>
                  <a:gd name="connsiteX64" fmla="*/ 272404 w 554856"/>
                  <a:gd name="connsiteY64" fmla="*/ 513330 h 608519"/>
                  <a:gd name="connsiteX65" fmla="*/ 277361 w 554856"/>
                  <a:gd name="connsiteY65" fmla="*/ 515945 h 608519"/>
                  <a:gd name="connsiteX66" fmla="*/ 277361 w 554856"/>
                  <a:gd name="connsiteY66" fmla="*/ 539944 h 608519"/>
                  <a:gd name="connsiteX67" fmla="*/ 513423 w 554856"/>
                  <a:gd name="connsiteY67" fmla="*/ 304248 h 608519"/>
                  <a:gd name="connsiteX68" fmla="*/ 415968 w 554856"/>
                  <a:gd name="connsiteY68" fmla="*/ 113375 h 608519"/>
                  <a:gd name="connsiteX69" fmla="*/ 282452 w 554856"/>
                  <a:gd name="connsiteY69" fmla="*/ 594 h 608519"/>
                  <a:gd name="connsiteX70" fmla="*/ 347640 w 554856"/>
                  <a:gd name="connsiteY70" fmla="*/ 45229 h 608519"/>
                  <a:gd name="connsiteX71" fmla="*/ 347640 w 554856"/>
                  <a:gd name="connsiteY71" fmla="*/ 50551 h 608519"/>
                  <a:gd name="connsiteX72" fmla="*/ 282452 w 554856"/>
                  <a:gd name="connsiteY72" fmla="*/ 95279 h 608519"/>
                  <a:gd name="connsiteX73" fmla="*/ 277402 w 554856"/>
                  <a:gd name="connsiteY73" fmla="*/ 92665 h 608519"/>
                  <a:gd name="connsiteX74" fmla="*/ 277402 w 554856"/>
                  <a:gd name="connsiteY74" fmla="*/ 68573 h 608519"/>
                  <a:gd name="connsiteX75" fmla="*/ 41339 w 554856"/>
                  <a:gd name="connsiteY75" fmla="*/ 304259 h 608519"/>
                  <a:gd name="connsiteX76" fmla="*/ 138888 w 554856"/>
                  <a:gd name="connsiteY76" fmla="*/ 495123 h 608519"/>
                  <a:gd name="connsiteX77" fmla="*/ 114571 w 554856"/>
                  <a:gd name="connsiteY77" fmla="*/ 528552 h 608519"/>
                  <a:gd name="connsiteX78" fmla="*/ 0 w 554856"/>
                  <a:gd name="connsiteY78" fmla="*/ 304259 h 608519"/>
                  <a:gd name="connsiteX79" fmla="*/ 277402 w 554856"/>
                  <a:gd name="connsiteY79" fmla="*/ 27300 h 608519"/>
                  <a:gd name="connsiteX80" fmla="*/ 277402 w 554856"/>
                  <a:gd name="connsiteY80" fmla="*/ 3209 h 608519"/>
                  <a:gd name="connsiteX81" fmla="*/ 282452 w 554856"/>
                  <a:gd name="connsiteY81" fmla="*/ 594 h 60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554856" h="608519">
                    <a:moveTo>
                      <a:pt x="314616" y="256070"/>
                    </a:moveTo>
                    <a:lnTo>
                      <a:pt x="262711" y="307611"/>
                    </a:lnTo>
                    <a:lnTo>
                      <a:pt x="241014" y="285856"/>
                    </a:lnTo>
                    <a:lnTo>
                      <a:pt x="218289" y="308265"/>
                    </a:lnTo>
                    <a:lnTo>
                      <a:pt x="239986" y="330020"/>
                    </a:lnTo>
                    <a:lnTo>
                      <a:pt x="262618" y="352803"/>
                    </a:lnTo>
                    <a:lnTo>
                      <a:pt x="285250" y="330300"/>
                    </a:lnTo>
                    <a:lnTo>
                      <a:pt x="337155" y="278760"/>
                    </a:lnTo>
                    <a:close/>
                    <a:moveTo>
                      <a:pt x="261963" y="129646"/>
                    </a:moveTo>
                    <a:lnTo>
                      <a:pt x="293387" y="129646"/>
                    </a:lnTo>
                    <a:cubicBezTo>
                      <a:pt x="299840" y="129646"/>
                      <a:pt x="304983" y="134875"/>
                      <a:pt x="304983" y="141224"/>
                    </a:cubicBezTo>
                    <a:lnTo>
                      <a:pt x="304983" y="167368"/>
                    </a:lnTo>
                    <a:cubicBezTo>
                      <a:pt x="323314" y="170916"/>
                      <a:pt x="340428" y="178199"/>
                      <a:pt x="355485" y="188283"/>
                    </a:cubicBezTo>
                    <a:lnTo>
                      <a:pt x="373909" y="169796"/>
                    </a:lnTo>
                    <a:cubicBezTo>
                      <a:pt x="378398" y="165314"/>
                      <a:pt x="385786" y="165314"/>
                      <a:pt x="390275" y="169796"/>
                    </a:cubicBezTo>
                    <a:lnTo>
                      <a:pt x="412440" y="192018"/>
                    </a:lnTo>
                    <a:cubicBezTo>
                      <a:pt x="416929" y="196500"/>
                      <a:pt x="416929" y="203783"/>
                      <a:pt x="412440" y="208264"/>
                    </a:cubicBezTo>
                    <a:lnTo>
                      <a:pt x="394016" y="226752"/>
                    </a:lnTo>
                    <a:cubicBezTo>
                      <a:pt x="404117" y="241691"/>
                      <a:pt x="411318" y="258872"/>
                      <a:pt x="414965" y="277172"/>
                    </a:cubicBezTo>
                    <a:lnTo>
                      <a:pt x="441151" y="277172"/>
                    </a:lnTo>
                    <a:cubicBezTo>
                      <a:pt x="447604" y="277172"/>
                      <a:pt x="452748" y="282401"/>
                      <a:pt x="452748" y="288750"/>
                    </a:cubicBezTo>
                    <a:lnTo>
                      <a:pt x="452748" y="320123"/>
                    </a:lnTo>
                    <a:cubicBezTo>
                      <a:pt x="452748" y="326565"/>
                      <a:pt x="447511" y="331701"/>
                      <a:pt x="441151" y="331701"/>
                    </a:cubicBezTo>
                    <a:lnTo>
                      <a:pt x="414965" y="331701"/>
                    </a:lnTo>
                    <a:cubicBezTo>
                      <a:pt x="411318" y="350002"/>
                      <a:pt x="404117" y="366995"/>
                      <a:pt x="394016" y="382121"/>
                    </a:cubicBezTo>
                    <a:lnTo>
                      <a:pt x="412440" y="400515"/>
                    </a:lnTo>
                    <a:cubicBezTo>
                      <a:pt x="416929" y="404997"/>
                      <a:pt x="416929" y="412373"/>
                      <a:pt x="412440" y="416855"/>
                    </a:cubicBezTo>
                    <a:lnTo>
                      <a:pt x="390275" y="438984"/>
                    </a:lnTo>
                    <a:cubicBezTo>
                      <a:pt x="385786" y="443466"/>
                      <a:pt x="378398" y="443466"/>
                      <a:pt x="373909" y="438984"/>
                    </a:cubicBezTo>
                    <a:lnTo>
                      <a:pt x="355485" y="420590"/>
                    </a:lnTo>
                    <a:cubicBezTo>
                      <a:pt x="340522" y="430674"/>
                      <a:pt x="323314" y="437864"/>
                      <a:pt x="304983" y="441505"/>
                    </a:cubicBezTo>
                    <a:lnTo>
                      <a:pt x="304983" y="467649"/>
                    </a:lnTo>
                    <a:cubicBezTo>
                      <a:pt x="304983" y="474092"/>
                      <a:pt x="299746" y="479227"/>
                      <a:pt x="293387" y="479227"/>
                    </a:cubicBezTo>
                    <a:lnTo>
                      <a:pt x="261963" y="479227"/>
                    </a:lnTo>
                    <a:cubicBezTo>
                      <a:pt x="255510" y="479227"/>
                      <a:pt x="250367" y="473998"/>
                      <a:pt x="250367" y="467649"/>
                    </a:cubicBezTo>
                    <a:lnTo>
                      <a:pt x="250367" y="441505"/>
                    </a:lnTo>
                    <a:cubicBezTo>
                      <a:pt x="232036" y="437864"/>
                      <a:pt x="214922" y="430674"/>
                      <a:pt x="199865" y="420590"/>
                    </a:cubicBezTo>
                    <a:lnTo>
                      <a:pt x="181441" y="438984"/>
                    </a:lnTo>
                    <a:cubicBezTo>
                      <a:pt x="176952" y="443466"/>
                      <a:pt x="169564" y="443466"/>
                      <a:pt x="165075" y="438984"/>
                    </a:cubicBezTo>
                    <a:lnTo>
                      <a:pt x="142910" y="416855"/>
                    </a:lnTo>
                    <a:cubicBezTo>
                      <a:pt x="138421" y="412373"/>
                      <a:pt x="138421" y="404997"/>
                      <a:pt x="142910" y="400515"/>
                    </a:cubicBezTo>
                    <a:lnTo>
                      <a:pt x="161334" y="382121"/>
                    </a:lnTo>
                    <a:cubicBezTo>
                      <a:pt x="151233" y="367182"/>
                      <a:pt x="144032" y="350002"/>
                      <a:pt x="140385" y="331701"/>
                    </a:cubicBezTo>
                    <a:lnTo>
                      <a:pt x="114199" y="331701"/>
                    </a:lnTo>
                    <a:cubicBezTo>
                      <a:pt x="107746" y="331701"/>
                      <a:pt x="102602" y="326472"/>
                      <a:pt x="102602" y="320123"/>
                    </a:cubicBezTo>
                    <a:lnTo>
                      <a:pt x="102602" y="288750"/>
                    </a:lnTo>
                    <a:cubicBezTo>
                      <a:pt x="102602" y="282214"/>
                      <a:pt x="107839" y="277172"/>
                      <a:pt x="114199" y="277172"/>
                    </a:cubicBezTo>
                    <a:lnTo>
                      <a:pt x="140385" y="277172"/>
                    </a:lnTo>
                    <a:cubicBezTo>
                      <a:pt x="144032" y="258872"/>
                      <a:pt x="151233" y="241785"/>
                      <a:pt x="161334" y="226752"/>
                    </a:cubicBezTo>
                    <a:lnTo>
                      <a:pt x="142910" y="208264"/>
                    </a:lnTo>
                    <a:cubicBezTo>
                      <a:pt x="138421" y="203783"/>
                      <a:pt x="138421" y="196500"/>
                      <a:pt x="142910" y="192018"/>
                    </a:cubicBezTo>
                    <a:lnTo>
                      <a:pt x="165075" y="169796"/>
                    </a:lnTo>
                    <a:cubicBezTo>
                      <a:pt x="169564" y="165314"/>
                      <a:pt x="176952" y="165314"/>
                      <a:pt x="181441" y="169796"/>
                    </a:cubicBezTo>
                    <a:lnTo>
                      <a:pt x="199865" y="188283"/>
                    </a:lnTo>
                    <a:cubicBezTo>
                      <a:pt x="214828" y="178199"/>
                      <a:pt x="232036" y="170916"/>
                      <a:pt x="250367" y="167368"/>
                    </a:cubicBezTo>
                    <a:lnTo>
                      <a:pt x="250367" y="141224"/>
                    </a:lnTo>
                    <a:cubicBezTo>
                      <a:pt x="250367" y="134688"/>
                      <a:pt x="255604" y="129646"/>
                      <a:pt x="261963" y="129646"/>
                    </a:cubicBezTo>
                    <a:close/>
                    <a:moveTo>
                      <a:pt x="440285" y="80038"/>
                    </a:moveTo>
                    <a:cubicBezTo>
                      <a:pt x="511927" y="131958"/>
                      <a:pt x="554856" y="215909"/>
                      <a:pt x="554856" y="304248"/>
                    </a:cubicBezTo>
                    <a:cubicBezTo>
                      <a:pt x="554856" y="457021"/>
                      <a:pt x="430371" y="581312"/>
                      <a:pt x="277361" y="581312"/>
                    </a:cubicBezTo>
                    <a:lnTo>
                      <a:pt x="277361" y="605311"/>
                    </a:lnTo>
                    <a:cubicBezTo>
                      <a:pt x="277361" y="607926"/>
                      <a:pt x="274555" y="609420"/>
                      <a:pt x="272404" y="607926"/>
                    </a:cubicBezTo>
                    <a:lnTo>
                      <a:pt x="207216" y="563289"/>
                    </a:lnTo>
                    <a:cubicBezTo>
                      <a:pt x="205345" y="561982"/>
                      <a:pt x="205345" y="559274"/>
                      <a:pt x="207216" y="558060"/>
                    </a:cubicBezTo>
                    <a:lnTo>
                      <a:pt x="272404" y="513330"/>
                    </a:lnTo>
                    <a:cubicBezTo>
                      <a:pt x="274555" y="511836"/>
                      <a:pt x="277361" y="513330"/>
                      <a:pt x="277361" y="515945"/>
                    </a:cubicBezTo>
                    <a:lnTo>
                      <a:pt x="277361" y="539944"/>
                    </a:lnTo>
                    <a:cubicBezTo>
                      <a:pt x="407551" y="539944"/>
                      <a:pt x="513423" y="434236"/>
                      <a:pt x="513423" y="304248"/>
                    </a:cubicBezTo>
                    <a:cubicBezTo>
                      <a:pt x="513423" y="229076"/>
                      <a:pt x="477041" y="157638"/>
                      <a:pt x="415968" y="113375"/>
                    </a:cubicBezTo>
                    <a:close/>
                    <a:moveTo>
                      <a:pt x="282452" y="594"/>
                    </a:moveTo>
                    <a:lnTo>
                      <a:pt x="347640" y="45229"/>
                    </a:lnTo>
                    <a:cubicBezTo>
                      <a:pt x="349511" y="46536"/>
                      <a:pt x="349511" y="49337"/>
                      <a:pt x="347640" y="50551"/>
                    </a:cubicBezTo>
                    <a:lnTo>
                      <a:pt x="282452" y="95279"/>
                    </a:lnTo>
                    <a:cubicBezTo>
                      <a:pt x="280301" y="96773"/>
                      <a:pt x="277402" y="95279"/>
                      <a:pt x="277402" y="92665"/>
                    </a:cubicBezTo>
                    <a:lnTo>
                      <a:pt x="277402" y="68573"/>
                    </a:lnTo>
                    <a:cubicBezTo>
                      <a:pt x="147212" y="68573"/>
                      <a:pt x="41339" y="174277"/>
                      <a:pt x="41339" y="304259"/>
                    </a:cubicBezTo>
                    <a:cubicBezTo>
                      <a:pt x="41339" y="379521"/>
                      <a:pt x="77908" y="450862"/>
                      <a:pt x="138888" y="495123"/>
                    </a:cubicBezTo>
                    <a:lnTo>
                      <a:pt x="114571" y="528552"/>
                    </a:lnTo>
                    <a:cubicBezTo>
                      <a:pt x="42835" y="476634"/>
                      <a:pt x="0" y="392687"/>
                      <a:pt x="0" y="304259"/>
                    </a:cubicBezTo>
                    <a:cubicBezTo>
                      <a:pt x="0" y="151493"/>
                      <a:pt x="124391" y="27300"/>
                      <a:pt x="277402" y="27300"/>
                    </a:cubicBezTo>
                    <a:lnTo>
                      <a:pt x="277402" y="3209"/>
                    </a:lnTo>
                    <a:cubicBezTo>
                      <a:pt x="277402" y="594"/>
                      <a:pt x="280301" y="-900"/>
                      <a:pt x="282452" y="594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F4033A2A-0ECC-4925-82FD-5363EE69AEE3}"/>
                </a:ext>
              </a:extLst>
            </p:cNvPr>
            <p:cNvSpPr txBox="1"/>
            <p:nvPr/>
          </p:nvSpPr>
          <p:spPr>
            <a:xfrm>
              <a:off x="2005268" y="3379330"/>
              <a:ext cx="5293890" cy="8798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hangingPunct="0">
                <a:lnSpc>
                  <a:spcPct val="150000"/>
                </a:lnSpc>
                <a:defRPr/>
              </a:pPr>
              <a:r>
                <a:rPr lang="zh-CN" altLang="en-US" sz="2000" b="1" kern="0">
                  <a:solidFill>
                    <a:prstClr val="white"/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 kern="0">
                <a:solidFill>
                  <a:prstClr val="white"/>
                </a:solidFill>
                <a:cs typeface="+mn-ea"/>
                <a:sym typeface="+mn-lt"/>
              </a:endParaRPr>
            </a:p>
            <a:p>
              <a:pPr lvl="0" hangingPunct="0">
                <a:lnSpc>
                  <a:spcPct val="150000"/>
                </a:lnSpc>
                <a:defRPr/>
              </a:pPr>
              <a:r>
                <a:rPr lang="zh-CN" altLang="en-US" sz="1600" b="1" kern="0">
                  <a:solidFill>
                    <a:prstClr val="white"/>
                  </a:solidFill>
                  <a:cs typeface="+mn-ea"/>
                  <a:sym typeface="+mn-lt"/>
                </a:rPr>
                <a:t>添加文字说明描述添加文字说明描述添加文字说明描述</a:t>
              </a: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BB97CB96-196F-420C-BF39-B8442AFE8A06}"/>
              </a:ext>
            </a:extLst>
          </p:cNvPr>
          <p:cNvGrpSpPr/>
          <p:nvPr/>
        </p:nvGrpSpPr>
        <p:grpSpPr>
          <a:xfrm>
            <a:off x="1079917" y="4636891"/>
            <a:ext cx="6316019" cy="928583"/>
            <a:chOff x="954210" y="4855169"/>
            <a:chExt cx="6316019" cy="928583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2FA1C93F-A08B-4101-B3A3-3B1AA9663B11}"/>
                </a:ext>
              </a:extLst>
            </p:cNvPr>
            <p:cNvGrpSpPr/>
            <p:nvPr/>
          </p:nvGrpSpPr>
          <p:grpSpPr>
            <a:xfrm>
              <a:off x="954210" y="4855169"/>
              <a:ext cx="928583" cy="928583"/>
              <a:chOff x="1676100" y="4755233"/>
              <a:chExt cx="928583" cy="928583"/>
            </a:xfrm>
          </p:grpSpPr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E21638FB-8502-45BC-91A0-7D36561FF52A}"/>
                  </a:ext>
                </a:extLst>
              </p:cNvPr>
              <p:cNvSpPr/>
              <p:nvPr/>
            </p:nvSpPr>
            <p:spPr>
              <a:xfrm rot="2700000">
                <a:off x="1676100" y="4755233"/>
                <a:ext cx="928583" cy="928583"/>
              </a:xfrm>
              <a:prstGeom prst="ellipse">
                <a:avLst/>
              </a:prstGeom>
              <a:solidFill>
                <a:srgbClr val="B30660"/>
              </a:solidFill>
              <a:ln w="60325" cap="flat" cmpd="sng" algn="ctr">
                <a:noFill/>
                <a:prstDash val="solid"/>
                <a:miter lim="800000"/>
              </a:ln>
              <a:effectLst>
                <a:outerShdw blurRad="1143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7" name="椭圆 14">
                <a:extLst>
                  <a:ext uri="{FF2B5EF4-FFF2-40B4-BE49-F238E27FC236}">
                    <a16:creationId xmlns:a16="http://schemas.microsoft.com/office/drawing/2014/main" id="{D267D4C2-B31F-4787-9FB3-19FD05CC40F7}"/>
                  </a:ext>
                </a:extLst>
              </p:cNvPr>
              <p:cNvSpPr/>
              <p:nvPr/>
            </p:nvSpPr>
            <p:spPr>
              <a:xfrm>
                <a:off x="1936828" y="5124705"/>
                <a:ext cx="407127" cy="342353"/>
              </a:xfrm>
              <a:custGeom>
                <a:avLst/>
                <a:gdLst>
                  <a:gd name="connsiteX0" fmla="*/ 517386 w 607639"/>
                  <a:gd name="connsiteY0" fmla="*/ 115586 h 510964"/>
                  <a:gd name="connsiteX1" fmla="*/ 517386 w 607639"/>
                  <a:gd name="connsiteY1" fmla="*/ 347393 h 510964"/>
                  <a:gd name="connsiteX2" fmla="*/ 285226 w 607639"/>
                  <a:gd name="connsiteY2" fmla="*/ 347393 h 510964"/>
                  <a:gd name="connsiteX3" fmla="*/ 373376 w 607639"/>
                  <a:gd name="connsiteY3" fmla="*/ 90112 h 510964"/>
                  <a:gd name="connsiteX4" fmla="*/ 491841 w 607639"/>
                  <a:gd name="connsiteY4" fmla="*/ 90112 h 510964"/>
                  <a:gd name="connsiteX5" fmla="*/ 234174 w 607639"/>
                  <a:gd name="connsiteY5" fmla="*/ 347393 h 510964"/>
                  <a:gd name="connsiteX6" fmla="*/ 115798 w 607639"/>
                  <a:gd name="connsiteY6" fmla="*/ 347393 h 510964"/>
                  <a:gd name="connsiteX7" fmla="*/ 90253 w 607639"/>
                  <a:gd name="connsiteY7" fmla="*/ 90112 h 510964"/>
                  <a:gd name="connsiteX8" fmla="*/ 322343 w 607639"/>
                  <a:gd name="connsiteY8" fmla="*/ 90112 h 510964"/>
                  <a:gd name="connsiteX9" fmla="*/ 90253 w 607639"/>
                  <a:gd name="connsiteY9" fmla="*/ 321849 h 510964"/>
                  <a:gd name="connsiteX10" fmla="*/ 54115 w 607639"/>
                  <a:gd name="connsiteY10" fmla="*/ 54118 h 510964"/>
                  <a:gd name="connsiteX11" fmla="*/ 54115 w 607639"/>
                  <a:gd name="connsiteY11" fmla="*/ 383445 h 510964"/>
                  <a:gd name="connsiteX12" fmla="*/ 553435 w 607639"/>
                  <a:gd name="connsiteY12" fmla="*/ 383445 h 510964"/>
                  <a:gd name="connsiteX13" fmla="*/ 553435 w 607639"/>
                  <a:gd name="connsiteY13" fmla="*/ 54118 h 510964"/>
                  <a:gd name="connsiteX14" fmla="*/ 0 w 607639"/>
                  <a:gd name="connsiteY14" fmla="*/ 0 h 510964"/>
                  <a:gd name="connsiteX15" fmla="*/ 607639 w 607639"/>
                  <a:gd name="connsiteY15" fmla="*/ 0 h 510964"/>
                  <a:gd name="connsiteX16" fmla="*/ 607639 w 607639"/>
                  <a:gd name="connsiteY16" fmla="*/ 437474 h 510964"/>
                  <a:gd name="connsiteX17" fmla="*/ 401948 w 607639"/>
                  <a:gd name="connsiteY17" fmla="*/ 437474 h 510964"/>
                  <a:gd name="connsiteX18" fmla="*/ 401948 w 607639"/>
                  <a:gd name="connsiteY18" fmla="*/ 474975 h 510964"/>
                  <a:gd name="connsiteX19" fmla="*/ 462917 w 607639"/>
                  <a:gd name="connsiteY19" fmla="*/ 474975 h 510964"/>
                  <a:gd name="connsiteX20" fmla="*/ 462917 w 607639"/>
                  <a:gd name="connsiteY20" fmla="*/ 510964 h 510964"/>
                  <a:gd name="connsiteX21" fmla="*/ 401948 w 607639"/>
                  <a:gd name="connsiteY21" fmla="*/ 510964 h 510964"/>
                  <a:gd name="connsiteX22" fmla="*/ 205602 w 607639"/>
                  <a:gd name="connsiteY22" fmla="*/ 510964 h 510964"/>
                  <a:gd name="connsiteX23" fmla="*/ 144634 w 607639"/>
                  <a:gd name="connsiteY23" fmla="*/ 510964 h 510964"/>
                  <a:gd name="connsiteX24" fmla="*/ 144634 w 607639"/>
                  <a:gd name="connsiteY24" fmla="*/ 474975 h 510964"/>
                  <a:gd name="connsiteX25" fmla="*/ 205602 w 607639"/>
                  <a:gd name="connsiteY25" fmla="*/ 474975 h 510964"/>
                  <a:gd name="connsiteX26" fmla="*/ 205602 w 607639"/>
                  <a:gd name="connsiteY26" fmla="*/ 437474 h 510964"/>
                  <a:gd name="connsiteX27" fmla="*/ 0 w 607639"/>
                  <a:gd name="connsiteY27" fmla="*/ 437474 h 5109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07639" h="510964">
                    <a:moveTo>
                      <a:pt x="517386" y="115586"/>
                    </a:moveTo>
                    <a:lnTo>
                      <a:pt x="517386" y="347393"/>
                    </a:lnTo>
                    <a:lnTo>
                      <a:pt x="285226" y="347393"/>
                    </a:lnTo>
                    <a:close/>
                    <a:moveTo>
                      <a:pt x="373376" y="90112"/>
                    </a:moveTo>
                    <a:lnTo>
                      <a:pt x="491841" y="90112"/>
                    </a:lnTo>
                    <a:lnTo>
                      <a:pt x="234174" y="347393"/>
                    </a:lnTo>
                    <a:lnTo>
                      <a:pt x="115798" y="347393"/>
                    </a:lnTo>
                    <a:close/>
                    <a:moveTo>
                      <a:pt x="90253" y="90112"/>
                    </a:moveTo>
                    <a:lnTo>
                      <a:pt x="322343" y="90112"/>
                    </a:lnTo>
                    <a:lnTo>
                      <a:pt x="90253" y="321849"/>
                    </a:lnTo>
                    <a:close/>
                    <a:moveTo>
                      <a:pt x="54115" y="54118"/>
                    </a:moveTo>
                    <a:lnTo>
                      <a:pt x="54115" y="383445"/>
                    </a:lnTo>
                    <a:lnTo>
                      <a:pt x="553435" y="383445"/>
                    </a:lnTo>
                    <a:lnTo>
                      <a:pt x="553435" y="54118"/>
                    </a:lnTo>
                    <a:close/>
                    <a:moveTo>
                      <a:pt x="0" y="0"/>
                    </a:moveTo>
                    <a:lnTo>
                      <a:pt x="607639" y="0"/>
                    </a:lnTo>
                    <a:lnTo>
                      <a:pt x="607639" y="437474"/>
                    </a:lnTo>
                    <a:lnTo>
                      <a:pt x="401948" y="437474"/>
                    </a:lnTo>
                    <a:lnTo>
                      <a:pt x="401948" y="474975"/>
                    </a:lnTo>
                    <a:lnTo>
                      <a:pt x="462917" y="474975"/>
                    </a:lnTo>
                    <a:lnTo>
                      <a:pt x="462917" y="510964"/>
                    </a:lnTo>
                    <a:lnTo>
                      <a:pt x="401948" y="510964"/>
                    </a:lnTo>
                    <a:lnTo>
                      <a:pt x="205602" y="510964"/>
                    </a:lnTo>
                    <a:lnTo>
                      <a:pt x="144634" y="510964"/>
                    </a:lnTo>
                    <a:lnTo>
                      <a:pt x="144634" y="474975"/>
                    </a:lnTo>
                    <a:lnTo>
                      <a:pt x="205602" y="474975"/>
                    </a:lnTo>
                    <a:lnTo>
                      <a:pt x="205602" y="437474"/>
                    </a:lnTo>
                    <a:lnTo>
                      <a:pt x="0" y="437474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3679C9F-397F-4CD5-9CDB-7BE4D7280161}"/>
                </a:ext>
              </a:extLst>
            </p:cNvPr>
            <p:cNvSpPr txBox="1"/>
            <p:nvPr/>
          </p:nvSpPr>
          <p:spPr>
            <a:xfrm>
              <a:off x="2005268" y="4871264"/>
              <a:ext cx="5264961" cy="8798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hangingPunct="0">
                <a:lnSpc>
                  <a:spcPct val="150000"/>
                </a:lnSpc>
                <a:defRPr/>
              </a:pPr>
              <a:r>
                <a:rPr lang="zh-CN" altLang="en-US" sz="2000" b="1" kern="0">
                  <a:solidFill>
                    <a:prstClr val="white"/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 kern="0">
                <a:solidFill>
                  <a:prstClr val="white"/>
                </a:solidFill>
                <a:cs typeface="+mn-ea"/>
                <a:sym typeface="+mn-lt"/>
              </a:endParaRPr>
            </a:p>
            <a:p>
              <a:pPr lvl="0" hangingPunct="0">
                <a:lnSpc>
                  <a:spcPct val="150000"/>
                </a:lnSpc>
                <a:defRPr/>
              </a:pPr>
              <a:r>
                <a:rPr lang="zh-CN" altLang="en-US" sz="1600" b="1" kern="0">
                  <a:solidFill>
                    <a:prstClr val="white"/>
                  </a:solidFill>
                  <a:cs typeface="+mn-ea"/>
                  <a:sym typeface="+mn-lt"/>
                </a:rPr>
                <a:t>添加文字说明描述添加文字说明描述添加文字说明描述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6908997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年度工作概述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836B0BC-D89F-4A8D-98F9-6FF7E966755A}"/>
              </a:ext>
            </a:extLst>
          </p:cNvPr>
          <p:cNvGrpSpPr/>
          <p:nvPr/>
        </p:nvGrpSpPr>
        <p:grpSpPr>
          <a:xfrm>
            <a:off x="5169705" y="2339147"/>
            <a:ext cx="1882570" cy="2030333"/>
            <a:chOff x="4830225" y="2244838"/>
            <a:chExt cx="2531550" cy="2730252"/>
          </a:xfrm>
        </p:grpSpPr>
        <p:sp>
          <p:nvSpPr>
            <p:cNvPr id="6" name="形状">
              <a:extLst>
                <a:ext uri="{FF2B5EF4-FFF2-40B4-BE49-F238E27FC236}">
                  <a16:creationId xmlns:a16="http://schemas.microsoft.com/office/drawing/2014/main" id="{7A655A87-80DA-4194-9B3F-E77C13624C44}"/>
                </a:ext>
              </a:extLst>
            </p:cNvPr>
            <p:cNvSpPr/>
            <p:nvPr/>
          </p:nvSpPr>
          <p:spPr bwMode="auto">
            <a:xfrm>
              <a:off x="4830225" y="3425445"/>
              <a:ext cx="2531550" cy="1549645"/>
            </a:xfrm>
            <a:custGeom>
              <a:avLst/>
              <a:gdLst>
                <a:gd name="T0" fmla="*/ 17 w 618"/>
                <a:gd name="T1" fmla="*/ 170 h 377"/>
                <a:gd name="T2" fmla="*/ 278 w 618"/>
                <a:gd name="T3" fmla="*/ 11 h 377"/>
                <a:gd name="T4" fmla="*/ 344 w 618"/>
                <a:gd name="T5" fmla="*/ 13 h 377"/>
                <a:gd name="T6" fmla="*/ 597 w 618"/>
                <a:gd name="T7" fmla="*/ 167 h 377"/>
                <a:gd name="T8" fmla="*/ 601 w 618"/>
                <a:gd name="T9" fmla="*/ 208 h 377"/>
                <a:gd name="T10" fmla="*/ 340 w 618"/>
                <a:gd name="T11" fmla="*/ 367 h 377"/>
                <a:gd name="T12" fmla="*/ 274 w 618"/>
                <a:gd name="T13" fmla="*/ 364 h 377"/>
                <a:gd name="T14" fmla="*/ 21 w 618"/>
                <a:gd name="T15" fmla="*/ 210 h 377"/>
                <a:gd name="T16" fmla="*/ 17 w 618"/>
                <a:gd name="T17" fmla="*/ 170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8" h="377">
                  <a:moveTo>
                    <a:pt x="17" y="170"/>
                  </a:moveTo>
                  <a:cubicBezTo>
                    <a:pt x="278" y="11"/>
                    <a:pt x="278" y="11"/>
                    <a:pt x="278" y="11"/>
                  </a:cubicBezTo>
                  <a:cubicBezTo>
                    <a:pt x="295" y="0"/>
                    <a:pt x="325" y="1"/>
                    <a:pt x="344" y="13"/>
                  </a:cubicBezTo>
                  <a:cubicBezTo>
                    <a:pt x="597" y="167"/>
                    <a:pt x="597" y="167"/>
                    <a:pt x="597" y="167"/>
                  </a:cubicBezTo>
                  <a:cubicBezTo>
                    <a:pt x="617" y="179"/>
                    <a:pt x="618" y="197"/>
                    <a:pt x="601" y="208"/>
                  </a:cubicBezTo>
                  <a:cubicBezTo>
                    <a:pt x="340" y="367"/>
                    <a:pt x="340" y="367"/>
                    <a:pt x="340" y="367"/>
                  </a:cubicBezTo>
                  <a:cubicBezTo>
                    <a:pt x="323" y="377"/>
                    <a:pt x="293" y="376"/>
                    <a:pt x="274" y="364"/>
                  </a:cubicBezTo>
                  <a:cubicBezTo>
                    <a:pt x="21" y="210"/>
                    <a:pt x="21" y="210"/>
                    <a:pt x="21" y="210"/>
                  </a:cubicBezTo>
                  <a:cubicBezTo>
                    <a:pt x="2" y="198"/>
                    <a:pt x="0" y="180"/>
                    <a:pt x="17" y="170"/>
                  </a:cubicBezTo>
                  <a:close/>
                </a:path>
              </a:pathLst>
            </a:custGeom>
            <a:solidFill>
              <a:srgbClr val="E2087A">
                <a:alpha val="90000"/>
              </a:srgbClr>
            </a:solidFill>
            <a:ln>
              <a:noFill/>
            </a:ln>
          </p:spPr>
          <p:txBody>
            <a:bodyPr vert="horz" wrap="square" lIns="105874" tIns="52937" rIns="105874" bIns="5293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US" sz="659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形状">
              <a:extLst>
                <a:ext uri="{FF2B5EF4-FFF2-40B4-BE49-F238E27FC236}">
                  <a16:creationId xmlns:a16="http://schemas.microsoft.com/office/drawing/2014/main" id="{2EF57936-51BF-4BF8-B550-B18A1EF69EB7}"/>
                </a:ext>
              </a:extLst>
            </p:cNvPr>
            <p:cNvSpPr/>
            <p:nvPr/>
          </p:nvSpPr>
          <p:spPr bwMode="auto">
            <a:xfrm>
              <a:off x="4830225" y="2823345"/>
              <a:ext cx="2531550" cy="1549645"/>
            </a:xfrm>
            <a:custGeom>
              <a:avLst/>
              <a:gdLst>
                <a:gd name="T0" fmla="*/ 17 w 618"/>
                <a:gd name="T1" fmla="*/ 170 h 377"/>
                <a:gd name="T2" fmla="*/ 278 w 618"/>
                <a:gd name="T3" fmla="*/ 11 h 377"/>
                <a:gd name="T4" fmla="*/ 344 w 618"/>
                <a:gd name="T5" fmla="*/ 13 h 377"/>
                <a:gd name="T6" fmla="*/ 597 w 618"/>
                <a:gd name="T7" fmla="*/ 167 h 377"/>
                <a:gd name="T8" fmla="*/ 601 w 618"/>
                <a:gd name="T9" fmla="*/ 208 h 377"/>
                <a:gd name="T10" fmla="*/ 340 w 618"/>
                <a:gd name="T11" fmla="*/ 367 h 377"/>
                <a:gd name="T12" fmla="*/ 274 w 618"/>
                <a:gd name="T13" fmla="*/ 364 h 377"/>
                <a:gd name="T14" fmla="*/ 21 w 618"/>
                <a:gd name="T15" fmla="*/ 210 h 377"/>
                <a:gd name="T16" fmla="*/ 17 w 618"/>
                <a:gd name="T17" fmla="*/ 170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8" h="377">
                  <a:moveTo>
                    <a:pt x="17" y="170"/>
                  </a:moveTo>
                  <a:cubicBezTo>
                    <a:pt x="278" y="11"/>
                    <a:pt x="278" y="11"/>
                    <a:pt x="278" y="11"/>
                  </a:cubicBezTo>
                  <a:cubicBezTo>
                    <a:pt x="295" y="0"/>
                    <a:pt x="325" y="1"/>
                    <a:pt x="344" y="13"/>
                  </a:cubicBezTo>
                  <a:cubicBezTo>
                    <a:pt x="597" y="167"/>
                    <a:pt x="597" y="167"/>
                    <a:pt x="597" y="167"/>
                  </a:cubicBezTo>
                  <a:cubicBezTo>
                    <a:pt x="617" y="179"/>
                    <a:pt x="618" y="197"/>
                    <a:pt x="601" y="208"/>
                  </a:cubicBezTo>
                  <a:cubicBezTo>
                    <a:pt x="340" y="367"/>
                    <a:pt x="340" y="367"/>
                    <a:pt x="340" y="367"/>
                  </a:cubicBezTo>
                  <a:cubicBezTo>
                    <a:pt x="323" y="377"/>
                    <a:pt x="293" y="376"/>
                    <a:pt x="274" y="364"/>
                  </a:cubicBezTo>
                  <a:cubicBezTo>
                    <a:pt x="21" y="210"/>
                    <a:pt x="21" y="210"/>
                    <a:pt x="21" y="210"/>
                  </a:cubicBezTo>
                  <a:cubicBezTo>
                    <a:pt x="2" y="198"/>
                    <a:pt x="0" y="180"/>
                    <a:pt x="17" y="170"/>
                  </a:cubicBezTo>
                  <a:close/>
                </a:path>
              </a:pathLst>
            </a:custGeom>
            <a:solidFill>
              <a:srgbClr val="1A25B8">
                <a:alpha val="90000"/>
              </a:srgbClr>
            </a:solidFill>
            <a:ln>
              <a:noFill/>
            </a:ln>
          </p:spPr>
          <p:txBody>
            <a:bodyPr vert="horz" wrap="square" lIns="105874" tIns="52937" rIns="105874" bIns="5293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US" sz="659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形状">
              <a:extLst>
                <a:ext uri="{FF2B5EF4-FFF2-40B4-BE49-F238E27FC236}">
                  <a16:creationId xmlns:a16="http://schemas.microsoft.com/office/drawing/2014/main" id="{EA8E4225-302D-4383-A37D-48D1E097735C}"/>
                </a:ext>
              </a:extLst>
            </p:cNvPr>
            <p:cNvSpPr/>
            <p:nvPr/>
          </p:nvSpPr>
          <p:spPr bwMode="auto">
            <a:xfrm>
              <a:off x="4830225" y="2244838"/>
              <a:ext cx="2531550" cy="1549645"/>
            </a:xfrm>
            <a:custGeom>
              <a:avLst/>
              <a:gdLst>
                <a:gd name="T0" fmla="*/ 17 w 618"/>
                <a:gd name="T1" fmla="*/ 170 h 377"/>
                <a:gd name="T2" fmla="*/ 278 w 618"/>
                <a:gd name="T3" fmla="*/ 11 h 377"/>
                <a:gd name="T4" fmla="*/ 344 w 618"/>
                <a:gd name="T5" fmla="*/ 13 h 377"/>
                <a:gd name="T6" fmla="*/ 597 w 618"/>
                <a:gd name="T7" fmla="*/ 167 h 377"/>
                <a:gd name="T8" fmla="*/ 601 w 618"/>
                <a:gd name="T9" fmla="*/ 208 h 377"/>
                <a:gd name="T10" fmla="*/ 340 w 618"/>
                <a:gd name="T11" fmla="*/ 367 h 377"/>
                <a:gd name="T12" fmla="*/ 274 w 618"/>
                <a:gd name="T13" fmla="*/ 364 h 377"/>
                <a:gd name="T14" fmla="*/ 21 w 618"/>
                <a:gd name="T15" fmla="*/ 210 h 377"/>
                <a:gd name="T16" fmla="*/ 17 w 618"/>
                <a:gd name="T17" fmla="*/ 170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8" h="377">
                  <a:moveTo>
                    <a:pt x="17" y="170"/>
                  </a:moveTo>
                  <a:cubicBezTo>
                    <a:pt x="278" y="11"/>
                    <a:pt x="278" y="11"/>
                    <a:pt x="278" y="11"/>
                  </a:cubicBezTo>
                  <a:cubicBezTo>
                    <a:pt x="295" y="0"/>
                    <a:pt x="325" y="1"/>
                    <a:pt x="344" y="13"/>
                  </a:cubicBezTo>
                  <a:cubicBezTo>
                    <a:pt x="597" y="167"/>
                    <a:pt x="597" y="167"/>
                    <a:pt x="597" y="167"/>
                  </a:cubicBezTo>
                  <a:cubicBezTo>
                    <a:pt x="617" y="179"/>
                    <a:pt x="618" y="197"/>
                    <a:pt x="601" y="208"/>
                  </a:cubicBezTo>
                  <a:cubicBezTo>
                    <a:pt x="340" y="367"/>
                    <a:pt x="340" y="367"/>
                    <a:pt x="340" y="367"/>
                  </a:cubicBezTo>
                  <a:cubicBezTo>
                    <a:pt x="323" y="377"/>
                    <a:pt x="293" y="376"/>
                    <a:pt x="274" y="364"/>
                  </a:cubicBezTo>
                  <a:cubicBezTo>
                    <a:pt x="21" y="210"/>
                    <a:pt x="21" y="210"/>
                    <a:pt x="21" y="210"/>
                  </a:cubicBezTo>
                  <a:cubicBezTo>
                    <a:pt x="2" y="198"/>
                    <a:pt x="0" y="180"/>
                    <a:pt x="17" y="170"/>
                  </a:cubicBezTo>
                  <a:close/>
                </a:path>
              </a:pathLst>
            </a:custGeom>
            <a:solidFill>
              <a:srgbClr val="E2087A"/>
            </a:solidFill>
            <a:ln>
              <a:noFill/>
            </a:ln>
          </p:spPr>
          <p:txBody>
            <a:bodyPr vert="horz" wrap="square" lIns="105874" tIns="52937" rIns="105874" bIns="5293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US" sz="659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D5E8D6C-1125-42A6-B41D-706B32882951}"/>
              </a:ext>
            </a:extLst>
          </p:cNvPr>
          <p:cNvGrpSpPr/>
          <p:nvPr/>
        </p:nvGrpSpPr>
        <p:grpSpPr>
          <a:xfrm>
            <a:off x="7410617" y="2061412"/>
            <a:ext cx="4041354" cy="1340211"/>
            <a:chOff x="7410617" y="2286000"/>
            <a:chExt cx="4041354" cy="1340211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B545602-67CA-4E2E-9E97-D75F5DF9318B}"/>
                </a:ext>
              </a:extLst>
            </p:cNvPr>
            <p:cNvGrpSpPr/>
            <p:nvPr/>
          </p:nvGrpSpPr>
          <p:grpSpPr>
            <a:xfrm>
              <a:off x="7410617" y="2286000"/>
              <a:ext cx="760456" cy="734944"/>
              <a:chOff x="7622946" y="2595773"/>
              <a:chExt cx="755892" cy="730534"/>
            </a:xfrm>
          </p:grpSpPr>
          <p:sp>
            <p:nvSpPr>
              <p:cNvPr id="14" name="形状">
                <a:extLst>
                  <a:ext uri="{FF2B5EF4-FFF2-40B4-BE49-F238E27FC236}">
                    <a16:creationId xmlns:a16="http://schemas.microsoft.com/office/drawing/2014/main" id="{9AA3442E-3F7A-4CFF-99EE-EDD0CA968078}"/>
                  </a:ext>
                </a:extLst>
              </p:cNvPr>
              <p:cNvSpPr/>
              <p:nvPr/>
            </p:nvSpPr>
            <p:spPr>
              <a:xfrm>
                <a:off x="7622946" y="2595773"/>
                <a:ext cx="755892" cy="730534"/>
              </a:xfrm>
              <a:prstGeom prst="roundRect">
                <a:avLst/>
              </a:prstGeom>
              <a:solidFill>
                <a:srgbClr val="1A25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20000"/>
                  </a:lnSpc>
                </a:pPr>
                <a:endParaRPr lang="en-US" sz="659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5" name="组合">
                <a:extLst>
                  <a:ext uri="{FF2B5EF4-FFF2-40B4-BE49-F238E27FC236}">
                    <a16:creationId xmlns:a16="http://schemas.microsoft.com/office/drawing/2014/main" id="{27BA1225-BBB4-4188-B9CA-C7048E78B363}"/>
                  </a:ext>
                </a:extLst>
              </p:cNvPr>
              <p:cNvGrpSpPr/>
              <p:nvPr/>
            </p:nvGrpSpPr>
            <p:grpSpPr>
              <a:xfrm>
                <a:off x="7741356" y="2704780"/>
                <a:ext cx="519068" cy="515515"/>
                <a:chOff x="1979613" y="3067051"/>
                <a:chExt cx="231775" cy="230188"/>
              </a:xfrm>
              <a:solidFill>
                <a:schemeClr val="bg1"/>
              </a:solidFill>
            </p:grpSpPr>
            <p:sp>
              <p:nvSpPr>
                <p:cNvPr id="16" name="Freeform 38">
                  <a:extLst>
                    <a:ext uri="{FF2B5EF4-FFF2-40B4-BE49-F238E27FC236}">
                      <a16:creationId xmlns:a16="http://schemas.microsoft.com/office/drawing/2014/main" id="{57A020E5-8B8A-4AD9-814F-F00D0BD312E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979613" y="3067051"/>
                  <a:ext cx="231775" cy="230188"/>
                </a:xfrm>
                <a:custGeom>
                  <a:avLst/>
                  <a:gdLst>
                    <a:gd name="T0" fmla="*/ 61 w 122"/>
                    <a:gd name="T1" fmla="*/ 0 h 122"/>
                    <a:gd name="T2" fmla="*/ 0 w 122"/>
                    <a:gd name="T3" fmla="*/ 61 h 122"/>
                    <a:gd name="T4" fmla="*/ 61 w 122"/>
                    <a:gd name="T5" fmla="*/ 122 h 122"/>
                    <a:gd name="T6" fmla="*/ 122 w 122"/>
                    <a:gd name="T7" fmla="*/ 61 h 122"/>
                    <a:gd name="T8" fmla="*/ 61 w 122"/>
                    <a:gd name="T9" fmla="*/ 0 h 122"/>
                    <a:gd name="T10" fmla="*/ 64 w 122"/>
                    <a:gd name="T11" fmla="*/ 109 h 122"/>
                    <a:gd name="T12" fmla="*/ 64 w 122"/>
                    <a:gd name="T13" fmla="*/ 102 h 122"/>
                    <a:gd name="T14" fmla="*/ 57 w 122"/>
                    <a:gd name="T15" fmla="*/ 102 h 122"/>
                    <a:gd name="T16" fmla="*/ 57 w 122"/>
                    <a:gd name="T17" fmla="*/ 109 h 122"/>
                    <a:gd name="T18" fmla="*/ 29 w 122"/>
                    <a:gd name="T19" fmla="*/ 97 h 122"/>
                    <a:gd name="T20" fmla="*/ 28 w 122"/>
                    <a:gd name="T21" fmla="*/ 97 h 122"/>
                    <a:gd name="T22" fmla="*/ 27 w 122"/>
                    <a:gd name="T23" fmla="*/ 95 h 122"/>
                    <a:gd name="T24" fmla="*/ 25 w 122"/>
                    <a:gd name="T25" fmla="*/ 93 h 122"/>
                    <a:gd name="T26" fmla="*/ 24 w 122"/>
                    <a:gd name="T27" fmla="*/ 93 h 122"/>
                    <a:gd name="T28" fmla="*/ 13 w 122"/>
                    <a:gd name="T29" fmla="*/ 65 h 122"/>
                    <a:gd name="T30" fmla="*/ 20 w 122"/>
                    <a:gd name="T31" fmla="*/ 65 h 122"/>
                    <a:gd name="T32" fmla="*/ 20 w 122"/>
                    <a:gd name="T33" fmla="*/ 58 h 122"/>
                    <a:gd name="T34" fmla="*/ 13 w 122"/>
                    <a:gd name="T35" fmla="*/ 58 h 122"/>
                    <a:gd name="T36" fmla="*/ 57 w 122"/>
                    <a:gd name="T37" fmla="*/ 13 h 122"/>
                    <a:gd name="T38" fmla="*/ 57 w 122"/>
                    <a:gd name="T39" fmla="*/ 20 h 122"/>
                    <a:gd name="T40" fmla="*/ 64 w 122"/>
                    <a:gd name="T41" fmla="*/ 20 h 122"/>
                    <a:gd name="T42" fmla="*/ 64 w 122"/>
                    <a:gd name="T43" fmla="*/ 13 h 122"/>
                    <a:gd name="T44" fmla="*/ 83 w 122"/>
                    <a:gd name="T45" fmla="*/ 18 h 122"/>
                    <a:gd name="T46" fmla="*/ 83 w 122"/>
                    <a:gd name="T47" fmla="*/ 19 h 122"/>
                    <a:gd name="T48" fmla="*/ 86 w 122"/>
                    <a:gd name="T49" fmla="*/ 21 h 122"/>
                    <a:gd name="T50" fmla="*/ 87 w 122"/>
                    <a:gd name="T51" fmla="*/ 21 h 122"/>
                    <a:gd name="T52" fmla="*/ 90 w 122"/>
                    <a:gd name="T53" fmla="*/ 23 h 122"/>
                    <a:gd name="T54" fmla="*/ 91 w 122"/>
                    <a:gd name="T55" fmla="*/ 24 h 122"/>
                    <a:gd name="T56" fmla="*/ 93 w 122"/>
                    <a:gd name="T57" fmla="*/ 26 h 122"/>
                    <a:gd name="T58" fmla="*/ 94 w 122"/>
                    <a:gd name="T59" fmla="*/ 27 h 122"/>
                    <a:gd name="T60" fmla="*/ 96 w 122"/>
                    <a:gd name="T61" fmla="*/ 29 h 122"/>
                    <a:gd name="T62" fmla="*/ 98 w 122"/>
                    <a:gd name="T63" fmla="*/ 31 h 122"/>
                    <a:gd name="T64" fmla="*/ 99 w 122"/>
                    <a:gd name="T65" fmla="*/ 32 h 122"/>
                    <a:gd name="T66" fmla="*/ 101 w 122"/>
                    <a:gd name="T67" fmla="*/ 35 h 122"/>
                    <a:gd name="T68" fmla="*/ 101 w 122"/>
                    <a:gd name="T69" fmla="*/ 36 h 122"/>
                    <a:gd name="T70" fmla="*/ 103 w 122"/>
                    <a:gd name="T71" fmla="*/ 39 h 122"/>
                    <a:gd name="T72" fmla="*/ 103 w 122"/>
                    <a:gd name="T73" fmla="*/ 39 h 122"/>
                    <a:gd name="T74" fmla="*/ 108 w 122"/>
                    <a:gd name="T75" fmla="*/ 58 h 122"/>
                    <a:gd name="T76" fmla="*/ 102 w 122"/>
                    <a:gd name="T77" fmla="*/ 58 h 122"/>
                    <a:gd name="T78" fmla="*/ 102 w 122"/>
                    <a:gd name="T79" fmla="*/ 65 h 122"/>
                    <a:gd name="T80" fmla="*/ 108 w 122"/>
                    <a:gd name="T81" fmla="*/ 65 h 122"/>
                    <a:gd name="T82" fmla="*/ 64 w 122"/>
                    <a:gd name="T83" fmla="*/ 109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22" h="122">
                      <a:moveTo>
                        <a:pt x="61" y="0"/>
                      </a:moveTo>
                      <a:cubicBezTo>
                        <a:pt x="27" y="0"/>
                        <a:pt x="0" y="27"/>
                        <a:pt x="0" y="61"/>
                      </a:cubicBezTo>
                      <a:cubicBezTo>
                        <a:pt x="0" y="95"/>
                        <a:pt x="27" y="122"/>
                        <a:pt x="61" y="122"/>
                      </a:cubicBezTo>
                      <a:cubicBezTo>
                        <a:pt x="94" y="122"/>
                        <a:pt x="122" y="95"/>
                        <a:pt x="122" y="61"/>
                      </a:cubicBezTo>
                      <a:cubicBezTo>
                        <a:pt x="122" y="27"/>
                        <a:pt x="94" y="0"/>
                        <a:pt x="61" y="0"/>
                      </a:cubicBezTo>
                      <a:close/>
                      <a:moveTo>
                        <a:pt x="64" y="109"/>
                      </a:moveTo>
                      <a:cubicBezTo>
                        <a:pt x="64" y="102"/>
                        <a:pt x="64" y="102"/>
                        <a:pt x="64" y="102"/>
                      </a:cubicBezTo>
                      <a:cubicBezTo>
                        <a:pt x="57" y="102"/>
                        <a:pt x="57" y="102"/>
                        <a:pt x="57" y="102"/>
                      </a:cubicBezTo>
                      <a:cubicBezTo>
                        <a:pt x="57" y="109"/>
                        <a:pt x="57" y="109"/>
                        <a:pt x="57" y="109"/>
                      </a:cubicBezTo>
                      <a:cubicBezTo>
                        <a:pt x="46" y="108"/>
                        <a:pt x="37" y="104"/>
                        <a:pt x="29" y="97"/>
                      </a:cubicBezTo>
                      <a:cubicBezTo>
                        <a:pt x="29" y="97"/>
                        <a:pt x="29" y="97"/>
                        <a:pt x="28" y="97"/>
                      </a:cubicBezTo>
                      <a:cubicBezTo>
                        <a:pt x="28" y="96"/>
                        <a:pt x="27" y="96"/>
                        <a:pt x="27" y="95"/>
                      </a:cubicBezTo>
                      <a:cubicBezTo>
                        <a:pt x="26" y="95"/>
                        <a:pt x="25" y="94"/>
                        <a:pt x="25" y="93"/>
                      </a:cubicBezTo>
                      <a:cubicBezTo>
                        <a:pt x="25" y="93"/>
                        <a:pt x="25" y="93"/>
                        <a:pt x="24" y="93"/>
                      </a:cubicBezTo>
                      <a:cubicBezTo>
                        <a:pt x="18" y="85"/>
                        <a:pt x="13" y="75"/>
                        <a:pt x="13" y="65"/>
                      </a:cubicBezTo>
                      <a:cubicBezTo>
                        <a:pt x="20" y="65"/>
                        <a:pt x="20" y="65"/>
                        <a:pt x="20" y="65"/>
                      </a:cubicBezTo>
                      <a:cubicBezTo>
                        <a:pt x="20" y="58"/>
                        <a:pt x="20" y="58"/>
                        <a:pt x="20" y="58"/>
                      </a:cubicBezTo>
                      <a:cubicBezTo>
                        <a:pt x="13" y="58"/>
                        <a:pt x="13" y="58"/>
                        <a:pt x="13" y="58"/>
                      </a:cubicBezTo>
                      <a:cubicBezTo>
                        <a:pt x="15" y="34"/>
                        <a:pt x="33" y="15"/>
                        <a:pt x="57" y="13"/>
                      </a:cubicBezTo>
                      <a:cubicBezTo>
                        <a:pt x="57" y="20"/>
                        <a:pt x="57" y="20"/>
                        <a:pt x="57" y="20"/>
                      </a:cubicBezTo>
                      <a:cubicBezTo>
                        <a:pt x="64" y="20"/>
                        <a:pt x="64" y="20"/>
                        <a:pt x="64" y="20"/>
                      </a:cubicBezTo>
                      <a:cubicBezTo>
                        <a:pt x="64" y="13"/>
                        <a:pt x="64" y="13"/>
                        <a:pt x="64" y="13"/>
                      </a:cubicBezTo>
                      <a:cubicBezTo>
                        <a:pt x="71" y="14"/>
                        <a:pt x="77" y="16"/>
                        <a:pt x="83" y="18"/>
                      </a:cubicBezTo>
                      <a:cubicBezTo>
                        <a:pt x="83" y="19"/>
                        <a:pt x="83" y="19"/>
                        <a:pt x="83" y="19"/>
                      </a:cubicBezTo>
                      <a:cubicBezTo>
                        <a:pt x="84" y="19"/>
                        <a:pt x="85" y="20"/>
                        <a:pt x="86" y="21"/>
                      </a:cubicBezTo>
                      <a:cubicBezTo>
                        <a:pt x="87" y="21"/>
                        <a:pt x="87" y="21"/>
                        <a:pt x="87" y="21"/>
                      </a:cubicBezTo>
                      <a:cubicBezTo>
                        <a:pt x="88" y="22"/>
                        <a:pt x="89" y="22"/>
                        <a:pt x="90" y="23"/>
                      </a:cubicBezTo>
                      <a:cubicBezTo>
                        <a:pt x="90" y="23"/>
                        <a:pt x="91" y="24"/>
                        <a:pt x="91" y="24"/>
                      </a:cubicBezTo>
                      <a:cubicBezTo>
                        <a:pt x="92" y="25"/>
                        <a:pt x="92" y="25"/>
                        <a:pt x="93" y="26"/>
                      </a:cubicBezTo>
                      <a:cubicBezTo>
                        <a:pt x="94" y="26"/>
                        <a:pt x="94" y="27"/>
                        <a:pt x="94" y="27"/>
                      </a:cubicBezTo>
                      <a:cubicBezTo>
                        <a:pt x="95" y="28"/>
                        <a:pt x="96" y="28"/>
                        <a:pt x="96" y="29"/>
                      </a:cubicBezTo>
                      <a:cubicBezTo>
                        <a:pt x="97" y="29"/>
                        <a:pt x="97" y="30"/>
                        <a:pt x="98" y="31"/>
                      </a:cubicBezTo>
                      <a:cubicBezTo>
                        <a:pt x="98" y="31"/>
                        <a:pt x="98" y="32"/>
                        <a:pt x="99" y="32"/>
                      </a:cubicBezTo>
                      <a:cubicBezTo>
                        <a:pt x="99" y="33"/>
                        <a:pt x="100" y="34"/>
                        <a:pt x="101" y="35"/>
                      </a:cubicBezTo>
                      <a:cubicBezTo>
                        <a:pt x="101" y="35"/>
                        <a:pt x="101" y="35"/>
                        <a:pt x="101" y="36"/>
                      </a:cubicBezTo>
                      <a:cubicBezTo>
                        <a:pt x="102" y="37"/>
                        <a:pt x="103" y="38"/>
                        <a:pt x="103" y="39"/>
                      </a:cubicBezTo>
                      <a:cubicBezTo>
                        <a:pt x="103" y="39"/>
                        <a:pt x="103" y="39"/>
                        <a:pt x="103" y="39"/>
                      </a:cubicBezTo>
                      <a:cubicBezTo>
                        <a:pt x="106" y="45"/>
                        <a:pt x="108" y="51"/>
                        <a:pt x="108" y="58"/>
                      </a:cubicBezTo>
                      <a:cubicBezTo>
                        <a:pt x="102" y="58"/>
                        <a:pt x="102" y="58"/>
                        <a:pt x="102" y="58"/>
                      </a:cubicBezTo>
                      <a:cubicBezTo>
                        <a:pt x="102" y="65"/>
                        <a:pt x="102" y="65"/>
                        <a:pt x="102" y="65"/>
                      </a:cubicBezTo>
                      <a:cubicBezTo>
                        <a:pt x="108" y="65"/>
                        <a:pt x="108" y="65"/>
                        <a:pt x="108" y="65"/>
                      </a:cubicBezTo>
                      <a:cubicBezTo>
                        <a:pt x="107" y="88"/>
                        <a:pt x="88" y="107"/>
                        <a:pt x="64" y="10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05874" tIns="52937" rIns="105874" bIns="52937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just">
                    <a:lnSpc>
                      <a:spcPct val="120000"/>
                    </a:lnSpc>
                  </a:pPr>
                  <a:endParaRPr lang="en-US" sz="659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Freeform 39">
                  <a:extLst>
                    <a:ext uri="{FF2B5EF4-FFF2-40B4-BE49-F238E27FC236}">
                      <a16:creationId xmlns:a16="http://schemas.microsoft.com/office/drawing/2014/main" id="{6B12B3B2-CE86-43B1-A7F8-B173ED0DAD5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063750" y="3125788"/>
                  <a:ext cx="69850" cy="98425"/>
                </a:xfrm>
                <a:custGeom>
                  <a:avLst/>
                  <a:gdLst>
                    <a:gd name="T0" fmla="*/ 9 w 36"/>
                    <a:gd name="T1" fmla="*/ 29 h 52"/>
                    <a:gd name="T2" fmla="*/ 9 w 36"/>
                    <a:gd name="T3" fmla="*/ 29 h 52"/>
                    <a:gd name="T4" fmla="*/ 0 w 36"/>
                    <a:gd name="T5" fmla="*/ 52 h 52"/>
                    <a:gd name="T6" fmla="*/ 20 w 36"/>
                    <a:gd name="T7" fmla="*/ 36 h 52"/>
                    <a:gd name="T8" fmla="*/ 20 w 36"/>
                    <a:gd name="T9" fmla="*/ 36 h 52"/>
                    <a:gd name="T10" fmla="*/ 22 w 36"/>
                    <a:gd name="T11" fmla="*/ 32 h 52"/>
                    <a:gd name="T12" fmla="*/ 36 w 36"/>
                    <a:gd name="T13" fmla="*/ 0 h 52"/>
                    <a:gd name="T14" fmla="*/ 11 w 36"/>
                    <a:gd name="T15" fmla="*/ 25 h 52"/>
                    <a:gd name="T16" fmla="*/ 9 w 36"/>
                    <a:gd name="T17" fmla="*/ 29 h 52"/>
                    <a:gd name="T18" fmla="*/ 16 w 36"/>
                    <a:gd name="T19" fmla="*/ 27 h 52"/>
                    <a:gd name="T20" fmla="*/ 19 w 36"/>
                    <a:gd name="T21" fmla="*/ 30 h 52"/>
                    <a:gd name="T22" fmla="*/ 16 w 36"/>
                    <a:gd name="T23" fmla="*/ 33 h 52"/>
                    <a:gd name="T24" fmla="*/ 13 w 36"/>
                    <a:gd name="T25" fmla="*/ 30 h 52"/>
                    <a:gd name="T26" fmla="*/ 16 w 36"/>
                    <a:gd name="T27" fmla="*/ 27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52">
                      <a:moveTo>
                        <a:pt x="9" y="29"/>
                      </a:moveTo>
                      <a:cubicBezTo>
                        <a:pt x="9" y="29"/>
                        <a:pt x="9" y="29"/>
                        <a:pt x="9" y="29"/>
                      </a:cubicBez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20" y="36"/>
                        <a:pt x="20" y="36"/>
                        <a:pt x="20" y="36"/>
                      </a:cubicBezTo>
                      <a:cubicBezTo>
                        <a:pt x="20" y="36"/>
                        <a:pt x="20" y="36"/>
                        <a:pt x="20" y="36"/>
                      </a:cubicBezTo>
                      <a:cubicBezTo>
                        <a:pt x="22" y="35"/>
                        <a:pt x="22" y="33"/>
                        <a:pt x="22" y="32"/>
                      </a:cubicBezTo>
                      <a:cubicBezTo>
                        <a:pt x="36" y="0"/>
                        <a:pt x="36" y="0"/>
                        <a:pt x="36" y="0"/>
                      </a:cubicBezTo>
                      <a:cubicBezTo>
                        <a:pt x="11" y="25"/>
                        <a:pt x="11" y="25"/>
                        <a:pt x="11" y="25"/>
                      </a:cubicBezTo>
                      <a:cubicBezTo>
                        <a:pt x="10" y="26"/>
                        <a:pt x="9" y="27"/>
                        <a:pt x="9" y="29"/>
                      </a:cubicBezTo>
                      <a:close/>
                      <a:moveTo>
                        <a:pt x="16" y="27"/>
                      </a:moveTo>
                      <a:cubicBezTo>
                        <a:pt x="17" y="27"/>
                        <a:pt x="19" y="28"/>
                        <a:pt x="19" y="30"/>
                      </a:cubicBezTo>
                      <a:cubicBezTo>
                        <a:pt x="19" y="32"/>
                        <a:pt x="17" y="33"/>
                        <a:pt x="16" y="33"/>
                      </a:cubicBezTo>
                      <a:cubicBezTo>
                        <a:pt x="14" y="33"/>
                        <a:pt x="13" y="32"/>
                        <a:pt x="13" y="30"/>
                      </a:cubicBezTo>
                      <a:cubicBezTo>
                        <a:pt x="13" y="28"/>
                        <a:pt x="14" y="27"/>
                        <a:pt x="16" y="2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05874" tIns="52937" rIns="105874" bIns="52937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just">
                    <a:lnSpc>
                      <a:spcPct val="120000"/>
                    </a:lnSpc>
                  </a:pPr>
                  <a:endParaRPr lang="en-US" sz="659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Oval 40">
                  <a:extLst>
                    <a:ext uri="{FF2B5EF4-FFF2-40B4-BE49-F238E27FC236}">
                      <a16:creationId xmlns:a16="http://schemas.microsoft.com/office/drawing/2014/main" id="{2C0A0891-8C25-4598-BC7B-72DD04C84B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90738" y="3179763"/>
                  <a:ext cx="6350" cy="6350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05874" tIns="52937" rIns="105874" bIns="52937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just">
                    <a:lnSpc>
                      <a:spcPct val="120000"/>
                    </a:lnSpc>
                  </a:pPr>
                  <a:endParaRPr lang="en-US" sz="659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D0EF7A6E-B90A-4166-A169-AD3C9B6B2FA5}"/>
                </a:ext>
              </a:extLst>
            </p:cNvPr>
            <p:cNvGrpSpPr/>
            <p:nvPr/>
          </p:nvGrpSpPr>
          <p:grpSpPr>
            <a:xfrm>
              <a:off x="8288530" y="2429794"/>
              <a:ext cx="3163441" cy="1196417"/>
              <a:chOff x="8098970" y="1535597"/>
              <a:chExt cx="3163441" cy="1196417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5915D86-43F5-48E6-841E-BDD9A09AC996}"/>
                  </a:ext>
                </a:extLst>
              </p:cNvPr>
              <p:cNvSpPr/>
              <p:nvPr/>
            </p:nvSpPr>
            <p:spPr>
              <a:xfrm>
                <a:off x="8098970" y="1944491"/>
                <a:ext cx="3163441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600" b="1">
                    <a:solidFill>
                      <a:schemeClr val="bg1"/>
                    </a:solidFill>
                    <a:cs typeface="+mn-ea"/>
                    <a:sym typeface="+mn-lt"/>
                  </a:rPr>
                  <a:t>添加文字说明描述添加文字说明描述添加文字说明描述</a:t>
                </a:r>
                <a:endParaRPr lang="zh-CN" altLang="en-US" sz="1200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2605057-3D3B-4C6F-8BFF-73AA3B6397E6}"/>
                  </a:ext>
                </a:extLst>
              </p:cNvPr>
              <p:cNvSpPr txBox="1"/>
              <p:nvPr/>
            </p:nvSpPr>
            <p:spPr>
              <a:xfrm>
                <a:off x="8098970" y="1535597"/>
                <a:ext cx="1210588" cy="430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000" b="1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</a:p>
            </p:txBody>
          </p:sp>
        </p:grp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CA25DC9-6F82-4C26-B571-F51D01AC4FBF}"/>
              </a:ext>
            </a:extLst>
          </p:cNvPr>
          <p:cNvGrpSpPr/>
          <p:nvPr/>
        </p:nvGrpSpPr>
        <p:grpSpPr>
          <a:xfrm>
            <a:off x="7410617" y="3822018"/>
            <a:ext cx="4041354" cy="1355439"/>
            <a:chOff x="7410617" y="4046606"/>
            <a:chExt cx="4041354" cy="1355439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B5B76834-48D0-4271-A17F-130DBE712546}"/>
                </a:ext>
              </a:extLst>
            </p:cNvPr>
            <p:cNvGrpSpPr/>
            <p:nvPr/>
          </p:nvGrpSpPr>
          <p:grpSpPr>
            <a:xfrm>
              <a:off x="7410617" y="4046606"/>
              <a:ext cx="760456" cy="734944"/>
              <a:chOff x="7622946" y="3672049"/>
              <a:chExt cx="755892" cy="730534"/>
            </a:xfrm>
          </p:grpSpPr>
          <p:sp>
            <p:nvSpPr>
              <p:cNvPr id="24" name="形状">
                <a:extLst>
                  <a:ext uri="{FF2B5EF4-FFF2-40B4-BE49-F238E27FC236}">
                    <a16:creationId xmlns:a16="http://schemas.microsoft.com/office/drawing/2014/main" id="{F36B128E-9819-417D-91E1-816528F0D07A}"/>
                  </a:ext>
                </a:extLst>
              </p:cNvPr>
              <p:cNvSpPr/>
              <p:nvPr/>
            </p:nvSpPr>
            <p:spPr>
              <a:xfrm>
                <a:off x="7622946" y="3672049"/>
                <a:ext cx="755892" cy="730534"/>
              </a:xfrm>
              <a:prstGeom prst="roundRect">
                <a:avLst/>
              </a:prstGeom>
              <a:solidFill>
                <a:srgbClr val="E208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20000"/>
                  </a:lnSpc>
                </a:pPr>
                <a:endParaRPr lang="en-US" sz="659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25" name="组合">
                <a:extLst>
                  <a:ext uri="{FF2B5EF4-FFF2-40B4-BE49-F238E27FC236}">
                    <a16:creationId xmlns:a16="http://schemas.microsoft.com/office/drawing/2014/main" id="{D8647CC7-612E-44BE-B8E7-13223A08D360}"/>
                  </a:ext>
                </a:extLst>
              </p:cNvPr>
              <p:cNvGrpSpPr/>
              <p:nvPr/>
            </p:nvGrpSpPr>
            <p:grpSpPr>
              <a:xfrm>
                <a:off x="7776285" y="3859769"/>
                <a:ext cx="427877" cy="412146"/>
                <a:chOff x="4616450" y="1549401"/>
                <a:chExt cx="215900" cy="207963"/>
              </a:xfrm>
              <a:solidFill>
                <a:schemeClr val="bg1"/>
              </a:solidFill>
            </p:grpSpPr>
            <p:sp>
              <p:nvSpPr>
                <p:cNvPr id="26" name="形状">
                  <a:extLst>
                    <a:ext uri="{FF2B5EF4-FFF2-40B4-BE49-F238E27FC236}">
                      <a16:creationId xmlns:a16="http://schemas.microsoft.com/office/drawing/2014/main" id="{B57E2EEC-8C28-4C40-B399-EBF6D08013E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616450" y="1549401"/>
                  <a:ext cx="215900" cy="207963"/>
                </a:xfrm>
                <a:custGeom>
                  <a:avLst/>
                  <a:gdLst>
                    <a:gd name="T0" fmla="*/ 124 w 133"/>
                    <a:gd name="T1" fmla="*/ 0 h 127"/>
                    <a:gd name="T2" fmla="*/ 9 w 133"/>
                    <a:gd name="T3" fmla="*/ 0 h 127"/>
                    <a:gd name="T4" fmla="*/ 0 w 133"/>
                    <a:gd name="T5" fmla="*/ 9 h 127"/>
                    <a:gd name="T6" fmla="*/ 0 w 133"/>
                    <a:gd name="T7" fmla="*/ 91 h 127"/>
                    <a:gd name="T8" fmla="*/ 9 w 133"/>
                    <a:gd name="T9" fmla="*/ 100 h 127"/>
                    <a:gd name="T10" fmla="*/ 53 w 133"/>
                    <a:gd name="T11" fmla="*/ 100 h 127"/>
                    <a:gd name="T12" fmla="*/ 39 w 133"/>
                    <a:gd name="T13" fmla="*/ 118 h 127"/>
                    <a:gd name="T14" fmla="*/ 39 w 133"/>
                    <a:gd name="T15" fmla="*/ 127 h 127"/>
                    <a:gd name="T16" fmla="*/ 53 w 133"/>
                    <a:gd name="T17" fmla="*/ 127 h 127"/>
                    <a:gd name="T18" fmla="*/ 80 w 133"/>
                    <a:gd name="T19" fmla="*/ 127 h 127"/>
                    <a:gd name="T20" fmla="*/ 93 w 133"/>
                    <a:gd name="T21" fmla="*/ 127 h 127"/>
                    <a:gd name="T22" fmla="*/ 93 w 133"/>
                    <a:gd name="T23" fmla="*/ 118 h 127"/>
                    <a:gd name="T24" fmla="*/ 80 w 133"/>
                    <a:gd name="T25" fmla="*/ 100 h 127"/>
                    <a:gd name="T26" fmla="*/ 124 w 133"/>
                    <a:gd name="T27" fmla="*/ 100 h 127"/>
                    <a:gd name="T28" fmla="*/ 133 w 133"/>
                    <a:gd name="T29" fmla="*/ 91 h 127"/>
                    <a:gd name="T30" fmla="*/ 133 w 133"/>
                    <a:gd name="T31" fmla="*/ 9 h 127"/>
                    <a:gd name="T32" fmla="*/ 124 w 133"/>
                    <a:gd name="T33" fmla="*/ 0 h 127"/>
                    <a:gd name="T34" fmla="*/ 59 w 133"/>
                    <a:gd name="T35" fmla="*/ 89 h 127"/>
                    <a:gd name="T36" fmla="*/ 67 w 133"/>
                    <a:gd name="T37" fmla="*/ 82 h 127"/>
                    <a:gd name="T38" fmla="*/ 75 w 133"/>
                    <a:gd name="T39" fmla="*/ 89 h 127"/>
                    <a:gd name="T40" fmla="*/ 67 w 133"/>
                    <a:gd name="T41" fmla="*/ 97 h 127"/>
                    <a:gd name="T42" fmla="*/ 59 w 133"/>
                    <a:gd name="T43" fmla="*/ 89 h 127"/>
                    <a:gd name="T44" fmla="*/ 123 w 133"/>
                    <a:gd name="T45" fmla="*/ 79 h 127"/>
                    <a:gd name="T46" fmla="*/ 9 w 133"/>
                    <a:gd name="T47" fmla="*/ 79 h 127"/>
                    <a:gd name="T48" fmla="*/ 9 w 133"/>
                    <a:gd name="T49" fmla="*/ 10 h 127"/>
                    <a:gd name="T50" fmla="*/ 123 w 133"/>
                    <a:gd name="T51" fmla="*/ 10 h 127"/>
                    <a:gd name="T52" fmla="*/ 123 w 133"/>
                    <a:gd name="T53" fmla="*/ 79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33" h="127">
                      <a:moveTo>
                        <a:pt x="124" y="0"/>
                      </a:move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4" y="0"/>
                        <a:pt x="0" y="4"/>
                        <a:pt x="0" y="9"/>
                      </a:cubicBezTo>
                      <a:cubicBezTo>
                        <a:pt x="0" y="91"/>
                        <a:pt x="0" y="91"/>
                        <a:pt x="0" y="91"/>
                      </a:cubicBezTo>
                      <a:cubicBezTo>
                        <a:pt x="0" y="96"/>
                        <a:pt x="4" y="100"/>
                        <a:pt x="9" y="100"/>
                      </a:cubicBezTo>
                      <a:cubicBezTo>
                        <a:pt x="53" y="100"/>
                        <a:pt x="53" y="100"/>
                        <a:pt x="53" y="100"/>
                      </a:cubicBezTo>
                      <a:cubicBezTo>
                        <a:pt x="53" y="100"/>
                        <a:pt x="55" y="118"/>
                        <a:pt x="39" y="118"/>
                      </a:cubicBezTo>
                      <a:cubicBezTo>
                        <a:pt x="39" y="127"/>
                        <a:pt x="39" y="127"/>
                        <a:pt x="39" y="127"/>
                      </a:cubicBezTo>
                      <a:cubicBezTo>
                        <a:pt x="53" y="127"/>
                        <a:pt x="53" y="127"/>
                        <a:pt x="53" y="127"/>
                      </a:cubicBezTo>
                      <a:cubicBezTo>
                        <a:pt x="80" y="127"/>
                        <a:pt x="80" y="127"/>
                        <a:pt x="80" y="127"/>
                      </a:cubicBezTo>
                      <a:cubicBezTo>
                        <a:pt x="93" y="127"/>
                        <a:pt x="93" y="127"/>
                        <a:pt x="93" y="127"/>
                      </a:cubicBezTo>
                      <a:cubicBezTo>
                        <a:pt x="93" y="118"/>
                        <a:pt x="93" y="118"/>
                        <a:pt x="93" y="118"/>
                      </a:cubicBezTo>
                      <a:cubicBezTo>
                        <a:pt x="77" y="118"/>
                        <a:pt x="80" y="100"/>
                        <a:pt x="80" y="100"/>
                      </a:cubicBezTo>
                      <a:cubicBezTo>
                        <a:pt x="124" y="100"/>
                        <a:pt x="124" y="100"/>
                        <a:pt x="124" y="100"/>
                      </a:cubicBezTo>
                      <a:cubicBezTo>
                        <a:pt x="129" y="100"/>
                        <a:pt x="133" y="96"/>
                        <a:pt x="133" y="91"/>
                      </a:cubicBezTo>
                      <a:cubicBezTo>
                        <a:pt x="133" y="9"/>
                        <a:pt x="133" y="9"/>
                        <a:pt x="133" y="9"/>
                      </a:cubicBezTo>
                      <a:cubicBezTo>
                        <a:pt x="133" y="4"/>
                        <a:pt x="129" y="0"/>
                        <a:pt x="124" y="0"/>
                      </a:cubicBezTo>
                      <a:close/>
                      <a:moveTo>
                        <a:pt x="59" y="89"/>
                      </a:moveTo>
                      <a:cubicBezTo>
                        <a:pt x="59" y="85"/>
                        <a:pt x="63" y="82"/>
                        <a:pt x="67" y="82"/>
                      </a:cubicBezTo>
                      <a:cubicBezTo>
                        <a:pt x="71" y="82"/>
                        <a:pt x="75" y="85"/>
                        <a:pt x="75" y="89"/>
                      </a:cubicBezTo>
                      <a:cubicBezTo>
                        <a:pt x="75" y="93"/>
                        <a:pt x="71" y="97"/>
                        <a:pt x="67" y="97"/>
                      </a:cubicBezTo>
                      <a:cubicBezTo>
                        <a:pt x="63" y="97"/>
                        <a:pt x="59" y="93"/>
                        <a:pt x="59" y="89"/>
                      </a:cubicBezTo>
                      <a:close/>
                      <a:moveTo>
                        <a:pt x="123" y="79"/>
                      </a:moveTo>
                      <a:cubicBezTo>
                        <a:pt x="9" y="79"/>
                        <a:pt x="9" y="79"/>
                        <a:pt x="9" y="79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123" y="10"/>
                        <a:pt x="123" y="10"/>
                        <a:pt x="123" y="10"/>
                      </a:cubicBezTo>
                      <a:lnTo>
                        <a:pt x="123" y="7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05874" tIns="52937" rIns="105874" bIns="52937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just">
                    <a:lnSpc>
                      <a:spcPct val="120000"/>
                    </a:lnSpc>
                  </a:pPr>
                  <a:endParaRPr lang="en-US" sz="659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圆形">
                  <a:extLst>
                    <a:ext uri="{FF2B5EF4-FFF2-40B4-BE49-F238E27FC236}">
                      <a16:creationId xmlns:a16="http://schemas.microsoft.com/office/drawing/2014/main" id="{E96D1840-8338-4D79-B688-5C7AE1DE96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18050" y="1685926"/>
                  <a:ext cx="15875" cy="17463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05874" tIns="52937" rIns="105874" bIns="52937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just">
                    <a:lnSpc>
                      <a:spcPct val="120000"/>
                    </a:lnSpc>
                  </a:pPr>
                  <a:endParaRPr lang="en-US" sz="659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1976212D-37CF-4BE0-8878-2C642228B23F}"/>
                </a:ext>
              </a:extLst>
            </p:cNvPr>
            <p:cNvGrpSpPr/>
            <p:nvPr/>
          </p:nvGrpSpPr>
          <p:grpSpPr>
            <a:xfrm>
              <a:off x="8288530" y="4205628"/>
              <a:ext cx="3163441" cy="1196417"/>
              <a:chOff x="8098970" y="4904254"/>
              <a:chExt cx="3163441" cy="1196417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5600C4D-C3F8-4095-B7AC-D618535E31B3}"/>
                  </a:ext>
                </a:extLst>
              </p:cNvPr>
              <p:cNvSpPr/>
              <p:nvPr/>
            </p:nvSpPr>
            <p:spPr>
              <a:xfrm>
                <a:off x="8098970" y="5313148"/>
                <a:ext cx="3163441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50000"/>
                  </a:lnSpc>
                </a:pPr>
                <a:r>
                  <a:rPr lang="zh-CN" altLang="en-US" sz="1600" b="1">
                    <a:solidFill>
                      <a:schemeClr val="bg1"/>
                    </a:solidFill>
                    <a:cs typeface="+mn-ea"/>
                    <a:sym typeface="+mn-lt"/>
                  </a:rPr>
                  <a:t>添加文字说明描述添加文字说明描述添加文字说明描述</a:t>
                </a:r>
                <a:endParaRPr lang="zh-CN" altLang="en-US" sz="1200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715305A-FC87-4FEB-A849-F80C97D38F2D}"/>
                  </a:ext>
                </a:extLst>
              </p:cNvPr>
              <p:cNvSpPr txBox="1"/>
              <p:nvPr/>
            </p:nvSpPr>
            <p:spPr>
              <a:xfrm>
                <a:off x="8098970" y="4904254"/>
                <a:ext cx="1210588" cy="430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lnSpc>
                    <a:spcPct val="120000"/>
                  </a:lnSpc>
                </a:pPr>
                <a:r>
                  <a:rPr lang="zh-CN" altLang="en-US" sz="2000" b="1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</a:p>
            </p:txBody>
          </p:sp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D01C3FE-D1E1-469F-B6B7-0742B12AD17F}"/>
              </a:ext>
            </a:extLst>
          </p:cNvPr>
          <p:cNvGrpSpPr/>
          <p:nvPr/>
        </p:nvGrpSpPr>
        <p:grpSpPr>
          <a:xfrm>
            <a:off x="600390" y="3822018"/>
            <a:ext cx="4133279" cy="1355439"/>
            <a:chOff x="600390" y="4046606"/>
            <a:chExt cx="4133279" cy="1355439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0C607F40-5F05-4A75-AF9F-4705837F4B85}"/>
                </a:ext>
              </a:extLst>
            </p:cNvPr>
            <p:cNvGrpSpPr/>
            <p:nvPr/>
          </p:nvGrpSpPr>
          <p:grpSpPr>
            <a:xfrm>
              <a:off x="3973213" y="4046606"/>
              <a:ext cx="760456" cy="734944"/>
              <a:chOff x="3821162" y="3672049"/>
              <a:chExt cx="755892" cy="730534"/>
            </a:xfrm>
          </p:grpSpPr>
          <p:sp>
            <p:nvSpPr>
              <p:cNvPr id="33" name="形状">
                <a:extLst>
                  <a:ext uri="{FF2B5EF4-FFF2-40B4-BE49-F238E27FC236}">
                    <a16:creationId xmlns:a16="http://schemas.microsoft.com/office/drawing/2014/main" id="{BADB02DE-5BE5-462C-BB82-9FF4EC05F6F1}"/>
                  </a:ext>
                </a:extLst>
              </p:cNvPr>
              <p:cNvSpPr/>
              <p:nvPr/>
            </p:nvSpPr>
            <p:spPr>
              <a:xfrm>
                <a:off x="3821162" y="3672049"/>
                <a:ext cx="755892" cy="730534"/>
              </a:xfrm>
              <a:prstGeom prst="roundRect">
                <a:avLst/>
              </a:prstGeom>
              <a:solidFill>
                <a:srgbClr val="1A25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20000"/>
                  </a:lnSpc>
                </a:pPr>
                <a:endParaRPr lang="en-US" sz="659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形状">
                <a:extLst>
                  <a:ext uri="{FF2B5EF4-FFF2-40B4-BE49-F238E27FC236}">
                    <a16:creationId xmlns:a16="http://schemas.microsoft.com/office/drawing/2014/main" id="{33DFAF98-D4AC-442A-A8BA-79EEB0D947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03014" y="3773090"/>
                <a:ext cx="371958" cy="498825"/>
              </a:xfrm>
              <a:custGeom>
                <a:avLst/>
                <a:gdLst>
                  <a:gd name="T0" fmla="*/ 108 w 108"/>
                  <a:gd name="T1" fmla="*/ 145 h 145"/>
                  <a:gd name="T2" fmla="*/ 0 w 108"/>
                  <a:gd name="T3" fmla="*/ 145 h 145"/>
                  <a:gd name="T4" fmla="*/ 0 w 108"/>
                  <a:gd name="T5" fmla="*/ 135 h 145"/>
                  <a:gd name="T6" fmla="*/ 13 w 108"/>
                  <a:gd name="T7" fmla="*/ 124 h 145"/>
                  <a:gd name="T8" fmla="*/ 96 w 108"/>
                  <a:gd name="T9" fmla="*/ 124 h 145"/>
                  <a:gd name="T10" fmla="*/ 108 w 108"/>
                  <a:gd name="T11" fmla="*/ 135 h 145"/>
                  <a:gd name="T12" fmla="*/ 108 w 108"/>
                  <a:gd name="T13" fmla="*/ 145 h 145"/>
                  <a:gd name="T14" fmla="*/ 16 w 108"/>
                  <a:gd name="T15" fmla="*/ 116 h 145"/>
                  <a:gd name="T16" fmla="*/ 24 w 108"/>
                  <a:gd name="T17" fmla="*/ 91 h 145"/>
                  <a:gd name="T18" fmla="*/ 85 w 108"/>
                  <a:gd name="T19" fmla="*/ 91 h 145"/>
                  <a:gd name="T20" fmla="*/ 93 w 108"/>
                  <a:gd name="T21" fmla="*/ 116 h 145"/>
                  <a:gd name="T22" fmla="*/ 16 w 108"/>
                  <a:gd name="T23" fmla="*/ 116 h 145"/>
                  <a:gd name="T24" fmla="*/ 28 w 108"/>
                  <a:gd name="T25" fmla="*/ 76 h 145"/>
                  <a:gd name="T26" fmla="*/ 36 w 108"/>
                  <a:gd name="T27" fmla="*/ 51 h 145"/>
                  <a:gd name="T28" fmla="*/ 72 w 108"/>
                  <a:gd name="T29" fmla="*/ 51 h 145"/>
                  <a:gd name="T30" fmla="*/ 80 w 108"/>
                  <a:gd name="T31" fmla="*/ 76 h 145"/>
                  <a:gd name="T32" fmla="*/ 28 w 108"/>
                  <a:gd name="T33" fmla="*/ 76 h 145"/>
                  <a:gd name="T34" fmla="*/ 49 w 108"/>
                  <a:gd name="T35" fmla="*/ 12 h 145"/>
                  <a:gd name="T36" fmla="*/ 60 w 108"/>
                  <a:gd name="T37" fmla="*/ 12 h 145"/>
                  <a:gd name="T38" fmla="*/ 68 w 108"/>
                  <a:gd name="T39" fmla="*/ 36 h 145"/>
                  <a:gd name="T40" fmla="*/ 41 w 108"/>
                  <a:gd name="T41" fmla="*/ 36 h 145"/>
                  <a:gd name="T42" fmla="*/ 49 w 108"/>
                  <a:gd name="T43" fmla="*/ 12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8" h="145">
                    <a:moveTo>
                      <a:pt x="108" y="145"/>
                    </a:move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3" y="124"/>
                      <a:pt x="13" y="124"/>
                      <a:pt x="13" y="124"/>
                    </a:cubicBezTo>
                    <a:cubicBezTo>
                      <a:pt x="96" y="124"/>
                      <a:pt x="96" y="124"/>
                      <a:pt x="96" y="124"/>
                    </a:cubicBezTo>
                    <a:cubicBezTo>
                      <a:pt x="108" y="135"/>
                      <a:pt x="108" y="135"/>
                      <a:pt x="108" y="135"/>
                    </a:cubicBezTo>
                    <a:lnTo>
                      <a:pt x="108" y="145"/>
                    </a:lnTo>
                    <a:close/>
                    <a:moveTo>
                      <a:pt x="16" y="116"/>
                    </a:moveTo>
                    <a:cubicBezTo>
                      <a:pt x="24" y="91"/>
                      <a:pt x="24" y="91"/>
                      <a:pt x="24" y="91"/>
                    </a:cubicBezTo>
                    <a:cubicBezTo>
                      <a:pt x="85" y="91"/>
                      <a:pt x="85" y="91"/>
                      <a:pt x="85" y="91"/>
                    </a:cubicBezTo>
                    <a:cubicBezTo>
                      <a:pt x="93" y="116"/>
                      <a:pt x="93" y="116"/>
                      <a:pt x="93" y="116"/>
                    </a:cubicBezTo>
                    <a:lnTo>
                      <a:pt x="16" y="116"/>
                    </a:lnTo>
                    <a:close/>
                    <a:moveTo>
                      <a:pt x="28" y="76"/>
                    </a:moveTo>
                    <a:cubicBezTo>
                      <a:pt x="36" y="51"/>
                      <a:pt x="36" y="51"/>
                      <a:pt x="36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80" y="76"/>
                      <a:pt x="80" y="76"/>
                      <a:pt x="80" y="76"/>
                    </a:cubicBezTo>
                    <a:lnTo>
                      <a:pt x="28" y="76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54" y="0"/>
                      <a:pt x="60" y="12"/>
                    </a:cubicBezTo>
                    <a:cubicBezTo>
                      <a:pt x="68" y="36"/>
                      <a:pt x="68" y="36"/>
                      <a:pt x="68" y="36"/>
                    </a:cubicBezTo>
                    <a:cubicBezTo>
                      <a:pt x="41" y="36"/>
                      <a:pt x="41" y="36"/>
                      <a:pt x="41" y="36"/>
                    </a:cubicBezTo>
                    <a:lnTo>
                      <a:pt x="49" y="1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05874" tIns="52937" rIns="105874" bIns="52937" numCol="1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lnSpc>
                    <a:spcPct val="120000"/>
                  </a:lnSpc>
                </a:pPr>
                <a:endParaRPr lang="en-US" sz="659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86C7FA36-10B8-4AE7-9F99-DC8277719E28}"/>
                </a:ext>
              </a:extLst>
            </p:cNvPr>
            <p:cNvGrpSpPr/>
            <p:nvPr/>
          </p:nvGrpSpPr>
          <p:grpSpPr>
            <a:xfrm>
              <a:off x="600390" y="4205628"/>
              <a:ext cx="3240549" cy="1196417"/>
              <a:chOff x="808936" y="4904254"/>
              <a:chExt cx="3240549" cy="1196417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92B3D029-4976-44F7-8DE9-828C9AE4B67D}"/>
                  </a:ext>
                </a:extLst>
              </p:cNvPr>
              <p:cNvSpPr/>
              <p:nvPr/>
            </p:nvSpPr>
            <p:spPr>
              <a:xfrm>
                <a:off x="808936" y="5313148"/>
                <a:ext cx="3240549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r">
                  <a:lnSpc>
                    <a:spcPct val="150000"/>
                  </a:lnSpc>
                </a:pPr>
                <a:r>
                  <a:rPr lang="zh-CN" altLang="en-US" sz="1600" b="1">
                    <a:solidFill>
                      <a:schemeClr val="bg1"/>
                    </a:solidFill>
                    <a:cs typeface="+mn-ea"/>
                    <a:sym typeface="+mn-lt"/>
                  </a:rPr>
                  <a:t>添加文字说明描述添加文字说明描述添加文字说明描述</a:t>
                </a:r>
                <a:endParaRPr lang="zh-CN" altLang="en-US" sz="1200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11A115F-4867-48AD-825C-75F7657555B0}"/>
                  </a:ext>
                </a:extLst>
              </p:cNvPr>
              <p:cNvSpPr txBox="1"/>
              <p:nvPr/>
            </p:nvSpPr>
            <p:spPr>
              <a:xfrm>
                <a:off x="2838897" y="4904254"/>
                <a:ext cx="1210588" cy="430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2000" b="1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</a:p>
            </p:txBody>
          </p:sp>
        </p:grp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87FC96D-F88C-404C-96EC-CEF774C5ADFB}"/>
              </a:ext>
            </a:extLst>
          </p:cNvPr>
          <p:cNvGrpSpPr/>
          <p:nvPr/>
        </p:nvGrpSpPr>
        <p:grpSpPr>
          <a:xfrm>
            <a:off x="677498" y="2061412"/>
            <a:ext cx="4056171" cy="1340211"/>
            <a:chOff x="677498" y="2286000"/>
            <a:chExt cx="4056171" cy="1340211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AFA14A83-93C6-4ABD-B9AD-D6F143961C34}"/>
                </a:ext>
              </a:extLst>
            </p:cNvPr>
            <p:cNvGrpSpPr/>
            <p:nvPr/>
          </p:nvGrpSpPr>
          <p:grpSpPr>
            <a:xfrm>
              <a:off x="3973213" y="2286000"/>
              <a:ext cx="760456" cy="734944"/>
              <a:chOff x="3821162" y="2595773"/>
              <a:chExt cx="755892" cy="730534"/>
            </a:xfrm>
          </p:grpSpPr>
          <p:sp>
            <p:nvSpPr>
              <p:cNvPr id="41" name="形状">
                <a:extLst>
                  <a:ext uri="{FF2B5EF4-FFF2-40B4-BE49-F238E27FC236}">
                    <a16:creationId xmlns:a16="http://schemas.microsoft.com/office/drawing/2014/main" id="{99458815-58D2-4F1C-AEDD-7DD129C3807B}"/>
                  </a:ext>
                </a:extLst>
              </p:cNvPr>
              <p:cNvSpPr/>
              <p:nvPr/>
            </p:nvSpPr>
            <p:spPr>
              <a:xfrm>
                <a:off x="3821162" y="2595773"/>
                <a:ext cx="755892" cy="730534"/>
              </a:xfrm>
              <a:prstGeom prst="roundRect">
                <a:avLst/>
              </a:prstGeom>
              <a:solidFill>
                <a:srgbClr val="E208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20000"/>
                  </a:lnSpc>
                </a:pPr>
                <a:endParaRPr lang="en-US" sz="659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42" name="组合">
                <a:extLst>
                  <a:ext uri="{FF2B5EF4-FFF2-40B4-BE49-F238E27FC236}">
                    <a16:creationId xmlns:a16="http://schemas.microsoft.com/office/drawing/2014/main" id="{C88C7079-2322-4334-B9EE-7751518A86D5}"/>
                  </a:ext>
                </a:extLst>
              </p:cNvPr>
              <p:cNvGrpSpPr/>
              <p:nvPr/>
            </p:nvGrpSpPr>
            <p:grpSpPr>
              <a:xfrm>
                <a:off x="4023243" y="2758814"/>
                <a:ext cx="351730" cy="407449"/>
                <a:chOff x="3581400" y="3905251"/>
                <a:chExt cx="160338" cy="185738"/>
              </a:xfrm>
              <a:solidFill>
                <a:schemeClr val="bg1"/>
              </a:solidFill>
            </p:grpSpPr>
            <p:sp>
              <p:nvSpPr>
                <p:cNvPr id="43" name="形状">
                  <a:extLst>
                    <a:ext uri="{FF2B5EF4-FFF2-40B4-BE49-F238E27FC236}">
                      <a16:creationId xmlns:a16="http://schemas.microsoft.com/office/drawing/2014/main" id="{A70CBAA6-B712-48F0-BA88-E52C829BCE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70300" y="3941763"/>
                  <a:ext cx="28575" cy="14922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05874" tIns="52937" rIns="105874" bIns="52937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just">
                    <a:lnSpc>
                      <a:spcPct val="120000"/>
                    </a:lnSpc>
                  </a:pPr>
                  <a:endParaRPr lang="en-US" sz="659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形状">
                  <a:extLst>
                    <a:ext uri="{FF2B5EF4-FFF2-40B4-BE49-F238E27FC236}">
                      <a16:creationId xmlns:a16="http://schemas.microsoft.com/office/drawing/2014/main" id="{060E8314-25C0-4CB6-8695-CE9DA768F7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27438" y="3971926"/>
                  <a:ext cx="26988" cy="1190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05874" tIns="52937" rIns="105874" bIns="52937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just">
                    <a:lnSpc>
                      <a:spcPct val="120000"/>
                    </a:lnSpc>
                  </a:pPr>
                  <a:endParaRPr lang="en-US" sz="659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形状">
                  <a:extLst>
                    <a:ext uri="{FF2B5EF4-FFF2-40B4-BE49-F238E27FC236}">
                      <a16:creationId xmlns:a16="http://schemas.microsoft.com/office/drawing/2014/main" id="{D896561F-E718-4D71-AF74-D0BE15B266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81400" y="3994151"/>
                  <a:ext cx="26988" cy="96838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05874" tIns="52937" rIns="105874" bIns="52937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just">
                    <a:lnSpc>
                      <a:spcPct val="120000"/>
                    </a:lnSpc>
                  </a:pPr>
                  <a:endParaRPr lang="en-US" sz="659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形状">
                  <a:extLst>
                    <a:ext uri="{FF2B5EF4-FFF2-40B4-BE49-F238E27FC236}">
                      <a16:creationId xmlns:a16="http://schemas.microsoft.com/office/drawing/2014/main" id="{85C5AD18-A265-4404-A58A-2981533E28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14750" y="3905251"/>
                  <a:ext cx="26988" cy="185738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05874" tIns="52937" rIns="105874" bIns="52937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just">
                    <a:lnSpc>
                      <a:spcPct val="120000"/>
                    </a:lnSpc>
                  </a:pPr>
                  <a:endParaRPr lang="en-US" sz="659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0479C2B-FD03-4F64-BF7F-6469CA7F2989}"/>
                </a:ext>
              </a:extLst>
            </p:cNvPr>
            <p:cNvGrpSpPr/>
            <p:nvPr/>
          </p:nvGrpSpPr>
          <p:grpSpPr>
            <a:xfrm>
              <a:off x="677498" y="2429794"/>
              <a:ext cx="3163441" cy="1196417"/>
              <a:chOff x="886044" y="1535597"/>
              <a:chExt cx="3163441" cy="1196417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F9A47220-9C13-46E5-B7A9-CCAFF3CE50E9}"/>
                  </a:ext>
                </a:extLst>
              </p:cNvPr>
              <p:cNvSpPr/>
              <p:nvPr/>
            </p:nvSpPr>
            <p:spPr>
              <a:xfrm>
                <a:off x="886044" y="1944491"/>
                <a:ext cx="3163441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r">
                  <a:lnSpc>
                    <a:spcPct val="150000"/>
                  </a:lnSpc>
                </a:pPr>
                <a:r>
                  <a:rPr lang="zh-CN" altLang="en-US" sz="1600" b="1">
                    <a:solidFill>
                      <a:schemeClr val="bg1"/>
                    </a:solidFill>
                    <a:cs typeface="+mn-ea"/>
                    <a:sym typeface="+mn-lt"/>
                  </a:rPr>
                  <a:t>添加文字说明描述添加文字说明描述添加文字说明描述</a:t>
                </a: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578B2B8-FFFB-4F76-A796-610E0B153BC5}"/>
                  </a:ext>
                </a:extLst>
              </p:cNvPr>
              <p:cNvSpPr txBox="1"/>
              <p:nvPr/>
            </p:nvSpPr>
            <p:spPr>
              <a:xfrm>
                <a:off x="2838897" y="1535597"/>
                <a:ext cx="1210588" cy="430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2000" b="1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596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年度工作概述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014E2C8-48B6-4830-AE61-16FC7CFD6A66}"/>
              </a:ext>
            </a:extLst>
          </p:cNvPr>
          <p:cNvGrpSpPr/>
          <p:nvPr/>
        </p:nvGrpSpPr>
        <p:grpSpPr>
          <a:xfrm>
            <a:off x="1491916" y="1716506"/>
            <a:ext cx="2245894" cy="2245894"/>
            <a:chOff x="1459832" y="1716506"/>
            <a:chExt cx="2310062" cy="2310062"/>
          </a:xfrm>
        </p:grpSpPr>
        <p:sp>
          <p:nvSpPr>
            <p:cNvPr id="4" name="八边形 3">
              <a:extLst>
                <a:ext uri="{FF2B5EF4-FFF2-40B4-BE49-F238E27FC236}">
                  <a16:creationId xmlns:a16="http://schemas.microsoft.com/office/drawing/2014/main" id="{6C365398-DC6A-4853-BFE5-2CC15FC2CC92}"/>
                </a:ext>
              </a:extLst>
            </p:cNvPr>
            <p:cNvSpPr/>
            <p:nvPr/>
          </p:nvSpPr>
          <p:spPr>
            <a:xfrm>
              <a:off x="1459832" y="1716506"/>
              <a:ext cx="2310062" cy="2310062"/>
            </a:xfrm>
            <a:prstGeom prst="octagon">
              <a:avLst/>
            </a:prstGeom>
            <a:solidFill>
              <a:srgbClr val="E208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19" name="图片占位符 9">
              <a:extLst>
                <a:ext uri="{FF2B5EF4-FFF2-40B4-BE49-F238E27FC236}">
                  <a16:creationId xmlns:a16="http://schemas.microsoft.com/office/drawing/2014/main" id="{EFC1CDEA-C2A3-43A6-AD34-B08D003E63B9}"/>
                </a:ext>
              </a:extLst>
            </p:cNvPr>
            <p:cNvPicPr>
              <a:picLocks noChangeAspect="1"/>
            </p:cNvPicPr>
            <p:nvPr/>
          </p:nvPicPr>
          <p:blipFill>
            <a:blip r:embed="R6812dc99716d4a8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6482" y="1853156"/>
              <a:ext cx="2036762" cy="2036762"/>
            </a:xfrm>
            <a:prstGeom prst="octagon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7612842-69E8-42B9-8577-2306FC71236B}"/>
              </a:ext>
            </a:extLst>
          </p:cNvPr>
          <p:cNvGrpSpPr/>
          <p:nvPr/>
        </p:nvGrpSpPr>
        <p:grpSpPr>
          <a:xfrm>
            <a:off x="8454190" y="1716506"/>
            <a:ext cx="2245894" cy="2245894"/>
            <a:chOff x="8422106" y="1684420"/>
            <a:chExt cx="2310062" cy="2310062"/>
          </a:xfrm>
        </p:grpSpPr>
        <p:sp>
          <p:nvSpPr>
            <p:cNvPr id="30" name="八边形 29">
              <a:extLst>
                <a:ext uri="{FF2B5EF4-FFF2-40B4-BE49-F238E27FC236}">
                  <a16:creationId xmlns:a16="http://schemas.microsoft.com/office/drawing/2014/main" id="{DF8E2ADE-C10B-4785-930C-D2FFB59425DA}"/>
                </a:ext>
              </a:extLst>
            </p:cNvPr>
            <p:cNvSpPr/>
            <p:nvPr/>
          </p:nvSpPr>
          <p:spPr>
            <a:xfrm>
              <a:off x="8422106" y="1684420"/>
              <a:ext cx="2310062" cy="2310062"/>
            </a:xfrm>
            <a:prstGeom prst="octagon">
              <a:avLst/>
            </a:prstGeom>
            <a:solidFill>
              <a:srgbClr val="B306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31" name="图片占位符 13">
              <a:extLst>
                <a:ext uri="{FF2B5EF4-FFF2-40B4-BE49-F238E27FC236}">
                  <a16:creationId xmlns:a16="http://schemas.microsoft.com/office/drawing/2014/main" id="{E1782DF5-B74A-48EE-957C-D43B59BAF073}"/>
                </a:ext>
              </a:extLst>
            </p:cNvPr>
            <p:cNvPicPr>
              <a:picLocks noChangeAspect="1"/>
            </p:cNvPicPr>
            <p:nvPr/>
          </p:nvPicPr>
          <p:blipFill>
            <a:blip r:embed="Re4be59623e16452c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58756" y="1821070"/>
              <a:ext cx="2036762" cy="2036762"/>
            </a:xfrm>
            <a:prstGeom prst="octagon">
              <a:avLst/>
            </a:prstGeom>
          </p:spPr>
        </p:pic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1CD38BE-1A7E-45B9-85BF-14E936155260}"/>
              </a:ext>
            </a:extLst>
          </p:cNvPr>
          <p:cNvGrpSpPr/>
          <p:nvPr/>
        </p:nvGrpSpPr>
        <p:grpSpPr>
          <a:xfrm>
            <a:off x="4973053" y="1716506"/>
            <a:ext cx="2245894" cy="2245894"/>
            <a:chOff x="4940969" y="1700463"/>
            <a:chExt cx="2310062" cy="2310062"/>
          </a:xfrm>
        </p:grpSpPr>
        <p:sp>
          <p:nvSpPr>
            <p:cNvPr id="33" name="八边形 32">
              <a:extLst>
                <a:ext uri="{FF2B5EF4-FFF2-40B4-BE49-F238E27FC236}">
                  <a16:creationId xmlns:a16="http://schemas.microsoft.com/office/drawing/2014/main" id="{DEA4131C-663A-499F-B147-93BF3322FA4F}"/>
                </a:ext>
              </a:extLst>
            </p:cNvPr>
            <p:cNvSpPr/>
            <p:nvPr/>
          </p:nvSpPr>
          <p:spPr>
            <a:xfrm>
              <a:off x="4940969" y="1700463"/>
              <a:ext cx="2310062" cy="2310062"/>
            </a:xfrm>
            <a:prstGeom prst="octagon">
              <a:avLst/>
            </a:prstGeom>
            <a:solidFill>
              <a:srgbClr val="1A25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35" name="图片占位符 11">
              <a:extLst>
                <a:ext uri="{FF2B5EF4-FFF2-40B4-BE49-F238E27FC236}">
                  <a16:creationId xmlns:a16="http://schemas.microsoft.com/office/drawing/2014/main" id="{15FD1041-05A3-47E8-9ACB-FC108369E0B1}"/>
                </a:ext>
              </a:extLst>
            </p:cNvPr>
            <p:cNvPicPr>
              <a:picLocks noChangeAspect="1"/>
            </p:cNvPicPr>
            <p:nvPr/>
          </p:nvPicPr>
          <p:blipFill>
            <a:blip r:embed="Rae7aec2c3452427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8586" y="1838080"/>
              <a:ext cx="2034829" cy="2034829"/>
            </a:xfrm>
            <a:prstGeom prst="octagon">
              <a:avLst/>
            </a:prstGeom>
          </p:spPr>
        </p:pic>
      </p:grpSp>
      <p:sp>
        <p:nvSpPr>
          <p:cNvPr id="36" name="文本框 55">
            <a:extLst>
              <a:ext uri="{FF2B5EF4-FFF2-40B4-BE49-F238E27FC236}">
                <a16:creationId xmlns:a16="http://schemas.microsoft.com/office/drawing/2014/main" id="{71536A07-72FA-4963-A641-F4F967EC13F1}"/>
              </a:ext>
            </a:extLst>
          </p:cNvPr>
          <p:cNvSpPr txBox="1"/>
          <p:nvPr/>
        </p:nvSpPr>
        <p:spPr>
          <a:xfrm>
            <a:off x="4935103" y="4005697"/>
            <a:ext cx="234801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77">
              <a:lnSpc>
                <a:spcPct val="150000"/>
              </a:lnSpc>
              <a:defRPr/>
            </a:pPr>
            <a:r>
              <a:rPr lang="zh-CN" altLang="en-US" sz="2000" b="1">
                <a:solidFill>
                  <a:prstClr val="white"/>
                </a:solidFill>
                <a:cs typeface="+mn-ea"/>
                <a:sym typeface="+mn-lt"/>
              </a:rPr>
              <a:t>添加标题</a:t>
            </a:r>
            <a:endParaRPr lang="en-US" altLang="zh-CN" sz="2000" b="1">
              <a:solidFill>
                <a:prstClr val="white"/>
              </a:solidFill>
              <a:cs typeface="+mn-ea"/>
              <a:sym typeface="+mn-lt"/>
            </a:endParaRPr>
          </a:p>
          <a:p>
            <a:pPr lvl="0" algn="ctr" defTabSz="914377">
              <a:lnSpc>
                <a:spcPct val="150000"/>
              </a:lnSpc>
              <a:defRPr/>
            </a:pPr>
            <a:r>
              <a:rPr lang="zh-CN" altLang="en-US" sz="1600" b="1">
                <a:solidFill>
                  <a:prstClr val="white"/>
                </a:solidFill>
                <a:cs typeface="+mn-ea"/>
                <a:sym typeface="+mn-lt"/>
              </a:rPr>
              <a:t>请您单击此处添加合适文字加以说明，可调整文字大X或颜色等属性。</a:t>
            </a:r>
          </a:p>
        </p:txBody>
      </p:sp>
      <p:sp>
        <p:nvSpPr>
          <p:cNvPr id="37" name="文本框  49">
            <a:extLst>
              <a:ext uri="{FF2B5EF4-FFF2-40B4-BE49-F238E27FC236}">
                <a16:creationId xmlns:a16="http://schemas.microsoft.com/office/drawing/2014/main" id="{E2F2DCBF-0465-455C-ACBA-18811E41BD6A}"/>
              </a:ext>
            </a:extLst>
          </p:cNvPr>
          <p:cNvSpPr txBox="1"/>
          <p:nvPr/>
        </p:nvSpPr>
        <p:spPr>
          <a:xfrm>
            <a:off x="8464198" y="4005697"/>
            <a:ext cx="23480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77">
              <a:lnSpc>
                <a:spcPct val="150000"/>
              </a:lnSpc>
              <a:defRPr/>
            </a:pPr>
            <a:r>
              <a:rPr lang="zh-CN" altLang="en-US" sz="2000" b="1">
                <a:solidFill>
                  <a:prstClr val="white"/>
                </a:solidFill>
                <a:cs typeface="+mn-ea"/>
                <a:sym typeface="+mn-lt"/>
              </a:rPr>
              <a:t>添加标题</a:t>
            </a:r>
            <a:endParaRPr lang="en-US" altLang="zh-CN" sz="2000" b="1">
              <a:solidFill>
                <a:prstClr val="white"/>
              </a:solidFill>
              <a:cs typeface="+mn-ea"/>
              <a:sym typeface="+mn-lt"/>
            </a:endParaRPr>
          </a:p>
          <a:p>
            <a:pPr lvl="0" algn="ctr" defTabSz="914377">
              <a:lnSpc>
                <a:spcPct val="150000"/>
              </a:lnSpc>
              <a:defRPr/>
            </a:pPr>
            <a:r>
              <a:rPr lang="zh-CN" altLang="en-US" sz="1600" b="1">
                <a:solidFill>
                  <a:prstClr val="white"/>
                </a:solidFill>
                <a:cs typeface="+mn-ea"/>
                <a:sym typeface="+mn-lt"/>
              </a:rPr>
              <a:t>请您单击此处添加合适文字加以说明，可调整文字大X或颜色等属性。</a:t>
            </a:r>
          </a:p>
        </p:txBody>
      </p:sp>
      <p:sp>
        <p:nvSpPr>
          <p:cNvPr id="38" name="文本框 61">
            <a:extLst>
              <a:ext uri="{FF2B5EF4-FFF2-40B4-BE49-F238E27FC236}">
                <a16:creationId xmlns:a16="http://schemas.microsoft.com/office/drawing/2014/main" id="{8C164874-AA67-4188-9524-3262C8F2734D}"/>
              </a:ext>
            </a:extLst>
          </p:cNvPr>
          <p:cNvSpPr txBox="1"/>
          <p:nvPr/>
        </p:nvSpPr>
        <p:spPr>
          <a:xfrm>
            <a:off x="1422049" y="4005697"/>
            <a:ext cx="234801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lnSpc>
                <a:spcPct val="150000"/>
              </a:lnSpc>
              <a:defRPr/>
            </a:pPr>
            <a:r>
              <a:rPr lang="zh-CN" altLang="en-US" sz="2000" b="1">
                <a:solidFill>
                  <a:prstClr val="white"/>
                </a:solidFill>
                <a:cs typeface="+mn-ea"/>
                <a:sym typeface="+mn-lt"/>
              </a:rPr>
              <a:t>添加标题</a:t>
            </a:r>
            <a:endParaRPr lang="en-US" altLang="zh-CN" sz="2000" b="1">
              <a:solidFill>
                <a:prstClr val="white"/>
              </a:solidFill>
              <a:cs typeface="+mn-ea"/>
              <a:sym typeface="+mn-lt"/>
            </a:endParaRPr>
          </a:p>
          <a:p>
            <a:pPr algn="ctr" defTabSz="914377">
              <a:lnSpc>
                <a:spcPct val="150000"/>
              </a:lnSpc>
              <a:defRPr/>
            </a:pPr>
            <a:r>
              <a:rPr lang="zh-CN" altLang="en-US" sz="1600" b="1">
                <a:solidFill>
                  <a:prstClr val="white"/>
                </a:solidFill>
                <a:cs typeface="+mn-ea"/>
                <a:sym typeface="+mn-lt"/>
              </a:rPr>
              <a:t>请您单击此处添加合适文字加以说明，可调整文字大X或颜色等属性。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765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Click="0">
        <p:checker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年度工作概述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276DFAC-70BD-4726-8013-EB387BEB7176}"/>
              </a:ext>
            </a:extLst>
          </p:cNvPr>
          <p:cNvGrpSpPr/>
          <p:nvPr/>
        </p:nvGrpSpPr>
        <p:grpSpPr>
          <a:xfrm>
            <a:off x="1028656" y="1995287"/>
            <a:ext cx="5086254" cy="3699661"/>
            <a:chOff x="1798676" y="2412381"/>
            <a:chExt cx="4379219" cy="3185375"/>
          </a:xfrm>
        </p:grpSpPr>
        <p:grpSp>
          <p:nvGrpSpPr>
            <p:cNvPr id="6" name="Group 3">
              <a:extLst>
                <a:ext uri="{FF2B5EF4-FFF2-40B4-BE49-F238E27FC236}">
                  <a16:creationId xmlns:a16="http://schemas.microsoft.com/office/drawing/2014/main" id="{2A3C9A87-B766-461C-932E-D69814323B0C}"/>
                </a:ext>
              </a:extLst>
            </p:cNvPr>
            <p:cNvGrpSpPr/>
            <p:nvPr/>
          </p:nvGrpSpPr>
          <p:grpSpPr>
            <a:xfrm>
              <a:off x="1798676" y="2412381"/>
              <a:ext cx="4379219" cy="2891359"/>
              <a:chOff x="0" y="0"/>
              <a:chExt cx="5166566" cy="3409678"/>
            </a:xfrm>
          </p:grpSpPr>
          <p:sp>
            <p:nvSpPr>
              <p:cNvPr id="11" name="椭圆 2">
                <a:extLst>
                  <a:ext uri="{FF2B5EF4-FFF2-40B4-BE49-F238E27FC236}">
                    <a16:creationId xmlns:a16="http://schemas.microsoft.com/office/drawing/2014/main" id="{B1C8C52A-2DAF-4B12-B918-6E43425CFF90}"/>
                  </a:ext>
                </a:extLst>
              </p:cNvPr>
              <p:cNvSpPr/>
              <p:nvPr/>
            </p:nvSpPr>
            <p:spPr bwMode="auto">
              <a:xfrm rot="1748642">
                <a:off x="0" y="0"/>
                <a:ext cx="2211234" cy="2230539"/>
              </a:xfrm>
              <a:custGeom>
                <a:avLst/>
                <a:gdLst>
                  <a:gd name="T0" fmla="*/ 2997604 w 2997604"/>
                  <a:gd name="T1" fmla="*/ 1790780 h 3024336"/>
                  <a:gd name="T2" fmla="*/ 1512168 w 2997604"/>
                  <a:gd name="T3" fmla="*/ 3024336 h 3024336"/>
                  <a:gd name="T4" fmla="*/ 0 w 2997604"/>
                  <a:gd name="T5" fmla="*/ 1512168 h 3024336"/>
                  <a:gd name="T6" fmla="*/ 1512168 w 2997604"/>
                  <a:gd name="T7" fmla="*/ 0 h 3024336"/>
                  <a:gd name="T8" fmla="*/ 1764196 w 2997604"/>
                  <a:gd name="T9" fmla="*/ 22675 h 3024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97604" h="3024336">
                    <a:moveTo>
                      <a:pt x="2997604" y="1790780"/>
                    </a:moveTo>
                    <a:cubicBezTo>
                      <a:pt x="2867846" y="2492941"/>
                      <a:pt x="2252064" y="3024336"/>
                      <a:pt x="1512168" y="3024336"/>
                    </a:cubicBezTo>
                    <a:cubicBezTo>
                      <a:pt x="677021" y="3024336"/>
                      <a:pt x="0" y="2347315"/>
                      <a:pt x="0" y="1512168"/>
                    </a:cubicBezTo>
                    <a:cubicBezTo>
                      <a:pt x="0" y="677021"/>
                      <a:pt x="677021" y="0"/>
                      <a:pt x="1512168" y="0"/>
                    </a:cubicBezTo>
                    <a:cubicBezTo>
                      <a:pt x="1598138" y="0"/>
                      <a:pt x="1682432" y="7174"/>
                      <a:pt x="1764196" y="22675"/>
                    </a:cubicBezTo>
                  </a:path>
                </a:pathLst>
              </a:custGeom>
              <a:noFill/>
              <a:ln w="25400" cap="flat" cmpd="sng">
                <a:solidFill>
                  <a:schemeClr val="bg1"/>
                </a:solidFill>
                <a:prstDash val="sysDash"/>
                <a:rou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椭圆 4">
                <a:extLst>
                  <a:ext uri="{FF2B5EF4-FFF2-40B4-BE49-F238E27FC236}">
                    <a16:creationId xmlns:a16="http://schemas.microsoft.com/office/drawing/2014/main" id="{92B81BA5-79C8-46AA-BC9D-A88DB33625BB}"/>
                  </a:ext>
                </a:extLst>
              </p:cNvPr>
              <p:cNvSpPr/>
              <p:nvPr/>
            </p:nvSpPr>
            <p:spPr bwMode="auto">
              <a:xfrm rot="1813434">
                <a:off x="2076975" y="1504253"/>
                <a:ext cx="1591249" cy="760888"/>
              </a:xfrm>
              <a:custGeom>
                <a:avLst/>
                <a:gdLst>
                  <a:gd name="T0" fmla="*/ 0 w 2134918"/>
                  <a:gd name="T1" fmla="*/ 1012045 h 1012045"/>
                  <a:gd name="T2" fmla="*/ 1067459 w 2134918"/>
                  <a:gd name="T3" fmla="*/ 0 h 1012045"/>
                  <a:gd name="T4" fmla="*/ 2134918 w 2134918"/>
                  <a:gd name="T5" fmla="*/ 1012045 h 10120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34918" h="1012045">
                    <a:moveTo>
                      <a:pt x="0" y="1012045"/>
                    </a:moveTo>
                    <a:cubicBezTo>
                      <a:pt x="28964" y="447977"/>
                      <a:pt x="495896" y="0"/>
                      <a:pt x="1067459" y="0"/>
                    </a:cubicBezTo>
                    <a:cubicBezTo>
                      <a:pt x="1639022" y="0"/>
                      <a:pt x="2105955" y="447977"/>
                      <a:pt x="2134918" y="1012045"/>
                    </a:cubicBezTo>
                  </a:path>
                </a:pathLst>
              </a:custGeom>
              <a:noFill/>
              <a:ln w="25400" cap="flat" cmpd="sng">
                <a:solidFill>
                  <a:schemeClr val="bg1"/>
                </a:solidFill>
                <a:prstDash val="sys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椭圆 4">
                <a:extLst>
                  <a:ext uri="{FF2B5EF4-FFF2-40B4-BE49-F238E27FC236}">
                    <a16:creationId xmlns:a16="http://schemas.microsoft.com/office/drawing/2014/main" id="{776E2CB3-16B6-4538-AE51-ED84AF3C36B3}"/>
                  </a:ext>
                </a:extLst>
              </p:cNvPr>
              <p:cNvSpPr/>
              <p:nvPr/>
            </p:nvSpPr>
            <p:spPr bwMode="auto">
              <a:xfrm rot="1748643" flipV="1">
                <a:off x="3158906" y="2877661"/>
                <a:ext cx="1121762" cy="532017"/>
              </a:xfrm>
              <a:custGeom>
                <a:avLst/>
                <a:gdLst>
                  <a:gd name="T0" fmla="*/ 0 w 2134918"/>
                  <a:gd name="T1" fmla="*/ 1012045 h 1012045"/>
                  <a:gd name="T2" fmla="*/ 1067459 w 2134918"/>
                  <a:gd name="T3" fmla="*/ 0 h 1012045"/>
                  <a:gd name="T4" fmla="*/ 2134918 w 2134918"/>
                  <a:gd name="T5" fmla="*/ 1012045 h 10120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34918" h="1012045">
                    <a:moveTo>
                      <a:pt x="0" y="1012045"/>
                    </a:moveTo>
                    <a:cubicBezTo>
                      <a:pt x="28964" y="447977"/>
                      <a:pt x="495896" y="0"/>
                      <a:pt x="1067459" y="0"/>
                    </a:cubicBezTo>
                    <a:cubicBezTo>
                      <a:pt x="1639022" y="0"/>
                      <a:pt x="2105955" y="447977"/>
                      <a:pt x="2134918" y="1012045"/>
                    </a:cubicBezTo>
                  </a:path>
                </a:pathLst>
              </a:custGeom>
              <a:noFill/>
              <a:ln w="25400" cap="flat" cmpd="sng">
                <a:solidFill>
                  <a:schemeClr val="bg1"/>
                </a:solidFill>
                <a:prstDash val="sys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椭圆 4">
                <a:extLst>
                  <a:ext uri="{FF2B5EF4-FFF2-40B4-BE49-F238E27FC236}">
                    <a16:creationId xmlns:a16="http://schemas.microsoft.com/office/drawing/2014/main" id="{6F9F9BF5-1F94-40FB-9958-347CF2711C59}"/>
                  </a:ext>
                </a:extLst>
              </p:cNvPr>
              <p:cNvSpPr/>
              <p:nvPr/>
            </p:nvSpPr>
            <p:spPr bwMode="auto">
              <a:xfrm rot="1748642">
                <a:off x="4392985" y="3020842"/>
                <a:ext cx="773581" cy="366376"/>
              </a:xfrm>
              <a:custGeom>
                <a:avLst/>
                <a:gdLst>
                  <a:gd name="T0" fmla="*/ 0 w 2134918"/>
                  <a:gd name="T1" fmla="*/ 1012045 h 1012045"/>
                  <a:gd name="T2" fmla="*/ 1067459 w 2134918"/>
                  <a:gd name="T3" fmla="*/ 0 h 1012045"/>
                  <a:gd name="T4" fmla="*/ 2134918 w 2134918"/>
                  <a:gd name="T5" fmla="*/ 1012045 h 10120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34918" h="1012045">
                    <a:moveTo>
                      <a:pt x="0" y="1012045"/>
                    </a:moveTo>
                    <a:cubicBezTo>
                      <a:pt x="28964" y="447977"/>
                      <a:pt x="495896" y="0"/>
                      <a:pt x="1067459" y="0"/>
                    </a:cubicBezTo>
                    <a:cubicBezTo>
                      <a:pt x="1639022" y="0"/>
                      <a:pt x="2105955" y="447977"/>
                      <a:pt x="2134918" y="1012045"/>
                    </a:cubicBezTo>
                  </a:path>
                </a:pathLst>
              </a:custGeom>
              <a:noFill/>
              <a:ln w="25400" cap="flat" cmpd="sng">
                <a:solidFill>
                  <a:schemeClr val="bg1"/>
                </a:solidFill>
                <a:prstDash val="sys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7" name="KSO_GN4">
              <a:extLst>
                <a:ext uri="{FF2B5EF4-FFF2-40B4-BE49-F238E27FC236}">
                  <a16:creationId xmlns:a16="http://schemas.microsoft.com/office/drawing/2014/main" id="{294DA8E2-A968-4BBB-B1BF-2A14E0ADB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0536" y="2529036"/>
              <a:ext cx="1664817" cy="1665299"/>
            </a:xfrm>
            <a:prstGeom prst="ellipse">
              <a:avLst/>
            </a:prstGeom>
            <a:solidFill>
              <a:srgbClr val="E2087A"/>
            </a:solidFill>
            <a:ln>
              <a:noFill/>
            </a:ln>
          </p:spPr>
          <p:txBody>
            <a:bodyPr lIns="0" tIns="0" rIns="0" bIns="0" anchor="ctr"/>
            <a:lstStyle>
              <a:lvl1pPr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400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04</a:t>
              </a:r>
            </a:p>
          </p:txBody>
        </p:sp>
        <p:sp>
          <p:nvSpPr>
            <p:cNvPr id="8" name="KSO_GN3">
              <a:extLst>
                <a:ext uri="{FF2B5EF4-FFF2-40B4-BE49-F238E27FC236}">
                  <a16:creationId xmlns:a16="http://schemas.microsoft.com/office/drawing/2014/main" id="{D9A4C229-93A2-454E-BFFD-8F6D6B726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3263" y="3749144"/>
              <a:ext cx="1178105" cy="1178446"/>
            </a:xfrm>
            <a:prstGeom prst="ellipse">
              <a:avLst/>
            </a:prstGeom>
            <a:solidFill>
              <a:srgbClr val="1A25B8"/>
            </a:solidFill>
            <a:ln>
              <a:noFill/>
            </a:ln>
          </p:spPr>
          <p:txBody>
            <a:bodyPr lIns="0" tIns="0" rIns="0" bIns="0" anchor="ctr"/>
            <a:lstStyle>
              <a:lvl1pPr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4000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9" name="KSO_GN2">
              <a:extLst>
                <a:ext uri="{FF2B5EF4-FFF2-40B4-BE49-F238E27FC236}">
                  <a16:creationId xmlns:a16="http://schemas.microsoft.com/office/drawing/2014/main" id="{0139F07F-6528-4F23-A8D9-F19FF18B54A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4665398" y="4400265"/>
              <a:ext cx="840144" cy="840387"/>
            </a:xfrm>
            <a:prstGeom prst="ellipse">
              <a:avLst/>
            </a:prstGeom>
            <a:solidFill>
              <a:srgbClr val="E2087A"/>
            </a:solidFill>
            <a:ln>
              <a:noFill/>
            </a:ln>
          </p:spPr>
          <p:txBody>
            <a:bodyPr lIns="0" tIns="0" rIns="0" bIns="0" anchor="ctr"/>
            <a:lstStyle>
              <a:lvl1pPr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700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lang="en-US" altLang="zh-CN" sz="1500" b="1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KSO_GN1">
              <a:extLst>
                <a:ext uri="{FF2B5EF4-FFF2-40B4-BE49-F238E27FC236}">
                  <a16:creationId xmlns:a16="http://schemas.microsoft.com/office/drawing/2014/main" id="{46500599-3D9E-47C4-9B0A-D522C4D63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6272" y="5018056"/>
              <a:ext cx="579532" cy="579700"/>
            </a:xfrm>
            <a:prstGeom prst="ellipse">
              <a:avLst/>
            </a:prstGeom>
            <a:solidFill>
              <a:srgbClr val="1A25B8"/>
            </a:solidFill>
            <a:ln>
              <a:noFill/>
            </a:ln>
          </p:spPr>
          <p:txBody>
            <a:bodyPr lIns="0" tIns="0" rIns="0" bIns="0" anchor="ctr"/>
            <a:lstStyle>
              <a:lvl1pPr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 defTabSz="6858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700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01</a:t>
              </a:r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6D16917F-BDF4-44D3-BACB-A435EB63CAD1}"/>
              </a:ext>
            </a:extLst>
          </p:cNvPr>
          <p:cNvSpPr/>
          <p:nvPr/>
        </p:nvSpPr>
        <p:spPr>
          <a:xfrm>
            <a:off x="6160169" y="4882171"/>
            <a:ext cx="6448927" cy="879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000" b="1">
                <a:solidFill>
                  <a:schemeClr val="bg1"/>
                </a:solidFill>
                <a:cs typeface="+mn-ea"/>
                <a:sym typeface="+mn-lt"/>
              </a:rPr>
              <a:t>输入标题</a:t>
            </a:r>
            <a:endParaRPr lang="en-US" altLang="zh-CN" sz="2000" b="1">
              <a:solidFill>
                <a:schemeClr val="bg1"/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b="1">
                <a:solidFill>
                  <a:schemeClr val="bg1"/>
                </a:solidFill>
                <a:cs typeface="+mn-ea"/>
                <a:sym typeface="+mn-lt"/>
              </a:rPr>
              <a:t>请单击此处添加合适的文字</a:t>
            </a:r>
            <a:r>
              <a:rPr lang="en-US" altLang="zh-CN" sz="1600" b="1">
                <a:solidFill>
                  <a:schemeClr val="bg1"/>
                </a:solidFill>
                <a:cs typeface="+mn-ea"/>
                <a:sym typeface="+mn-lt"/>
              </a:rPr>
              <a:t>,</a:t>
            </a:r>
            <a:r>
              <a:rPr lang="zh-CN" altLang="en-US" sz="1600" b="1">
                <a:solidFill>
                  <a:schemeClr val="bg1"/>
                </a:solidFill>
                <a:cs typeface="+mn-ea"/>
                <a:sym typeface="+mn-lt"/>
              </a:rPr>
              <a:t>或者通过复制粘贴您的文本内容</a:t>
            </a:r>
            <a:endParaRPr lang="en-US" altLang="zh-CN" sz="16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4A1452-89C2-4263-B789-33D188E6739A}"/>
              </a:ext>
            </a:extLst>
          </p:cNvPr>
          <p:cNvSpPr/>
          <p:nvPr/>
        </p:nvSpPr>
        <p:spPr>
          <a:xfrm>
            <a:off x="5390148" y="3850250"/>
            <a:ext cx="6448927" cy="879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000" b="1">
                <a:solidFill>
                  <a:schemeClr val="bg1"/>
                </a:solidFill>
                <a:cs typeface="+mn-ea"/>
                <a:sym typeface="+mn-lt"/>
              </a:rPr>
              <a:t>输入标题</a:t>
            </a:r>
            <a:endParaRPr lang="en-US" altLang="zh-CN" sz="2000" b="1">
              <a:solidFill>
                <a:schemeClr val="bg1"/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b="1">
                <a:solidFill>
                  <a:schemeClr val="bg1"/>
                </a:solidFill>
                <a:cs typeface="+mn-ea"/>
                <a:sym typeface="+mn-lt"/>
              </a:rPr>
              <a:t>请单击此处添加合适的文字</a:t>
            </a:r>
            <a:r>
              <a:rPr lang="en-US" altLang="zh-CN" sz="1600" b="1">
                <a:solidFill>
                  <a:schemeClr val="bg1"/>
                </a:solidFill>
                <a:cs typeface="+mn-ea"/>
                <a:sym typeface="+mn-lt"/>
              </a:rPr>
              <a:t>,</a:t>
            </a:r>
            <a:r>
              <a:rPr lang="zh-CN" altLang="en-US" sz="1600" b="1">
                <a:solidFill>
                  <a:schemeClr val="bg1"/>
                </a:solidFill>
                <a:cs typeface="+mn-ea"/>
                <a:sym typeface="+mn-lt"/>
              </a:rPr>
              <a:t>或者通过复制粘贴您的文本内容</a:t>
            </a:r>
            <a:endParaRPr lang="en-US" altLang="zh-CN" sz="16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F85B44-7C3B-4E22-B35B-788AB987202F}"/>
              </a:ext>
            </a:extLst>
          </p:cNvPr>
          <p:cNvSpPr/>
          <p:nvPr/>
        </p:nvSpPr>
        <p:spPr>
          <a:xfrm>
            <a:off x="4443664" y="2818329"/>
            <a:ext cx="6448927" cy="879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000" b="1">
                <a:solidFill>
                  <a:schemeClr val="bg1"/>
                </a:solidFill>
                <a:cs typeface="+mn-ea"/>
                <a:sym typeface="+mn-lt"/>
              </a:rPr>
              <a:t>输入标题</a:t>
            </a:r>
            <a:endParaRPr lang="en-US" altLang="zh-CN" sz="2000" b="1">
              <a:solidFill>
                <a:schemeClr val="bg1"/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b="1">
                <a:solidFill>
                  <a:schemeClr val="bg1"/>
                </a:solidFill>
                <a:cs typeface="+mn-ea"/>
                <a:sym typeface="+mn-lt"/>
              </a:rPr>
              <a:t>请单击此处添加合适的文字</a:t>
            </a:r>
            <a:r>
              <a:rPr lang="en-US" altLang="zh-CN" sz="1600" b="1">
                <a:solidFill>
                  <a:schemeClr val="bg1"/>
                </a:solidFill>
                <a:cs typeface="+mn-ea"/>
                <a:sym typeface="+mn-lt"/>
              </a:rPr>
              <a:t>,</a:t>
            </a:r>
            <a:r>
              <a:rPr lang="zh-CN" altLang="en-US" sz="1600" b="1">
                <a:solidFill>
                  <a:schemeClr val="bg1"/>
                </a:solidFill>
                <a:cs typeface="+mn-ea"/>
                <a:sym typeface="+mn-lt"/>
              </a:rPr>
              <a:t>或者通过复制粘贴您的文本内容</a:t>
            </a:r>
            <a:endParaRPr lang="en-US" altLang="zh-CN" sz="16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AC4024D-B0ED-4A42-92E7-29CCD493A7EE}"/>
              </a:ext>
            </a:extLst>
          </p:cNvPr>
          <p:cNvSpPr/>
          <p:nvPr/>
        </p:nvSpPr>
        <p:spPr>
          <a:xfrm>
            <a:off x="3096127" y="1417076"/>
            <a:ext cx="6657473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000" b="1">
                <a:solidFill>
                  <a:schemeClr val="bg1"/>
                </a:solidFill>
                <a:cs typeface="+mn-ea"/>
                <a:sym typeface="+mn-lt"/>
              </a:rPr>
              <a:t>输入标题</a:t>
            </a:r>
            <a:endParaRPr lang="en-US" altLang="zh-CN" sz="2000" b="1">
              <a:solidFill>
                <a:schemeClr val="bg1"/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b="1">
                <a:solidFill>
                  <a:schemeClr val="bg1"/>
                </a:solidFill>
                <a:cs typeface="+mn-ea"/>
                <a:sym typeface="+mn-lt"/>
              </a:rPr>
              <a:t>请单击此处添加合适的文字</a:t>
            </a:r>
            <a:r>
              <a:rPr lang="en-US" altLang="zh-CN" sz="1600" b="1">
                <a:solidFill>
                  <a:schemeClr val="bg1"/>
                </a:solidFill>
                <a:cs typeface="+mn-ea"/>
                <a:sym typeface="+mn-lt"/>
              </a:rPr>
              <a:t>,</a:t>
            </a:r>
            <a:r>
              <a:rPr lang="zh-CN" altLang="en-US" sz="1600" b="1">
                <a:solidFill>
                  <a:schemeClr val="bg1"/>
                </a:solidFill>
                <a:cs typeface="+mn-ea"/>
                <a:sym typeface="+mn-lt"/>
              </a:rPr>
              <a:t>或者通过复制粘贴您的文本内容，可以更改文字的颜色和大X等属性。</a:t>
            </a:r>
            <a:endParaRPr lang="en-US" altLang="zh-CN" sz="1600" b="1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3669432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88383EFB-C639-443F-8C24-6658E8CD5FD8}"/>
              </a:ext>
            </a:extLst>
          </p:cNvPr>
          <p:cNvSpPr/>
          <p:nvPr/>
        </p:nvSpPr>
        <p:spPr>
          <a:xfrm>
            <a:off x="-214744" y="-331636"/>
            <a:ext cx="5203797" cy="7167317"/>
          </a:xfrm>
          <a:prstGeom prst="rtTriangle">
            <a:avLst/>
          </a:prstGeom>
          <a:solidFill>
            <a:srgbClr val="0B1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EF7D8B1-F70D-414E-AF5C-7B03B494ECDF}"/>
              </a:ext>
            </a:extLst>
          </p:cNvPr>
          <p:cNvGrpSpPr/>
          <p:nvPr/>
        </p:nvGrpSpPr>
        <p:grpSpPr>
          <a:xfrm rot="1767638">
            <a:off x="-1438722" y="-2087913"/>
            <a:ext cx="3823256" cy="10810241"/>
            <a:chOff x="1066240" y="548032"/>
            <a:chExt cx="2267438" cy="591768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C2149D3-8AD8-486E-8083-4629755A7467}"/>
                </a:ext>
              </a:extLst>
            </p:cNvPr>
            <p:cNvSpPr/>
            <p:nvPr/>
          </p:nvSpPr>
          <p:spPr>
            <a:xfrm>
              <a:off x="1066240" y="979317"/>
              <a:ext cx="1327639" cy="5486400"/>
            </a:xfrm>
            <a:prstGeom prst="rect">
              <a:avLst/>
            </a:prstGeom>
            <a:solidFill>
              <a:srgbClr val="111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E920109-A681-4010-8125-D7D217A90B15}"/>
                </a:ext>
              </a:extLst>
            </p:cNvPr>
            <p:cNvSpPr/>
            <p:nvPr/>
          </p:nvSpPr>
          <p:spPr>
            <a:xfrm>
              <a:off x="1822939" y="838200"/>
              <a:ext cx="1327639" cy="5486400"/>
            </a:xfrm>
            <a:prstGeom prst="rect">
              <a:avLst/>
            </a:prstGeom>
            <a:solidFill>
              <a:srgbClr val="1B03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E5027D1-A176-4ABB-9763-00F274BADF8A}"/>
                </a:ext>
              </a:extLst>
            </p:cNvPr>
            <p:cNvSpPr/>
            <p:nvPr/>
          </p:nvSpPr>
          <p:spPr>
            <a:xfrm>
              <a:off x="2348034" y="548032"/>
              <a:ext cx="985644" cy="5797485"/>
            </a:xfrm>
            <a:prstGeom prst="rect">
              <a:avLst/>
            </a:prstGeom>
            <a:solidFill>
              <a:srgbClr val="120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平行四边形 6">
              <a:extLst>
                <a:ext uri="{FF2B5EF4-FFF2-40B4-BE49-F238E27FC236}">
                  <a16:creationId xmlns:a16="http://schemas.microsoft.com/office/drawing/2014/main" id="{784C28D6-1627-4636-84BE-3378A811FA67}"/>
                </a:ext>
              </a:extLst>
            </p:cNvPr>
            <p:cNvSpPr/>
            <p:nvPr/>
          </p:nvSpPr>
          <p:spPr>
            <a:xfrm rot="16200000">
              <a:off x="-377397" y="3950210"/>
              <a:ext cx="3724275" cy="371475"/>
            </a:xfrm>
            <a:prstGeom prst="parallelogram">
              <a:avLst>
                <a:gd name="adj" fmla="val 73387"/>
              </a:avLst>
            </a:prstGeom>
            <a:solidFill>
              <a:srgbClr val="120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0CE52195-0D93-4437-A807-FCC00EE339E4}"/>
              </a:ext>
            </a:extLst>
          </p:cNvPr>
          <p:cNvGrpSpPr/>
          <p:nvPr/>
        </p:nvGrpSpPr>
        <p:grpSpPr>
          <a:xfrm>
            <a:off x="909609" y="4322790"/>
            <a:ext cx="955991" cy="623601"/>
            <a:chOff x="2309496" y="961390"/>
            <a:chExt cx="955991" cy="623601"/>
          </a:xfrm>
          <a:gradFill flip="none" rotWithShape="1">
            <a:gsLst>
              <a:gs pos="0">
                <a:srgbClr val="120249">
                  <a:alpha val="36000"/>
                </a:srgbClr>
              </a:gs>
              <a:gs pos="100000">
                <a:srgbClr val="0B1051"/>
              </a:gs>
            </a:gsLst>
            <a:lin ang="16200000" scaled="1"/>
          </a:gradFill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621ABD6C-51F0-4820-814D-A23B700ABEC2}"/>
                </a:ext>
              </a:extLst>
            </p:cNvPr>
            <p:cNvSpPr/>
            <p:nvPr/>
          </p:nvSpPr>
          <p:spPr>
            <a:xfrm>
              <a:off x="230949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6905A591-9DAB-4608-B648-2B027A878AF8}"/>
                </a:ext>
              </a:extLst>
            </p:cNvPr>
            <p:cNvSpPr/>
            <p:nvPr/>
          </p:nvSpPr>
          <p:spPr>
            <a:xfrm>
              <a:off x="248102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746E7190-F296-414A-AFEB-BB2A6A304916}"/>
                </a:ext>
              </a:extLst>
            </p:cNvPr>
            <p:cNvSpPr/>
            <p:nvPr/>
          </p:nvSpPr>
          <p:spPr>
            <a:xfrm>
              <a:off x="2652561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C0A6E983-45F2-433F-91FE-F74D5E51120C}"/>
                </a:ext>
              </a:extLst>
            </p:cNvPr>
            <p:cNvSpPr/>
            <p:nvPr/>
          </p:nvSpPr>
          <p:spPr>
            <a:xfrm>
              <a:off x="2824093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927222AC-711D-4A7C-9A4A-E8A36111F9F0}"/>
                </a:ext>
              </a:extLst>
            </p:cNvPr>
            <p:cNvSpPr/>
            <p:nvPr/>
          </p:nvSpPr>
          <p:spPr>
            <a:xfrm>
              <a:off x="299562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031B6E36-2CD2-43DC-8E45-D7DFB0E117DE}"/>
                </a:ext>
              </a:extLst>
            </p:cNvPr>
            <p:cNvSpPr/>
            <p:nvPr/>
          </p:nvSpPr>
          <p:spPr>
            <a:xfrm>
              <a:off x="316715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B15DFB12-0CF9-48BD-83CE-865FCC6F5C81}"/>
                </a:ext>
              </a:extLst>
            </p:cNvPr>
            <p:cNvSpPr/>
            <p:nvPr/>
          </p:nvSpPr>
          <p:spPr>
            <a:xfrm>
              <a:off x="230949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A0D0626D-E89D-4798-9553-FA68E48673F7}"/>
                </a:ext>
              </a:extLst>
            </p:cNvPr>
            <p:cNvSpPr/>
            <p:nvPr/>
          </p:nvSpPr>
          <p:spPr>
            <a:xfrm>
              <a:off x="248102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B44AAB2A-306C-457E-90E9-45EFDBA1F791}"/>
                </a:ext>
              </a:extLst>
            </p:cNvPr>
            <p:cNvSpPr/>
            <p:nvPr/>
          </p:nvSpPr>
          <p:spPr>
            <a:xfrm>
              <a:off x="2652561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5CD62E2F-B6A8-481A-A082-228F87193E28}"/>
                </a:ext>
              </a:extLst>
            </p:cNvPr>
            <p:cNvSpPr/>
            <p:nvPr/>
          </p:nvSpPr>
          <p:spPr>
            <a:xfrm>
              <a:off x="2824093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BF5599ED-E465-46E8-9C0F-F8D1AFB4B043}"/>
                </a:ext>
              </a:extLst>
            </p:cNvPr>
            <p:cNvSpPr/>
            <p:nvPr/>
          </p:nvSpPr>
          <p:spPr>
            <a:xfrm>
              <a:off x="299562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97AA6382-F340-44FD-96BA-6BA78C8E3ABC}"/>
                </a:ext>
              </a:extLst>
            </p:cNvPr>
            <p:cNvSpPr/>
            <p:nvPr/>
          </p:nvSpPr>
          <p:spPr>
            <a:xfrm>
              <a:off x="316715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4E53C7F0-F51B-4EB9-AF08-446CD47AA680}"/>
                </a:ext>
              </a:extLst>
            </p:cNvPr>
            <p:cNvSpPr/>
            <p:nvPr/>
          </p:nvSpPr>
          <p:spPr>
            <a:xfrm>
              <a:off x="231108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C19CBCC2-862F-4EC6-8DF1-5734470F12D2}"/>
                </a:ext>
              </a:extLst>
            </p:cNvPr>
            <p:cNvSpPr/>
            <p:nvPr/>
          </p:nvSpPr>
          <p:spPr>
            <a:xfrm>
              <a:off x="248261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0811E3DF-1A41-4EFF-8106-545FA752A25D}"/>
                </a:ext>
              </a:extLst>
            </p:cNvPr>
            <p:cNvSpPr/>
            <p:nvPr/>
          </p:nvSpPr>
          <p:spPr>
            <a:xfrm>
              <a:off x="2654148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2D314A26-7884-4D5E-9DA4-5E8C0558A5D3}"/>
                </a:ext>
              </a:extLst>
            </p:cNvPr>
            <p:cNvSpPr/>
            <p:nvPr/>
          </p:nvSpPr>
          <p:spPr>
            <a:xfrm>
              <a:off x="2825680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82DBE386-0584-49CF-A6A3-57656E7BB9A3}"/>
                </a:ext>
              </a:extLst>
            </p:cNvPr>
            <p:cNvSpPr/>
            <p:nvPr/>
          </p:nvSpPr>
          <p:spPr>
            <a:xfrm>
              <a:off x="299721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C89A7614-CF6A-48F0-A22E-0307ECE03427}"/>
                </a:ext>
              </a:extLst>
            </p:cNvPr>
            <p:cNvSpPr/>
            <p:nvPr/>
          </p:nvSpPr>
          <p:spPr>
            <a:xfrm>
              <a:off x="316874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D5822DB2-DA07-41BE-97D4-00D602FD55F1}"/>
                </a:ext>
              </a:extLst>
            </p:cNvPr>
            <p:cNvSpPr/>
            <p:nvPr/>
          </p:nvSpPr>
          <p:spPr>
            <a:xfrm>
              <a:off x="231108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86AFB244-6EF2-4D63-92B2-B623EBF9E2F1}"/>
                </a:ext>
              </a:extLst>
            </p:cNvPr>
            <p:cNvSpPr/>
            <p:nvPr/>
          </p:nvSpPr>
          <p:spPr>
            <a:xfrm>
              <a:off x="248261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DB62E058-6DE4-4DFD-8D9A-2E818A1CC2EC}"/>
                </a:ext>
              </a:extLst>
            </p:cNvPr>
            <p:cNvSpPr/>
            <p:nvPr/>
          </p:nvSpPr>
          <p:spPr>
            <a:xfrm>
              <a:off x="2654148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49856810-0545-4820-A35D-F650B9DB30DA}"/>
                </a:ext>
              </a:extLst>
            </p:cNvPr>
            <p:cNvSpPr/>
            <p:nvPr/>
          </p:nvSpPr>
          <p:spPr>
            <a:xfrm>
              <a:off x="2825680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9EFEDF57-091C-4505-A521-C4E2554E61D5}"/>
                </a:ext>
              </a:extLst>
            </p:cNvPr>
            <p:cNvSpPr/>
            <p:nvPr/>
          </p:nvSpPr>
          <p:spPr>
            <a:xfrm>
              <a:off x="299721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E90EEED2-BA48-4F74-87BD-E9BBC017DDA5}"/>
                </a:ext>
              </a:extLst>
            </p:cNvPr>
            <p:cNvSpPr/>
            <p:nvPr/>
          </p:nvSpPr>
          <p:spPr>
            <a:xfrm>
              <a:off x="316874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4DDD5C5-5336-42B4-82E5-8DCAC7D7ACDB}"/>
              </a:ext>
            </a:extLst>
          </p:cNvPr>
          <p:cNvGrpSpPr/>
          <p:nvPr/>
        </p:nvGrpSpPr>
        <p:grpSpPr>
          <a:xfrm>
            <a:off x="2788252" y="2294448"/>
            <a:ext cx="2277940" cy="2277940"/>
            <a:chOff x="3615567" y="2290030"/>
            <a:chExt cx="2277940" cy="2277940"/>
          </a:xfrm>
        </p:grpSpPr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A7AD27A8-F8DA-4043-8F41-EBCEF58A5457}"/>
                </a:ext>
              </a:extLst>
            </p:cNvPr>
            <p:cNvSpPr/>
            <p:nvPr/>
          </p:nvSpPr>
          <p:spPr>
            <a:xfrm>
              <a:off x="3615567" y="2290030"/>
              <a:ext cx="2277940" cy="2277940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13F59A57-A241-439A-A16E-A5E2BE7958C2}"/>
                </a:ext>
              </a:extLst>
            </p:cNvPr>
            <p:cNvSpPr txBox="1"/>
            <p:nvPr/>
          </p:nvSpPr>
          <p:spPr>
            <a:xfrm>
              <a:off x="3999071" y="2828835"/>
              <a:ext cx="158893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 </a:t>
              </a:r>
              <a:r>
                <a:rPr kumimoji="0" lang="en-US" altLang="zh-CN" sz="7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02</a:t>
              </a: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602130FF-D3AA-43A5-95F0-C3472007B15E}"/>
              </a:ext>
            </a:extLst>
          </p:cNvPr>
          <p:cNvSpPr txBox="1"/>
          <p:nvPr/>
        </p:nvSpPr>
        <p:spPr>
          <a:xfrm>
            <a:off x="5385563" y="2598003"/>
            <a:ext cx="39864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工作完成情况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D430AA0-730D-47B6-ADE3-ACC9C52209ED}"/>
              </a:ext>
            </a:extLst>
          </p:cNvPr>
          <p:cNvSpPr/>
          <p:nvPr/>
        </p:nvSpPr>
        <p:spPr>
          <a:xfrm>
            <a:off x="5385563" y="3433418"/>
            <a:ext cx="5422232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A designer can use default text to simulate what text would look like. It looks even better with you using this text. </a:t>
            </a:r>
          </a:p>
        </p:txBody>
      </p:sp>
    </p:spTree>
    <p:extLst>
      <p:ext uri="{BB962C8B-B14F-4D97-AF65-F5344CB8AC3E}">
        <p14:creationId xmlns:p14="http://schemas.microsoft.com/office/powerpoint/2010/main" val="312516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Click="0">
        <p14:vortex dir="r"/>
      </p:transition>
    </mc:Choice>
    <mc:Fallback xmlns:p15="http://schemas.microsoft.com/office/powerpoint/2012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工作完成情况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4C86CDFE-EE53-4575-8314-79C58E50889F}"/>
              </a:ext>
            </a:extLst>
          </p:cNvPr>
          <p:cNvGrpSpPr/>
          <p:nvPr/>
        </p:nvGrpSpPr>
        <p:grpSpPr>
          <a:xfrm>
            <a:off x="1691015" y="1792649"/>
            <a:ext cx="2016690" cy="2102946"/>
            <a:chOff x="1691015" y="1993065"/>
            <a:chExt cx="2016690" cy="2102946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CCB2D7B-CD40-4D8F-9902-BC8053758A83}"/>
                </a:ext>
              </a:extLst>
            </p:cNvPr>
            <p:cNvSpPr/>
            <p:nvPr/>
          </p:nvSpPr>
          <p:spPr>
            <a:xfrm>
              <a:off x="1691015" y="2079321"/>
              <a:ext cx="2016690" cy="2016690"/>
            </a:xfrm>
            <a:prstGeom prst="ellipse">
              <a:avLst/>
            </a:prstGeom>
            <a:blipFill>
              <a:blip r:embed="Rf1b73158385f4731"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b="1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AB61CB67-E607-4C6F-8416-F3E9AD074424}"/>
                </a:ext>
              </a:extLst>
            </p:cNvPr>
            <p:cNvSpPr/>
            <p:nvPr/>
          </p:nvSpPr>
          <p:spPr>
            <a:xfrm>
              <a:off x="3064042" y="1993065"/>
              <a:ext cx="643663" cy="643663"/>
            </a:xfrm>
            <a:prstGeom prst="ellipse">
              <a:avLst/>
            </a:prstGeom>
            <a:solidFill>
              <a:srgbClr val="E208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1600" b="1" kern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1600" b="1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6A2BEF1-4A51-4A38-9B97-BC72C8562D5B}"/>
              </a:ext>
            </a:extLst>
          </p:cNvPr>
          <p:cNvGrpSpPr/>
          <p:nvPr/>
        </p:nvGrpSpPr>
        <p:grpSpPr>
          <a:xfrm>
            <a:off x="5124168" y="1792649"/>
            <a:ext cx="2016690" cy="2102946"/>
            <a:chOff x="1691015" y="1993065"/>
            <a:chExt cx="2016690" cy="2102946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3A62676-A446-46B0-BED7-1BD7C3D2E4BA}"/>
                </a:ext>
              </a:extLst>
            </p:cNvPr>
            <p:cNvSpPr/>
            <p:nvPr/>
          </p:nvSpPr>
          <p:spPr>
            <a:xfrm>
              <a:off x="1691015" y="2079321"/>
              <a:ext cx="2016690" cy="2016690"/>
            </a:xfrm>
            <a:prstGeom prst="ellipse">
              <a:avLst/>
            </a:prstGeom>
            <a:blipFill>
              <a:blip r:embed="Rc7c3525354324906"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b="1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F3C2BF96-0FDE-47ED-9042-31101E5D8A8D}"/>
                </a:ext>
              </a:extLst>
            </p:cNvPr>
            <p:cNvSpPr/>
            <p:nvPr/>
          </p:nvSpPr>
          <p:spPr>
            <a:xfrm>
              <a:off x="3064042" y="1993065"/>
              <a:ext cx="643663" cy="643663"/>
            </a:xfrm>
            <a:prstGeom prst="ellipse">
              <a:avLst/>
            </a:prstGeom>
            <a:solidFill>
              <a:srgbClr val="1A25B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1600" b="1" kern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zh-CN" altLang="en-US" sz="1600" b="1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D59D0EC-EE80-4FF1-BB73-14A78EDF500D}"/>
              </a:ext>
            </a:extLst>
          </p:cNvPr>
          <p:cNvGrpSpPr/>
          <p:nvPr/>
        </p:nvGrpSpPr>
        <p:grpSpPr>
          <a:xfrm>
            <a:off x="8557321" y="1792649"/>
            <a:ext cx="2016690" cy="2102946"/>
            <a:chOff x="1691015" y="1993065"/>
            <a:chExt cx="2016690" cy="2102946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0A691459-E115-4912-881A-FDB8A19FE5EC}"/>
                </a:ext>
              </a:extLst>
            </p:cNvPr>
            <p:cNvSpPr/>
            <p:nvPr/>
          </p:nvSpPr>
          <p:spPr>
            <a:xfrm>
              <a:off x="1691015" y="2079321"/>
              <a:ext cx="2016690" cy="2016690"/>
            </a:xfrm>
            <a:prstGeom prst="ellipse">
              <a:avLst/>
            </a:prstGeom>
            <a:blipFill>
              <a:blip r:embed="R134dba0672274cb9"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b="1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13DDC972-5829-4432-93D9-CCF9972DA78A}"/>
                </a:ext>
              </a:extLst>
            </p:cNvPr>
            <p:cNvSpPr/>
            <p:nvPr/>
          </p:nvSpPr>
          <p:spPr>
            <a:xfrm>
              <a:off x="3064042" y="1993065"/>
              <a:ext cx="643663" cy="643663"/>
            </a:xfrm>
            <a:prstGeom prst="ellipse">
              <a:avLst/>
            </a:prstGeom>
            <a:solidFill>
              <a:srgbClr val="B3066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1600" b="1" kern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zh-CN" altLang="en-US" sz="1600" b="1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B981BE0-D933-4F85-8706-1666F3ECE317}"/>
              </a:ext>
            </a:extLst>
          </p:cNvPr>
          <p:cNvGrpSpPr/>
          <p:nvPr/>
        </p:nvGrpSpPr>
        <p:grpSpPr>
          <a:xfrm>
            <a:off x="1123450" y="4258851"/>
            <a:ext cx="3072763" cy="1700648"/>
            <a:chOff x="1123450" y="4258851"/>
            <a:chExt cx="3072763" cy="1700648"/>
          </a:xfrm>
        </p:grpSpPr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4A4C5ADA-D880-44BC-9223-8A783027CDF9}"/>
                </a:ext>
              </a:extLst>
            </p:cNvPr>
            <p:cNvSpPr txBox="1"/>
            <p:nvPr/>
          </p:nvSpPr>
          <p:spPr>
            <a:xfrm>
              <a:off x="1123450" y="4759170"/>
              <a:ext cx="3072763" cy="120032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defTabSz="914332">
                <a:lnSpc>
                  <a:spcPct val="150000"/>
                </a:lnSpc>
                <a:defRPr/>
              </a:pPr>
              <a:r>
                <a:rPr lang="zh-CN" altLang="en-US" sz="1600" b="1" kern="0">
                  <a:solidFill>
                    <a:schemeClr val="bg1"/>
                  </a:solidFill>
                  <a:cs typeface="+mn-ea"/>
                  <a:sym typeface="+mn-lt"/>
                </a:rPr>
                <a:t>单击此处添加合适的文字加以说明，可以调整文字大X或者颜色等属性。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C610B7-ACB0-4C45-9958-A9ADAE2C237D}"/>
                </a:ext>
              </a:extLst>
            </p:cNvPr>
            <p:cNvSpPr txBox="1"/>
            <p:nvPr/>
          </p:nvSpPr>
          <p:spPr>
            <a:xfrm>
              <a:off x="1849094" y="4258851"/>
              <a:ext cx="1621475" cy="562630"/>
            </a:xfrm>
            <a:prstGeom prst="roundRect">
              <a:avLst>
                <a:gd name="adj" fmla="val 50000"/>
              </a:avLst>
            </a:prstGeom>
            <a:solidFill>
              <a:srgbClr val="E2087A"/>
            </a:solidFill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2000" b="1" kern="0" spc="30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DD39459-2B22-40BC-B609-2CE2E638F7B0}"/>
              </a:ext>
            </a:extLst>
          </p:cNvPr>
          <p:cNvGrpSpPr/>
          <p:nvPr/>
        </p:nvGrpSpPr>
        <p:grpSpPr>
          <a:xfrm>
            <a:off x="4559618" y="4258851"/>
            <a:ext cx="3072763" cy="1287842"/>
            <a:chOff x="1123450" y="4258851"/>
            <a:chExt cx="3072763" cy="1287842"/>
          </a:xfrm>
        </p:grpSpPr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336510CB-7914-4D3D-8D18-B48A19DAAD8E}"/>
                </a:ext>
              </a:extLst>
            </p:cNvPr>
            <p:cNvSpPr txBox="1"/>
            <p:nvPr/>
          </p:nvSpPr>
          <p:spPr>
            <a:xfrm>
              <a:off x="1123450" y="4759170"/>
              <a:ext cx="3072763" cy="78752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defTabSz="914332">
                <a:lnSpc>
                  <a:spcPct val="150000"/>
                </a:lnSpc>
                <a:defRPr/>
              </a:pPr>
              <a:r>
                <a:rPr lang="zh-CN" altLang="en-US" sz="1600" b="1" kern="0">
                  <a:solidFill>
                    <a:schemeClr val="bg1"/>
                  </a:solidFill>
                  <a:cs typeface="+mn-ea"/>
                  <a:sym typeface="+mn-lt"/>
                </a:rPr>
                <a:t>单击此处添加合适的文字加以说明，可以调整文字大X或者颜色等属性。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CD04969-9D80-4051-8913-87478A5CBCF4}"/>
                </a:ext>
              </a:extLst>
            </p:cNvPr>
            <p:cNvSpPr txBox="1"/>
            <p:nvPr/>
          </p:nvSpPr>
          <p:spPr>
            <a:xfrm>
              <a:off x="1849094" y="4258851"/>
              <a:ext cx="1621475" cy="562630"/>
            </a:xfrm>
            <a:prstGeom prst="roundRect">
              <a:avLst>
                <a:gd name="adj" fmla="val 50000"/>
              </a:avLst>
            </a:prstGeom>
            <a:solidFill>
              <a:srgbClr val="1A25B8"/>
            </a:solidFill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2000" b="1" kern="0" spc="30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7FDF387-BB69-4FED-86E6-A65EA672A137}"/>
              </a:ext>
            </a:extLst>
          </p:cNvPr>
          <p:cNvGrpSpPr/>
          <p:nvPr/>
        </p:nvGrpSpPr>
        <p:grpSpPr>
          <a:xfrm>
            <a:off x="7995786" y="4258851"/>
            <a:ext cx="3072763" cy="1287842"/>
            <a:chOff x="1123450" y="4258851"/>
            <a:chExt cx="3072763" cy="1287842"/>
          </a:xfrm>
        </p:grpSpPr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B9C42AB2-802F-43CA-8227-E848565ADD20}"/>
                </a:ext>
              </a:extLst>
            </p:cNvPr>
            <p:cNvSpPr txBox="1"/>
            <p:nvPr/>
          </p:nvSpPr>
          <p:spPr>
            <a:xfrm>
              <a:off x="1123450" y="4759170"/>
              <a:ext cx="3072763" cy="78752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defTabSz="914332">
                <a:lnSpc>
                  <a:spcPct val="150000"/>
                </a:lnSpc>
                <a:defRPr/>
              </a:pPr>
              <a:r>
                <a:rPr lang="zh-CN" altLang="en-US" sz="1600" b="1" kern="0">
                  <a:solidFill>
                    <a:schemeClr val="bg1"/>
                  </a:solidFill>
                  <a:cs typeface="+mn-ea"/>
                  <a:sym typeface="+mn-lt"/>
                </a:rPr>
                <a:t>单击此处添加合适的文字加以说明，可以调整文字大X或者颜色等属性。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0B0C9569-5078-4EF9-98ED-5509F5C093A4}"/>
                </a:ext>
              </a:extLst>
            </p:cNvPr>
            <p:cNvSpPr txBox="1"/>
            <p:nvPr/>
          </p:nvSpPr>
          <p:spPr>
            <a:xfrm>
              <a:off x="1849094" y="4258851"/>
              <a:ext cx="1621475" cy="562630"/>
            </a:xfrm>
            <a:prstGeom prst="roundRect">
              <a:avLst>
                <a:gd name="adj" fmla="val 50000"/>
              </a:avLst>
            </a:prstGeom>
            <a:solidFill>
              <a:srgbClr val="B30660"/>
            </a:solidFill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2000" b="1" kern="0" spc="30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4879" y="6650835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下载 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946319787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工作完成情况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683D2B0-9E57-411F-85C8-CB02D2FC96A5}"/>
              </a:ext>
            </a:extLst>
          </p:cNvPr>
          <p:cNvGrpSpPr/>
          <p:nvPr/>
        </p:nvGrpSpPr>
        <p:grpSpPr>
          <a:xfrm>
            <a:off x="5000929" y="2556557"/>
            <a:ext cx="2190143" cy="2194587"/>
            <a:chOff x="4540441" y="2047629"/>
            <a:chExt cx="3136739" cy="313005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41BC101-A18B-43D6-B1A2-6D4823534BF4}"/>
                </a:ext>
              </a:extLst>
            </p:cNvPr>
            <p:cNvSpPr/>
            <p:nvPr/>
          </p:nvSpPr>
          <p:spPr>
            <a:xfrm rot="2700000">
              <a:off x="4540441" y="2047629"/>
              <a:ext cx="1226916" cy="1226916"/>
            </a:xfrm>
            <a:prstGeom prst="rect">
              <a:avLst/>
            </a:prstGeom>
            <a:solidFill>
              <a:srgbClr val="E208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E600908-2B6A-420B-97E2-017279E00F36}"/>
                </a:ext>
              </a:extLst>
            </p:cNvPr>
            <p:cNvSpPr/>
            <p:nvPr/>
          </p:nvSpPr>
          <p:spPr>
            <a:xfrm rot="2700000">
              <a:off x="4540441" y="3928147"/>
              <a:ext cx="1226916" cy="1226916"/>
            </a:xfrm>
            <a:prstGeom prst="rect">
              <a:avLst/>
            </a:prstGeom>
            <a:solidFill>
              <a:srgbClr val="1A25B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B31D95C-8396-4F8E-8BD5-3EB9B7A3CB58}"/>
                </a:ext>
              </a:extLst>
            </p:cNvPr>
            <p:cNvSpPr/>
            <p:nvPr/>
          </p:nvSpPr>
          <p:spPr>
            <a:xfrm rot="13500000">
              <a:off x="6450264" y="2070253"/>
              <a:ext cx="1226916" cy="1226916"/>
            </a:xfrm>
            <a:prstGeom prst="rect">
              <a:avLst/>
            </a:prstGeom>
            <a:solidFill>
              <a:srgbClr val="1A25B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229AE6A-08DD-474D-B51F-3761EF8A67AC}"/>
                </a:ext>
              </a:extLst>
            </p:cNvPr>
            <p:cNvSpPr/>
            <p:nvPr/>
          </p:nvSpPr>
          <p:spPr>
            <a:xfrm rot="13500000">
              <a:off x="6450264" y="3950771"/>
              <a:ext cx="1226916" cy="1226916"/>
            </a:xfrm>
            <a:prstGeom prst="rect">
              <a:avLst/>
            </a:prstGeom>
            <a:solidFill>
              <a:srgbClr val="E208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" name="Freeform 33">
              <a:extLst>
                <a:ext uri="{FF2B5EF4-FFF2-40B4-BE49-F238E27FC236}">
                  <a16:creationId xmlns:a16="http://schemas.microsoft.com/office/drawing/2014/main" id="{16DBEEE0-6152-4E75-8815-4095B61006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939" y="2430445"/>
              <a:ext cx="423566" cy="506532"/>
            </a:xfrm>
            <a:custGeom>
              <a:avLst/>
              <a:gdLst>
                <a:gd name="T0" fmla="*/ 102 w 120"/>
                <a:gd name="T1" fmla="*/ 60 h 144"/>
                <a:gd name="T2" fmla="*/ 102 w 120"/>
                <a:gd name="T3" fmla="*/ 42 h 144"/>
                <a:gd name="T4" fmla="*/ 60 w 120"/>
                <a:gd name="T5" fmla="*/ 0 h 144"/>
                <a:gd name="T6" fmla="*/ 18 w 120"/>
                <a:gd name="T7" fmla="*/ 42 h 144"/>
                <a:gd name="T8" fmla="*/ 18 w 120"/>
                <a:gd name="T9" fmla="*/ 60 h 144"/>
                <a:gd name="T10" fmla="*/ 0 w 120"/>
                <a:gd name="T11" fmla="*/ 60 h 144"/>
                <a:gd name="T12" fmla="*/ 0 w 120"/>
                <a:gd name="T13" fmla="*/ 144 h 144"/>
                <a:gd name="T14" fmla="*/ 120 w 120"/>
                <a:gd name="T15" fmla="*/ 144 h 144"/>
                <a:gd name="T16" fmla="*/ 120 w 120"/>
                <a:gd name="T17" fmla="*/ 60 h 144"/>
                <a:gd name="T18" fmla="*/ 102 w 120"/>
                <a:gd name="T19" fmla="*/ 60 h 144"/>
                <a:gd name="T20" fmla="*/ 66 w 120"/>
                <a:gd name="T21" fmla="*/ 106 h 144"/>
                <a:gd name="T22" fmla="*/ 66 w 120"/>
                <a:gd name="T23" fmla="*/ 126 h 144"/>
                <a:gd name="T24" fmla="*/ 54 w 120"/>
                <a:gd name="T25" fmla="*/ 126 h 144"/>
                <a:gd name="T26" fmla="*/ 54 w 120"/>
                <a:gd name="T27" fmla="*/ 106 h 144"/>
                <a:gd name="T28" fmla="*/ 48 w 120"/>
                <a:gd name="T29" fmla="*/ 96 h 144"/>
                <a:gd name="T30" fmla="*/ 60 w 120"/>
                <a:gd name="T31" fmla="*/ 84 h 144"/>
                <a:gd name="T32" fmla="*/ 72 w 120"/>
                <a:gd name="T33" fmla="*/ 96 h 144"/>
                <a:gd name="T34" fmla="*/ 66 w 120"/>
                <a:gd name="T35" fmla="*/ 106 h 144"/>
                <a:gd name="T36" fmla="*/ 90 w 120"/>
                <a:gd name="T37" fmla="*/ 60 h 144"/>
                <a:gd name="T38" fmla="*/ 30 w 120"/>
                <a:gd name="T39" fmla="*/ 60 h 144"/>
                <a:gd name="T40" fmla="*/ 30 w 120"/>
                <a:gd name="T41" fmla="*/ 42 h 144"/>
                <a:gd name="T42" fmla="*/ 60 w 120"/>
                <a:gd name="T43" fmla="*/ 12 h 144"/>
                <a:gd name="T44" fmla="*/ 90 w 120"/>
                <a:gd name="T45" fmla="*/ 42 h 144"/>
                <a:gd name="T46" fmla="*/ 90 w 120"/>
                <a:gd name="T47" fmla="*/ 6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0" h="144">
                  <a:moveTo>
                    <a:pt x="102" y="60"/>
                  </a:moveTo>
                  <a:cubicBezTo>
                    <a:pt x="102" y="42"/>
                    <a:pt x="102" y="42"/>
                    <a:pt x="102" y="42"/>
                  </a:cubicBezTo>
                  <a:cubicBezTo>
                    <a:pt x="102" y="42"/>
                    <a:pt x="102" y="0"/>
                    <a:pt x="60" y="0"/>
                  </a:cubicBezTo>
                  <a:cubicBezTo>
                    <a:pt x="18" y="0"/>
                    <a:pt x="18" y="42"/>
                    <a:pt x="18" y="42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120" y="144"/>
                    <a:pt x="120" y="144"/>
                    <a:pt x="120" y="144"/>
                  </a:cubicBezTo>
                  <a:cubicBezTo>
                    <a:pt x="120" y="60"/>
                    <a:pt x="120" y="60"/>
                    <a:pt x="120" y="60"/>
                  </a:cubicBezTo>
                  <a:lnTo>
                    <a:pt x="102" y="60"/>
                  </a:lnTo>
                  <a:close/>
                  <a:moveTo>
                    <a:pt x="66" y="106"/>
                  </a:moveTo>
                  <a:cubicBezTo>
                    <a:pt x="66" y="126"/>
                    <a:pt x="66" y="126"/>
                    <a:pt x="66" y="126"/>
                  </a:cubicBezTo>
                  <a:cubicBezTo>
                    <a:pt x="54" y="126"/>
                    <a:pt x="54" y="126"/>
                    <a:pt x="54" y="126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0" y="104"/>
                    <a:pt x="48" y="100"/>
                    <a:pt x="48" y="96"/>
                  </a:cubicBezTo>
                  <a:cubicBezTo>
                    <a:pt x="48" y="89"/>
                    <a:pt x="53" y="84"/>
                    <a:pt x="60" y="84"/>
                  </a:cubicBezTo>
                  <a:cubicBezTo>
                    <a:pt x="67" y="84"/>
                    <a:pt x="72" y="89"/>
                    <a:pt x="72" y="96"/>
                  </a:cubicBezTo>
                  <a:cubicBezTo>
                    <a:pt x="72" y="100"/>
                    <a:pt x="70" y="104"/>
                    <a:pt x="66" y="106"/>
                  </a:cubicBezTo>
                  <a:moveTo>
                    <a:pt x="90" y="60"/>
                  </a:moveTo>
                  <a:cubicBezTo>
                    <a:pt x="30" y="60"/>
                    <a:pt x="30" y="60"/>
                    <a:pt x="30" y="60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37"/>
                    <a:pt x="32" y="12"/>
                    <a:pt x="60" y="12"/>
                  </a:cubicBezTo>
                  <a:cubicBezTo>
                    <a:pt x="88" y="12"/>
                    <a:pt x="90" y="37"/>
                    <a:pt x="90" y="42"/>
                  </a:cubicBezTo>
                  <a:lnTo>
                    <a:pt x="90" y="6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50FAC113-B1EE-4B5D-93CD-7AC0ECF00EC3}"/>
                </a:ext>
              </a:extLst>
            </p:cNvPr>
            <p:cNvGrpSpPr/>
            <p:nvPr/>
          </p:nvGrpSpPr>
          <p:grpSpPr>
            <a:xfrm>
              <a:off x="6810456" y="4308887"/>
              <a:ext cx="506532" cy="508715"/>
              <a:chOff x="2649649" y="3455891"/>
              <a:chExt cx="506532" cy="508715"/>
            </a:xfrm>
            <a:solidFill>
              <a:sysClr val="window" lastClr="FFFFFF"/>
            </a:solidFill>
            <a:effectLst/>
          </p:grpSpPr>
          <p:sp>
            <p:nvSpPr>
              <p:cNvPr id="19" name="Freeform 58">
                <a:extLst>
                  <a:ext uri="{FF2B5EF4-FFF2-40B4-BE49-F238E27FC236}">
                    <a16:creationId xmlns:a16="http://schemas.microsoft.com/office/drawing/2014/main" id="{1A386C4F-7803-4823-93DE-6C6D2689F48F}"/>
                  </a:ext>
                </a:extLst>
              </p:cNvPr>
              <p:cNvSpPr/>
              <p:nvPr/>
            </p:nvSpPr>
            <p:spPr bwMode="auto">
              <a:xfrm>
                <a:off x="2795934" y="3455891"/>
                <a:ext cx="211785" cy="316583"/>
              </a:xfrm>
              <a:custGeom>
                <a:avLst/>
                <a:gdLst>
                  <a:gd name="T0" fmla="*/ 68 w 97"/>
                  <a:gd name="T1" fmla="*/ 87 h 145"/>
                  <a:gd name="T2" fmla="*/ 68 w 97"/>
                  <a:gd name="T3" fmla="*/ 0 h 145"/>
                  <a:gd name="T4" fmla="*/ 29 w 97"/>
                  <a:gd name="T5" fmla="*/ 0 h 145"/>
                  <a:gd name="T6" fmla="*/ 29 w 97"/>
                  <a:gd name="T7" fmla="*/ 87 h 145"/>
                  <a:gd name="T8" fmla="*/ 0 w 97"/>
                  <a:gd name="T9" fmla="*/ 87 h 145"/>
                  <a:gd name="T10" fmla="*/ 49 w 97"/>
                  <a:gd name="T11" fmla="*/ 145 h 145"/>
                  <a:gd name="T12" fmla="*/ 97 w 97"/>
                  <a:gd name="T13" fmla="*/ 87 h 145"/>
                  <a:gd name="T14" fmla="*/ 68 w 97"/>
                  <a:gd name="T15" fmla="*/ 87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7" h="145">
                    <a:moveTo>
                      <a:pt x="68" y="87"/>
                    </a:moveTo>
                    <a:lnTo>
                      <a:pt x="68" y="0"/>
                    </a:lnTo>
                    <a:lnTo>
                      <a:pt x="29" y="0"/>
                    </a:lnTo>
                    <a:lnTo>
                      <a:pt x="29" y="87"/>
                    </a:lnTo>
                    <a:lnTo>
                      <a:pt x="0" y="87"/>
                    </a:lnTo>
                    <a:lnTo>
                      <a:pt x="49" y="145"/>
                    </a:lnTo>
                    <a:lnTo>
                      <a:pt x="97" y="87"/>
                    </a:lnTo>
                    <a:lnTo>
                      <a:pt x="68" y="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Freeform 59">
                <a:extLst>
                  <a:ext uri="{FF2B5EF4-FFF2-40B4-BE49-F238E27FC236}">
                    <a16:creationId xmlns:a16="http://schemas.microsoft.com/office/drawing/2014/main" id="{F181DADB-F1A3-4974-9378-5CADF943F798}"/>
                  </a:ext>
                </a:extLst>
              </p:cNvPr>
              <p:cNvSpPr/>
              <p:nvPr/>
            </p:nvSpPr>
            <p:spPr bwMode="auto">
              <a:xfrm>
                <a:off x="2649649" y="3499557"/>
                <a:ext cx="506532" cy="465049"/>
              </a:xfrm>
              <a:custGeom>
                <a:avLst/>
                <a:gdLst>
                  <a:gd name="T0" fmla="*/ 180 w 232"/>
                  <a:gd name="T1" fmla="*/ 0 h 213"/>
                  <a:gd name="T2" fmla="*/ 155 w 232"/>
                  <a:gd name="T3" fmla="*/ 0 h 213"/>
                  <a:gd name="T4" fmla="*/ 155 w 232"/>
                  <a:gd name="T5" fmla="*/ 19 h 213"/>
                  <a:gd name="T6" fmla="*/ 168 w 232"/>
                  <a:gd name="T7" fmla="*/ 19 h 213"/>
                  <a:gd name="T8" fmla="*/ 211 w 232"/>
                  <a:gd name="T9" fmla="*/ 116 h 213"/>
                  <a:gd name="T10" fmla="*/ 159 w 232"/>
                  <a:gd name="T11" fmla="*/ 116 h 213"/>
                  <a:gd name="T12" fmla="*/ 140 w 232"/>
                  <a:gd name="T13" fmla="*/ 145 h 213"/>
                  <a:gd name="T14" fmla="*/ 92 w 232"/>
                  <a:gd name="T15" fmla="*/ 145 h 213"/>
                  <a:gd name="T16" fmla="*/ 72 w 232"/>
                  <a:gd name="T17" fmla="*/ 116 h 213"/>
                  <a:gd name="T18" fmla="*/ 21 w 232"/>
                  <a:gd name="T19" fmla="*/ 116 h 213"/>
                  <a:gd name="T20" fmla="*/ 64 w 232"/>
                  <a:gd name="T21" fmla="*/ 19 h 213"/>
                  <a:gd name="T22" fmla="*/ 77 w 232"/>
                  <a:gd name="T23" fmla="*/ 19 h 213"/>
                  <a:gd name="T24" fmla="*/ 77 w 232"/>
                  <a:gd name="T25" fmla="*/ 0 h 213"/>
                  <a:gd name="T26" fmla="*/ 51 w 232"/>
                  <a:gd name="T27" fmla="*/ 0 h 213"/>
                  <a:gd name="T28" fmla="*/ 0 w 232"/>
                  <a:gd name="T29" fmla="*/ 114 h 213"/>
                  <a:gd name="T30" fmla="*/ 0 w 232"/>
                  <a:gd name="T31" fmla="*/ 213 h 213"/>
                  <a:gd name="T32" fmla="*/ 232 w 232"/>
                  <a:gd name="T33" fmla="*/ 213 h 213"/>
                  <a:gd name="T34" fmla="*/ 232 w 232"/>
                  <a:gd name="T35" fmla="*/ 114 h 213"/>
                  <a:gd name="T36" fmla="*/ 180 w 232"/>
                  <a:gd name="T37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1" h="213">
                    <a:moveTo>
                      <a:pt x="180" y="0"/>
                    </a:moveTo>
                    <a:lnTo>
                      <a:pt x="155" y="0"/>
                    </a:lnTo>
                    <a:lnTo>
                      <a:pt x="155" y="19"/>
                    </a:lnTo>
                    <a:lnTo>
                      <a:pt x="168" y="19"/>
                    </a:lnTo>
                    <a:lnTo>
                      <a:pt x="211" y="116"/>
                    </a:lnTo>
                    <a:lnTo>
                      <a:pt x="159" y="116"/>
                    </a:lnTo>
                    <a:lnTo>
                      <a:pt x="140" y="145"/>
                    </a:lnTo>
                    <a:lnTo>
                      <a:pt x="92" y="145"/>
                    </a:lnTo>
                    <a:lnTo>
                      <a:pt x="72" y="116"/>
                    </a:lnTo>
                    <a:lnTo>
                      <a:pt x="21" y="116"/>
                    </a:lnTo>
                    <a:lnTo>
                      <a:pt x="64" y="19"/>
                    </a:lnTo>
                    <a:lnTo>
                      <a:pt x="77" y="19"/>
                    </a:lnTo>
                    <a:lnTo>
                      <a:pt x="77" y="0"/>
                    </a:lnTo>
                    <a:lnTo>
                      <a:pt x="51" y="0"/>
                    </a:lnTo>
                    <a:lnTo>
                      <a:pt x="0" y="114"/>
                    </a:lnTo>
                    <a:lnTo>
                      <a:pt x="0" y="213"/>
                    </a:lnTo>
                    <a:lnTo>
                      <a:pt x="232" y="213"/>
                    </a:lnTo>
                    <a:lnTo>
                      <a:pt x="232" y="114"/>
                    </a:lnTo>
                    <a:lnTo>
                      <a:pt x="18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D625824-6CBE-4A78-B6B9-88CD21DF0104}"/>
                </a:ext>
              </a:extLst>
            </p:cNvPr>
            <p:cNvGrpSpPr/>
            <p:nvPr/>
          </p:nvGrpSpPr>
          <p:grpSpPr>
            <a:xfrm>
              <a:off x="4899541" y="2471136"/>
              <a:ext cx="508716" cy="423566"/>
              <a:chOff x="2662747" y="4477689"/>
              <a:chExt cx="508716" cy="423566"/>
            </a:xfrm>
            <a:solidFill>
              <a:sysClr val="window" lastClr="FFFFFF"/>
            </a:solidFill>
            <a:effectLst/>
          </p:grpSpPr>
          <p:sp>
            <p:nvSpPr>
              <p:cNvPr id="14" name="Rectangle 74">
                <a:extLst>
                  <a:ext uri="{FF2B5EF4-FFF2-40B4-BE49-F238E27FC236}">
                    <a16:creationId xmlns:a16="http://schemas.microsoft.com/office/drawing/2014/main" id="{2652B995-B56B-482E-8C20-874A8033BB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6067" y="4541008"/>
                <a:ext cx="379900" cy="18995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Rectangle 75">
                <a:extLst>
                  <a:ext uri="{FF2B5EF4-FFF2-40B4-BE49-F238E27FC236}">
                    <a16:creationId xmlns:a16="http://schemas.microsoft.com/office/drawing/2014/main" id="{7496FA81-A40F-43DA-BC24-C34576831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6067" y="4541008"/>
                <a:ext cx="379900" cy="18995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Rectangle 76">
                <a:extLst>
                  <a:ext uri="{FF2B5EF4-FFF2-40B4-BE49-F238E27FC236}">
                    <a16:creationId xmlns:a16="http://schemas.microsoft.com/office/drawing/2014/main" id="{0B6FE8BE-D795-433A-BCA0-2BEC1B1308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6067" y="4541008"/>
                <a:ext cx="379900" cy="18995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Rectangle 77">
                <a:extLst>
                  <a:ext uri="{FF2B5EF4-FFF2-40B4-BE49-F238E27FC236}">
                    <a16:creationId xmlns:a16="http://schemas.microsoft.com/office/drawing/2014/main" id="{F2B0E79C-80EB-460B-9E43-3C6E465CF1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6067" y="4541008"/>
                <a:ext cx="379900" cy="18995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Freeform 78">
                <a:extLst>
                  <a:ext uri="{FF2B5EF4-FFF2-40B4-BE49-F238E27FC236}">
                    <a16:creationId xmlns:a16="http://schemas.microsoft.com/office/drawing/2014/main" id="{8B942E63-22E9-4E4D-AB8F-6982DCE0CC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62747" y="4477689"/>
                <a:ext cx="508716" cy="423566"/>
              </a:xfrm>
              <a:custGeom>
                <a:avLst/>
                <a:gdLst>
                  <a:gd name="T0" fmla="*/ 132 w 144"/>
                  <a:gd name="T1" fmla="*/ 0 h 120"/>
                  <a:gd name="T2" fmla="*/ 12 w 144"/>
                  <a:gd name="T3" fmla="*/ 0 h 120"/>
                  <a:gd name="T4" fmla="*/ 0 w 144"/>
                  <a:gd name="T5" fmla="*/ 12 h 120"/>
                  <a:gd name="T6" fmla="*/ 0 w 144"/>
                  <a:gd name="T7" fmla="*/ 78 h 120"/>
                  <a:gd name="T8" fmla="*/ 12 w 144"/>
                  <a:gd name="T9" fmla="*/ 90 h 120"/>
                  <a:gd name="T10" fmla="*/ 60 w 144"/>
                  <a:gd name="T11" fmla="*/ 90 h 120"/>
                  <a:gd name="T12" fmla="*/ 60 w 144"/>
                  <a:gd name="T13" fmla="*/ 114 h 120"/>
                  <a:gd name="T14" fmla="*/ 54 w 144"/>
                  <a:gd name="T15" fmla="*/ 114 h 120"/>
                  <a:gd name="T16" fmla="*/ 48 w 144"/>
                  <a:gd name="T17" fmla="*/ 120 h 120"/>
                  <a:gd name="T18" fmla="*/ 96 w 144"/>
                  <a:gd name="T19" fmla="*/ 120 h 120"/>
                  <a:gd name="T20" fmla="*/ 90 w 144"/>
                  <a:gd name="T21" fmla="*/ 114 h 120"/>
                  <a:gd name="T22" fmla="*/ 84 w 144"/>
                  <a:gd name="T23" fmla="*/ 114 h 120"/>
                  <a:gd name="T24" fmla="*/ 84 w 144"/>
                  <a:gd name="T25" fmla="*/ 90 h 120"/>
                  <a:gd name="T26" fmla="*/ 132 w 144"/>
                  <a:gd name="T27" fmla="*/ 90 h 120"/>
                  <a:gd name="T28" fmla="*/ 144 w 144"/>
                  <a:gd name="T29" fmla="*/ 78 h 120"/>
                  <a:gd name="T30" fmla="*/ 144 w 144"/>
                  <a:gd name="T31" fmla="*/ 12 h 120"/>
                  <a:gd name="T32" fmla="*/ 132 w 144"/>
                  <a:gd name="T33" fmla="*/ 0 h 120"/>
                  <a:gd name="T34" fmla="*/ 132 w 144"/>
                  <a:gd name="T35" fmla="*/ 78 h 120"/>
                  <a:gd name="T36" fmla="*/ 12 w 144"/>
                  <a:gd name="T37" fmla="*/ 78 h 120"/>
                  <a:gd name="T38" fmla="*/ 12 w 144"/>
                  <a:gd name="T39" fmla="*/ 12 h 120"/>
                  <a:gd name="T40" fmla="*/ 132 w 144"/>
                  <a:gd name="T41" fmla="*/ 12 h 120"/>
                  <a:gd name="T42" fmla="*/ 132 w 144"/>
                  <a:gd name="T43" fmla="*/ 78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4" h="120">
                    <a:moveTo>
                      <a:pt x="132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85"/>
                      <a:pt x="5" y="90"/>
                      <a:pt x="12" y="90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60" y="114"/>
                      <a:pt x="60" y="114"/>
                      <a:pt x="60" y="114"/>
                    </a:cubicBezTo>
                    <a:cubicBezTo>
                      <a:pt x="54" y="114"/>
                      <a:pt x="54" y="114"/>
                      <a:pt x="54" y="114"/>
                    </a:cubicBezTo>
                    <a:cubicBezTo>
                      <a:pt x="48" y="114"/>
                      <a:pt x="48" y="120"/>
                      <a:pt x="48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6" y="114"/>
                      <a:pt x="90" y="114"/>
                      <a:pt x="90" y="114"/>
                    </a:cubicBezTo>
                    <a:cubicBezTo>
                      <a:pt x="84" y="114"/>
                      <a:pt x="84" y="114"/>
                      <a:pt x="84" y="114"/>
                    </a:cubicBezTo>
                    <a:cubicBezTo>
                      <a:pt x="84" y="90"/>
                      <a:pt x="84" y="90"/>
                      <a:pt x="84" y="90"/>
                    </a:cubicBezTo>
                    <a:cubicBezTo>
                      <a:pt x="132" y="90"/>
                      <a:pt x="132" y="90"/>
                      <a:pt x="132" y="90"/>
                    </a:cubicBezTo>
                    <a:cubicBezTo>
                      <a:pt x="139" y="90"/>
                      <a:pt x="144" y="85"/>
                      <a:pt x="144" y="78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44" y="5"/>
                      <a:pt x="139" y="0"/>
                      <a:pt x="132" y="0"/>
                    </a:cubicBezTo>
                    <a:moveTo>
                      <a:pt x="132" y="78"/>
                    </a:moveTo>
                    <a:cubicBezTo>
                      <a:pt x="12" y="78"/>
                      <a:pt x="12" y="78"/>
                      <a:pt x="12" y="78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32" y="12"/>
                      <a:pt x="132" y="12"/>
                      <a:pt x="132" y="12"/>
                    </a:cubicBezTo>
                    <a:lnTo>
                      <a:pt x="132" y="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3" name="Freeform 120">
              <a:extLst>
                <a:ext uri="{FF2B5EF4-FFF2-40B4-BE49-F238E27FC236}">
                  <a16:creationId xmlns:a16="http://schemas.microsoft.com/office/drawing/2014/main" id="{C77F261E-3338-4327-B99E-8E2797C7D5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99541" y="4165288"/>
              <a:ext cx="508716" cy="465049"/>
            </a:xfrm>
            <a:custGeom>
              <a:avLst/>
              <a:gdLst>
                <a:gd name="T0" fmla="*/ 202 w 233"/>
                <a:gd name="T1" fmla="*/ 0 h 213"/>
                <a:gd name="T2" fmla="*/ 184 w 233"/>
                <a:gd name="T3" fmla="*/ 0 h 213"/>
                <a:gd name="T4" fmla="*/ 174 w 233"/>
                <a:gd name="T5" fmla="*/ 0 h 213"/>
                <a:gd name="T6" fmla="*/ 58 w 233"/>
                <a:gd name="T7" fmla="*/ 0 h 213"/>
                <a:gd name="T8" fmla="*/ 48 w 233"/>
                <a:gd name="T9" fmla="*/ 0 h 213"/>
                <a:gd name="T10" fmla="*/ 31 w 233"/>
                <a:gd name="T11" fmla="*/ 0 h 213"/>
                <a:gd name="T12" fmla="*/ 0 w 233"/>
                <a:gd name="T13" fmla="*/ 113 h 213"/>
                <a:gd name="T14" fmla="*/ 0 w 233"/>
                <a:gd name="T15" fmla="*/ 213 h 213"/>
                <a:gd name="T16" fmla="*/ 233 w 233"/>
                <a:gd name="T17" fmla="*/ 213 h 213"/>
                <a:gd name="T18" fmla="*/ 233 w 233"/>
                <a:gd name="T19" fmla="*/ 116 h 213"/>
                <a:gd name="T20" fmla="*/ 202 w 233"/>
                <a:gd name="T21" fmla="*/ 0 h 213"/>
                <a:gd name="T22" fmla="*/ 47 w 233"/>
                <a:gd name="T23" fmla="*/ 19 h 213"/>
                <a:gd name="T24" fmla="*/ 48 w 233"/>
                <a:gd name="T25" fmla="*/ 19 h 213"/>
                <a:gd name="T26" fmla="*/ 58 w 233"/>
                <a:gd name="T27" fmla="*/ 19 h 213"/>
                <a:gd name="T28" fmla="*/ 174 w 233"/>
                <a:gd name="T29" fmla="*/ 19 h 213"/>
                <a:gd name="T30" fmla="*/ 184 w 233"/>
                <a:gd name="T31" fmla="*/ 19 h 213"/>
                <a:gd name="T32" fmla="*/ 186 w 233"/>
                <a:gd name="T33" fmla="*/ 19 h 213"/>
                <a:gd name="T34" fmla="*/ 213 w 233"/>
                <a:gd name="T35" fmla="*/ 116 h 213"/>
                <a:gd name="T36" fmla="*/ 160 w 233"/>
                <a:gd name="T37" fmla="*/ 116 h 213"/>
                <a:gd name="T38" fmla="*/ 141 w 233"/>
                <a:gd name="T39" fmla="*/ 145 h 213"/>
                <a:gd name="T40" fmla="*/ 92 w 233"/>
                <a:gd name="T41" fmla="*/ 145 h 213"/>
                <a:gd name="T42" fmla="*/ 73 w 233"/>
                <a:gd name="T43" fmla="*/ 116 h 213"/>
                <a:gd name="T44" fmla="*/ 19 w 233"/>
                <a:gd name="T45" fmla="*/ 116 h 213"/>
                <a:gd name="T46" fmla="*/ 47 w 233"/>
                <a:gd name="T47" fmla="*/ 19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33" h="213">
                  <a:moveTo>
                    <a:pt x="202" y="0"/>
                  </a:moveTo>
                  <a:lnTo>
                    <a:pt x="184" y="0"/>
                  </a:lnTo>
                  <a:lnTo>
                    <a:pt x="174" y="0"/>
                  </a:lnTo>
                  <a:lnTo>
                    <a:pt x="58" y="0"/>
                  </a:lnTo>
                  <a:lnTo>
                    <a:pt x="48" y="0"/>
                  </a:lnTo>
                  <a:lnTo>
                    <a:pt x="31" y="0"/>
                  </a:lnTo>
                  <a:lnTo>
                    <a:pt x="0" y="113"/>
                  </a:lnTo>
                  <a:lnTo>
                    <a:pt x="0" y="213"/>
                  </a:lnTo>
                  <a:lnTo>
                    <a:pt x="233" y="213"/>
                  </a:lnTo>
                  <a:lnTo>
                    <a:pt x="233" y="116"/>
                  </a:lnTo>
                  <a:lnTo>
                    <a:pt x="202" y="0"/>
                  </a:lnTo>
                  <a:close/>
                  <a:moveTo>
                    <a:pt x="47" y="19"/>
                  </a:moveTo>
                  <a:lnTo>
                    <a:pt x="48" y="19"/>
                  </a:lnTo>
                  <a:lnTo>
                    <a:pt x="58" y="19"/>
                  </a:lnTo>
                  <a:lnTo>
                    <a:pt x="174" y="19"/>
                  </a:lnTo>
                  <a:lnTo>
                    <a:pt x="184" y="19"/>
                  </a:lnTo>
                  <a:lnTo>
                    <a:pt x="186" y="19"/>
                  </a:lnTo>
                  <a:lnTo>
                    <a:pt x="213" y="116"/>
                  </a:lnTo>
                  <a:lnTo>
                    <a:pt x="160" y="116"/>
                  </a:lnTo>
                  <a:lnTo>
                    <a:pt x="141" y="145"/>
                  </a:lnTo>
                  <a:lnTo>
                    <a:pt x="92" y="145"/>
                  </a:lnTo>
                  <a:lnTo>
                    <a:pt x="73" y="116"/>
                  </a:lnTo>
                  <a:lnTo>
                    <a:pt x="19" y="116"/>
                  </a:lnTo>
                  <a:lnTo>
                    <a:pt x="47" y="19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340A186-8303-4E0E-B123-DE15917017A4}"/>
              </a:ext>
            </a:extLst>
          </p:cNvPr>
          <p:cNvGrpSpPr/>
          <p:nvPr/>
        </p:nvGrpSpPr>
        <p:grpSpPr>
          <a:xfrm>
            <a:off x="1106906" y="1928436"/>
            <a:ext cx="3274032" cy="1498750"/>
            <a:chOff x="1106906" y="1928436"/>
            <a:chExt cx="3274032" cy="1498750"/>
          </a:xfrm>
        </p:grpSpPr>
        <p:sp>
          <p:nvSpPr>
            <p:cNvPr id="22" name="iSľiḑé">
              <a:extLst>
                <a:ext uri="{FF2B5EF4-FFF2-40B4-BE49-F238E27FC236}">
                  <a16:creationId xmlns:a16="http://schemas.microsoft.com/office/drawing/2014/main" id="{B8EE2B26-01CA-4BEA-89A0-E3DC256EAAE9}"/>
                </a:ext>
              </a:extLst>
            </p:cNvPr>
            <p:cNvSpPr txBox="1"/>
            <p:nvPr/>
          </p:nvSpPr>
          <p:spPr>
            <a:xfrm>
              <a:off x="1106906" y="2436267"/>
              <a:ext cx="3274032" cy="99091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algn="r">
                <a:lnSpc>
                  <a:spcPct val="150000"/>
                </a:lnSpc>
                <a:defRPr/>
              </a:pPr>
              <a:r>
                <a:rPr lang="zh-CN" altLang="en-US" sz="1600" b="1" kern="0">
                  <a:solidFill>
                    <a:schemeClr val="bg1"/>
                  </a:solidFill>
                  <a:cs typeface="+mn-ea"/>
                  <a:sym typeface="+mn-lt"/>
                </a:rPr>
                <a:t>请单击此处添加合适文字加以说明，可调整文字大X或颜色等属性。</a:t>
              </a:r>
            </a:p>
          </p:txBody>
        </p:sp>
        <p:sp>
          <p:nvSpPr>
            <p:cNvPr id="23" name="íşlíďè">
              <a:extLst>
                <a:ext uri="{FF2B5EF4-FFF2-40B4-BE49-F238E27FC236}">
                  <a16:creationId xmlns:a16="http://schemas.microsoft.com/office/drawing/2014/main" id="{BF080AC3-5792-4C88-BDD4-A7FE9BF354D0}"/>
                </a:ext>
              </a:extLst>
            </p:cNvPr>
            <p:cNvSpPr/>
            <p:nvPr/>
          </p:nvSpPr>
          <p:spPr>
            <a:xfrm>
              <a:off x="1769760" y="1928436"/>
              <a:ext cx="2611177" cy="507831"/>
            </a:xfrm>
            <a:prstGeom prst="rect">
              <a:avLst/>
            </a:prstGeom>
          </p:spPr>
          <p:txBody>
            <a:bodyPr wrap="square" lIns="91440" tIns="45720" rIns="91440" bIns="45720" anchor="ctr">
              <a:normAutofit/>
            </a:bodyPr>
            <a:lstStyle/>
            <a:p>
              <a:pPr algn="r">
                <a:defRPr/>
              </a:pPr>
              <a:r>
                <a:rPr lang="zh-CN" altLang="en-US" sz="2000" b="1" kern="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437B1CD-7069-4570-B76A-8DD67F4960C3}"/>
              </a:ext>
            </a:extLst>
          </p:cNvPr>
          <p:cNvGrpSpPr/>
          <p:nvPr/>
        </p:nvGrpSpPr>
        <p:grpSpPr>
          <a:xfrm>
            <a:off x="1122948" y="3974535"/>
            <a:ext cx="3263646" cy="1523026"/>
            <a:chOff x="1122948" y="4247249"/>
            <a:chExt cx="3263646" cy="1523026"/>
          </a:xfrm>
        </p:grpSpPr>
        <p:sp>
          <p:nvSpPr>
            <p:cNvPr id="25" name="išḻidè">
              <a:extLst>
                <a:ext uri="{FF2B5EF4-FFF2-40B4-BE49-F238E27FC236}">
                  <a16:creationId xmlns:a16="http://schemas.microsoft.com/office/drawing/2014/main" id="{51B2A161-6851-496D-8DDE-B490D4B17E18}"/>
                </a:ext>
              </a:extLst>
            </p:cNvPr>
            <p:cNvSpPr txBox="1"/>
            <p:nvPr/>
          </p:nvSpPr>
          <p:spPr>
            <a:xfrm>
              <a:off x="1122948" y="4755078"/>
              <a:ext cx="3263646" cy="10151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algn="r">
                <a:lnSpc>
                  <a:spcPct val="150000"/>
                </a:lnSpc>
                <a:defRPr/>
              </a:pPr>
              <a:r>
                <a:rPr lang="zh-CN" altLang="en-US" sz="1600" b="1" kern="0">
                  <a:solidFill>
                    <a:schemeClr val="bg1"/>
                  </a:solidFill>
                  <a:cs typeface="+mn-ea"/>
                  <a:sym typeface="+mn-lt"/>
                </a:rPr>
                <a:t>请单击此处添加合适文字加以说明，可调整文字大X或颜色等属性。</a:t>
              </a:r>
            </a:p>
          </p:txBody>
        </p:sp>
        <p:sp>
          <p:nvSpPr>
            <p:cNvPr id="26" name="iš1ïdê">
              <a:extLst>
                <a:ext uri="{FF2B5EF4-FFF2-40B4-BE49-F238E27FC236}">
                  <a16:creationId xmlns:a16="http://schemas.microsoft.com/office/drawing/2014/main" id="{57E2A901-2485-4761-8B08-E665B5A3710C}"/>
                </a:ext>
              </a:extLst>
            </p:cNvPr>
            <p:cNvSpPr/>
            <p:nvPr/>
          </p:nvSpPr>
          <p:spPr>
            <a:xfrm>
              <a:off x="1775416" y="4247249"/>
              <a:ext cx="2611177" cy="507831"/>
            </a:xfrm>
            <a:prstGeom prst="rect">
              <a:avLst/>
            </a:prstGeom>
          </p:spPr>
          <p:txBody>
            <a:bodyPr wrap="square" lIns="91440" tIns="45720" rIns="91440" bIns="45720" anchor="ctr">
              <a:normAutofit/>
            </a:bodyPr>
            <a:lstStyle/>
            <a:p>
              <a:pPr algn="r">
                <a:defRPr/>
              </a:pPr>
              <a:r>
                <a:rPr lang="zh-CN" altLang="en-US" sz="2000" b="1" kern="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7B45361-8D88-4837-B20A-8A355539AE85}"/>
              </a:ext>
            </a:extLst>
          </p:cNvPr>
          <p:cNvGrpSpPr/>
          <p:nvPr/>
        </p:nvGrpSpPr>
        <p:grpSpPr>
          <a:xfrm>
            <a:off x="7805407" y="1922780"/>
            <a:ext cx="3600530" cy="1710237"/>
            <a:chOff x="7805407" y="1922780"/>
            <a:chExt cx="3600530" cy="1710237"/>
          </a:xfrm>
        </p:grpSpPr>
        <p:sp>
          <p:nvSpPr>
            <p:cNvPr id="28" name="îsḻíḑê">
              <a:extLst>
                <a:ext uri="{FF2B5EF4-FFF2-40B4-BE49-F238E27FC236}">
                  <a16:creationId xmlns:a16="http://schemas.microsoft.com/office/drawing/2014/main" id="{0D8F2BBF-3B2D-460C-A92A-A44053210FDE}"/>
                </a:ext>
              </a:extLst>
            </p:cNvPr>
            <p:cNvSpPr txBox="1"/>
            <p:nvPr/>
          </p:nvSpPr>
          <p:spPr>
            <a:xfrm>
              <a:off x="7805407" y="2430611"/>
              <a:ext cx="3600530" cy="1202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b="1" kern="0">
                  <a:solidFill>
                    <a:schemeClr val="bg1"/>
                  </a:solidFill>
                  <a:cs typeface="+mn-ea"/>
                  <a:sym typeface="+mn-lt"/>
                </a:rPr>
                <a:t>请单击此处添加合适文字加以说明，可调整文字大X或颜色等属性。</a:t>
              </a:r>
            </a:p>
          </p:txBody>
        </p:sp>
        <p:sp>
          <p:nvSpPr>
            <p:cNvPr id="29" name="islïdè">
              <a:extLst>
                <a:ext uri="{FF2B5EF4-FFF2-40B4-BE49-F238E27FC236}">
                  <a16:creationId xmlns:a16="http://schemas.microsoft.com/office/drawing/2014/main" id="{5A071EC5-7B03-4E64-8CF8-7A8BB9D57EF1}"/>
                </a:ext>
              </a:extLst>
            </p:cNvPr>
            <p:cNvSpPr/>
            <p:nvPr/>
          </p:nvSpPr>
          <p:spPr>
            <a:xfrm>
              <a:off x="7805407" y="1922780"/>
              <a:ext cx="2611177" cy="507831"/>
            </a:xfrm>
            <a:prstGeom prst="rect">
              <a:avLst/>
            </a:prstGeom>
          </p:spPr>
          <p:txBody>
            <a:bodyPr wrap="square" lIns="91440" tIns="45720" rIns="91440" bIns="45720" anchor="ctr">
              <a:normAutofit/>
            </a:bodyPr>
            <a:lstStyle/>
            <a:p>
              <a:pPr>
                <a:defRPr/>
              </a:pPr>
              <a:r>
                <a:rPr lang="zh-CN" altLang="en-US" sz="2000" b="1" kern="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EECD614-D25C-40C4-BAA5-20EB684643BB}"/>
              </a:ext>
            </a:extLst>
          </p:cNvPr>
          <p:cNvGrpSpPr/>
          <p:nvPr/>
        </p:nvGrpSpPr>
        <p:grpSpPr>
          <a:xfrm>
            <a:off x="7811063" y="3970292"/>
            <a:ext cx="3626958" cy="1527269"/>
            <a:chOff x="7811063" y="4243006"/>
            <a:chExt cx="3626958" cy="1527269"/>
          </a:xfrm>
        </p:grpSpPr>
        <p:sp>
          <p:nvSpPr>
            <p:cNvPr id="31" name="íṣḻïdè">
              <a:extLst>
                <a:ext uri="{FF2B5EF4-FFF2-40B4-BE49-F238E27FC236}">
                  <a16:creationId xmlns:a16="http://schemas.microsoft.com/office/drawing/2014/main" id="{732FAA34-8E75-461B-AF2B-E1F6332D1546}"/>
                </a:ext>
              </a:extLst>
            </p:cNvPr>
            <p:cNvSpPr txBox="1"/>
            <p:nvPr/>
          </p:nvSpPr>
          <p:spPr>
            <a:xfrm>
              <a:off x="7811063" y="4750837"/>
              <a:ext cx="3626958" cy="101943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b="1" kern="0">
                  <a:solidFill>
                    <a:schemeClr val="bg1"/>
                  </a:solidFill>
                  <a:cs typeface="+mn-ea"/>
                  <a:sym typeface="+mn-lt"/>
                </a:rPr>
                <a:t>请单击此处添加合适文字加以说明，可调整文字大X或颜色等属性。</a:t>
              </a:r>
            </a:p>
          </p:txBody>
        </p:sp>
        <p:sp>
          <p:nvSpPr>
            <p:cNvPr id="32" name="îṣľîďé">
              <a:extLst>
                <a:ext uri="{FF2B5EF4-FFF2-40B4-BE49-F238E27FC236}">
                  <a16:creationId xmlns:a16="http://schemas.microsoft.com/office/drawing/2014/main" id="{0085C363-944C-4450-B3F6-9D4D428CB526}"/>
                </a:ext>
              </a:extLst>
            </p:cNvPr>
            <p:cNvSpPr/>
            <p:nvPr/>
          </p:nvSpPr>
          <p:spPr>
            <a:xfrm>
              <a:off x="7811063" y="4243006"/>
              <a:ext cx="2611177" cy="507831"/>
            </a:xfrm>
            <a:prstGeom prst="rect">
              <a:avLst/>
            </a:prstGeom>
          </p:spPr>
          <p:txBody>
            <a:bodyPr wrap="square" lIns="91440" tIns="45720" rIns="91440" bIns="45720" anchor="ctr">
              <a:normAutofit/>
            </a:bodyPr>
            <a:lstStyle/>
            <a:p>
              <a:pPr>
                <a:defRPr/>
              </a:pPr>
              <a:r>
                <a:rPr lang="zh-CN" altLang="en-US" sz="2000" b="1" kern="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83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工作完成情况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D39F695-F12E-46BC-816A-B0A390715212}"/>
              </a:ext>
            </a:extLst>
          </p:cNvPr>
          <p:cNvGrpSpPr/>
          <p:nvPr/>
        </p:nvGrpSpPr>
        <p:grpSpPr>
          <a:xfrm>
            <a:off x="1548380" y="1984083"/>
            <a:ext cx="4880397" cy="4085082"/>
            <a:chOff x="1227538" y="1892679"/>
            <a:chExt cx="5337160" cy="4467410"/>
          </a:xfrm>
        </p:grpSpPr>
        <p:sp>
          <p:nvSpPr>
            <p:cNvPr id="6" name="圆角矩形 23">
              <a:extLst>
                <a:ext uri="{FF2B5EF4-FFF2-40B4-BE49-F238E27FC236}">
                  <a16:creationId xmlns:a16="http://schemas.microsoft.com/office/drawing/2014/main" id="{DDA591E5-93FD-463B-B5E3-3A5081D3EE92}"/>
                </a:ext>
              </a:extLst>
            </p:cNvPr>
            <p:cNvSpPr/>
            <p:nvPr/>
          </p:nvSpPr>
          <p:spPr>
            <a:xfrm>
              <a:off x="2046989" y="2976978"/>
              <a:ext cx="424303" cy="2247405"/>
            </a:xfrm>
            <a:prstGeom prst="roundRect">
              <a:avLst>
                <a:gd name="adj" fmla="val 50000"/>
              </a:avLst>
            </a:prstGeom>
            <a:solidFill>
              <a:srgbClr val="1A25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7" tIns="34284" rIns="68567" bIns="34284" rtlCol="0" anchor="ctr"/>
            <a:lstStyle/>
            <a:p>
              <a:pPr algn="ctr"/>
              <a:endParaRPr lang="zh-CN" altLang="en-US" sz="128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圆角矩形 24">
              <a:extLst>
                <a:ext uri="{FF2B5EF4-FFF2-40B4-BE49-F238E27FC236}">
                  <a16:creationId xmlns:a16="http://schemas.microsoft.com/office/drawing/2014/main" id="{C06B67B1-83DA-4CD4-886F-D323324B8B16}"/>
                </a:ext>
              </a:extLst>
            </p:cNvPr>
            <p:cNvSpPr/>
            <p:nvPr/>
          </p:nvSpPr>
          <p:spPr>
            <a:xfrm>
              <a:off x="1469328" y="2280789"/>
              <a:ext cx="424303" cy="2741574"/>
            </a:xfrm>
            <a:prstGeom prst="roundRect">
              <a:avLst>
                <a:gd name="adj" fmla="val 50000"/>
              </a:avLst>
            </a:prstGeom>
            <a:solidFill>
              <a:srgbClr val="E208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7" tIns="34284" rIns="68567" bIns="34284" rtlCol="0" anchor="ctr"/>
            <a:lstStyle/>
            <a:p>
              <a:pPr algn="ctr"/>
              <a:endParaRPr lang="zh-CN" altLang="en-US" sz="128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57CFB4E-5B72-45A4-AC34-5B0132ED0445}"/>
                </a:ext>
              </a:extLst>
            </p:cNvPr>
            <p:cNvSpPr/>
            <p:nvPr/>
          </p:nvSpPr>
          <p:spPr>
            <a:xfrm>
              <a:off x="1227538" y="4346490"/>
              <a:ext cx="1471658" cy="1471576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1A2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7" tIns="34284" rIns="68567" bIns="34284" rtlCol="0" anchor="ctr"/>
            <a:lstStyle/>
            <a:p>
              <a:pPr algn="ctr"/>
              <a:endParaRPr lang="zh-CN" altLang="en-US" sz="128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4EC6A8CF-A52D-44B8-BB4E-674B2401B3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0084899"/>
                </p:ext>
              </p:extLst>
            </p:nvPr>
          </p:nvGraphicFramePr>
          <p:xfrm>
            <a:off x="1678809" y="4797543"/>
            <a:ext cx="580680" cy="580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928cd56a40d74175" imgW="0" imgH="0" progId="">
                    <p:embed/>
                  </p:oleObj>
                </mc:Choice>
                <mc:Fallback>
                  <p:oleObj name="CorelDRAW" r:id="Rfc4acf648c7b4073" imgW="0" imgH="0" progId="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db03b5ae804e426e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78809" y="4797543"/>
                          <a:ext cx="580680" cy="58064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圆角矩形 29">
              <a:extLst>
                <a:ext uri="{FF2B5EF4-FFF2-40B4-BE49-F238E27FC236}">
                  <a16:creationId xmlns:a16="http://schemas.microsoft.com/office/drawing/2014/main" id="{0AF3A1A1-3F41-49D3-94BC-7C55429164D4}"/>
                </a:ext>
              </a:extLst>
            </p:cNvPr>
            <p:cNvSpPr/>
            <p:nvPr/>
          </p:nvSpPr>
          <p:spPr>
            <a:xfrm>
              <a:off x="3965338" y="3104859"/>
              <a:ext cx="424303" cy="2247405"/>
            </a:xfrm>
            <a:prstGeom prst="roundRect">
              <a:avLst>
                <a:gd name="adj" fmla="val 50000"/>
              </a:avLst>
            </a:prstGeom>
            <a:solidFill>
              <a:srgbClr val="1A25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7" tIns="34284" rIns="68567" bIns="34284" rtlCol="0" anchor="ctr"/>
            <a:lstStyle/>
            <a:p>
              <a:pPr algn="ctr"/>
              <a:endParaRPr lang="zh-CN" altLang="en-US" sz="128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圆角矩形 30">
              <a:extLst>
                <a:ext uri="{FF2B5EF4-FFF2-40B4-BE49-F238E27FC236}">
                  <a16:creationId xmlns:a16="http://schemas.microsoft.com/office/drawing/2014/main" id="{2449723E-6C70-461E-A11D-633914E7BD80}"/>
                </a:ext>
              </a:extLst>
            </p:cNvPr>
            <p:cNvSpPr/>
            <p:nvPr/>
          </p:nvSpPr>
          <p:spPr>
            <a:xfrm>
              <a:off x="3387677" y="2728340"/>
              <a:ext cx="424303" cy="2741574"/>
            </a:xfrm>
            <a:prstGeom prst="roundRect">
              <a:avLst>
                <a:gd name="adj" fmla="val 50000"/>
              </a:avLst>
            </a:prstGeom>
            <a:solidFill>
              <a:srgbClr val="E208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7" tIns="34284" rIns="68567" bIns="34284" rtlCol="0" anchor="ctr"/>
            <a:lstStyle/>
            <a:p>
              <a:pPr algn="ctr"/>
              <a:endParaRPr lang="zh-CN" altLang="en-US" sz="128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FCDA2ED-2E29-4E16-BE7B-584618BEC318}"/>
                </a:ext>
              </a:extLst>
            </p:cNvPr>
            <p:cNvSpPr/>
            <p:nvPr/>
          </p:nvSpPr>
          <p:spPr>
            <a:xfrm>
              <a:off x="3145887" y="4346490"/>
              <a:ext cx="1471658" cy="1471576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1A2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7" tIns="34284" rIns="68567" bIns="34284" rtlCol="0" anchor="ctr"/>
            <a:lstStyle/>
            <a:p>
              <a:pPr algn="ctr"/>
              <a:endParaRPr lang="zh-CN" altLang="en-US" sz="128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3" name="圆角矩形 32">
              <a:extLst>
                <a:ext uri="{FF2B5EF4-FFF2-40B4-BE49-F238E27FC236}">
                  <a16:creationId xmlns:a16="http://schemas.microsoft.com/office/drawing/2014/main" id="{5E488307-07FA-4DCE-A7A9-A1C0F0F75EDE}"/>
                </a:ext>
              </a:extLst>
            </p:cNvPr>
            <p:cNvSpPr/>
            <p:nvPr/>
          </p:nvSpPr>
          <p:spPr>
            <a:xfrm>
              <a:off x="5899439" y="3434827"/>
              <a:ext cx="424303" cy="1705397"/>
            </a:xfrm>
            <a:prstGeom prst="roundRect">
              <a:avLst>
                <a:gd name="adj" fmla="val 50000"/>
              </a:avLst>
            </a:prstGeom>
            <a:solidFill>
              <a:srgbClr val="1A25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7" tIns="34284" rIns="68567" bIns="34284" rtlCol="0" anchor="ctr"/>
            <a:lstStyle/>
            <a:p>
              <a:pPr algn="ctr"/>
              <a:endParaRPr lang="zh-CN" altLang="en-US" sz="128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4" name="圆角矩形 33">
              <a:extLst>
                <a:ext uri="{FF2B5EF4-FFF2-40B4-BE49-F238E27FC236}">
                  <a16:creationId xmlns:a16="http://schemas.microsoft.com/office/drawing/2014/main" id="{90A8F1EB-09DE-4793-92B4-FA92B99BE915}"/>
                </a:ext>
              </a:extLst>
            </p:cNvPr>
            <p:cNvSpPr/>
            <p:nvPr/>
          </p:nvSpPr>
          <p:spPr>
            <a:xfrm>
              <a:off x="5321778" y="2857403"/>
              <a:ext cx="424303" cy="2286880"/>
            </a:xfrm>
            <a:prstGeom prst="roundRect">
              <a:avLst>
                <a:gd name="adj" fmla="val 50000"/>
              </a:avLst>
            </a:prstGeom>
            <a:solidFill>
              <a:srgbClr val="E208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7" tIns="34284" rIns="68567" bIns="34284" rtlCol="0" anchor="ctr"/>
            <a:lstStyle/>
            <a:p>
              <a:pPr algn="ctr"/>
              <a:endParaRPr lang="zh-CN" altLang="en-US" sz="128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D267BC9F-5222-4F7F-8978-E744F940BF4F}"/>
                </a:ext>
              </a:extLst>
            </p:cNvPr>
            <p:cNvSpPr/>
            <p:nvPr/>
          </p:nvSpPr>
          <p:spPr>
            <a:xfrm>
              <a:off x="5079988" y="4346490"/>
              <a:ext cx="1471658" cy="1471576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1A2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7" tIns="34284" rIns="68567" bIns="34284" rtlCol="0" anchor="ctr"/>
            <a:lstStyle/>
            <a:p>
              <a:pPr algn="ctr"/>
              <a:endParaRPr lang="zh-CN" altLang="en-US" sz="128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ABF3F880-409D-4252-89C0-3EE0C9582C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8184074"/>
                </p:ext>
              </p:extLst>
            </p:nvPr>
          </p:nvGraphicFramePr>
          <p:xfrm>
            <a:off x="3647057" y="4797543"/>
            <a:ext cx="523054" cy="5276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80becf5b096f4671" imgW="0" imgH="0" progId="">
                    <p:embed/>
                  </p:oleObj>
                </mc:Choice>
                <mc:Fallback>
                  <p:oleObj name="CorelDRAW" r:id="Rd1bd4efc72824dfd" imgW="0" imgH="0" progId="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9c5049ae1bbb4f3f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47057" y="4797543"/>
                          <a:ext cx="523054" cy="52768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43F89665-6E84-4EA8-BCA6-1A757295443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6150527"/>
                </p:ext>
              </p:extLst>
            </p:nvPr>
          </p:nvGraphicFramePr>
          <p:xfrm>
            <a:off x="5680532" y="4776645"/>
            <a:ext cx="491459" cy="491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fb3a338b41d84f00" imgW="0" imgH="0" progId="">
                    <p:embed/>
                  </p:oleObj>
                </mc:Choice>
                <mc:Fallback>
                  <p:oleObj name="CorelDRAW" r:id="Rf964863a60b64e79" imgW="0" imgH="0" progId="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85fe1ae2a4524c2d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680532" y="4776645"/>
                          <a:ext cx="491459" cy="49143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1AD436A-8336-4F28-827E-EF301CB961B6}"/>
                </a:ext>
              </a:extLst>
            </p:cNvPr>
            <p:cNvSpPr txBox="1"/>
            <p:nvPr/>
          </p:nvSpPr>
          <p:spPr>
            <a:xfrm>
              <a:off x="5066937" y="6064331"/>
              <a:ext cx="1497761" cy="295758"/>
            </a:xfrm>
            <a:prstGeom prst="rect">
              <a:avLst/>
            </a:prstGeom>
            <a:noFill/>
          </p:spPr>
          <p:txBody>
            <a:bodyPr wrap="none" lIns="68567" tIns="34284" rIns="68567" bIns="34284" rtlCol="0">
              <a:spAutoFit/>
            </a:bodyPr>
            <a:lstStyle>
              <a:defPPr>
                <a:defRPr lang="zh-CN"/>
              </a:defPPr>
              <a:lvl1pPr algn="ctr">
                <a:defRPr sz="3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defTabSz="685759">
                <a:lnSpc>
                  <a:spcPct val="80000"/>
                </a:lnSpc>
                <a:defRPr/>
              </a:pPr>
              <a:r>
                <a:rPr lang="zh-CN" altLang="en-US" sz="1600" b="1">
                  <a:solidFill>
                    <a:schemeClr val="bg1"/>
                  </a:solidFill>
                  <a:cs typeface="+mn-ea"/>
                  <a:sym typeface="+mn-lt"/>
                </a:rPr>
                <a:t>单击添加标题</a:t>
              </a:r>
              <a:endParaRPr lang="en-US" altLang="zh-CN" sz="16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629580F-4CD8-49FD-B109-01A104C21E2C}"/>
                </a:ext>
              </a:extLst>
            </p:cNvPr>
            <p:cNvSpPr txBox="1"/>
            <p:nvPr/>
          </p:nvSpPr>
          <p:spPr>
            <a:xfrm>
              <a:off x="3152424" y="6064331"/>
              <a:ext cx="1497761" cy="295758"/>
            </a:xfrm>
            <a:prstGeom prst="rect">
              <a:avLst/>
            </a:prstGeom>
            <a:noFill/>
          </p:spPr>
          <p:txBody>
            <a:bodyPr wrap="none" lIns="68567" tIns="34284" rIns="68567" bIns="34284" rtlCol="0">
              <a:spAutoFit/>
            </a:bodyPr>
            <a:lstStyle>
              <a:defPPr>
                <a:defRPr lang="zh-CN"/>
              </a:defPPr>
              <a:lvl1pPr algn="ctr">
                <a:defRPr sz="3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defTabSz="685759">
                <a:lnSpc>
                  <a:spcPct val="80000"/>
                </a:lnSpc>
                <a:defRPr/>
              </a:pPr>
              <a:r>
                <a:rPr lang="zh-CN" altLang="en-US" sz="1600" b="1">
                  <a:solidFill>
                    <a:schemeClr val="bg1"/>
                  </a:solidFill>
                  <a:cs typeface="+mn-ea"/>
                  <a:sym typeface="+mn-lt"/>
                </a:rPr>
                <a:t>单击添加标题</a:t>
              </a:r>
              <a:endParaRPr lang="en-US" altLang="zh-CN" sz="16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852F60D-6393-48DC-87F9-388414BF4B10}"/>
                </a:ext>
              </a:extLst>
            </p:cNvPr>
            <p:cNvSpPr txBox="1"/>
            <p:nvPr/>
          </p:nvSpPr>
          <p:spPr>
            <a:xfrm>
              <a:off x="1237910" y="6064331"/>
              <a:ext cx="1497761" cy="295758"/>
            </a:xfrm>
            <a:prstGeom prst="rect">
              <a:avLst/>
            </a:prstGeom>
            <a:noFill/>
          </p:spPr>
          <p:txBody>
            <a:bodyPr wrap="none" lIns="68567" tIns="34284" rIns="68567" bIns="34284" rtlCol="0">
              <a:spAutoFit/>
            </a:bodyPr>
            <a:lstStyle>
              <a:defPPr>
                <a:defRPr lang="zh-CN"/>
              </a:defPPr>
              <a:lvl1pPr algn="ctr">
                <a:defRPr sz="3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defTabSz="685759">
                <a:lnSpc>
                  <a:spcPct val="80000"/>
                </a:lnSpc>
                <a:defRPr/>
              </a:pPr>
              <a:r>
                <a:rPr lang="zh-CN" altLang="en-US" sz="1600" b="1">
                  <a:solidFill>
                    <a:schemeClr val="bg1"/>
                  </a:solidFill>
                  <a:cs typeface="+mn-ea"/>
                  <a:sym typeface="+mn-lt"/>
                </a:rPr>
                <a:t>单击添加标题</a:t>
              </a:r>
              <a:endParaRPr lang="en-US" altLang="zh-CN" sz="16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DA47489-B3F2-42EC-8DF3-F56A9FEC3E8B}"/>
                </a:ext>
              </a:extLst>
            </p:cNvPr>
            <p:cNvSpPr txBox="1"/>
            <p:nvPr/>
          </p:nvSpPr>
          <p:spPr>
            <a:xfrm>
              <a:off x="1371732" y="1892679"/>
              <a:ext cx="619492" cy="326962"/>
            </a:xfrm>
            <a:prstGeom prst="rect">
              <a:avLst/>
            </a:prstGeom>
            <a:noFill/>
          </p:spPr>
          <p:txBody>
            <a:bodyPr wrap="none" lIns="68567" tIns="34284" rIns="68567" bIns="34284" rtlCol="0">
              <a:spAutoFit/>
            </a:bodyPr>
            <a:lstStyle>
              <a:defPPr>
                <a:defRPr lang="zh-CN"/>
              </a:defPPr>
              <a:lvl1pPr algn="ctr">
                <a:defRPr sz="3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zh-CN" sz="1493" b="1">
                  <a:solidFill>
                    <a:schemeClr val="bg1"/>
                  </a:solidFill>
                  <a:cs typeface="+mn-ea"/>
                  <a:sym typeface="+mn-lt"/>
                </a:rPr>
                <a:t>80</a:t>
              </a:r>
              <a:r>
                <a:rPr lang="zh-CN" altLang="en-US" sz="1493" b="1">
                  <a:solidFill>
                    <a:schemeClr val="bg1"/>
                  </a:solidFill>
                  <a:cs typeface="+mn-ea"/>
                  <a:sym typeface="+mn-lt"/>
                </a:rPr>
                <a:t>％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7D5033CF-91E5-4169-B611-EC72557B1E47}"/>
                </a:ext>
              </a:extLst>
            </p:cNvPr>
            <p:cNvSpPr txBox="1"/>
            <p:nvPr/>
          </p:nvSpPr>
          <p:spPr>
            <a:xfrm>
              <a:off x="1949393" y="2552080"/>
              <a:ext cx="619492" cy="326962"/>
            </a:xfrm>
            <a:prstGeom prst="rect">
              <a:avLst/>
            </a:prstGeom>
            <a:noFill/>
          </p:spPr>
          <p:txBody>
            <a:bodyPr wrap="none" lIns="68567" tIns="34284" rIns="68567" bIns="34284" rtlCol="0">
              <a:spAutoFit/>
            </a:bodyPr>
            <a:lstStyle>
              <a:defPPr>
                <a:defRPr lang="zh-CN"/>
              </a:defPPr>
              <a:lvl1pPr algn="ctr">
                <a:defRPr sz="3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zh-CN" sz="1493" b="1">
                  <a:solidFill>
                    <a:schemeClr val="bg1"/>
                  </a:solidFill>
                  <a:cs typeface="+mn-ea"/>
                  <a:sym typeface="+mn-lt"/>
                </a:rPr>
                <a:t>60</a:t>
              </a:r>
              <a:r>
                <a:rPr lang="zh-CN" altLang="en-US" sz="1493" b="1">
                  <a:solidFill>
                    <a:schemeClr val="bg1"/>
                  </a:solidFill>
                  <a:cs typeface="+mn-ea"/>
                  <a:sym typeface="+mn-lt"/>
                </a:rPr>
                <a:t>％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29A1365-58BF-4748-BF73-754600E5A31A}"/>
                </a:ext>
              </a:extLst>
            </p:cNvPr>
            <p:cNvSpPr txBox="1"/>
            <p:nvPr/>
          </p:nvSpPr>
          <p:spPr>
            <a:xfrm>
              <a:off x="3290083" y="2281677"/>
              <a:ext cx="619492" cy="326962"/>
            </a:xfrm>
            <a:prstGeom prst="rect">
              <a:avLst/>
            </a:prstGeom>
            <a:noFill/>
          </p:spPr>
          <p:txBody>
            <a:bodyPr wrap="none" lIns="68567" tIns="34284" rIns="68567" bIns="34284" rtlCol="0">
              <a:spAutoFit/>
            </a:bodyPr>
            <a:lstStyle>
              <a:defPPr>
                <a:defRPr lang="zh-CN"/>
              </a:defPPr>
              <a:lvl1pPr algn="ctr">
                <a:defRPr sz="3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zh-CN" sz="1493" b="1">
                  <a:solidFill>
                    <a:schemeClr val="bg1"/>
                  </a:solidFill>
                  <a:cs typeface="+mn-ea"/>
                  <a:sym typeface="+mn-lt"/>
                </a:rPr>
                <a:t>68</a:t>
              </a:r>
              <a:r>
                <a:rPr lang="zh-CN" altLang="en-US" sz="1493" b="1">
                  <a:solidFill>
                    <a:schemeClr val="bg1"/>
                  </a:solidFill>
                  <a:cs typeface="+mn-ea"/>
                  <a:sym typeface="+mn-lt"/>
                </a:rPr>
                <a:t>％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8A0EE47-F36C-4D9A-B089-A78193F45947}"/>
                </a:ext>
              </a:extLst>
            </p:cNvPr>
            <p:cNvSpPr txBox="1"/>
            <p:nvPr/>
          </p:nvSpPr>
          <p:spPr>
            <a:xfrm>
              <a:off x="3881960" y="2661434"/>
              <a:ext cx="619492" cy="326962"/>
            </a:xfrm>
            <a:prstGeom prst="rect">
              <a:avLst/>
            </a:prstGeom>
            <a:noFill/>
          </p:spPr>
          <p:txBody>
            <a:bodyPr wrap="none" lIns="68567" tIns="34284" rIns="68567" bIns="34284" rtlCol="0">
              <a:spAutoFit/>
            </a:bodyPr>
            <a:lstStyle>
              <a:defPPr>
                <a:defRPr lang="zh-CN"/>
              </a:defPPr>
              <a:lvl1pPr algn="ctr">
                <a:defRPr sz="3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zh-CN" sz="1493" b="1">
                  <a:solidFill>
                    <a:schemeClr val="bg1"/>
                  </a:solidFill>
                  <a:cs typeface="+mn-ea"/>
                  <a:sym typeface="+mn-lt"/>
                </a:rPr>
                <a:t>56</a:t>
              </a:r>
              <a:r>
                <a:rPr lang="zh-CN" altLang="en-US" sz="1493" b="1">
                  <a:solidFill>
                    <a:schemeClr val="bg1"/>
                  </a:solidFill>
                  <a:cs typeface="+mn-ea"/>
                  <a:sym typeface="+mn-lt"/>
                </a:rPr>
                <a:t>％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57D1B03-275C-4EBB-B23A-117AE6AD4458}"/>
                </a:ext>
              </a:extLst>
            </p:cNvPr>
            <p:cNvSpPr txBox="1"/>
            <p:nvPr/>
          </p:nvSpPr>
          <p:spPr>
            <a:xfrm>
              <a:off x="5222648" y="2435558"/>
              <a:ext cx="619492" cy="326962"/>
            </a:xfrm>
            <a:prstGeom prst="rect">
              <a:avLst/>
            </a:prstGeom>
            <a:noFill/>
          </p:spPr>
          <p:txBody>
            <a:bodyPr wrap="none" lIns="68567" tIns="34284" rIns="68567" bIns="34284" rtlCol="0">
              <a:spAutoFit/>
            </a:bodyPr>
            <a:lstStyle>
              <a:defPPr>
                <a:defRPr lang="zh-CN"/>
              </a:defPPr>
              <a:lvl1pPr algn="ctr">
                <a:defRPr sz="3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zh-CN" sz="1493" b="1">
                  <a:solidFill>
                    <a:schemeClr val="bg1"/>
                  </a:solidFill>
                  <a:cs typeface="+mn-ea"/>
                  <a:sym typeface="+mn-lt"/>
                </a:rPr>
                <a:t>64</a:t>
              </a:r>
              <a:r>
                <a:rPr lang="zh-CN" altLang="en-US" sz="1493" b="1">
                  <a:solidFill>
                    <a:schemeClr val="bg1"/>
                  </a:solidFill>
                  <a:cs typeface="+mn-ea"/>
                  <a:sym typeface="+mn-lt"/>
                </a:rPr>
                <a:t>％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A154CBF-5B3F-4B56-A64E-9202056E56F8}"/>
                </a:ext>
              </a:extLst>
            </p:cNvPr>
            <p:cNvSpPr txBox="1"/>
            <p:nvPr/>
          </p:nvSpPr>
          <p:spPr>
            <a:xfrm>
              <a:off x="5801843" y="3029066"/>
              <a:ext cx="619492" cy="326962"/>
            </a:xfrm>
            <a:prstGeom prst="rect">
              <a:avLst/>
            </a:prstGeom>
            <a:noFill/>
          </p:spPr>
          <p:txBody>
            <a:bodyPr wrap="none" lIns="68567" tIns="34284" rIns="68567" bIns="34284" rtlCol="0">
              <a:spAutoFit/>
            </a:bodyPr>
            <a:lstStyle>
              <a:defPPr>
                <a:defRPr lang="zh-CN"/>
              </a:defPPr>
              <a:lvl1pPr algn="ctr">
                <a:defRPr sz="3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zh-CN" sz="1493" b="1">
                  <a:solidFill>
                    <a:schemeClr val="bg1"/>
                  </a:solidFill>
                  <a:cs typeface="+mn-ea"/>
                  <a:sym typeface="+mn-lt"/>
                </a:rPr>
                <a:t>45</a:t>
              </a:r>
              <a:r>
                <a:rPr lang="zh-CN" altLang="en-US" sz="1493" b="1">
                  <a:solidFill>
                    <a:schemeClr val="bg1"/>
                  </a:solidFill>
                  <a:cs typeface="+mn-ea"/>
                  <a:sym typeface="+mn-lt"/>
                </a:rPr>
                <a:t>％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4FA14A0-19D9-405F-AF2F-1FC9EA1A996D}"/>
              </a:ext>
            </a:extLst>
          </p:cNvPr>
          <p:cNvGrpSpPr/>
          <p:nvPr/>
        </p:nvGrpSpPr>
        <p:grpSpPr>
          <a:xfrm>
            <a:off x="7267710" y="2380433"/>
            <a:ext cx="3961764" cy="864020"/>
            <a:chOff x="8304962" y="2474774"/>
            <a:chExt cx="3961764" cy="864020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25FE56A-B70A-4813-B94F-2EA45B5F3414}"/>
                </a:ext>
              </a:extLst>
            </p:cNvPr>
            <p:cNvSpPr txBox="1"/>
            <p:nvPr/>
          </p:nvSpPr>
          <p:spPr>
            <a:xfrm>
              <a:off x="8304962" y="2474774"/>
              <a:ext cx="1556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20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DED585C-5436-4D1F-B8CF-3680781A3043}"/>
                </a:ext>
              </a:extLst>
            </p:cNvPr>
            <p:cNvSpPr/>
            <p:nvPr/>
          </p:nvSpPr>
          <p:spPr>
            <a:xfrm>
              <a:off x="8304962" y="2920603"/>
              <a:ext cx="3961764" cy="418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600" b="1">
                  <a:solidFill>
                    <a:schemeClr val="bg1"/>
                  </a:solidFill>
                  <a:cs typeface="+mn-ea"/>
                  <a:sym typeface="+mn-lt"/>
                </a:rPr>
                <a:t>添加文字说明描述添加文字说明描述</a:t>
              </a:r>
              <a:endParaRPr lang="en-US" altLang="zh-CN" sz="16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61F029E-3B26-4AEF-B020-70A1CA540CAD}"/>
              </a:ext>
            </a:extLst>
          </p:cNvPr>
          <p:cNvGrpSpPr/>
          <p:nvPr/>
        </p:nvGrpSpPr>
        <p:grpSpPr>
          <a:xfrm>
            <a:off x="7267710" y="3491986"/>
            <a:ext cx="3961764" cy="864020"/>
            <a:chOff x="8304962" y="2474774"/>
            <a:chExt cx="3961764" cy="864020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1317799-204A-4077-B884-4D2AD9073D50}"/>
                </a:ext>
              </a:extLst>
            </p:cNvPr>
            <p:cNvSpPr txBox="1"/>
            <p:nvPr/>
          </p:nvSpPr>
          <p:spPr>
            <a:xfrm>
              <a:off x="8304962" y="2474774"/>
              <a:ext cx="1556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20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6B3CB4B-50A9-4745-9EE6-7851E4C7431C}"/>
                </a:ext>
              </a:extLst>
            </p:cNvPr>
            <p:cNvSpPr/>
            <p:nvPr/>
          </p:nvSpPr>
          <p:spPr>
            <a:xfrm>
              <a:off x="8304962" y="2920603"/>
              <a:ext cx="3961764" cy="418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600" b="1">
                  <a:solidFill>
                    <a:schemeClr val="bg1"/>
                  </a:solidFill>
                  <a:cs typeface="+mn-ea"/>
                  <a:sym typeface="+mn-lt"/>
                </a:rPr>
                <a:t>添加文字说明描述添加文字说明描述</a:t>
              </a:r>
              <a:endParaRPr lang="en-US" altLang="zh-CN" sz="16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C47DC0F-CE46-4DF1-951F-57439DB40CB8}"/>
              </a:ext>
            </a:extLst>
          </p:cNvPr>
          <p:cNvGrpSpPr/>
          <p:nvPr/>
        </p:nvGrpSpPr>
        <p:grpSpPr>
          <a:xfrm>
            <a:off x="7267710" y="4603539"/>
            <a:ext cx="3961764" cy="864020"/>
            <a:chOff x="8304962" y="2474774"/>
            <a:chExt cx="3961764" cy="864020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512FF936-798D-4332-B7FD-5ACC1F5FCADD}"/>
                </a:ext>
              </a:extLst>
            </p:cNvPr>
            <p:cNvSpPr txBox="1"/>
            <p:nvPr/>
          </p:nvSpPr>
          <p:spPr>
            <a:xfrm>
              <a:off x="8304962" y="2474774"/>
              <a:ext cx="1556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20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87036E6-1D27-487E-9D16-0AE5F0B20628}"/>
                </a:ext>
              </a:extLst>
            </p:cNvPr>
            <p:cNvSpPr/>
            <p:nvPr/>
          </p:nvSpPr>
          <p:spPr>
            <a:xfrm>
              <a:off x="8304962" y="2920603"/>
              <a:ext cx="3961764" cy="418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600" b="1">
                  <a:solidFill>
                    <a:schemeClr val="bg1"/>
                  </a:solidFill>
                  <a:cs typeface="+mn-ea"/>
                  <a:sym typeface="+mn-lt"/>
                </a:rPr>
                <a:t>添加文字说明描述添加文字说明描述</a:t>
              </a:r>
              <a:endParaRPr lang="en-US" altLang="zh-CN" sz="16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761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>
        <p14:pan dir="u"/>
      </p:transition>
    </mc:Choice>
    <mc:Fallback xmlns:p15="http://schemas.microsoft.com/office/powerpoint/2012/main" xmlns:a14="http://schemas.microsoft.com/office/drawing/2010/main" xmlns:v="urn:schemas-microsoft-com:vml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工作完成情况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159919D-346A-4DBC-B934-6FB70D7DBD6C}"/>
              </a:ext>
            </a:extLst>
          </p:cNvPr>
          <p:cNvGrpSpPr/>
          <p:nvPr/>
        </p:nvGrpSpPr>
        <p:grpSpPr>
          <a:xfrm>
            <a:off x="4678279" y="2128261"/>
            <a:ext cx="2835441" cy="2826066"/>
            <a:chOff x="4191001" y="1971677"/>
            <a:chExt cx="3841750" cy="382904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7EDF2CB8-48DC-4536-9259-B76EE53EFF74}"/>
                </a:ext>
              </a:extLst>
            </p:cNvPr>
            <p:cNvSpPr/>
            <p:nvPr/>
          </p:nvSpPr>
          <p:spPr bwMode="auto">
            <a:xfrm>
              <a:off x="4191001" y="3923243"/>
              <a:ext cx="1869017" cy="1866900"/>
            </a:xfrm>
            <a:custGeom>
              <a:avLst/>
              <a:gdLst>
                <a:gd name="T0" fmla="*/ 456 w 912"/>
                <a:gd name="T1" fmla="*/ 0 h 913"/>
                <a:gd name="T2" fmla="*/ 0 w 912"/>
                <a:gd name="T3" fmla="*/ 457 h 913"/>
                <a:gd name="T4" fmla="*/ 456 w 912"/>
                <a:gd name="T5" fmla="*/ 913 h 913"/>
                <a:gd name="T6" fmla="*/ 912 w 912"/>
                <a:gd name="T7" fmla="*/ 457 h 913"/>
                <a:gd name="T8" fmla="*/ 912 w 912"/>
                <a:gd name="T9" fmla="*/ 0 h 913"/>
                <a:gd name="T10" fmla="*/ 456 w 912"/>
                <a:gd name="T1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2" h="913">
                  <a:moveTo>
                    <a:pt x="456" y="0"/>
                  </a:moveTo>
                  <a:cubicBezTo>
                    <a:pt x="204" y="0"/>
                    <a:pt x="0" y="205"/>
                    <a:pt x="0" y="457"/>
                  </a:cubicBezTo>
                  <a:cubicBezTo>
                    <a:pt x="0" y="709"/>
                    <a:pt x="204" y="913"/>
                    <a:pt x="456" y="913"/>
                  </a:cubicBezTo>
                  <a:cubicBezTo>
                    <a:pt x="708" y="913"/>
                    <a:pt x="912" y="709"/>
                    <a:pt x="912" y="457"/>
                  </a:cubicBezTo>
                  <a:cubicBezTo>
                    <a:pt x="912" y="0"/>
                    <a:pt x="912" y="0"/>
                    <a:pt x="912" y="0"/>
                  </a:cubicBezTo>
                  <a:lnTo>
                    <a:pt x="456" y="0"/>
                  </a:lnTo>
                  <a:close/>
                </a:path>
              </a:pathLst>
            </a:custGeom>
            <a:solidFill>
              <a:srgbClr val="E2087A"/>
            </a:solidFill>
            <a:ln w="9525" cmpd="sng">
              <a:noFill/>
              <a:round/>
            </a:ln>
          </p:spPr>
          <p:txBody>
            <a:bodyPr/>
            <a:lstStyle/>
            <a:p>
              <a:pPr marL="0" marR="0" lvl="0" indent="0" defTabSz="86694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0FBEB5DB-FF17-4721-9EE4-326713D27045}"/>
                </a:ext>
              </a:extLst>
            </p:cNvPr>
            <p:cNvSpPr/>
            <p:nvPr/>
          </p:nvSpPr>
          <p:spPr bwMode="auto">
            <a:xfrm>
              <a:off x="6148918" y="3923242"/>
              <a:ext cx="1119716" cy="1115483"/>
            </a:xfrm>
            <a:custGeom>
              <a:avLst/>
              <a:gdLst>
                <a:gd name="T0" fmla="*/ 273 w 546"/>
                <a:gd name="T1" fmla="*/ 0 h 546"/>
                <a:gd name="T2" fmla="*/ 546 w 546"/>
                <a:gd name="T3" fmla="*/ 273 h 546"/>
                <a:gd name="T4" fmla="*/ 273 w 546"/>
                <a:gd name="T5" fmla="*/ 546 h 546"/>
                <a:gd name="T6" fmla="*/ 0 w 546"/>
                <a:gd name="T7" fmla="*/ 273 h 546"/>
                <a:gd name="T8" fmla="*/ 0 w 546"/>
                <a:gd name="T9" fmla="*/ 0 h 546"/>
                <a:gd name="T10" fmla="*/ 273 w 546"/>
                <a:gd name="T11" fmla="*/ 0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6" h="546">
                  <a:moveTo>
                    <a:pt x="273" y="0"/>
                  </a:moveTo>
                  <a:cubicBezTo>
                    <a:pt x="424" y="0"/>
                    <a:pt x="546" y="123"/>
                    <a:pt x="546" y="273"/>
                  </a:cubicBezTo>
                  <a:cubicBezTo>
                    <a:pt x="546" y="424"/>
                    <a:pt x="424" y="546"/>
                    <a:pt x="273" y="546"/>
                  </a:cubicBezTo>
                  <a:cubicBezTo>
                    <a:pt x="123" y="546"/>
                    <a:pt x="0" y="424"/>
                    <a:pt x="0" y="273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73" y="0"/>
                  </a:lnTo>
                  <a:close/>
                </a:path>
              </a:pathLst>
            </a:custGeom>
            <a:solidFill>
              <a:srgbClr val="1A25B8"/>
            </a:solidFill>
            <a:ln>
              <a:noFill/>
            </a:ln>
          </p:spPr>
          <p:txBody>
            <a:bodyPr/>
            <a:lstStyle/>
            <a:p>
              <a:pPr marL="0" marR="0" lvl="0" indent="0" defTabSz="86694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5C47A91B-05CC-48EA-BB03-D67825A18695}"/>
                </a:ext>
              </a:extLst>
            </p:cNvPr>
            <p:cNvSpPr/>
            <p:nvPr/>
          </p:nvSpPr>
          <p:spPr bwMode="auto">
            <a:xfrm>
              <a:off x="6148918" y="1971677"/>
              <a:ext cx="1871133" cy="1864783"/>
            </a:xfrm>
            <a:custGeom>
              <a:avLst/>
              <a:gdLst>
                <a:gd name="T0" fmla="*/ 457 w 913"/>
                <a:gd name="T1" fmla="*/ 912 h 912"/>
                <a:gd name="T2" fmla="*/ 913 w 913"/>
                <a:gd name="T3" fmla="*/ 456 h 912"/>
                <a:gd name="T4" fmla="*/ 457 w 913"/>
                <a:gd name="T5" fmla="*/ 0 h 912"/>
                <a:gd name="T6" fmla="*/ 0 w 913"/>
                <a:gd name="T7" fmla="*/ 456 h 912"/>
                <a:gd name="T8" fmla="*/ 0 w 913"/>
                <a:gd name="T9" fmla="*/ 912 h 912"/>
                <a:gd name="T10" fmla="*/ 457 w 913"/>
                <a:gd name="T11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3" h="912">
                  <a:moveTo>
                    <a:pt x="457" y="912"/>
                  </a:moveTo>
                  <a:cubicBezTo>
                    <a:pt x="709" y="912"/>
                    <a:pt x="913" y="708"/>
                    <a:pt x="913" y="456"/>
                  </a:cubicBezTo>
                  <a:cubicBezTo>
                    <a:pt x="913" y="204"/>
                    <a:pt x="709" y="0"/>
                    <a:pt x="457" y="0"/>
                  </a:cubicBezTo>
                  <a:cubicBezTo>
                    <a:pt x="205" y="0"/>
                    <a:pt x="0" y="204"/>
                    <a:pt x="0" y="456"/>
                  </a:cubicBezTo>
                  <a:cubicBezTo>
                    <a:pt x="0" y="912"/>
                    <a:pt x="0" y="912"/>
                    <a:pt x="0" y="912"/>
                  </a:cubicBezTo>
                  <a:lnTo>
                    <a:pt x="457" y="912"/>
                  </a:lnTo>
                  <a:close/>
                </a:path>
              </a:pathLst>
            </a:custGeom>
            <a:solidFill>
              <a:srgbClr val="E2087A"/>
            </a:solidFill>
            <a:ln w="9525" cmpd="sng">
              <a:noFill/>
              <a:round/>
            </a:ln>
          </p:spPr>
          <p:txBody>
            <a:bodyPr/>
            <a:lstStyle/>
            <a:p>
              <a:pPr marL="0" marR="0" lvl="0" indent="0" defTabSz="86694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F3C45D65-AC55-43F4-97CE-46DA04F1E1FD}"/>
                </a:ext>
              </a:extLst>
            </p:cNvPr>
            <p:cNvSpPr/>
            <p:nvPr/>
          </p:nvSpPr>
          <p:spPr bwMode="auto">
            <a:xfrm>
              <a:off x="4193118" y="1973792"/>
              <a:ext cx="1866900" cy="1862666"/>
            </a:xfrm>
            <a:custGeom>
              <a:avLst/>
              <a:gdLst>
                <a:gd name="T0" fmla="*/ 459 w 918"/>
                <a:gd name="T1" fmla="*/ 918 h 918"/>
                <a:gd name="T2" fmla="*/ 0 w 918"/>
                <a:gd name="T3" fmla="*/ 459 h 918"/>
                <a:gd name="T4" fmla="*/ 459 w 918"/>
                <a:gd name="T5" fmla="*/ 0 h 918"/>
                <a:gd name="T6" fmla="*/ 918 w 918"/>
                <a:gd name="T7" fmla="*/ 459 h 918"/>
                <a:gd name="T8" fmla="*/ 918 w 918"/>
                <a:gd name="T9" fmla="*/ 918 h 918"/>
                <a:gd name="T10" fmla="*/ 459 w 918"/>
                <a:gd name="T11" fmla="*/ 918 h 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8" h="918">
                  <a:moveTo>
                    <a:pt x="459" y="918"/>
                  </a:moveTo>
                  <a:cubicBezTo>
                    <a:pt x="205" y="918"/>
                    <a:pt x="0" y="713"/>
                    <a:pt x="0" y="459"/>
                  </a:cubicBezTo>
                  <a:cubicBezTo>
                    <a:pt x="0" y="205"/>
                    <a:pt x="205" y="0"/>
                    <a:pt x="459" y="0"/>
                  </a:cubicBezTo>
                  <a:cubicBezTo>
                    <a:pt x="713" y="0"/>
                    <a:pt x="918" y="205"/>
                    <a:pt x="918" y="459"/>
                  </a:cubicBezTo>
                  <a:cubicBezTo>
                    <a:pt x="918" y="918"/>
                    <a:pt x="918" y="918"/>
                    <a:pt x="918" y="918"/>
                  </a:cubicBezTo>
                  <a:lnTo>
                    <a:pt x="459" y="918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86694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A784837F-939A-4B60-B6B5-4127839BF4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61668" y="4382559"/>
              <a:ext cx="292100" cy="198967"/>
            </a:xfrm>
            <a:custGeom>
              <a:avLst/>
              <a:gdLst>
                <a:gd name="T0" fmla="*/ 79 w 98"/>
                <a:gd name="T1" fmla="*/ 61 h 69"/>
                <a:gd name="T2" fmla="*/ 91 w 98"/>
                <a:gd name="T3" fmla="*/ 49 h 69"/>
                <a:gd name="T4" fmla="*/ 81 w 98"/>
                <a:gd name="T5" fmla="*/ 37 h 69"/>
                <a:gd name="T6" fmla="*/ 70 w 98"/>
                <a:gd name="T7" fmla="*/ 15 h 69"/>
                <a:gd name="T8" fmla="*/ 37 w 98"/>
                <a:gd name="T9" fmla="*/ 12 h 69"/>
                <a:gd name="T10" fmla="*/ 24 w 98"/>
                <a:gd name="T11" fmla="*/ 26 h 69"/>
                <a:gd name="T12" fmla="*/ 8 w 98"/>
                <a:gd name="T13" fmla="*/ 43 h 69"/>
                <a:gd name="T14" fmla="*/ 13 w 98"/>
                <a:gd name="T15" fmla="*/ 56 h 69"/>
                <a:gd name="T16" fmla="*/ 26 w 98"/>
                <a:gd name="T17" fmla="*/ 61 h 69"/>
                <a:gd name="T18" fmla="*/ 26 w 98"/>
                <a:gd name="T19" fmla="*/ 42 h 69"/>
                <a:gd name="T20" fmla="*/ 26 w 98"/>
                <a:gd name="T21" fmla="*/ 39 h 69"/>
                <a:gd name="T22" fmla="*/ 34 w 98"/>
                <a:gd name="T23" fmla="*/ 43 h 69"/>
                <a:gd name="T24" fmla="*/ 36 w 98"/>
                <a:gd name="T25" fmla="*/ 28 h 69"/>
                <a:gd name="T26" fmla="*/ 38 w 98"/>
                <a:gd name="T27" fmla="*/ 43 h 69"/>
                <a:gd name="T28" fmla="*/ 46 w 98"/>
                <a:gd name="T29" fmla="*/ 39 h 69"/>
                <a:gd name="T30" fmla="*/ 38 w 98"/>
                <a:gd name="T31" fmla="*/ 50 h 69"/>
                <a:gd name="T32" fmla="*/ 38 w 98"/>
                <a:gd name="T33" fmla="*/ 50 h 69"/>
                <a:gd name="T34" fmla="*/ 37 w 98"/>
                <a:gd name="T35" fmla="*/ 50 h 69"/>
                <a:gd name="T36" fmla="*/ 37 w 98"/>
                <a:gd name="T37" fmla="*/ 50 h 69"/>
                <a:gd name="T38" fmla="*/ 35 w 98"/>
                <a:gd name="T39" fmla="*/ 50 h 69"/>
                <a:gd name="T40" fmla="*/ 35 w 98"/>
                <a:gd name="T41" fmla="*/ 50 h 69"/>
                <a:gd name="T42" fmla="*/ 35 w 98"/>
                <a:gd name="T43" fmla="*/ 50 h 69"/>
                <a:gd name="T44" fmla="*/ 26 w 98"/>
                <a:gd name="T45" fmla="*/ 42 h 69"/>
                <a:gd name="T46" fmla="*/ 53 w 98"/>
                <a:gd name="T47" fmla="*/ 40 h 69"/>
                <a:gd name="T48" fmla="*/ 49 w 98"/>
                <a:gd name="T49" fmla="*/ 37 h 69"/>
                <a:gd name="T50" fmla="*/ 58 w 98"/>
                <a:gd name="T51" fmla="*/ 28 h 69"/>
                <a:gd name="T52" fmla="*/ 58 w 98"/>
                <a:gd name="T53" fmla="*/ 28 h 69"/>
                <a:gd name="T54" fmla="*/ 58 w 98"/>
                <a:gd name="T55" fmla="*/ 28 h 69"/>
                <a:gd name="T56" fmla="*/ 60 w 98"/>
                <a:gd name="T57" fmla="*/ 28 h 69"/>
                <a:gd name="T58" fmla="*/ 60 w 98"/>
                <a:gd name="T59" fmla="*/ 28 h 69"/>
                <a:gd name="T60" fmla="*/ 61 w 98"/>
                <a:gd name="T61" fmla="*/ 28 h 69"/>
                <a:gd name="T62" fmla="*/ 69 w 98"/>
                <a:gd name="T63" fmla="*/ 37 h 69"/>
                <a:gd name="T64" fmla="*/ 66 w 98"/>
                <a:gd name="T65" fmla="*/ 40 h 69"/>
                <a:gd name="T66" fmla="*/ 62 w 98"/>
                <a:gd name="T67" fmla="*/ 48 h 69"/>
                <a:gd name="T68" fmla="*/ 57 w 98"/>
                <a:gd name="T69" fmla="*/ 48 h 69"/>
                <a:gd name="T70" fmla="*/ 53 w 98"/>
                <a:gd name="T71" fmla="*/ 40 h 69"/>
                <a:gd name="T72" fmla="*/ 93 w 98"/>
                <a:gd name="T73" fmla="*/ 63 h 69"/>
                <a:gd name="T74" fmla="*/ 79 w 98"/>
                <a:gd name="T75" fmla="*/ 69 h 69"/>
                <a:gd name="T76" fmla="*/ 8 w 98"/>
                <a:gd name="T77" fmla="*/ 61 h 69"/>
                <a:gd name="T78" fmla="*/ 7 w 98"/>
                <a:gd name="T79" fmla="*/ 26 h 69"/>
                <a:gd name="T80" fmla="*/ 33 w 98"/>
                <a:gd name="T81" fmla="*/ 5 h 69"/>
                <a:gd name="T82" fmla="*/ 75 w 98"/>
                <a:gd name="T83" fmla="*/ 10 h 69"/>
                <a:gd name="T84" fmla="*/ 94 w 98"/>
                <a:gd name="T85" fmla="*/ 36 h 69"/>
                <a:gd name="T86" fmla="*/ 93 w 98"/>
                <a:gd name="T87" fmla="*/ 63 h 69"/>
                <a:gd name="T88" fmla="*/ 93 w 98"/>
                <a:gd name="T89" fmla="*/ 63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69">
                  <a:moveTo>
                    <a:pt x="79" y="61"/>
                  </a:moveTo>
                  <a:cubicBezTo>
                    <a:pt x="79" y="61"/>
                    <a:pt x="79" y="61"/>
                    <a:pt x="79" y="61"/>
                  </a:cubicBezTo>
                  <a:cubicBezTo>
                    <a:pt x="82" y="61"/>
                    <a:pt x="85" y="60"/>
                    <a:pt x="87" y="58"/>
                  </a:cubicBezTo>
                  <a:cubicBezTo>
                    <a:pt x="89" y="55"/>
                    <a:pt x="91" y="52"/>
                    <a:pt x="91" y="49"/>
                  </a:cubicBezTo>
                  <a:cubicBezTo>
                    <a:pt x="91" y="46"/>
                    <a:pt x="90" y="43"/>
                    <a:pt x="88" y="41"/>
                  </a:cubicBezTo>
                  <a:cubicBezTo>
                    <a:pt x="86" y="39"/>
                    <a:pt x="84" y="38"/>
                    <a:pt x="81" y="37"/>
                  </a:cubicBezTo>
                  <a:cubicBezTo>
                    <a:pt x="79" y="37"/>
                    <a:pt x="78" y="35"/>
                    <a:pt x="78" y="33"/>
                  </a:cubicBezTo>
                  <a:cubicBezTo>
                    <a:pt x="78" y="26"/>
                    <a:pt x="75" y="20"/>
                    <a:pt x="70" y="15"/>
                  </a:cubicBezTo>
                  <a:cubicBezTo>
                    <a:pt x="65" y="10"/>
                    <a:pt x="59" y="8"/>
                    <a:pt x="52" y="8"/>
                  </a:cubicBezTo>
                  <a:cubicBezTo>
                    <a:pt x="46" y="8"/>
                    <a:pt x="41" y="9"/>
                    <a:pt x="37" y="12"/>
                  </a:cubicBezTo>
                  <a:cubicBezTo>
                    <a:pt x="33" y="14"/>
                    <a:pt x="30" y="19"/>
                    <a:pt x="28" y="23"/>
                  </a:cubicBezTo>
                  <a:cubicBezTo>
                    <a:pt x="27" y="25"/>
                    <a:pt x="26" y="26"/>
                    <a:pt x="24" y="26"/>
                  </a:cubicBezTo>
                  <a:cubicBezTo>
                    <a:pt x="20" y="26"/>
                    <a:pt x="16" y="28"/>
                    <a:pt x="13" y="31"/>
                  </a:cubicBezTo>
                  <a:cubicBezTo>
                    <a:pt x="10" y="34"/>
                    <a:pt x="8" y="39"/>
                    <a:pt x="8" y="43"/>
                  </a:cubicBezTo>
                  <a:cubicBezTo>
                    <a:pt x="8" y="48"/>
                    <a:pt x="10" y="53"/>
                    <a:pt x="13" y="56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6" y="59"/>
                    <a:pt x="21" y="61"/>
                    <a:pt x="26" y="61"/>
                  </a:cubicBezTo>
                  <a:cubicBezTo>
                    <a:pt x="79" y="61"/>
                    <a:pt x="79" y="61"/>
                    <a:pt x="79" y="61"/>
                  </a:cubicBez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5" y="41"/>
                    <a:pt x="25" y="39"/>
                    <a:pt x="26" y="39"/>
                  </a:cubicBezTo>
                  <a:cubicBezTo>
                    <a:pt x="27" y="38"/>
                    <a:pt x="29" y="38"/>
                    <a:pt x="29" y="39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5" y="28"/>
                    <a:pt x="36" y="28"/>
                  </a:cubicBezTo>
                  <a:cubicBezTo>
                    <a:pt x="37" y="28"/>
                    <a:pt x="38" y="29"/>
                    <a:pt x="38" y="30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4" y="38"/>
                    <a:pt x="45" y="38"/>
                    <a:pt x="46" y="39"/>
                  </a:cubicBezTo>
                  <a:cubicBezTo>
                    <a:pt x="47" y="39"/>
                    <a:pt x="47" y="41"/>
                    <a:pt x="46" y="42"/>
                  </a:cubicBezTo>
                  <a:cubicBezTo>
                    <a:pt x="38" y="50"/>
                    <a:pt x="38" y="50"/>
                    <a:pt x="38" y="50"/>
                  </a:cubicBezTo>
                  <a:cubicBezTo>
                    <a:pt x="38" y="50"/>
                    <a:pt x="38" y="50"/>
                    <a:pt x="38" y="50"/>
                  </a:cubicBezTo>
                  <a:cubicBezTo>
                    <a:pt x="38" y="50"/>
                    <a:pt x="38" y="50"/>
                    <a:pt x="38" y="50"/>
                  </a:cubicBezTo>
                  <a:cubicBezTo>
                    <a:pt x="38" y="50"/>
                    <a:pt x="38" y="50"/>
                    <a:pt x="38" y="50"/>
                  </a:cubicBezTo>
                  <a:cubicBezTo>
                    <a:pt x="38" y="50"/>
                    <a:pt x="38" y="50"/>
                    <a:pt x="37" y="50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37" y="51"/>
                    <a:pt x="37" y="51"/>
                    <a:pt x="36" y="51"/>
                  </a:cubicBezTo>
                  <a:cubicBezTo>
                    <a:pt x="36" y="51"/>
                    <a:pt x="36" y="51"/>
                    <a:pt x="35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26" y="42"/>
                    <a:pt x="26" y="42"/>
                    <a:pt x="26" y="42"/>
                  </a:cubicBezTo>
                  <a:close/>
                  <a:moveTo>
                    <a:pt x="53" y="40"/>
                  </a:moveTo>
                  <a:cubicBezTo>
                    <a:pt x="53" y="40"/>
                    <a:pt x="53" y="40"/>
                    <a:pt x="53" y="40"/>
                  </a:cubicBezTo>
                  <a:cubicBezTo>
                    <a:pt x="52" y="41"/>
                    <a:pt x="50" y="41"/>
                    <a:pt x="49" y="40"/>
                  </a:cubicBezTo>
                  <a:cubicBezTo>
                    <a:pt x="48" y="39"/>
                    <a:pt x="48" y="37"/>
                    <a:pt x="49" y="37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9" y="37"/>
                    <a:pt x="69" y="37"/>
                    <a:pt x="69" y="37"/>
                  </a:cubicBezTo>
                  <a:cubicBezTo>
                    <a:pt x="70" y="37"/>
                    <a:pt x="70" y="39"/>
                    <a:pt x="69" y="40"/>
                  </a:cubicBezTo>
                  <a:cubicBezTo>
                    <a:pt x="68" y="41"/>
                    <a:pt x="67" y="41"/>
                    <a:pt x="66" y="40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50"/>
                    <a:pt x="61" y="51"/>
                    <a:pt x="59" y="51"/>
                  </a:cubicBezTo>
                  <a:cubicBezTo>
                    <a:pt x="58" y="51"/>
                    <a:pt x="57" y="50"/>
                    <a:pt x="57" y="48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3" y="40"/>
                    <a:pt x="53" y="40"/>
                    <a:pt x="53" y="40"/>
                  </a:cubicBezTo>
                  <a:close/>
                  <a:moveTo>
                    <a:pt x="93" y="63"/>
                  </a:moveTo>
                  <a:cubicBezTo>
                    <a:pt x="93" y="63"/>
                    <a:pt x="93" y="63"/>
                    <a:pt x="93" y="63"/>
                  </a:cubicBezTo>
                  <a:cubicBezTo>
                    <a:pt x="89" y="66"/>
                    <a:pt x="84" y="69"/>
                    <a:pt x="79" y="69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19" y="69"/>
                    <a:pt x="12" y="66"/>
                    <a:pt x="8" y="61"/>
                  </a:cubicBezTo>
                  <a:cubicBezTo>
                    <a:pt x="3" y="57"/>
                    <a:pt x="0" y="50"/>
                    <a:pt x="0" y="43"/>
                  </a:cubicBezTo>
                  <a:cubicBezTo>
                    <a:pt x="0" y="37"/>
                    <a:pt x="3" y="30"/>
                    <a:pt x="7" y="26"/>
                  </a:cubicBezTo>
                  <a:cubicBezTo>
                    <a:pt x="11" y="22"/>
                    <a:pt x="16" y="19"/>
                    <a:pt x="22" y="18"/>
                  </a:cubicBezTo>
                  <a:cubicBezTo>
                    <a:pt x="25" y="13"/>
                    <a:pt x="28" y="9"/>
                    <a:pt x="33" y="5"/>
                  </a:cubicBezTo>
                  <a:cubicBezTo>
                    <a:pt x="39" y="2"/>
                    <a:pt x="45" y="0"/>
                    <a:pt x="52" y="0"/>
                  </a:cubicBezTo>
                  <a:cubicBezTo>
                    <a:pt x="61" y="0"/>
                    <a:pt x="69" y="4"/>
                    <a:pt x="75" y="10"/>
                  </a:cubicBezTo>
                  <a:cubicBezTo>
                    <a:pt x="81" y="15"/>
                    <a:pt x="84" y="22"/>
                    <a:pt x="85" y="30"/>
                  </a:cubicBezTo>
                  <a:cubicBezTo>
                    <a:pt x="88" y="32"/>
                    <a:pt x="91" y="34"/>
                    <a:pt x="94" y="36"/>
                  </a:cubicBezTo>
                  <a:cubicBezTo>
                    <a:pt x="97" y="40"/>
                    <a:pt x="98" y="44"/>
                    <a:pt x="98" y="49"/>
                  </a:cubicBezTo>
                  <a:cubicBezTo>
                    <a:pt x="98" y="54"/>
                    <a:pt x="96" y="59"/>
                    <a:pt x="93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3"/>
                    <a:pt x="93" y="63"/>
                    <a:pt x="93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66943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CDBA008B-7C06-4C09-B805-B13AE6A8E0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64351" y="2433110"/>
              <a:ext cx="283634" cy="359834"/>
            </a:xfrm>
            <a:custGeom>
              <a:avLst/>
              <a:gdLst>
                <a:gd name="T0" fmla="*/ 24 w 79"/>
                <a:gd name="T1" fmla="*/ 42 h 99"/>
                <a:gd name="T2" fmla="*/ 4 w 79"/>
                <a:gd name="T3" fmla="*/ 8 h 99"/>
                <a:gd name="T4" fmla="*/ 4 w 79"/>
                <a:gd name="T5" fmla="*/ 0 h 99"/>
                <a:gd name="T6" fmla="*/ 10 w 79"/>
                <a:gd name="T7" fmla="*/ 0 h 99"/>
                <a:gd name="T8" fmla="*/ 69 w 79"/>
                <a:gd name="T9" fmla="*/ 0 h 99"/>
                <a:gd name="T10" fmla="*/ 75 w 79"/>
                <a:gd name="T11" fmla="*/ 0 h 99"/>
                <a:gd name="T12" fmla="*/ 75 w 79"/>
                <a:gd name="T13" fmla="*/ 8 h 99"/>
                <a:gd name="T14" fmla="*/ 55 w 79"/>
                <a:gd name="T15" fmla="*/ 42 h 99"/>
                <a:gd name="T16" fmla="*/ 55 w 79"/>
                <a:gd name="T17" fmla="*/ 57 h 99"/>
                <a:gd name="T18" fmla="*/ 75 w 79"/>
                <a:gd name="T19" fmla="*/ 91 h 99"/>
                <a:gd name="T20" fmla="*/ 75 w 79"/>
                <a:gd name="T21" fmla="*/ 99 h 99"/>
                <a:gd name="T22" fmla="*/ 69 w 79"/>
                <a:gd name="T23" fmla="*/ 99 h 99"/>
                <a:gd name="T24" fmla="*/ 10 w 79"/>
                <a:gd name="T25" fmla="*/ 99 h 99"/>
                <a:gd name="T26" fmla="*/ 4 w 79"/>
                <a:gd name="T27" fmla="*/ 99 h 99"/>
                <a:gd name="T28" fmla="*/ 4 w 79"/>
                <a:gd name="T29" fmla="*/ 91 h 99"/>
                <a:gd name="T30" fmla="*/ 24 w 79"/>
                <a:gd name="T31" fmla="*/ 57 h 99"/>
                <a:gd name="T32" fmla="*/ 14 w 79"/>
                <a:gd name="T33" fmla="*/ 91 h 99"/>
                <a:gd name="T34" fmla="*/ 17 w 79"/>
                <a:gd name="T35" fmla="*/ 91 h 99"/>
                <a:gd name="T36" fmla="*/ 41 w 79"/>
                <a:gd name="T37" fmla="*/ 70 h 99"/>
                <a:gd name="T38" fmla="*/ 65 w 79"/>
                <a:gd name="T39" fmla="*/ 91 h 99"/>
                <a:gd name="T40" fmla="*/ 40 w 79"/>
                <a:gd name="T41" fmla="*/ 52 h 99"/>
                <a:gd name="T42" fmla="*/ 40 w 79"/>
                <a:gd name="T43" fmla="*/ 52 h 99"/>
                <a:gd name="T44" fmla="*/ 40 w 79"/>
                <a:gd name="T45" fmla="*/ 52 h 99"/>
                <a:gd name="T46" fmla="*/ 14 w 79"/>
                <a:gd name="T47" fmla="*/ 91 h 99"/>
                <a:gd name="T48" fmla="*/ 24 w 79"/>
                <a:gd name="T49" fmla="*/ 91 h 99"/>
                <a:gd name="T50" fmla="*/ 40 w 79"/>
                <a:gd name="T51" fmla="*/ 75 h 99"/>
                <a:gd name="T52" fmla="*/ 20 w 79"/>
                <a:gd name="T53" fmla="*/ 28 h 99"/>
                <a:gd name="T54" fmla="*/ 59 w 79"/>
                <a:gd name="T55" fmla="*/ 28 h 99"/>
                <a:gd name="T56" fmla="*/ 14 w 79"/>
                <a:gd name="T57" fmla="*/ 8 h 99"/>
                <a:gd name="T58" fmla="*/ 55 w 79"/>
                <a:gd name="T59" fmla="*/ 33 h 99"/>
                <a:gd name="T60" fmla="*/ 24 w 79"/>
                <a:gd name="T61" fmla="*/ 33 h 99"/>
                <a:gd name="T62" fmla="*/ 40 w 79"/>
                <a:gd name="T63" fmla="*/ 47 h 99"/>
                <a:gd name="T64" fmla="*/ 40 w 79"/>
                <a:gd name="T65" fmla="*/ 47 h 99"/>
                <a:gd name="T66" fmla="*/ 40 w 79"/>
                <a:gd name="T67" fmla="*/ 47 h 99"/>
                <a:gd name="T68" fmla="*/ 55 w 79"/>
                <a:gd name="T69" fmla="*/ 3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9" h="99">
                  <a:moveTo>
                    <a:pt x="32" y="49"/>
                  </a:moveTo>
                  <a:cubicBezTo>
                    <a:pt x="29" y="47"/>
                    <a:pt x="27" y="44"/>
                    <a:pt x="24" y="42"/>
                  </a:cubicBezTo>
                  <a:cubicBezTo>
                    <a:pt x="16" y="35"/>
                    <a:pt x="8" y="28"/>
                    <a:pt x="7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79" y="2"/>
                    <a:pt x="79" y="4"/>
                  </a:cubicBezTo>
                  <a:cubicBezTo>
                    <a:pt x="79" y="6"/>
                    <a:pt x="78" y="8"/>
                    <a:pt x="75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28"/>
                    <a:pt x="64" y="35"/>
                    <a:pt x="55" y="42"/>
                  </a:cubicBezTo>
                  <a:cubicBezTo>
                    <a:pt x="53" y="44"/>
                    <a:pt x="50" y="47"/>
                    <a:pt x="48" y="49"/>
                  </a:cubicBezTo>
                  <a:cubicBezTo>
                    <a:pt x="50" y="52"/>
                    <a:pt x="53" y="54"/>
                    <a:pt x="55" y="57"/>
                  </a:cubicBezTo>
                  <a:cubicBezTo>
                    <a:pt x="64" y="64"/>
                    <a:pt x="72" y="70"/>
                    <a:pt x="73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8" y="91"/>
                    <a:pt x="79" y="93"/>
                    <a:pt x="79" y="95"/>
                  </a:cubicBezTo>
                  <a:cubicBezTo>
                    <a:pt x="79" y="97"/>
                    <a:pt x="78" y="99"/>
                    <a:pt x="75" y="99"/>
                  </a:cubicBezTo>
                  <a:cubicBezTo>
                    <a:pt x="69" y="99"/>
                    <a:pt x="69" y="99"/>
                    <a:pt x="69" y="99"/>
                  </a:cubicBezTo>
                  <a:cubicBezTo>
                    <a:pt x="69" y="99"/>
                    <a:pt x="69" y="99"/>
                    <a:pt x="69" y="99"/>
                  </a:cubicBezTo>
                  <a:cubicBezTo>
                    <a:pt x="69" y="99"/>
                    <a:pt x="69" y="99"/>
                    <a:pt x="69" y="99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4" y="99"/>
                    <a:pt x="4" y="99"/>
                    <a:pt x="4" y="99"/>
                  </a:cubicBezTo>
                  <a:cubicBezTo>
                    <a:pt x="2" y="99"/>
                    <a:pt x="0" y="97"/>
                    <a:pt x="0" y="95"/>
                  </a:cubicBezTo>
                  <a:cubicBezTo>
                    <a:pt x="0" y="93"/>
                    <a:pt x="2" y="91"/>
                    <a:pt x="4" y="91"/>
                  </a:cubicBezTo>
                  <a:cubicBezTo>
                    <a:pt x="7" y="91"/>
                    <a:pt x="7" y="91"/>
                    <a:pt x="7" y="91"/>
                  </a:cubicBezTo>
                  <a:cubicBezTo>
                    <a:pt x="8" y="70"/>
                    <a:pt x="16" y="64"/>
                    <a:pt x="24" y="57"/>
                  </a:cubicBezTo>
                  <a:cubicBezTo>
                    <a:pt x="27" y="54"/>
                    <a:pt x="29" y="52"/>
                    <a:pt x="32" y="49"/>
                  </a:cubicBezTo>
                  <a:close/>
                  <a:moveTo>
                    <a:pt x="14" y="91"/>
                  </a:moveTo>
                  <a:cubicBezTo>
                    <a:pt x="14" y="91"/>
                    <a:pt x="14" y="91"/>
                    <a:pt x="14" y="91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9" y="69"/>
                    <a:pt x="40" y="69"/>
                    <a:pt x="41" y="70"/>
                  </a:cubicBezTo>
                  <a:cubicBezTo>
                    <a:pt x="62" y="91"/>
                    <a:pt x="62" y="91"/>
                    <a:pt x="62" y="91"/>
                  </a:cubicBezTo>
                  <a:cubicBezTo>
                    <a:pt x="65" y="91"/>
                    <a:pt x="65" y="91"/>
                    <a:pt x="65" y="91"/>
                  </a:cubicBezTo>
                  <a:cubicBezTo>
                    <a:pt x="64" y="74"/>
                    <a:pt x="58" y="68"/>
                    <a:pt x="50" y="62"/>
                  </a:cubicBezTo>
                  <a:cubicBezTo>
                    <a:pt x="47" y="59"/>
                    <a:pt x="43" y="56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6" y="56"/>
                    <a:pt x="32" y="59"/>
                    <a:pt x="29" y="62"/>
                  </a:cubicBezTo>
                  <a:cubicBezTo>
                    <a:pt x="22" y="68"/>
                    <a:pt x="15" y="74"/>
                    <a:pt x="14" y="91"/>
                  </a:cubicBezTo>
                  <a:close/>
                  <a:moveTo>
                    <a:pt x="24" y="91"/>
                  </a:moveTo>
                  <a:cubicBezTo>
                    <a:pt x="24" y="91"/>
                    <a:pt x="24" y="91"/>
                    <a:pt x="24" y="91"/>
                  </a:cubicBezTo>
                  <a:cubicBezTo>
                    <a:pt x="56" y="91"/>
                    <a:pt x="56" y="91"/>
                    <a:pt x="56" y="91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24" y="91"/>
                    <a:pt x="24" y="91"/>
                    <a:pt x="24" y="91"/>
                  </a:cubicBezTo>
                  <a:close/>
                  <a:moveTo>
                    <a:pt x="20" y="28"/>
                  </a:moveTo>
                  <a:cubicBezTo>
                    <a:pt x="20" y="28"/>
                    <a:pt x="20" y="28"/>
                    <a:pt x="20" y="28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62" y="24"/>
                    <a:pt x="65" y="18"/>
                    <a:pt x="65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5" y="18"/>
                    <a:pt x="17" y="24"/>
                    <a:pt x="20" y="28"/>
                  </a:cubicBezTo>
                  <a:close/>
                  <a:moveTo>
                    <a:pt x="55" y="33"/>
                  </a:moveTo>
                  <a:cubicBezTo>
                    <a:pt x="55" y="33"/>
                    <a:pt x="55" y="33"/>
                    <a:pt x="55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6" y="34"/>
                    <a:pt x="27" y="35"/>
                    <a:pt x="29" y="37"/>
                  </a:cubicBezTo>
                  <a:cubicBezTo>
                    <a:pt x="32" y="40"/>
                    <a:pt x="36" y="43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3" y="43"/>
                    <a:pt x="47" y="40"/>
                    <a:pt x="50" y="37"/>
                  </a:cubicBezTo>
                  <a:cubicBezTo>
                    <a:pt x="52" y="35"/>
                    <a:pt x="54" y="34"/>
                    <a:pt x="55" y="33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/>
            <a:lstStyle/>
            <a:p>
              <a:pPr marL="0" marR="0" lvl="0" indent="0" defTabSz="86694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67F706B-4ECA-4805-810A-D4374234AF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46652" y="4306359"/>
              <a:ext cx="355600" cy="347133"/>
            </a:xfrm>
            <a:custGeom>
              <a:avLst/>
              <a:gdLst>
                <a:gd name="T0" fmla="*/ 49 w 98"/>
                <a:gd name="T1" fmla="*/ 0 h 98"/>
                <a:gd name="T2" fmla="*/ 84 w 98"/>
                <a:gd name="T3" fmla="*/ 15 h 98"/>
                <a:gd name="T4" fmla="*/ 98 w 98"/>
                <a:gd name="T5" fmla="*/ 49 h 98"/>
                <a:gd name="T6" fmla="*/ 84 w 98"/>
                <a:gd name="T7" fmla="*/ 84 h 98"/>
                <a:gd name="T8" fmla="*/ 49 w 98"/>
                <a:gd name="T9" fmla="*/ 98 h 98"/>
                <a:gd name="T10" fmla="*/ 14 w 98"/>
                <a:gd name="T11" fmla="*/ 84 h 98"/>
                <a:gd name="T12" fmla="*/ 14 w 98"/>
                <a:gd name="T13" fmla="*/ 84 h 98"/>
                <a:gd name="T14" fmla="*/ 14 w 98"/>
                <a:gd name="T15" fmla="*/ 84 h 98"/>
                <a:gd name="T16" fmla="*/ 0 w 98"/>
                <a:gd name="T17" fmla="*/ 49 h 98"/>
                <a:gd name="T18" fmla="*/ 14 w 98"/>
                <a:gd name="T19" fmla="*/ 15 h 98"/>
                <a:gd name="T20" fmla="*/ 14 w 98"/>
                <a:gd name="T21" fmla="*/ 15 h 98"/>
                <a:gd name="T22" fmla="*/ 49 w 98"/>
                <a:gd name="T23" fmla="*/ 0 h 98"/>
                <a:gd name="T24" fmla="*/ 51 w 98"/>
                <a:gd name="T25" fmla="*/ 8 h 98"/>
                <a:gd name="T26" fmla="*/ 51 w 98"/>
                <a:gd name="T27" fmla="*/ 8 h 98"/>
                <a:gd name="T28" fmla="*/ 51 w 98"/>
                <a:gd name="T29" fmla="*/ 48 h 98"/>
                <a:gd name="T30" fmla="*/ 80 w 98"/>
                <a:gd name="T31" fmla="*/ 77 h 98"/>
                <a:gd name="T32" fmla="*/ 91 w 98"/>
                <a:gd name="T33" fmla="*/ 49 h 98"/>
                <a:gd name="T34" fmla="*/ 78 w 98"/>
                <a:gd name="T35" fmla="*/ 20 h 98"/>
                <a:gd name="T36" fmla="*/ 78 w 98"/>
                <a:gd name="T37" fmla="*/ 20 h 98"/>
                <a:gd name="T38" fmla="*/ 51 w 98"/>
                <a:gd name="T39" fmla="*/ 8 h 98"/>
                <a:gd name="T40" fmla="*/ 77 w 98"/>
                <a:gd name="T41" fmla="*/ 80 h 98"/>
                <a:gd name="T42" fmla="*/ 77 w 98"/>
                <a:gd name="T43" fmla="*/ 80 h 98"/>
                <a:gd name="T44" fmla="*/ 48 w 98"/>
                <a:gd name="T45" fmla="*/ 51 h 98"/>
                <a:gd name="T46" fmla="*/ 47 w 98"/>
                <a:gd name="T47" fmla="*/ 51 h 98"/>
                <a:gd name="T48" fmla="*/ 47 w 98"/>
                <a:gd name="T49" fmla="*/ 49 h 98"/>
                <a:gd name="T50" fmla="*/ 47 w 98"/>
                <a:gd name="T51" fmla="*/ 8 h 98"/>
                <a:gd name="T52" fmla="*/ 20 w 98"/>
                <a:gd name="T53" fmla="*/ 20 h 98"/>
                <a:gd name="T54" fmla="*/ 20 w 98"/>
                <a:gd name="T55" fmla="*/ 20 h 98"/>
                <a:gd name="T56" fmla="*/ 8 w 98"/>
                <a:gd name="T57" fmla="*/ 49 h 98"/>
                <a:gd name="T58" fmla="*/ 20 w 98"/>
                <a:gd name="T59" fmla="*/ 79 h 98"/>
                <a:gd name="T60" fmla="*/ 20 w 98"/>
                <a:gd name="T61" fmla="*/ 79 h 98"/>
                <a:gd name="T62" fmla="*/ 49 w 98"/>
                <a:gd name="T63" fmla="*/ 91 h 98"/>
                <a:gd name="T64" fmla="*/ 77 w 98"/>
                <a:gd name="T65" fmla="*/ 8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8" h="98">
                  <a:moveTo>
                    <a:pt x="49" y="0"/>
                  </a:moveTo>
                  <a:cubicBezTo>
                    <a:pt x="63" y="0"/>
                    <a:pt x="75" y="6"/>
                    <a:pt x="84" y="15"/>
                  </a:cubicBezTo>
                  <a:cubicBezTo>
                    <a:pt x="93" y="24"/>
                    <a:pt x="98" y="36"/>
                    <a:pt x="98" y="49"/>
                  </a:cubicBezTo>
                  <a:cubicBezTo>
                    <a:pt x="98" y="63"/>
                    <a:pt x="93" y="75"/>
                    <a:pt x="84" y="84"/>
                  </a:cubicBezTo>
                  <a:cubicBezTo>
                    <a:pt x="75" y="93"/>
                    <a:pt x="63" y="98"/>
                    <a:pt x="49" y="98"/>
                  </a:cubicBezTo>
                  <a:cubicBezTo>
                    <a:pt x="36" y="98"/>
                    <a:pt x="23" y="93"/>
                    <a:pt x="14" y="84"/>
                  </a:cubicBezTo>
                  <a:cubicBezTo>
                    <a:pt x="14" y="84"/>
                    <a:pt x="14" y="84"/>
                    <a:pt x="14" y="84"/>
                  </a:cubicBezTo>
                  <a:cubicBezTo>
                    <a:pt x="14" y="84"/>
                    <a:pt x="14" y="84"/>
                    <a:pt x="14" y="84"/>
                  </a:cubicBezTo>
                  <a:cubicBezTo>
                    <a:pt x="6" y="75"/>
                    <a:pt x="0" y="63"/>
                    <a:pt x="0" y="49"/>
                  </a:cubicBezTo>
                  <a:cubicBezTo>
                    <a:pt x="0" y="36"/>
                    <a:pt x="6" y="24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23" y="6"/>
                    <a:pt x="36" y="0"/>
                    <a:pt x="49" y="0"/>
                  </a:cubicBezTo>
                  <a:close/>
                  <a:moveTo>
                    <a:pt x="51" y="8"/>
                  </a:moveTo>
                  <a:cubicBezTo>
                    <a:pt x="51" y="8"/>
                    <a:pt x="51" y="8"/>
                    <a:pt x="51" y="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87" y="70"/>
                    <a:pt x="91" y="60"/>
                    <a:pt x="91" y="49"/>
                  </a:cubicBezTo>
                  <a:cubicBezTo>
                    <a:pt x="91" y="38"/>
                    <a:pt x="86" y="28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1" y="13"/>
                    <a:pt x="62" y="8"/>
                    <a:pt x="51" y="8"/>
                  </a:cubicBezTo>
                  <a:close/>
                  <a:moveTo>
                    <a:pt x="77" y="80"/>
                  </a:moveTo>
                  <a:cubicBezTo>
                    <a:pt x="77" y="80"/>
                    <a:pt x="77" y="80"/>
                    <a:pt x="77" y="80"/>
                  </a:cubicBezTo>
                  <a:cubicBezTo>
                    <a:pt x="48" y="51"/>
                    <a:pt x="48" y="51"/>
                    <a:pt x="48" y="51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7" y="50"/>
                    <a:pt x="47" y="50"/>
                    <a:pt x="47" y="4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36" y="8"/>
                    <a:pt x="27" y="13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2" y="28"/>
                    <a:pt x="8" y="38"/>
                    <a:pt x="8" y="49"/>
                  </a:cubicBezTo>
                  <a:cubicBezTo>
                    <a:pt x="8" y="61"/>
                    <a:pt x="12" y="71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7" y="86"/>
                    <a:pt x="38" y="91"/>
                    <a:pt x="49" y="91"/>
                  </a:cubicBezTo>
                  <a:cubicBezTo>
                    <a:pt x="60" y="91"/>
                    <a:pt x="69" y="87"/>
                    <a:pt x="77" y="8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/>
            <a:lstStyle/>
            <a:p>
              <a:pPr marL="0" marR="0" lvl="0" indent="0" defTabSz="86694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E5A90DCA-7A95-4CF9-A4F8-99BC8DB6B8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6214" y="4739717"/>
              <a:ext cx="1112456" cy="6255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866943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chemeClr val="bg1"/>
                  </a:solidFill>
                  <a:cs typeface="+mn-ea"/>
                  <a:sym typeface="+mn-lt"/>
                </a:rPr>
                <a:t>30%</a:t>
              </a: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AE3586DC-CE91-4C59-B36E-AAEB6DE89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3115" y="2896436"/>
              <a:ext cx="1112456" cy="6255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866943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chemeClr val="bg1"/>
                  </a:solidFill>
                  <a:cs typeface="+mn-ea"/>
                  <a:sym typeface="+mn-lt"/>
                </a:rPr>
                <a:t>23%</a:t>
              </a:r>
            </a:p>
          </p:txBody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2D97EE8A-3950-4E9B-B93E-EE2116AC5396}"/>
                </a:ext>
              </a:extLst>
            </p:cNvPr>
            <p:cNvSpPr/>
            <p:nvPr/>
          </p:nvSpPr>
          <p:spPr bwMode="auto">
            <a:xfrm>
              <a:off x="4940301" y="2718859"/>
              <a:ext cx="1119717" cy="1117600"/>
            </a:xfrm>
            <a:custGeom>
              <a:avLst/>
              <a:gdLst>
                <a:gd name="T0" fmla="*/ 273 w 546"/>
                <a:gd name="T1" fmla="*/ 546 h 546"/>
                <a:gd name="T2" fmla="*/ 0 w 546"/>
                <a:gd name="T3" fmla="*/ 273 h 546"/>
                <a:gd name="T4" fmla="*/ 273 w 546"/>
                <a:gd name="T5" fmla="*/ 0 h 546"/>
                <a:gd name="T6" fmla="*/ 546 w 546"/>
                <a:gd name="T7" fmla="*/ 273 h 546"/>
                <a:gd name="T8" fmla="*/ 546 w 546"/>
                <a:gd name="T9" fmla="*/ 546 h 546"/>
                <a:gd name="T10" fmla="*/ 273 w 546"/>
                <a:gd name="T11" fmla="*/ 546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6" h="546">
                  <a:moveTo>
                    <a:pt x="273" y="546"/>
                  </a:moveTo>
                  <a:cubicBezTo>
                    <a:pt x="123" y="546"/>
                    <a:pt x="0" y="424"/>
                    <a:pt x="0" y="273"/>
                  </a:cubicBezTo>
                  <a:cubicBezTo>
                    <a:pt x="0" y="123"/>
                    <a:pt x="123" y="0"/>
                    <a:pt x="273" y="0"/>
                  </a:cubicBezTo>
                  <a:cubicBezTo>
                    <a:pt x="424" y="0"/>
                    <a:pt x="546" y="123"/>
                    <a:pt x="546" y="273"/>
                  </a:cubicBezTo>
                  <a:cubicBezTo>
                    <a:pt x="546" y="546"/>
                    <a:pt x="546" y="546"/>
                    <a:pt x="546" y="546"/>
                  </a:cubicBezTo>
                  <a:lnTo>
                    <a:pt x="273" y="546"/>
                  </a:lnTo>
                  <a:close/>
                </a:path>
              </a:pathLst>
            </a:custGeom>
            <a:solidFill>
              <a:srgbClr val="1A25B8"/>
            </a:solidFill>
            <a:ln>
              <a:noFill/>
            </a:ln>
          </p:spPr>
          <p:txBody>
            <a:bodyPr/>
            <a:lstStyle/>
            <a:p>
              <a:pPr marL="0" marR="0" lvl="0" indent="0" defTabSz="86694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0CAF7FDC-E4C8-463C-8FD5-F0949F118D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56766" y="3133726"/>
              <a:ext cx="279400" cy="287866"/>
            </a:xfrm>
            <a:custGeom>
              <a:avLst/>
              <a:gdLst>
                <a:gd name="T0" fmla="*/ 55 w 95"/>
                <a:gd name="T1" fmla="*/ 0 h 98"/>
                <a:gd name="T2" fmla="*/ 85 w 95"/>
                <a:gd name="T3" fmla="*/ 29 h 98"/>
                <a:gd name="T4" fmla="*/ 86 w 95"/>
                <a:gd name="T5" fmla="*/ 31 h 98"/>
                <a:gd name="T6" fmla="*/ 82 w 95"/>
                <a:gd name="T7" fmla="*/ 41 h 98"/>
                <a:gd name="T8" fmla="*/ 79 w 95"/>
                <a:gd name="T9" fmla="*/ 34 h 98"/>
                <a:gd name="T10" fmla="*/ 55 w 95"/>
                <a:gd name="T11" fmla="*/ 31 h 98"/>
                <a:gd name="T12" fmla="*/ 53 w 95"/>
                <a:gd name="T13" fmla="*/ 25 h 98"/>
                <a:gd name="T14" fmla="*/ 11 w 95"/>
                <a:gd name="T15" fmla="*/ 8 h 98"/>
                <a:gd name="T16" fmla="*/ 8 w 95"/>
                <a:gd name="T17" fmla="*/ 10 h 98"/>
                <a:gd name="T18" fmla="*/ 9 w 95"/>
                <a:gd name="T19" fmla="*/ 90 h 98"/>
                <a:gd name="T20" fmla="*/ 11 w 95"/>
                <a:gd name="T21" fmla="*/ 91 h 98"/>
                <a:gd name="T22" fmla="*/ 78 w 95"/>
                <a:gd name="T23" fmla="*/ 90 h 98"/>
                <a:gd name="T24" fmla="*/ 79 w 95"/>
                <a:gd name="T25" fmla="*/ 88 h 98"/>
                <a:gd name="T26" fmla="*/ 82 w 95"/>
                <a:gd name="T27" fmla="*/ 82 h 98"/>
                <a:gd name="T28" fmla="*/ 86 w 95"/>
                <a:gd name="T29" fmla="*/ 88 h 98"/>
                <a:gd name="T30" fmla="*/ 83 w 95"/>
                <a:gd name="T31" fmla="*/ 95 h 98"/>
                <a:gd name="T32" fmla="*/ 11 w 95"/>
                <a:gd name="T33" fmla="*/ 98 h 98"/>
                <a:gd name="T34" fmla="*/ 0 w 95"/>
                <a:gd name="T35" fmla="*/ 88 h 98"/>
                <a:gd name="T36" fmla="*/ 3 w 95"/>
                <a:gd name="T37" fmla="*/ 3 h 98"/>
                <a:gd name="T38" fmla="*/ 72 w 95"/>
                <a:gd name="T39" fmla="*/ 38 h 98"/>
                <a:gd name="T40" fmla="*/ 72 w 95"/>
                <a:gd name="T41" fmla="*/ 38 h 98"/>
                <a:gd name="T42" fmla="*/ 94 w 95"/>
                <a:gd name="T43" fmla="*/ 63 h 98"/>
                <a:gd name="T44" fmla="*/ 68 w 95"/>
                <a:gd name="T45" fmla="*/ 86 h 98"/>
                <a:gd name="T46" fmla="*/ 68 w 95"/>
                <a:gd name="T47" fmla="*/ 73 h 98"/>
                <a:gd name="T48" fmla="*/ 49 w 95"/>
                <a:gd name="T49" fmla="*/ 71 h 98"/>
                <a:gd name="T50" fmla="*/ 49 w 95"/>
                <a:gd name="T51" fmla="*/ 53 h 98"/>
                <a:gd name="T52" fmla="*/ 52 w 95"/>
                <a:gd name="T53" fmla="*/ 50 h 98"/>
                <a:gd name="T54" fmla="*/ 68 w 95"/>
                <a:gd name="T55" fmla="*/ 40 h 98"/>
                <a:gd name="T56" fmla="*/ 72 w 95"/>
                <a:gd name="T57" fmla="*/ 38 h 98"/>
                <a:gd name="T58" fmla="*/ 89 w 95"/>
                <a:gd name="T59" fmla="*/ 62 h 98"/>
                <a:gd name="T60" fmla="*/ 72 w 95"/>
                <a:gd name="T61" fmla="*/ 53 h 98"/>
                <a:gd name="T62" fmla="*/ 70 w 95"/>
                <a:gd name="T63" fmla="*/ 55 h 98"/>
                <a:gd name="T64" fmla="*/ 54 w 95"/>
                <a:gd name="T65" fmla="*/ 69 h 98"/>
                <a:gd name="T66" fmla="*/ 70 w 95"/>
                <a:gd name="T67" fmla="*/ 69 h 98"/>
                <a:gd name="T68" fmla="*/ 72 w 95"/>
                <a:gd name="T69" fmla="*/ 79 h 98"/>
                <a:gd name="T70" fmla="*/ 75 w 95"/>
                <a:gd name="T71" fmla="*/ 29 h 98"/>
                <a:gd name="T72" fmla="*/ 57 w 95"/>
                <a:gd name="T73" fmla="*/ 12 h 98"/>
                <a:gd name="T74" fmla="*/ 59 w 95"/>
                <a:gd name="T75" fmla="*/ 28 h 98"/>
                <a:gd name="T76" fmla="*/ 61 w 95"/>
                <a:gd name="T7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98">
                  <a:moveTo>
                    <a:pt x="11" y="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7" y="1"/>
                    <a:pt x="58" y="1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6" y="29"/>
                    <a:pt x="86" y="30"/>
                    <a:pt x="86" y="31"/>
                  </a:cubicBezTo>
                  <a:cubicBezTo>
                    <a:pt x="86" y="31"/>
                    <a:pt x="86" y="31"/>
                    <a:pt x="86" y="31"/>
                  </a:cubicBezTo>
                  <a:cubicBezTo>
                    <a:pt x="86" y="37"/>
                    <a:pt x="86" y="37"/>
                    <a:pt x="86" y="37"/>
                  </a:cubicBezTo>
                  <a:cubicBezTo>
                    <a:pt x="86" y="40"/>
                    <a:pt x="85" y="41"/>
                    <a:pt x="82" y="41"/>
                  </a:cubicBezTo>
                  <a:cubicBezTo>
                    <a:pt x="80" y="41"/>
                    <a:pt x="79" y="40"/>
                    <a:pt x="79" y="37"/>
                  </a:cubicBezTo>
                  <a:cubicBezTo>
                    <a:pt x="79" y="34"/>
                    <a:pt x="79" y="34"/>
                    <a:pt x="79" y="34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59" y="34"/>
                    <a:pt x="57" y="33"/>
                    <a:pt x="55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4" y="29"/>
                    <a:pt x="53" y="27"/>
                    <a:pt x="53" y="25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9" y="8"/>
                    <a:pt x="9" y="9"/>
                  </a:cubicBezTo>
                  <a:cubicBezTo>
                    <a:pt x="8" y="9"/>
                    <a:pt x="8" y="10"/>
                    <a:pt x="8" y="10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8" y="89"/>
                    <a:pt x="8" y="90"/>
                    <a:pt x="9" y="90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9" y="90"/>
                    <a:pt x="10" y="91"/>
                    <a:pt x="11" y="91"/>
                  </a:cubicBezTo>
                  <a:cubicBezTo>
                    <a:pt x="76" y="91"/>
                    <a:pt x="76" y="91"/>
                    <a:pt x="76" y="91"/>
                  </a:cubicBezTo>
                  <a:cubicBezTo>
                    <a:pt x="77" y="91"/>
                    <a:pt x="77" y="90"/>
                    <a:pt x="78" y="90"/>
                  </a:cubicBezTo>
                  <a:cubicBezTo>
                    <a:pt x="78" y="90"/>
                    <a:pt x="78" y="90"/>
                    <a:pt x="78" y="90"/>
                  </a:cubicBezTo>
                  <a:cubicBezTo>
                    <a:pt x="78" y="90"/>
                    <a:pt x="79" y="89"/>
                    <a:pt x="79" y="88"/>
                  </a:cubicBezTo>
                  <a:cubicBezTo>
                    <a:pt x="79" y="86"/>
                    <a:pt x="79" y="86"/>
                    <a:pt x="79" y="86"/>
                  </a:cubicBezTo>
                  <a:cubicBezTo>
                    <a:pt x="79" y="84"/>
                    <a:pt x="80" y="82"/>
                    <a:pt x="82" y="82"/>
                  </a:cubicBezTo>
                  <a:cubicBezTo>
                    <a:pt x="85" y="82"/>
                    <a:pt x="86" y="84"/>
                    <a:pt x="86" y="86"/>
                  </a:cubicBezTo>
                  <a:cubicBezTo>
                    <a:pt x="86" y="88"/>
                    <a:pt x="86" y="88"/>
                    <a:pt x="86" y="88"/>
                  </a:cubicBezTo>
                  <a:cubicBezTo>
                    <a:pt x="86" y="91"/>
                    <a:pt x="85" y="94"/>
                    <a:pt x="83" y="95"/>
                  </a:cubicBezTo>
                  <a:cubicBezTo>
                    <a:pt x="83" y="95"/>
                    <a:pt x="83" y="95"/>
                    <a:pt x="83" y="95"/>
                  </a:cubicBezTo>
                  <a:cubicBezTo>
                    <a:pt x="81" y="97"/>
                    <a:pt x="79" y="98"/>
                    <a:pt x="76" y="98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8" y="98"/>
                    <a:pt x="5" y="97"/>
                    <a:pt x="3" y="95"/>
                  </a:cubicBezTo>
                  <a:cubicBezTo>
                    <a:pt x="2" y="94"/>
                    <a:pt x="0" y="91"/>
                    <a:pt x="0" y="8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8"/>
                    <a:pt x="2" y="5"/>
                    <a:pt x="3" y="3"/>
                  </a:cubicBezTo>
                  <a:cubicBezTo>
                    <a:pt x="5" y="1"/>
                    <a:pt x="8" y="0"/>
                    <a:pt x="11" y="0"/>
                  </a:cubicBezTo>
                  <a:close/>
                  <a:moveTo>
                    <a:pt x="72" y="38"/>
                  </a:moveTo>
                  <a:cubicBezTo>
                    <a:pt x="72" y="38"/>
                    <a:pt x="72" y="38"/>
                    <a:pt x="72" y="38"/>
                  </a:cubicBezTo>
                  <a:cubicBezTo>
                    <a:pt x="72" y="38"/>
                    <a:pt x="72" y="38"/>
                    <a:pt x="72" y="38"/>
                  </a:cubicBezTo>
                  <a:cubicBezTo>
                    <a:pt x="94" y="60"/>
                    <a:pt x="94" y="60"/>
                    <a:pt x="94" y="60"/>
                  </a:cubicBezTo>
                  <a:cubicBezTo>
                    <a:pt x="95" y="61"/>
                    <a:pt x="95" y="63"/>
                    <a:pt x="94" y="63"/>
                  </a:cubicBezTo>
                  <a:cubicBezTo>
                    <a:pt x="72" y="86"/>
                    <a:pt x="72" y="86"/>
                    <a:pt x="72" y="86"/>
                  </a:cubicBezTo>
                  <a:cubicBezTo>
                    <a:pt x="71" y="87"/>
                    <a:pt x="69" y="87"/>
                    <a:pt x="68" y="86"/>
                  </a:cubicBezTo>
                  <a:cubicBezTo>
                    <a:pt x="68" y="85"/>
                    <a:pt x="68" y="85"/>
                    <a:pt x="68" y="84"/>
                  </a:cubicBezTo>
                  <a:cubicBezTo>
                    <a:pt x="68" y="73"/>
                    <a:pt x="68" y="73"/>
                    <a:pt x="68" y="73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1" y="73"/>
                    <a:pt x="49" y="72"/>
                    <a:pt x="49" y="71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9" y="53"/>
                    <a:pt x="49" y="53"/>
                    <a:pt x="49" y="53"/>
                  </a:cubicBezTo>
                  <a:cubicBezTo>
                    <a:pt x="49" y="51"/>
                    <a:pt x="51" y="50"/>
                    <a:pt x="52" y="50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68" y="50"/>
                    <a:pt x="68" y="50"/>
                    <a:pt x="68" y="50"/>
                  </a:cubicBezTo>
                  <a:cubicBezTo>
                    <a:pt x="68" y="40"/>
                    <a:pt x="68" y="40"/>
                    <a:pt x="68" y="40"/>
                  </a:cubicBezTo>
                  <a:cubicBezTo>
                    <a:pt x="68" y="38"/>
                    <a:pt x="69" y="37"/>
                    <a:pt x="70" y="37"/>
                  </a:cubicBezTo>
                  <a:cubicBezTo>
                    <a:pt x="71" y="37"/>
                    <a:pt x="71" y="38"/>
                    <a:pt x="72" y="38"/>
                  </a:cubicBezTo>
                  <a:close/>
                  <a:moveTo>
                    <a:pt x="89" y="62"/>
                  </a:moveTo>
                  <a:cubicBezTo>
                    <a:pt x="89" y="62"/>
                    <a:pt x="89" y="62"/>
                    <a:pt x="89" y="62"/>
                  </a:cubicBezTo>
                  <a:cubicBezTo>
                    <a:pt x="72" y="45"/>
                    <a:pt x="72" y="45"/>
                    <a:pt x="72" y="45"/>
                  </a:cubicBezTo>
                  <a:cubicBezTo>
                    <a:pt x="72" y="53"/>
                    <a:pt x="72" y="53"/>
                    <a:pt x="72" y="53"/>
                  </a:cubicBezTo>
                  <a:cubicBezTo>
                    <a:pt x="72" y="53"/>
                    <a:pt x="72" y="53"/>
                    <a:pt x="72" y="53"/>
                  </a:cubicBezTo>
                  <a:cubicBezTo>
                    <a:pt x="72" y="54"/>
                    <a:pt x="71" y="55"/>
                    <a:pt x="70" y="55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4" y="69"/>
                    <a:pt x="54" y="69"/>
                    <a:pt x="54" y="69"/>
                  </a:cubicBezTo>
                  <a:cubicBezTo>
                    <a:pt x="70" y="69"/>
                    <a:pt x="70" y="69"/>
                    <a:pt x="70" y="69"/>
                  </a:cubicBezTo>
                  <a:cubicBezTo>
                    <a:pt x="70" y="69"/>
                    <a:pt x="70" y="69"/>
                    <a:pt x="70" y="69"/>
                  </a:cubicBezTo>
                  <a:cubicBezTo>
                    <a:pt x="71" y="69"/>
                    <a:pt x="72" y="70"/>
                    <a:pt x="72" y="71"/>
                  </a:cubicBezTo>
                  <a:cubicBezTo>
                    <a:pt x="72" y="79"/>
                    <a:pt x="72" y="79"/>
                    <a:pt x="72" y="79"/>
                  </a:cubicBezTo>
                  <a:cubicBezTo>
                    <a:pt x="89" y="62"/>
                    <a:pt x="89" y="62"/>
                    <a:pt x="89" y="62"/>
                  </a:cubicBezTo>
                  <a:close/>
                  <a:moveTo>
                    <a:pt x="75" y="29"/>
                  </a:moveTo>
                  <a:cubicBezTo>
                    <a:pt x="75" y="29"/>
                    <a:pt x="75" y="29"/>
                    <a:pt x="75" y="29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7" y="25"/>
                    <a:pt x="57" y="25"/>
                    <a:pt x="57" y="25"/>
                  </a:cubicBezTo>
                  <a:cubicBezTo>
                    <a:pt x="57" y="26"/>
                    <a:pt x="58" y="27"/>
                    <a:pt x="59" y="28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59" y="29"/>
                    <a:pt x="60" y="29"/>
                    <a:pt x="61" y="29"/>
                  </a:cubicBezTo>
                  <a:cubicBezTo>
                    <a:pt x="75" y="29"/>
                    <a:pt x="75" y="29"/>
                    <a:pt x="75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66943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BB570927-51BE-43D9-8501-8E40ECAA3435}"/>
                </a:ext>
              </a:extLst>
            </p:cNvPr>
            <p:cNvSpPr/>
            <p:nvPr/>
          </p:nvSpPr>
          <p:spPr bwMode="auto">
            <a:xfrm rot="10800000">
              <a:off x="6151033" y="3923242"/>
              <a:ext cx="1881718" cy="1877483"/>
            </a:xfrm>
            <a:custGeom>
              <a:avLst/>
              <a:gdLst>
                <a:gd name="T0" fmla="*/ 459 w 918"/>
                <a:gd name="T1" fmla="*/ 918 h 918"/>
                <a:gd name="T2" fmla="*/ 0 w 918"/>
                <a:gd name="T3" fmla="*/ 459 h 918"/>
                <a:gd name="T4" fmla="*/ 459 w 918"/>
                <a:gd name="T5" fmla="*/ 0 h 918"/>
                <a:gd name="T6" fmla="*/ 918 w 918"/>
                <a:gd name="T7" fmla="*/ 459 h 918"/>
                <a:gd name="T8" fmla="*/ 918 w 918"/>
                <a:gd name="T9" fmla="*/ 918 h 918"/>
                <a:gd name="T10" fmla="*/ 459 w 918"/>
                <a:gd name="T11" fmla="*/ 918 h 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8" h="918">
                  <a:moveTo>
                    <a:pt x="459" y="918"/>
                  </a:moveTo>
                  <a:cubicBezTo>
                    <a:pt x="205" y="918"/>
                    <a:pt x="0" y="713"/>
                    <a:pt x="0" y="459"/>
                  </a:cubicBezTo>
                  <a:cubicBezTo>
                    <a:pt x="0" y="205"/>
                    <a:pt x="205" y="0"/>
                    <a:pt x="459" y="0"/>
                  </a:cubicBezTo>
                  <a:cubicBezTo>
                    <a:pt x="713" y="0"/>
                    <a:pt x="918" y="205"/>
                    <a:pt x="918" y="459"/>
                  </a:cubicBezTo>
                  <a:cubicBezTo>
                    <a:pt x="918" y="918"/>
                    <a:pt x="918" y="918"/>
                    <a:pt x="918" y="918"/>
                  </a:cubicBezTo>
                  <a:lnTo>
                    <a:pt x="459" y="918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86694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8" name="Rectangle 16">
            <a:extLst>
              <a:ext uri="{FF2B5EF4-FFF2-40B4-BE49-F238E27FC236}">
                <a16:creationId xmlns:a16="http://schemas.microsoft.com/office/drawing/2014/main" id="{DD523552-E61D-4C77-A1F8-DDA653577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3958" y="2159720"/>
            <a:ext cx="335781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  <a:endParaRPr lang="en-US" altLang="zh-CN" sz="2000" b="1">
              <a:solidFill>
                <a:schemeClr val="bg1"/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b="1">
                <a:solidFill>
                  <a:schemeClr val="bg1"/>
                </a:solidFill>
                <a:cs typeface="+mn-ea"/>
                <a:sym typeface="+mn-lt"/>
              </a:rPr>
              <a:t>单击此处添加合适的文字加以说明，可以调整文字大X或者颜色等属性。</a:t>
            </a: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56192159-0833-42C1-B13D-04EC47AF2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3958" y="3908309"/>
            <a:ext cx="335781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  <a:endParaRPr lang="en-US" altLang="zh-CN" sz="2000" b="1">
              <a:solidFill>
                <a:schemeClr val="bg1"/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b="1">
                <a:solidFill>
                  <a:schemeClr val="bg1"/>
                </a:solidFill>
                <a:cs typeface="+mn-ea"/>
                <a:sym typeface="+mn-lt"/>
              </a:rPr>
              <a:t>单击此处添加合适的文字加以说明，可以调整文字大X或者颜色等属性。</a:t>
            </a: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8B66A49D-8EE8-471C-A7C3-974504F93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779" y="2159720"/>
            <a:ext cx="316029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  <a:endParaRPr lang="en-US" altLang="zh-CN" sz="2000" b="1">
              <a:solidFill>
                <a:schemeClr val="bg1"/>
              </a:solidFill>
              <a:cs typeface="+mn-ea"/>
              <a:sym typeface="+mn-lt"/>
            </a:endParaRPr>
          </a:p>
          <a:p>
            <a:pPr lvl="0" algn="r">
              <a:lnSpc>
                <a:spcPct val="150000"/>
              </a:lnSpc>
            </a:pPr>
            <a:r>
              <a:rPr lang="zh-CN" altLang="en-US" sz="1600" b="1">
                <a:solidFill>
                  <a:schemeClr val="bg1"/>
                </a:solidFill>
                <a:cs typeface="+mn-ea"/>
                <a:sym typeface="+mn-lt"/>
              </a:rPr>
              <a:t>单击此处添加合适的文字加以说明，可以调整文字大X或者颜色等属性。</a:t>
            </a:r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C6218B97-2E46-4CA9-A958-1CDBD16DD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779" y="3908309"/>
            <a:ext cx="316029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  <a:endParaRPr lang="en-US" altLang="zh-CN" sz="2000" b="1">
              <a:solidFill>
                <a:schemeClr val="bg1"/>
              </a:solidFill>
              <a:cs typeface="+mn-ea"/>
              <a:sym typeface="+mn-lt"/>
            </a:endParaRPr>
          </a:p>
          <a:p>
            <a:pPr lvl="0" algn="r">
              <a:lnSpc>
                <a:spcPct val="150000"/>
              </a:lnSpc>
            </a:pPr>
            <a:r>
              <a:rPr lang="zh-CN" altLang="en-US" sz="1600" b="1">
                <a:solidFill>
                  <a:schemeClr val="bg1"/>
                </a:solidFill>
                <a:cs typeface="+mn-ea"/>
                <a:sym typeface="+mn-lt"/>
              </a:rPr>
              <a:t>单击此处添加合适的文字加以说明，可以调整文字大X或者颜色等属性。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349238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d" isInverted="1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工作完成情况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9D343DD-6B0B-46B1-99C7-F4F25185A3A5}"/>
              </a:ext>
            </a:extLst>
          </p:cNvPr>
          <p:cNvGrpSpPr/>
          <p:nvPr/>
        </p:nvGrpSpPr>
        <p:grpSpPr>
          <a:xfrm>
            <a:off x="5283099" y="1882453"/>
            <a:ext cx="581945" cy="577166"/>
            <a:chOff x="6309793" y="2203294"/>
            <a:chExt cx="581945" cy="577166"/>
          </a:xfrm>
        </p:grpSpPr>
        <p:sp>
          <p:nvSpPr>
            <p:cNvPr id="6" name="Oval 1">
              <a:extLst>
                <a:ext uri="{FF2B5EF4-FFF2-40B4-BE49-F238E27FC236}">
                  <a16:creationId xmlns:a16="http://schemas.microsoft.com/office/drawing/2014/main" id="{83FCCF15-4EC7-4666-9856-A6F23825972F}"/>
                </a:ext>
              </a:extLst>
            </p:cNvPr>
            <p:cNvSpPr/>
            <p:nvPr/>
          </p:nvSpPr>
          <p:spPr>
            <a:xfrm>
              <a:off x="6309793" y="2203294"/>
              <a:ext cx="577167" cy="577166"/>
            </a:xfrm>
            <a:prstGeom prst="ellipse">
              <a:avLst/>
            </a:prstGeom>
            <a:solidFill>
              <a:srgbClr val="E2087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Subtitle 2">
              <a:extLst>
                <a:ext uri="{FF2B5EF4-FFF2-40B4-BE49-F238E27FC236}">
                  <a16:creationId xmlns:a16="http://schemas.microsoft.com/office/drawing/2014/main" id="{52E2DA4F-B629-49B9-B6E8-43BAE94F071A}"/>
                </a:ext>
              </a:extLst>
            </p:cNvPr>
            <p:cNvSpPr txBox="1"/>
            <p:nvPr/>
          </p:nvSpPr>
          <p:spPr>
            <a:xfrm>
              <a:off x="6325205" y="2321221"/>
              <a:ext cx="566533" cy="276967"/>
            </a:xfrm>
            <a:prstGeom prst="rect">
              <a:avLst/>
            </a:prstGeom>
          </p:spPr>
          <p:txBody>
            <a:bodyPr vert="horz" wrap="square" lIns="68549" tIns="34274" rIns="68549" bIns="34274" rtlCol="0">
              <a:sp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/>
                <a:buNone/>
              </a:pPr>
              <a:r>
                <a:rPr lang="en-US" sz="1350" b="1">
                  <a:solidFill>
                    <a:prstClr val="white"/>
                  </a:solidFill>
                  <a:cs typeface="+mn-ea"/>
                  <a:sym typeface="+mn-lt"/>
                </a:rPr>
                <a:t>25%</a:t>
              </a:r>
              <a:endParaRPr lang="en-US" sz="825" b="1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0847F6B-8A64-4976-9D52-C1BC74F712F0}"/>
              </a:ext>
            </a:extLst>
          </p:cNvPr>
          <p:cNvGrpSpPr/>
          <p:nvPr/>
        </p:nvGrpSpPr>
        <p:grpSpPr>
          <a:xfrm>
            <a:off x="5283099" y="2964405"/>
            <a:ext cx="577167" cy="577166"/>
            <a:chOff x="6309793" y="2923834"/>
            <a:chExt cx="577167" cy="577166"/>
          </a:xfrm>
        </p:grpSpPr>
        <p:sp>
          <p:nvSpPr>
            <p:cNvPr id="9" name="Oval 2">
              <a:extLst>
                <a:ext uri="{FF2B5EF4-FFF2-40B4-BE49-F238E27FC236}">
                  <a16:creationId xmlns:a16="http://schemas.microsoft.com/office/drawing/2014/main" id="{2C65CDE7-1094-4C76-8D6A-FD48DB597E2B}"/>
                </a:ext>
              </a:extLst>
            </p:cNvPr>
            <p:cNvSpPr/>
            <p:nvPr/>
          </p:nvSpPr>
          <p:spPr>
            <a:xfrm>
              <a:off x="6309793" y="2923834"/>
              <a:ext cx="577167" cy="577166"/>
            </a:xfrm>
            <a:prstGeom prst="ellipse">
              <a:avLst/>
            </a:prstGeom>
            <a:solidFill>
              <a:srgbClr val="1A25B8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Subtitle 2">
              <a:extLst>
                <a:ext uri="{FF2B5EF4-FFF2-40B4-BE49-F238E27FC236}">
                  <a16:creationId xmlns:a16="http://schemas.microsoft.com/office/drawing/2014/main" id="{BBC8967F-FF1A-4CD0-8590-0E344FCF3A22}"/>
                </a:ext>
              </a:extLst>
            </p:cNvPr>
            <p:cNvSpPr txBox="1"/>
            <p:nvPr/>
          </p:nvSpPr>
          <p:spPr>
            <a:xfrm>
              <a:off x="6318151" y="3076628"/>
              <a:ext cx="566533" cy="276967"/>
            </a:xfrm>
            <a:prstGeom prst="rect">
              <a:avLst/>
            </a:prstGeom>
          </p:spPr>
          <p:txBody>
            <a:bodyPr vert="horz" wrap="square" lIns="68549" tIns="34274" rIns="68549" bIns="34274" rtlCol="0">
              <a:sp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/>
                <a:buNone/>
              </a:pPr>
              <a:r>
                <a:rPr lang="en-US" sz="1350" b="1">
                  <a:solidFill>
                    <a:prstClr val="white"/>
                  </a:solidFill>
                  <a:cs typeface="+mn-ea"/>
                  <a:sym typeface="+mn-lt"/>
                </a:rPr>
                <a:t>55%</a:t>
              </a:r>
              <a:endParaRPr lang="en-US" sz="825" b="1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749E7AC-0BB3-4520-9463-2DB724736103}"/>
              </a:ext>
            </a:extLst>
          </p:cNvPr>
          <p:cNvGrpSpPr/>
          <p:nvPr/>
        </p:nvGrpSpPr>
        <p:grpSpPr>
          <a:xfrm>
            <a:off x="5283099" y="4046357"/>
            <a:ext cx="581945" cy="577166"/>
            <a:chOff x="6309793" y="3618960"/>
            <a:chExt cx="581945" cy="577166"/>
          </a:xfrm>
        </p:grpSpPr>
        <p:sp>
          <p:nvSpPr>
            <p:cNvPr id="12" name="Oval 3">
              <a:extLst>
                <a:ext uri="{FF2B5EF4-FFF2-40B4-BE49-F238E27FC236}">
                  <a16:creationId xmlns:a16="http://schemas.microsoft.com/office/drawing/2014/main" id="{229AF0F6-8826-46C1-BFC2-D09B597695BA}"/>
                </a:ext>
              </a:extLst>
            </p:cNvPr>
            <p:cNvSpPr/>
            <p:nvPr/>
          </p:nvSpPr>
          <p:spPr>
            <a:xfrm>
              <a:off x="6309793" y="3618960"/>
              <a:ext cx="577167" cy="577166"/>
            </a:xfrm>
            <a:prstGeom prst="ellipse">
              <a:avLst/>
            </a:prstGeom>
            <a:solidFill>
              <a:srgbClr val="E2087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615DE31C-9043-4E09-A139-006673C5B3A4}"/>
                </a:ext>
              </a:extLst>
            </p:cNvPr>
            <p:cNvSpPr txBox="1"/>
            <p:nvPr/>
          </p:nvSpPr>
          <p:spPr>
            <a:xfrm>
              <a:off x="6325205" y="3746359"/>
              <a:ext cx="566533" cy="276967"/>
            </a:xfrm>
            <a:prstGeom prst="rect">
              <a:avLst/>
            </a:prstGeom>
          </p:spPr>
          <p:txBody>
            <a:bodyPr vert="horz" wrap="square" lIns="68549" tIns="34274" rIns="68549" bIns="34274" rtlCol="0">
              <a:sp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/>
                <a:buNone/>
              </a:pPr>
              <a:r>
                <a:rPr lang="en-US" sz="1350" b="1">
                  <a:solidFill>
                    <a:prstClr val="white"/>
                  </a:solidFill>
                  <a:cs typeface="+mn-ea"/>
                  <a:sym typeface="+mn-lt"/>
                </a:rPr>
                <a:t>20%</a:t>
              </a:r>
              <a:endParaRPr lang="en-US" sz="825" b="1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80F6FC7-0C16-4930-84E7-898EE763EE1E}"/>
              </a:ext>
            </a:extLst>
          </p:cNvPr>
          <p:cNvGrpSpPr/>
          <p:nvPr/>
        </p:nvGrpSpPr>
        <p:grpSpPr>
          <a:xfrm>
            <a:off x="5283099" y="5128309"/>
            <a:ext cx="581945" cy="577166"/>
            <a:chOff x="6309793" y="4374335"/>
            <a:chExt cx="581945" cy="577166"/>
          </a:xfrm>
        </p:grpSpPr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AC8AF858-DD4C-46DC-AEA1-ABC8A8423378}"/>
                </a:ext>
              </a:extLst>
            </p:cNvPr>
            <p:cNvSpPr/>
            <p:nvPr/>
          </p:nvSpPr>
          <p:spPr>
            <a:xfrm>
              <a:off x="6309793" y="4374335"/>
              <a:ext cx="577167" cy="577166"/>
            </a:xfrm>
            <a:prstGeom prst="ellipse">
              <a:avLst/>
            </a:prstGeom>
            <a:solidFill>
              <a:srgbClr val="1A25B8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Subtitle 2">
              <a:extLst>
                <a:ext uri="{FF2B5EF4-FFF2-40B4-BE49-F238E27FC236}">
                  <a16:creationId xmlns:a16="http://schemas.microsoft.com/office/drawing/2014/main" id="{B5DBF687-8983-47AF-893B-3BB4F3601857}"/>
                </a:ext>
              </a:extLst>
            </p:cNvPr>
            <p:cNvSpPr txBox="1"/>
            <p:nvPr/>
          </p:nvSpPr>
          <p:spPr>
            <a:xfrm>
              <a:off x="6325205" y="4542407"/>
              <a:ext cx="566533" cy="276967"/>
            </a:xfrm>
            <a:prstGeom prst="rect">
              <a:avLst/>
            </a:prstGeom>
          </p:spPr>
          <p:txBody>
            <a:bodyPr vert="horz" wrap="square" lIns="68549" tIns="34274" rIns="68549" bIns="34274" rtlCol="0">
              <a:sp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/>
                <a:buNone/>
              </a:pPr>
              <a:r>
                <a:rPr lang="en-US" sz="1350" b="1">
                  <a:solidFill>
                    <a:prstClr val="white"/>
                  </a:solidFill>
                  <a:cs typeface="+mn-ea"/>
                  <a:sym typeface="+mn-lt"/>
                </a:rPr>
                <a:t>80%</a:t>
              </a:r>
              <a:endParaRPr lang="en-US" sz="825" b="1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A0AE526-1B69-42CB-95D3-D3FEDAACDF33}"/>
              </a:ext>
            </a:extLst>
          </p:cNvPr>
          <p:cNvGrpSpPr/>
          <p:nvPr/>
        </p:nvGrpSpPr>
        <p:grpSpPr>
          <a:xfrm>
            <a:off x="944829" y="2385119"/>
            <a:ext cx="3613172" cy="2988985"/>
            <a:chOff x="2037100" y="1047750"/>
            <a:chExt cx="2601781" cy="2152315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B6705AA4-2BAC-494D-B9FA-D8468C359408}"/>
                </a:ext>
              </a:extLst>
            </p:cNvPr>
            <p:cNvSpPr/>
            <p:nvPr/>
          </p:nvSpPr>
          <p:spPr bwMode="auto">
            <a:xfrm>
              <a:off x="2037100" y="1047750"/>
              <a:ext cx="980381" cy="1176458"/>
            </a:xfrm>
            <a:custGeom>
              <a:avLst/>
              <a:gdLst>
                <a:gd name="T0" fmla="*/ 325 w 650"/>
                <a:gd name="T1" fmla="*/ 0 h 780"/>
                <a:gd name="T2" fmla="*/ 488 w 650"/>
                <a:gd name="T3" fmla="*/ 98 h 780"/>
                <a:gd name="T4" fmla="*/ 650 w 650"/>
                <a:gd name="T5" fmla="*/ 195 h 780"/>
                <a:gd name="T6" fmla="*/ 650 w 650"/>
                <a:gd name="T7" fmla="*/ 390 h 780"/>
                <a:gd name="T8" fmla="*/ 650 w 650"/>
                <a:gd name="T9" fmla="*/ 585 h 780"/>
                <a:gd name="T10" fmla="*/ 488 w 650"/>
                <a:gd name="T11" fmla="*/ 682 h 780"/>
                <a:gd name="T12" fmla="*/ 325 w 650"/>
                <a:gd name="T13" fmla="*/ 780 h 780"/>
                <a:gd name="T14" fmla="*/ 163 w 650"/>
                <a:gd name="T15" fmla="*/ 682 h 780"/>
                <a:gd name="T16" fmla="*/ 0 w 650"/>
                <a:gd name="T17" fmla="*/ 585 h 780"/>
                <a:gd name="T18" fmla="*/ 0 w 650"/>
                <a:gd name="T19" fmla="*/ 390 h 780"/>
                <a:gd name="T20" fmla="*/ 0 w 650"/>
                <a:gd name="T21" fmla="*/ 195 h 780"/>
                <a:gd name="T22" fmla="*/ 163 w 650"/>
                <a:gd name="T23" fmla="*/ 98 h 780"/>
                <a:gd name="T24" fmla="*/ 325 w 650"/>
                <a:gd name="T25" fmla="*/ 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0" h="780">
                  <a:moveTo>
                    <a:pt x="325" y="0"/>
                  </a:moveTo>
                  <a:lnTo>
                    <a:pt x="488" y="98"/>
                  </a:lnTo>
                  <a:lnTo>
                    <a:pt x="650" y="195"/>
                  </a:lnTo>
                  <a:lnTo>
                    <a:pt x="650" y="390"/>
                  </a:lnTo>
                  <a:lnTo>
                    <a:pt x="650" y="585"/>
                  </a:lnTo>
                  <a:lnTo>
                    <a:pt x="488" y="682"/>
                  </a:lnTo>
                  <a:lnTo>
                    <a:pt x="325" y="780"/>
                  </a:lnTo>
                  <a:lnTo>
                    <a:pt x="163" y="682"/>
                  </a:lnTo>
                  <a:lnTo>
                    <a:pt x="0" y="585"/>
                  </a:lnTo>
                  <a:lnTo>
                    <a:pt x="0" y="390"/>
                  </a:lnTo>
                  <a:lnTo>
                    <a:pt x="0" y="195"/>
                  </a:lnTo>
                  <a:lnTo>
                    <a:pt x="163" y="98"/>
                  </a:lnTo>
                  <a:lnTo>
                    <a:pt x="325" y="0"/>
                  </a:lnTo>
                  <a:close/>
                </a:path>
              </a:pathLst>
            </a:custGeom>
            <a:solidFill>
              <a:srgbClr val="E2087A"/>
            </a:solidFill>
            <a:ln>
              <a:noFill/>
            </a:ln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99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5A32986-7C29-4E64-81E1-15BAAFA11A25}"/>
                </a:ext>
              </a:extLst>
            </p:cNvPr>
            <p:cNvSpPr/>
            <p:nvPr/>
          </p:nvSpPr>
          <p:spPr bwMode="auto">
            <a:xfrm>
              <a:off x="3120044" y="1047750"/>
              <a:ext cx="980381" cy="1176458"/>
            </a:xfrm>
            <a:custGeom>
              <a:avLst/>
              <a:gdLst>
                <a:gd name="T0" fmla="*/ 325 w 650"/>
                <a:gd name="T1" fmla="*/ 0 h 780"/>
                <a:gd name="T2" fmla="*/ 488 w 650"/>
                <a:gd name="T3" fmla="*/ 98 h 780"/>
                <a:gd name="T4" fmla="*/ 650 w 650"/>
                <a:gd name="T5" fmla="*/ 195 h 780"/>
                <a:gd name="T6" fmla="*/ 650 w 650"/>
                <a:gd name="T7" fmla="*/ 390 h 780"/>
                <a:gd name="T8" fmla="*/ 650 w 650"/>
                <a:gd name="T9" fmla="*/ 585 h 780"/>
                <a:gd name="T10" fmla="*/ 488 w 650"/>
                <a:gd name="T11" fmla="*/ 682 h 780"/>
                <a:gd name="T12" fmla="*/ 325 w 650"/>
                <a:gd name="T13" fmla="*/ 780 h 780"/>
                <a:gd name="T14" fmla="*/ 163 w 650"/>
                <a:gd name="T15" fmla="*/ 682 h 780"/>
                <a:gd name="T16" fmla="*/ 0 w 650"/>
                <a:gd name="T17" fmla="*/ 585 h 780"/>
                <a:gd name="T18" fmla="*/ 0 w 650"/>
                <a:gd name="T19" fmla="*/ 390 h 780"/>
                <a:gd name="T20" fmla="*/ 0 w 650"/>
                <a:gd name="T21" fmla="*/ 195 h 780"/>
                <a:gd name="T22" fmla="*/ 163 w 650"/>
                <a:gd name="T23" fmla="*/ 98 h 780"/>
                <a:gd name="T24" fmla="*/ 325 w 650"/>
                <a:gd name="T25" fmla="*/ 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0" h="780">
                  <a:moveTo>
                    <a:pt x="325" y="0"/>
                  </a:moveTo>
                  <a:lnTo>
                    <a:pt x="488" y="98"/>
                  </a:lnTo>
                  <a:lnTo>
                    <a:pt x="650" y="195"/>
                  </a:lnTo>
                  <a:lnTo>
                    <a:pt x="650" y="390"/>
                  </a:lnTo>
                  <a:lnTo>
                    <a:pt x="650" y="585"/>
                  </a:lnTo>
                  <a:lnTo>
                    <a:pt x="488" y="682"/>
                  </a:lnTo>
                  <a:lnTo>
                    <a:pt x="325" y="780"/>
                  </a:lnTo>
                  <a:lnTo>
                    <a:pt x="163" y="682"/>
                  </a:lnTo>
                  <a:lnTo>
                    <a:pt x="0" y="585"/>
                  </a:lnTo>
                  <a:lnTo>
                    <a:pt x="0" y="390"/>
                  </a:lnTo>
                  <a:lnTo>
                    <a:pt x="0" y="195"/>
                  </a:lnTo>
                  <a:lnTo>
                    <a:pt x="163" y="98"/>
                  </a:lnTo>
                  <a:lnTo>
                    <a:pt x="325" y="0"/>
                  </a:lnTo>
                  <a:close/>
                </a:path>
              </a:pathLst>
            </a:custGeom>
            <a:solidFill>
              <a:srgbClr val="1A25B8"/>
            </a:solidFill>
            <a:ln>
              <a:noFill/>
            </a:ln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99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AD27BA85-013A-48E7-AD27-1DDB8F1D0561}"/>
                </a:ext>
              </a:extLst>
            </p:cNvPr>
            <p:cNvSpPr/>
            <p:nvPr/>
          </p:nvSpPr>
          <p:spPr bwMode="auto">
            <a:xfrm>
              <a:off x="2577064" y="2025115"/>
              <a:ext cx="978873" cy="1174950"/>
            </a:xfrm>
            <a:custGeom>
              <a:avLst/>
              <a:gdLst>
                <a:gd name="T0" fmla="*/ 324 w 649"/>
                <a:gd name="T1" fmla="*/ 0 h 779"/>
                <a:gd name="T2" fmla="*/ 487 w 649"/>
                <a:gd name="T3" fmla="*/ 98 h 779"/>
                <a:gd name="T4" fmla="*/ 649 w 649"/>
                <a:gd name="T5" fmla="*/ 195 h 779"/>
                <a:gd name="T6" fmla="*/ 649 w 649"/>
                <a:gd name="T7" fmla="*/ 390 h 779"/>
                <a:gd name="T8" fmla="*/ 649 w 649"/>
                <a:gd name="T9" fmla="*/ 584 h 779"/>
                <a:gd name="T10" fmla="*/ 487 w 649"/>
                <a:gd name="T11" fmla="*/ 682 h 779"/>
                <a:gd name="T12" fmla="*/ 324 w 649"/>
                <a:gd name="T13" fmla="*/ 779 h 779"/>
                <a:gd name="T14" fmla="*/ 162 w 649"/>
                <a:gd name="T15" fmla="*/ 682 h 779"/>
                <a:gd name="T16" fmla="*/ 0 w 649"/>
                <a:gd name="T17" fmla="*/ 584 h 779"/>
                <a:gd name="T18" fmla="*/ 0 w 649"/>
                <a:gd name="T19" fmla="*/ 390 h 779"/>
                <a:gd name="T20" fmla="*/ 0 w 649"/>
                <a:gd name="T21" fmla="*/ 195 h 779"/>
                <a:gd name="T22" fmla="*/ 162 w 649"/>
                <a:gd name="T23" fmla="*/ 98 h 779"/>
                <a:gd name="T24" fmla="*/ 324 w 649"/>
                <a:gd name="T2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9" h="779">
                  <a:moveTo>
                    <a:pt x="324" y="0"/>
                  </a:moveTo>
                  <a:lnTo>
                    <a:pt x="487" y="98"/>
                  </a:lnTo>
                  <a:lnTo>
                    <a:pt x="649" y="195"/>
                  </a:lnTo>
                  <a:lnTo>
                    <a:pt x="649" y="390"/>
                  </a:lnTo>
                  <a:lnTo>
                    <a:pt x="649" y="584"/>
                  </a:lnTo>
                  <a:lnTo>
                    <a:pt x="487" y="682"/>
                  </a:lnTo>
                  <a:lnTo>
                    <a:pt x="324" y="779"/>
                  </a:lnTo>
                  <a:lnTo>
                    <a:pt x="162" y="682"/>
                  </a:lnTo>
                  <a:lnTo>
                    <a:pt x="0" y="584"/>
                  </a:lnTo>
                  <a:lnTo>
                    <a:pt x="0" y="390"/>
                  </a:lnTo>
                  <a:lnTo>
                    <a:pt x="0" y="195"/>
                  </a:lnTo>
                  <a:lnTo>
                    <a:pt x="162" y="98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1A25B8"/>
            </a:solidFill>
            <a:ln>
              <a:noFill/>
            </a:ln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99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64D7CB74-0BD0-4DE4-BDE6-EF18636A1E47}"/>
                </a:ext>
              </a:extLst>
            </p:cNvPr>
            <p:cNvSpPr/>
            <p:nvPr/>
          </p:nvSpPr>
          <p:spPr bwMode="auto">
            <a:xfrm>
              <a:off x="3658500" y="2025115"/>
              <a:ext cx="980381" cy="1174950"/>
            </a:xfrm>
            <a:custGeom>
              <a:avLst/>
              <a:gdLst>
                <a:gd name="T0" fmla="*/ 325 w 650"/>
                <a:gd name="T1" fmla="*/ 0 h 779"/>
                <a:gd name="T2" fmla="*/ 488 w 650"/>
                <a:gd name="T3" fmla="*/ 98 h 779"/>
                <a:gd name="T4" fmla="*/ 650 w 650"/>
                <a:gd name="T5" fmla="*/ 195 h 779"/>
                <a:gd name="T6" fmla="*/ 650 w 650"/>
                <a:gd name="T7" fmla="*/ 390 h 779"/>
                <a:gd name="T8" fmla="*/ 650 w 650"/>
                <a:gd name="T9" fmla="*/ 584 h 779"/>
                <a:gd name="T10" fmla="*/ 488 w 650"/>
                <a:gd name="T11" fmla="*/ 682 h 779"/>
                <a:gd name="T12" fmla="*/ 325 w 650"/>
                <a:gd name="T13" fmla="*/ 779 h 779"/>
                <a:gd name="T14" fmla="*/ 163 w 650"/>
                <a:gd name="T15" fmla="*/ 682 h 779"/>
                <a:gd name="T16" fmla="*/ 0 w 650"/>
                <a:gd name="T17" fmla="*/ 584 h 779"/>
                <a:gd name="T18" fmla="*/ 0 w 650"/>
                <a:gd name="T19" fmla="*/ 390 h 779"/>
                <a:gd name="T20" fmla="*/ 0 w 650"/>
                <a:gd name="T21" fmla="*/ 195 h 779"/>
                <a:gd name="T22" fmla="*/ 163 w 650"/>
                <a:gd name="T23" fmla="*/ 98 h 779"/>
                <a:gd name="T24" fmla="*/ 325 w 650"/>
                <a:gd name="T2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0" h="779">
                  <a:moveTo>
                    <a:pt x="325" y="0"/>
                  </a:moveTo>
                  <a:lnTo>
                    <a:pt x="488" y="98"/>
                  </a:lnTo>
                  <a:lnTo>
                    <a:pt x="650" y="195"/>
                  </a:lnTo>
                  <a:lnTo>
                    <a:pt x="650" y="390"/>
                  </a:lnTo>
                  <a:lnTo>
                    <a:pt x="650" y="584"/>
                  </a:lnTo>
                  <a:lnTo>
                    <a:pt x="488" y="682"/>
                  </a:lnTo>
                  <a:lnTo>
                    <a:pt x="325" y="779"/>
                  </a:lnTo>
                  <a:lnTo>
                    <a:pt x="163" y="682"/>
                  </a:lnTo>
                  <a:lnTo>
                    <a:pt x="0" y="584"/>
                  </a:lnTo>
                  <a:lnTo>
                    <a:pt x="0" y="390"/>
                  </a:lnTo>
                  <a:lnTo>
                    <a:pt x="0" y="195"/>
                  </a:lnTo>
                  <a:lnTo>
                    <a:pt x="163" y="98"/>
                  </a:lnTo>
                  <a:lnTo>
                    <a:pt x="325" y="0"/>
                  </a:lnTo>
                  <a:close/>
                </a:path>
              </a:pathLst>
            </a:custGeom>
            <a:solidFill>
              <a:srgbClr val="E2087A"/>
            </a:solidFill>
            <a:ln>
              <a:noFill/>
            </a:ln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99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22" name="Group 12">
              <a:extLst>
                <a:ext uri="{FF2B5EF4-FFF2-40B4-BE49-F238E27FC236}">
                  <a16:creationId xmlns:a16="http://schemas.microsoft.com/office/drawing/2014/main" id="{A2DFB15F-2C0D-4E64-89CA-B213A5C466D9}"/>
                </a:ext>
              </a:extLst>
            </p:cNvPr>
            <p:cNvGrpSpPr/>
            <p:nvPr/>
          </p:nvGrpSpPr>
          <p:grpSpPr>
            <a:xfrm>
              <a:off x="3398669" y="1384932"/>
              <a:ext cx="423131" cy="530541"/>
              <a:chOff x="5106627" y="2260366"/>
              <a:chExt cx="324452" cy="406813"/>
            </a:xfrm>
            <a:solidFill>
              <a:sysClr val="window" lastClr="FFFFFF"/>
            </a:solidFill>
          </p:grpSpPr>
          <p:sp>
            <p:nvSpPr>
              <p:cNvPr id="33" name="Freeform 80">
                <a:extLst>
                  <a:ext uri="{FF2B5EF4-FFF2-40B4-BE49-F238E27FC236}">
                    <a16:creationId xmlns:a16="http://schemas.microsoft.com/office/drawing/2014/main" id="{96ED7F7B-B541-4A7F-9EA1-39B52DED745D}"/>
                  </a:ext>
                </a:extLst>
              </p:cNvPr>
              <p:cNvSpPr/>
              <p:nvPr/>
            </p:nvSpPr>
            <p:spPr bwMode="auto">
              <a:xfrm>
                <a:off x="5106627" y="2430079"/>
                <a:ext cx="324452" cy="134772"/>
              </a:xfrm>
              <a:custGeom>
                <a:avLst/>
                <a:gdLst>
                  <a:gd name="T0" fmla="*/ 49 w 98"/>
                  <a:gd name="T1" fmla="*/ 16 h 40"/>
                  <a:gd name="T2" fmla="*/ 2 w 98"/>
                  <a:gd name="T3" fmla="*/ 0 h 40"/>
                  <a:gd name="T4" fmla="*/ 0 w 98"/>
                  <a:gd name="T5" fmla="*/ 5 h 40"/>
                  <a:gd name="T6" fmla="*/ 0 w 98"/>
                  <a:gd name="T7" fmla="*/ 20 h 40"/>
                  <a:gd name="T8" fmla="*/ 49 w 98"/>
                  <a:gd name="T9" fmla="*/ 40 h 40"/>
                  <a:gd name="T10" fmla="*/ 98 w 98"/>
                  <a:gd name="T11" fmla="*/ 20 h 40"/>
                  <a:gd name="T12" fmla="*/ 98 w 98"/>
                  <a:gd name="T13" fmla="*/ 5 h 40"/>
                  <a:gd name="T14" fmla="*/ 96 w 98"/>
                  <a:gd name="T15" fmla="*/ 0 h 40"/>
                  <a:gd name="T16" fmla="*/ 49 w 98"/>
                  <a:gd name="T17" fmla="*/ 16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40">
                    <a:moveTo>
                      <a:pt x="49" y="16"/>
                    </a:moveTo>
                    <a:cubicBezTo>
                      <a:pt x="26" y="16"/>
                      <a:pt x="7" y="9"/>
                      <a:pt x="2" y="0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31"/>
                      <a:pt x="22" y="40"/>
                      <a:pt x="49" y="40"/>
                    </a:cubicBezTo>
                    <a:cubicBezTo>
                      <a:pt x="76" y="40"/>
                      <a:pt x="98" y="31"/>
                      <a:pt x="98" y="20"/>
                    </a:cubicBezTo>
                    <a:cubicBezTo>
                      <a:pt x="98" y="5"/>
                      <a:pt x="98" y="5"/>
                      <a:pt x="98" y="5"/>
                    </a:cubicBezTo>
                    <a:cubicBezTo>
                      <a:pt x="98" y="3"/>
                      <a:pt x="97" y="2"/>
                      <a:pt x="96" y="0"/>
                    </a:cubicBezTo>
                    <a:cubicBezTo>
                      <a:pt x="91" y="9"/>
                      <a:pt x="72" y="16"/>
                      <a:pt x="49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99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" name="Freeform 81">
                <a:extLst>
                  <a:ext uri="{FF2B5EF4-FFF2-40B4-BE49-F238E27FC236}">
                    <a16:creationId xmlns:a16="http://schemas.microsoft.com/office/drawing/2014/main" id="{030D8202-7FBF-44AD-B427-362F86BEA61B}"/>
                  </a:ext>
                </a:extLst>
              </p:cNvPr>
              <p:cNvSpPr/>
              <p:nvPr/>
            </p:nvSpPr>
            <p:spPr bwMode="auto">
              <a:xfrm>
                <a:off x="5106627" y="2534902"/>
                <a:ext cx="324452" cy="132277"/>
              </a:xfrm>
              <a:custGeom>
                <a:avLst/>
                <a:gdLst>
                  <a:gd name="T0" fmla="*/ 49 w 98"/>
                  <a:gd name="T1" fmla="*/ 15 h 40"/>
                  <a:gd name="T2" fmla="*/ 2 w 98"/>
                  <a:gd name="T3" fmla="*/ 0 h 40"/>
                  <a:gd name="T4" fmla="*/ 0 w 98"/>
                  <a:gd name="T5" fmla="*/ 4 h 40"/>
                  <a:gd name="T6" fmla="*/ 0 w 98"/>
                  <a:gd name="T7" fmla="*/ 19 h 40"/>
                  <a:gd name="T8" fmla="*/ 49 w 98"/>
                  <a:gd name="T9" fmla="*/ 40 h 40"/>
                  <a:gd name="T10" fmla="*/ 98 w 98"/>
                  <a:gd name="T11" fmla="*/ 19 h 40"/>
                  <a:gd name="T12" fmla="*/ 98 w 98"/>
                  <a:gd name="T13" fmla="*/ 4 h 40"/>
                  <a:gd name="T14" fmla="*/ 96 w 98"/>
                  <a:gd name="T15" fmla="*/ 0 h 40"/>
                  <a:gd name="T16" fmla="*/ 49 w 98"/>
                  <a:gd name="T17" fmla="*/ 1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40">
                    <a:moveTo>
                      <a:pt x="49" y="15"/>
                    </a:moveTo>
                    <a:cubicBezTo>
                      <a:pt x="26" y="15"/>
                      <a:pt x="7" y="9"/>
                      <a:pt x="2" y="0"/>
                    </a:cubicBezTo>
                    <a:cubicBezTo>
                      <a:pt x="1" y="1"/>
                      <a:pt x="0" y="3"/>
                      <a:pt x="0" y="4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31"/>
                      <a:pt x="22" y="40"/>
                      <a:pt x="49" y="40"/>
                    </a:cubicBezTo>
                    <a:cubicBezTo>
                      <a:pt x="76" y="40"/>
                      <a:pt x="98" y="31"/>
                      <a:pt x="98" y="19"/>
                    </a:cubicBezTo>
                    <a:cubicBezTo>
                      <a:pt x="98" y="4"/>
                      <a:pt x="98" y="4"/>
                      <a:pt x="98" y="4"/>
                    </a:cubicBezTo>
                    <a:cubicBezTo>
                      <a:pt x="98" y="3"/>
                      <a:pt x="97" y="1"/>
                      <a:pt x="96" y="0"/>
                    </a:cubicBezTo>
                    <a:cubicBezTo>
                      <a:pt x="91" y="9"/>
                      <a:pt x="72" y="15"/>
                      <a:pt x="49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99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" name="Freeform 82">
                <a:extLst>
                  <a:ext uri="{FF2B5EF4-FFF2-40B4-BE49-F238E27FC236}">
                    <a16:creationId xmlns:a16="http://schemas.microsoft.com/office/drawing/2014/main" id="{68CC23F6-50D5-44A1-B00B-2444EFF0AC8F}"/>
                  </a:ext>
                </a:extLst>
              </p:cNvPr>
              <p:cNvSpPr/>
              <p:nvPr/>
            </p:nvSpPr>
            <p:spPr bwMode="auto">
              <a:xfrm>
                <a:off x="5106627" y="2330248"/>
                <a:ext cx="324452" cy="137269"/>
              </a:xfrm>
              <a:custGeom>
                <a:avLst/>
                <a:gdLst>
                  <a:gd name="T0" fmla="*/ 96 w 98"/>
                  <a:gd name="T1" fmla="*/ 0 h 41"/>
                  <a:gd name="T2" fmla="*/ 49 w 98"/>
                  <a:gd name="T3" fmla="*/ 15 h 41"/>
                  <a:gd name="T4" fmla="*/ 2 w 98"/>
                  <a:gd name="T5" fmla="*/ 0 h 41"/>
                  <a:gd name="T6" fmla="*/ 0 w 98"/>
                  <a:gd name="T7" fmla="*/ 5 h 41"/>
                  <a:gd name="T8" fmla="*/ 0 w 98"/>
                  <a:gd name="T9" fmla="*/ 20 h 41"/>
                  <a:gd name="T10" fmla="*/ 49 w 98"/>
                  <a:gd name="T11" fmla="*/ 41 h 41"/>
                  <a:gd name="T12" fmla="*/ 98 w 98"/>
                  <a:gd name="T13" fmla="*/ 20 h 41"/>
                  <a:gd name="T14" fmla="*/ 98 w 98"/>
                  <a:gd name="T15" fmla="*/ 5 h 41"/>
                  <a:gd name="T16" fmla="*/ 96 w 98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41">
                    <a:moveTo>
                      <a:pt x="96" y="0"/>
                    </a:moveTo>
                    <a:cubicBezTo>
                      <a:pt x="95" y="9"/>
                      <a:pt x="75" y="15"/>
                      <a:pt x="49" y="15"/>
                    </a:cubicBezTo>
                    <a:cubicBezTo>
                      <a:pt x="24" y="15"/>
                      <a:pt x="3" y="9"/>
                      <a:pt x="2" y="0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31"/>
                      <a:pt x="22" y="41"/>
                      <a:pt x="49" y="41"/>
                    </a:cubicBezTo>
                    <a:cubicBezTo>
                      <a:pt x="76" y="41"/>
                      <a:pt x="98" y="31"/>
                      <a:pt x="98" y="20"/>
                    </a:cubicBezTo>
                    <a:cubicBezTo>
                      <a:pt x="98" y="5"/>
                      <a:pt x="98" y="5"/>
                      <a:pt x="98" y="5"/>
                    </a:cubicBezTo>
                    <a:cubicBezTo>
                      <a:pt x="98" y="3"/>
                      <a:pt x="97" y="2"/>
                      <a:pt x="9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99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" name="Oval 83">
                <a:extLst>
                  <a:ext uri="{FF2B5EF4-FFF2-40B4-BE49-F238E27FC236}">
                    <a16:creationId xmlns:a16="http://schemas.microsoft.com/office/drawing/2014/main" id="{69980468-6322-4D2C-9329-882E33A66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1618" y="2260366"/>
                <a:ext cx="316965" cy="1073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99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23" name="Group 17">
              <a:extLst>
                <a:ext uri="{FF2B5EF4-FFF2-40B4-BE49-F238E27FC236}">
                  <a16:creationId xmlns:a16="http://schemas.microsoft.com/office/drawing/2014/main" id="{F7CFFAA9-8D80-4F2E-A1B9-59E5996662D1}"/>
                </a:ext>
              </a:extLst>
            </p:cNvPr>
            <p:cNvGrpSpPr/>
            <p:nvPr/>
          </p:nvGrpSpPr>
          <p:grpSpPr>
            <a:xfrm>
              <a:off x="2871209" y="2358712"/>
              <a:ext cx="390583" cy="507758"/>
              <a:chOff x="6421904" y="4798576"/>
              <a:chExt cx="299494" cy="389342"/>
            </a:xfrm>
            <a:solidFill>
              <a:sysClr val="window" lastClr="FFFFFF"/>
            </a:solidFill>
          </p:grpSpPr>
          <p:sp>
            <p:nvSpPr>
              <p:cNvPr id="31" name="Freeform 170">
                <a:extLst>
                  <a:ext uri="{FF2B5EF4-FFF2-40B4-BE49-F238E27FC236}">
                    <a16:creationId xmlns:a16="http://schemas.microsoft.com/office/drawing/2014/main" id="{B7965B74-877B-4184-8CC6-724A8F0AEBDE}"/>
                  </a:ext>
                </a:extLst>
              </p:cNvPr>
              <p:cNvSpPr/>
              <p:nvPr/>
            </p:nvSpPr>
            <p:spPr bwMode="auto">
              <a:xfrm>
                <a:off x="6421904" y="4910886"/>
                <a:ext cx="299494" cy="277032"/>
              </a:xfrm>
              <a:custGeom>
                <a:avLst/>
                <a:gdLst>
                  <a:gd name="T0" fmla="*/ 45 w 90"/>
                  <a:gd name="T1" fmla="*/ 83 h 83"/>
                  <a:gd name="T2" fmla="*/ 90 w 90"/>
                  <a:gd name="T3" fmla="*/ 0 h 83"/>
                  <a:gd name="T4" fmla="*/ 0 w 90"/>
                  <a:gd name="T5" fmla="*/ 0 h 83"/>
                  <a:gd name="T6" fmla="*/ 45 w 90"/>
                  <a:gd name="T7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0" h="83">
                    <a:moveTo>
                      <a:pt x="45" y="83"/>
                    </a:moveTo>
                    <a:cubicBezTo>
                      <a:pt x="90" y="59"/>
                      <a:pt x="90" y="0"/>
                      <a:pt x="9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59"/>
                      <a:pt x="45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99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" name="Freeform 171">
                <a:extLst>
                  <a:ext uri="{FF2B5EF4-FFF2-40B4-BE49-F238E27FC236}">
                    <a16:creationId xmlns:a16="http://schemas.microsoft.com/office/drawing/2014/main" id="{C0EACDC3-D613-4F73-A3B1-276DBF15B097}"/>
                  </a:ext>
                </a:extLst>
              </p:cNvPr>
              <p:cNvSpPr/>
              <p:nvPr/>
            </p:nvSpPr>
            <p:spPr bwMode="auto">
              <a:xfrm>
                <a:off x="6421904" y="4798576"/>
                <a:ext cx="299494" cy="94840"/>
              </a:xfrm>
              <a:custGeom>
                <a:avLst/>
                <a:gdLst>
                  <a:gd name="T0" fmla="*/ 84 w 90"/>
                  <a:gd name="T1" fmla="*/ 0 h 29"/>
                  <a:gd name="T2" fmla="*/ 68 w 90"/>
                  <a:gd name="T3" fmla="*/ 16 h 29"/>
                  <a:gd name="T4" fmla="*/ 52 w 90"/>
                  <a:gd name="T5" fmla="*/ 0 h 29"/>
                  <a:gd name="T6" fmla="*/ 39 w 90"/>
                  <a:gd name="T7" fmla="*/ 0 h 29"/>
                  <a:gd name="T8" fmla="*/ 23 w 90"/>
                  <a:gd name="T9" fmla="*/ 16 h 29"/>
                  <a:gd name="T10" fmla="*/ 7 w 90"/>
                  <a:gd name="T11" fmla="*/ 0 h 29"/>
                  <a:gd name="T12" fmla="*/ 0 w 90"/>
                  <a:gd name="T13" fmla="*/ 0 h 29"/>
                  <a:gd name="T14" fmla="*/ 0 w 90"/>
                  <a:gd name="T15" fmla="*/ 29 h 29"/>
                  <a:gd name="T16" fmla="*/ 90 w 90"/>
                  <a:gd name="T17" fmla="*/ 29 h 29"/>
                  <a:gd name="T18" fmla="*/ 90 w 90"/>
                  <a:gd name="T19" fmla="*/ 0 h 29"/>
                  <a:gd name="T20" fmla="*/ 84 w 90"/>
                  <a:gd name="T2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28">
                    <a:moveTo>
                      <a:pt x="84" y="0"/>
                    </a:moveTo>
                    <a:cubicBezTo>
                      <a:pt x="84" y="9"/>
                      <a:pt x="77" y="16"/>
                      <a:pt x="68" y="16"/>
                    </a:cubicBezTo>
                    <a:cubicBezTo>
                      <a:pt x="59" y="16"/>
                      <a:pt x="52" y="9"/>
                      <a:pt x="52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9"/>
                      <a:pt x="32" y="16"/>
                      <a:pt x="23" y="16"/>
                    </a:cubicBezTo>
                    <a:cubicBezTo>
                      <a:pt x="14" y="16"/>
                      <a:pt x="7" y="9"/>
                      <a:pt x="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0"/>
                      <a:pt x="90" y="0"/>
                      <a:pt x="90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99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24" name="Group 20">
              <a:extLst>
                <a:ext uri="{FF2B5EF4-FFF2-40B4-BE49-F238E27FC236}">
                  <a16:creationId xmlns:a16="http://schemas.microsoft.com/office/drawing/2014/main" id="{502C9BD1-4F50-4901-9D71-9FC5FB4BDBF4}"/>
                </a:ext>
              </a:extLst>
            </p:cNvPr>
            <p:cNvGrpSpPr/>
            <p:nvPr/>
          </p:nvGrpSpPr>
          <p:grpSpPr>
            <a:xfrm>
              <a:off x="2316846" y="1443100"/>
              <a:ext cx="420888" cy="414208"/>
              <a:chOff x="1587575" y="2265358"/>
              <a:chExt cx="314468" cy="309477"/>
            </a:xfrm>
            <a:solidFill>
              <a:sysClr val="window" lastClr="FFFFFF"/>
            </a:solidFill>
          </p:grpSpPr>
          <p:sp>
            <p:nvSpPr>
              <p:cNvPr id="29" name="Freeform 59">
                <a:extLst>
                  <a:ext uri="{FF2B5EF4-FFF2-40B4-BE49-F238E27FC236}">
                    <a16:creationId xmlns:a16="http://schemas.microsoft.com/office/drawing/2014/main" id="{48A018D3-14AA-4F0E-BD2F-105AA53DA25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87575" y="2265358"/>
                <a:ext cx="314468" cy="309477"/>
              </a:xfrm>
              <a:custGeom>
                <a:avLst/>
                <a:gdLst>
                  <a:gd name="T0" fmla="*/ 82 w 95"/>
                  <a:gd name="T1" fmla="*/ 57 h 93"/>
                  <a:gd name="T2" fmla="*/ 95 w 95"/>
                  <a:gd name="T3" fmla="*/ 51 h 93"/>
                  <a:gd name="T4" fmla="*/ 95 w 95"/>
                  <a:gd name="T5" fmla="*/ 41 h 93"/>
                  <a:gd name="T6" fmla="*/ 82 w 95"/>
                  <a:gd name="T7" fmla="*/ 36 h 93"/>
                  <a:gd name="T8" fmla="*/ 80 w 95"/>
                  <a:gd name="T9" fmla="*/ 30 h 93"/>
                  <a:gd name="T10" fmla="*/ 85 w 95"/>
                  <a:gd name="T11" fmla="*/ 17 h 93"/>
                  <a:gd name="T12" fmla="*/ 77 w 95"/>
                  <a:gd name="T13" fmla="*/ 10 h 93"/>
                  <a:gd name="T14" fmla="*/ 64 w 95"/>
                  <a:gd name="T15" fmla="*/ 15 h 93"/>
                  <a:gd name="T16" fmla="*/ 59 w 95"/>
                  <a:gd name="T17" fmla="*/ 13 h 93"/>
                  <a:gd name="T18" fmla="*/ 53 w 95"/>
                  <a:gd name="T19" fmla="*/ 0 h 93"/>
                  <a:gd name="T20" fmla="*/ 42 w 95"/>
                  <a:gd name="T21" fmla="*/ 0 h 93"/>
                  <a:gd name="T22" fmla="*/ 37 w 95"/>
                  <a:gd name="T23" fmla="*/ 13 h 93"/>
                  <a:gd name="T24" fmla="*/ 31 w 95"/>
                  <a:gd name="T25" fmla="*/ 15 h 93"/>
                  <a:gd name="T26" fmla="*/ 18 w 95"/>
                  <a:gd name="T27" fmla="*/ 10 h 93"/>
                  <a:gd name="T28" fmla="*/ 10 w 95"/>
                  <a:gd name="T29" fmla="*/ 17 h 93"/>
                  <a:gd name="T30" fmla="*/ 16 w 95"/>
                  <a:gd name="T31" fmla="*/ 30 h 93"/>
                  <a:gd name="T32" fmla="*/ 13 w 95"/>
                  <a:gd name="T33" fmla="*/ 36 h 93"/>
                  <a:gd name="T34" fmla="*/ 0 w 95"/>
                  <a:gd name="T35" fmla="*/ 41 h 93"/>
                  <a:gd name="T36" fmla="*/ 0 w 95"/>
                  <a:gd name="T37" fmla="*/ 52 h 93"/>
                  <a:gd name="T38" fmla="*/ 13 w 95"/>
                  <a:gd name="T39" fmla="*/ 57 h 93"/>
                  <a:gd name="T40" fmla="*/ 16 w 95"/>
                  <a:gd name="T41" fmla="*/ 63 h 93"/>
                  <a:gd name="T42" fmla="*/ 11 w 95"/>
                  <a:gd name="T43" fmla="*/ 76 h 93"/>
                  <a:gd name="T44" fmla="*/ 18 w 95"/>
                  <a:gd name="T45" fmla="*/ 83 h 93"/>
                  <a:gd name="T46" fmla="*/ 31 w 95"/>
                  <a:gd name="T47" fmla="*/ 78 h 93"/>
                  <a:gd name="T48" fmla="*/ 37 w 95"/>
                  <a:gd name="T49" fmla="*/ 80 h 93"/>
                  <a:gd name="T50" fmla="*/ 43 w 95"/>
                  <a:gd name="T51" fmla="*/ 93 h 93"/>
                  <a:gd name="T52" fmla="*/ 53 w 95"/>
                  <a:gd name="T53" fmla="*/ 93 h 93"/>
                  <a:gd name="T54" fmla="*/ 59 w 95"/>
                  <a:gd name="T55" fmla="*/ 80 h 93"/>
                  <a:gd name="T56" fmla="*/ 64 w 95"/>
                  <a:gd name="T57" fmla="*/ 78 h 93"/>
                  <a:gd name="T58" fmla="*/ 78 w 95"/>
                  <a:gd name="T59" fmla="*/ 83 h 93"/>
                  <a:gd name="T60" fmla="*/ 85 w 95"/>
                  <a:gd name="T61" fmla="*/ 75 h 93"/>
                  <a:gd name="T62" fmla="*/ 80 w 95"/>
                  <a:gd name="T63" fmla="*/ 63 h 93"/>
                  <a:gd name="T64" fmla="*/ 82 w 95"/>
                  <a:gd name="T65" fmla="*/ 57 h 93"/>
                  <a:gd name="T66" fmla="*/ 48 w 95"/>
                  <a:gd name="T67" fmla="*/ 61 h 93"/>
                  <a:gd name="T68" fmla="*/ 33 w 95"/>
                  <a:gd name="T69" fmla="*/ 46 h 93"/>
                  <a:gd name="T70" fmla="*/ 48 w 95"/>
                  <a:gd name="T71" fmla="*/ 32 h 93"/>
                  <a:gd name="T72" fmla="*/ 63 w 95"/>
                  <a:gd name="T73" fmla="*/ 46 h 93"/>
                  <a:gd name="T74" fmla="*/ 48 w 95"/>
                  <a:gd name="T75" fmla="*/ 6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5" h="93">
                    <a:moveTo>
                      <a:pt x="82" y="57"/>
                    </a:moveTo>
                    <a:cubicBezTo>
                      <a:pt x="82" y="57"/>
                      <a:pt x="95" y="52"/>
                      <a:pt x="95" y="51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5" y="40"/>
                      <a:pt x="82" y="36"/>
                      <a:pt x="82" y="36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80" y="30"/>
                      <a:pt x="85" y="17"/>
                      <a:pt x="85" y="17"/>
                    </a:cubicBezTo>
                    <a:cubicBezTo>
                      <a:pt x="77" y="10"/>
                      <a:pt x="77" y="10"/>
                      <a:pt x="77" y="10"/>
                    </a:cubicBezTo>
                    <a:cubicBezTo>
                      <a:pt x="77" y="9"/>
                      <a:pt x="64" y="15"/>
                      <a:pt x="64" y="15"/>
                    </a:cubicBezTo>
                    <a:cubicBezTo>
                      <a:pt x="59" y="13"/>
                      <a:pt x="59" y="13"/>
                      <a:pt x="59" y="13"/>
                    </a:cubicBezTo>
                    <a:cubicBezTo>
                      <a:pt x="59" y="13"/>
                      <a:pt x="53" y="0"/>
                      <a:pt x="53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37" y="13"/>
                      <a:pt x="37" y="13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1" y="15"/>
                      <a:pt x="18" y="10"/>
                      <a:pt x="18" y="10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8"/>
                      <a:pt x="16" y="30"/>
                      <a:pt x="16" y="30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3" y="36"/>
                      <a:pt x="0" y="41"/>
                      <a:pt x="0" y="41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2"/>
                      <a:pt x="13" y="57"/>
                      <a:pt x="13" y="57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0" y="75"/>
                      <a:pt x="11" y="76"/>
                    </a:cubicBezTo>
                    <a:cubicBezTo>
                      <a:pt x="18" y="83"/>
                      <a:pt x="18" y="83"/>
                      <a:pt x="18" y="83"/>
                    </a:cubicBezTo>
                    <a:cubicBezTo>
                      <a:pt x="19" y="84"/>
                      <a:pt x="31" y="78"/>
                      <a:pt x="31" y="78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80"/>
                      <a:pt x="42" y="93"/>
                      <a:pt x="43" y="93"/>
                    </a:cubicBezTo>
                    <a:cubicBezTo>
                      <a:pt x="53" y="93"/>
                      <a:pt x="53" y="93"/>
                      <a:pt x="53" y="93"/>
                    </a:cubicBezTo>
                    <a:cubicBezTo>
                      <a:pt x="54" y="93"/>
                      <a:pt x="59" y="80"/>
                      <a:pt x="59" y="80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4" y="78"/>
                      <a:pt x="77" y="83"/>
                      <a:pt x="78" y="83"/>
                    </a:cubicBezTo>
                    <a:cubicBezTo>
                      <a:pt x="85" y="75"/>
                      <a:pt x="85" y="75"/>
                      <a:pt x="85" y="75"/>
                    </a:cubicBezTo>
                    <a:cubicBezTo>
                      <a:pt x="86" y="75"/>
                      <a:pt x="80" y="63"/>
                      <a:pt x="80" y="63"/>
                    </a:cubicBezTo>
                    <a:lnTo>
                      <a:pt x="82" y="57"/>
                    </a:lnTo>
                    <a:close/>
                    <a:moveTo>
                      <a:pt x="48" y="61"/>
                    </a:moveTo>
                    <a:cubicBezTo>
                      <a:pt x="39" y="61"/>
                      <a:pt x="33" y="55"/>
                      <a:pt x="33" y="46"/>
                    </a:cubicBezTo>
                    <a:cubicBezTo>
                      <a:pt x="33" y="38"/>
                      <a:pt x="39" y="32"/>
                      <a:pt x="48" y="32"/>
                    </a:cubicBezTo>
                    <a:cubicBezTo>
                      <a:pt x="56" y="32"/>
                      <a:pt x="63" y="38"/>
                      <a:pt x="63" y="46"/>
                    </a:cubicBezTo>
                    <a:cubicBezTo>
                      <a:pt x="63" y="55"/>
                      <a:pt x="56" y="61"/>
                      <a:pt x="4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99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" name="Oval 60">
                <a:extLst>
                  <a:ext uri="{FF2B5EF4-FFF2-40B4-BE49-F238E27FC236}">
                    <a16:creationId xmlns:a16="http://schemas.microsoft.com/office/drawing/2014/main" id="{933F78AC-878D-4A18-8C08-3C407C02B5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2364" y="2387652"/>
                <a:ext cx="64890" cy="6239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99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Group 23">
              <a:extLst>
                <a:ext uri="{FF2B5EF4-FFF2-40B4-BE49-F238E27FC236}">
                  <a16:creationId xmlns:a16="http://schemas.microsoft.com/office/drawing/2014/main" id="{A00A64BE-77B1-4DE7-99EC-B4B0C3AC5636}"/>
                </a:ext>
              </a:extLst>
            </p:cNvPr>
            <p:cNvGrpSpPr/>
            <p:nvPr/>
          </p:nvGrpSpPr>
          <p:grpSpPr>
            <a:xfrm>
              <a:off x="3894839" y="2425087"/>
              <a:ext cx="507701" cy="375007"/>
              <a:chOff x="2563427" y="3717902"/>
              <a:chExt cx="439257" cy="324452"/>
            </a:xfrm>
            <a:solidFill>
              <a:sysClr val="window" lastClr="FFFFFF"/>
            </a:solidFill>
          </p:grpSpPr>
          <p:sp>
            <p:nvSpPr>
              <p:cNvPr id="26" name="Freeform 92">
                <a:extLst>
                  <a:ext uri="{FF2B5EF4-FFF2-40B4-BE49-F238E27FC236}">
                    <a16:creationId xmlns:a16="http://schemas.microsoft.com/office/drawing/2014/main" id="{4017C586-AA2B-42ED-AED1-2F474AA42F79}"/>
                  </a:ext>
                </a:extLst>
              </p:cNvPr>
              <p:cNvSpPr/>
              <p:nvPr/>
            </p:nvSpPr>
            <p:spPr bwMode="auto">
              <a:xfrm>
                <a:off x="2720660" y="3942523"/>
                <a:ext cx="127286" cy="99831"/>
              </a:xfrm>
              <a:custGeom>
                <a:avLst/>
                <a:gdLst>
                  <a:gd name="T0" fmla="*/ 37 w 38"/>
                  <a:gd name="T1" fmla="*/ 10 h 30"/>
                  <a:gd name="T2" fmla="*/ 1 w 38"/>
                  <a:gd name="T3" fmla="*/ 11 h 30"/>
                  <a:gd name="T4" fmla="*/ 1 w 38"/>
                  <a:gd name="T5" fmla="*/ 13 h 30"/>
                  <a:gd name="T6" fmla="*/ 19 w 38"/>
                  <a:gd name="T7" fmla="*/ 30 h 30"/>
                  <a:gd name="T8" fmla="*/ 36 w 38"/>
                  <a:gd name="T9" fmla="*/ 13 h 30"/>
                  <a:gd name="T10" fmla="*/ 37 w 38"/>
                  <a:gd name="T11" fmla="*/ 1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" h="30">
                    <a:moveTo>
                      <a:pt x="37" y="10"/>
                    </a:moveTo>
                    <a:cubicBezTo>
                      <a:pt x="26" y="1"/>
                      <a:pt x="12" y="0"/>
                      <a:pt x="1" y="11"/>
                    </a:cubicBezTo>
                    <a:cubicBezTo>
                      <a:pt x="1" y="11"/>
                      <a:pt x="0" y="12"/>
                      <a:pt x="1" y="13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36" y="13"/>
                      <a:pt x="36" y="13"/>
                      <a:pt x="36" y="13"/>
                    </a:cubicBezTo>
                    <a:cubicBezTo>
                      <a:pt x="38" y="11"/>
                      <a:pt x="37" y="11"/>
                      <a:pt x="37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99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" name="Freeform 93">
                <a:extLst>
                  <a:ext uri="{FF2B5EF4-FFF2-40B4-BE49-F238E27FC236}">
                    <a16:creationId xmlns:a16="http://schemas.microsoft.com/office/drawing/2014/main" id="{39D8DF97-1039-46CE-9CF3-89B97F855A34}"/>
                  </a:ext>
                </a:extLst>
              </p:cNvPr>
              <p:cNvSpPr/>
              <p:nvPr/>
            </p:nvSpPr>
            <p:spPr bwMode="auto">
              <a:xfrm>
                <a:off x="2638300" y="3830213"/>
                <a:ext cx="292007" cy="129781"/>
              </a:xfrm>
              <a:custGeom>
                <a:avLst/>
                <a:gdLst>
                  <a:gd name="T0" fmla="*/ 87 w 88"/>
                  <a:gd name="T1" fmla="*/ 23 h 39"/>
                  <a:gd name="T2" fmla="*/ 0 w 88"/>
                  <a:gd name="T3" fmla="*/ 24 h 39"/>
                  <a:gd name="T4" fmla="*/ 0 w 88"/>
                  <a:gd name="T5" fmla="*/ 26 h 39"/>
                  <a:gd name="T6" fmla="*/ 13 w 88"/>
                  <a:gd name="T7" fmla="*/ 38 h 39"/>
                  <a:gd name="T8" fmla="*/ 15 w 88"/>
                  <a:gd name="T9" fmla="*/ 38 h 39"/>
                  <a:gd name="T10" fmla="*/ 73 w 88"/>
                  <a:gd name="T11" fmla="*/ 38 h 39"/>
                  <a:gd name="T12" fmla="*/ 75 w 88"/>
                  <a:gd name="T13" fmla="*/ 38 h 39"/>
                  <a:gd name="T14" fmla="*/ 88 w 88"/>
                  <a:gd name="T15" fmla="*/ 26 h 39"/>
                  <a:gd name="T16" fmla="*/ 88 w 88"/>
                  <a:gd name="T17" fmla="*/ 26 h 39"/>
                  <a:gd name="T18" fmla="*/ 88 w 88"/>
                  <a:gd name="T19" fmla="*/ 24 h 39"/>
                  <a:gd name="T20" fmla="*/ 87 w 88"/>
                  <a:gd name="T21" fmla="*/ 23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8" h="39">
                    <a:moveTo>
                      <a:pt x="87" y="23"/>
                    </a:moveTo>
                    <a:cubicBezTo>
                      <a:pt x="63" y="0"/>
                      <a:pt x="24" y="0"/>
                      <a:pt x="0" y="24"/>
                    </a:cubicBezTo>
                    <a:cubicBezTo>
                      <a:pt x="0" y="24"/>
                      <a:pt x="0" y="25"/>
                      <a:pt x="0" y="26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4" y="39"/>
                      <a:pt x="15" y="38"/>
                    </a:cubicBezTo>
                    <a:cubicBezTo>
                      <a:pt x="31" y="22"/>
                      <a:pt x="57" y="22"/>
                      <a:pt x="73" y="38"/>
                    </a:cubicBezTo>
                    <a:cubicBezTo>
                      <a:pt x="74" y="39"/>
                      <a:pt x="75" y="39"/>
                      <a:pt x="75" y="38"/>
                    </a:cubicBezTo>
                    <a:cubicBezTo>
                      <a:pt x="88" y="26"/>
                      <a:pt x="88" y="26"/>
                      <a:pt x="88" y="26"/>
                    </a:cubicBezTo>
                    <a:cubicBezTo>
                      <a:pt x="88" y="26"/>
                      <a:pt x="88" y="26"/>
                      <a:pt x="88" y="26"/>
                    </a:cubicBezTo>
                    <a:cubicBezTo>
                      <a:pt x="88" y="25"/>
                      <a:pt x="88" y="24"/>
                      <a:pt x="88" y="24"/>
                    </a:cubicBezTo>
                    <a:lnTo>
                      <a:pt x="87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99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" name="Freeform 94">
                <a:extLst>
                  <a:ext uri="{FF2B5EF4-FFF2-40B4-BE49-F238E27FC236}">
                    <a16:creationId xmlns:a16="http://schemas.microsoft.com/office/drawing/2014/main" id="{6DB5016F-B987-4F1C-829E-B9AEE22456A9}"/>
                  </a:ext>
                </a:extLst>
              </p:cNvPr>
              <p:cNvSpPr/>
              <p:nvPr/>
            </p:nvSpPr>
            <p:spPr bwMode="auto">
              <a:xfrm>
                <a:off x="2563427" y="3717902"/>
                <a:ext cx="439257" cy="169713"/>
              </a:xfrm>
              <a:custGeom>
                <a:avLst/>
                <a:gdLst>
                  <a:gd name="T0" fmla="*/ 131 w 132"/>
                  <a:gd name="T1" fmla="*/ 36 h 51"/>
                  <a:gd name="T2" fmla="*/ 131 w 132"/>
                  <a:gd name="T3" fmla="*/ 36 h 51"/>
                  <a:gd name="T4" fmla="*/ 1 w 132"/>
                  <a:gd name="T5" fmla="*/ 36 h 51"/>
                  <a:gd name="T6" fmla="*/ 1 w 132"/>
                  <a:gd name="T7" fmla="*/ 38 h 51"/>
                  <a:gd name="T8" fmla="*/ 14 w 132"/>
                  <a:gd name="T9" fmla="*/ 51 h 51"/>
                  <a:gd name="T10" fmla="*/ 16 w 132"/>
                  <a:gd name="T11" fmla="*/ 51 h 51"/>
                  <a:gd name="T12" fmla="*/ 116 w 132"/>
                  <a:gd name="T13" fmla="*/ 51 h 51"/>
                  <a:gd name="T14" fmla="*/ 118 w 132"/>
                  <a:gd name="T15" fmla="*/ 51 h 51"/>
                  <a:gd name="T16" fmla="*/ 131 w 132"/>
                  <a:gd name="T17" fmla="*/ 38 h 51"/>
                  <a:gd name="T18" fmla="*/ 131 w 132"/>
                  <a:gd name="T19" fmla="*/ 38 h 51"/>
                  <a:gd name="T20" fmla="*/ 131 w 132"/>
                  <a:gd name="T21" fmla="*/ 36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2" h="51">
                    <a:moveTo>
                      <a:pt x="131" y="36"/>
                    </a:moveTo>
                    <a:cubicBezTo>
                      <a:pt x="131" y="36"/>
                      <a:pt x="131" y="36"/>
                      <a:pt x="131" y="36"/>
                    </a:cubicBezTo>
                    <a:cubicBezTo>
                      <a:pt x="95" y="0"/>
                      <a:pt x="37" y="0"/>
                      <a:pt x="1" y="36"/>
                    </a:cubicBezTo>
                    <a:cubicBezTo>
                      <a:pt x="0" y="37"/>
                      <a:pt x="0" y="37"/>
                      <a:pt x="1" y="38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1"/>
                      <a:pt x="15" y="51"/>
                      <a:pt x="16" y="51"/>
                    </a:cubicBezTo>
                    <a:cubicBezTo>
                      <a:pt x="43" y="23"/>
                      <a:pt x="89" y="23"/>
                      <a:pt x="116" y="51"/>
                    </a:cubicBezTo>
                    <a:cubicBezTo>
                      <a:pt x="117" y="51"/>
                      <a:pt x="118" y="51"/>
                      <a:pt x="118" y="51"/>
                    </a:cubicBezTo>
                    <a:cubicBezTo>
                      <a:pt x="131" y="38"/>
                      <a:pt x="131" y="38"/>
                      <a:pt x="131" y="38"/>
                    </a:cubicBezTo>
                    <a:cubicBezTo>
                      <a:pt x="131" y="38"/>
                      <a:pt x="131" y="38"/>
                      <a:pt x="131" y="38"/>
                    </a:cubicBezTo>
                    <a:cubicBezTo>
                      <a:pt x="132" y="37"/>
                      <a:pt x="132" y="36"/>
                      <a:pt x="131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99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747E3A47-172E-40C9-96F4-DAA05E837DB9}"/>
              </a:ext>
            </a:extLst>
          </p:cNvPr>
          <p:cNvSpPr/>
          <p:nvPr/>
        </p:nvSpPr>
        <p:spPr>
          <a:xfrm>
            <a:off x="6057806" y="1604194"/>
            <a:ext cx="5492510" cy="879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b="1" kern="0">
                <a:solidFill>
                  <a:prstClr val="white"/>
                </a:solidFill>
                <a:cs typeface="+mn-ea"/>
                <a:sym typeface="+mn-lt"/>
              </a:rPr>
              <a:t>标题文本</a:t>
            </a:r>
            <a:endParaRPr lang="en-US" altLang="zh-CN" sz="1600" b="1" kern="0">
              <a:solidFill>
                <a:prstClr val="white"/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单击文本框，可修改文字颜色和大X，祝你使用愉快。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5F8D1E4-266B-483B-8C3C-6A9E4008F39C}"/>
              </a:ext>
            </a:extLst>
          </p:cNvPr>
          <p:cNvSpPr/>
          <p:nvPr/>
        </p:nvSpPr>
        <p:spPr>
          <a:xfrm>
            <a:off x="6057806" y="2743184"/>
            <a:ext cx="5492510" cy="879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b="1" kern="0">
                <a:solidFill>
                  <a:prstClr val="white"/>
                </a:solidFill>
                <a:cs typeface="+mn-ea"/>
                <a:sym typeface="+mn-lt"/>
              </a:rPr>
              <a:t>标题文本</a:t>
            </a:r>
            <a:endParaRPr lang="en-US" altLang="zh-CN" sz="1600" b="1" kern="0">
              <a:solidFill>
                <a:prstClr val="white"/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单击文本框，可修改文字颜色和大X，祝你使用愉快。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7223B78-4E9E-4BEF-9BB6-038F006C0805}"/>
              </a:ext>
            </a:extLst>
          </p:cNvPr>
          <p:cNvSpPr/>
          <p:nvPr/>
        </p:nvSpPr>
        <p:spPr>
          <a:xfrm>
            <a:off x="6057806" y="3882174"/>
            <a:ext cx="5492510" cy="879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b="1" kern="0">
                <a:solidFill>
                  <a:prstClr val="white"/>
                </a:solidFill>
                <a:cs typeface="+mn-ea"/>
                <a:sym typeface="+mn-lt"/>
              </a:rPr>
              <a:t>标题文本</a:t>
            </a:r>
            <a:endParaRPr lang="en-US" altLang="zh-CN" sz="1600" b="1" kern="0">
              <a:solidFill>
                <a:prstClr val="white"/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单击文本框，可修改文字颜色和大X，祝你使用愉快。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FB325FC-8AE9-48E9-A448-EA55219CB681}"/>
              </a:ext>
            </a:extLst>
          </p:cNvPr>
          <p:cNvSpPr/>
          <p:nvPr/>
        </p:nvSpPr>
        <p:spPr>
          <a:xfrm>
            <a:off x="6057806" y="5021164"/>
            <a:ext cx="5492510" cy="879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b="1" kern="0">
                <a:solidFill>
                  <a:prstClr val="white"/>
                </a:solidFill>
                <a:cs typeface="+mn-ea"/>
                <a:sym typeface="+mn-lt"/>
              </a:rPr>
              <a:t>标题文本</a:t>
            </a:r>
            <a:endParaRPr lang="en-US" altLang="zh-CN" sz="1600" b="1" kern="0">
              <a:solidFill>
                <a:prstClr val="white"/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单击文本框，可修改文字颜色和大X，祝你使用愉快。</a:t>
            </a:r>
          </a:p>
        </p:txBody>
      </p:sp>
    </p:spTree>
    <p:extLst>
      <p:ext uri="{BB962C8B-B14F-4D97-AF65-F5344CB8AC3E}">
        <p14:creationId xmlns:p14="http://schemas.microsoft.com/office/powerpoint/2010/main" val="198465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88383EFB-C639-443F-8C24-6658E8CD5FD8}"/>
              </a:ext>
            </a:extLst>
          </p:cNvPr>
          <p:cNvSpPr/>
          <p:nvPr/>
        </p:nvSpPr>
        <p:spPr>
          <a:xfrm>
            <a:off x="-214744" y="-331636"/>
            <a:ext cx="5203797" cy="7167317"/>
          </a:xfrm>
          <a:prstGeom prst="rtTriangle">
            <a:avLst/>
          </a:prstGeom>
          <a:solidFill>
            <a:srgbClr val="0B1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EF7D8B1-F70D-414E-AF5C-7B03B494ECDF}"/>
              </a:ext>
            </a:extLst>
          </p:cNvPr>
          <p:cNvGrpSpPr/>
          <p:nvPr/>
        </p:nvGrpSpPr>
        <p:grpSpPr>
          <a:xfrm rot="1767638">
            <a:off x="-1438722" y="-2087913"/>
            <a:ext cx="3823256" cy="10810241"/>
            <a:chOff x="1066240" y="548032"/>
            <a:chExt cx="2267438" cy="591768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C2149D3-8AD8-486E-8083-4629755A7467}"/>
                </a:ext>
              </a:extLst>
            </p:cNvPr>
            <p:cNvSpPr/>
            <p:nvPr/>
          </p:nvSpPr>
          <p:spPr>
            <a:xfrm>
              <a:off x="1066240" y="979317"/>
              <a:ext cx="1327639" cy="5486400"/>
            </a:xfrm>
            <a:prstGeom prst="rect">
              <a:avLst/>
            </a:prstGeom>
            <a:solidFill>
              <a:srgbClr val="111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E920109-A681-4010-8125-D7D217A90B15}"/>
                </a:ext>
              </a:extLst>
            </p:cNvPr>
            <p:cNvSpPr/>
            <p:nvPr/>
          </p:nvSpPr>
          <p:spPr>
            <a:xfrm>
              <a:off x="1822939" y="838200"/>
              <a:ext cx="1327639" cy="5486400"/>
            </a:xfrm>
            <a:prstGeom prst="rect">
              <a:avLst/>
            </a:prstGeom>
            <a:solidFill>
              <a:srgbClr val="1B03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E5027D1-A176-4ABB-9763-00F274BADF8A}"/>
                </a:ext>
              </a:extLst>
            </p:cNvPr>
            <p:cNvSpPr/>
            <p:nvPr/>
          </p:nvSpPr>
          <p:spPr>
            <a:xfrm>
              <a:off x="2348034" y="548032"/>
              <a:ext cx="985644" cy="5797485"/>
            </a:xfrm>
            <a:prstGeom prst="rect">
              <a:avLst/>
            </a:prstGeom>
            <a:solidFill>
              <a:srgbClr val="120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平行四边形 6">
              <a:extLst>
                <a:ext uri="{FF2B5EF4-FFF2-40B4-BE49-F238E27FC236}">
                  <a16:creationId xmlns:a16="http://schemas.microsoft.com/office/drawing/2014/main" id="{784C28D6-1627-4636-84BE-3378A811FA67}"/>
                </a:ext>
              </a:extLst>
            </p:cNvPr>
            <p:cNvSpPr/>
            <p:nvPr/>
          </p:nvSpPr>
          <p:spPr>
            <a:xfrm rot="16200000">
              <a:off x="-377397" y="3950210"/>
              <a:ext cx="3724275" cy="371475"/>
            </a:xfrm>
            <a:prstGeom prst="parallelogram">
              <a:avLst>
                <a:gd name="adj" fmla="val 73387"/>
              </a:avLst>
            </a:prstGeom>
            <a:solidFill>
              <a:srgbClr val="120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0CE52195-0D93-4437-A807-FCC00EE339E4}"/>
              </a:ext>
            </a:extLst>
          </p:cNvPr>
          <p:cNvGrpSpPr/>
          <p:nvPr/>
        </p:nvGrpSpPr>
        <p:grpSpPr>
          <a:xfrm>
            <a:off x="909609" y="4322790"/>
            <a:ext cx="955991" cy="623601"/>
            <a:chOff x="2309496" y="961390"/>
            <a:chExt cx="955991" cy="623601"/>
          </a:xfrm>
          <a:gradFill flip="none" rotWithShape="1">
            <a:gsLst>
              <a:gs pos="0">
                <a:srgbClr val="120249">
                  <a:alpha val="36000"/>
                </a:srgbClr>
              </a:gs>
              <a:gs pos="100000">
                <a:srgbClr val="0B1051"/>
              </a:gs>
            </a:gsLst>
            <a:lin ang="16200000" scaled="1"/>
          </a:gradFill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621ABD6C-51F0-4820-814D-A23B700ABEC2}"/>
                </a:ext>
              </a:extLst>
            </p:cNvPr>
            <p:cNvSpPr/>
            <p:nvPr/>
          </p:nvSpPr>
          <p:spPr>
            <a:xfrm>
              <a:off x="230949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6905A591-9DAB-4608-B648-2B027A878AF8}"/>
                </a:ext>
              </a:extLst>
            </p:cNvPr>
            <p:cNvSpPr/>
            <p:nvPr/>
          </p:nvSpPr>
          <p:spPr>
            <a:xfrm>
              <a:off x="248102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746E7190-F296-414A-AFEB-BB2A6A304916}"/>
                </a:ext>
              </a:extLst>
            </p:cNvPr>
            <p:cNvSpPr/>
            <p:nvPr/>
          </p:nvSpPr>
          <p:spPr>
            <a:xfrm>
              <a:off x="2652561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C0A6E983-45F2-433F-91FE-F74D5E51120C}"/>
                </a:ext>
              </a:extLst>
            </p:cNvPr>
            <p:cNvSpPr/>
            <p:nvPr/>
          </p:nvSpPr>
          <p:spPr>
            <a:xfrm>
              <a:off x="2824093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927222AC-711D-4A7C-9A4A-E8A36111F9F0}"/>
                </a:ext>
              </a:extLst>
            </p:cNvPr>
            <p:cNvSpPr/>
            <p:nvPr/>
          </p:nvSpPr>
          <p:spPr>
            <a:xfrm>
              <a:off x="299562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031B6E36-2CD2-43DC-8E45-D7DFB0E117DE}"/>
                </a:ext>
              </a:extLst>
            </p:cNvPr>
            <p:cNvSpPr/>
            <p:nvPr/>
          </p:nvSpPr>
          <p:spPr>
            <a:xfrm>
              <a:off x="316715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B15DFB12-0CF9-48BD-83CE-865FCC6F5C81}"/>
                </a:ext>
              </a:extLst>
            </p:cNvPr>
            <p:cNvSpPr/>
            <p:nvPr/>
          </p:nvSpPr>
          <p:spPr>
            <a:xfrm>
              <a:off x="230949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A0D0626D-E89D-4798-9553-FA68E48673F7}"/>
                </a:ext>
              </a:extLst>
            </p:cNvPr>
            <p:cNvSpPr/>
            <p:nvPr/>
          </p:nvSpPr>
          <p:spPr>
            <a:xfrm>
              <a:off x="248102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B44AAB2A-306C-457E-90E9-45EFDBA1F791}"/>
                </a:ext>
              </a:extLst>
            </p:cNvPr>
            <p:cNvSpPr/>
            <p:nvPr/>
          </p:nvSpPr>
          <p:spPr>
            <a:xfrm>
              <a:off x="2652561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5CD62E2F-B6A8-481A-A082-228F87193E28}"/>
                </a:ext>
              </a:extLst>
            </p:cNvPr>
            <p:cNvSpPr/>
            <p:nvPr/>
          </p:nvSpPr>
          <p:spPr>
            <a:xfrm>
              <a:off x="2824093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BF5599ED-E465-46E8-9C0F-F8D1AFB4B043}"/>
                </a:ext>
              </a:extLst>
            </p:cNvPr>
            <p:cNvSpPr/>
            <p:nvPr/>
          </p:nvSpPr>
          <p:spPr>
            <a:xfrm>
              <a:off x="299562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97AA6382-F340-44FD-96BA-6BA78C8E3ABC}"/>
                </a:ext>
              </a:extLst>
            </p:cNvPr>
            <p:cNvSpPr/>
            <p:nvPr/>
          </p:nvSpPr>
          <p:spPr>
            <a:xfrm>
              <a:off x="316715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4E53C7F0-F51B-4EB9-AF08-446CD47AA680}"/>
                </a:ext>
              </a:extLst>
            </p:cNvPr>
            <p:cNvSpPr/>
            <p:nvPr/>
          </p:nvSpPr>
          <p:spPr>
            <a:xfrm>
              <a:off x="231108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C19CBCC2-862F-4EC6-8DF1-5734470F12D2}"/>
                </a:ext>
              </a:extLst>
            </p:cNvPr>
            <p:cNvSpPr/>
            <p:nvPr/>
          </p:nvSpPr>
          <p:spPr>
            <a:xfrm>
              <a:off x="248261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0811E3DF-1A41-4EFF-8106-545FA752A25D}"/>
                </a:ext>
              </a:extLst>
            </p:cNvPr>
            <p:cNvSpPr/>
            <p:nvPr/>
          </p:nvSpPr>
          <p:spPr>
            <a:xfrm>
              <a:off x="2654148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2D314A26-7884-4D5E-9DA4-5E8C0558A5D3}"/>
                </a:ext>
              </a:extLst>
            </p:cNvPr>
            <p:cNvSpPr/>
            <p:nvPr/>
          </p:nvSpPr>
          <p:spPr>
            <a:xfrm>
              <a:off x="2825680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82DBE386-0584-49CF-A6A3-57656E7BB9A3}"/>
                </a:ext>
              </a:extLst>
            </p:cNvPr>
            <p:cNvSpPr/>
            <p:nvPr/>
          </p:nvSpPr>
          <p:spPr>
            <a:xfrm>
              <a:off x="299721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C89A7614-CF6A-48F0-A22E-0307ECE03427}"/>
                </a:ext>
              </a:extLst>
            </p:cNvPr>
            <p:cNvSpPr/>
            <p:nvPr/>
          </p:nvSpPr>
          <p:spPr>
            <a:xfrm>
              <a:off x="316874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D5822DB2-DA07-41BE-97D4-00D602FD55F1}"/>
                </a:ext>
              </a:extLst>
            </p:cNvPr>
            <p:cNvSpPr/>
            <p:nvPr/>
          </p:nvSpPr>
          <p:spPr>
            <a:xfrm>
              <a:off x="231108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86AFB244-6EF2-4D63-92B2-B623EBF9E2F1}"/>
                </a:ext>
              </a:extLst>
            </p:cNvPr>
            <p:cNvSpPr/>
            <p:nvPr/>
          </p:nvSpPr>
          <p:spPr>
            <a:xfrm>
              <a:off x="248261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DB62E058-6DE4-4DFD-8D9A-2E818A1CC2EC}"/>
                </a:ext>
              </a:extLst>
            </p:cNvPr>
            <p:cNvSpPr/>
            <p:nvPr/>
          </p:nvSpPr>
          <p:spPr>
            <a:xfrm>
              <a:off x="2654148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49856810-0545-4820-A35D-F650B9DB30DA}"/>
                </a:ext>
              </a:extLst>
            </p:cNvPr>
            <p:cNvSpPr/>
            <p:nvPr/>
          </p:nvSpPr>
          <p:spPr>
            <a:xfrm>
              <a:off x="2825680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9EFEDF57-091C-4505-A521-C4E2554E61D5}"/>
                </a:ext>
              </a:extLst>
            </p:cNvPr>
            <p:cNvSpPr/>
            <p:nvPr/>
          </p:nvSpPr>
          <p:spPr>
            <a:xfrm>
              <a:off x="299721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E90EEED2-BA48-4F74-87BD-E9BBC017DDA5}"/>
                </a:ext>
              </a:extLst>
            </p:cNvPr>
            <p:cNvSpPr/>
            <p:nvPr/>
          </p:nvSpPr>
          <p:spPr>
            <a:xfrm>
              <a:off x="316874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4DDD5C5-5336-42B4-82E5-8DCAC7D7ACDB}"/>
              </a:ext>
            </a:extLst>
          </p:cNvPr>
          <p:cNvGrpSpPr/>
          <p:nvPr/>
        </p:nvGrpSpPr>
        <p:grpSpPr>
          <a:xfrm>
            <a:off x="2788252" y="2294448"/>
            <a:ext cx="2277940" cy="2277940"/>
            <a:chOff x="3615567" y="2290030"/>
            <a:chExt cx="2277940" cy="2277940"/>
          </a:xfrm>
        </p:grpSpPr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A7AD27A8-F8DA-4043-8F41-EBCEF58A5457}"/>
                </a:ext>
              </a:extLst>
            </p:cNvPr>
            <p:cNvSpPr/>
            <p:nvPr/>
          </p:nvSpPr>
          <p:spPr>
            <a:xfrm>
              <a:off x="3615567" y="2290030"/>
              <a:ext cx="2277940" cy="2277940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13F59A57-A241-439A-A16E-A5E2BE7958C2}"/>
                </a:ext>
              </a:extLst>
            </p:cNvPr>
            <p:cNvSpPr txBox="1"/>
            <p:nvPr/>
          </p:nvSpPr>
          <p:spPr>
            <a:xfrm>
              <a:off x="3999071" y="2828835"/>
              <a:ext cx="158893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 </a:t>
              </a:r>
              <a:r>
                <a:rPr kumimoji="0" lang="en-US" altLang="zh-CN" sz="7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03</a:t>
              </a: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602130FF-D3AA-43A5-95F0-C3472007B15E}"/>
              </a:ext>
            </a:extLst>
          </p:cNvPr>
          <p:cNvSpPr txBox="1"/>
          <p:nvPr/>
        </p:nvSpPr>
        <p:spPr>
          <a:xfrm>
            <a:off x="5385563" y="2598003"/>
            <a:ext cx="39864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存在不足之处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D430AA0-730D-47B6-ADE3-ACC9C52209ED}"/>
              </a:ext>
            </a:extLst>
          </p:cNvPr>
          <p:cNvSpPr/>
          <p:nvPr/>
        </p:nvSpPr>
        <p:spPr>
          <a:xfrm>
            <a:off x="5385563" y="3433418"/>
            <a:ext cx="5422232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A designer can use default text to simulate what text would look like. It looks even better with you using this text. </a:t>
            </a:r>
          </a:p>
        </p:txBody>
      </p:sp>
    </p:spTree>
    <p:extLst>
      <p:ext uri="{BB962C8B-B14F-4D97-AF65-F5344CB8AC3E}">
        <p14:creationId xmlns:p14="http://schemas.microsoft.com/office/powerpoint/2010/main" val="235051931"/>
      </p:ext>
    </p:extLst>
  </p:cSld>
  <p:clrMapOvr>
    <a:masterClrMapping/>
  </p:clrMapOvr>
  <p:transition spd="slow" advClick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存在不足之处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D935E09-B201-4597-B164-7116C83688A7}"/>
              </a:ext>
            </a:extLst>
          </p:cNvPr>
          <p:cNvGrpSpPr/>
          <p:nvPr/>
        </p:nvGrpSpPr>
        <p:grpSpPr>
          <a:xfrm>
            <a:off x="707128" y="2008681"/>
            <a:ext cx="5543772" cy="3557930"/>
            <a:chOff x="212451" y="2008682"/>
            <a:chExt cx="5543772" cy="3557930"/>
          </a:xfrm>
        </p:grpSpPr>
        <p:sp>
          <p:nvSpPr>
            <p:cNvPr id="6" name="Rectangle 21">
              <a:extLst>
                <a:ext uri="{FF2B5EF4-FFF2-40B4-BE49-F238E27FC236}">
                  <a16:creationId xmlns:a16="http://schemas.microsoft.com/office/drawing/2014/main" id="{7FFE6A02-5AEF-4523-A783-83676E9B7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51" y="2009943"/>
              <a:ext cx="2845335" cy="3556669"/>
            </a:xfrm>
            <a:prstGeom prst="rect">
              <a:avLst/>
            </a:prstGeom>
            <a:blipFill dpi="0" rotWithShape="1">
              <a:blip r:embed="Rb9f43379875c450e"/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all" spc="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Rectangle 22" descr="psb">
              <a:extLst>
                <a:ext uri="{FF2B5EF4-FFF2-40B4-BE49-F238E27FC236}">
                  <a16:creationId xmlns:a16="http://schemas.microsoft.com/office/drawing/2014/main" id="{5CC4ED6D-D6F5-4908-B93E-B774A73CC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128" y="2008682"/>
              <a:ext cx="2701095" cy="3539583"/>
            </a:xfrm>
            <a:prstGeom prst="rect">
              <a:avLst/>
            </a:prstGeom>
            <a:solidFill>
              <a:srgbClr val="E2087A"/>
            </a:solidFill>
            <a:ln>
              <a:noFill/>
            </a:ln>
            <a:effectLst/>
          </p:spPr>
          <p:txBody>
            <a:bodyPr/>
            <a:lstStyle/>
            <a:p>
              <a:endParaRPr lang="zh-CN" altLang="en-US" sz="3199">
                <a:solidFill>
                  <a:srgbClr val="595959"/>
                </a:solidFill>
                <a:cs typeface="+mn-ea"/>
                <a:sym typeface="+mn-lt"/>
              </a:endParaRPr>
            </a:p>
          </p:txBody>
        </p:sp>
        <p:sp>
          <p:nvSpPr>
            <p:cNvPr id="8" name="Rectangle 26">
              <a:extLst>
                <a:ext uri="{FF2B5EF4-FFF2-40B4-BE49-F238E27FC236}">
                  <a16:creationId xmlns:a16="http://schemas.microsoft.com/office/drawing/2014/main" id="{3EFC2E93-25D8-47C9-9D70-4E87B20A8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167" y="2769943"/>
              <a:ext cx="2497016" cy="16619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zh-CN" altLang="en-US" sz="20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lvl="0" algn="ctr">
                <a:lnSpc>
                  <a:spcPct val="150000"/>
                </a:lnSpc>
              </a:pPr>
              <a:r>
                <a:rPr lang="zh-CN" altLang="en-US" sz="1600" b="1">
                  <a:solidFill>
                    <a:schemeClr val="bg1"/>
                  </a:solidFill>
                  <a:cs typeface="+mn-ea"/>
                  <a:sym typeface="+mn-lt"/>
                </a:rPr>
                <a:t>请您单击此处添加合适文字加以说明，可调整文字大X或者颜色等属性。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39212CD-6C66-4BC9-9D17-0D7300F74BDD}"/>
              </a:ext>
            </a:extLst>
          </p:cNvPr>
          <p:cNvGrpSpPr/>
          <p:nvPr/>
        </p:nvGrpSpPr>
        <p:grpSpPr>
          <a:xfrm>
            <a:off x="6235190" y="2008681"/>
            <a:ext cx="5517101" cy="3541887"/>
            <a:chOff x="239122" y="2008682"/>
            <a:chExt cx="5517101" cy="3541887"/>
          </a:xfrm>
        </p:grpSpPr>
        <p:sp>
          <p:nvSpPr>
            <p:cNvPr id="10" name="Rectangle 21">
              <a:extLst>
                <a:ext uri="{FF2B5EF4-FFF2-40B4-BE49-F238E27FC236}">
                  <a16:creationId xmlns:a16="http://schemas.microsoft.com/office/drawing/2014/main" id="{DDC13D09-0C80-4B79-BDA3-2DF63BC08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122" y="2009944"/>
              <a:ext cx="2832500" cy="3540625"/>
            </a:xfrm>
            <a:prstGeom prst="rect">
              <a:avLst/>
            </a:prstGeom>
            <a:blipFill dpi="0" rotWithShape="1">
              <a:blip r:embed="Rb17e280d99cb401c"/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all" spc="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Rectangle 22" descr="psb">
              <a:extLst>
                <a:ext uri="{FF2B5EF4-FFF2-40B4-BE49-F238E27FC236}">
                  <a16:creationId xmlns:a16="http://schemas.microsoft.com/office/drawing/2014/main" id="{98DEA041-3D7D-4DAF-BBD1-500E2A453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128" y="2008682"/>
              <a:ext cx="2701095" cy="3539583"/>
            </a:xfrm>
            <a:prstGeom prst="rect">
              <a:avLst/>
            </a:prstGeom>
            <a:solidFill>
              <a:srgbClr val="1A25B8"/>
            </a:solidFill>
            <a:ln>
              <a:noFill/>
            </a:ln>
            <a:effectLst/>
          </p:spPr>
          <p:txBody>
            <a:bodyPr/>
            <a:lstStyle/>
            <a:p>
              <a:endParaRPr lang="zh-CN" altLang="en-US" sz="3199">
                <a:solidFill>
                  <a:srgbClr val="595959"/>
                </a:solidFill>
                <a:cs typeface="+mn-ea"/>
                <a:sym typeface="+mn-lt"/>
              </a:endParaRPr>
            </a:p>
          </p:txBody>
        </p:sp>
        <p:sp>
          <p:nvSpPr>
            <p:cNvPr id="12" name="Rectangle 26">
              <a:extLst>
                <a:ext uri="{FF2B5EF4-FFF2-40B4-BE49-F238E27FC236}">
                  <a16:creationId xmlns:a16="http://schemas.microsoft.com/office/drawing/2014/main" id="{62B6317F-8197-4437-9777-DF6C34772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167" y="2769943"/>
              <a:ext cx="2497016" cy="16619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zh-CN" altLang="en-US" sz="20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lvl="0" algn="ctr">
                <a:lnSpc>
                  <a:spcPct val="150000"/>
                </a:lnSpc>
              </a:pPr>
              <a:r>
                <a:rPr lang="zh-CN" altLang="en-US" sz="1600" b="1">
                  <a:solidFill>
                    <a:schemeClr val="bg1"/>
                  </a:solidFill>
                  <a:cs typeface="+mn-ea"/>
                  <a:sym typeface="+mn-lt"/>
                </a:rPr>
                <a:t>请您单击此处添加合适文字加以说明，可调整文字大X或者颜色等属性。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2141621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存在不足之处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24BD7AD1-9773-44E1-AA94-26688B49A049}"/>
              </a:ext>
            </a:extLst>
          </p:cNvPr>
          <p:cNvGrpSpPr/>
          <p:nvPr/>
        </p:nvGrpSpPr>
        <p:grpSpPr>
          <a:xfrm>
            <a:off x="1637780" y="1505963"/>
            <a:ext cx="8916441" cy="3001869"/>
            <a:chOff x="1408268" y="1570131"/>
            <a:chExt cx="9375465" cy="3156407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79FA2333-A81E-4AC8-BF06-707A7B9BCD8B}"/>
                </a:ext>
              </a:extLst>
            </p:cNvPr>
            <p:cNvGrpSpPr/>
            <p:nvPr/>
          </p:nvGrpSpPr>
          <p:grpSpPr>
            <a:xfrm>
              <a:off x="1408268" y="1570131"/>
              <a:ext cx="9375465" cy="3156407"/>
              <a:chOff x="1741714" y="1828801"/>
              <a:chExt cx="8708572" cy="2931886"/>
            </a:xfrm>
          </p:grpSpPr>
          <p:sp>
            <p:nvSpPr>
              <p:cNvPr id="21" name="koppt-任意多边形">
                <a:extLst>
                  <a:ext uri="{FF2B5EF4-FFF2-40B4-BE49-F238E27FC236}">
                    <a16:creationId xmlns:a16="http://schemas.microsoft.com/office/drawing/2014/main" id="{0C5FC604-FD71-4B18-B2DA-15681E749461}"/>
                  </a:ext>
                </a:extLst>
              </p:cNvPr>
              <p:cNvSpPr/>
              <p:nvPr/>
            </p:nvSpPr>
            <p:spPr>
              <a:xfrm>
                <a:off x="4804229" y="1828801"/>
                <a:ext cx="5646057" cy="2931886"/>
              </a:xfrm>
              <a:custGeom>
                <a:avLst/>
                <a:gdLst>
                  <a:gd name="connsiteX0" fmla="*/ 2975428 w 5646057"/>
                  <a:gd name="connsiteY0" fmla="*/ 1654628 h 2931886"/>
                  <a:gd name="connsiteX1" fmla="*/ 4223657 w 5646057"/>
                  <a:gd name="connsiteY1" fmla="*/ 2917371 h 2931886"/>
                  <a:gd name="connsiteX2" fmla="*/ 5646057 w 5646057"/>
                  <a:gd name="connsiteY2" fmla="*/ 1451428 h 2931886"/>
                  <a:gd name="connsiteX3" fmla="*/ 4209142 w 5646057"/>
                  <a:gd name="connsiteY3" fmla="*/ 0 h 2931886"/>
                  <a:gd name="connsiteX4" fmla="*/ 1291771 w 5646057"/>
                  <a:gd name="connsiteY4" fmla="*/ 2931886 h 2931886"/>
                  <a:gd name="connsiteX5" fmla="*/ 0 w 5646057"/>
                  <a:gd name="connsiteY5" fmla="*/ 1683657 h 2931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646057" h="2931886">
                    <a:moveTo>
                      <a:pt x="2975428" y="1654628"/>
                    </a:moveTo>
                    <a:lnTo>
                      <a:pt x="4223657" y="2917371"/>
                    </a:lnTo>
                    <a:lnTo>
                      <a:pt x="5646057" y="1451428"/>
                    </a:lnTo>
                    <a:lnTo>
                      <a:pt x="4209142" y="0"/>
                    </a:lnTo>
                    <a:lnTo>
                      <a:pt x="1291771" y="2931886"/>
                    </a:lnTo>
                    <a:lnTo>
                      <a:pt x="0" y="1683657"/>
                    </a:lnTo>
                  </a:path>
                </a:pathLst>
              </a:custGeom>
              <a:noFill/>
              <a:ln w="38100" cap="flat">
                <a:solidFill>
                  <a:srgbClr val="0B45C5"/>
                </a:solidFill>
                <a:miter lim="400000"/>
              </a:ln>
              <a:effectLst/>
            </p:spPr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lvl="0" indent="0" algn="ctr" defTabSz="914400" eaLnBrk="1" fontAlgn="auto" latinLnBrk="1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" name="koppt-任意多边形">
                <a:extLst>
                  <a:ext uri="{FF2B5EF4-FFF2-40B4-BE49-F238E27FC236}">
                    <a16:creationId xmlns:a16="http://schemas.microsoft.com/office/drawing/2014/main" id="{13631802-1681-4CB0-AAB8-9FAB77022B1A}"/>
                  </a:ext>
                </a:extLst>
              </p:cNvPr>
              <p:cNvSpPr/>
              <p:nvPr/>
            </p:nvSpPr>
            <p:spPr>
              <a:xfrm flipH="1" flipV="1">
                <a:off x="1741714" y="1828801"/>
                <a:ext cx="5646057" cy="2931886"/>
              </a:xfrm>
              <a:custGeom>
                <a:avLst/>
                <a:gdLst>
                  <a:gd name="connsiteX0" fmla="*/ 2975428 w 5646057"/>
                  <a:gd name="connsiteY0" fmla="*/ 1654628 h 2931886"/>
                  <a:gd name="connsiteX1" fmla="*/ 4223657 w 5646057"/>
                  <a:gd name="connsiteY1" fmla="*/ 2917371 h 2931886"/>
                  <a:gd name="connsiteX2" fmla="*/ 5646057 w 5646057"/>
                  <a:gd name="connsiteY2" fmla="*/ 1451428 h 2931886"/>
                  <a:gd name="connsiteX3" fmla="*/ 4209142 w 5646057"/>
                  <a:gd name="connsiteY3" fmla="*/ 0 h 2931886"/>
                  <a:gd name="connsiteX4" fmla="*/ 1291771 w 5646057"/>
                  <a:gd name="connsiteY4" fmla="*/ 2931886 h 2931886"/>
                  <a:gd name="connsiteX5" fmla="*/ 0 w 5646057"/>
                  <a:gd name="connsiteY5" fmla="*/ 1683657 h 2931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646057" h="2931886">
                    <a:moveTo>
                      <a:pt x="2975428" y="1654628"/>
                    </a:moveTo>
                    <a:lnTo>
                      <a:pt x="4223657" y="2917371"/>
                    </a:lnTo>
                    <a:lnTo>
                      <a:pt x="5646057" y="1451428"/>
                    </a:lnTo>
                    <a:lnTo>
                      <a:pt x="4209142" y="0"/>
                    </a:lnTo>
                    <a:lnTo>
                      <a:pt x="1291771" y="2931886"/>
                    </a:lnTo>
                    <a:lnTo>
                      <a:pt x="0" y="1683657"/>
                    </a:lnTo>
                  </a:path>
                </a:pathLst>
              </a:custGeom>
              <a:noFill/>
              <a:ln w="38100" cap="flat">
                <a:solidFill>
                  <a:srgbClr val="0B45C5"/>
                </a:solidFill>
                <a:miter lim="400000"/>
              </a:ln>
              <a:effectLst/>
            </p:spPr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lvl="0" indent="0" algn="ctr" defTabSz="914400" eaLnBrk="1" fontAlgn="auto" latinLnBrk="1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198FE82-2215-4B68-A13B-485AA1D8B868}"/>
                </a:ext>
              </a:extLst>
            </p:cNvPr>
            <p:cNvGrpSpPr/>
            <p:nvPr/>
          </p:nvGrpSpPr>
          <p:grpSpPr>
            <a:xfrm>
              <a:off x="4938716" y="2015464"/>
              <a:ext cx="2328241" cy="2328241"/>
              <a:chOff x="4938716" y="2015464"/>
              <a:chExt cx="2328241" cy="2328241"/>
            </a:xfrm>
          </p:grpSpPr>
          <p:sp>
            <p:nvSpPr>
              <p:cNvPr id="18" name="koppt-矩形">
                <a:extLst>
                  <a:ext uri="{FF2B5EF4-FFF2-40B4-BE49-F238E27FC236}">
                    <a16:creationId xmlns:a16="http://schemas.microsoft.com/office/drawing/2014/main" id="{509BB786-44B9-4A5C-A3F7-FFD6E22BD30B}"/>
                  </a:ext>
                </a:extLst>
              </p:cNvPr>
              <p:cNvSpPr/>
              <p:nvPr/>
            </p:nvSpPr>
            <p:spPr>
              <a:xfrm>
                <a:off x="4938716" y="2015464"/>
                <a:ext cx="2328241" cy="2328241"/>
              </a:xfrm>
              <a:prstGeom prst="diamond">
                <a:avLst/>
              </a:prstGeom>
              <a:solidFill>
                <a:srgbClr val="1A25B8"/>
              </a:solidFill>
              <a:ln w="3175" cap="flat">
                <a:noFill/>
                <a:miter lim="400000"/>
              </a:ln>
              <a:effectLst/>
            </p:spPr>
            <p:txBody>
              <a:bodyPr rot="0" spcFirstLastPara="1" vertOverflow="overflow" horzOverflow="overflow" vert="horz" wrap="square" lIns="60959" tIns="60959" rIns="60959" bIns="252000" numCol="1" spcCol="38100" rtlCol="0" anchor="b" anchorCtr="1">
                <a:noAutofit/>
              </a:bodyPr>
              <a:lstStyle/>
              <a:p>
                <a:pPr marL="0" marR="0" lvl="0" indent="0" algn="ctr" defTabSz="410765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" name="koppt-图标">
                <a:extLst>
                  <a:ext uri="{FF2B5EF4-FFF2-40B4-BE49-F238E27FC236}">
                    <a16:creationId xmlns:a16="http://schemas.microsoft.com/office/drawing/2014/main" id="{03C95F2F-7700-4B4D-9B96-8A5A93B71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7881" y="2564814"/>
                <a:ext cx="569912" cy="619024"/>
              </a:xfrm>
              <a:custGeom>
                <a:avLst/>
                <a:gdLst>
                  <a:gd name="T0" fmla="*/ 2483 w 7054"/>
                  <a:gd name="T1" fmla="*/ 16 h 7674"/>
                  <a:gd name="T2" fmla="*/ 0 w 7054"/>
                  <a:gd name="T3" fmla="*/ 6284 h 7674"/>
                  <a:gd name="T4" fmla="*/ 5685 w 7054"/>
                  <a:gd name="T5" fmla="*/ 6442 h 7674"/>
                  <a:gd name="T6" fmla="*/ 554 w 7054"/>
                  <a:gd name="T7" fmla="*/ 5421 h 7674"/>
                  <a:gd name="T8" fmla="*/ 206 w 7054"/>
                  <a:gd name="T9" fmla="*/ 5349 h 7674"/>
                  <a:gd name="T10" fmla="*/ 554 w 7054"/>
                  <a:gd name="T11" fmla="*/ 4708 h 7674"/>
                  <a:gd name="T12" fmla="*/ 250 w 7054"/>
                  <a:gd name="T13" fmla="*/ 4061 h 7674"/>
                  <a:gd name="T14" fmla="*/ 499 w 7054"/>
                  <a:gd name="T15" fmla="*/ 3240 h 7674"/>
                  <a:gd name="T16" fmla="*/ 554 w 7054"/>
                  <a:gd name="T17" fmla="*/ 2569 h 7674"/>
                  <a:gd name="T18" fmla="*/ 206 w 7054"/>
                  <a:gd name="T19" fmla="*/ 2684 h 7674"/>
                  <a:gd name="T20" fmla="*/ 554 w 7054"/>
                  <a:gd name="T21" fmla="*/ 1856 h 7674"/>
                  <a:gd name="T22" fmla="*/ 1158 w 7054"/>
                  <a:gd name="T23" fmla="*/ 5646 h 7674"/>
                  <a:gd name="T24" fmla="*/ 780 w 7054"/>
                  <a:gd name="T25" fmla="*/ 4705 h 7674"/>
                  <a:gd name="T26" fmla="*/ 1202 w 7054"/>
                  <a:gd name="T27" fmla="*/ 5601 h 7674"/>
                  <a:gd name="T28" fmla="*/ 780 w 7054"/>
                  <a:gd name="T29" fmla="*/ 4003 h 7674"/>
                  <a:gd name="T30" fmla="*/ 1185 w 7054"/>
                  <a:gd name="T31" fmla="*/ 3077 h 7674"/>
                  <a:gd name="T32" fmla="*/ 1176 w 7054"/>
                  <a:gd name="T33" fmla="*/ 2322 h 7674"/>
                  <a:gd name="T34" fmla="*/ 765 w 7054"/>
                  <a:gd name="T35" fmla="*/ 1669 h 7674"/>
                  <a:gd name="T36" fmla="*/ 1202 w 7054"/>
                  <a:gd name="T37" fmla="*/ 2282 h 7674"/>
                  <a:gd name="T38" fmla="*/ 2044 w 7054"/>
                  <a:gd name="T39" fmla="*/ 5903 h 7674"/>
                  <a:gd name="T40" fmla="*/ 1573 w 7054"/>
                  <a:gd name="T41" fmla="*/ 4768 h 7674"/>
                  <a:gd name="T42" fmla="*/ 2063 w 7054"/>
                  <a:gd name="T43" fmla="*/ 3911 h 7674"/>
                  <a:gd name="T44" fmla="*/ 1524 w 7054"/>
                  <a:gd name="T45" fmla="*/ 3004 h 7674"/>
                  <a:gd name="T46" fmla="*/ 2104 w 7054"/>
                  <a:gd name="T47" fmla="*/ 3867 h 7674"/>
                  <a:gd name="T48" fmla="*/ 1569 w 7054"/>
                  <a:gd name="T49" fmla="*/ 2144 h 7674"/>
                  <a:gd name="T50" fmla="*/ 2037 w 7054"/>
                  <a:gd name="T51" fmla="*/ 853 h 7674"/>
                  <a:gd name="T52" fmla="*/ 4076 w 7054"/>
                  <a:gd name="T53" fmla="*/ 1351 h 7674"/>
                  <a:gd name="T54" fmla="*/ 4651 w 7054"/>
                  <a:gd name="T55" fmla="*/ 2433 h 7674"/>
                  <a:gd name="T56" fmla="*/ 4056 w 7054"/>
                  <a:gd name="T57" fmla="*/ 1388 h 7674"/>
                  <a:gd name="T58" fmla="*/ 4632 w 7054"/>
                  <a:gd name="T59" fmla="*/ 3137 h 7674"/>
                  <a:gd name="T60" fmla="*/ 4621 w 7054"/>
                  <a:gd name="T61" fmla="*/ 4014 h 7674"/>
                  <a:gd name="T62" fmla="*/ 2691 w 7054"/>
                  <a:gd name="T63" fmla="*/ 798 h 7674"/>
                  <a:gd name="T64" fmla="*/ 3524 w 7054"/>
                  <a:gd name="T65" fmla="*/ 2046 h 7674"/>
                  <a:gd name="T66" fmla="*/ 2692 w 7054"/>
                  <a:gd name="T67" fmla="*/ 1817 h 7674"/>
                  <a:gd name="T68" fmla="*/ 2707 w 7054"/>
                  <a:gd name="T69" fmla="*/ 2802 h 7674"/>
                  <a:gd name="T70" fmla="*/ 3511 w 7054"/>
                  <a:gd name="T71" fmla="*/ 3929 h 7674"/>
                  <a:gd name="T72" fmla="*/ 4144 w 7054"/>
                  <a:gd name="T73" fmla="*/ 6903 h 7674"/>
                  <a:gd name="T74" fmla="*/ 3082 w 7054"/>
                  <a:gd name="T75" fmla="*/ 7273 h 7674"/>
                  <a:gd name="T76" fmla="*/ 4144 w 7054"/>
                  <a:gd name="T77" fmla="*/ 4781 h 7674"/>
                  <a:gd name="T78" fmla="*/ 4624 w 7054"/>
                  <a:gd name="T79" fmla="*/ 6748 h 7674"/>
                  <a:gd name="T80" fmla="*/ 5272 w 7054"/>
                  <a:gd name="T81" fmla="*/ 4658 h 7674"/>
                  <a:gd name="T82" fmla="*/ 5507 w 7054"/>
                  <a:gd name="T83" fmla="*/ 4011 h 7674"/>
                  <a:gd name="T84" fmla="*/ 5029 w 7054"/>
                  <a:gd name="T85" fmla="*/ 3988 h 7674"/>
                  <a:gd name="T86" fmla="*/ 5507 w 7054"/>
                  <a:gd name="T87" fmla="*/ 3333 h 7674"/>
                  <a:gd name="T88" fmla="*/ 5463 w 7054"/>
                  <a:gd name="T89" fmla="*/ 2699 h 7674"/>
                  <a:gd name="T90" fmla="*/ 5049 w 7054"/>
                  <a:gd name="T91" fmla="*/ 1772 h 7674"/>
                  <a:gd name="T92" fmla="*/ 5507 w 7054"/>
                  <a:gd name="T93" fmla="*/ 2655 h 7674"/>
                  <a:gd name="T94" fmla="*/ 5929 w 7054"/>
                  <a:gd name="T95" fmla="*/ 5306 h 7674"/>
                  <a:gd name="T96" fmla="*/ 6270 w 7054"/>
                  <a:gd name="T97" fmla="*/ 4604 h 7674"/>
                  <a:gd name="T98" fmla="*/ 6270 w 7054"/>
                  <a:gd name="T99" fmla="*/ 4088 h 7674"/>
                  <a:gd name="T100" fmla="*/ 5913 w 7054"/>
                  <a:gd name="T101" fmla="*/ 3423 h 7674"/>
                  <a:gd name="T102" fmla="*/ 6284 w 7054"/>
                  <a:gd name="T103" fmla="*/ 4056 h 7674"/>
                  <a:gd name="T104" fmla="*/ 6464 w 7054"/>
                  <a:gd name="T105" fmla="*/ 5203 h 7674"/>
                  <a:gd name="T106" fmla="*/ 6748 w 7054"/>
                  <a:gd name="T107" fmla="*/ 4572 h 7674"/>
                  <a:gd name="T108" fmla="*/ 6748 w 7054"/>
                  <a:gd name="T109" fmla="*/ 4115 h 7674"/>
                  <a:gd name="T110" fmla="*/ 6448 w 7054"/>
                  <a:gd name="T111" fmla="*/ 3527 h 7674"/>
                  <a:gd name="T112" fmla="*/ 6762 w 7054"/>
                  <a:gd name="T113" fmla="*/ 4083 h 7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7053" h="7674">
                    <a:moveTo>
                      <a:pt x="6961" y="2977"/>
                    </a:moveTo>
                    <a:lnTo>
                      <a:pt x="5771" y="2611"/>
                    </a:lnTo>
                    <a:lnTo>
                      <a:pt x="5771" y="1724"/>
                    </a:lnTo>
                    <a:cubicBezTo>
                      <a:pt x="5771" y="1674"/>
                      <a:pt x="5742" y="1628"/>
                      <a:pt x="5697" y="1606"/>
                    </a:cubicBezTo>
                    <a:lnTo>
                      <a:pt x="2483" y="16"/>
                    </a:lnTo>
                    <a:cubicBezTo>
                      <a:pt x="2483" y="16"/>
                      <a:pt x="2454" y="0"/>
                      <a:pt x="2415" y="2"/>
                    </a:cubicBezTo>
                    <a:cubicBezTo>
                      <a:pt x="2376" y="5"/>
                      <a:pt x="2347" y="26"/>
                      <a:pt x="2347" y="26"/>
                    </a:cubicBezTo>
                    <a:lnTo>
                      <a:pt x="55" y="1661"/>
                    </a:lnTo>
                    <a:cubicBezTo>
                      <a:pt x="21" y="1686"/>
                      <a:pt x="0" y="1726"/>
                      <a:pt x="0" y="1769"/>
                    </a:cubicBezTo>
                    <a:lnTo>
                      <a:pt x="0" y="6284"/>
                    </a:lnTo>
                    <a:cubicBezTo>
                      <a:pt x="0" y="6332"/>
                      <a:pt x="26" y="6377"/>
                      <a:pt x="69" y="6400"/>
                    </a:cubicBezTo>
                    <a:lnTo>
                      <a:pt x="2361" y="7656"/>
                    </a:lnTo>
                    <a:cubicBezTo>
                      <a:pt x="2361" y="7656"/>
                      <a:pt x="2387" y="7670"/>
                      <a:pt x="2416" y="7672"/>
                    </a:cubicBezTo>
                    <a:cubicBezTo>
                      <a:pt x="2445" y="7674"/>
                      <a:pt x="2471" y="7663"/>
                      <a:pt x="2471" y="7663"/>
                    </a:cubicBezTo>
                    <a:lnTo>
                      <a:pt x="5685" y="6442"/>
                    </a:lnTo>
                    <a:lnTo>
                      <a:pt x="6969" y="5953"/>
                    </a:lnTo>
                    <a:cubicBezTo>
                      <a:pt x="7020" y="5934"/>
                      <a:pt x="7054" y="5885"/>
                      <a:pt x="7054" y="5830"/>
                    </a:cubicBezTo>
                    <a:lnTo>
                      <a:pt x="7054" y="3103"/>
                    </a:lnTo>
                    <a:cubicBezTo>
                      <a:pt x="7054" y="3045"/>
                      <a:pt x="7016" y="2994"/>
                      <a:pt x="6961" y="2977"/>
                    </a:cubicBezTo>
                    <a:close/>
                    <a:moveTo>
                      <a:pt x="554" y="5421"/>
                    </a:moveTo>
                    <a:cubicBezTo>
                      <a:pt x="554" y="5435"/>
                      <a:pt x="548" y="5448"/>
                      <a:pt x="537" y="5456"/>
                    </a:cubicBezTo>
                    <a:cubicBezTo>
                      <a:pt x="529" y="5462"/>
                      <a:pt x="520" y="5465"/>
                      <a:pt x="510" y="5465"/>
                    </a:cubicBezTo>
                    <a:cubicBezTo>
                      <a:pt x="506" y="5465"/>
                      <a:pt x="502" y="5465"/>
                      <a:pt x="498" y="5464"/>
                    </a:cubicBezTo>
                    <a:lnTo>
                      <a:pt x="238" y="5392"/>
                    </a:lnTo>
                    <a:cubicBezTo>
                      <a:pt x="219" y="5386"/>
                      <a:pt x="206" y="5369"/>
                      <a:pt x="206" y="5349"/>
                    </a:cubicBezTo>
                    <a:lnTo>
                      <a:pt x="206" y="4683"/>
                    </a:lnTo>
                    <a:cubicBezTo>
                      <a:pt x="206" y="4670"/>
                      <a:pt x="211" y="4659"/>
                      <a:pt x="220" y="4650"/>
                    </a:cubicBezTo>
                    <a:cubicBezTo>
                      <a:pt x="230" y="4642"/>
                      <a:pt x="242" y="4638"/>
                      <a:pt x="254" y="4639"/>
                    </a:cubicBezTo>
                    <a:lnTo>
                      <a:pt x="514" y="4664"/>
                    </a:lnTo>
                    <a:cubicBezTo>
                      <a:pt x="537" y="4667"/>
                      <a:pt x="554" y="4686"/>
                      <a:pt x="554" y="4708"/>
                    </a:cubicBezTo>
                    <a:lnTo>
                      <a:pt x="554" y="5421"/>
                    </a:lnTo>
                    <a:close/>
                    <a:moveTo>
                      <a:pt x="554" y="3995"/>
                    </a:moveTo>
                    <a:cubicBezTo>
                      <a:pt x="554" y="4018"/>
                      <a:pt x="537" y="4037"/>
                      <a:pt x="514" y="4039"/>
                    </a:cubicBezTo>
                    <a:lnTo>
                      <a:pt x="253" y="4061"/>
                    </a:lnTo>
                    <a:cubicBezTo>
                      <a:pt x="252" y="4061"/>
                      <a:pt x="251" y="4061"/>
                      <a:pt x="250" y="4061"/>
                    </a:cubicBezTo>
                    <a:cubicBezTo>
                      <a:pt x="239" y="4061"/>
                      <a:pt x="228" y="4057"/>
                      <a:pt x="220" y="4049"/>
                    </a:cubicBezTo>
                    <a:cubicBezTo>
                      <a:pt x="211" y="4041"/>
                      <a:pt x="206" y="4029"/>
                      <a:pt x="206" y="4017"/>
                    </a:cubicBezTo>
                    <a:lnTo>
                      <a:pt x="206" y="3351"/>
                    </a:lnTo>
                    <a:cubicBezTo>
                      <a:pt x="206" y="3330"/>
                      <a:pt x="219" y="3313"/>
                      <a:pt x="239" y="3308"/>
                    </a:cubicBezTo>
                    <a:lnTo>
                      <a:pt x="499" y="3240"/>
                    </a:lnTo>
                    <a:cubicBezTo>
                      <a:pt x="512" y="3236"/>
                      <a:pt x="526" y="3239"/>
                      <a:pt x="537" y="3247"/>
                    </a:cubicBezTo>
                    <a:cubicBezTo>
                      <a:pt x="548" y="3256"/>
                      <a:pt x="554" y="3269"/>
                      <a:pt x="554" y="3282"/>
                    </a:cubicBezTo>
                    <a:lnTo>
                      <a:pt x="554" y="3995"/>
                    </a:lnTo>
                    <a:lnTo>
                      <a:pt x="554" y="3995"/>
                    </a:lnTo>
                    <a:close/>
                    <a:moveTo>
                      <a:pt x="554" y="2569"/>
                    </a:moveTo>
                    <a:cubicBezTo>
                      <a:pt x="554" y="2586"/>
                      <a:pt x="544" y="2602"/>
                      <a:pt x="528" y="2609"/>
                    </a:cubicBezTo>
                    <a:lnTo>
                      <a:pt x="268" y="2724"/>
                    </a:lnTo>
                    <a:cubicBezTo>
                      <a:pt x="262" y="2727"/>
                      <a:pt x="256" y="2728"/>
                      <a:pt x="250" y="2728"/>
                    </a:cubicBezTo>
                    <a:cubicBezTo>
                      <a:pt x="242" y="2728"/>
                      <a:pt x="233" y="2726"/>
                      <a:pt x="226" y="2721"/>
                    </a:cubicBezTo>
                    <a:cubicBezTo>
                      <a:pt x="213" y="2713"/>
                      <a:pt x="206" y="2699"/>
                      <a:pt x="206" y="2684"/>
                    </a:cubicBezTo>
                    <a:lnTo>
                      <a:pt x="206" y="2018"/>
                    </a:lnTo>
                    <a:cubicBezTo>
                      <a:pt x="206" y="2002"/>
                      <a:pt x="214" y="1988"/>
                      <a:pt x="227" y="1980"/>
                    </a:cubicBezTo>
                    <a:lnTo>
                      <a:pt x="487" y="1818"/>
                    </a:lnTo>
                    <a:cubicBezTo>
                      <a:pt x="500" y="1810"/>
                      <a:pt x="517" y="1809"/>
                      <a:pt x="531" y="1817"/>
                    </a:cubicBezTo>
                    <a:cubicBezTo>
                      <a:pt x="545" y="1825"/>
                      <a:pt x="554" y="1840"/>
                      <a:pt x="554" y="1856"/>
                    </a:cubicBezTo>
                    <a:lnTo>
                      <a:pt x="554" y="2569"/>
                    </a:lnTo>
                    <a:lnTo>
                      <a:pt x="554" y="2569"/>
                    </a:lnTo>
                    <a:close/>
                    <a:moveTo>
                      <a:pt x="1202" y="5601"/>
                    </a:moveTo>
                    <a:cubicBezTo>
                      <a:pt x="1202" y="5615"/>
                      <a:pt x="1196" y="5628"/>
                      <a:pt x="1185" y="5637"/>
                    </a:cubicBezTo>
                    <a:cubicBezTo>
                      <a:pt x="1177" y="5642"/>
                      <a:pt x="1167" y="5646"/>
                      <a:pt x="1158" y="5646"/>
                    </a:cubicBezTo>
                    <a:cubicBezTo>
                      <a:pt x="1154" y="5646"/>
                      <a:pt x="1150" y="5645"/>
                      <a:pt x="1146" y="5644"/>
                    </a:cubicBezTo>
                    <a:lnTo>
                      <a:pt x="798" y="5547"/>
                    </a:lnTo>
                    <a:cubicBezTo>
                      <a:pt x="779" y="5542"/>
                      <a:pt x="765" y="5524"/>
                      <a:pt x="765" y="5505"/>
                    </a:cubicBezTo>
                    <a:lnTo>
                      <a:pt x="765" y="4738"/>
                    </a:lnTo>
                    <a:cubicBezTo>
                      <a:pt x="765" y="4725"/>
                      <a:pt x="771" y="4713"/>
                      <a:pt x="780" y="4705"/>
                    </a:cubicBezTo>
                    <a:cubicBezTo>
                      <a:pt x="789" y="4696"/>
                      <a:pt x="801" y="4692"/>
                      <a:pt x="814" y="4694"/>
                    </a:cubicBezTo>
                    <a:lnTo>
                      <a:pt x="1162" y="4728"/>
                    </a:lnTo>
                    <a:cubicBezTo>
                      <a:pt x="1185" y="4730"/>
                      <a:pt x="1202" y="4749"/>
                      <a:pt x="1202" y="4771"/>
                    </a:cubicBezTo>
                    <a:lnTo>
                      <a:pt x="1202" y="5601"/>
                    </a:lnTo>
                    <a:lnTo>
                      <a:pt x="1202" y="5601"/>
                    </a:lnTo>
                    <a:close/>
                    <a:moveTo>
                      <a:pt x="1202" y="3942"/>
                    </a:moveTo>
                    <a:cubicBezTo>
                      <a:pt x="1202" y="3965"/>
                      <a:pt x="1184" y="3984"/>
                      <a:pt x="1162" y="3986"/>
                    </a:cubicBezTo>
                    <a:lnTo>
                      <a:pt x="813" y="4014"/>
                    </a:lnTo>
                    <a:cubicBezTo>
                      <a:pt x="812" y="4015"/>
                      <a:pt x="811" y="4015"/>
                      <a:pt x="809" y="4015"/>
                    </a:cubicBezTo>
                    <a:cubicBezTo>
                      <a:pt x="799" y="4015"/>
                      <a:pt x="788" y="4010"/>
                      <a:pt x="780" y="4003"/>
                    </a:cubicBezTo>
                    <a:cubicBezTo>
                      <a:pt x="770" y="3995"/>
                      <a:pt x="765" y="3983"/>
                      <a:pt x="765" y="3971"/>
                    </a:cubicBezTo>
                    <a:lnTo>
                      <a:pt x="765" y="3204"/>
                    </a:lnTo>
                    <a:cubicBezTo>
                      <a:pt x="765" y="3184"/>
                      <a:pt x="779" y="3166"/>
                      <a:pt x="798" y="3161"/>
                    </a:cubicBezTo>
                    <a:lnTo>
                      <a:pt x="1147" y="3069"/>
                    </a:lnTo>
                    <a:cubicBezTo>
                      <a:pt x="1160" y="3066"/>
                      <a:pt x="1174" y="3069"/>
                      <a:pt x="1185" y="3077"/>
                    </a:cubicBezTo>
                    <a:cubicBezTo>
                      <a:pt x="1196" y="3085"/>
                      <a:pt x="1202" y="3098"/>
                      <a:pt x="1202" y="3112"/>
                    </a:cubicBezTo>
                    <a:lnTo>
                      <a:pt x="1202" y="3942"/>
                    </a:lnTo>
                    <a:lnTo>
                      <a:pt x="1202" y="3942"/>
                    </a:lnTo>
                    <a:close/>
                    <a:moveTo>
                      <a:pt x="1202" y="2282"/>
                    </a:moveTo>
                    <a:cubicBezTo>
                      <a:pt x="1202" y="2299"/>
                      <a:pt x="1192" y="2315"/>
                      <a:pt x="1176" y="2322"/>
                    </a:cubicBezTo>
                    <a:lnTo>
                      <a:pt x="827" y="2476"/>
                    </a:lnTo>
                    <a:cubicBezTo>
                      <a:pt x="822" y="2479"/>
                      <a:pt x="815" y="2480"/>
                      <a:pt x="809" y="2480"/>
                    </a:cubicBezTo>
                    <a:cubicBezTo>
                      <a:pt x="801" y="2480"/>
                      <a:pt x="793" y="2478"/>
                      <a:pt x="785" y="2473"/>
                    </a:cubicBezTo>
                    <a:cubicBezTo>
                      <a:pt x="773" y="2465"/>
                      <a:pt x="765" y="2451"/>
                      <a:pt x="765" y="2436"/>
                    </a:cubicBezTo>
                    <a:lnTo>
                      <a:pt x="765" y="1669"/>
                    </a:lnTo>
                    <a:cubicBezTo>
                      <a:pt x="765" y="1654"/>
                      <a:pt x="773" y="1640"/>
                      <a:pt x="786" y="1632"/>
                    </a:cubicBezTo>
                    <a:lnTo>
                      <a:pt x="1135" y="1414"/>
                    </a:lnTo>
                    <a:cubicBezTo>
                      <a:pt x="1148" y="1406"/>
                      <a:pt x="1166" y="1405"/>
                      <a:pt x="1179" y="1413"/>
                    </a:cubicBezTo>
                    <a:cubicBezTo>
                      <a:pt x="1193" y="1421"/>
                      <a:pt x="1202" y="1436"/>
                      <a:pt x="1202" y="1452"/>
                    </a:cubicBezTo>
                    <a:lnTo>
                      <a:pt x="1202" y="2282"/>
                    </a:lnTo>
                    <a:lnTo>
                      <a:pt x="1202" y="2282"/>
                    </a:lnTo>
                    <a:close/>
                    <a:moveTo>
                      <a:pt x="2104" y="5852"/>
                    </a:moveTo>
                    <a:cubicBezTo>
                      <a:pt x="2104" y="5865"/>
                      <a:pt x="2099" y="5877"/>
                      <a:pt x="2090" y="5886"/>
                    </a:cubicBezTo>
                    <a:cubicBezTo>
                      <a:pt x="2074" y="5902"/>
                      <a:pt x="2052" y="5903"/>
                      <a:pt x="2045" y="5903"/>
                    </a:cubicBezTo>
                    <a:lnTo>
                      <a:pt x="2044" y="5903"/>
                    </a:lnTo>
                    <a:cubicBezTo>
                      <a:pt x="1957" y="5903"/>
                      <a:pt x="1620" y="5781"/>
                      <a:pt x="1554" y="5757"/>
                    </a:cubicBezTo>
                    <a:cubicBezTo>
                      <a:pt x="1536" y="5751"/>
                      <a:pt x="1525" y="5734"/>
                      <a:pt x="1525" y="5715"/>
                    </a:cubicBezTo>
                    <a:lnTo>
                      <a:pt x="1525" y="4812"/>
                    </a:lnTo>
                    <a:cubicBezTo>
                      <a:pt x="1525" y="4799"/>
                      <a:pt x="1530" y="4787"/>
                      <a:pt x="1539" y="4779"/>
                    </a:cubicBezTo>
                    <a:cubicBezTo>
                      <a:pt x="1548" y="4771"/>
                      <a:pt x="1561" y="4767"/>
                      <a:pt x="1573" y="4768"/>
                    </a:cubicBezTo>
                    <a:lnTo>
                      <a:pt x="2064" y="4816"/>
                    </a:lnTo>
                    <a:cubicBezTo>
                      <a:pt x="2087" y="4818"/>
                      <a:pt x="2104" y="4837"/>
                      <a:pt x="2104" y="4860"/>
                    </a:cubicBezTo>
                    <a:cubicBezTo>
                      <a:pt x="2104" y="4869"/>
                      <a:pt x="2104" y="5809"/>
                      <a:pt x="2104" y="5852"/>
                    </a:cubicBezTo>
                    <a:close/>
                    <a:moveTo>
                      <a:pt x="2104" y="3867"/>
                    </a:moveTo>
                    <a:cubicBezTo>
                      <a:pt x="2104" y="3890"/>
                      <a:pt x="2086" y="3909"/>
                      <a:pt x="2063" y="3911"/>
                    </a:cubicBezTo>
                    <a:lnTo>
                      <a:pt x="1572" y="3952"/>
                    </a:lnTo>
                    <a:cubicBezTo>
                      <a:pt x="1571" y="3952"/>
                      <a:pt x="1570" y="3952"/>
                      <a:pt x="1569" y="3952"/>
                    </a:cubicBezTo>
                    <a:cubicBezTo>
                      <a:pt x="1558" y="3952"/>
                      <a:pt x="1547" y="3948"/>
                      <a:pt x="1539" y="3940"/>
                    </a:cubicBezTo>
                    <a:cubicBezTo>
                      <a:pt x="1529" y="3932"/>
                      <a:pt x="1524" y="3920"/>
                      <a:pt x="1524" y="3908"/>
                    </a:cubicBezTo>
                    <a:lnTo>
                      <a:pt x="1524" y="3004"/>
                    </a:lnTo>
                    <a:cubicBezTo>
                      <a:pt x="1524" y="2984"/>
                      <a:pt x="1538" y="2966"/>
                      <a:pt x="1557" y="2961"/>
                    </a:cubicBezTo>
                    <a:lnTo>
                      <a:pt x="2048" y="2832"/>
                    </a:lnTo>
                    <a:cubicBezTo>
                      <a:pt x="2061" y="2829"/>
                      <a:pt x="2076" y="2832"/>
                      <a:pt x="2086" y="2840"/>
                    </a:cubicBezTo>
                    <a:cubicBezTo>
                      <a:pt x="2097" y="2848"/>
                      <a:pt x="2104" y="2861"/>
                      <a:pt x="2104" y="2875"/>
                    </a:cubicBezTo>
                    <a:lnTo>
                      <a:pt x="2104" y="3867"/>
                    </a:lnTo>
                    <a:lnTo>
                      <a:pt x="2104" y="3867"/>
                    </a:lnTo>
                    <a:close/>
                    <a:moveTo>
                      <a:pt x="2104" y="1883"/>
                    </a:moveTo>
                    <a:cubicBezTo>
                      <a:pt x="2104" y="1900"/>
                      <a:pt x="2093" y="1916"/>
                      <a:pt x="2078" y="1923"/>
                    </a:cubicBezTo>
                    <a:lnTo>
                      <a:pt x="1587" y="2140"/>
                    </a:lnTo>
                    <a:cubicBezTo>
                      <a:pt x="1581" y="2143"/>
                      <a:pt x="1575" y="2144"/>
                      <a:pt x="1569" y="2144"/>
                    </a:cubicBezTo>
                    <a:cubicBezTo>
                      <a:pt x="1560" y="2144"/>
                      <a:pt x="1552" y="2142"/>
                      <a:pt x="1545" y="2137"/>
                    </a:cubicBezTo>
                    <a:cubicBezTo>
                      <a:pt x="1532" y="2129"/>
                      <a:pt x="1525" y="2115"/>
                      <a:pt x="1525" y="2100"/>
                    </a:cubicBezTo>
                    <a:lnTo>
                      <a:pt x="1525" y="1196"/>
                    </a:lnTo>
                    <a:cubicBezTo>
                      <a:pt x="1525" y="1181"/>
                      <a:pt x="1532" y="1167"/>
                      <a:pt x="1545" y="1159"/>
                    </a:cubicBezTo>
                    <a:lnTo>
                      <a:pt x="2037" y="853"/>
                    </a:lnTo>
                    <a:cubicBezTo>
                      <a:pt x="2050" y="844"/>
                      <a:pt x="2067" y="844"/>
                      <a:pt x="2081" y="852"/>
                    </a:cubicBezTo>
                    <a:cubicBezTo>
                      <a:pt x="2095" y="859"/>
                      <a:pt x="2104" y="874"/>
                      <a:pt x="2104" y="890"/>
                    </a:cubicBezTo>
                    <a:lnTo>
                      <a:pt x="2104" y="1883"/>
                    </a:lnTo>
                    <a:close/>
                    <a:moveTo>
                      <a:pt x="4056" y="1388"/>
                    </a:moveTo>
                    <a:cubicBezTo>
                      <a:pt x="4056" y="1373"/>
                      <a:pt x="4064" y="1359"/>
                      <a:pt x="4076" y="1351"/>
                    </a:cubicBezTo>
                    <a:cubicBezTo>
                      <a:pt x="4088" y="1343"/>
                      <a:pt x="4104" y="1341"/>
                      <a:pt x="4118" y="1347"/>
                    </a:cubicBezTo>
                    <a:lnTo>
                      <a:pt x="4642" y="1574"/>
                    </a:lnTo>
                    <a:cubicBezTo>
                      <a:pt x="4658" y="1581"/>
                      <a:pt x="4668" y="1597"/>
                      <a:pt x="4668" y="1614"/>
                    </a:cubicBezTo>
                    <a:lnTo>
                      <a:pt x="4668" y="2397"/>
                    </a:lnTo>
                    <a:cubicBezTo>
                      <a:pt x="4668" y="2411"/>
                      <a:pt x="4662" y="2424"/>
                      <a:pt x="4651" y="2433"/>
                    </a:cubicBezTo>
                    <a:cubicBezTo>
                      <a:pt x="4643" y="2438"/>
                      <a:pt x="4634" y="2441"/>
                      <a:pt x="4624" y="2441"/>
                    </a:cubicBezTo>
                    <a:cubicBezTo>
                      <a:pt x="4620" y="2441"/>
                      <a:pt x="4616" y="2441"/>
                      <a:pt x="4612" y="2439"/>
                    </a:cubicBezTo>
                    <a:lnTo>
                      <a:pt x="4087" y="2278"/>
                    </a:lnTo>
                    <a:cubicBezTo>
                      <a:pt x="4069" y="2273"/>
                      <a:pt x="4056" y="2256"/>
                      <a:pt x="4056" y="2236"/>
                    </a:cubicBezTo>
                    <a:lnTo>
                      <a:pt x="4056" y="1388"/>
                    </a:lnTo>
                    <a:lnTo>
                      <a:pt x="4056" y="1388"/>
                    </a:lnTo>
                    <a:close/>
                    <a:moveTo>
                      <a:pt x="4056" y="3085"/>
                    </a:moveTo>
                    <a:cubicBezTo>
                      <a:pt x="4056" y="3072"/>
                      <a:pt x="4062" y="3059"/>
                      <a:pt x="4072" y="3051"/>
                    </a:cubicBezTo>
                    <a:cubicBezTo>
                      <a:pt x="4082" y="3042"/>
                      <a:pt x="4095" y="3039"/>
                      <a:pt x="4108" y="3041"/>
                    </a:cubicBezTo>
                    <a:lnTo>
                      <a:pt x="4632" y="3137"/>
                    </a:lnTo>
                    <a:cubicBezTo>
                      <a:pt x="4653" y="3140"/>
                      <a:pt x="4669" y="3159"/>
                      <a:pt x="4669" y="3180"/>
                    </a:cubicBezTo>
                    <a:lnTo>
                      <a:pt x="4669" y="3970"/>
                    </a:lnTo>
                    <a:cubicBezTo>
                      <a:pt x="4669" y="3982"/>
                      <a:pt x="4664" y="3994"/>
                      <a:pt x="4655" y="4002"/>
                    </a:cubicBezTo>
                    <a:cubicBezTo>
                      <a:pt x="4646" y="4010"/>
                      <a:pt x="4636" y="4014"/>
                      <a:pt x="4624" y="4014"/>
                    </a:cubicBezTo>
                    <a:lnTo>
                      <a:pt x="4621" y="4014"/>
                    </a:lnTo>
                    <a:lnTo>
                      <a:pt x="4097" y="3977"/>
                    </a:lnTo>
                    <a:cubicBezTo>
                      <a:pt x="4074" y="3975"/>
                      <a:pt x="4056" y="3956"/>
                      <a:pt x="4056" y="3933"/>
                    </a:cubicBezTo>
                    <a:lnTo>
                      <a:pt x="4056" y="3085"/>
                    </a:lnTo>
                    <a:lnTo>
                      <a:pt x="4056" y="3085"/>
                    </a:lnTo>
                    <a:close/>
                    <a:moveTo>
                      <a:pt x="2691" y="798"/>
                    </a:moveTo>
                    <a:cubicBezTo>
                      <a:pt x="2691" y="783"/>
                      <a:pt x="2699" y="769"/>
                      <a:pt x="2711" y="761"/>
                    </a:cubicBezTo>
                    <a:cubicBezTo>
                      <a:pt x="2724" y="753"/>
                      <a:pt x="2739" y="751"/>
                      <a:pt x="2753" y="757"/>
                    </a:cubicBezTo>
                    <a:lnTo>
                      <a:pt x="3498" y="1079"/>
                    </a:lnTo>
                    <a:cubicBezTo>
                      <a:pt x="3514" y="1086"/>
                      <a:pt x="3524" y="1102"/>
                      <a:pt x="3524" y="1120"/>
                    </a:cubicBezTo>
                    <a:lnTo>
                      <a:pt x="3524" y="2046"/>
                    </a:lnTo>
                    <a:cubicBezTo>
                      <a:pt x="3524" y="2059"/>
                      <a:pt x="3518" y="2073"/>
                      <a:pt x="3506" y="2081"/>
                    </a:cubicBezTo>
                    <a:cubicBezTo>
                      <a:pt x="3499" y="2087"/>
                      <a:pt x="3490" y="2090"/>
                      <a:pt x="3480" y="2090"/>
                    </a:cubicBezTo>
                    <a:cubicBezTo>
                      <a:pt x="3476" y="2090"/>
                      <a:pt x="3472" y="2089"/>
                      <a:pt x="3467" y="2088"/>
                    </a:cubicBezTo>
                    <a:lnTo>
                      <a:pt x="2723" y="1859"/>
                    </a:lnTo>
                    <a:cubicBezTo>
                      <a:pt x="2704" y="1853"/>
                      <a:pt x="2692" y="1836"/>
                      <a:pt x="2692" y="1817"/>
                    </a:cubicBezTo>
                    <a:lnTo>
                      <a:pt x="2692" y="798"/>
                    </a:lnTo>
                    <a:lnTo>
                      <a:pt x="2691" y="798"/>
                    </a:lnTo>
                    <a:close/>
                    <a:moveTo>
                      <a:pt x="2691" y="3855"/>
                    </a:moveTo>
                    <a:lnTo>
                      <a:pt x="2691" y="2836"/>
                    </a:lnTo>
                    <a:cubicBezTo>
                      <a:pt x="2691" y="2823"/>
                      <a:pt x="2697" y="2810"/>
                      <a:pt x="2707" y="2802"/>
                    </a:cubicBezTo>
                    <a:cubicBezTo>
                      <a:pt x="2718" y="2793"/>
                      <a:pt x="2731" y="2790"/>
                      <a:pt x="2744" y="2792"/>
                    </a:cubicBezTo>
                    <a:lnTo>
                      <a:pt x="3488" y="2928"/>
                    </a:lnTo>
                    <a:cubicBezTo>
                      <a:pt x="3509" y="2932"/>
                      <a:pt x="3524" y="2950"/>
                      <a:pt x="3524" y="2972"/>
                    </a:cubicBezTo>
                    <a:lnTo>
                      <a:pt x="3524" y="3897"/>
                    </a:lnTo>
                    <a:cubicBezTo>
                      <a:pt x="3524" y="3909"/>
                      <a:pt x="3520" y="3921"/>
                      <a:pt x="3511" y="3929"/>
                    </a:cubicBezTo>
                    <a:cubicBezTo>
                      <a:pt x="3502" y="3937"/>
                      <a:pt x="3492" y="3941"/>
                      <a:pt x="3481" y="3941"/>
                    </a:cubicBezTo>
                    <a:lnTo>
                      <a:pt x="3478" y="3941"/>
                    </a:lnTo>
                    <a:lnTo>
                      <a:pt x="2733" y="3899"/>
                    </a:lnTo>
                    <a:cubicBezTo>
                      <a:pt x="2710" y="3898"/>
                      <a:pt x="2691" y="3878"/>
                      <a:pt x="2691" y="3855"/>
                    </a:cubicBezTo>
                    <a:close/>
                    <a:moveTo>
                      <a:pt x="4144" y="6903"/>
                    </a:moveTo>
                    <a:cubicBezTo>
                      <a:pt x="4144" y="6921"/>
                      <a:pt x="4133" y="6937"/>
                      <a:pt x="4116" y="6944"/>
                    </a:cubicBezTo>
                    <a:lnTo>
                      <a:pt x="3141" y="7314"/>
                    </a:lnTo>
                    <a:cubicBezTo>
                      <a:pt x="3136" y="7316"/>
                      <a:pt x="3131" y="7317"/>
                      <a:pt x="3126" y="7317"/>
                    </a:cubicBezTo>
                    <a:cubicBezTo>
                      <a:pt x="3117" y="7317"/>
                      <a:pt x="3108" y="7315"/>
                      <a:pt x="3101" y="7309"/>
                    </a:cubicBezTo>
                    <a:cubicBezTo>
                      <a:pt x="3089" y="7301"/>
                      <a:pt x="3082" y="7288"/>
                      <a:pt x="3082" y="7273"/>
                    </a:cubicBezTo>
                    <a:lnTo>
                      <a:pt x="3082" y="4847"/>
                    </a:lnTo>
                    <a:cubicBezTo>
                      <a:pt x="3082" y="4824"/>
                      <a:pt x="3099" y="4805"/>
                      <a:pt x="3123" y="4803"/>
                    </a:cubicBezTo>
                    <a:lnTo>
                      <a:pt x="4097" y="4738"/>
                    </a:lnTo>
                    <a:cubicBezTo>
                      <a:pt x="4110" y="4737"/>
                      <a:pt x="4121" y="4741"/>
                      <a:pt x="4130" y="4749"/>
                    </a:cubicBezTo>
                    <a:cubicBezTo>
                      <a:pt x="4139" y="4758"/>
                      <a:pt x="4144" y="4769"/>
                      <a:pt x="4144" y="4781"/>
                    </a:cubicBezTo>
                    <a:lnTo>
                      <a:pt x="4144" y="6903"/>
                    </a:lnTo>
                    <a:close/>
                    <a:moveTo>
                      <a:pt x="5319" y="6456"/>
                    </a:moveTo>
                    <a:cubicBezTo>
                      <a:pt x="5319" y="6474"/>
                      <a:pt x="5308" y="6491"/>
                      <a:pt x="5290" y="6497"/>
                    </a:cubicBezTo>
                    <a:lnTo>
                      <a:pt x="4640" y="6745"/>
                    </a:lnTo>
                    <a:cubicBezTo>
                      <a:pt x="4635" y="6747"/>
                      <a:pt x="4630" y="6748"/>
                      <a:pt x="4624" y="6748"/>
                    </a:cubicBezTo>
                    <a:cubicBezTo>
                      <a:pt x="4616" y="6748"/>
                      <a:pt x="4607" y="6745"/>
                      <a:pt x="4600" y="6740"/>
                    </a:cubicBezTo>
                    <a:cubicBezTo>
                      <a:pt x="4588" y="6731"/>
                      <a:pt x="4580" y="6718"/>
                      <a:pt x="4580" y="6703"/>
                    </a:cubicBezTo>
                    <a:lnTo>
                      <a:pt x="4580" y="4746"/>
                    </a:lnTo>
                    <a:cubicBezTo>
                      <a:pt x="4580" y="4723"/>
                      <a:pt x="4598" y="4704"/>
                      <a:pt x="4621" y="4702"/>
                    </a:cubicBezTo>
                    <a:lnTo>
                      <a:pt x="5272" y="4658"/>
                    </a:lnTo>
                    <a:cubicBezTo>
                      <a:pt x="5284" y="4657"/>
                      <a:pt x="5296" y="4661"/>
                      <a:pt x="5305" y="4670"/>
                    </a:cubicBezTo>
                    <a:cubicBezTo>
                      <a:pt x="5314" y="4678"/>
                      <a:pt x="5319" y="4690"/>
                      <a:pt x="5319" y="4702"/>
                    </a:cubicBezTo>
                    <a:lnTo>
                      <a:pt x="5319" y="6456"/>
                    </a:lnTo>
                    <a:lnTo>
                      <a:pt x="5319" y="6456"/>
                    </a:lnTo>
                    <a:close/>
                    <a:moveTo>
                      <a:pt x="5507" y="4011"/>
                    </a:moveTo>
                    <a:cubicBezTo>
                      <a:pt x="5507" y="4023"/>
                      <a:pt x="5502" y="4035"/>
                      <a:pt x="5493" y="4043"/>
                    </a:cubicBezTo>
                    <a:cubicBezTo>
                      <a:pt x="5484" y="4051"/>
                      <a:pt x="5474" y="4055"/>
                      <a:pt x="5463" y="4055"/>
                    </a:cubicBezTo>
                    <a:cubicBezTo>
                      <a:pt x="5462" y="4055"/>
                      <a:pt x="5461" y="4055"/>
                      <a:pt x="5460" y="4055"/>
                    </a:cubicBezTo>
                    <a:lnTo>
                      <a:pt x="5071" y="4033"/>
                    </a:lnTo>
                    <a:cubicBezTo>
                      <a:pt x="5048" y="4031"/>
                      <a:pt x="5029" y="4012"/>
                      <a:pt x="5029" y="3988"/>
                    </a:cubicBezTo>
                    <a:lnTo>
                      <a:pt x="5029" y="3262"/>
                    </a:lnTo>
                    <a:cubicBezTo>
                      <a:pt x="5029" y="3249"/>
                      <a:pt x="5035" y="3236"/>
                      <a:pt x="5045" y="3228"/>
                    </a:cubicBezTo>
                    <a:cubicBezTo>
                      <a:pt x="5055" y="3219"/>
                      <a:pt x="5069" y="3216"/>
                      <a:pt x="5082" y="3218"/>
                    </a:cubicBezTo>
                    <a:lnTo>
                      <a:pt x="5470" y="3289"/>
                    </a:lnTo>
                    <a:cubicBezTo>
                      <a:pt x="5491" y="3293"/>
                      <a:pt x="5507" y="3311"/>
                      <a:pt x="5507" y="3333"/>
                    </a:cubicBezTo>
                    <a:lnTo>
                      <a:pt x="5507" y="4011"/>
                    </a:lnTo>
                    <a:lnTo>
                      <a:pt x="5507" y="4011"/>
                    </a:lnTo>
                    <a:close/>
                    <a:moveTo>
                      <a:pt x="5507" y="2655"/>
                    </a:moveTo>
                    <a:cubicBezTo>
                      <a:pt x="5507" y="2669"/>
                      <a:pt x="5500" y="2682"/>
                      <a:pt x="5489" y="2690"/>
                    </a:cubicBezTo>
                    <a:cubicBezTo>
                      <a:pt x="5481" y="2696"/>
                      <a:pt x="5472" y="2699"/>
                      <a:pt x="5463" y="2699"/>
                    </a:cubicBezTo>
                    <a:cubicBezTo>
                      <a:pt x="5458" y="2699"/>
                      <a:pt x="5454" y="2698"/>
                      <a:pt x="5450" y="2697"/>
                    </a:cubicBezTo>
                    <a:lnTo>
                      <a:pt x="5061" y="2577"/>
                    </a:lnTo>
                    <a:cubicBezTo>
                      <a:pt x="5042" y="2572"/>
                      <a:pt x="5030" y="2555"/>
                      <a:pt x="5030" y="2535"/>
                    </a:cubicBezTo>
                    <a:lnTo>
                      <a:pt x="5030" y="1808"/>
                    </a:lnTo>
                    <a:cubicBezTo>
                      <a:pt x="5030" y="1794"/>
                      <a:pt x="5037" y="1780"/>
                      <a:pt x="5049" y="1772"/>
                    </a:cubicBezTo>
                    <a:cubicBezTo>
                      <a:pt x="5062" y="1763"/>
                      <a:pt x="5077" y="1762"/>
                      <a:pt x="5091" y="1768"/>
                    </a:cubicBezTo>
                    <a:lnTo>
                      <a:pt x="5480" y="1936"/>
                    </a:lnTo>
                    <a:cubicBezTo>
                      <a:pt x="5496" y="1943"/>
                      <a:pt x="5507" y="1959"/>
                      <a:pt x="5507" y="1977"/>
                    </a:cubicBezTo>
                    <a:lnTo>
                      <a:pt x="5507" y="2655"/>
                    </a:lnTo>
                    <a:lnTo>
                      <a:pt x="5507" y="2655"/>
                    </a:lnTo>
                    <a:close/>
                    <a:moveTo>
                      <a:pt x="6284" y="5218"/>
                    </a:moveTo>
                    <a:cubicBezTo>
                      <a:pt x="6284" y="5239"/>
                      <a:pt x="6269" y="5257"/>
                      <a:pt x="6248" y="5261"/>
                    </a:cubicBezTo>
                    <a:lnTo>
                      <a:pt x="5966" y="5315"/>
                    </a:lnTo>
                    <a:cubicBezTo>
                      <a:pt x="5963" y="5316"/>
                      <a:pt x="5960" y="5316"/>
                      <a:pt x="5957" y="5316"/>
                    </a:cubicBezTo>
                    <a:cubicBezTo>
                      <a:pt x="5947" y="5316"/>
                      <a:pt x="5937" y="5313"/>
                      <a:pt x="5929" y="5306"/>
                    </a:cubicBezTo>
                    <a:cubicBezTo>
                      <a:pt x="5919" y="5298"/>
                      <a:pt x="5913" y="5285"/>
                      <a:pt x="5913" y="5272"/>
                    </a:cubicBezTo>
                    <a:lnTo>
                      <a:pt x="5913" y="4656"/>
                    </a:lnTo>
                    <a:cubicBezTo>
                      <a:pt x="5913" y="4633"/>
                      <a:pt x="5931" y="4613"/>
                      <a:pt x="5954" y="4612"/>
                    </a:cubicBezTo>
                    <a:lnTo>
                      <a:pt x="6237" y="4593"/>
                    </a:lnTo>
                    <a:cubicBezTo>
                      <a:pt x="6249" y="4592"/>
                      <a:pt x="6261" y="4596"/>
                      <a:pt x="6270" y="4604"/>
                    </a:cubicBezTo>
                    <a:cubicBezTo>
                      <a:pt x="6279" y="4613"/>
                      <a:pt x="6284" y="4624"/>
                      <a:pt x="6284" y="4637"/>
                    </a:cubicBezTo>
                    <a:lnTo>
                      <a:pt x="6284" y="5218"/>
                    </a:lnTo>
                    <a:lnTo>
                      <a:pt x="6284" y="5218"/>
                    </a:lnTo>
                    <a:close/>
                    <a:moveTo>
                      <a:pt x="6284" y="4056"/>
                    </a:moveTo>
                    <a:cubicBezTo>
                      <a:pt x="6284" y="4068"/>
                      <a:pt x="6279" y="4080"/>
                      <a:pt x="6270" y="4088"/>
                    </a:cubicBezTo>
                    <a:cubicBezTo>
                      <a:pt x="6262" y="4095"/>
                      <a:pt x="6251" y="4100"/>
                      <a:pt x="6240" y="4100"/>
                    </a:cubicBezTo>
                    <a:lnTo>
                      <a:pt x="6237" y="4100"/>
                    </a:lnTo>
                    <a:lnTo>
                      <a:pt x="5955" y="4083"/>
                    </a:lnTo>
                    <a:cubicBezTo>
                      <a:pt x="5931" y="4082"/>
                      <a:pt x="5913" y="4063"/>
                      <a:pt x="5913" y="4039"/>
                    </a:cubicBezTo>
                    <a:lnTo>
                      <a:pt x="5913" y="3423"/>
                    </a:lnTo>
                    <a:cubicBezTo>
                      <a:pt x="5913" y="3410"/>
                      <a:pt x="5919" y="3397"/>
                      <a:pt x="5929" y="3389"/>
                    </a:cubicBezTo>
                    <a:cubicBezTo>
                      <a:pt x="5939" y="3381"/>
                      <a:pt x="5952" y="3377"/>
                      <a:pt x="5965" y="3380"/>
                    </a:cubicBezTo>
                    <a:lnTo>
                      <a:pt x="6248" y="3431"/>
                    </a:lnTo>
                    <a:cubicBezTo>
                      <a:pt x="6269" y="3435"/>
                      <a:pt x="6284" y="3453"/>
                      <a:pt x="6284" y="3474"/>
                    </a:cubicBezTo>
                    <a:lnTo>
                      <a:pt x="6284" y="4056"/>
                    </a:lnTo>
                    <a:close/>
                    <a:moveTo>
                      <a:pt x="6762" y="5126"/>
                    </a:moveTo>
                    <a:cubicBezTo>
                      <a:pt x="6762" y="5147"/>
                      <a:pt x="6747" y="5165"/>
                      <a:pt x="6726" y="5169"/>
                    </a:cubicBezTo>
                    <a:lnTo>
                      <a:pt x="6500" y="5213"/>
                    </a:lnTo>
                    <a:cubicBezTo>
                      <a:pt x="6497" y="5213"/>
                      <a:pt x="6495" y="5213"/>
                      <a:pt x="6492" y="5213"/>
                    </a:cubicBezTo>
                    <a:cubicBezTo>
                      <a:pt x="6482" y="5213"/>
                      <a:pt x="6472" y="5210"/>
                      <a:pt x="6464" y="5203"/>
                    </a:cubicBezTo>
                    <a:cubicBezTo>
                      <a:pt x="6454" y="5195"/>
                      <a:pt x="6448" y="5183"/>
                      <a:pt x="6448" y="5169"/>
                    </a:cubicBezTo>
                    <a:lnTo>
                      <a:pt x="6448" y="4620"/>
                    </a:lnTo>
                    <a:cubicBezTo>
                      <a:pt x="6448" y="4597"/>
                      <a:pt x="6466" y="4577"/>
                      <a:pt x="6489" y="4576"/>
                    </a:cubicBezTo>
                    <a:lnTo>
                      <a:pt x="6715" y="4561"/>
                    </a:lnTo>
                    <a:cubicBezTo>
                      <a:pt x="6727" y="4560"/>
                      <a:pt x="6739" y="4564"/>
                      <a:pt x="6748" y="4572"/>
                    </a:cubicBezTo>
                    <a:cubicBezTo>
                      <a:pt x="6757" y="4581"/>
                      <a:pt x="6762" y="4592"/>
                      <a:pt x="6762" y="4605"/>
                    </a:cubicBezTo>
                    <a:lnTo>
                      <a:pt x="6762" y="5126"/>
                    </a:lnTo>
                    <a:lnTo>
                      <a:pt x="6762" y="5126"/>
                    </a:lnTo>
                    <a:close/>
                    <a:moveTo>
                      <a:pt x="6762" y="4083"/>
                    </a:moveTo>
                    <a:cubicBezTo>
                      <a:pt x="6762" y="4095"/>
                      <a:pt x="6757" y="4107"/>
                      <a:pt x="6748" y="4115"/>
                    </a:cubicBezTo>
                    <a:cubicBezTo>
                      <a:pt x="6740" y="4123"/>
                      <a:pt x="6729" y="4127"/>
                      <a:pt x="6718" y="4127"/>
                    </a:cubicBezTo>
                    <a:lnTo>
                      <a:pt x="6715" y="4127"/>
                    </a:lnTo>
                    <a:lnTo>
                      <a:pt x="6489" y="4114"/>
                    </a:lnTo>
                    <a:cubicBezTo>
                      <a:pt x="6466" y="4113"/>
                      <a:pt x="6448" y="4093"/>
                      <a:pt x="6448" y="4070"/>
                    </a:cubicBezTo>
                    <a:lnTo>
                      <a:pt x="6448" y="3527"/>
                    </a:lnTo>
                    <a:cubicBezTo>
                      <a:pt x="6448" y="3515"/>
                      <a:pt x="6453" y="3502"/>
                      <a:pt x="6463" y="3494"/>
                    </a:cubicBezTo>
                    <a:cubicBezTo>
                      <a:pt x="6473" y="3486"/>
                      <a:pt x="6486" y="3482"/>
                      <a:pt x="6498" y="3484"/>
                    </a:cubicBezTo>
                    <a:lnTo>
                      <a:pt x="6724" y="3518"/>
                    </a:lnTo>
                    <a:cubicBezTo>
                      <a:pt x="6746" y="3522"/>
                      <a:pt x="6762" y="3540"/>
                      <a:pt x="6762" y="3562"/>
                    </a:cubicBezTo>
                    <a:lnTo>
                      <a:pt x="6762" y="4083"/>
                    </a:lnTo>
                    <a:lnTo>
                      <a:pt x="6762" y="40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53467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0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" name="koppt-文本框">
                <a:extLst>
                  <a:ext uri="{FF2B5EF4-FFF2-40B4-BE49-F238E27FC236}">
                    <a16:creationId xmlns:a16="http://schemas.microsoft.com/office/drawing/2014/main" id="{2A138F6D-4117-46B4-86E4-5C2B4D26C99B}"/>
                  </a:ext>
                </a:extLst>
              </p:cNvPr>
              <p:cNvSpPr/>
              <p:nvPr/>
            </p:nvSpPr>
            <p:spPr>
              <a:xfrm>
                <a:off x="5466382" y="3335193"/>
                <a:ext cx="1272911" cy="4207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410765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01D37BF-E6BC-4FB3-B44B-C545B7049691}"/>
                </a:ext>
              </a:extLst>
            </p:cNvPr>
            <p:cNvGrpSpPr/>
            <p:nvPr/>
          </p:nvGrpSpPr>
          <p:grpSpPr>
            <a:xfrm>
              <a:off x="1783286" y="2015464"/>
              <a:ext cx="2328241" cy="2328241"/>
              <a:chOff x="1783286" y="2015464"/>
              <a:chExt cx="2328241" cy="2328241"/>
            </a:xfrm>
          </p:grpSpPr>
          <p:sp>
            <p:nvSpPr>
              <p:cNvPr id="15" name="koppt-矩形">
                <a:extLst>
                  <a:ext uri="{FF2B5EF4-FFF2-40B4-BE49-F238E27FC236}">
                    <a16:creationId xmlns:a16="http://schemas.microsoft.com/office/drawing/2014/main" id="{8375EF10-B1E3-4861-BCB9-EE119E71646E}"/>
                  </a:ext>
                </a:extLst>
              </p:cNvPr>
              <p:cNvSpPr/>
              <p:nvPr/>
            </p:nvSpPr>
            <p:spPr>
              <a:xfrm>
                <a:off x="1783286" y="2015464"/>
                <a:ext cx="2328241" cy="2328241"/>
              </a:xfrm>
              <a:prstGeom prst="diamond">
                <a:avLst/>
              </a:prstGeom>
              <a:solidFill>
                <a:srgbClr val="E2087A"/>
              </a:solidFill>
              <a:ln w="3175" cap="flat">
                <a:noFill/>
                <a:miter lim="400000"/>
              </a:ln>
              <a:effectLst/>
            </p:spPr>
            <p:txBody>
              <a:bodyPr rot="0" spcFirstLastPara="1" vertOverflow="overflow" horzOverflow="overflow" vert="horz" wrap="square" lIns="60959" tIns="60959" rIns="60959" bIns="252000" numCol="1" spcCol="38100" rtlCol="0" anchor="b" anchorCtr="1">
                <a:noAutofit/>
              </a:bodyPr>
              <a:lstStyle/>
              <a:p>
                <a:pPr marL="0" marR="0" lvl="0" indent="0" algn="ctr" defTabSz="410765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" name="koppt-文本框">
                <a:extLst>
                  <a:ext uri="{FF2B5EF4-FFF2-40B4-BE49-F238E27FC236}">
                    <a16:creationId xmlns:a16="http://schemas.microsoft.com/office/drawing/2014/main" id="{D2A8B404-1135-4AE2-AF0C-C4D873B97605}"/>
                  </a:ext>
                </a:extLst>
              </p:cNvPr>
              <p:cNvSpPr/>
              <p:nvPr/>
            </p:nvSpPr>
            <p:spPr>
              <a:xfrm>
                <a:off x="2310951" y="3332244"/>
                <a:ext cx="1272911" cy="4207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410765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  <a:endPara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" name="图形 9">
                <a:extLst>
                  <a:ext uri="{FF2B5EF4-FFF2-40B4-BE49-F238E27FC236}">
                    <a16:creationId xmlns:a16="http://schemas.microsoft.com/office/drawing/2014/main" id="{0ACDBABE-B214-4A13-9E5A-BA71E23EAB63}"/>
                  </a:ext>
                </a:extLst>
              </p:cNvPr>
              <p:cNvSpPr/>
              <p:nvPr/>
            </p:nvSpPr>
            <p:spPr>
              <a:xfrm>
                <a:off x="2651249" y="2618270"/>
                <a:ext cx="592315" cy="512113"/>
              </a:xfrm>
              <a:custGeom>
                <a:avLst/>
                <a:gdLst>
                  <a:gd name="connsiteX0" fmla="*/ 642938 w 1716404"/>
                  <a:gd name="connsiteY0" fmla="*/ 607695 h 1483995"/>
                  <a:gd name="connsiteX1" fmla="*/ 642938 w 1716404"/>
                  <a:gd name="connsiteY1" fmla="*/ 611505 h 1483995"/>
                  <a:gd name="connsiteX2" fmla="*/ 642938 w 1716404"/>
                  <a:gd name="connsiteY2" fmla="*/ 607695 h 1483995"/>
                  <a:gd name="connsiteX3" fmla="*/ 1527810 w 1716404"/>
                  <a:gd name="connsiteY3" fmla="*/ 231457 h 1483995"/>
                  <a:gd name="connsiteX4" fmla="*/ 1494473 w 1716404"/>
                  <a:gd name="connsiteY4" fmla="*/ 227648 h 1483995"/>
                  <a:gd name="connsiteX5" fmla="*/ 1171575 w 1716404"/>
                  <a:gd name="connsiteY5" fmla="*/ 227648 h 1483995"/>
                  <a:gd name="connsiteX6" fmla="*/ 1171575 w 1716404"/>
                  <a:gd name="connsiteY6" fmla="*/ 141923 h 1483995"/>
                  <a:gd name="connsiteX7" fmla="*/ 1028700 w 1716404"/>
                  <a:gd name="connsiteY7" fmla="*/ 0 h 1483995"/>
                  <a:gd name="connsiteX8" fmla="*/ 685800 w 1716404"/>
                  <a:gd name="connsiteY8" fmla="*/ 0 h 1483995"/>
                  <a:gd name="connsiteX9" fmla="*/ 542925 w 1716404"/>
                  <a:gd name="connsiteY9" fmla="*/ 141923 h 1483995"/>
                  <a:gd name="connsiteX10" fmla="*/ 542925 w 1716404"/>
                  <a:gd name="connsiteY10" fmla="*/ 227648 h 1483995"/>
                  <a:gd name="connsiteX11" fmla="*/ 220028 w 1716404"/>
                  <a:gd name="connsiteY11" fmla="*/ 227648 h 1483995"/>
                  <a:gd name="connsiteX12" fmla="*/ 186690 w 1716404"/>
                  <a:gd name="connsiteY12" fmla="*/ 231457 h 1483995"/>
                  <a:gd name="connsiteX13" fmla="*/ 0 w 1716404"/>
                  <a:gd name="connsiteY13" fmla="*/ 447675 h 1483995"/>
                  <a:gd name="connsiteX14" fmla="*/ 0 w 1716404"/>
                  <a:gd name="connsiteY14" fmla="*/ 579120 h 1483995"/>
                  <a:gd name="connsiteX15" fmla="*/ 54293 w 1716404"/>
                  <a:gd name="connsiteY15" fmla="*/ 608648 h 1483995"/>
                  <a:gd name="connsiteX16" fmla="*/ 292418 w 1716404"/>
                  <a:gd name="connsiteY16" fmla="*/ 608648 h 1483995"/>
                  <a:gd name="connsiteX17" fmla="*/ 343853 w 1716404"/>
                  <a:gd name="connsiteY17" fmla="*/ 563880 h 1483995"/>
                  <a:gd name="connsiteX18" fmla="*/ 343853 w 1716404"/>
                  <a:gd name="connsiteY18" fmla="*/ 554355 h 1483995"/>
                  <a:gd name="connsiteX19" fmla="*/ 415290 w 1716404"/>
                  <a:gd name="connsiteY19" fmla="*/ 481965 h 1483995"/>
                  <a:gd name="connsiteX20" fmla="*/ 535305 w 1716404"/>
                  <a:gd name="connsiteY20" fmla="*/ 481965 h 1483995"/>
                  <a:gd name="connsiteX21" fmla="*/ 606743 w 1716404"/>
                  <a:gd name="connsiteY21" fmla="*/ 554355 h 1483995"/>
                  <a:gd name="connsiteX22" fmla="*/ 606743 w 1716404"/>
                  <a:gd name="connsiteY22" fmla="*/ 564833 h 1483995"/>
                  <a:gd name="connsiteX23" fmla="*/ 655320 w 1716404"/>
                  <a:gd name="connsiteY23" fmla="*/ 608648 h 1483995"/>
                  <a:gd name="connsiteX24" fmla="*/ 655320 w 1716404"/>
                  <a:gd name="connsiteY24" fmla="*/ 608648 h 1483995"/>
                  <a:gd name="connsiteX25" fmla="*/ 1069658 w 1716404"/>
                  <a:gd name="connsiteY25" fmla="*/ 608648 h 1483995"/>
                  <a:gd name="connsiteX26" fmla="*/ 1109663 w 1716404"/>
                  <a:gd name="connsiteY26" fmla="*/ 570548 h 1483995"/>
                  <a:gd name="connsiteX27" fmla="*/ 1109663 w 1716404"/>
                  <a:gd name="connsiteY27" fmla="*/ 554355 h 1483995"/>
                  <a:gd name="connsiteX28" fmla="*/ 1181100 w 1716404"/>
                  <a:gd name="connsiteY28" fmla="*/ 481965 h 1483995"/>
                  <a:gd name="connsiteX29" fmla="*/ 1299210 w 1716404"/>
                  <a:gd name="connsiteY29" fmla="*/ 481965 h 1483995"/>
                  <a:gd name="connsiteX30" fmla="*/ 1370648 w 1716404"/>
                  <a:gd name="connsiteY30" fmla="*/ 554355 h 1483995"/>
                  <a:gd name="connsiteX31" fmla="*/ 1370648 w 1716404"/>
                  <a:gd name="connsiteY31" fmla="*/ 566738 h 1483995"/>
                  <a:gd name="connsiteX32" fmla="*/ 1417320 w 1716404"/>
                  <a:gd name="connsiteY32" fmla="*/ 608648 h 1483995"/>
                  <a:gd name="connsiteX33" fmla="*/ 1670685 w 1716404"/>
                  <a:gd name="connsiteY33" fmla="*/ 608648 h 1483995"/>
                  <a:gd name="connsiteX34" fmla="*/ 1716405 w 1716404"/>
                  <a:gd name="connsiteY34" fmla="*/ 583883 h 1483995"/>
                  <a:gd name="connsiteX35" fmla="*/ 1716405 w 1716404"/>
                  <a:gd name="connsiteY35" fmla="*/ 574358 h 1483995"/>
                  <a:gd name="connsiteX36" fmla="*/ 1716405 w 1716404"/>
                  <a:gd name="connsiteY36" fmla="*/ 582930 h 1483995"/>
                  <a:gd name="connsiteX37" fmla="*/ 1716405 w 1716404"/>
                  <a:gd name="connsiteY37" fmla="*/ 447675 h 1483995"/>
                  <a:gd name="connsiteX38" fmla="*/ 1527810 w 1716404"/>
                  <a:gd name="connsiteY38" fmla="*/ 231457 h 1483995"/>
                  <a:gd name="connsiteX39" fmla="*/ 1062038 w 1716404"/>
                  <a:gd name="connsiteY39" fmla="*/ 227648 h 1483995"/>
                  <a:gd name="connsiteX40" fmla="*/ 652463 w 1716404"/>
                  <a:gd name="connsiteY40" fmla="*/ 227648 h 1483995"/>
                  <a:gd name="connsiteX41" fmla="*/ 652463 w 1716404"/>
                  <a:gd name="connsiteY41" fmla="*/ 164783 h 1483995"/>
                  <a:gd name="connsiteX42" fmla="*/ 709613 w 1716404"/>
                  <a:gd name="connsiteY42" fmla="*/ 107632 h 1483995"/>
                  <a:gd name="connsiteX43" fmla="*/ 1005840 w 1716404"/>
                  <a:gd name="connsiteY43" fmla="*/ 107632 h 1483995"/>
                  <a:gd name="connsiteX44" fmla="*/ 1062990 w 1716404"/>
                  <a:gd name="connsiteY44" fmla="*/ 164783 h 1483995"/>
                  <a:gd name="connsiteX45" fmla="*/ 1062990 w 1716404"/>
                  <a:gd name="connsiteY45" fmla="*/ 227648 h 1483995"/>
                  <a:gd name="connsiteX46" fmla="*/ 1672590 w 1716404"/>
                  <a:gd name="connsiteY46" fmla="*/ 760095 h 1483995"/>
                  <a:gd name="connsiteX47" fmla="*/ 1417320 w 1716404"/>
                  <a:gd name="connsiteY47" fmla="*/ 760095 h 1483995"/>
                  <a:gd name="connsiteX48" fmla="*/ 1368743 w 1716404"/>
                  <a:gd name="connsiteY48" fmla="*/ 799147 h 1483995"/>
                  <a:gd name="connsiteX49" fmla="*/ 1368743 w 1716404"/>
                  <a:gd name="connsiteY49" fmla="*/ 814388 h 1483995"/>
                  <a:gd name="connsiteX50" fmla="*/ 1297305 w 1716404"/>
                  <a:gd name="connsiteY50" fmla="*/ 886777 h 1483995"/>
                  <a:gd name="connsiteX51" fmla="*/ 1179195 w 1716404"/>
                  <a:gd name="connsiteY51" fmla="*/ 886777 h 1483995"/>
                  <a:gd name="connsiteX52" fmla="*/ 1107758 w 1716404"/>
                  <a:gd name="connsiteY52" fmla="*/ 814388 h 1483995"/>
                  <a:gd name="connsiteX53" fmla="*/ 1107758 w 1716404"/>
                  <a:gd name="connsiteY53" fmla="*/ 800100 h 1483995"/>
                  <a:gd name="connsiteX54" fmla="*/ 1066800 w 1716404"/>
                  <a:gd name="connsiteY54" fmla="*/ 760095 h 1483995"/>
                  <a:gd name="connsiteX55" fmla="*/ 656273 w 1716404"/>
                  <a:gd name="connsiteY55" fmla="*/ 760095 h 1483995"/>
                  <a:gd name="connsiteX56" fmla="*/ 604838 w 1716404"/>
                  <a:gd name="connsiteY56" fmla="*/ 804863 h 1483995"/>
                  <a:gd name="connsiteX57" fmla="*/ 604838 w 1716404"/>
                  <a:gd name="connsiteY57" fmla="*/ 814388 h 1483995"/>
                  <a:gd name="connsiteX58" fmla="*/ 533400 w 1716404"/>
                  <a:gd name="connsiteY58" fmla="*/ 886777 h 1483995"/>
                  <a:gd name="connsiteX59" fmla="*/ 414338 w 1716404"/>
                  <a:gd name="connsiteY59" fmla="*/ 886777 h 1483995"/>
                  <a:gd name="connsiteX60" fmla="*/ 342900 w 1716404"/>
                  <a:gd name="connsiteY60" fmla="*/ 814388 h 1483995"/>
                  <a:gd name="connsiteX61" fmla="*/ 342900 w 1716404"/>
                  <a:gd name="connsiteY61" fmla="*/ 808673 h 1483995"/>
                  <a:gd name="connsiteX62" fmla="*/ 293370 w 1716404"/>
                  <a:gd name="connsiteY62" fmla="*/ 760095 h 1483995"/>
                  <a:gd name="connsiteX63" fmla="*/ 52388 w 1716404"/>
                  <a:gd name="connsiteY63" fmla="*/ 760095 h 1483995"/>
                  <a:gd name="connsiteX64" fmla="*/ 0 w 1716404"/>
                  <a:gd name="connsiteY64" fmla="*/ 790575 h 1483995"/>
                  <a:gd name="connsiteX65" fmla="*/ 0 w 1716404"/>
                  <a:gd name="connsiteY65" fmla="*/ 1263968 h 1483995"/>
                  <a:gd name="connsiteX66" fmla="*/ 220028 w 1716404"/>
                  <a:gd name="connsiteY66" fmla="*/ 1483995 h 1483995"/>
                  <a:gd name="connsiteX67" fmla="*/ 1493520 w 1716404"/>
                  <a:gd name="connsiteY67" fmla="*/ 1483995 h 1483995"/>
                  <a:gd name="connsiteX68" fmla="*/ 1713548 w 1716404"/>
                  <a:gd name="connsiteY68" fmla="*/ 1263968 h 1483995"/>
                  <a:gd name="connsiteX69" fmla="*/ 1713548 w 1716404"/>
                  <a:gd name="connsiteY69" fmla="*/ 784860 h 1483995"/>
                  <a:gd name="connsiteX70" fmla="*/ 1672590 w 1716404"/>
                  <a:gd name="connsiteY70" fmla="*/ 760095 h 1483995"/>
                  <a:gd name="connsiteX71" fmla="*/ 526733 w 1716404"/>
                  <a:gd name="connsiteY71" fmla="*/ 753427 h 1483995"/>
                  <a:gd name="connsiteX72" fmla="*/ 526733 w 1716404"/>
                  <a:gd name="connsiteY72" fmla="*/ 623888 h 1483995"/>
                  <a:gd name="connsiteX73" fmla="*/ 473393 w 1716404"/>
                  <a:gd name="connsiteY73" fmla="*/ 573405 h 1483995"/>
                  <a:gd name="connsiteX74" fmla="*/ 420053 w 1716404"/>
                  <a:gd name="connsiteY74" fmla="*/ 623888 h 1483995"/>
                  <a:gd name="connsiteX75" fmla="*/ 420053 w 1716404"/>
                  <a:gd name="connsiteY75" fmla="*/ 753427 h 1483995"/>
                  <a:gd name="connsiteX76" fmla="*/ 473393 w 1716404"/>
                  <a:gd name="connsiteY76" fmla="*/ 803910 h 1483995"/>
                  <a:gd name="connsiteX77" fmla="*/ 526733 w 1716404"/>
                  <a:gd name="connsiteY77" fmla="*/ 753427 h 1483995"/>
                  <a:gd name="connsiteX78" fmla="*/ 1292543 w 1716404"/>
                  <a:gd name="connsiteY78" fmla="*/ 753427 h 1483995"/>
                  <a:gd name="connsiteX79" fmla="*/ 1292543 w 1716404"/>
                  <a:gd name="connsiteY79" fmla="*/ 623888 h 1483995"/>
                  <a:gd name="connsiteX80" fmla="*/ 1239203 w 1716404"/>
                  <a:gd name="connsiteY80" fmla="*/ 573405 h 1483995"/>
                  <a:gd name="connsiteX81" fmla="*/ 1185863 w 1716404"/>
                  <a:gd name="connsiteY81" fmla="*/ 623888 h 1483995"/>
                  <a:gd name="connsiteX82" fmla="*/ 1185863 w 1716404"/>
                  <a:gd name="connsiteY82" fmla="*/ 753427 h 1483995"/>
                  <a:gd name="connsiteX83" fmla="*/ 1239203 w 1716404"/>
                  <a:gd name="connsiteY83" fmla="*/ 803910 h 1483995"/>
                  <a:gd name="connsiteX84" fmla="*/ 1292543 w 1716404"/>
                  <a:gd name="connsiteY84" fmla="*/ 753427 h 1483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1716404" h="1483995">
                    <a:moveTo>
                      <a:pt x="642938" y="607695"/>
                    </a:moveTo>
                    <a:lnTo>
                      <a:pt x="642938" y="611505"/>
                    </a:lnTo>
                    <a:lnTo>
                      <a:pt x="642938" y="607695"/>
                    </a:lnTo>
                    <a:close/>
                    <a:moveTo>
                      <a:pt x="1527810" y="231457"/>
                    </a:moveTo>
                    <a:cubicBezTo>
                      <a:pt x="1516380" y="229553"/>
                      <a:pt x="1505903" y="227648"/>
                      <a:pt x="1494473" y="227648"/>
                    </a:cubicBezTo>
                    <a:lnTo>
                      <a:pt x="1171575" y="227648"/>
                    </a:lnTo>
                    <a:lnTo>
                      <a:pt x="1171575" y="141923"/>
                    </a:lnTo>
                    <a:cubicBezTo>
                      <a:pt x="1171575" y="62865"/>
                      <a:pt x="1107758" y="0"/>
                      <a:pt x="1028700" y="0"/>
                    </a:cubicBezTo>
                    <a:lnTo>
                      <a:pt x="685800" y="0"/>
                    </a:lnTo>
                    <a:cubicBezTo>
                      <a:pt x="606743" y="0"/>
                      <a:pt x="542925" y="63817"/>
                      <a:pt x="542925" y="141923"/>
                    </a:cubicBezTo>
                    <a:lnTo>
                      <a:pt x="542925" y="227648"/>
                    </a:lnTo>
                    <a:lnTo>
                      <a:pt x="220028" y="227648"/>
                    </a:lnTo>
                    <a:cubicBezTo>
                      <a:pt x="208598" y="227648"/>
                      <a:pt x="198120" y="228600"/>
                      <a:pt x="186690" y="231457"/>
                    </a:cubicBezTo>
                    <a:cubicBezTo>
                      <a:pt x="89535" y="250508"/>
                      <a:pt x="0" y="350520"/>
                      <a:pt x="0" y="447675"/>
                    </a:cubicBezTo>
                    <a:lnTo>
                      <a:pt x="0" y="579120"/>
                    </a:lnTo>
                    <a:cubicBezTo>
                      <a:pt x="4762" y="601980"/>
                      <a:pt x="19050" y="608648"/>
                      <a:pt x="54293" y="608648"/>
                    </a:cubicBezTo>
                    <a:lnTo>
                      <a:pt x="292418" y="608648"/>
                    </a:lnTo>
                    <a:cubicBezTo>
                      <a:pt x="334328" y="608648"/>
                      <a:pt x="343853" y="603885"/>
                      <a:pt x="343853" y="563880"/>
                    </a:cubicBezTo>
                    <a:lnTo>
                      <a:pt x="343853" y="554355"/>
                    </a:lnTo>
                    <a:cubicBezTo>
                      <a:pt x="343853" y="514350"/>
                      <a:pt x="376238" y="481965"/>
                      <a:pt x="415290" y="481965"/>
                    </a:cubicBezTo>
                    <a:lnTo>
                      <a:pt x="535305" y="481965"/>
                    </a:lnTo>
                    <a:cubicBezTo>
                      <a:pt x="574358" y="481965"/>
                      <a:pt x="606743" y="514350"/>
                      <a:pt x="606743" y="554355"/>
                    </a:cubicBezTo>
                    <a:lnTo>
                      <a:pt x="606743" y="564833"/>
                    </a:lnTo>
                    <a:cubicBezTo>
                      <a:pt x="606743" y="604838"/>
                      <a:pt x="616268" y="608648"/>
                      <a:pt x="655320" y="608648"/>
                    </a:cubicBezTo>
                    <a:lnTo>
                      <a:pt x="655320" y="608648"/>
                    </a:lnTo>
                    <a:lnTo>
                      <a:pt x="1069658" y="608648"/>
                    </a:lnTo>
                    <a:cubicBezTo>
                      <a:pt x="1105853" y="608648"/>
                      <a:pt x="1109663" y="603885"/>
                      <a:pt x="1109663" y="570548"/>
                    </a:cubicBezTo>
                    <a:lnTo>
                      <a:pt x="1109663" y="554355"/>
                    </a:lnTo>
                    <a:cubicBezTo>
                      <a:pt x="1109663" y="514350"/>
                      <a:pt x="1142048" y="481965"/>
                      <a:pt x="1181100" y="481965"/>
                    </a:cubicBezTo>
                    <a:lnTo>
                      <a:pt x="1299210" y="481965"/>
                    </a:lnTo>
                    <a:cubicBezTo>
                      <a:pt x="1338263" y="481965"/>
                      <a:pt x="1370648" y="514350"/>
                      <a:pt x="1370648" y="554355"/>
                    </a:cubicBezTo>
                    <a:lnTo>
                      <a:pt x="1370648" y="566738"/>
                    </a:lnTo>
                    <a:cubicBezTo>
                      <a:pt x="1370648" y="602933"/>
                      <a:pt x="1383030" y="608648"/>
                      <a:pt x="1417320" y="608648"/>
                    </a:cubicBezTo>
                    <a:lnTo>
                      <a:pt x="1670685" y="608648"/>
                    </a:lnTo>
                    <a:cubicBezTo>
                      <a:pt x="1699260" y="608648"/>
                      <a:pt x="1711643" y="602933"/>
                      <a:pt x="1716405" y="583883"/>
                    </a:cubicBezTo>
                    <a:lnTo>
                      <a:pt x="1716405" y="574358"/>
                    </a:lnTo>
                    <a:lnTo>
                      <a:pt x="1716405" y="582930"/>
                    </a:lnTo>
                    <a:lnTo>
                      <a:pt x="1716405" y="447675"/>
                    </a:lnTo>
                    <a:cubicBezTo>
                      <a:pt x="1714500" y="350520"/>
                      <a:pt x="1624965" y="250508"/>
                      <a:pt x="1527810" y="231457"/>
                    </a:cubicBezTo>
                    <a:close/>
                    <a:moveTo>
                      <a:pt x="1062038" y="227648"/>
                    </a:moveTo>
                    <a:lnTo>
                      <a:pt x="652463" y="227648"/>
                    </a:lnTo>
                    <a:lnTo>
                      <a:pt x="652463" y="164783"/>
                    </a:lnTo>
                    <a:cubicBezTo>
                      <a:pt x="652463" y="133350"/>
                      <a:pt x="678180" y="107632"/>
                      <a:pt x="709613" y="107632"/>
                    </a:cubicBezTo>
                    <a:lnTo>
                      <a:pt x="1005840" y="107632"/>
                    </a:lnTo>
                    <a:cubicBezTo>
                      <a:pt x="1037273" y="107632"/>
                      <a:pt x="1062990" y="133350"/>
                      <a:pt x="1062990" y="164783"/>
                    </a:cubicBezTo>
                    <a:lnTo>
                      <a:pt x="1062990" y="227648"/>
                    </a:lnTo>
                    <a:close/>
                    <a:moveTo>
                      <a:pt x="1672590" y="760095"/>
                    </a:moveTo>
                    <a:lnTo>
                      <a:pt x="1417320" y="760095"/>
                    </a:lnTo>
                    <a:cubicBezTo>
                      <a:pt x="1379220" y="760095"/>
                      <a:pt x="1368743" y="766763"/>
                      <a:pt x="1368743" y="799147"/>
                    </a:cubicBezTo>
                    <a:lnTo>
                      <a:pt x="1368743" y="814388"/>
                    </a:lnTo>
                    <a:cubicBezTo>
                      <a:pt x="1368743" y="854393"/>
                      <a:pt x="1336358" y="886777"/>
                      <a:pt x="1297305" y="886777"/>
                    </a:cubicBezTo>
                    <a:lnTo>
                      <a:pt x="1179195" y="886777"/>
                    </a:lnTo>
                    <a:cubicBezTo>
                      <a:pt x="1140143" y="886777"/>
                      <a:pt x="1107758" y="854393"/>
                      <a:pt x="1107758" y="814388"/>
                    </a:cubicBezTo>
                    <a:lnTo>
                      <a:pt x="1107758" y="800100"/>
                    </a:lnTo>
                    <a:cubicBezTo>
                      <a:pt x="1107758" y="768668"/>
                      <a:pt x="1099185" y="760095"/>
                      <a:pt x="1066800" y="760095"/>
                    </a:cubicBezTo>
                    <a:lnTo>
                      <a:pt x="656273" y="760095"/>
                    </a:lnTo>
                    <a:cubicBezTo>
                      <a:pt x="615315" y="760095"/>
                      <a:pt x="604838" y="768668"/>
                      <a:pt x="604838" y="804863"/>
                    </a:cubicBezTo>
                    <a:lnTo>
                      <a:pt x="604838" y="814388"/>
                    </a:lnTo>
                    <a:cubicBezTo>
                      <a:pt x="604838" y="854393"/>
                      <a:pt x="572453" y="886777"/>
                      <a:pt x="533400" y="886777"/>
                    </a:cubicBezTo>
                    <a:lnTo>
                      <a:pt x="414338" y="886777"/>
                    </a:lnTo>
                    <a:cubicBezTo>
                      <a:pt x="375285" y="886777"/>
                      <a:pt x="342900" y="854393"/>
                      <a:pt x="342900" y="814388"/>
                    </a:cubicBezTo>
                    <a:lnTo>
                      <a:pt x="342900" y="808673"/>
                    </a:lnTo>
                    <a:cubicBezTo>
                      <a:pt x="342900" y="765810"/>
                      <a:pt x="332423" y="760095"/>
                      <a:pt x="293370" y="760095"/>
                    </a:cubicBezTo>
                    <a:lnTo>
                      <a:pt x="52388" y="760095"/>
                    </a:lnTo>
                    <a:cubicBezTo>
                      <a:pt x="18098" y="760095"/>
                      <a:pt x="3810" y="766763"/>
                      <a:pt x="0" y="790575"/>
                    </a:cubicBezTo>
                    <a:lnTo>
                      <a:pt x="0" y="1263968"/>
                    </a:lnTo>
                    <a:cubicBezTo>
                      <a:pt x="0" y="1372553"/>
                      <a:pt x="111442" y="1483995"/>
                      <a:pt x="220028" y="1483995"/>
                    </a:cubicBezTo>
                    <a:lnTo>
                      <a:pt x="1493520" y="1483995"/>
                    </a:lnTo>
                    <a:cubicBezTo>
                      <a:pt x="1602105" y="1483995"/>
                      <a:pt x="1713548" y="1372553"/>
                      <a:pt x="1713548" y="1263968"/>
                    </a:cubicBezTo>
                    <a:lnTo>
                      <a:pt x="1713548" y="784860"/>
                    </a:lnTo>
                    <a:cubicBezTo>
                      <a:pt x="1709738" y="766763"/>
                      <a:pt x="1695450" y="760095"/>
                      <a:pt x="1672590" y="760095"/>
                    </a:cubicBezTo>
                    <a:close/>
                    <a:moveTo>
                      <a:pt x="526733" y="753427"/>
                    </a:moveTo>
                    <a:lnTo>
                      <a:pt x="526733" y="623888"/>
                    </a:lnTo>
                    <a:cubicBezTo>
                      <a:pt x="526733" y="584835"/>
                      <a:pt x="502920" y="573405"/>
                      <a:pt x="473393" y="573405"/>
                    </a:cubicBezTo>
                    <a:cubicBezTo>
                      <a:pt x="443865" y="573405"/>
                      <a:pt x="420053" y="584835"/>
                      <a:pt x="420053" y="623888"/>
                    </a:cubicBezTo>
                    <a:lnTo>
                      <a:pt x="420053" y="753427"/>
                    </a:lnTo>
                    <a:cubicBezTo>
                      <a:pt x="420053" y="792480"/>
                      <a:pt x="443865" y="803910"/>
                      <a:pt x="473393" y="803910"/>
                    </a:cubicBezTo>
                    <a:cubicBezTo>
                      <a:pt x="502920" y="803910"/>
                      <a:pt x="526733" y="792480"/>
                      <a:pt x="526733" y="753427"/>
                    </a:cubicBezTo>
                    <a:close/>
                    <a:moveTo>
                      <a:pt x="1292543" y="753427"/>
                    </a:moveTo>
                    <a:lnTo>
                      <a:pt x="1292543" y="623888"/>
                    </a:lnTo>
                    <a:cubicBezTo>
                      <a:pt x="1292543" y="584835"/>
                      <a:pt x="1268730" y="573405"/>
                      <a:pt x="1239203" y="573405"/>
                    </a:cubicBezTo>
                    <a:cubicBezTo>
                      <a:pt x="1209675" y="573405"/>
                      <a:pt x="1185863" y="584835"/>
                      <a:pt x="1185863" y="623888"/>
                    </a:cubicBezTo>
                    <a:lnTo>
                      <a:pt x="1185863" y="753427"/>
                    </a:lnTo>
                    <a:cubicBezTo>
                      <a:pt x="1185863" y="792480"/>
                      <a:pt x="1209675" y="803910"/>
                      <a:pt x="1239203" y="803910"/>
                    </a:cubicBezTo>
                    <a:cubicBezTo>
                      <a:pt x="1268730" y="803910"/>
                      <a:pt x="1292543" y="792480"/>
                      <a:pt x="1292543" y="75342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85EBE82-E5C8-4C6C-8771-5D58012206D5}"/>
                </a:ext>
              </a:extLst>
            </p:cNvPr>
            <p:cNvGrpSpPr/>
            <p:nvPr/>
          </p:nvGrpSpPr>
          <p:grpSpPr>
            <a:xfrm>
              <a:off x="8078276" y="2015464"/>
              <a:ext cx="2328241" cy="2328241"/>
              <a:chOff x="8078276" y="2015464"/>
              <a:chExt cx="2328241" cy="2328241"/>
            </a:xfrm>
          </p:grpSpPr>
          <p:sp>
            <p:nvSpPr>
              <p:cNvPr id="10" name="koppt-矩形">
                <a:extLst>
                  <a:ext uri="{FF2B5EF4-FFF2-40B4-BE49-F238E27FC236}">
                    <a16:creationId xmlns:a16="http://schemas.microsoft.com/office/drawing/2014/main" id="{B9FB7813-D1DB-44DA-8972-B47F7473FB8B}"/>
                  </a:ext>
                </a:extLst>
              </p:cNvPr>
              <p:cNvSpPr/>
              <p:nvPr/>
            </p:nvSpPr>
            <p:spPr>
              <a:xfrm>
                <a:off x="8078276" y="2015464"/>
                <a:ext cx="2328241" cy="2328241"/>
              </a:xfrm>
              <a:prstGeom prst="diamond">
                <a:avLst/>
              </a:prstGeom>
              <a:solidFill>
                <a:srgbClr val="E2087A"/>
              </a:solidFill>
              <a:ln w="3175" cap="flat">
                <a:noFill/>
                <a:miter lim="400000"/>
              </a:ln>
              <a:effectLst/>
            </p:spPr>
            <p:txBody>
              <a:bodyPr rot="0" spcFirstLastPara="1" vertOverflow="overflow" horzOverflow="overflow" vert="horz" wrap="square" lIns="60959" tIns="60959" rIns="60959" bIns="252000" numCol="1" spcCol="38100" rtlCol="0" anchor="b" anchorCtr="1">
                <a:noAutofit/>
              </a:bodyPr>
              <a:lstStyle/>
              <a:p>
                <a:pPr marL="0" marR="0" lvl="0" indent="0" algn="ctr" defTabSz="410765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1" name="koppt-文本框">
                <a:extLst>
                  <a:ext uri="{FF2B5EF4-FFF2-40B4-BE49-F238E27FC236}">
                    <a16:creationId xmlns:a16="http://schemas.microsoft.com/office/drawing/2014/main" id="{992380DE-2FCC-4E2E-BFFB-8FE95EFBB86B}"/>
                  </a:ext>
                </a:extLst>
              </p:cNvPr>
              <p:cNvSpPr/>
              <p:nvPr/>
            </p:nvSpPr>
            <p:spPr>
              <a:xfrm>
                <a:off x="8605942" y="3341087"/>
                <a:ext cx="1272911" cy="4207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410765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</a:p>
            </p:txBody>
          </p: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77657106-3F6F-432D-9CA7-042D2327CB0E}"/>
                  </a:ext>
                </a:extLst>
              </p:cNvPr>
              <p:cNvGrpSpPr/>
              <p:nvPr/>
            </p:nvGrpSpPr>
            <p:grpSpPr>
              <a:xfrm>
                <a:off x="8908907" y="2646615"/>
                <a:ext cx="666979" cy="455423"/>
                <a:chOff x="5421164" y="2928623"/>
                <a:chExt cx="1496311" cy="1021706"/>
              </a:xfrm>
              <a:solidFill>
                <a:srgbClr val="FFFFFF"/>
              </a:solidFill>
            </p:grpSpPr>
            <p:sp>
              <p:nvSpPr>
                <p:cNvPr id="13" name="任意多边形: 形状 12">
                  <a:extLst>
                    <a:ext uri="{FF2B5EF4-FFF2-40B4-BE49-F238E27FC236}">
                      <a16:creationId xmlns:a16="http://schemas.microsoft.com/office/drawing/2014/main" id="{9270DBE1-FD09-4DEC-840C-2A2F76FF27A9}"/>
                    </a:ext>
                  </a:extLst>
                </p:cNvPr>
                <p:cNvSpPr/>
                <p:nvPr/>
              </p:nvSpPr>
              <p:spPr>
                <a:xfrm>
                  <a:off x="5459425" y="3319637"/>
                  <a:ext cx="1458050" cy="630692"/>
                </a:xfrm>
                <a:custGeom>
                  <a:avLst/>
                  <a:gdLst>
                    <a:gd name="connsiteX0" fmla="*/ 1436777 w 1458050"/>
                    <a:gd name="connsiteY0" fmla="*/ 0 h 630692"/>
                    <a:gd name="connsiteX1" fmla="*/ 293773 w 1458050"/>
                    <a:gd name="connsiteY1" fmla="*/ 0 h 630692"/>
                    <a:gd name="connsiteX2" fmla="*/ 274495 w 1458050"/>
                    <a:gd name="connsiteY2" fmla="*/ 12316 h 630692"/>
                    <a:gd name="connsiteX3" fmla="*/ 1994 w 1458050"/>
                    <a:gd name="connsiteY3" fmla="*/ 600514 h 630692"/>
                    <a:gd name="connsiteX4" fmla="*/ 21273 w 1458050"/>
                    <a:gd name="connsiteY4" fmla="*/ 630693 h 630692"/>
                    <a:gd name="connsiteX5" fmla="*/ 1164275 w 1458050"/>
                    <a:gd name="connsiteY5" fmla="*/ 630693 h 630692"/>
                    <a:gd name="connsiteX6" fmla="*/ 1183553 w 1458050"/>
                    <a:gd name="connsiteY6" fmla="*/ 618377 h 630692"/>
                    <a:gd name="connsiteX7" fmla="*/ 1456058 w 1458050"/>
                    <a:gd name="connsiteY7" fmla="*/ 30179 h 630692"/>
                    <a:gd name="connsiteX8" fmla="*/ 1436777 w 1458050"/>
                    <a:gd name="connsiteY8" fmla="*/ 0 h 630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58050" h="630692">
                      <a:moveTo>
                        <a:pt x="1436777" y="0"/>
                      </a:moveTo>
                      <a:lnTo>
                        <a:pt x="293773" y="0"/>
                      </a:lnTo>
                      <a:cubicBezTo>
                        <a:pt x="285497" y="-1"/>
                        <a:pt x="277973" y="4806"/>
                        <a:pt x="274495" y="12316"/>
                      </a:cubicBezTo>
                      <a:lnTo>
                        <a:pt x="1994" y="600514"/>
                      </a:lnTo>
                      <a:cubicBezTo>
                        <a:pt x="-4530" y="614597"/>
                        <a:pt x="5752" y="630693"/>
                        <a:pt x="21273" y="630693"/>
                      </a:cubicBezTo>
                      <a:lnTo>
                        <a:pt x="1164275" y="630693"/>
                      </a:lnTo>
                      <a:cubicBezTo>
                        <a:pt x="1172551" y="630693"/>
                        <a:pt x="1180075" y="625887"/>
                        <a:pt x="1183553" y="618377"/>
                      </a:cubicBezTo>
                      <a:lnTo>
                        <a:pt x="1456058" y="30179"/>
                      </a:lnTo>
                      <a:cubicBezTo>
                        <a:pt x="1462580" y="16098"/>
                        <a:pt x="1452298" y="0"/>
                        <a:pt x="1436777" y="0"/>
                      </a:cubicBezTo>
                      <a:close/>
                    </a:path>
                  </a:pathLst>
                </a:custGeom>
                <a:grpFill/>
                <a:ln w="18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任意多边形: 形状 13">
                  <a:extLst>
                    <a:ext uri="{FF2B5EF4-FFF2-40B4-BE49-F238E27FC236}">
                      <a16:creationId xmlns:a16="http://schemas.microsoft.com/office/drawing/2014/main" id="{544AD5AB-0796-44C2-A67E-377FB1F93654}"/>
                    </a:ext>
                  </a:extLst>
                </p:cNvPr>
                <p:cNvSpPr/>
                <p:nvPr/>
              </p:nvSpPr>
              <p:spPr>
                <a:xfrm>
                  <a:off x="5421164" y="2928623"/>
                  <a:ext cx="1322043" cy="837488"/>
                </a:xfrm>
                <a:custGeom>
                  <a:avLst/>
                  <a:gdLst>
                    <a:gd name="connsiteX0" fmla="*/ 600019 w 1322043"/>
                    <a:gd name="connsiteY0" fmla="*/ 306636 h 837488"/>
                    <a:gd name="connsiteX1" fmla="*/ 1300797 w 1322043"/>
                    <a:gd name="connsiteY1" fmla="*/ 306636 h 837488"/>
                    <a:gd name="connsiteX2" fmla="*/ 1322044 w 1322043"/>
                    <a:gd name="connsiteY2" fmla="*/ 285389 h 837488"/>
                    <a:gd name="connsiteX3" fmla="*/ 1322044 w 1322043"/>
                    <a:gd name="connsiteY3" fmla="*/ 158917 h 837488"/>
                    <a:gd name="connsiteX4" fmla="*/ 1300797 w 1322043"/>
                    <a:gd name="connsiteY4" fmla="*/ 137670 h 837488"/>
                    <a:gd name="connsiteX5" fmla="*/ 487937 w 1322043"/>
                    <a:gd name="connsiteY5" fmla="*/ 137670 h 837488"/>
                    <a:gd name="connsiteX6" fmla="*/ 402915 w 1322043"/>
                    <a:gd name="connsiteY6" fmla="*/ 9503 h 837488"/>
                    <a:gd name="connsiteX7" fmla="*/ 385208 w 1322043"/>
                    <a:gd name="connsiteY7" fmla="*/ 0 h 837488"/>
                    <a:gd name="connsiteX8" fmla="*/ 21249 w 1322043"/>
                    <a:gd name="connsiteY8" fmla="*/ 0 h 837488"/>
                    <a:gd name="connsiteX9" fmla="*/ 0 w 1322043"/>
                    <a:gd name="connsiteY9" fmla="*/ 21249 h 837488"/>
                    <a:gd name="connsiteX10" fmla="*/ 0 w 1322043"/>
                    <a:gd name="connsiteY10" fmla="*/ 826850 h 837488"/>
                    <a:gd name="connsiteX11" fmla="*/ 20256 w 1322043"/>
                    <a:gd name="connsiteY11" fmla="*/ 831332 h 837488"/>
                    <a:gd name="connsiteX12" fmla="*/ 258693 w 1322043"/>
                    <a:gd name="connsiteY12" fmla="*/ 318918 h 837488"/>
                    <a:gd name="connsiteX13" fmla="*/ 277957 w 1322043"/>
                    <a:gd name="connsiteY13" fmla="*/ 306634 h 837488"/>
                    <a:gd name="connsiteX14" fmla="*/ 600019 w 1322043"/>
                    <a:gd name="connsiteY14" fmla="*/ 306634 h 837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322043" h="837488">
                      <a:moveTo>
                        <a:pt x="600019" y="306636"/>
                      </a:moveTo>
                      <a:lnTo>
                        <a:pt x="1300797" y="306636"/>
                      </a:lnTo>
                      <a:cubicBezTo>
                        <a:pt x="1312532" y="306636"/>
                        <a:pt x="1322044" y="297124"/>
                        <a:pt x="1322044" y="285389"/>
                      </a:cubicBezTo>
                      <a:lnTo>
                        <a:pt x="1322044" y="158917"/>
                      </a:lnTo>
                      <a:cubicBezTo>
                        <a:pt x="1322044" y="147182"/>
                        <a:pt x="1312532" y="137670"/>
                        <a:pt x="1300797" y="137670"/>
                      </a:cubicBezTo>
                      <a:lnTo>
                        <a:pt x="487937" y="137670"/>
                      </a:lnTo>
                      <a:lnTo>
                        <a:pt x="402915" y="9503"/>
                      </a:lnTo>
                      <a:cubicBezTo>
                        <a:pt x="398978" y="3568"/>
                        <a:pt x="392330" y="0"/>
                        <a:pt x="385208" y="0"/>
                      </a:cubicBezTo>
                      <a:lnTo>
                        <a:pt x="21249" y="0"/>
                      </a:lnTo>
                      <a:cubicBezTo>
                        <a:pt x="9514" y="0"/>
                        <a:pt x="0" y="9514"/>
                        <a:pt x="0" y="21249"/>
                      </a:cubicBezTo>
                      <a:lnTo>
                        <a:pt x="0" y="826850"/>
                      </a:lnTo>
                      <a:cubicBezTo>
                        <a:pt x="0" y="838224"/>
                        <a:pt x="15458" y="841644"/>
                        <a:pt x="20256" y="831332"/>
                      </a:cubicBezTo>
                      <a:lnTo>
                        <a:pt x="258693" y="318918"/>
                      </a:lnTo>
                      <a:cubicBezTo>
                        <a:pt x="262180" y="311426"/>
                        <a:pt x="269693" y="306635"/>
                        <a:pt x="277957" y="306634"/>
                      </a:cubicBezTo>
                      <a:lnTo>
                        <a:pt x="600019" y="306634"/>
                      </a:lnTo>
                      <a:close/>
                    </a:path>
                  </a:pathLst>
                </a:custGeom>
                <a:grpFill/>
                <a:ln w="18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A25422C6-5C16-475D-B26A-63BB11012722}"/>
              </a:ext>
            </a:extLst>
          </p:cNvPr>
          <p:cNvSpPr/>
          <p:nvPr/>
        </p:nvSpPr>
        <p:spPr>
          <a:xfrm>
            <a:off x="1780675" y="4687512"/>
            <a:ext cx="27271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单击文本框，可修改文字内容，调整文字颜色和大X，祝你使用愉快。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A41BA0-A0C8-4228-84CD-3DFCE3C179E3}"/>
              </a:ext>
            </a:extLst>
          </p:cNvPr>
          <p:cNvSpPr/>
          <p:nvPr/>
        </p:nvSpPr>
        <p:spPr>
          <a:xfrm>
            <a:off x="4748466" y="4687512"/>
            <a:ext cx="27271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单击文本框，可修改文字内容，调整文字颜色和大X，祝你使用愉快。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0E233E2-B9E3-4F39-8783-EBA69EF17526}"/>
              </a:ext>
            </a:extLst>
          </p:cNvPr>
          <p:cNvSpPr/>
          <p:nvPr/>
        </p:nvSpPr>
        <p:spPr>
          <a:xfrm>
            <a:off x="7716256" y="4687512"/>
            <a:ext cx="27271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单击文本框，可修改文字内容，调整文字颜色和大X，祝你使用愉快。</a:t>
            </a:r>
          </a:p>
        </p:txBody>
      </p:sp>
    </p:spTree>
    <p:extLst>
      <p:ext uri="{BB962C8B-B14F-4D97-AF65-F5344CB8AC3E}">
        <p14:creationId xmlns:p14="http://schemas.microsoft.com/office/powerpoint/2010/main" val="77454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存在不足之处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E87043E-870C-4E6D-AA00-D148094C3E90}"/>
              </a:ext>
            </a:extLst>
          </p:cNvPr>
          <p:cNvGrpSpPr/>
          <p:nvPr/>
        </p:nvGrpSpPr>
        <p:grpSpPr>
          <a:xfrm>
            <a:off x="8175324" y="2167250"/>
            <a:ext cx="3410661" cy="3388151"/>
            <a:chOff x="8509153" y="2254335"/>
            <a:chExt cx="3410661" cy="3388151"/>
          </a:xfrm>
        </p:grpSpPr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F3C19CD3-2593-4271-875D-17EC75A7A8CA}"/>
                </a:ext>
              </a:extLst>
            </p:cNvPr>
            <p:cNvSpPr/>
            <p:nvPr/>
          </p:nvSpPr>
          <p:spPr>
            <a:xfrm>
              <a:off x="8509153" y="2254335"/>
              <a:ext cx="3410661" cy="2564407"/>
            </a:xfrm>
            <a:prstGeom prst="parallelogram">
              <a:avLst>
                <a:gd name="adj" fmla="val 32014"/>
              </a:avLst>
            </a:prstGeom>
            <a:gradFill>
              <a:gsLst>
                <a:gs pos="100000">
                  <a:srgbClr val="1A25B8">
                    <a:alpha val="0"/>
                  </a:srgbClr>
                </a:gs>
                <a:gs pos="0">
                  <a:srgbClr val="1A25B8"/>
                </a:gs>
              </a:gsLst>
              <a:lin ang="5400000" scaled="1"/>
            </a:gradFill>
            <a:ln>
              <a:noFill/>
            </a:ln>
            <a:effectLst>
              <a:outerShdw blurRad="254000" dist="101600" dir="5400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96C6DC2-EEFE-4EC2-9DE6-C140B2CF593F}"/>
                </a:ext>
              </a:extLst>
            </p:cNvPr>
            <p:cNvPicPr>
              <a:picLocks noChangeAspect="1"/>
            </p:cNvPicPr>
            <p:nvPr/>
          </p:nvPicPr>
          <p:blipFill>
            <a:blip r:embed="Rceec57bc024c4fb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2511" y="2392850"/>
              <a:ext cx="3249636" cy="3249636"/>
            </a:xfrm>
            <a:prstGeom prst="parallelogram">
              <a:avLst>
                <a:gd name="adj" fmla="val 32263"/>
              </a:avLst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902E721F-6BED-432E-807D-94F863D13016}"/>
              </a:ext>
            </a:extLst>
          </p:cNvPr>
          <p:cNvGrpSpPr/>
          <p:nvPr/>
        </p:nvGrpSpPr>
        <p:grpSpPr>
          <a:xfrm>
            <a:off x="1066027" y="2065477"/>
            <a:ext cx="7238437" cy="812079"/>
            <a:chOff x="1167627" y="1520043"/>
            <a:chExt cx="7238437" cy="812079"/>
          </a:xfrm>
        </p:grpSpPr>
        <p:sp>
          <p:nvSpPr>
            <p:cNvPr id="9" name="泪滴形 8">
              <a:extLst>
                <a:ext uri="{FF2B5EF4-FFF2-40B4-BE49-F238E27FC236}">
                  <a16:creationId xmlns:a16="http://schemas.microsoft.com/office/drawing/2014/main" id="{8A2B66CE-71DA-44DD-B71C-D5F6E61B3C08}"/>
                </a:ext>
              </a:extLst>
            </p:cNvPr>
            <p:cNvSpPr/>
            <p:nvPr/>
          </p:nvSpPr>
          <p:spPr>
            <a:xfrm>
              <a:off x="1167627" y="1680463"/>
              <a:ext cx="651659" cy="651659"/>
            </a:xfrm>
            <a:prstGeom prst="teardrop">
              <a:avLst/>
            </a:prstGeom>
            <a:solidFill>
              <a:srgbClr val="E2087A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01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MH_Text_1">
              <a:extLst>
                <a:ext uri="{FF2B5EF4-FFF2-40B4-BE49-F238E27FC236}">
                  <a16:creationId xmlns:a16="http://schemas.microsoft.com/office/drawing/2014/main" id="{0D0637E6-AF6E-4B64-9964-2999D78D3BD4}"/>
                </a:ext>
              </a:extLst>
            </p:cNvPr>
            <p:cNvSpPr/>
            <p:nvPr>
              <p:custDataLst>
                <p:tags r:id="R2f48cab46cef4361"/>
              </p:custDataLst>
            </p:nvPr>
          </p:nvSpPr>
          <p:spPr>
            <a:xfrm>
              <a:off x="1957427" y="1520043"/>
              <a:ext cx="6448637" cy="558503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01726" tIns="50862" rIns="101726" bIns="50862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此处添加合适的文字加以说明，可调整文字大X或者颜色等属性。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6461081-8B08-4B75-953A-A22A1C081A29}"/>
              </a:ext>
            </a:extLst>
          </p:cNvPr>
          <p:cNvGrpSpPr/>
          <p:nvPr/>
        </p:nvGrpSpPr>
        <p:grpSpPr>
          <a:xfrm>
            <a:off x="1103557" y="3175724"/>
            <a:ext cx="7200907" cy="799605"/>
            <a:chOff x="1205157" y="2630290"/>
            <a:chExt cx="7200907" cy="799605"/>
          </a:xfrm>
        </p:grpSpPr>
        <p:sp>
          <p:nvSpPr>
            <p:cNvPr id="12" name="泪滴形 11">
              <a:extLst>
                <a:ext uri="{FF2B5EF4-FFF2-40B4-BE49-F238E27FC236}">
                  <a16:creationId xmlns:a16="http://schemas.microsoft.com/office/drawing/2014/main" id="{4E622A34-DC6D-4977-9C43-84F208BB07D6}"/>
                </a:ext>
              </a:extLst>
            </p:cNvPr>
            <p:cNvSpPr/>
            <p:nvPr/>
          </p:nvSpPr>
          <p:spPr>
            <a:xfrm>
              <a:off x="1205157" y="2778236"/>
              <a:ext cx="651659" cy="651659"/>
            </a:xfrm>
            <a:prstGeom prst="teardrop">
              <a:avLst/>
            </a:prstGeom>
            <a:solidFill>
              <a:srgbClr val="1A25B8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02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MH_Text_1">
              <a:extLst>
                <a:ext uri="{FF2B5EF4-FFF2-40B4-BE49-F238E27FC236}">
                  <a16:creationId xmlns:a16="http://schemas.microsoft.com/office/drawing/2014/main" id="{43565C2C-A177-4959-9055-C910C064D6CB}"/>
                </a:ext>
              </a:extLst>
            </p:cNvPr>
            <p:cNvSpPr/>
            <p:nvPr>
              <p:custDataLst>
                <p:tags r:id="R96619419abd64225"/>
              </p:custDataLst>
            </p:nvPr>
          </p:nvSpPr>
          <p:spPr>
            <a:xfrm>
              <a:off x="1957427" y="2630290"/>
              <a:ext cx="6448637" cy="558503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01726" tIns="50862" rIns="101726" bIns="50862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此处添加合适的文字加以说明，可调整文字大X或者颜色等属性。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B986033-D1E5-4CD8-BD69-83C95D9342AF}"/>
              </a:ext>
            </a:extLst>
          </p:cNvPr>
          <p:cNvGrpSpPr/>
          <p:nvPr/>
        </p:nvGrpSpPr>
        <p:grpSpPr>
          <a:xfrm>
            <a:off x="1084791" y="4285971"/>
            <a:ext cx="7219673" cy="805841"/>
            <a:chOff x="1186391" y="3740537"/>
            <a:chExt cx="7219673" cy="805841"/>
          </a:xfrm>
        </p:grpSpPr>
        <p:sp>
          <p:nvSpPr>
            <p:cNvPr id="15" name="泪滴形 14">
              <a:extLst>
                <a:ext uri="{FF2B5EF4-FFF2-40B4-BE49-F238E27FC236}">
                  <a16:creationId xmlns:a16="http://schemas.microsoft.com/office/drawing/2014/main" id="{BD368A64-1D5D-4634-9D46-F93C7E082085}"/>
                </a:ext>
              </a:extLst>
            </p:cNvPr>
            <p:cNvSpPr/>
            <p:nvPr/>
          </p:nvSpPr>
          <p:spPr>
            <a:xfrm>
              <a:off x="1186391" y="3894719"/>
              <a:ext cx="651659" cy="651659"/>
            </a:xfrm>
            <a:prstGeom prst="teardrop">
              <a:avLst/>
            </a:prstGeom>
            <a:solidFill>
              <a:srgbClr val="B30660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03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MH_Text_1">
              <a:extLst>
                <a:ext uri="{FF2B5EF4-FFF2-40B4-BE49-F238E27FC236}">
                  <a16:creationId xmlns:a16="http://schemas.microsoft.com/office/drawing/2014/main" id="{6C4679CE-AA5B-4A83-8BC0-EE0C117A1D56}"/>
                </a:ext>
              </a:extLst>
            </p:cNvPr>
            <p:cNvSpPr/>
            <p:nvPr>
              <p:custDataLst>
                <p:tags r:id="R40d105e83fcc41d1"/>
              </p:custDataLst>
            </p:nvPr>
          </p:nvSpPr>
          <p:spPr>
            <a:xfrm>
              <a:off x="1957427" y="3740537"/>
              <a:ext cx="6448637" cy="558503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01726" tIns="50862" rIns="101726" bIns="50862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此处添加合适的文字加以说明，可调整文字大X或者颜色等属性。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0322702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存在不足之处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5F190C6-E9AC-4825-978C-F2BCA5362E20}"/>
              </a:ext>
            </a:extLst>
          </p:cNvPr>
          <p:cNvGrpSpPr/>
          <p:nvPr/>
        </p:nvGrpSpPr>
        <p:grpSpPr>
          <a:xfrm>
            <a:off x="1493942" y="1820163"/>
            <a:ext cx="1942023" cy="2078071"/>
            <a:chOff x="1161144" y="1785035"/>
            <a:chExt cx="2369000" cy="2534960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F26F7655-86E8-4F1F-8A83-EC2A73F086A8}"/>
                </a:ext>
              </a:extLst>
            </p:cNvPr>
            <p:cNvGrpSpPr/>
            <p:nvPr/>
          </p:nvGrpSpPr>
          <p:grpSpPr>
            <a:xfrm>
              <a:off x="1161144" y="1950996"/>
              <a:ext cx="2369000" cy="2368999"/>
              <a:chOff x="824545" y="1875863"/>
              <a:chExt cx="2530586" cy="2530585"/>
            </a:xfrm>
          </p:grpSpPr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5F585F3C-94D7-4D49-B0DE-65CB59D3AF19}"/>
                  </a:ext>
                </a:extLst>
              </p:cNvPr>
              <p:cNvSpPr/>
              <p:nvPr/>
            </p:nvSpPr>
            <p:spPr>
              <a:xfrm>
                <a:off x="824545" y="1875863"/>
                <a:ext cx="2530586" cy="2530585"/>
              </a:xfrm>
              <a:prstGeom prst="ellipse">
                <a:avLst/>
              </a:prstGeom>
              <a:solidFill>
                <a:srgbClr val="1A25B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F0429012-2196-4B19-ACE8-0EBDFFF6A45E}"/>
                  </a:ext>
                </a:extLst>
              </p:cNvPr>
              <p:cNvSpPr/>
              <p:nvPr/>
            </p:nvSpPr>
            <p:spPr>
              <a:xfrm>
                <a:off x="954664" y="2005982"/>
                <a:ext cx="2270346" cy="2270346"/>
              </a:xfrm>
              <a:prstGeom prst="ellipse">
                <a:avLst/>
              </a:prstGeom>
              <a:noFill/>
              <a:ln w="19050" cap="flat" cmpd="sng" algn="ctr">
                <a:solidFill>
                  <a:sysClr val="window" lastClr="FFFFFF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76D7CF6E-ACD3-4ADC-A58D-63D501495FBC}"/>
                </a:ext>
              </a:extLst>
            </p:cNvPr>
            <p:cNvGrpSpPr/>
            <p:nvPr/>
          </p:nvGrpSpPr>
          <p:grpSpPr>
            <a:xfrm>
              <a:off x="1258698" y="1785035"/>
              <a:ext cx="973815" cy="973815"/>
              <a:chOff x="928753" y="1698582"/>
              <a:chExt cx="1040237" cy="1040237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29C05EDC-0FD8-4101-BABE-CA066174C109}"/>
                  </a:ext>
                </a:extLst>
              </p:cNvPr>
              <p:cNvSpPr/>
              <p:nvPr/>
            </p:nvSpPr>
            <p:spPr>
              <a:xfrm>
                <a:off x="928753" y="1698582"/>
                <a:ext cx="1040237" cy="1040237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39700" sx="101000" sy="101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9" name="Freeform 44">
                <a:extLst>
                  <a:ext uri="{FF2B5EF4-FFF2-40B4-BE49-F238E27FC236}">
                    <a16:creationId xmlns:a16="http://schemas.microsoft.com/office/drawing/2014/main" id="{AAF63A77-B8D5-4385-BC7C-279F0E0B58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9384" y="1989146"/>
                <a:ext cx="399094" cy="408516"/>
              </a:xfrm>
              <a:custGeom>
                <a:avLst/>
                <a:gdLst>
                  <a:gd name="T0" fmla="*/ 11676468 w 59"/>
                  <a:gd name="T1" fmla="*/ 473228194 h 60"/>
                  <a:gd name="T2" fmla="*/ 11676468 w 59"/>
                  <a:gd name="T3" fmla="*/ 449567300 h 60"/>
                  <a:gd name="T4" fmla="*/ 151800920 w 59"/>
                  <a:gd name="T5" fmla="*/ 461399467 h 60"/>
                  <a:gd name="T6" fmla="*/ 326958194 w 59"/>
                  <a:gd name="T7" fmla="*/ 224783650 h 60"/>
                  <a:gd name="T8" fmla="*/ 186833742 w 59"/>
                  <a:gd name="T9" fmla="*/ 94647015 h 60"/>
                  <a:gd name="T10" fmla="*/ 93415162 w 59"/>
                  <a:gd name="T11" fmla="*/ 165629696 h 60"/>
                  <a:gd name="T12" fmla="*/ 93415162 w 59"/>
                  <a:gd name="T13" fmla="*/ 224783650 h 60"/>
                  <a:gd name="T14" fmla="*/ 198510210 w 59"/>
                  <a:gd name="T15" fmla="*/ 437738573 h 60"/>
                  <a:gd name="T16" fmla="*/ 35032822 w 59"/>
                  <a:gd name="T17" fmla="*/ 283937604 h 60"/>
                  <a:gd name="T18" fmla="*/ 35032822 w 59"/>
                  <a:gd name="T19" fmla="*/ 106475742 h 60"/>
                  <a:gd name="T20" fmla="*/ 186833742 w 59"/>
                  <a:gd name="T21" fmla="*/ 11832167 h 60"/>
                  <a:gd name="T22" fmla="*/ 408696888 w 59"/>
                  <a:gd name="T23" fmla="*/ 189290590 h 60"/>
                  <a:gd name="T24" fmla="*/ 326958194 w 59"/>
                  <a:gd name="T25" fmla="*/ 224783650 h 60"/>
                  <a:gd name="T26" fmla="*/ 58385758 w 59"/>
                  <a:gd name="T27" fmla="*/ 650690056 h 60"/>
                  <a:gd name="T28" fmla="*/ 58385758 w 59"/>
                  <a:gd name="T29" fmla="*/ 627029163 h 60"/>
                  <a:gd name="T30" fmla="*/ 175157274 w 59"/>
                  <a:gd name="T31" fmla="*/ 520553421 h 60"/>
                  <a:gd name="T32" fmla="*/ 70062226 w 59"/>
                  <a:gd name="T33" fmla="*/ 650690056 h 60"/>
                  <a:gd name="T34" fmla="*/ 233539615 w 59"/>
                  <a:gd name="T35" fmla="*/ 709844010 h 60"/>
                  <a:gd name="T36" fmla="*/ 221863146 w 59"/>
                  <a:gd name="T37" fmla="*/ 556043042 h 60"/>
                  <a:gd name="T38" fmla="*/ 245219500 w 59"/>
                  <a:gd name="T39" fmla="*/ 556043042 h 60"/>
                  <a:gd name="T40" fmla="*/ 653912971 w 59"/>
                  <a:gd name="T41" fmla="*/ 603368269 h 60"/>
                  <a:gd name="T42" fmla="*/ 502112051 w 59"/>
                  <a:gd name="T43" fmla="*/ 698011844 h 60"/>
                  <a:gd name="T44" fmla="*/ 280248904 w 59"/>
                  <a:gd name="T45" fmla="*/ 520553421 h 60"/>
                  <a:gd name="T46" fmla="*/ 361987599 w 59"/>
                  <a:gd name="T47" fmla="*/ 496892527 h 60"/>
                  <a:gd name="T48" fmla="*/ 525468404 w 59"/>
                  <a:gd name="T49" fmla="*/ 603368269 h 60"/>
                  <a:gd name="T50" fmla="*/ 607207098 w 59"/>
                  <a:gd name="T51" fmla="*/ 520553421 h 60"/>
                  <a:gd name="T52" fmla="*/ 478759114 w 59"/>
                  <a:gd name="T53" fmla="*/ 378584619 h 60"/>
                  <a:gd name="T54" fmla="*/ 513788519 w 59"/>
                  <a:gd name="T55" fmla="*/ 283937604 h 60"/>
                  <a:gd name="T56" fmla="*/ 688945793 w 59"/>
                  <a:gd name="T57" fmla="*/ 520553421 h 60"/>
                  <a:gd name="T58" fmla="*/ 467082646 w 59"/>
                  <a:gd name="T59" fmla="*/ 153800969 h 60"/>
                  <a:gd name="T60" fmla="*/ 432049825 w 59"/>
                  <a:gd name="T61" fmla="*/ 153800969 h 60"/>
                  <a:gd name="T62" fmla="*/ 455406178 w 59"/>
                  <a:gd name="T63" fmla="*/ 0 h 60"/>
                  <a:gd name="T64" fmla="*/ 467082646 w 59"/>
                  <a:gd name="T65" fmla="*/ 153800969 h 60"/>
                  <a:gd name="T66" fmla="*/ 513788519 w 59"/>
                  <a:gd name="T67" fmla="*/ 189290590 h 60"/>
                  <a:gd name="T68" fmla="*/ 502112051 w 59"/>
                  <a:gd name="T69" fmla="*/ 165629696 h 60"/>
                  <a:gd name="T70" fmla="*/ 630560035 w 59"/>
                  <a:gd name="T71" fmla="*/ 59153954 h 60"/>
                  <a:gd name="T72" fmla="*/ 525468404 w 59"/>
                  <a:gd name="T73" fmla="*/ 189290590 h 60"/>
                  <a:gd name="T74" fmla="*/ 548821341 w 59"/>
                  <a:gd name="T75" fmla="*/ 260276710 h 60"/>
                  <a:gd name="T76" fmla="*/ 548821341 w 59"/>
                  <a:gd name="T77" fmla="*/ 236615817 h 60"/>
                  <a:gd name="T78" fmla="*/ 688945793 w 59"/>
                  <a:gd name="T79" fmla="*/ 248444544 h 60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59" h="60">
                    <a:moveTo>
                      <a:pt x="12" y="40"/>
                    </a:moveTo>
                    <a:cubicBezTo>
                      <a:pt x="1" y="40"/>
                      <a:pt x="1" y="40"/>
                      <a:pt x="1" y="40"/>
                    </a:cubicBezTo>
                    <a:cubicBezTo>
                      <a:pt x="0" y="40"/>
                      <a:pt x="0" y="40"/>
                      <a:pt x="0" y="39"/>
                    </a:cubicBezTo>
                    <a:cubicBezTo>
                      <a:pt x="0" y="39"/>
                      <a:pt x="0" y="38"/>
                      <a:pt x="1" y="38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8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2" y="40"/>
                    </a:cubicBezTo>
                    <a:close/>
                    <a:moveTo>
                      <a:pt x="28" y="19"/>
                    </a:moveTo>
                    <a:cubicBezTo>
                      <a:pt x="18" y="9"/>
                      <a:pt x="18" y="9"/>
                      <a:pt x="18" y="9"/>
                    </a:cubicBezTo>
                    <a:cubicBezTo>
                      <a:pt x="18" y="8"/>
                      <a:pt x="17" y="8"/>
                      <a:pt x="16" y="8"/>
                    </a:cubicBezTo>
                    <a:cubicBezTo>
                      <a:pt x="15" y="8"/>
                      <a:pt x="14" y="8"/>
                      <a:pt x="13" y="9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15"/>
                      <a:pt x="7" y="15"/>
                      <a:pt x="7" y="16"/>
                    </a:cubicBezTo>
                    <a:cubicBezTo>
                      <a:pt x="7" y="17"/>
                      <a:pt x="8" y="18"/>
                      <a:pt x="8" y="1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7"/>
                      <a:pt x="16" y="36"/>
                      <a:pt x="15" y="3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1" y="22"/>
                      <a:pt x="0" y="19"/>
                      <a:pt x="0" y="16"/>
                    </a:cubicBezTo>
                    <a:cubicBezTo>
                      <a:pt x="0" y="14"/>
                      <a:pt x="1" y="11"/>
                      <a:pt x="3" y="9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2"/>
                      <a:pt x="13" y="1"/>
                      <a:pt x="16" y="1"/>
                    </a:cubicBezTo>
                    <a:cubicBezTo>
                      <a:pt x="19" y="1"/>
                      <a:pt x="21" y="2"/>
                      <a:pt x="23" y="4"/>
                    </a:cubicBezTo>
                    <a:cubicBezTo>
                      <a:pt x="35" y="16"/>
                      <a:pt x="35" y="16"/>
                      <a:pt x="35" y="16"/>
                    </a:cubicBezTo>
                    <a:cubicBezTo>
                      <a:pt x="36" y="17"/>
                      <a:pt x="36" y="17"/>
                      <a:pt x="37" y="18"/>
                    </a:cubicBezTo>
                    <a:lnTo>
                      <a:pt x="28" y="19"/>
                    </a:lnTo>
                    <a:close/>
                    <a:moveTo>
                      <a:pt x="6" y="55"/>
                    </a:moveTo>
                    <a:cubicBezTo>
                      <a:pt x="6" y="55"/>
                      <a:pt x="6" y="55"/>
                      <a:pt x="5" y="55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4" y="54"/>
                      <a:pt x="4" y="54"/>
                      <a:pt x="5" y="53"/>
                    </a:cubicBezTo>
                    <a:cubicBezTo>
                      <a:pt x="14" y="44"/>
                      <a:pt x="14" y="44"/>
                      <a:pt x="14" y="44"/>
                    </a:cubicBezTo>
                    <a:cubicBezTo>
                      <a:pt x="14" y="44"/>
                      <a:pt x="15" y="44"/>
                      <a:pt x="15" y="44"/>
                    </a:cubicBezTo>
                    <a:cubicBezTo>
                      <a:pt x="16" y="45"/>
                      <a:pt x="16" y="45"/>
                      <a:pt x="15" y="46"/>
                    </a:cubicBezTo>
                    <a:lnTo>
                      <a:pt x="6" y="55"/>
                    </a:lnTo>
                    <a:close/>
                    <a:moveTo>
                      <a:pt x="21" y="59"/>
                    </a:moveTo>
                    <a:cubicBezTo>
                      <a:pt x="21" y="59"/>
                      <a:pt x="21" y="60"/>
                      <a:pt x="20" y="60"/>
                    </a:cubicBezTo>
                    <a:cubicBezTo>
                      <a:pt x="20" y="60"/>
                      <a:pt x="19" y="59"/>
                      <a:pt x="19" y="59"/>
                    </a:cubicBezTo>
                    <a:cubicBezTo>
                      <a:pt x="19" y="47"/>
                      <a:pt x="19" y="47"/>
                      <a:pt x="19" y="47"/>
                    </a:cubicBezTo>
                    <a:cubicBezTo>
                      <a:pt x="19" y="47"/>
                      <a:pt x="20" y="46"/>
                      <a:pt x="20" y="46"/>
                    </a:cubicBezTo>
                    <a:cubicBezTo>
                      <a:pt x="21" y="46"/>
                      <a:pt x="21" y="47"/>
                      <a:pt x="21" y="47"/>
                    </a:cubicBezTo>
                    <a:lnTo>
                      <a:pt x="21" y="59"/>
                    </a:lnTo>
                    <a:close/>
                    <a:moveTo>
                      <a:pt x="56" y="51"/>
                    </a:moveTo>
                    <a:cubicBezTo>
                      <a:pt x="50" y="56"/>
                      <a:pt x="50" y="56"/>
                      <a:pt x="50" y="56"/>
                    </a:cubicBezTo>
                    <a:cubicBezTo>
                      <a:pt x="48" y="58"/>
                      <a:pt x="46" y="59"/>
                      <a:pt x="43" y="59"/>
                    </a:cubicBezTo>
                    <a:cubicBezTo>
                      <a:pt x="40" y="59"/>
                      <a:pt x="38" y="58"/>
                      <a:pt x="36" y="56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23" y="44"/>
                      <a:pt x="23" y="43"/>
                      <a:pt x="22" y="42"/>
                    </a:cubicBezTo>
                    <a:cubicBezTo>
                      <a:pt x="31" y="42"/>
                      <a:pt x="31" y="42"/>
                      <a:pt x="31" y="4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3"/>
                      <a:pt x="44" y="53"/>
                      <a:pt x="45" y="51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1" y="46"/>
                      <a:pt x="52" y="45"/>
                      <a:pt x="52" y="44"/>
                    </a:cubicBezTo>
                    <a:cubicBezTo>
                      <a:pt x="52" y="43"/>
                      <a:pt x="51" y="42"/>
                      <a:pt x="51" y="41"/>
                    </a:cubicBezTo>
                    <a:cubicBezTo>
                      <a:pt x="41" y="32"/>
                      <a:pt x="41" y="32"/>
                      <a:pt x="41" y="32"/>
                    </a:cubicBezTo>
                    <a:cubicBezTo>
                      <a:pt x="42" y="23"/>
                      <a:pt x="42" y="23"/>
                      <a:pt x="42" y="23"/>
                    </a:cubicBezTo>
                    <a:cubicBezTo>
                      <a:pt x="42" y="23"/>
                      <a:pt x="43" y="24"/>
                      <a:pt x="44" y="24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8" y="38"/>
                      <a:pt x="59" y="41"/>
                      <a:pt x="59" y="44"/>
                    </a:cubicBezTo>
                    <a:cubicBezTo>
                      <a:pt x="59" y="47"/>
                      <a:pt x="58" y="49"/>
                      <a:pt x="56" y="51"/>
                    </a:cubicBezTo>
                    <a:close/>
                    <a:moveTo>
                      <a:pt x="40" y="13"/>
                    </a:moveTo>
                    <a:cubicBezTo>
                      <a:pt x="40" y="14"/>
                      <a:pt x="39" y="14"/>
                      <a:pt x="39" y="14"/>
                    </a:cubicBezTo>
                    <a:cubicBezTo>
                      <a:pt x="38" y="14"/>
                      <a:pt x="37" y="14"/>
                      <a:pt x="37" y="13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7" y="1"/>
                      <a:pt x="38" y="0"/>
                      <a:pt x="39" y="0"/>
                    </a:cubicBezTo>
                    <a:cubicBezTo>
                      <a:pt x="39" y="0"/>
                      <a:pt x="40" y="1"/>
                      <a:pt x="40" y="1"/>
                    </a:cubicBezTo>
                    <a:lnTo>
                      <a:pt x="40" y="13"/>
                    </a:lnTo>
                    <a:close/>
                    <a:moveTo>
                      <a:pt x="45" y="16"/>
                    </a:moveTo>
                    <a:cubicBezTo>
                      <a:pt x="45" y="16"/>
                      <a:pt x="45" y="16"/>
                      <a:pt x="44" y="16"/>
                    </a:cubicBezTo>
                    <a:cubicBezTo>
                      <a:pt x="44" y="16"/>
                      <a:pt x="44" y="16"/>
                      <a:pt x="43" y="16"/>
                    </a:cubicBezTo>
                    <a:cubicBezTo>
                      <a:pt x="43" y="16"/>
                      <a:pt x="43" y="15"/>
                      <a:pt x="43" y="14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5"/>
                      <a:pt x="54" y="5"/>
                      <a:pt x="54" y="5"/>
                    </a:cubicBezTo>
                    <a:cubicBezTo>
                      <a:pt x="55" y="6"/>
                      <a:pt x="55" y="6"/>
                      <a:pt x="54" y="7"/>
                    </a:cubicBezTo>
                    <a:lnTo>
                      <a:pt x="45" y="16"/>
                    </a:lnTo>
                    <a:close/>
                    <a:moveTo>
                      <a:pt x="58" y="22"/>
                    </a:moveTo>
                    <a:cubicBezTo>
                      <a:pt x="47" y="22"/>
                      <a:pt x="47" y="22"/>
                      <a:pt x="47" y="22"/>
                    </a:cubicBezTo>
                    <a:cubicBezTo>
                      <a:pt x="46" y="22"/>
                      <a:pt x="45" y="22"/>
                      <a:pt x="45" y="21"/>
                    </a:cubicBezTo>
                    <a:cubicBezTo>
                      <a:pt x="45" y="20"/>
                      <a:pt x="46" y="20"/>
                      <a:pt x="47" y="20"/>
                    </a:cubicBezTo>
                    <a:cubicBezTo>
                      <a:pt x="58" y="20"/>
                      <a:pt x="58" y="20"/>
                      <a:pt x="58" y="20"/>
                    </a:cubicBezTo>
                    <a:cubicBezTo>
                      <a:pt x="59" y="20"/>
                      <a:pt x="59" y="20"/>
                      <a:pt x="59" y="21"/>
                    </a:cubicBezTo>
                    <a:cubicBezTo>
                      <a:pt x="59" y="22"/>
                      <a:pt x="59" y="22"/>
                      <a:pt x="58" y="22"/>
                    </a:cubicBezTo>
                    <a:close/>
                  </a:path>
                </a:pathLst>
              </a:custGeom>
              <a:solidFill>
                <a:srgbClr val="0B45C5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20170B8-8F2C-4DDD-8211-60D73EFDDB1D}"/>
              </a:ext>
            </a:extLst>
          </p:cNvPr>
          <p:cNvGrpSpPr/>
          <p:nvPr/>
        </p:nvGrpSpPr>
        <p:grpSpPr>
          <a:xfrm>
            <a:off x="3995139" y="1820163"/>
            <a:ext cx="1942023" cy="2078071"/>
            <a:chOff x="3661382" y="1785035"/>
            <a:chExt cx="2369000" cy="2534960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807FF09-CEF4-42FF-9C47-63211D1DE253}"/>
                </a:ext>
              </a:extLst>
            </p:cNvPr>
            <p:cNvGrpSpPr/>
            <p:nvPr/>
          </p:nvGrpSpPr>
          <p:grpSpPr>
            <a:xfrm>
              <a:off x="3661382" y="1950996"/>
              <a:ext cx="2369000" cy="2368999"/>
              <a:chOff x="3495320" y="1875863"/>
              <a:chExt cx="2530586" cy="2530585"/>
            </a:xfrm>
          </p:grpSpPr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B3F0AF71-4DD2-4E49-8144-F6DA6B2688FD}"/>
                  </a:ext>
                </a:extLst>
              </p:cNvPr>
              <p:cNvSpPr/>
              <p:nvPr/>
            </p:nvSpPr>
            <p:spPr>
              <a:xfrm>
                <a:off x="3495320" y="1875863"/>
                <a:ext cx="2530586" cy="2530585"/>
              </a:xfrm>
              <a:prstGeom prst="ellipse">
                <a:avLst/>
              </a:prstGeom>
              <a:solidFill>
                <a:srgbClr val="E2087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8D842650-5B84-4C58-A4BB-6A9EF31D87D5}"/>
                  </a:ext>
                </a:extLst>
              </p:cNvPr>
              <p:cNvSpPr/>
              <p:nvPr/>
            </p:nvSpPr>
            <p:spPr>
              <a:xfrm>
                <a:off x="3625439" y="2005982"/>
                <a:ext cx="2270346" cy="2270346"/>
              </a:xfrm>
              <a:prstGeom prst="ellipse">
                <a:avLst/>
              </a:prstGeom>
              <a:noFill/>
              <a:ln w="19050" cap="flat" cmpd="sng" algn="ctr">
                <a:solidFill>
                  <a:sysClr val="window" lastClr="FFFFFF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8A2F381D-A8FA-4BC7-BD54-036EEE9480CC}"/>
                </a:ext>
              </a:extLst>
            </p:cNvPr>
            <p:cNvGrpSpPr/>
            <p:nvPr/>
          </p:nvGrpSpPr>
          <p:grpSpPr>
            <a:xfrm>
              <a:off x="3758936" y="1785035"/>
              <a:ext cx="973815" cy="973815"/>
              <a:chOff x="3599528" y="1698582"/>
              <a:chExt cx="1040237" cy="1040237"/>
            </a:xfrm>
          </p:grpSpPr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9C55224-6EA6-4440-A428-427B869E279F}"/>
                  </a:ext>
                </a:extLst>
              </p:cNvPr>
              <p:cNvSpPr/>
              <p:nvPr/>
            </p:nvSpPr>
            <p:spPr>
              <a:xfrm>
                <a:off x="3599528" y="1698582"/>
                <a:ext cx="1040237" cy="1040237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39700" sx="101000" sy="101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" name="Freeform 26">
                <a:extLst>
                  <a:ext uri="{FF2B5EF4-FFF2-40B4-BE49-F238E27FC236}">
                    <a16:creationId xmlns:a16="http://schemas.microsoft.com/office/drawing/2014/main" id="{C8A4FDBA-92D2-4FDB-8501-2C512424C6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39967" y="2052638"/>
                <a:ext cx="559358" cy="314244"/>
              </a:xfrm>
              <a:custGeom>
                <a:avLst/>
                <a:gdLst>
                  <a:gd name="T0" fmla="*/ 783759669 w 82"/>
                  <a:gd name="T1" fmla="*/ 547860054 h 46"/>
                  <a:gd name="T2" fmla="*/ 593758996 w 82"/>
                  <a:gd name="T3" fmla="*/ 357301386 h 46"/>
                  <a:gd name="T4" fmla="*/ 653134206 w 82"/>
                  <a:gd name="T5" fmla="*/ 214381522 h 46"/>
                  <a:gd name="T6" fmla="*/ 629384122 w 82"/>
                  <a:gd name="T7" fmla="*/ 166739266 h 46"/>
                  <a:gd name="T8" fmla="*/ 475005129 w 82"/>
                  <a:gd name="T9" fmla="*/ 369211087 h 46"/>
                  <a:gd name="T10" fmla="*/ 463130087 w 82"/>
                  <a:gd name="T11" fmla="*/ 381120788 h 46"/>
                  <a:gd name="T12" fmla="*/ 380004792 w 82"/>
                  <a:gd name="T13" fmla="*/ 381120788 h 46"/>
                  <a:gd name="T14" fmla="*/ 190004119 w 82"/>
                  <a:gd name="T15" fmla="*/ 547860054 h 46"/>
                  <a:gd name="T16" fmla="*/ 0 w 82"/>
                  <a:gd name="T17" fmla="*/ 357301386 h 46"/>
                  <a:gd name="T18" fmla="*/ 190004119 w 82"/>
                  <a:gd name="T19" fmla="*/ 166739266 h 46"/>
                  <a:gd name="T20" fmla="*/ 273129414 w 82"/>
                  <a:gd name="T21" fmla="*/ 190558668 h 46"/>
                  <a:gd name="T22" fmla="*/ 332504624 w 82"/>
                  <a:gd name="T23" fmla="*/ 107190761 h 46"/>
                  <a:gd name="T24" fmla="*/ 237504288 w 82"/>
                  <a:gd name="T25" fmla="*/ 107190761 h 46"/>
                  <a:gd name="T26" fmla="*/ 213754203 w 82"/>
                  <a:gd name="T27" fmla="*/ 83371359 h 46"/>
                  <a:gd name="T28" fmla="*/ 237504288 w 82"/>
                  <a:gd name="T29" fmla="*/ 47638804 h 46"/>
                  <a:gd name="T30" fmla="*/ 403754877 w 82"/>
                  <a:gd name="T31" fmla="*/ 47638804 h 46"/>
                  <a:gd name="T32" fmla="*/ 403754877 w 82"/>
                  <a:gd name="T33" fmla="*/ 107190761 h 46"/>
                  <a:gd name="T34" fmla="*/ 593758996 w 82"/>
                  <a:gd name="T35" fmla="*/ 107190761 h 46"/>
                  <a:gd name="T36" fmla="*/ 558133870 w 82"/>
                  <a:gd name="T37" fmla="*/ 47638804 h 46"/>
                  <a:gd name="T38" fmla="*/ 463130087 w 82"/>
                  <a:gd name="T39" fmla="*/ 47638804 h 46"/>
                  <a:gd name="T40" fmla="*/ 427504961 w 82"/>
                  <a:gd name="T41" fmla="*/ 23819402 h 46"/>
                  <a:gd name="T42" fmla="*/ 463130087 w 82"/>
                  <a:gd name="T43" fmla="*/ 0 h 46"/>
                  <a:gd name="T44" fmla="*/ 570008912 w 82"/>
                  <a:gd name="T45" fmla="*/ 0 h 46"/>
                  <a:gd name="T46" fmla="*/ 593758996 w 82"/>
                  <a:gd name="T47" fmla="*/ 11909701 h 46"/>
                  <a:gd name="T48" fmla="*/ 700634374 w 82"/>
                  <a:gd name="T49" fmla="*/ 178648967 h 46"/>
                  <a:gd name="T50" fmla="*/ 783759669 w 82"/>
                  <a:gd name="T51" fmla="*/ 166739266 h 46"/>
                  <a:gd name="T52" fmla="*/ 973763788 w 82"/>
                  <a:gd name="T53" fmla="*/ 357301386 h 46"/>
                  <a:gd name="T54" fmla="*/ 783759669 w 82"/>
                  <a:gd name="T55" fmla="*/ 547860054 h 46"/>
                  <a:gd name="T56" fmla="*/ 190004119 w 82"/>
                  <a:gd name="T57" fmla="*/ 381120788 h 46"/>
                  <a:gd name="T58" fmla="*/ 166254035 w 82"/>
                  <a:gd name="T59" fmla="*/ 333478533 h 46"/>
                  <a:gd name="T60" fmla="*/ 249379330 w 82"/>
                  <a:gd name="T61" fmla="*/ 226291223 h 46"/>
                  <a:gd name="T62" fmla="*/ 190004119 w 82"/>
                  <a:gd name="T63" fmla="*/ 214381522 h 46"/>
                  <a:gd name="T64" fmla="*/ 47500168 w 82"/>
                  <a:gd name="T65" fmla="*/ 357301386 h 46"/>
                  <a:gd name="T66" fmla="*/ 190004119 w 82"/>
                  <a:gd name="T67" fmla="*/ 488311549 h 46"/>
                  <a:gd name="T68" fmla="*/ 320629582 w 82"/>
                  <a:gd name="T69" fmla="*/ 381120788 h 46"/>
                  <a:gd name="T70" fmla="*/ 190004119 w 82"/>
                  <a:gd name="T71" fmla="*/ 381120788 h 46"/>
                  <a:gd name="T72" fmla="*/ 320629582 w 82"/>
                  <a:gd name="T73" fmla="*/ 321568832 h 46"/>
                  <a:gd name="T74" fmla="*/ 285004456 w 82"/>
                  <a:gd name="T75" fmla="*/ 262020326 h 46"/>
                  <a:gd name="T76" fmla="*/ 237504288 w 82"/>
                  <a:gd name="T77" fmla="*/ 321568832 h 46"/>
                  <a:gd name="T78" fmla="*/ 320629582 w 82"/>
                  <a:gd name="T79" fmla="*/ 321568832 h 46"/>
                  <a:gd name="T80" fmla="*/ 570008912 w 82"/>
                  <a:gd name="T81" fmla="*/ 166739266 h 46"/>
                  <a:gd name="T82" fmla="*/ 368129750 w 82"/>
                  <a:gd name="T83" fmla="*/ 166739266 h 46"/>
                  <a:gd name="T84" fmla="*/ 320629582 w 82"/>
                  <a:gd name="T85" fmla="*/ 214381522 h 46"/>
                  <a:gd name="T86" fmla="*/ 380004792 w 82"/>
                  <a:gd name="T87" fmla="*/ 321568832 h 46"/>
                  <a:gd name="T88" fmla="*/ 439380003 w 82"/>
                  <a:gd name="T89" fmla="*/ 321568832 h 46"/>
                  <a:gd name="T90" fmla="*/ 570008912 w 82"/>
                  <a:gd name="T91" fmla="*/ 166739266 h 46"/>
                  <a:gd name="T92" fmla="*/ 783759669 w 82"/>
                  <a:gd name="T93" fmla="*/ 214381522 h 46"/>
                  <a:gd name="T94" fmla="*/ 736259501 w 82"/>
                  <a:gd name="T95" fmla="*/ 226291223 h 46"/>
                  <a:gd name="T96" fmla="*/ 807509753 w 82"/>
                  <a:gd name="T97" fmla="*/ 333478533 h 46"/>
                  <a:gd name="T98" fmla="*/ 795634711 w 82"/>
                  <a:gd name="T99" fmla="*/ 369211087 h 46"/>
                  <a:gd name="T100" fmla="*/ 783759669 w 82"/>
                  <a:gd name="T101" fmla="*/ 381120788 h 46"/>
                  <a:gd name="T102" fmla="*/ 760009585 w 82"/>
                  <a:gd name="T103" fmla="*/ 369211087 h 46"/>
                  <a:gd name="T104" fmla="*/ 688759332 w 82"/>
                  <a:gd name="T105" fmla="*/ 262020326 h 46"/>
                  <a:gd name="T106" fmla="*/ 653134206 w 82"/>
                  <a:gd name="T107" fmla="*/ 357301386 h 46"/>
                  <a:gd name="T108" fmla="*/ 783759669 w 82"/>
                  <a:gd name="T109" fmla="*/ 488311549 h 46"/>
                  <a:gd name="T110" fmla="*/ 914388578 w 82"/>
                  <a:gd name="T111" fmla="*/ 357301386 h 46"/>
                  <a:gd name="T112" fmla="*/ 783759669 w 82"/>
                  <a:gd name="T113" fmla="*/ 214381522 h 4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2" h="46">
                    <a:moveTo>
                      <a:pt x="66" y="46"/>
                    </a:moveTo>
                    <a:cubicBezTo>
                      <a:pt x="57" y="46"/>
                      <a:pt x="50" y="38"/>
                      <a:pt x="50" y="30"/>
                    </a:cubicBezTo>
                    <a:cubicBezTo>
                      <a:pt x="50" y="25"/>
                      <a:pt x="52" y="21"/>
                      <a:pt x="55" y="18"/>
                    </a:cubicBezTo>
                    <a:cubicBezTo>
                      <a:pt x="53" y="14"/>
                      <a:pt x="53" y="14"/>
                      <a:pt x="53" y="14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40" y="32"/>
                      <a:pt x="39" y="32"/>
                      <a:pt x="39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0" y="40"/>
                      <a:pt x="24" y="46"/>
                      <a:pt x="16" y="46"/>
                    </a:cubicBezTo>
                    <a:cubicBezTo>
                      <a:pt x="7" y="46"/>
                      <a:pt x="0" y="38"/>
                      <a:pt x="0" y="30"/>
                    </a:cubicBezTo>
                    <a:cubicBezTo>
                      <a:pt x="0" y="21"/>
                      <a:pt x="7" y="14"/>
                      <a:pt x="16" y="14"/>
                    </a:cubicBezTo>
                    <a:cubicBezTo>
                      <a:pt x="19" y="14"/>
                      <a:pt x="21" y="14"/>
                      <a:pt x="23" y="16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19" y="9"/>
                      <a:pt x="18" y="8"/>
                      <a:pt x="18" y="7"/>
                    </a:cubicBezTo>
                    <a:cubicBezTo>
                      <a:pt x="18" y="6"/>
                      <a:pt x="19" y="4"/>
                      <a:pt x="20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50" y="9"/>
                      <a:pt x="50" y="9"/>
                      <a:pt x="50" y="9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7" y="4"/>
                      <a:pt x="36" y="3"/>
                      <a:pt x="36" y="2"/>
                    </a:cubicBezTo>
                    <a:cubicBezTo>
                      <a:pt x="36" y="1"/>
                      <a:pt x="37" y="0"/>
                      <a:pt x="39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9" y="0"/>
                      <a:pt x="50" y="1"/>
                    </a:cubicBezTo>
                    <a:cubicBezTo>
                      <a:pt x="59" y="15"/>
                      <a:pt x="59" y="15"/>
                      <a:pt x="59" y="15"/>
                    </a:cubicBezTo>
                    <a:cubicBezTo>
                      <a:pt x="61" y="14"/>
                      <a:pt x="64" y="14"/>
                      <a:pt x="66" y="14"/>
                    </a:cubicBezTo>
                    <a:cubicBezTo>
                      <a:pt x="75" y="14"/>
                      <a:pt x="82" y="21"/>
                      <a:pt x="82" y="30"/>
                    </a:cubicBezTo>
                    <a:cubicBezTo>
                      <a:pt x="82" y="38"/>
                      <a:pt x="75" y="46"/>
                      <a:pt x="66" y="46"/>
                    </a:cubicBezTo>
                    <a:close/>
                    <a:moveTo>
                      <a:pt x="16" y="32"/>
                    </a:moveTo>
                    <a:cubicBezTo>
                      <a:pt x="14" y="32"/>
                      <a:pt x="13" y="30"/>
                      <a:pt x="14" y="28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19" y="19"/>
                      <a:pt x="18" y="18"/>
                      <a:pt x="16" y="18"/>
                    </a:cubicBezTo>
                    <a:cubicBezTo>
                      <a:pt x="9" y="18"/>
                      <a:pt x="4" y="23"/>
                      <a:pt x="4" y="30"/>
                    </a:cubicBezTo>
                    <a:cubicBezTo>
                      <a:pt x="4" y="36"/>
                      <a:pt x="9" y="41"/>
                      <a:pt x="16" y="41"/>
                    </a:cubicBezTo>
                    <a:cubicBezTo>
                      <a:pt x="21" y="41"/>
                      <a:pt x="26" y="37"/>
                      <a:pt x="27" y="32"/>
                    </a:cubicBezTo>
                    <a:lnTo>
                      <a:pt x="16" y="32"/>
                    </a:lnTo>
                    <a:close/>
                    <a:moveTo>
                      <a:pt x="27" y="27"/>
                    </a:moveTo>
                    <a:cubicBezTo>
                      <a:pt x="27" y="25"/>
                      <a:pt x="26" y="23"/>
                      <a:pt x="24" y="22"/>
                    </a:cubicBezTo>
                    <a:cubicBezTo>
                      <a:pt x="20" y="27"/>
                      <a:pt x="20" y="27"/>
                      <a:pt x="20" y="27"/>
                    </a:cubicBezTo>
                    <a:lnTo>
                      <a:pt x="27" y="27"/>
                    </a:lnTo>
                    <a:close/>
                    <a:moveTo>
                      <a:pt x="48" y="14"/>
                    </a:moveTo>
                    <a:cubicBezTo>
                      <a:pt x="31" y="14"/>
                      <a:pt x="31" y="14"/>
                      <a:pt x="31" y="14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9" y="21"/>
                      <a:pt x="31" y="24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48" y="14"/>
                    </a:lnTo>
                    <a:close/>
                    <a:moveTo>
                      <a:pt x="66" y="18"/>
                    </a:moveTo>
                    <a:cubicBezTo>
                      <a:pt x="64" y="18"/>
                      <a:pt x="63" y="19"/>
                      <a:pt x="62" y="19"/>
                    </a:cubicBezTo>
                    <a:cubicBezTo>
                      <a:pt x="68" y="28"/>
                      <a:pt x="68" y="28"/>
                      <a:pt x="68" y="28"/>
                    </a:cubicBezTo>
                    <a:cubicBezTo>
                      <a:pt x="69" y="29"/>
                      <a:pt x="68" y="31"/>
                      <a:pt x="67" y="31"/>
                    </a:cubicBezTo>
                    <a:cubicBezTo>
                      <a:pt x="67" y="32"/>
                      <a:pt x="66" y="32"/>
                      <a:pt x="66" y="32"/>
                    </a:cubicBezTo>
                    <a:cubicBezTo>
                      <a:pt x="65" y="32"/>
                      <a:pt x="65" y="32"/>
                      <a:pt x="64" y="31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56" y="24"/>
                      <a:pt x="55" y="26"/>
                      <a:pt x="55" y="30"/>
                    </a:cubicBezTo>
                    <a:cubicBezTo>
                      <a:pt x="55" y="36"/>
                      <a:pt x="60" y="41"/>
                      <a:pt x="66" y="41"/>
                    </a:cubicBezTo>
                    <a:cubicBezTo>
                      <a:pt x="72" y="41"/>
                      <a:pt x="77" y="36"/>
                      <a:pt x="77" y="30"/>
                    </a:cubicBezTo>
                    <a:cubicBezTo>
                      <a:pt x="77" y="23"/>
                      <a:pt x="72" y="18"/>
                      <a:pt x="66" y="18"/>
                    </a:cubicBezTo>
                    <a:close/>
                  </a:path>
                </a:pathLst>
              </a:custGeom>
              <a:solidFill>
                <a:srgbClr val="E2087A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A7A0F99-166F-4414-AEE8-0DBDCF3A39EC}"/>
              </a:ext>
            </a:extLst>
          </p:cNvPr>
          <p:cNvGrpSpPr/>
          <p:nvPr/>
        </p:nvGrpSpPr>
        <p:grpSpPr>
          <a:xfrm>
            <a:off x="6495213" y="1820163"/>
            <a:ext cx="1942023" cy="2078071"/>
            <a:chOff x="6161620" y="1785035"/>
            <a:chExt cx="2369000" cy="253496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E26984A4-D459-48BB-AF48-D036B12F1684}"/>
                </a:ext>
              </a:extLst>
            </p:cNvPr>
            <p:cNvGrpSpPr/>
            <p:nvPr/>
          </p:nvGrpSpPr>
          <p:grpSpPr>
            <a:xfrm>
              <a:off x="6161620" y="1950996"/>
              <a:ext cx="2369000" cy="2368999"/>
              <a:chOff x="6166095" y="1875863"/>
              <a:chExt cx="2530586" cy="2530585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56716854-E063-40CF-8469-60283E93A15D}"/>
                  </a:ext>
                </a:extLst>
              </p:cNvPr>
              <p:cNvSpPr/>
              <p:nvPr/>
            </p:nvSpPr>
            <p:spPr>
              <a:xfrm>
                <a:off x="6166095" y="1875863"/>
                <a:ext cx="2530586" cy="2530585"/>
              </a:xfrm>
              <a:prstGeom prst="ellipse">
                <a:avLst/>
              </a:prstGeom>
              <a:solidFill>
                <a:srgbClr val="0B45C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8311E057-DE8E-455F-B31D-7695294B00A0}"/>
                  </a:ext>
                </a:extLst>
              </p:cNvPr>
              <p:cNvSpPr/>
              <p:nvPr/>
            </p:nvSpPr>
            <p:spPr>
              <a:xfrm>
                <a:off x="6296214" y="2005982"/>
                <a:ext cx="2270346" cy="2270346"/>
              </a:xfrm>
              <a:prstGeom prst="ellipse">
                <a:avLst/>
              </a:prstGeom>
              <a:noFill/>
              <a:ln w="19050" cap="flat" cmpd="sng" algn="ctr">
                <a:solidFill>
                  <a:sysClr val="window" lastClr="FFFFFF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61624BCE-3FC6-4D5F-BA43-3F1C91B36E2C}"/>
                </a:ext>
              </a:extLst>
            </p:cNvPr>
            <p:cNvGrpSpPr/>
            <p:nvPr/>
          </p:nvGrpSpPr>
          <p:grpSpPr>
            <a:xfrm>
              <a:off x="6259174" y="1785035"/>
              <a:ext cx="973815" cy="973815"/>
              <a:chOff x="6270303" y="1698582"/>
              <a:chExt cx="1040237" cy="1040237"/>
            </a:xfrm>
          </p:grpSpPr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A75D368E-8A6D-4E3F-8A5A-18206CDD7408}"/>
                  </a:ext>
                </a:extLst>
              </p:cNvPr>
              <p:cNvSpPr/>
              <p:nvPr/>
            </p:nvSpPr>
            <p:spPr>
              <a:xfrm>
                <a:off x="6270303" y="1698582"/>
                <a:ext cx="1040237" cy="1040237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39700" sx="101000" sy="101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" name="Freeform 90">
                <a:extLst>
                  <a:ext uri="{FF2B5EF4-FFF2-40B4-BE49-F238E27FC236}">
                    <a16:creationId xmlns:a16="http://schemas.microsoft.com/office/drawing/2014/main" id="{808EE822-0DD9-4E09-B3B6-373C3EF77C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7119" y="1993904"/>
                <a:ext cx="313090" cy="365708"/>
              </a:xfrm>
              <a:custGeom>
                <a:avLst/>
                <a:gdLst>
                  <a:gd name="T0" fmla="*/ 648868068 w 55"/>
                  <a:gd name="T1" fmla="*/ 713265565 h 64"/>
                  <a:gd name="T2" fmla="*/ 35391805 w 55"/>
                  <a:gd name="T3" fmla="*/ 760814993 h 64"/>
                  <a:gd name="T4" fmla="*/ 0 w 55"/>
                  <a:gd name="T5" fmla="*/ 35664657 h 64"/>
                  <a:gd name="T6" fmla="*/ 412916980 w 55"/>
                  <a:gd name="T7" fmla="*/ 0 h 64"/>
                  <a:gd name="T8" fmla="*/ 613476264 w 55"/>
                  <a:gd name="T9" fmla="*/ 154539953 h 64"/>
                  <a:gd name="T10" fmla="*/ 589879437 w 55"/>
                  <a:gd name="T11" fmla="*/ 261530477 h 64"/>
                  <a:gd name="T12" fmla="*/ 377521741 w 55"/>
                  <a:gd name="T13" fmla="*/ 225865820 h 64"/>
                  <a:gd name="T14" fmla="*/ 47190218 w 55"/>
                  <a:gd name="T15" fmla="*/ 47549429 h 64"/>
                  <a:gd name="T16" fmla="*/ 589879437 w 55"/>
                  <a:gd name="T17" fmla="*/ 701377346 h 64"/>
                  <a:gd name="T18" fmla="*/ 412916980 w 55"/>
                  <a:gd name="T19" fmla="*/ 475508078 h 64"/>
                  <a:gd name="T20" fmla="*/ 530890807 w 55"/>
                  <a:gd name="T21" fmla="*/ 487396297 h 64"/>
                  <a:gd name="T22" fmla="*/ 530890807 w 55"/>
                  <a:gd name="T23" fmla="*/ 511172735 h 64"/>
                  <a:gd name="T24" fmla="*/ 507297415 w 55"/>
                  <a:gd name="T25" fmla="*/ 534949173 h 64"/>
                  <a:gd name="T26" fmla="*/ 235951088 w 55"/>
                  <a:gd name="T27" fmla="*/ 534949173 h 64"/>
                  <a:gd name="T28" fmla="*/ 117977261 w 55"/>
                  <a:gd name="T29" fmla="*/ 641936250 h 64"/>
                  <a:gd name="T30" fmla="*/ 106178848 w 55"/>
                  <a:gd name="T31" fmla="*/ 641936250 h 64"/>
                  <a:gd name="T32" fmla="*/ 188760870 w 55"/>
                  <a:gd name="T33" fmla="*/ 546837393 h 64"/>
                  <a:gd name="T34" fmla="*/ 200559283 w 55"/>
                  <a:gd name="T35" fmla="*/ 546837393 h 64"/>
                  <a:gd name="T36" fmla="*/ 283141306 w 55"/>
                  <a:gd name="T37" fmla="*/ 356632782 h 64"/>
                  <a:gd name="T38" fmla="*/ 294939719 w 55"/>
                  <a:gd name="T39" fmla="*/ 213977601 h 64"/>
                  <a:gd name="T40" fmla="*/ 306738132 w 55"/>
                  <a:gd name="T41" fmla="*/ 213977601 h 64"/>
                  <a:gd name="T42" fmla="*/ 318536545 w 55"/>
                  <a:gd name="T43" fmla="*/ 249642258 h 64"/>
                  <a:gd name="T44" fmla="*/ 318536545 w 55"/>
                  <a:gd name="T45" fmla="*/ 249642258 h 64"/>
                  <a:gd name="T46" fmla="*/ 306738132 w 55"/>
                  <a:gd name="T47" fmla="*/ 344744563 h 64"/>
                  <a:gd name="T48" fmla="*/ 412916980 w 55"/>
                  <a:gd name="T49" fmla="*/ 475508078 h 64"/>
                  <a:gd name="T50" fmla="*/ 129772240 w 55"/>
                  <a:gd name="T51" fmla="*/ 618163259 h 64"/>
                  <a:gd name="T52" fmla="*/ 365726762 w 55"/>
                  <a:gd name="T53" fmla="*/ 475508078 h 64"/>
                  <a:gd name="T54" fmla="*/ 294939719 w 55"/>
                  <a:gd name="T55" fmla="*/ 392293992 h 64"/>
                  <a:gd name="T56" fmla="*/ 247749501 w 55"/>
                  <a:gd name="T57" fmla="*/ 511172735 h 64"/>
                  <a:gd name="T58" fmla="*/ 294939719 w 55"/>
                  <a:gd name="T59" fmla="*/ 285306915 h 64"/>
                  <a:gd name="T60" fmla="*/ 306738132 w 55"/>
                  <a:gd name="T61" fmla="*/ 249642258 h 64"/>
                  <a:gd name="T62" fmla="*/ 306738132 w 55"/>
                  <a:gd name="T63" fmla="*/ 249642258 h 64"/>
                  <a:gd name="T64" fmla="*/ 294939719 w 55"/>
                  <a:gd name="T65" fmla="*/ 237754039 h 64"/>
                  <a:gd name="T66" fmla="*/ 424711958 w 55"/>
                  <a:gd name="T67" fmla="*/ 213977601 h 64"/>
                  <a:gd name="T68" fmla="*/ 578081024 w 55"/>
                  <a:gd name="T69" fmla="*/ 190204610 h 64"/>
                  <a:gd name="T70" fmla="*/ 424711958 w 55"/>
                  <a:gd name="T71" fmla="*/ 47549429 h 64"/>
                  <a:gd name="T72" fmla="*/ 460107198 w 55"/>
                  <a:gd name="T73" fmla="*/ 499284516 h 64"/>
                  <a:gd name="T74" fmla="*/ 519095828 w 55"/>
                  <a:gd name="T75" fmla="*/ 511172735 h 64"/>
                  <a:gd name="T76" fmla="*/ 460107198 w 55"/>
                  <a:gd name="T77" fmla="*/ 499284516 h 64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55" h="64">
                    <a:moveTo>
                      <a:pt x="55" y="19"/>
                    </a:moveTo>
                    <a:cubicBezTo>
                      <a:pt x="55" y="60"/>
                      <a:pt x="55" y="60"/>
                      <a:pt x="55" y="60"/>
                    </a:cubicBezTo>
                    <a:cubicBezTo>
                      <a:pt x="55" y="62"/>
                      <a:pt x="53" y="64"/>
                      <a:pt x="51" y="64"/>
                    </a:cubicBezTo>
                    <a:cubicBezTo>
                      <a:pt x="3" y="64"/>
                      <a:pt x="3" y="64"/>
                      <a:pt x="3" y="64"/>
                    </a:cubicBezTo>
                    <a:cubicBezTo>
                      <a:pt x="1" y="64"/>
                      <a:pt x="0" y="62"/>
                      <a:pt x="0" y="6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7" y="0"/>
                      <a:pt x="40" y="1"/>
                      <a:pt x="41" y="2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53" y="14"/>
                      <a:pt x="55" y="17"/>
                      <a:pt x="55" y="19"/>
                    </a:cubicBezTo>
                    <a:close/>
                    <a:moveTo>
                      <a:pt x="50" y="22"/>
                    </a:moveTo>
                    <a:cubicBezTo>
                      <a:pt x="35" y="22"/>
                      <a:pt x="35" y="22"/>
                      <a:pt x="35" y="22"/>
                    </a:cubicBezTo>
                    <a:cubicBezTo>
                      <a:pt x="33" y="22"/>
                      <a:pt x="32" y="21"/>
                      <a:pt x="32" y="19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50" y="59"/>
                      <a:pt x="50" y="59"/>
                      <a:pt x="50" y="59"/>
                    </a:cubicBezTo>
                    <a:lnTo>
                      <a:pt x="50" y="22"/>
                    </a:lnTo>
                    <a:close/>
                    <a:moveTo>
                      <a:pt x="35" y="40"/>
                    </a:moveTo>
                    <a:cubicBezTo>
                      <a:pt x="36" y="40"/>
                      <a:pt x="38" y="40"/>
                      <a:pt x="39" y="40"/>
                    </a:cubicBezTo>
                    <a:cubicBezTo>
                      <a:pt x="41" y="40"/>
                      <a:pt x="44" y="40"/>
                      <a:pt x="45" y="41"/>
                    </a:cubicBezTo>
                    <a:cubicBezTo>
                      <a:pt x="45" y="42"/>
                      <a:pt x="46" y="42"/>
                      <a:pt x="45" y="43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4" y="45"/>
                      <a:pt x="43" y="45"/>
                    </a:cubicBezTo>
                    <a:cubicBezTo>
                      <a:pt x="40" y="45"/>
                      <a:pt x="37" y="44"/>
                      <a:pt x="34" y="42"/>
                    </a:cubicBezTo>
                    <a:cubicBezTo>
                      <a:pt x="29" y="43"/>
                      <a:pt x="24" y="44"/>
                      <a:pt x="20" y="45"/>
                    </a:cubicBezTo>
                    <a:cubicBezTo>
                      <a:pt x="16" y="51"/>
                      <a:pt x="13" y="54"/>
                      <a:pt x="11" y="54"/>
                    </a:cubicBezTo>
                    <a:cubicBezTo>
                      <a:pt x="11" y="54"/>
                      <a:pt x="11" y="54"/>
                      <a:pt x="10" y="54"/>
                    </a:cubicBezTo>
                    <a:cubicBezTo>
                      <a:pt x="9" y="54"/>
                      <a:pt x="9" y="54"/>
                      <a:pt x="9" y="54"/>
                    </a:cubicBezTo>
                    <a:cubicBezTo>
                      <a:pt x="9" y="54"/>
                      <a:pt x="9" y="54"/>
                      <a:pt x="9" y="54"/>
                    </a:cubicBezTo>
                    <a:cubicBezTo>
                      <a:pt x="9" y="53"/>
                      <a:pt x="9" y="53"/>
                      <a:pt x="9" y="52"/>
                    </a:cubicBezTo>
                    <a:cubicBezTo>
                      <a:pt x="9" y="51"/>
                      <a:pt x="11" y="48"/>
                      <a:pt x="16" y="46"/>
                    </a:cubicBezTo>
                    <a:cubicBezTo>
                      <a:pt x="16" y="45"/>
                      <a:pt x="16" y="45"/>
                      <a:pt x="16" y="46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4"/>
                      <a:pt x="19" y="42"/>
                      <a:pt x="20" y="39"/>
                    </a:cubicBezTo>
                    <a:cubicBezTo>
                      <a:pt x="22" y="36"/>
                      <a:pt x="23" y="33"/>
                      <a:pt x="24" y="30"/>
                    </a:cubicBezTo>
                    <a:cubicBezTo>
                      <a:pt x="23" y="26"/>
                      <a:pt x="23" y="22"/>
                      <a:pt x="23" y="19"/>
                    </a:cubicBezTo>
                    <a:cubicBezTo>
                      <a:pt x="23" y="18"/>
                      <a:pt x="24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26" y="18"/>
                      <a:pt x="26" y="18"/>
                      <a:pt x="27" y="18"/>
                    </a:cubicBezTo>
                    <a:cubicBezTo>
                      <a:pt x="27" y="19"/>
                      <a:pt x="27" y="20"/>
                      <a:pt x="27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5"/>
                      <a:pt x="27" y="27"/>
                      <a:pt x="26" y="29"/>
                    </a:cubicBezTo>
                    <a:cubicBezTo>
                      <a:pt x="28" y="33"/>
                      <a:pt x="30" y="36"/>
                      <a:pt x="32" y="38"/>
                    </a:cubicBezTo>
                    <a:cubicBezTo>
                      <a:pt x="33" y="39"/>
                      <a:pt x="34" y="39"/>
                      <a:pt x="35" y="40"/>
                    </a:cubicBezTo>
                    <a:close/>
                    <a:moveTo>
                      <a:pt x="16" y="47"/>
                    </a:moveTo>
                    <a:cubicBezTo>
                      <a:pt x="13" y="49"/>
                      <a:pt x="12" y="51"/>
                      <a:pt x="11" y="52"/>
                    </a:cubicBezTo>
                    <a:cubicBezTo>
                      <a:pt x="12" y="52"/>
                      <a:pt x="14" y="50"/>
                      <a:pt x="16" y="47"/>
                    </a:cubicBezTo>
                    <a:close/>
                    <a:moveTo>
                      <a:pt x="31" y="40"/>
                    </a:moveTo>
                    <a:cubicBezTo>
                      <a:pt x="31" y="40"/>
                      <a:pt x="30" y="40"/>
                      <a:pt x="30" y="40"/>
                    </a:cubicBezTo>
                    <a:cubicBezTo>
                      <a:pt x="28" y="38"/>
                      <a:pt x="27" y="36"/>
                      <a:pt x="25" y="33"/>
                    </a:cubicBezTo>
                    <a:cubicBezTo>
                      <a:pt x="25" y="35"/>
                      <a:pt x="24" y="38"/>
                      <a:pt x="23" y="40"/>
                    </a:cubicBezTo>
                    <a:cubicBezTo>
                      <a:pt x="22" y="41"/>
                      <a:pt x="21" y="42"/>
                      <a:pt x="21" y="43"/>
                    </a:cubicBezTo>
                    <a:cubicBezTo>
                      <a:pt x="24" y="42"/>
                      <a:pt x="28" y="41"/>
                      <a:pt x="31" y="40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3"/>
                      <a:pt x="26" y="23"/>
                    </a:cubicBezTo>
                    <a:cubicBezTo>
                      <a:pt x="26" y="22"/>
                      <a:pt x="26" y="22"/>
                      <a:pt x="26" y="21"/>
                    </a:cubicBezTo>
                    <a:cubicBezTo>
                      <a:pt x="26" y="21"/>
                      <a:pt x="26" y="21"/>
                      <a:pt x="26" y="21"/>
                    </a:cubicBezTo>
                    <a:cubicBezTo>
                      <a:pt x="26" y="21"/>
                      <a:pt x="26" y="21"/>
                      <a:pt x="26" y="21"/>
                    </a:cubicBezTo>
                    <a:cubicBezTo>
                      <a:pt x="26" y="20"/>
                      <a:pt x="26" y="20"/>
                      <a:pt x="25" y="19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1"/>
                      <a:pt x="25" y="22"/>
                      <a:pt x="25" y="24"/>
                    </a:cubicBezTo>
                    <a:close/>
                    <a:moveTo>
                      <a:pt x="36" y="18"/>
                    </a:moveTo>
                    <a:cubicBezTo>
                      <a:pt x="50" y="18"/>
                      <a:pt x="50" y="18"/>
                      <a:pt x="50" y="18"/>
                    </a:cubicBezTo>
                    <a:cubicBezTo>
                      <a:pt x="50" y="17"/>
                      <a:pt x="49" y="17"/>
                      <a:pt x="49" y="16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8" y="5"/>
                      <a:pt x="37" y="5"/>
                      <a:pt x="36" y="4"/>
                    </a:cubicBezTo>
                    <a:lnTo>
                      <a:pt x="36" y="18"/>
                    </a:lnTo>
                    <a:close/>
                    <a:moveTo>
                      <a:pt x="39" y="42"/>
                    </a:moveTo>
                    <a:cubicBezTo>
                      <a:pt x="41" y="42"/>
                      <a:pt x="42" y="43"/>
                      <a:pt x="43" y="43"/>
                    </a:cubicBezTo>
                    <a:cubicBezTo>
                      <a:pt x="44" y="43"/>
                      <a:pt x="44" y="43"/>
                      <a:pt x="44" y="43"/>
                    </a:cubicBezTo>
                    <a:cubicBezTo>
                      <a:pt x="44" y="43"/>
                      <a:pt x="44" y="43"/>
                      <a:pt x="44" y="43"/>
                    </a:cubicBezTo>
                    <a:cubicBezTo>
                      <a:pt x="44" y="42"/>
                      <a:pt x="43" y="42"/>
                      <a:pt x="39" y="42"/>
                    </a:cubicBezTo>
                    <a:close/>
                  </a:path>
                </a:pathLst>
              </a:custGeom>
              <a:solidFill>
                <a:srgbClr val="1A25B8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493CA93-4124-4829-8B11-2E98AE9973A4}"/>
              </a:ext>
            </a:extLst>
          </p:cNvPr>
          <p:cNvGrpSpPr/>
          <p:nvPr/>
        </p:nvGrpSpPr>
        <p:grpSpPr>
          <a:xfrm>
            <a:off x="8997719" y="1820163"/>
            <a:ext cx="1942023" cy="2078071"/>
            <a:chOff x="8661858" y="1785035"/>
            <a:chExt cx="2369000" cy="2534960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38425B3D-E2F9-4889-83E0-D946CDDD856B}"/>
                </a:ext>
              </a:extLst>
            </p:cNvPr>
            <p:cNvGrpSpPr/>
            <p:nvPr/>
          </p:nvGrpSpPr>
          <p:grpSpPr>
            <a:xfrm>
              <a:off x="8661858" y="1950996"/>
              <a:ext cx="2369000" cy="2368999"/>
              <a:chOff x="8836870" y="1875863"/>
              <a:chExt cx="2530586" cy="2530585"/>
            </a:xfrm>
          </p:grpSpPr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81D4C392-7526-49D2-87BA-110736D5EAE3}"/>
                  </a:ext>
                </a:extLst>
              </p:cNvPr>
              <p:cNvSpPr/>
              <p:nvPr/>
            </p:nvSpPr>
            <p:spPr>
              <a:xfrm>
                <a:off x="8836870" y="1875863"/>
                <a:ext cx="2530586" cy="2530585"/>
              </a:xfrm>
              <a:prstGeom prst="ellipse">
                <a:avLst/>
              </a:prstGeom>
              <a:solidFill>
                <a:srgbClr val="E2087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BA1ED56D-7C00-4490-8F69-F4E9E9BA7DF1}"/>
                  </a:ext>
                </a:extLst>
              </p:cNvPr>
              <p:cNvSpPr/>
              <p:nvPr/>
            </p:nvSpPr>
            <p:spPr>
              <a:xfrm>
                <a:off x="8966989" y="2005982"/>
                <a:ext cx="2270346" cy="2270346"/>
              </a:xfrm>
              <a:prstGeom prst="ellipse">
                <a:avLst/>
              </a:prstGeom>
              <a:noFill/>
              <a:ln w="19050" cap="flat" cmpd="sng" algn="ctr">
                <a:solidFill>
                  <a:sysClr val="window" lastClr="FFFFFF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81F8E6AB-04CE-4BFA-82A5-19246B4DBA9C}"/>
                </a:ext>
              </a:extLst>
            </p:cNvPr>
            <p:cNvGrpSpPr/>
            <p:nvPr/>
          </p:nvGrpSpPr>
          <p:grpSpPr>
            <a:xfrm>
              <a:off x="8759412" y="1785035"/>
              <a:ext cx="973815" cy="973815"/>
              <a:chOff x="8941078" y="1698582"/>
              <a:chExt cx="1040237" cy="1040237"/>
            </a:xfrm>
          </p:grpSpPr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45793E5C-C78F-46CE-BBCF-FD9BE56E8A66}"/>
                  </a:ext>
                </a:extLst>
              </p:cNvPr>
              <p:cNvSpPr/>
              <p:nvPr/>
            </p:nvSpPr>
            <p:spPr>
              <a:xfrm>
                <a:off x="8941078" y="1698582"/>
                <a:ext cx="1040237" cy="1040237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39700" sx="101000" sy="101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" name="Freeform 75">
                <a:extLst>
                  <a:ext uri="{FF2B5EF4-FFF2-40B4-BE49-F238E27FC236}">
                    <a16:creationId xmlns:a16="http://schemas.microsoft.com/office/drawing/2014/main" id="{6E0DBBF1-3B98-4D9A-9B80-FEAD6854C9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67815" y="2051048"/>
                <a:ext cx="391142" cy="303908"/>
              </a:xfrm>
              <a:custGeom>
                <a:avLst/>
                <a:gdLst>
                  <a:gd name="T0" fmla="*/ 760814993 w 64"/>
                  <a:gd name="T1" fmla="*/ 529111845 h 50"/>
                  <a:gd name="T2" fmla="*/ 689489126 w 64"/>
                  <a:gd name="T3" fmla="*/ 587902050 h 50"/>
                  <a:gd name="T4" fmla="*/ 59437648 w 64"/>
                  <a:gd name="T5" fmla="*/ 587902050 h 50"/>
                  <a:gd name="T6" fmla="*/ 0 w 64"/>
                  <a:gd name="T7" fmla="*/ 529111845 h 50"/>
                  <a:gd name="T8" fmla="*/ 0 w 64"/>
                  <a:gd name="T9" fmla="*/ 70548246 h 50"/>
                  <a:gd name="T10" fmla="*/ 59437648 w 64"/>
                  <a:gd name="T11" fmla="*/ 0 h 50"/>
                  <a:gd name="T12" fmla="*/ 689489126 w 64"/>
                  <a:gd name="T13" fmla="*/ 0 h 50"/>
                  <a:gd name="T14" fmla="*/ 760814993 w 64"/>
                  <a:gd name="T15" fmla="*/ 70548246 h 50"/>
                  <a:gd name="T16" fmla="*/ 760814993 w 64"/>
                  <a:gd name="T17" fmla="*/ 529111845 h 50"/>
                  <a:gd name="T18" fmla="*/ 689489126 w 64"/>
                  <a:gd name="T19" fmla="*/ 58790205 h 50"/>
                  <a:gd name="T20" fmla="*/ 59437648 w 64"/>
                  <a:gd name="T21" fmla="*/ 58790205 h 50"/>
                  <a:gd name="T22" fmla="*/ 47549429 w 64"/>
                  <a:gd name="T23" fmla="*/ 70548246 h 50"/>
                  <a:gd name="T24" fmla="*/ 118878743 w 64"/>
                  <a:gd name="T25" fmla="*/ 188128656 h 50"/>
                  <a:gd name="T26" fmla="*/ 285306915 w 64"/>
                  <a:gd name="T27" fmla="*/ 317467107 h 50"/>
                  <a:gd name="T28" fmla="*/ 380409221 w 64"/>
                  <a:gd name="T29" fmla="*/ 376257312 h 50"/>
                  <a:gd name="T30" fmla="*/ 380409221 w 64"/>
                  <a:gd name="T31" fmla="*/ 376257312 h 50"/>
                  <a:gd name="T32" fmla="*/ 380409221 w 64"/>
                  <a:gd name="T33" fmla="*/ 376257312 h 50"/>
                  <a:gd name="T34" fmla="*/ 475508078 w 64"/>
                  <a:gd name="T35" fmla="*/ 317467107 h 50"/>
                  <a:gd name="T36" fmla="*/ 641936250 w 64"/>
                  <a:gd name="T37" fmla="*/ 188128656 h 50"/>
                  <a:gd name="T38" fmla="*/ 701377346 w 64"/>
                  <a:gd name="T39" fmla="*/ 82306287 h 50"/>
                  <a:gd name="T40" fmla="*/ 689489126 w 64"/>
                  <a:gd name="T41" fmla="*/ 58790205 h 50"/>
                  <a:gd name="T42" fmla="*/ 701377346 w 64"/>
                  <a:gd name="T43" fmla="*/ 199886697 h 50"/>
                  <a:gd name="T44" fmla="*/ 677600907 w 64"/>
                  <a:gd name="T45" fmla="*/ 235160820 h 50"/>
                  <a:gd name="T46" fmla="*/ 487396297 w 64"/>
                  <a:gd name="T47" fmla="*/ 376257312 h 50"/>
                  <a:gd name="T48" fmla="*/ 380409221 w 64"/>
                  <a:gd name="T49" fmla="*/ 435047517 h 50"/>
                  <a:gd name="T50" fmla="*/ 380409221 w 64"/>
                  <a:gd name="T51" fmla="*/ 435047517 h 50"/>
                  <a:gd name="T52" fmla="*/ 380409221 w 64"/>
                  <a:gd name="T53" fmla="*/ 435047517 h 50"/>
                  <a:gd name="T54" fmla="*/ 261530477 w 64"/>
                  <a:gd name="T55" fmla="*/ 376257312 h 50"/>
                  <a:gd name="T56" fmla="*/ 83214086 w 64"/>
                  <a:gd name="T57" fmla="*/ 235160820 h 50"/>
                  <a:gd name="T58" fmla="*/ 47549429 w 64"/>
                  <a:gd name="T59" fmla="*/ 199886697 h 50"/>
                  <a:gd name="T60" fmla="*/ 47549429 w 64"/>
                  <a:gd name="T61" fmla="*/ 529111845 h 50"/>
                  <a:gd name="T62" fmla="*/ 59437648 w 64"/>
                  <a:gd name="T63" fmla="*/ 540869886 h 50"/>
                  <a:gd name="T64" fmla="*/ 689489126 w 64"/>
                  <a:gd name="T65" fmla="*/ 540869886 h 50"/>
                  <a:gd name="T66" fmla="*/ 701377346 w 64"/>
                  <a:gd name="T67" fmla="*/ 529111845 h 50"/>
                  <a:gd name="T68" fmla="*/ 701377346 w 64"/>
                  <a:gd name="T69" fmla="*/ 199886697 h 5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64" h="50">
                    <a:moveTo>
                      <a:pt x="64" y="45"/>
                    </a:moveTo>
                    <a:cubicBezTo>
                      <a:pt x="64" y="48"/>
                      <a:pt x="61" y="50"/>
                      <a:pt x="58" y="50"/>
                    </a:cubicBezTo>
                    <a:cubicBezTo>
                      <a:pt x="5" y="50"/>
                      <a:pt x="5" y="50"/>
                      <a:pt x="5" y="50"/>
                    </a:cubicBezTo>
                    <a:cubicBezTo>
                      <a:pt x="2" y="50"/>
                      <a:pt x="0" y="48"/>
                      <a:pt x="0" y="4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61" y="0"/>
                      <a:pt x="64" y="3"/>
                      <a:pt x="64" y="6"/>
                    </a:cubicBezTo>
                    <a:lnTo>
                      <a:pt x="64" y="45"/>
                    </a:lnTo>
                    <a:close/>
                    <a:moveTo>
                      <a:pt x="58" y="5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5" y="5"/>
                      <a:pt x="4" y="5"/>
                      <a:pt x="4" y="6"/>
                    </a:cubicBezTo>
                    <a:cubicBezTo>
                      <a:pt x="4" y="10"/>
                      <a:pt x="6" y="13"/>
                      <a:pt x="10" y="16"/>
                    </a:cubicBezTo>
                    <a:cubicBezTo>
                      <a:pt x="14" y="20"/>
                      <a:pt x="19" y="23"/>
                      <a:pt x="24" y="27"/>
                    </a:cubicBezTo>
                    <a:cubicBezTo>
                      <a:pt x="26" y="29"/>
                      <a:pt x="29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4" y="32"/>
                      <a:pt x="38" y="29"/>
                      <a:pt x="40" y="27"/>
                    </a:cubicBezTo>
                    <a:cubicBezTo>
                      <a:pt x="44" y="23"/>
                      <a:pt x="49" y="20"/>
                      <a:pt x="54" y="16"/>
                    </a:cubicBezTo>
                    <a:cubicBezTo>
                      <a:pt x="56" y="14"/>
                      <a:pt x="59" y="10"/>
                      <a:pt x="59" y="7"/>
                    </a:cubicBezTo>
                    <a:cubicBezTo>
                      <a:pt x="59" y="6"/>
                      <a:pt x="59" y="5"/>
                      <a:pt x="58" y="5"/>
                    </a:cubicBezTo>
                    <a:close/>
                    <a:moveTo>
                      <a:pt x="59" y="17"/>
                    </a:moveTo>
                    <a:cubicBezTo>
                      <a:pt x="58" y="18"/>
                      <a:pt x="58" y="19"/>
                      <a:pt x="57" y="20"/>
                    </a:cubicBezTo>
                    <a:cubicBezTo>
                      <a:pt x="52" y="24"/>
                      <a:pt x="46" y="28"/>
                      <a:pt x="41" y="32"/>
                    </a:cubicBezTo>
                    <a:cubicBezTo>
                      <a:pt x="39" y="34"/>
                      <a:pt x="36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8" y="37"/>
                      <a:pt x="25" y="34"/>
                      <a:pt x="22" y="32"/>
                    </a:cubicBezTo>
                    <a:cubicBezTo>
                      <a:pt x="17" y="28"/>
                      <a:pt x="12" y="24"/>
                      <a:pt x="7" y="20"/>
                    </a:cubicBezTo>
                    <a:cubicBezTo>
                      <a:pt x="6" y="19"/>
                      <a:pt x="5" y="18"/>
                      <a:pt x="4" y="17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4" y="45"/>
                      <a:pt x="5" y="46"/>
                      <a:pt x="5" y="46"/>
                    </a:cubicBezTo>
                    <a:cubicBezTo>
                      <a:pt x="58" y="46"/>
                      <a:pt x="58" y="46"/>
                      <a:pt x="58" y="46"/>
                    </a:cubicBezTo>
                    <a:cubicBezTo>
                      <a:pt x="59" y="46"/>
                      <a:pt x="59" y="45"/>
                      <a:pt x="59" y="45"/>
                    </a:cubicBezTo>
                    <a:lnTo>
                      <a:pt x="59" y="17"/>
                    </a:lnTo>
                    <a:close/>
                  </a:path>
                </a:pathLst>
              </a:custGeom>
              <a:solidFill>
                <a:srgbClr val="E2087A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53A860EE-21DF-4B12-9EF5-CD7FAD3441C3}"/>
              </a:ext>
            </a:extLst>
          </p:cNvPr>
          <p:cNvSpPr txBox="1"/>
          <p:nvPr/>
        </p:nvSpPr>
        <p:spPr>
          <a:xfrm>
            <a:off x="1631898" y="2615570"/>
            <a:ext cx="1670174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defRPr/>
            </a:pPr>
            <a:r>
              <a:rPr lang="en-US" altLang="zh-CN" sz="4400" b="1">
                <a:solidFill>
                  <a:prstClr val="white"/>
                </a:solidFill>
                <a:cs typeface="+mn-ea"/>
                <a:sym typeface="+mn-lt"/>
              </a:rPr>
              <a:t>01</a:t>
            </a:r>
            <a:endParaRPr lang="zh-CN" altLang="en-US" sz="4400" b="1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394F1F1-F3F0-4126-B369-E25CB9D2A477}"/>
              </a:ext>
            </a:extLst>
          </p:cNvPr>
          <p:cNvSpPr txBox="1"/>
          <p:nvPr/>
        </p:nvSpPr>
        <p:spPr>
          <a:xfrm>
            <a:off x="4133440" y="2615570"/>
            <a:ext cx="1670174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defRPr/>
            </a:pPr>
            <a:r>
              <a:rPr lang="en-US" altLang="zh-CN" sz="4400" b="1">
                <a:solidFill>
                  <a:prstClr val="white"/>
                </a:solidFill>
                <a:cs typeface="+mn-ea"/>
                <a:sym typeface="+mn-lt"/>
              </a:rPr>
              <a:t>02</a:t>
            </a:r>
            <a:endParaRPr lang="zh-CN" altLang="en-US" sz="4400" b="1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CEE3C78-9081-4D7B-854A-0FBBD0E06630}"/>
              </a:ext>
            </a:extLst>
          </p:cNvPr>
          <p:cNvSpPr txBox="1"/>
          <p:nvPr/>
        </p:nvSpPr>
        <p:spPr>
          <a:xfrm>
            <a:off x="6623566" y="2615570"/>
            <a:ext cx="1670174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defRPr/>
            </a:pPr>
            <a:r>
              <a:rPr lang="en-US" altLang="zh-CN" sz="4400" b="1">
                <a:solidFill>
                  <a:prstClr val="white"/>
                </a:solidFill>
                <a:cs typeface="+mn-ea"/>
                <a:sym typeface="+mn-lt"/>
              </a:rPr>
              <a:t>03</a:t>
            </a:r>
            <a:endParaRPr lang="zh-CN" altLang="en-US" sz="4400" b="1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870135E-894E-4962-A31F-86345215DADF}"/>
              </a:ext>
            </a:extLst>
          </p:cNvPr>
          <p:cNvSpPr txBox="1"/>
          <p:nvPr/>
        </p:nvSpPr>
        <p:spPr>
          <a:xfrm>
            <a:off x="9141954" y="2615570"/>
            <a:ext cx="1670174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defRPr/>
            </a:pPr>
            <a:r>
              <a:rPr lang="en-US" altLang="zh-CN" sz="4400" b="1">
                <a:solidFill>
                  <a:prstClr val="white"/>
                </a:solidFill>
                <a:cs typeface="+mn-ea"/>
                <a:sym typeface="+mn-lt"/>
              </a:rPr>
              <a:t>04</a:t>
            </a:r>
            <a:endParaRPr lang="zh-CN" altLang="en-US" sz="4400" b="1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7F21646-799B-44AB-B96D-770EDB502CBB}"/>
              </a:ext>
            </a:extLst>
          </p:cNvPr>
          <p:cNvSpPr/>
          <p:nvPr/>
        </p:nvSpPr>
        <p:spPr>
          <a:xfrm>
            <a:off x="956416" y="4122804"/>
            <a:ext cx="265306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2000" b="1" kern="0">
                <a:solidFill>
                  <a:prstClr val="white"/>
                </a:solidFill>
                <a:cs typeface="+mn-ea"/>
                <a:sym typeface="+mn-lt"/>
              </a:rPr>
              <a:t>标题文本</a:t>
            </a:r>
            <a:endParaRPr lang="en-US" altLang="zh-CN" sz="1600" b="1" kern="0">
              <a:solidFill>
                <a:prstClr val="white"/>
              </a:solidFill>
              <a:cs typeface="+mn-ea"/>
              <a:sym typeface="+mn-lt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单击文本框，可修改文字内容，调整文字颜色和大X，祝你使用愉快。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00F0BBA-5917-48C1-82C9-F9334EF596F1}"/>
              </a:ext>
            </a:extLst>
          </p:cNvPr>
          <p:cNvSpPr/>
          <p:nvPr/>
        </p:nvSpPr>
        <p:spPr>
          <a:xfrm>
            <a:off x="3624752" y="4122804"/>
            <a:ext cx="265306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2000" b="1" kern="0">
                <a:solidFill>
                  <a:prstClr val="white"/>
                </a:solidFill>
                <a:cs typeface="+mn-ea"/>
                <a:sym typeface="+mn-lt"/>
              </a:rPr>
              <a:t>标题文本</a:t>
            </a:r>
            <a:endParaRPr lang="en-US" altLang="zh-CN" sz="1600" b="1" kern="0">
              <a:solidFill>
                <a:prstClr val="white"/>
              </a:solidFill>
              <a:cs typeface="+mn-ea"/>
              <a:sym typeface="+mn-lt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单击文本框，可修改文字内容，调整文字颜色和大X，祝你使用愉快。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56DBC3D-7B75-4255-90A5-D9AFBF54821A}"/>
              </a:ext>
            </a:extLst>
          </p:cNvPr>
          <p:cNvSpPr/>
          <p:nvPr/>
        </p:nvSpPr>
        <p:spPr>
          <a:xfrm>
            <a:off x="6293088" y="4122804"/>
            <a:ext cx="265306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2000" b="1" kern="0">
                <a:solidFill>
                  <a:prstClr val="white"/>
                </a:solidFill>
                <a:cs typeface="+mn-ea"/>
                <a:sym typeface="+mn-lt"/>
              </a:rPr>
              <a:t>标题文本</a:t>
            </a:r>
            <a:endParaRPr lang="en-US" altLang="zh-CN" sz="1600" b="1" kern="0">
              <a:solidFill>
                <a:prstClr val="white"/>
              </a:solidFill>
              <a:cs typeface="+mn-ea"/>
              <a:sym typeface="+mn-lt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单击文本框，可修改文字内容，调整文字颜色和大X，祝你使用愉快。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32CD657-4085-4182-9309-734481C35E9B}"/>
              </a:ext>
            </a:extLst>
          </p:cNvPr>
          <p:cNvSpPr/>
          <p:nvPr/>
        </p:nvSpPr>
        <p:spPr>
          <a:xfrm>
            <a:off x="8961425" y="4122804"/>
            <a:ext cx="265306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2000" b="1" kern="0">
                <a:solidFill>
                  <a:prstClr val="white"/>
                </a:solidFill>
                <a:cs typeface="+mn-ea"/>
                <a:sym typeface="+mn-lt"/>
              </a:rPr>
              <a:t>标题文本</a:t>
            </a:r>
            <a:endParaRPr lang="en-US" altLang="zh-CN" sz="1600" b="1" kern="0">
              <a:solidFill>
                <a:prstClr val="white"/>
              </a:solidFill>
              <a:cs typeface="+mn-ea"/>
              <a:sym typeface="+mn-lt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单击文本框，可修改文字内容，调整文字颜色和大X，祝你使用愉快。</a:t>
            </a:r>
          </a:p>
        </p:txBody>
      </p:sp>
    </p:spTree>
    <p:extLst>
      <p:ext uri="{BB962C8B-B14F-4D97-AF65-F5344CB8AC3E}">
        <p14:creationId xmlns:p14="http://schemas.microsoft.com/office/powerpoint/2010/main" val="129286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:p15="http://schemas.microsoft.com/office/powerpoint/2012/main" xmlns:a16="http://schemas.microsoft.com/office/drawing/2014/main" xmlns="">
      <p:transition spd="slow" advClick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88383EFB-C639-443F-8C24-6658E8CD5FD8}"/>
              </a:ext>
            </a:extLst>
          </p:cNvPr>
          <p:cNvSpPr/>
          <p:nvPr/>
        </p:nvSpPr>
        <p:spPr>
          <a:xfrm>
            <a:off x="-214744" y="-331636"/>
            <a:ext cx="5203797" cy="7167317"/>
          </a:xfrm>
          <a:prstGeom prst="rtTriangle">
            <a:avLst/>
          </a:prstGeom>
          <a:solidFill>
            <a:srgbClr val="0B1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EF7D8B1-F70D-414E-AF5C-7B03B494ECDF}"/>
              </a:ext>
            </a:extLst>
          </p:cNvPr>
          <p:cNvGrpSpPr/>
          <p:nvPr/>
        </p:nvGrpSpPr>
        <p:grpSpPr>
          <a:xfrm rot="1767638">
            <a:off x="-1438722" y="-2087913"/>
            <a:ext cx="3823256" cy="10810241"/>
            <a:chOff x="1066240" y="548032"/>
            <a:chExt cx="2267438" cy="591768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C2149D3-8AD8-486E-8083-4629755A7467}"/>
                </a:ext>
              </a:extLst>
            </p:cNvPr>
            <p:cNvSpPr/>
            <p:nvPr/>
          </p:nvSpPr>
          <p:spPr>
            <a:xfrm>
              <a:off x="1066240" y="979317"/>
              <a:ext cx="1327639" cy="5486400"/>
            </a:xfrm>
            <a:prstGeom prst="rect">
              <a:avLst/>
            </a:prstGeom>
            <a:solidFill>
              <a:srgbClr val="111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E920109-A681-4010-8125-D7D217A90B15}"/>
                </a:ext>
              </a:extLst>
            </p:cNvPr>
            <p:cNvSpPr/>
            <p:nvPr/>
          </p:nvSpPr>
          <p:spPr>
            <a:xfrm>
              <a:off x="1822939" y="838200"/>
              <a:ext cx="1327639" cy="5486400"/>
            </a:xfrm>
            <a:prstGeom prst="rect">
              <a:avLst/>
            </a:prstGeom>
            <a:solidFill>
              <a:srgbClr val="1B03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E5027D1-A176-4ABB-9763-00F274BADF8A}"/>
                </a:ext>
              </a:extLst>
            </p:cNvPr>
            <p:cNvSpPr/>
            <p:nvPr/>
          </p:nvSpPr>
          <p:spPr>
            <a:xfrm>
              <a:off x="2348034" y="548032"/>
              <a:ext cx="985644" cy="5797485"/>
            </a:xfrm>
            <a:prstGeom prst="rect">
              <a:avLst/>
            </a:prstGeom>
            <a:solidFill>
              <a:srgbClr val="120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平行四边形 6">
              <a:extLst>
                <a:ext uri="{FF2B5EF4-FFF2-40B4-BE49-F238E27FC236}">
                  <a16:creationId xmlns:a16="http://schemas.microsoft.com/office/drawing/2014/main" id="{784C28D6-1627-4636-84BE-3378A811FA67}"/>
                </a:ext>
              </a:extLst>
            </p:cNvPr>
            <p:cNvSpPr/>
            <p:nvPr/>
          </p:nvSpPr>
          <p:spPr>
            <a:xfrm rot="16200000">
              <a:off x="-377397" y="3950210"/>
              <a:ext cx="3724275" cy="371475"/>
            </a:xfrm>
            <a:prstGeom prst="parallelogram">
              <a:avLst>
                <a:gd name="adj" fmla="val 73387"/>
              </a:avLst>
            </a:prstGeom>
            <a:solidFill>
              <a:srgbClr val="120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0CE52195-0D93-4437-A807-FCC00EE339E4}"/>
              </a:ext>
            </a:extLst>
          </p:cNvPr>
          <p:cNvGrpSpPr/>
          <p:nvPr/>
        </p:nvGrpSpPr>
        <p:grpSpPr>
          <a:xfrm>
            <a:off x="909609" y="4322790"/>
            <a:ext cx="955991" cy="623601"/>
            <a:chOff x="2309496" y="961390"/>
            <a:chExt cx="955991" cy="623601"/>
          </a:xfrm>
          <a:gradFill flip="none" rotWithShape="1">
            <a:gsLst>
              <a:gs pos="0">
                <a:srgbClr val="120249">
                  <a:alpha val="36000"/>
                </a:srgbClr>
              </a:gs>
              <a:gs pos="100000">
                <a:srgbClr val="0B1051"/>
              </a:gs>
            </a:gsLst>
            <a:lin ang="16200000" scaled="1"/>
          </a:gradFill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621ABD6C-51F0-4820-814D-A23B700ABEC2}"/>
                </a:ext>
              </a:extLst>
            </p:cNvPr>
            <p:cNvSpPr/>
            <p:nvPr/>
          </p:nvSpPr>
          <p:spPr>
            <a:xfrm>
              <a:off x="230949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6905A591-9DAB-4608-B648-2B027A878AF8}"/>
                </a:ext>
              </a:extLst>
            </p:cNvPr>
            <p:cNvSpPr/>
            <p:nvPr/>
          </p:nvSpPr>
          <p:spPr>
            <a:xfrm>
              <a:off x="248102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746E7190-F296-414A-AFEB-BB2A6A304916}"/>
                </a:ext>
              </a:extLst>
            </p:cNvPr>
            <p:cNvSpPr/>
            <p:nvPr/>
          </p:nvSpPr>
          <p:spPr>
            <a:xfrm>
              <a:off x="2652561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C0A6E983-45F2-433F-91FE-F74D5E51120C}"/>
                </a:ext>
              </a:extLst>
            </p:cNvPr>
            <p:cNvSpPr/>
            <p:nvPr/>
          </p:nvSpPr>
          <p:spPr>
            <a:xfrm>
              <a:off x="2824093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927222AC-711D-4A7C-9A4A-E8A36111F9F0}"/>
                </a:ext>
              </a:extLst>
            </p:cNvPr>
            <p:cNvSpPr/>
            <p:nvPr/>
          </p:nvSpPr>
          <p:spPr>
            <a:xfrm>
              <a:off x="299562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031B6E36-2CD2-43DC-8E45-D7DFB0E117DE}"/>
                </a:ext>
              </a:extLst>
            </p:cNvPr>
            <p:cNvSpPr/>
            <p:nvPr/>
          </p:nvSpPr>
          <p:spPr>
            <a:xfrm>
              <a:off x="316715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B15DFB12-0CF9-48BD-83CE-865FCC6F5C81}"/>
                </a:ext>
              </a:extLst>
            </p:cNvPr>
            <p:cNvSpPr/>
            <p:nvPr/>
          </p:nvSpPr>
          <p:spPr>
            <a:xfrm>
              <a:off x="230949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A0D0626D-E89D-4798-9553-FA68E48673F7}"/>
                </a:ext>
              </a:extLst>
            </p:cNvPr>
            <p:cNvSpPr/>
            <p:nvPr/>
          </p:nvSpPr>
          <p:spPr>
            <a:xfrm>
              <a:off x="248102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B44AAB2A-306C-457E-90E9-45EFDBA1F791}"/>
                </a:ext>
              </a:extLst>
            </p:cNvPr>
            <p:cNvSpPr/>
            <p:nvPr/>
          </p:nvSpPr>
          <p:spPr>
            <a:xfrm>
              <a:off x="2652561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5CD62E2F-B6A8-481A-A082-228F87193E28}"/>
                </a:ext>
              </a:extLst>
            </p:cNvPr>
            <p:cNvSpPr/>
            <p:nvPr/>
          </p:nvSpPr>
          <p:spPr>
            <a:xfrm>
              <a:off x="2824093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BF5599ED-E465-46E8-9C0F-F8D1AFB4B043}"/>
                </a:ext>
              </a:extLst>
            </p:cNvPr>
            <p:cNvSpPr/>
            <p:nvPr/>
          </p:nvSpPr>
          <p:spPr>
            <a:xfrm>
              <a:off x="299562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97AA6382-F340-44FD-96BA-6BA78C8E3ABC}"/>
                </a:ext>
              </a:extLst>
            </p:cNvPr>
            <p:cNvSpPr/>
            <p:nvPr/>
          </p:nvSpPr>
          <p:spPr>
            <a:xfrm>
              <a:off x="316715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4E53C7F0-F51B-4EB9-AF08-446CD47AA680}"/>
                </a:ext>
              </a:extLst>
            </p:cNvPr>
            <p:cNvSpPr/>
            <p:nvPr/>
          </p:nvSpPr>
          <p:spPr>
            <a:xfrm>
              <a:off x="231108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C19CBCC2-862F-4EC6-8DF1-5734470F12D2}"/>
                </a:ext>
              </a:extLst>
            </p:cNvPr>
            <p:cNvSpPr/>
            <p:nvPr/>
          </p:nvSpPr>
          <p:spPr>
            <a:xfrm>
              <a:off x="248261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0811E3DF-1A41-4EFF-8106-545FA752A25D}"/>
                </a:ext>
              </a:extLst>
            </p:cNvPr>
            <p:cNvSpPr/>
            <p:nvPr/>
          </p:nvSpPr>
          <p:spPr>
            <a:xfrm>
              <a:off x="2654148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2D314A26-7884-4D5E-9DA4-5E8C0558A5D3}"/>
                </a:ext>
              </a:extLst>
            </p:cNvPr>
            <p:cNvSpPr/>
            <p:nvPr/>
          </p:nvSpPr>
          <p:spPr>
            <a:xfrm>
              <a:off x="2825680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82DBE386-0584-49CF-A6A3-57656E7BB9A3}"/>
                </a:ext>
              </a:extLst>
            </p:cNvPr>
            <p:cNvSpPr/>
            <p:nvPr/>
          </p:nvSpPr>
          <p:spPr>
            <a:xfrm>
              <a:off x="299721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C89A7614-CF6A-48F0-A22E-0307ECE03427}"/>
                </a:ext>
              </a:extLst>
            </p:cNvPr>
            <p:cNvSpPr/>
            <p:nvPr/>
          </p:nvSpPr>
          <p:spPr>
            <a:xfrm>
              <a:off x="316874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D5822DB2-DA07-41BE-97D4-00D602FD55F1}"/>
                </a:ext>
              </a:extLst>
            </p:cNvPr>
            <p:cNvSpPr/>
            <p:nvPr/>
          </p:nvSpPr>
          <p:spPr>
            <a:xfrm>
              <a:off x="231108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86AFB244-6EF2-4D63-92B2-B623EBF9E2F1}"/>
                </a:ext>
              </a:extLst>
            </p:cNvPr>
            <p:cNvSpPr/>
            <p:nvPr/>
          </p:nvSpPr>
          <p:spPr>
            <a:xfrm>
              <a:off x="248261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DB62E058-6DE4-4DFD-8D9A-2E818A1CC2EC}"/>
                </a:ext>
              </a:extLst>
            </p:cNvPr>
            <p:cNvSpPr/>
            <p:nvPr/>
          </p:nvSpPr>
          <p:spPr>
            <a:xfrm>
              <a:off x="2654148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49856810-0545-4820-A35D-F650B9DB30DA}"/>
                </a:ext>
              </a:extLst>
            </p:cNvPr>
            <p:cNvSpPr/>
            <p:nvPr/>
          </p:nvSpPr>
          <p:spPr>
            <a:xfrm>
              <a:off x="2825680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9EFEDF57-091C-4505-A521-C4E2554E61D5}"/>
                </a:ext>
              </a:extLst>
            </p:cNvPr>
            <p:cNvSpPr/>
            <p:nvPr/>
          </p:nvSpPr>
          <p:spPr>
            <a:xfrm>
              <a:off x="299721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E90EEED2-BA48-4F74-87BD-E9BBC017DDA5}"/>
                </a:ext>
              </a:extLst>
            </p:cNvPr>
            <p:cNvSpPr/>
            <p:nvPr/>
          </p:nvSpPr>
          <p:spPr>
            <a:xfrm>
              <a:off x="316874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4DDD5C5-5336-42B4-82E5-8DCAC7D7ACDB}"/>
              </a:ext>
            </a:extLst>
          </p:cNvPr>
          <p:cNvGrpSpPr/>
          <p:nvPr/>
        </p:nvGrpSpPr>
        <p:grpSpPr>
          <a:xfrm>
            <a:off x="2788252" y="2294448"/>
            <a:ext cx="2277940" cy="2277940"/>
            <a:chOff x="3615567" y="2290030"/>
            <a:chExt cx="2277940" cy="2277940"/>
          </a:xfrm>
        </p:grpSpPr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A7AD27A8-F8DA-4043-8F41-EBCEF58A5457}"/>
                </a:ext>
              </a:extLst>
            </p:cNvPr>
            <p:cNvSpPr/>
            <p:nvPr/>
          </p:nvSpPr>
          <p:spPr>
            <a:xfrm>
              <a:off x="3615567" y="2290030"/>
              <a:ext cx="2277940" cy="2277940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13F59A57-A241-439A-A16E-A5E2BE7958C2}"/>
                </a:ext>
              </a:extLst>
            </p:cNvPr>
            <p:cNvSpPr txBox="1"/>
            <p:nvPr/>
          </p:nvSpPr>
          <p:spPr>
            <a:xfrm>
              <a:off x="3999071" y="2828835"/>
              <a:ext cx="158893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 </a:t>
              </a:r>
              <a:r>
                <a:rPr kumimoji="0" lang="en-US" altLang="zh-CN" sz="7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04</a:t>
              </a: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602130FF-D3AA-43A5-95F0-C3472007B15E}"/>
              </a:ext>
            </a:extLst>
          </p:cNvPr>
          <p:cNvSpPr txBox="1"/>
          <p:nvPr/>
        </p:nvSpPr>
        <p:spPr>
          <a:xfrm>
            <a:off x="5385563" y="2598003"/>
            <a:ext cx="39864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明年工作计划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D430AA0-730D-47B6-ADE3-ACC9C52209ED}"/>
              </a:ext>
            </a:extLst>
          </p:cNvPr>
          <p:cNvSpPr/>
          <p:nvPr/>
        </p:nvSpPr>
        <p:spPr>
          <a:xfrm>
            <a:off x="5385563" y="3433418"/>
            <a:ext cx="5422232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A designer can use default text to simulate what text would look like. It looks even better with you using this text. </a:t>
            </a:r>
          </a:p>
        </p:txBody>
      </p:sp>
    </p:spTree>
    <p:extLst>
      <p:ext uri="{BB962C8B-B14F-4D97-AF65-F5344CB8AC3E}">
        <p14:creationId xmlns:p14="http://schemas.microsoft.com/office/powerpoint/2010/main" val="356264704"/>
      </p:ext>
    </p:extLst>
  </p:cSld>
  <p:clrMapOvr>
    <a:masterClrMapping/>
  </p:clrMapOvr>
  <p:transition spd="slow" advClick="0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明年工作计划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E6C1588-2741-4CDF-8BBB-4CA24334BC3C}"/>
              </a:ext>
            </a:extLst>
          </p:cNvPr>
          <p:cNvPicPr>
            <a:picLocks noChangeAspect="1"/>
          </p:cNvPicPr>
          <p:nvPr/>
        </p:nvPicPr>
        <p:blipFill>
          <a:blip r:embed="R6fd86297f4ad46a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037" y="3231807"/>
            <a:ext cx="2511636" cy="2511636"/>
          </a:xfrm>
          <a:prstGeom prst="ellipse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C123FB-68AD-471B-B235-599D2A3CFE57}"/>
              </a:ext>
            </a:extLst>
          </p:cNvPr>
          <p:cNvSpPr/>
          <p:nvPr/>
        </p:nvSpPr>
        <p:spPr bwMode="auto">
          <a:xfrm>
            <a:off x="4245244" y="3571561"/>
            <a:ext cx="33703" cy="37592"/>
          </a:xfrm>
          <a:custGeom>
            <a:avLst/>
            <a:gdLst>
              <a:gd name="T0" fmla="*/ 5 w 11"/>
              <a:gd name="T1" fmla="*/ 12 h 12"/>
              <a:gd name="T2" fmla="*/ 3 w 11"/>
              <a:gd name="T3" fmla="*/ 11 h 12"/>
              <a:gd name="T4" fmla="*/ 1 w 11"/>
              <a:gd name="T5" fmla="*/ 5 h 12"/>
              <a:gd name="T6" fmla="*/ 3 w 11"/>
              <a:gd name="T7" fmla="*/ 3 h 12"/>
              <a:gd name="T8" fmla="*/ 9 w 11"/>
              <a:gd name="T9" fmla="*/ 2 h 12"/>
              <a:gd name="T10" fmla="*/ 10 w 11"/>
              <a:gd name="T11" fmla="*/ 8 h 12"/>
              <a:gd name="T12" fmla="*/ 9 w 11"/>
              <a:gd name="T13" fmla="*/ 10 h 12"/>
              <a:gd name="T14" fmla="*/ 5 w 11"/>
              <a:gd name="T15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5" y="12"/>
                </a:moveTo>
                <a:cubicBezTo>
                  <a:pt x="4" y="12"/>
                  <a:pt x="3" y="11"/>
                  <a:pt x="3" y="11"/>
                </a:cubicBezTo>
                <a:cubicBezTo>
                  <a:pt x="1" y="10"/>
                  <a:pt x="0" y="7"/>
                  <a:pt x="1" y="5"/>
                </a:cubicBezTo>
                <a:cubicBezTo>
                  <a:pt x="3" y="3"/>
                  <a:pt x="3" y="3"/>
                  <a:pt x="3" y="3"/>
                </a:cubicBezTo>
                <a:cubicBezTo>
                  <a:pt x="4" y="1"/>
                  <a:pt x="7" y="0"/>
                  <a:pt x="9" y="2"/>
                </a:cubicBezTo>
                <a:cubicBezTo>
                  <a:pt x="11" y="3"/>
                  <a:pt x="11" y="6"/>
                  <a:pt x="10" y="8"/>
                </a:cubicBezTo>
                <a:cubicBezTo>
                  <a:pt x="9" y="10"/>
                  <a:pt x="9" y="10"/>
                  <a:pt x="9" y="10"/>
                </a:cubicBezTo>
                <a:cubicBezTo>
                  <a:pt x="8" y="11"/>
                  <a:pt x="6" y="12"/>
                  <a:pt x="5" y="12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82DDF03-6039-4937-91D7-E0204BC555FC}"/>
              </a:ext>
            </a:extLst>
          </p:cNvPr>
          <p:cNvSpPr/>
          <p:nvPr/>
        </p:nvSpPr>
        <p:spPr bwMode="auto">
          <a:xfrm>
            <a:off x="3931551" y="3624708"/>
            <a:ext cx="316285" cy="705160"/>
          </a:xfrm>
          <a:custGeom>
            <a:avLst/>
            <a:gdLst>
              <a:gd name="T0" fmla="*/ 4 w 103"/>
              <a:gd name="T1" fmla="*/ 230 h 230"/>
              <a:gd name="T2" fmla="*/ 1 w 103"/>
              <a:gd name="T3" fmla="*/ 221 h 230"/>
              <a:gd name="T4" fmla="*/ 10 w 103"/>
              <a:gd name="T5" fmla="*/ 223 h 230"/>
              <a:gd name="T6" fmla="*/ 5 w 103"/>
              <a:gd name="T7" fmla="*/ 230 h 230"/>
              <a:gd name="T8" fmla="*/ 9 w 103"/>
              <a:gd name="T9" fmla="*/ 209 h 230"/>
              <a:gd name="T10" fmla="*/ 7 w 103"/>
              <a:gd name="T11" fmla="*/ 200 h 230"/>
              <a:gd name="T12" fmla="*/ 15 w 103"/>
              <a:gd name="T13" fmla="*/ 202 h 230"/>
              <a:gd name="T14" fmla="*/ 10 w 103"/>
              <a:gd name="T15" fmla="*/ 209 h 230"/>
              <a:gd name="T16" fmla="*/ 14 w 103"/>
              <a:gd name="T17" fmla="*/ 189 h 230"/>
              <a:gd name="T18" fmla="*/ 13 w 103"/>
              <a:gd name="T19" fmla="*/ 179 h 230"/>
              <a:gd name="T20" fmla="*/ 21 w 103"/>
              <a:gd name="T21" fmla="*/ 181 h 230"/>
              <a:gd name="T22" fmla="*/ 16 w 103"/>
              <a:gd name="T23" fmla="*/ 189 h 230"/>
              <a:gd name="T24" fmla="*/ 21 w 103"/>
              <a:gd name="T25" fmla="*/ 168 h 230"/>
              <a:gd name="T26" fmla="*/ 19 w 103"/>
              <a:gd name="T27" fmla="*/ 158 h 230"/>
              <a:gd name="T28" fmla="*/ 28 w 103"/>
              <a:gd name="T29" fmla="*/ 161 h 230"/>
              <a:gd name="T30" fmla="*/ 22 w 103"/>
              <a:gd name="T31" fmla="*/ 168 h 230"/>
              <a:gd name="T32" fmla="*/ 28 w 103"/>
              <a:gd name="T33" fmla="*/ 148 h 230"/>
              <a:gd name="T34" fmla="*/ 27 w 103"/>
              <a:gd name="T35" fmla="*/ 138 h 230"/>
              <a:gd name="T36" fmla="*/ 35 w 103"/>
              <a:gd name="T37" fmla="*/ 141 h 230"/>
              <a:gd name="T38" fmla="*/ 29 w 103"/>
              <a:gd name="T39" fmla="*/ 148 h 230"/>
              <a:gd name="T40" fmla="*/ 35 w 103"/>
              <a:gd name="T41" fmla="*/ 127 h 230"/>
              <a:gd name="T42" fmla="*/ 34 w 103"/>
              <a:gd name="T43" fmla="*/ 118 h 230"/>
              <a:gd name="T44" fmla="*/ 43 w 103"/>
              <a:gd name="T45" fmla="*/ 121 h 230"/>
              <a:gd name="T46" fmla="*/ 37 w 103"/>
              <a:gd name="T47" fmla="*/ 128 h 230"/>
              <a:gd name="T48" fmla="*/ 43 w 103"/>
              <a:gd name="T49" fmla="*/ 108 h 230"/>
              <a:gd name="T50" fmla="*/ 43 w 103"/>
              <a:gd name="T51" fmla="*/ 98 h 230"/>
              <a:gd name="T52" fmla="*/ 51 w 103"/>
              <a:gd name="T53" fmla="*/ 101 h 230"/>
              <a:gd name="T54" fmla="*/ 45 w 103"/>
              <a:gd name="T55" fmla="*/ 108 h 230"/>
              <a:gd name="T56" fmla="*/ 52 w 103"/>
              <a:gd name="T57" fmla="*/ 88 h 230"/>
              <a:gd name="T58" fmla="*/ 52 w 103"/>
              <a:gd name="T59" fmla="*/ 78 h 230"/>
              <a:gd name="T60" fmla="*/ 60 w 103"/>
              <a:gd name="T61" fmla="*/ 82 h 230"/>
              <a:gd name="T62" fmla="*/ 54 w 103"/>
              <a:gd name="T63" fmla="*/ 88 h 230"/>
              <a:gd name="T64" fmla="*/ 62 w 103"/>
              <a:gd name="T65" fmla="*/ 68 h 230"/>
              <a:gd name="T66" fmla="*/ 62 w 103"/>
              <a:gd name="T67" fmla="*/ 59 h 230"/>
              <a:gd name="T68" fmla="*/ 69 w 103"/>
              <a:gd name="T69" fmla="*/ 63 h 230"/>
              <a:gd name="T70" fmla="*/ 64 w 103"/>
              <a:gd name="T71" fmla="*/ 69 h 230"/>
              <a:gd name="T72" fmla="*/ 71 w 103"/>
              <a:gd name="T73" fmla="*/ 49 h 230"/>
              <a:gd name="T74" fmla="*/ 72 w 103"/>
              <a:gd name="T75" fmla="*/ 40 h 230"/>
              <a:gd name="T76" fmla="*/ 80 w 103"/>
              <a:gd name="T77" fmla="*/ 44 h 230"/>
              <a:gd name="T78" fmla="*/ 74 w 103"/>
              <a:gd name="T79" fmla="*/ 50 h 230"/>
              <a:gd name="T80" fmla="*/ 82 w 103"/>
              <a:gd name="T81" fmla="*/ 31 h 230"/>
              <a:gd name="T82" fmla="*/ 83 w 103"/>
              <a:gd name="T83" fmla="*/ 21 h 230"/>
              <a:gd name="T84" fmla="*/ 90 w 103"/>
              <a:gd name="T85" fmla="*/ 25 h 230"/>
              <a:gd name="T86" fmla="*/ 84 w 103"/>
              <a:gd name="T87" fmla="*/ 31 h 230"/>
              <a:gd name="T88" fmla="*/ 93 w 103"/>
              <a:gd name="T89" fmla="*/ 12 h 230"/>
              <a:gd name="T90" fmla="*/ 94 w 103"/>
              <a:gd name="T91" fmla="*/ 2 h 230"/>
              <a:gd name="T92" fmla="*/ 101 w 103"/>
              <a:gd name="T93" fmla="*/ 7 h 230"/>
              <a:gd name="T94" fmla="*/ 95 w 103"/>
              <a:gd name="T95" fmla="*/ 13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3" h="230">
                <a:moveTo>
                  <a:pt x="5" y="230"/>
                </a:moveTo>
                <a:cubicBezTo>
                  <a:pt x="4" y="230"/>
                  <a:pt x="4" y="230"/>
                  <a:pt x="4" y="230"/>
                </a:cubicBezTo>
                <a:cubicBezTo>
                  <a:pt x="1" y="230"/>
                  <a:pt x="0" y="227"/>
                  <a:pt x="0" y="225"/>
                </a:cubicBezTo>
                <a:cubicBezTo>
                  <a:pt x="1" y="221"/>
                  <a:pt x="1" y="221"/>
                  <a:pt x="1" y="221"/>
                </a:cubicBezTo>
                <a:cubicBezTo>
                  <a:pt x="2" y="218"/>
                  <a:pt x="4" y="217"/>
                  <a:pt x="7" y="217"/>
                </a:cubicBezTo>
                <a:cubicBezTo>
                  <a:pt x="9" y="218"/>
                  <a:pt x="11" y="220"/>
                  <a:pt x="10" y="223"/>
                </a:cubicBezTo>
                <a:cubicBezTo>
                  <a:pt x="9" y="227"/>
                  <a:pt x="9" y="227"/>
                  <a:pt x="9" y="227"/>
                </a:cubicBezTo>
                <a:cubicBezTo>
                  <a:pt x="9" y="229"/>
                  <a:pt x="7" y="230"/>
                  <a:pt x="5" y="230"/>
                </a:cubicBezTo>
                <a:close/>
                <a:moveTo>
                  <a:pt x="10" y="209"/>
                </a:moveTo>
                <a:cubicBezTo>
                  <a:pt x="10" y="209"/>
                  <a:pt x="9" y="209"/>
                  <a:pt x="9" y="209"/>
                </a:cubicBezTo>
                <a:cubicBezTo>
                  <a:pt x="6" y="209"/>
                  <a:pt x="5" y="206"/>
                  <a:pt x="6" y="204"/>
                </a:cubicBezTo>
                <a:cubicBezTo>
                  <a:pt x="7" y="200"/>
                  <a:pt x="7" y="200"/>
                  <a:pt x="7" y="200"/>
                </a:cubicBezTo>
                <a:cubicBezTo>
                  <a:pt x="7" y="197"/>
                  <a:pt x="10" y="196"/>
                  <a:pt x="12" y="197"/>
                </a:cubicBezTo>
                <a:cubicBezTo>
                  <a:pt x="15" y="197"/>
                  <a:pt x="16" y="200"/>
                  <a:pt x="15" y="202"/>
                </a:cubicBezTo>
                <a:cubicBezTo>
                  <a:pt x="14" y="206"/>
                  <a:pt x="14" y="206"/>
                  <a:pt x="14" y="206"/>
                </a:cubicBezTo>
                <a:cubicBezTo>
                  <a:pt x="14" y="208"/>
                  <a:pt x="12" y="209"/>
                  <a:pt x="10" y="209"/>
                </a:cubicBezTo>
                <a:close/>
                <a:moveTo>
                  <a:pt x="16" y="189"/>
                </a:moveTo>
                <a:cubicBezTo>
                  <a:pt x="15" y="189"/>
                  <a:pt x="15" y="189"/>
                  <a:pt x="14" y="189"/>
                </a:cubicBezTo>
                <a:cubicBezTo>
                  <a:pt x="12" y="188"/>
                  <a:pt x="11" y="185"/>
                  <a:pt x="11" y="183"/>
                </a:cubicBezTo>
                <a:cubicBezTo>
                  <a:pt x="13" y="179"/>
                  <a:pt x="13" y="179"/>
                  <a:pt x="13" y="179"/>
                </a:cubicBezTo>
                <a:cubicBezTo>
                  <a:pt x="13" y="177"/>
                  <a:pt x="16" y="175"/>
                  <a:pt x="18" y="176"/>
                </a:cubicBezTo>
                <a:cubicBezTo>
                  <a:pt x="21" y="177"/>
                  <a:pt x="22" y="179"/>
                  <a:pt x="21" y="181"/>
                </a:cubicBezTo>
                <a:cubicBezTo>
                  <a:pt x="20" y="186"/>
                  <a:pt x="20" y="186"/>
                  <a:pt x="20" y="186"/>
                </a:cubicBezTo>
                <a:cubicBezTo>
                  <a:pt x="19" y="187"/>
                  <a:pt x="18" y="189"/>
                  <a:pt x="16" y="189"/>
                </a:cubicBezTo>
                <a:close/>
                <a:moveTo>
                  <a:pt x="22" y="168"/>
                </a:moveTo>
                <a:cubicBezTo>
                  <a:pt x="22" y="168"/>
                  <a:pt x="21" y="168"/>
                  <a:pt x="21" y="168"/>
                </a:cubicBezTo>
                <a:cubicBezTo>
                  <a:pt x="18" y="167"/>
                  <a:pt x="17" y="165"/>
                  <a:pt x="18" y="162"/>
                </a:cubicBezTo>
                <a:cubicBezTo>
                  <a:pt x="19" y="158"/>
                  <a:pt x="19" y="158"/>
                  <a:pt x="19" y="158"/>
                </a:cubicBezTo>
                <a:cubicBezTo>
                  <a:pt x="20" y="156"/>
                  <a:pt x="23" y="155"/>
                  <a:pt x="25" y="155"/>
                </a:cubicBezTo>
                <a:cubicBezTo>
                  <a:pt x="27" y="156"/>
                  <a:pt x="29" y="159"/>
                  <a:pt x="28" y="161"/>
                </a:cubicBezTo>
                <a:cubicBezTo>
                  <a:pt x="26" y="165"/>
                  <a:pt x="26" y="165"/>
                  <a:pt x="26" y="165"/>
                </a:cubicBezTo>
                <a:cubicBezTo>
                  <a:pt x="26" y="167"/>
                  <a:pt x="24" y="168"/>
                  <a:pt x="22" y="168"/>
                </a:cubicBezTo>
                <a:close/>
                <a:moveTo>
                  <a:pt x="29" y="148"/>
                </a:moveTo>
                <a:cubicBezTo>
                  <a:pt x="29" y="148"/>
                  <a:pt x="28" y="148"/>
                  <a:pt x="28" y="148"/>
                </a:cubicBezTo>
                <a:cubicBezTo>
                  <a:pt x="25" y="147"/>
                  <a:pt x="24" y="144"/>
                  <a:pt x="25" y="142"/>
                </a:cubicBezTo>
                <a:cubicBezTo>
                  <a:pt x="27" y="138"/>
                  <a:pt x="27" y="138"/>
                  <a:pt x="27" y="138"/>
                </a:cubicBezTo>
                <a:cubicBezTo>
                  <a:pt x="27" y="136"/>
                  <a:pt x="30" y="134"/>
                  <a:pt x="32" y="135"/>
                </a:cubicBezTo>
                <a:cubicBezTo>
                  <a:pt x="35" y="136"/>
                  <a:pt x="36" y="139"/>
                  <a:pt x="35" y="141"/>
                </a:cubicBezTo>
                <a:cubicBezTo>
                  <a:pt x="33" y="145"/>
                  <a:pt x="33" y="145"/>
                  <a:pt x="33" y="145"/>
                </a:cubicBezTo>
                <a:cubicBezTo>
                  <a:pt x="33" y="147"/>
                  <a:pt x="31" y="148"/>
                  <a:pt x="29" y="148"/>
                </a:cubicBezTo>
                <a:close/>
                <a:moveTo>
                  <a:pt x="37" y="128"/>
                </a:moveTo>
                <a:cubicBezTo>
                  <a:pt x="36" y="128"/>
                  <a:pt x="36" y="128"/>
                  <a:pt x="35" y="127"/>
                </a:cubicBezTo>
                <a:cubicBezTo>
                  <a:pt x="33" y="127"/>
                  <a:pt x="32" y="124"/>
                  <a:pt x="33" y="122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5" y="115"/>
                  <a:pt x="38" y="114"/>
                  <a:pt x="40" y="115"/>
                </a:cubicBezTo>
                <a:cubicBezTo>
                  <a:pt x="42" y="116"/>
                  <a:pt x="44" y="119"/>
                  <a:pt x="43" y="121"/>
                </a:cubicBezTo>
                <a:cubicBezTo>
                  <a:pt x="41" y="125"/>
                  <a:pt x="41" y="125"/>
                  <a:pt x="41" y="125"/>
                </a:cubicBezTo>
                <a:cubicBezTo>
                  <a:pt x="40" y="127"/>
                  <a:pt x="39" y="128"/>
                  <a:pt x="37" y="128"/>
                </a:cubicBezTo>
                <a:close/>
                <a:moveTo>
                  <a:pt x="45" y="108"/>
                </a:moveTo>
                <a:cubicBezTo>
                  <a:pt x="45" y="108"/>
                  <a:pt x="44" y="108"/>
                  <a:pt x="43" y="108"/>
                </a:cubicBezTo>
                <a:cubicBezTo>
                  <a:pt x="41" y="107"/>
                  <a:pt x="40" y="104"/>
                  <a:pt x="41" y="102"/>
                </a:cubicBezTo>
                <a:cubicBezTo>
                  <a:pt x="43" y="98"/>
                  <a:pt x="43" y="98"/>
                  <a:pt x="43" y="98"/>
                </a:cubicBezTo>
                <a:cubicBezTo>
                  <a:pt x="44" y="95"/>
                  <a:pt x="46" y="94"/>
                  <a:pt x="49" y="95"/>
                </a:cubicBezTo>
                <a:cubicBezTo>
                  <a:pt x="51" y="96"/>
                  <a:pt x="52" y="99"/>
                  <a:pt x="51" y="101"/>
                </a:cubicBezTo>
                <a:cubicBezTo>
                  <a:pt x="49" y="105"/>
                  <a:pt x="49" y="105"/>
                  <a:pt x="49" y="105"/>
                </a:cubicBezTo>
                <a:cubicBezTo>
                  <a:pt x="49" y="107"/>
                  <a:pt x="47" y="108"/>
                  <a:pt x="45" y="108"/>
                </a:cubicBezTo>
                <a:close/>
                <a:moveTo>
                  <a:pt x="54" y="88"/>
                </a:moveTo>
                <a:cubicBezTo>
                  <a:pt x="53" y="88"/>
                  <a:pt x="53" y="88"/>
                  <a:pt x="52" y="88"/>
                </a:cubicBezTo>
                <a:cubicBezTo>
                  <a:pt x="50" y="87"/>
                  <a:pt x="49" y="84"/>
                  <a:pt x="50" y="82"/>
                </a:cubicBezTo>
                <a:cubicBezTo>
                  <a:pt x="52" y="78"/>
                  <a:pt x="52" y="78"/>
                  <a:pt x="52" y="78"/>
                </a:cubicBezTo>
                <a:cubicBezTo>
                  <a:pt x="53" y="76"/>
                  <a:pt x="56" y="75"/>
                  <a:pt x="58" y="76"/>
                </a:cubicBezTo>
                <a:cubicBezTo>
                  <a:pt x="60" y="77"/>
                  <a:pt x="61" y="80"/>
                  <a:pt x="60" y="82"/>
                </a:cubicBezTo>
                <a:cubicBezTo>
                  <a:pt x="58" y="86"/>
                  <a:pt x="58" y="86"/>
                  <a:pt x="58" y="86"/>
                </a:cubicBezTo>
                <a:cubicBezTo>
                  <a:pt x="57" y="87"/>
                  <a:pt x="56" y="88"/>
                  <a:pt x="54" y="88"/>
                </a:cubicBezTo>
                <a:close/>
                <a:moveTo>
                  <a:pt x="64" y="69"/>
                </a:moveTo>
                <a:cubicBezTo>
                  <a:pt x="63" y="69"/>
                  <a:pt x="62" y="69"/>
                  <a:pt x="62" y="68"/>
                </a:cubicBezTo>
                <a:cubicBezTo>
                  <a:pt x="59" y="67"/>
                  <a:pt x="58" y="65"/>
                  <a:pt x="60" y="62"/>
                </a:cubicBezTo>
                <a:cubicBezTo>
                  <a:pt x="62" y="59"/>
                  <a:pt x="62" y="59"/>
                  <a:pt x="62" y="59"/>
                </a:cubicBezTo>
                <a:cubicBezTo>
                  <a:pt x="63" y="56"/>
                  <a:pt x="65" y="56"/>
                  <a:pt x="68" y="57"/>
                </a:cubicBezTo>
                <a:cubicBezTo>
                  <a:pt x="70" y="58"/>
                  <a:pt x="71" y="61"/>
                  <a:pt x="69" y="63"/>
                </a:cubicBezTo>
                <a:cubicBezTo>
                  <a:pt x="67" y="66"/>
                  <a:pt x="67" y="66"/>
                  <a:pt x="67" y="66"/>
                </a:cubicBezTo>
                <a:cubicBezTo>
                  <a:pt x="67" y="68"/>
                  <a:pt x="65" y="69"/>
                  <a:pt x="64" y="69"/>
                </a:cubicBezTo>
                <a:close/>
                <a:moveTo>
                  <a:pt x="74" y="50"/>
                </a:moveTo>
                <a:cubicBezTo>
                  <a:pt x="73" y="50"/>
                  <a:pt x="72" y="50"/>
                  <a:pt x="71" y="49"/>
                </a:cubicBezTo>
                <a:cubicBezTo>
                  <a:pt x="69" y="48"/>
                  <a:pt x="69" y="45"/>
                  <a:pt x="70" y="43"/>
                </a:cubicBezTo>
                <a:cubicBezTo>
                  <a:pt x="72" y="40"/>
                  <a:pt x="72" y="40"/>
                  <a:pt x="72" y="40"/>
                </a:cubicBezTo>
                <a:cubicBezTo>
                  <a:pt x="73" y="37"/>
                  <a:pt x="76" y="37"/>
                  <a:pt x="78" y="38"/>
                </a:cubicBezTo>
                <a:cubicBezTo>
                  <a:pt x="80" y="39"/>
                  <a:pt x="81" y="42"/>
                  <a:pt x="80" y="44"/>
                </a:cubicBezTo>
                <a:cubicBezTo>
                  <a:pt x="77" y="48"/>
                  <a:pt x="77" y="48"/>
                  <a:pt x="77" y="48"/>
                </a:cubicBezTo>
                <a:cubicBezTo>
                  <a:pt x="77" y="49"/>
                  <a:pt x="75" y="50"/>
                  <a:pt x="74" y="50"/>
                </a:cubicBezTo>
                <a:close/>
                <a:moveTo>
                  <a:pt x="84" y="31"/>
                </a:moveTo>
                <a:cubicBezTo>
                  <a:pt x="83" y="31"/>
                  <a:pt x="83" y="31"/>
                  <a:pt x="82" y="31"/>
                </a:cubicBezTo>
                <a:cubicBezTo>
                  <a:pt x="80" y="29"/>
                  <a:pt x="79" y="27"/>
                  <a:pt x="80" y="24"/>
                </a:cubicBezTo>
                <a:cubicBezTo>
                  <a:pt x="83" y="21"/>
                  <a:pt x="83" y="21"/>
                  <a:pt x="83" y="21"/>
                </a:cubicBezTo>
                <a:cubicBezTo>
                  <a:pt x="84" y="19"/>
                  <a:pt x="87" y="18"/>
                  <a:pt x="89" y="19"/>
                </a:cubicBezTo>
                <a:cubicBezTo>
                  <a:pt x="91" y="20"/>
                  <a:pt x="91" y="23"/>
                  <a:pt x="90" y="25"/>
                </a:cubicBezTo>
                <a:cubicBezTo>
                  <a:pt x="88" y="29"/>
                  <a:pt x="88" y="29"/>
                  <a:pt x="88" y="29"/>
                </a:cubicBezTo>
                <a:cubicBezTo>
                  <a:pt x="87" y="30"/>
                  <a:pt x="86" y="31"/>
                  <a:pt x="84" y="31"/>
                </a:cubicBezTo>
                <a:close/>
                <a:moveTo>
                  <a:pt x="95" y="13"/>
                </a:moveTo>
                <a:cubicBezTo>
                  <a:pt x="95" y="13"/>
                  <a:pt x="94" y="12"/>
                  <a:pt x="93" y="12"/>
                </a:cubicBezTo>
                <a:cubicBezTo>
                  <a:pt x="91" y="11"/>
                  <a:pt x="90" y="8"/>
                  <a:pt x="92" y="6"/>
                </a:cubicBezTo>
                <a:cubicBezTo>
                  <a:pt x="94" y="2"/>
                  <a:pt x="94" y="2"/>
                  <a:pt x="94" y="2"/>
                </a:cubicBezTo>
                <a:cubicBezTo>
                  <a:pt x="95" y="0"/>
                  <a:pt x="98" y="0"/>
                  <a:pt x="100" y="1"/>
                </a:cubicBezTo>
                <a:cubicBezTo>
                  <a:pt x="102" y="2"/>
                  <a:pt x="103" y="5"/>
                  <a:pt x="101" y="7"/>
                </a:cubicBezTo>
                <a:cubicBezTo>
                  <a:pt x="99" y="11"/>
                  <a:pt x="99" y="11"/>
                  <a:pt x="99" y="11"/>
                </a:cubicBezTo>
                <a:cubicBezTo>
                  <a:pt x="98" y="12"/>
                  <a:pt x="97" y="13"/>
                  <a:pt x="95" y="13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B5F79F2-95EE-40CD-AAC6-5C8FF0B888A3}"/>
              </a:ext>
            </a:extLst>
          </p:cNvPr>
          <p:cNvSpPr/>
          <p:nvPr/>
        </p:nvSpPr>
        <p:spPr bwMode="auto">
          <a:xfrm>
            <a:off x="3919885" y="4354496"/>
            <a:ext cx="31110" cy="24629"/>
          </a:xfrm>
          <a:custGeom>
            <a:avLst/>
            <a:gdLst>
              <a:gd name="T0" fmla="*/ 9 w 10"/>
              <a:gd name="T1" fmla="*/ 8 h 8"/>
              <a:gd name="T2" fmla="*/ 4 w 10"/>
              <a:gd name="T3" fmla="*/ 7 h 8"/>
              <a:gd name="T4" fmla="*/ 0 w 10"/>
              <a:gd name="T5" fmla="*/ 6 h 8"/>
              <a:gd name="T6" fmla="*/ 1 w 10"/>
              <a:gd name="T7" fmla="*/ 4 h 8"/>
              <a:gd name="T8" fmla="*/ 6 w 10"/>
              <a:gd name="T9" fmla="*/ 1 h 8"/>
              <a:gd name="T10" fmla="*/ 9 w 10"/>
              <a:gd name="T11" fmla="*/ 6 h 8"/>
              <a:gd name="T12" fmla="*/ 9 w 10"/>
              <a:gd name="T13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" h="8">
                <a:moveTo>
                  <a:pt x="9" y="8"/>
                </a:moveTo>
                <a:cubicBezTo>
                  <a:pt x="4" y="7"/>
                  <a:pt x="4" y="7"/>
                  <a:pt x="4" y="7"/>
                </a:cubicBezTo>
                <a:cubicBezTo>
                  <a:pt x="0" y="6"/>
                  <a:pt x="0" y="6"/>
                  <a:pt x="0" y="6"/>
                </a:cubicBezTo>
                <a:cubicBezTo>
                  <a:pt x="1" y="4"/>
                  <a:pt x="1" y="4"/>
                  <a:pt x="1" y="4"/>
                </a:cubicBezTo>
                <a:cubicBezTo>
                  <a:pt x="1" y="2"/>
                  <a:pt x="3" y="0"/>
                  <a:pt x="6" y="1"/>
                </a:cubicBezTo>
                <a:cubicBezTo>
                  <a:pt x="8" y="1"/>
                  <a:pt x="10" y="3"/>
                  <a:pt x="9" y="6"/>
                </a:cubicBezTo>
                <a:lnTo>
                  <a:pt x="9" y="8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7BE270F-2A52-429B-B576-47A2D442B222}"/>
              </a:ext>
            </a:extLst>
          </p:cNvPr>
          <p:cNvSpPr/>
          <p:nvPr/>
        </p:nvSpPr>
        <p:spPr bwMode="auto">
          <a:xfrm>
            <a:off x="5649083" y="2639557"/>
            <a:ext cx="33703" cy="29814"/>
          </a:xfrm>
          <a:custGeom>
            <a:avLst/>
            <a:gdLst>
              <a:gd name="T0" fmla="*/ 4 w 11"/>
              <a:gd name="T1" fmla="*/ 10 h 10"/>
              <a:gd name="T2" fmla="*/ 0 w 11"/>
              <a:gd name="T3" fmla="*/ 6 h 10"/>
              <a:gd name="T4" fmla="*/ 4 w 11"/>
              <a:gd name="T5" fmla="*/ 1 h 10"/>
              <a:gd name="T6" fmla="*/ 6 w 11"/>
              <a:gd name="T7" fmla="*/ 0 h 10"/>
              <a:gd name="T8" fmla="*/ 11 w 11"/>
              <a:gd name="T9" fmla="*/ 4 h 10"/>
              <a:gd name="T10" fmla="*/ 7 w 11"/>
              <a:gd name="T11" fmla="*/ 9 h 10"/>
              <a:gd name="T12" fmla="*/ 5 w 11"/>
              <a:gd name="T13" fmla="*/ 9 h 10"/>
              <a:gd name="T14" fmla="*/ 4 w 11"/>
              <a:gd name="T15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0">
                <a:moveTo>
                  <a:pt x="4" y="10"/>
                </a:moveTo>
                <a:cubicBezTo>
                  <a:pt x="2" y="10"/>
                  <a:pt x="1" y="8"/>
                  <a:pt x="0" y="6"/>
                </a:cubicBezTo>
                <a:cubicBezTo>
                  <a:pt x="0" y="4"/>
                  <a:pt x="1" y="1"/>
                  <a:pt x="4" y="1"/>
                </a:cubicBezTo>
                <a:cubicBezTo>
                  <a:pt x="6" y="0"/>
                  <a:pt x="6" y="0"/>
                  <a:pt x="6" y="0"/>
                </a:cubicBezTo>
                <a:cubicBezTo>
                  <a:pt x="8" y="0"/>
                  <a:pt x="10" y="1"/>
                  <a:pt x="11" y="4"/>
                </a:cubicBezTo>
                <a:cubicBezTo>
                  <a:pt x="11" y="6"/>
                  <a:pt x="10" y="9"/>
                  <a:pt x="7" y="9"/>
                </a:cubicBezTo>
                <a:cubicBezTo>
                  <a:pt x="5" y="9"/>
                  <a:pt x="5" y="9"/>
                  <a:pt x="5" y="9"/>
                </a:cubicBezTo>
                <a:lnTo>
                  <a:pt x="4" y="10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FD633AB-2951-424A-B46A-166A566F888F}"/>
              </a:ext>
            </a:extLst>
          </p:cNvPr>
          <p:cNvSpPr/>
          <p:nvPr/>
        </p:nvSpPr>
        <p:spPr bwMode="auto">
          <a:xfrm>
            <a:off x="4898554" y="2651223"/>
            <a:ext cx="727197" cy="316285"/>
          </a:xfrm>
          <a:custGeom>
            <a:avLst/>
            <a:gdLst>
              <a:gd name="T0" fmla="*/ 2 w 237"/>
              <a:gd name="T1" fmla="*/ 101 h 103"/>
              <a:gd name="T2" fmla="*/ 7 w 237"/>
              <a:gd name="T3" fmla="*/ 93 h 103"/>
              <a:gd name="T4" fmla="*/ 11 w 237"/>
              <a:gd name="T5" fmla="*/ 100 h 103"/>
              <a:gd name="T6" fmla="*/ 5 w 237"/>
              <a:gd name="T7" fmla="*/ 103 h 103"/>
              <a:gd name="T8" fmla="*/ 20 w 237"/>
              <a:gd name="T9" fmla="*/ 90 h 103"/>
              <a:gd name="T10" fmla="*/ 26 w 237"/>
              <a:gd name="T11" fmla="*/ 81 h 103"/>
              <a:gd name="T12" fmla="*/ 30 w 237"/>
              <a:gd name="T13" fmla="*/ 89 h 103"/>
              <a:gd name="T14" fmla="*/ 24 w 237"/>
              <a:gd name="T15" fmla="*/ 92 h 103"/>
              <a:gd name="T16" fmla="*/ 39 w 237"/>
              <a:gd name="T17" fmla="*/ 79 h 103"/>
              <a:gd name="T18" fmla="*/ 45 w 237"/>
              <a:gd name="T19" fmla="*/ 70 h 103"/>
              <a:gd name="T20" fmla="*/ 49 w 237"/>
              <a:gd name="T21" fmla="*/ 78 h 103"/>
              <a:gd name="T22" fmla="*/ 43 w 237"/>
              <a:gd name="T23" fmla="*/ 81 h 103"/>
              <a:gd name="T24" fmla="*/ 59 w 237"/>
              <a:gd name="T25" fmla="*/ 68 h 103"/>
              <a:gd name="T26" fmla="*/ 65 w 237"/>
              <a:gd name="T27" fmla="*/ 60 h 103"/>
              <a:gd name="T28" fmla="*/ 69 w 237"/>
              <a:gd name="T29" fmla="*/ 68 h 103"/>
              <a:gd name="T30" fmla="*/ 63 w 237"/>
              <a:gd name="T31" fmla="*/ 71 h 103"/>
              <a:gd name="T32" fmla="*/ 79 w 237"/>
              <a:gd name="T33" fmla="*/ 58 h 103"/>
              <a:gd name="T34" fmla="*/ 85 w 237"/>
              <a:gd name="T35" fmla="*/ 50 h 103"/>
              <a:gd name="T36" fmla="*/ 88 w 237"/>
              <a:gd name="T37" fmla="*/ 58 h 103"/>
              <a:gd name="T38" fmla="*/ 83 w 237"/>
              <a:gd name="T39" fmla="*/ 61 h 103"/>
              <a:gd name="T40" fmla="*/ 99 w 237"/>
              <a:gd name="T41" fmla="*/ 49 h 103"/>
              <a:gd name="T42" fmla="*/ 105 w 237"/>
              <a:gd name="T43" fmla="*/ 41 h 103"/>
              <a:gd name="T44" fmla="*/ 108 w 237"/>
              <a:gd name="T45" fmla="*/ 50 h 103"/>
              <a:gd name="T46" fmla="*/ 103 w 237"/>
              <a:gd name="T47" fmla="*/ 52 h 103"/>
              <a:gd name="T48" fmla="*/ 119 w 237"/>
              <a:gd name="T49" fmla="*/ 40 h 103"/>
              <a:gd name="T50" fmla="*/ 125 w 237"/>
              <a:gd name="T51" fmla="*/ 33 h 103"/>
              <a:gd name="T52" fmla="*/ 129 w 237"/>
              <a:gd name="T53" fmla="*/ 41 h 103"/>
              <a:gd name="T54" fmla="*/ 123 w 237"/>
              <a:gd name="T55" fmla="*/ 43 h 103"/>
              <a:gd name="T56" fmla="*/ 139 w 237"/>
              <a:gd name="T57" fmla="*/ 32 h 103"/>
              <a:gd name="T58" fmla="*/ 146 w 237"/>
              <a:gd name="T59" fmla="*/ 25 h 103"/>
              <a:gd name="T60" fmla="*/ 149 w 237"/>
              <a:gd name="T61" fmla="*/ 33 h 103"/>
              <a:gd name="T62" fmla="*/ 143 w 237"/>
              <a:gd name="T63" fmla="*/ 35 h 103"/>
              <a:gd name="T64" fmla="*/ 160 w 237"/>
              <a:gd name="T65" fmla="*/ 25 h 103"/>
              <a:gd name="T66" fmla="*/ 167 w 237"/>
              <a:gd name="T67" fmla="*/ 18 h 103"/>
              <a:gd name="T68" fmla="*/ 170 w 237"/>
              <a:gd name="T69" fmla="*/ 26 h 103"/>
              <a:gd name="T70" fmla="*/ 164 w 237"/>
              <a:gd name="T71" fmla="*/ 28 h 103"/>
              <a:gd name="T72" fmla="*/ 181 w 237"/>
              <a:gd name="T73" fmla="*/ 18 h 103"/>
              <a:gd name="T74" fmla="*/ 188 w 237"/>
              <a:gd name="T75" fmla="*/ 11 h 103"/>
              <a:gd name="T76" fmla="*/ 191 w 237"/>
              <a:gd name="T77" fmla="*/ 20 h 103"/>
              <a:gd name="T78" fmla="*/ 185 w 237"/>
              <a:gd name="T79" fmla="*/ 21 h 103"/>
              <a:gd name="T80" fmla="*/ 202 w 237"/>
              <a:gd name="T81" fmla="*/ 12 h 103"/>
              <a:gd name="T82" fmla="*/ 210 w 237"/>
              <a:gd name="T83" fmla="*/ 6 h 103"/>
              <a:gd name="T84" fmla="*/ 212 w 237"/>
              <a:gd name="T85" fmla="*/ 14 h 103"/>
              <a:gd name="T86" fmla="*/ 207 w 237"/>
              <a:gd name="T87" fmla="*/ 15 h 103"/>
              <a:gd name="T88" fmla="*/ 224 w 237"/>
              <a:gd name="T89" fmla="*/ 7 h 103"/>
              <a:gd name="T90" fmla="*/ 231 w 237"/>
              <a:gd name="T91" fmla="*/ 0 h 103"/>
              <a:gd name="T92" fmla="*/ 233 w 237"/>
              <a:gd name="T93" fmla="*/ 9 h 103"/>
              <a:gd name="T94" fmla="*/ 228 w 237"/>
              <a:gd name="T95" fmla="*/ 10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36" h="103">
                <a:moveTo>
                  <a:pt x="5" y="103"/>
                </a:moveTo>
                <a:cubicBezTo>
                  <a:pt x="4" y="103"/>
                  <a:pt x="3" y="103"/>
                  <a:pt x="2" y="101"/>
                </a:cubicBezTo>
                <a:cubicBezTo>
                  <a:pt x="0" y="99"/>
                  <a:pt x="1" y="96"/>
                  <a:pt x="3" y="95"/>
                </a:cubicBezTo>
                <a:cubicBezTo>
                  <a:pt x="7" y="93"/>
                  <a:pt x="7" y="93"/>
                  <a:pt x="7" y="93"/>
                </a:cubicBezTo>
                <a:cubicBezTo>
                  <a:pt x="9" y="92"/>
                  <a:pt x="12" y="92"/>
                  <a:pt x="13" y="94"/>
                </a:cubicBezTo>
                <a:cubicBezTo>
                  <a:pt x="14" y="96"/>
                  <a:pt x="14" y="99"/>
                  <a:pt x="11" y="100"/>
                </a:cubicBezTo>
                <a:cubicBezTo>
                  <a:pt x="8" y="103"/>
                  <a:pt x="8" y="103"/>
                  <a:pt x="8" y="103"/>
                </a:cubicBezTo>
                <a:cubicBezTo>
                  <a:pt x="7" y="103"/>
                  <a:pt x="6" y="103"/>
                  <a:pt x="5" y="103"/>
                </a:cubicBezTo>
                <a:close/>
                <a:moveTo>
                  <a:pt x="24" y="92"/>
                </a:moveTo>
                <a:cubicBezTo>
                  <a:pt x="23" y="92"/>
                  <a:pt x="21" y="91"/>
                  <a:pt x="20" y="90"/>
                </a:cubicBezTo>
                <a:cubicBezTo>
                  <a:pt x="19" y="88"/>
                  <a:pt x="20" y="85"/>
                  <a:pt x="22" y="84"/>
                </a:cubicBezTo>
                <a:cubicBezTo>
                  <a:pt x="26" y="81"/>
                  <a:pt x="26" y="81"/>
                  <a:pt x="26" y="81"/>
                </a:cubicBezTo>
                <a:cubicBezTo>
                  <a:pt x="28" y="80"/>
                  <a:pt x="31" y="81"/>
                  <a:pt x="32" y="83"/>
                </a:cubicBezTo>
                <a:cubicBezTo>
                  <a:pt x="33" y="85"/>
                  <a:pt x="32" y="88"/>
                  <a:pt x="30" y="89"/>
                </a:cubicBezTo>
                <a:cubicBezTo>
                  <a:pt x="26" y="91"/>
                  <a:pt x="26" y="91"/>
                  <a:pt x="26" y="91"/>
                </a:cubicBezTo>
                <a:cubicBezTo>
                  <a:pt x="26" y="92"/>
                  <a:pt x="25" y="92"/>
                  <a:pt x="24" y="92"/>
                </a:cubicBezTo>
                <a:close/>
                <a:moveTo>
                  <a:pt x="43" y="81"/>
                </a:moveTo>
                <a:cubicBezTo>
                  <a:pt x="42" y="81"/>
                  <a:pt x="40" y="80"/>
                  <a:pt x="39" y="79"/>
                </a:cubicBezTo>
                <a:cubicBezTo>
                  <a:pt x="38" y="76"/>
                  <a:pt x="39" y="74"/>
                  <a:pt x="41" y="73"/>
                </a:cubicBezTo>
                <a:cubicBezTo>
                  <a:pt x="45" y="70"/>
                  <a:pt x="45" y="70"/>
                  <a:pt x="45" y="70"/>
                </a:cubicBezTo>
                <a:cubicBezTo>
                  <a:pt x="47" y="69"/>
                  <a:pt x="50" y="70"/>
                  <a:pt x="51" y="72"/>
                </a:cubicBezTo>
                <a:cubicBezTo>
                  <a:pt x="52" y="74"/>
                  <a:pt x="51" y="77"/>
                  <a:pt x="49" y="78"/>
                </a:cubicBezTo>
                <a:cubicBezTo>
                  <a:pt x="45" y="80"/>
                  <a:pt x="45" y="80"/>
                  <a:pt x="45" y="80"/>
                </a:cubicBezTo>
                <a:cubicBezTo>
                  <a:pt x="45" y="81"/>
                  <a:pt x="44" y="81"/>
                  <a:pt x="43" y="81"/>
                </a:cubicBezTo>
                <a:close/>
                <a:moveTo>
                  <a:pt x="63" y="71"/>
                </a:moveTo>
                <a:cubicBezTo>
                  <a:pt x="61" y="71"/>
                  <a:pt x="60" y="70"/>
                  <a:pt x="59" y="68"/>
                </a:cubicBezTo>
                <a:cubicBezTo>
                  <a:pt x="58" y="66"/>
                  <a:pt x="59" y="63"/>
                  <a:pt x="61" y="62"/>
                </a:cubicBezTo>
                <a:cubicBezTo>
                  <a:pt x="65" y="60"/>
                  <a:pt x="65" y="60"/>
                  <a:pt x="65" y="60"/>
                </a:cubicBezTo>
                <a:cubicBezTo>
                  <a:pt x="67" y="59"/>
                  <a:pt x="70" y="60"/>
                  <a:pt x="71" y="62"/>
                </a:cubicBezTo>
                <a:cubicBezTo>
                  <a:pt x="72" y="64"/>
                  <a:pt x="71" y="67"/>
                  <a:pt x="69" y="68"/>
                </a:cubicBezTo>
                <a:cubicBezTo>
                  <a:pt x="65" y="70"/>
                  <a:pt x="65" y="70"/>
                  <a:pt x="65" y="70"/>
                </a:cubicBezTo>
                <a:cubicBezTo>
                  <a:pt x="64" y="70"/>
                  <a:pt x="63" y="71"/>
                  <a:pt x="63" y="71"/>
                </a:cubicBezTo>
                <a:close/>
                <a:moveTo>
                  <a:pt x="83" y="61"/>
                </a:moveTo>
                <a:cubicBezTo>
                  <a:pt x="81" y="61"/>
                  <a:pt x="79" y="60"/>
                  <a:pt x="79" y="58"/>
                </a:cubicBezTo>
                <a:cubicBezTo>
                  <a:pt x="77" y="56"/>
                  <a:pt x="78" y="53"/>
                  <a:pt x="81" y="52"/>
                </a:cubicBezTo>
                <a:cubicBezTo>
                  <a:pt x="85" y="50"/>
                  <a:pt x="85" y="50"/>
                  <a:pt x="85" y="50"/>
                </a:cubicBezTo>
                <a:cubicBezTo>
                  <a:pt x="87" y="49"/>
                  <a:pt x="89" y="50"/>
                  <a:pt x="91" y="53"/>
                </a:cubicBezTo>
                <a:cubicBezTo>
                  <a:pt x="92" y="55"/>
                  <a:pt x="91" y="57"/>
                  <a:pt x="88" y="58"/>
                </a:cubicBezTo>
                <a:cubicBezTo>
                  <a:pt x="84" y="60"/>
                  <a:pt x="84" y="60"/>
                  <a:pt x="84" y="60"/>
                </a:cubicBezTo>
                <a:cubicBezTo>
                  <a:pt x="84" y="61"/>
                  <a:pt x="83" y="61"/>
                  <a:pt x="83" y="61"/>
                </a:cubicBezTo>
                <a:close/>
                <a:moveTo>
                  <a:pt x="103" y="52"/>
                </a:moveTo>
                <a:cubicBezTo>
                  <a:pt x="101" y="52"/>
                  <a:pt x="99" y="51"/>
                  <a:pt x="99" y="49"/>
                </a:cubicBezTo>
                <a:cubicBezTo>
                  <a:pt x="98" y="47"/>
                  <a:pt x="99" y="44"/>
                  <a:pt x="101" y="43"/>
                </a:cubicBezTo>
                <a:cubicBezTo>
                  <a:pt x="105" y="41"/>
                  <a:pt x="105" y="41"/>
                  <a:pt x="105" y="41"/>
                </a:cubicBezTo>
                <a:cubicBezTo>
                  <a:pt x="107" y="40"/>
                  <a:pt x="110" y="41"/>
                  <a:pt x="111" y="44"/>
                </a:cubicBezTo>
                <a:cubicBezTo>
                  <a:pt x="112" y="46"/>
                  <a:pt x="111" y="49"/>
                  <a:pt x="108" y="50"/>
                </a:cubicBezTo>
                <a:cubicBezTo>
                  <a:pt x="104" y="51"/>
                  <a:pt x="104" y="51"/>
                  <a:pt x="104" y="51"/>
                </a:cubicBezTo>
                <a:cubicBezTo>
                  <a:pt x="104" y="52"/>
                  <a:pt x="103" y="52"/>
                  <a:pt x="103" y="52"/>
                </a:cubicBezTo>
                <a:close/>
                <a:moveTo>
                  <a:pt x="123" y="43"/>
                </a:moveTo>
                <a:cubicBezTo>
                  <a:pt x="121" y="43"/>
                  <a:pt x="119" y="42"/>
                  <a:pt x="119" y="40"/>
                </a:cubicBezTo>
                <a:cubicBezTo>
                  <a:pt x="118" y="38"/>
                  <a:pt x="119" y="35"/>
                  <a:pt x="121" y="35"/>
                </a:cubicBezTo>
                <a:cubicBezTo>
                  <a:pt x="125" y="33"/>
                  <a:pt x="125" y="33"/>
                  <a:pt x="125" y="33"/>
                </a:cubicBezTo>
                <a:cubicBezTo>
                  <a:pt x="128" y="32"/>
                  <a:pt x="130" y="33"/>
                  <a:pt x="131" y="35"/>
                </a:cubicBezTo>
                <a:cubicBezTo>
                  <a:pt x="132" y="38"/>
                  <a:pt x="131" y="40"/>
                  <a:pt x="129" y="41"/>
                </a:cubicBezTo>
                <a:cubicBezTo>
                  <a:pt x="125" y="43"/>
                  <a:pt x="125" y="43"/>
                  <a:pt x="125" y="43"/>
                </a:cubicBezTo>
                <a:cubicBezTo>
                  <a:pt x="124" y="43"/>
                  <a:pt x="123" y="43"/>
                  <a:pt x="123" y="43"/>
                </a:cubicBezTo>
                <a:close/>
                <a:moveTo>
                  <a:pt x="143" y="35"/>
                </a:moveTo>
                <a:cubicBezTo>
                  <a:pt x="142" y="35"/>
                  <a:pt x="140" y="34"/>
                  <a:pt x="139" y="32"/>
                </a:cubicBezTo>
                <a:cubicBezTo>
                  <a:pt x="138" y="30"/>
                  <a:pt x="140" y="27"/>
                  <a:pt x="142" y="27"/>
                </a:cubicBezTo>
                <a:cubicBezTo>
                  <a:pt x="146" y="25"/>
                  <a:pt x="146" y="25"/>
                  <a:pt x="146" y="25"/>
                </a:cubicBezTo>
                <a:cubicBezTo>
                  <a:pt x="148" y="24"/>
                  <a:pt x="151" y="26"/>
                  <a:pt x="152" y="28"/>
                </a:cubicBezTo>
                <a:cubicBezTo>
                  <a:pt x="153" y="30"/>
                  <a:pt x="151" y="33"/>
                  <a:pt x="149" y="33"/>
                </a:cubicBezTo>
                <a:cubicBezTo>
                  <a:pt x="145" y="35"/>
                  <a:pt x="145" y="35"/>
                  <a:pt x="145" y="35"/>
                </a:cubicBezTo>
                <a:cubicBezTo>
                  <a:pt x="144" y="35"/>
                  <a:pt x="144" y="35"/>
                  <a:pt x="143" y="35"/>
                </a:cubicBezTo>
                <a:close/>
                <a:moveTo>
                  <a:pt x="164" y="28"/>
                </a:moveTo>
                <a:cubicBezTo>
                  <a:pt x="162" y="28"/>
                  <a:pt x="161" y="27"/>
                  <a:pt x="160" y="25"/>
                </a:cubicBezTo>
                <a:cubicBezTo>
                  <a:pt x="159" y="23"/>
                  <a:pt x="161" y="20"/>
                  <a:pt x="163" y="19"/>
                </a:cubicBezTo>
                <a:cubicBezTo>
                  <a:pt x="167" y="18"/>
                  <a:pt x="167" y="18"/>
                  <a:pt x="167" y="18"/>
                </a:cubicBezTo>
                <a:cubicBezTo>
                  <a:pt x="169" y="17"/>
                  <a:pt x="172" y="18"/>
                  <a:pt x="173" y="21"/>
                </a:cubicBezTo>
                <a:cubicBezTo>
                  <a:pt x="173" y="23"/>
                  <a:pt x="172" y="26"/>
                  <a:pt x="170" y="26"/>
                </a:cubicBezTo>
                <a:cubicBezTo>
                  <a:pt x="166" y="28"/>
                  <a:pt x="166" y="28"/>
                  <a:pt x="166" y="28"/>
                </a:cubicBezTo>
                <a:cubicBezTo>
                  <a:pt x="165" y="28"/>
                  <a:pt x="165" y="28"/>
                  <a:pt x="164" y="28"/>
                </a:cubicBezTo>
                <a:close/>
                <a:moveTo>
                  <a:pt x="185" y="21"/>
                </a:moveTo>
                <a:cubicBezTo>
                  <a:pt x="183" y="21"/>
                  <a:pt x="182" y="20"/>
                  <a:pt x="181" y="18"/>
                </a:cubicBezTo>
                <a:cubicBezTo>
                  <a:pt x="180" y="16"/>
                  <a:pt x="182" y="13"/>
                  <a:pt x="184" y="13"/>
                </a:cubicBezTo>
                <a:cubicBezTo>
                  <a:pt x="188" y="11"/>
                  <a:pt x="188" y="11"/>
                  <a:pt x="188" y="11"/>
                </a:cubicBezTo>
                <a:cubicBezTo>
                  <a:pt x="191" y="11"/>
                  <a:pt x="193" y="12"/>
                  <a:pt x="194" y="14"/>
                </a:cubicBezTo>
                <a:cubicBezTo>
                  <a:pt x="194" y="17"/>
                  <a:pt x="193" y="19"/>
                  <a:pt x="191" y="20"/>
                </a:cubicBezTo>
                <a:cubicBezTo>
                  <a:pt x="187" y="21"/>
                  <a:pt x="187" y="21"/>
                  <a:pt x="187" y="21"/>
                </a:cubicBezTo>
                <a:cubicBezTo>
                  <a:pt x="186" y="21"/>
                  <a:pt x="186" y="21"/>
                  <a:pt x="185" y="21"/>
                </a:cubicBezTo>
                <a:close/>
                <a:moveTo>
                  <a:pt x="207" y="15"/>
                </a:moveTo>
                <a:cubicBezTo>
                  <a:pt x="205" y="15"/>
                  <a:pt x="203" y="14"/>
                  <a:pt x="202" y="12"/>
                </a:cubicBezTo>
                <a:cubicBezTo>
                  <a:pt x="202" y="10"/>
                  <a:pt x="203" y="7"/>
                  <a:pt x="205" y="7"/>
                </a:cubicBezTo>
                <a:cubicBezTo>
                  <a:pt x="210" y="6"/>
                  <a:pt x="210" y="6"/>
                  <a:pt x="210" y="6"/>
                </a:cubicBezTo>
                <a:cubicBezTo>
                  <a:pt x="212" y="5"/>
                  <a:pt x="214" y="6"/>
                  <a:pt x="215" y="9"/>
                </a:cubicBezTo>
                <a:cubicBezTo>
                  <a:pt x="216" y="11"/>
                  <a:pt x="214" y="14"/>
                  <a:pt x="212" y="14"/>
                </a:cubicBezTo>
                <a:cubicBezTo>
                  <a:pt x="208" y="15"/>
                  <a:pt x="208" y="15"/>
                  <a:pt x="208" y="15"/>
                </a:cubicBezTo>
                <a:cubicBezTo>
                  <a:pt x="207" y="15"/>
                  <a:pt x="207" y="15"/>
                  <a:pt x="207" y="15"/>
                </a:cubicBezTo>
                <a:close/>
                <a:moveTo>
                  <a:pt x="228" y="10"/>
                </a:moveTo>
                <a:cubicBezTo>
                  <a:pt x="226" y="10"/>
                  <a:pt x="224" y="9"/>
                  <a:pt x="224" y="7"/>
                </a:cubicBezTo>
                <a:cubicBezTo>
                  <a:pt x="223" y="4"/>
                  <a:pt x="225" y="2"/>
                  <a:pt x="227" y="1"/>
                </a:cubicBezTo>
                <a:cubicBezTo>
                  <a:pt x="231" y="0"/>
                  <a:pt x="231" y="0"/>
                  <a:pt x="231" y="0"/>
                </a:cubicBezTo>
                <a:cubicBezTo>
                  <a:pt x="234" y="0"/>
                  <a:pt x="236" y="1"/>
                  <a:pt x="237" y="4"/>
                </a:cubicBezTo>
                <a:cubicBezTo>
                  <a:pt x="237" y="6"/>
                  <a:pt x="236" y="9"/>
                  <a:pt x="233" y="9"/>
                </a:cubicBezTo>
                <a:cubicBezTo>
                  <a:pt x="229" y="10"/>
                  <a:pt x="229" y="10"/>
                  <a:pt x="229" y="10"/>
                </a:cubicBezTo>
                <a:lnTo>
                  <a:pt x="228" y="10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1ABEEBC-7D25-4D06-9198-5E1AFB87FAAE}"/>
              </a:ext>
            </a:extLst>
          </p:cNvPr>
          <p:cNvSpPr/>
          <p:nvPr/>
        </p:nvSpPr>
        <p:spPr bwMode="auto">
          <a:xfrm>
            <a:off x="4849296" y="2967508"/>
            <a:ext cx="36295" cy="33703"/>
          </a:xfrm>
          <a:custGeom>
            <a:avLst/>
            <a:gdLst>
              <a:gd name="T0" fmla="*/ 5 w 12"/>
              <a:gd name="T1" fmla="*/ 11 h 11"/>
              <a:gd name="T2" fmla="*/ 1 w 12"/>
              <a:gd name="T3" fmla="*/ 9 h 11"/>
              <a:gd name="T4" fmla="*/ 2 w 12"/>
              <a:gd name="T5" fmla="*/ 3 h 11"/>
              <a:gd name="T6" fmla="*/ 4 w 12"/>
              <a:gd name="T7" fmla="*/ 2 h 11"/>
              <a:gd name="T8" fmla="*/ 10 w 12"/>
              <a:gd name="T9" fmla="*/ 3 h 11"/>
              <a:gd name="T10" fmla="*/ 9 w 12"/>
              <a:gd name="T11" fmla="*/ 9 h 11"/>
              <a:gd name="T12" fmla="*/ 7 w 12"/>
              <a:gd name="T13" fmla="*/ 10 h 11"/>
              <a:gd name="T14" fmla="*/ 5 w 12"/>
              <a:gd name="T15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" h="11">
                <a:moveTo>
                  <a:pt x="5" y="11"/>
                </a:moveTo>
                <a:cubicBezTo>
                  <a:pt x="3" y="11"/>
                  <a:pt x="2" y="11"/>
                  <a:pt x="1" y="9"/>
                </a:cubicBezTo>
                <a:cubicBezTo>
                  <a:pt x="0" y="7"/>
                  <a:pt x="0" y="4"/>
                  <a:pt x="2" y="3"/>
                </a:cubicBezTo>
                <a:cubicBezTo>
                  <a:pt x="4" y="2"/>
                  <a:pt x="4" y="2"/>
                  <a:pt x="4" y="2"/>
                </a:cubicBezTo>
                <a:cubicBezTo>
                  <a:pt x="6" y="0"/>
                  <a:pt x="9" y="1"/>
                  <a:pt x="10" y="3"/>
                </a:cubicBezTo>
                <a:cubicBezTo>
                  <a:pt x="12" y="5"/>
                  <a:pt x="11" y="8"/>
                  <a:pt x="9" y="9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1"/>
                  <a:pt x="6" y="11"/>
                  <a:pt x="5" y="11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CEAA2FD-361F-41FA-86F7-3C48A3F05DCC}"/>
              </a:ext>
            </a:extLst>
          </p:cNvPr>
          <p:cNvSpPr/>
          <p:nvPr/>
        </p:nvSpPr>
        <p:spPr bwMode="auto">
          <a:xfrm>
            <a:off x="7305692" y="2967508"/>
            <a:ext cx="37592" cy="33703"/>
          </a:xfrm>
          <a:custGeom>
            <a:avLst/>
            <a:gdLst>
              <a:gd name="T0" fmla="*/ 7 w 12"/>
              <a:gd name="T1" fmla="*/ 11 h 11"/>
              <a:gd name="T2" fmla="*/ 4 w 12"/>
              <a:gd name="T3" fmla="*/ 10 h 11"/>
              <a:gd name="T4" fmla="*/ 2 w 12"/>
              <a:gd name="T5" fmla="*/ 9 h 11"/>
              <a:gd name="T6" fmla="*/ 1 w 12"/>
              <a:gd name="T7" fmla="*/ 2 h 11"/>
              <a:gd name="T8" fmla="*/ 7 w 12"/>
              <a:gd name="T9" fmla="*/ 1 h 11"/>
              <a:gd name="T10" fmla="*/ 9 w 12"/>
              <a:gd name="T11" fmla="*/ 2 h 11"/>
              <a:gd name="T12" fmla="*/ 10 w 12"/>
              <a:gd name="T13" fmla="*/ 9 h 11"/>
              <a:gd name="T14" fmla="*/ 7 w 12"/>
              <a:gd name="T15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" h="11">
                <a:moveTo>
                  <a:pt x="7" y="11"/>
                </a:moveTo>
                <a:cubicBezTo>
                  <a:pt x="6" y="11"/>
                  <a:pt x="5" y="10"/>
                  <a:pt x="4" y="10"/>
                </a:cubicBezTo>
                <a:cubicBezTo>
                  <a:pt x="2" y="9"/>
                  <a:pt x="2" y="9"/>
                  <a:pt x="2" y="9"/>
                </a:cubicBezTo>
                <a:cubicBezTo>
                  <a:pt x="0" y="7"/>
                  <a:pt x="0" y="4"/>
                  <a:pt x="1" y="2"/>
                </a:cubicBezTo>
                <a:cubicBezTo>
                  <a:pt x="2" y="0"/>
                  <a:pt x="5" y="0"/>
                  <a:pt x="7" y="1"/>
                </a:cubicBezTo>
                <a:cubicBezTo>
                  <a:pt x="9" y="2"/>
                  <a:pt x="9" y="2"/>
                  <a:pt x="9" y="2"/>
                </a:cubicBezTo>
                <a:cubicBezTo>
                  <a:pt x="11" y="4"/>
                  <a:pt x="12" y="7"/>
                  <a:pt x="10" y="9"/>
                </a:cubicBezTo>
                <a:cubicBezTo>
                  <a:pt x="9" y="10"/>
                  <a:pt x="8" y="11"/>
                  <a:pt x="7" y="11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411EAC9-6FB0-4804-9FC8-6D7BB9A12933}"/>
              </a:ext>
            </a:extLst>
          </p:cNvPr>
          <p:cNvSpPr/>
          <p:nvPr/>
        </p:nvSpPr>
        <p:spPr bwMode="auto">
          <a:xfrm>
            <a:off x="6551274" y="2648630"/>
            <a:ext cx="738863" cy="318878"/>
          </a:xfrm>
          <a:custGeom>
            <a:avLst/>
            <a:gdLst>
              <a:gd name="T0" fmla="*/ 233 w 241"/>
              <a:gd name="T1" fmla="*/ 103 h 104"/>
              <a:gd name="T2" fmla="*/ 228 w 241"/>
              <a:gd name="T3" fmla="*/ 94 h 104"/>
              <a:gd name="T4" fmla="*/ 238 w 241"/>
              <a:gd name="T5" fmla="*/ 95 h 104"/>
              <a:gd name="T6" fmla="*/ 236 w 241"/>
              <a:gd name="T7" fmla="*/ 104 h 104"/>
              <a:gd name="T8" fmla="*/ 214 w 241"/>
              <a:gd name="T9" fmla="*/ 91 h 104"/>
              <a:gd name="T10" fmla="*/ 209 w 241"/>
              <a:gd name="T11" fmla="*/ 83 h 104"/>
              <a:gd name="T12" fmla="*/ 219 w 241"/>
              <a:gd name="T13" fmla="*/ 84 h 104"/>
              <a:gd name="T14" fmla="*/ 217 w 241"/>
              <a:gd name="T15" fmla="*/ 92 h 104"/>
              <a:gd name="T16" fmla="*/ 195 w 241"/>
              <a:gd name="T17" fmla="*/ 80 h 104"/>
              <a:gd name="T18" fmla="*/ 189 w 241"/>
              <a:gd name="T19" fmla="*/ 72 h 104"/>
              <a:gd name="T20" fmla="*/ 199 w 241"/>
              <a:gd name="T21" fmla="*/ 73 h 104"/>
              <a:gd name="T22" fmla="*/ 197 w 241"/>
              <a:gd name="T23" fmla="*/ 81 h 104"/>
              <a:gd name="T24" fmla="*/ 175 w 241"/>
              <a:gd name="T25" fmla="*/ 70 h 104"/>
              <a:gd name="T26" fmla="*/ 170 w 241"/>
              <a:gd name="T27" fmla="*/ 62 h 104"/>
              <a:gd name="T28" fmla="*/ 179 w 241"/>
              <a:gd name="T29" fmla="*/ 62 h 104"/>
              <a:gd name="T30" fmla="*/ 177 w 241"/>
              <a:gd name="T31" fmla="*/ 70 h 104"/>
              <a:gd name="T32" fmla="*/ 156 w 241"/>
              <a:gd name="T33" fmla="*/ 60 h 104"/>
              <a:gd name="T34" fmla="*/ 149 w 241"/>
              <a:gd name="T35" fmla="*/ 52 h 104"/>
              <a:gd name="T36" fmla="*/ 159 w 241"/>
              <a:gd name="T37" fmla="*/ 52 h 104"/>
              <a:gd name="T38" fmla="*/ 157 w 241"/>
              <a:gd name="T39" fmla="*/ 61 h 104"/>
              <a:gd name="T40" fmla="*/ 135 w 241"/>
              <a:gd name="T41" fmla="*/ 51 h 104"/>
              <a:gd name="T42" fmla="*/ 129 w 241"/>
              <a:gd name="T43" fmla="*/ 43 h 104"/>
              <a:gd name="T44" fmla="*/ 139 w 241"/>
              <a:gd name="T45" fmla="*/ 43 h 104"/>
              <a:gd name="T46" fmla="*/ 137 w 241"/>
              <a:gd name="T47" fmla="*/ 51 h 104"/>
              <a:gd name="T48" fmla="*/ 115 w 241"/>
              <a:gd name="T49" fmla="*/ 43 h 104"/>
              <a:gd name="T50" fmla="*/ 108 w 241"/>
              <a:gd name="T51" fmla="*/ 35 h 104"/>
              <a:gd name="T52" fmla="*/ 118 w 241"/>
              <a:gd name="T53" fmla="*/ 34 h 104"/>
              <a:gd name="T54" fmla="*/ 116 w 241"/>
              <a:gd name="T55" fmla="*/ 43 h 104"/>
              <a:gd name="T56" fmla="*/ 94 w 241"/>
              <a:gd name="T57" fmla="*/ 35 h 104"/>
              <a:gd name="T58" fmla="*/ 87 w 241"/>
              <a:gd name="T59" fmla="*/ 28 h 104"/>
              <a:gd name="T60" fmla="*/ 97 w 241"/>
              <a:gd name="T61" fmla="*/ 26 h 104"/>
              <a:gd name="T62" fmla="*/ 95 w 241"/>
              <a:gd name="T63" fmla="*/ 35 h 104"/>
              <a:gd name="T64" fmla="*/ 73 w 241"/>
              <a:gd name="T65" fmla="*/ 27 h 104"/>
              <a:gd name="T66" fmla="*/ 66 w 241"/>
              <a:gd name="T67" fmla="*/ 21 h 104"/>
              <a:gd name="T68" fmla="*/ 76 w 241"/>
              <a:gd name="T69" fmla="*/ 19 h 104"/>
              <a:gd name="T70" fmla="*/ 74 w 241"/>
              <a:gd name="T71" fmla="*/ 28 h 104"/>
              <a:gd name="T72" fmla="*/ 52 w 241"/>
              <a:gd name="T73" fmla="*/ 21 h 104"/>
              <a:gd name="T74" fmla="*/ 44 w 241"/>
              <a:gd name="T75" fmla="*/ 14 h 104"/>
              <a:gd name="T76" fmla="*/ 54 w 241"/>
              <a:gd name="T77" fmla="*/ 12 h 104"/>
              <a:gd name="T78" fmla="*/ 53 w 241"/>
              <a:gd name="T79" fmla="*/ 21 h 104"/>
              <a:gd name="T80" fmla="*/ 30 w 241"/>
              <a:gd name="T81" fmla="*/ 15 h 104"/>
              <a:gd name="T82" fmla="*/ 23 w 241"/>
              <a:gd name="T83" fmla="*/ 9 h 104"/>
              <a:gd name="T84" fmla="*/ 32 w 241"/>
              <a:gd name="T85" fmla="*/ 7 h 104"/>
              <a:gd name="T86" fmla="*/ 31 w 241"/>
              <a:gd name="T87" fmla="*/ 15 h 104"/>
              <a:gd name="T88" fmla="*/ 9 w 241"/>
              <a:gd name="T89" fmla="*/ 10 h 104"/>
              <a:gd name="T90" fmla="*/ 1 w 241"/>
              <a:gd name="T91" fmla="*/ 4 h 104"/>
              <a:gd name="T92" fmla="*/ 11 w 241"/>
              <a:gd name="T93" fmla="*/ 1 h 104"/>
              <a:gd name="T94" fmla="*/ 10 w 241"/>
              <a:gd name="T95" fmla="*/ 1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1" h="104">
                <a:moveTo>
                  <a:pt x="236" y="104"/>
                </a:moveTo>
                <a:cubicBezTo>
                  <a:pt x="235" y="104"/>
                  <a:pt x="234" y="103"/>
                  <a:pt x="233" y="103"/>
                </a:cubicBezTo>
                <a:cubicBezTo>
                  <a:pt x="230" y="101"/>
                  <a:pt x="230" y="101"/>
                  <a:pt x="230" y="101"/>
                </a:cubicBezTo>
                <a:cubicBezTo>
                  <a:pt x="228" y="99"/>
                  <a:pt x="227" y="96"/>
                  <a:pt x="228" y="94"/>
                </a:cubicBezTo>
                <a:cubicBezTo>
                  <a:pt x="230" y="92"/>
                  <a:pt x="232" y="92"/>
                  <a:pt x="234" y="93"/>
                </a:cubicBezTo>
                <a:cubicBezTo>
                  <a:pt x="238" y="95"/>
                  <a:pt x="238" y="95"/>
                  <a:pt x="238" y="95"/>
                </a:cubicBezTo>
                <a:cubicBezTo>
                  <a:pt x="240" y="97"/>
                  <a:pt x="241" y="99"/>
                  <a:pt x="240" y="101"/>
                </a:cubicBezTo>
                <a:cubicBezTo>
                  <a:pt x="239" y="103"/>
                  <a:pt x="237" y="104"/>
                  <a:pt x="236" y="104"/>
                </a:cubicBezTo>
                <a:close/>
                <a:moveTo>
                  <a:pt x="217" y="92"/>
                </a:moveTo>
                <a:cubicBezTo>
                  <a:pt x="216" y="92"/>
                  <a:pt x="215" y="92"/>
                  <a:pt x="214" y="91"/>
                </a:cubicBezTo>
                <a:cubicBezTo>
                  <a:pt x="211" y="89"/>
                  <a:pt x="211" y="89"/>
                  <a:pt x="211" y="89"/>
                </a:cubicBezTo>
                <a:cubicBezTo>
                  <a:pt x="209" y="88"/>
                  <a:pt x="208" y="85"/>
                  <a:pt x="209" y="83"/>
                </a:cubicBezTo>
                <a:cubicBezTo>
                  <a:pt x="210" y="81"/>
                  <a:pt x="213" y="80"/>
                  <a:pt x="215" y="81"/>
                </a:cubicBezTo>
                <a:cubicBezTo>
                  <a:pt x="219" y="84"/>
                  <a:pt x="219" y="84"/>
                  <a:pt x="219" y="84"/>
                </a:cubicBezTo>
                <a:cubicBezTo>
                  <a:pt x="221" y="85"/>
                  <a:pt x="222" y="88"/>
                  <a:pt x="221" y="90"/>
                </a:cubicBezTo>
                <a:cubicBezTo>
                  <a:pt x="220" y="91"/>
                  <a:pt x="218" y="92"/>
                  <a:pt x="217" y="92"/>
                </a:cubicBezTo>
                <a:close/>
                <a:moveTo>
                  <a:pt x="197" y="81"/>
                </a:moveTo>
                <a:cubicBezTo>
                  <a:pt x="197" y="81"/>
                  <a:pt x="196" y="81"/>
                  <a:pt x="195" y="80"/>
                </a:cubicBezTo>
                <a:cubicBezTo>
                  <a:pt x="191" y="78"/>
                  <a:pt x="191" y="78"/>
                  <a:pt x="191" y="78"/>
                </a:cubicBezTo>
                <a:cubicBezTo>
                  <a:pt x="189" y="77"/>
                  <a:pt x="188" y="74"/>
                  <a:pt x="189" y="72"/>
                </a:cubicBezTo>
                <a:cubicBezTo>
                  <a:pt x="191" y="70"/>
                  <a:pt x="193" y="69"/>
                  <a:pt x="195" y="70"/>
                </a:cubicBezTo>
                <a:cubicBezTo>
                  <a:pt x="199" y="73"/>
                  <a:pt x="199" y="73"/>
                  <a:pt x="199" y="73"/>
                </a:cubicBezTo>
                <a:cubicBezTo>
                  <a:pt x="202" y="74"/>
                  <a:pt x="202" y="76"/>
                  <a:pt x="201" y="79"/>
                </a:cubicBezTo>
                <a:cubicBezTo>
                  <a:pt x="200" y="80"/>
                  <a:pt x="199" y="81"/>
                  <a:pt x="197" y="81"/>
                </a:cubicBezTo>
                <a:close/>
                <a:moveTo>
                  <a:pt x="177" y="70"/>
                </a:moveTo>
                <a:cubicBezTo>
                  <a:pt x="177" y="70"/>
                  <a:pt x="176" y="70"/>
                  <a:pt x="175" y="70"/>
                </a:cubicBezTo>
                <a:cubicBezTo>
                  <a:pt x="172" y="68"/>
                  <a:pt x="172" y="68"/>
                  <a:pt x="172" y="68"/>
                </a:cubicBezTo>
                <a:cubicBezTo>
                  <a:pt x="169" y="67"/>
                  <a:pt x="168" y="64"/>
                  <a:pt x="170" y="62"/>
                </a:cubicBezTo>
                <a:cubicBezTo>
                  <a:pt x="171" y="60"/>
                  <a:pt x="173" y="59"/>
                  <a:pt x="175" y="60"/>
                </a:cubicBezTo>
                <a:cubicBezTo>
                  <a:pt x="179" y="62"/>
                  <a:pt x="179" y="62"/>
                  <a:pt x="179" y="62"/>
                </a:cubicBezTo>
                <a:cubicBezTo>
                  <a:pt x="182" y="63"/>
                  <a:pt x="183" y="66"/>
                  <a:pt x="181" y="68"/>
                </a:cubicBezTo>
                <a:cubicBezTo>
                  <a:pt x="181" y="70"/>
                  <a:pt x="179" y="70"/>
                  <a:pt x="177" y="70"/>
                </a:cubicBezTo>
                <a:close/>
                <a:moveTo>
                  <a:pt x="157" y="61"/>
                </a:moveTo>
                <a:cubicBezTo>
                  <a:pt x="157" y="61"/>
                  <a:pt x="156" y="60"/>
                  <a:pt x="156" y="60"/>
                </a:cubicBezTo>
                <a:cubicBezTo>
                  <a:pt x="151" y="58"/>
                  <a:pt x="151" y="58"/>
                  <a:pt x="151" y="58"/>
                </a:cubicBezTo>
                <a:cubicBezTo>
                  <a:pt x="149" y="57"/>
                  <a:pt x="148" y="55"/>
                  <a:pt x="149" y="52"/>
                </a:cubicBezTo>
                <a:cubicBezTo>
                  <a:pt x="150" y="50"/>
                  <a:pt x="153" y="49"/>
                  <a:pt x="155" y="50"/>
                </a:cubicBezTo>
                <a:cubicBezTo>
                  <a:pt x="159" y="52"/>
                  <a:pt x="159" y="52"/>
                  <a:pt x="159" y="52"/>
                </a:cubicBezTo>
                <a:cubicBezTo>
                  <a:pt x="161" y="53"/>
                  <a:pt x="162" y="56"/>
                  <a:pt x="161" y="58"/>
                </a:cubicBezTo>
                <a:cubicBezTo>
                  <a:pt x="161" y="60"/>
                  <a:pt x="159" y="61"/>
                  <a:pt x="157" y="61"/>
                </a:cubicBezTo>
                <a:close/>
                <a:moveTo>
                  <a:pt x="137" y="51"/>
                </a:moveTo>
                <a:cubicBezTo>
                  <a:pt x="136" y="51"/>
                  <a:pt x="136" y="51"/>
                  <a:pt x="135" y="51"/>
                </a:cubicBezTo>
                <a:cubicBezTo>
                  <a:pt x="131" y="49"/>
                  <a:pt x="131" y="49"/>
                  <a:pt x="131" y="49"/>
                </a:cubicBezTo>
                <a:cubicBezTo>
                  <a:pt x="129" y="48"/>
                  <a:pt x="128" y="46"/>
                  <a:pt x="129" y="43"/>
                </a:cubicBezTo>
                <a:cubicBezTo>
                  <a:pt x="130" y="41"/>
                  <a:pt x="132" y="40"/>
                  <a:pt x="135" y="41"/>
                </a:cubicBezTo>
                <a:cubicBezTo>
                  <a:pt x="139" y="43"/>
                  <a:pt x="139" y="43"/>
                  <a:pt x="139" y="43"/>
                </a:cubicBezTo>
                <a:cubicBezTo>
                  <a:pt x="141" y="44"/>
                  <a:pt x="142" y="46"/>
                  <a:pt x="141" y="49"/>
                </a:cubicBezTo>
                <a:cubicBezTo>
                  <a:pt x="140" y="50"/>
                  <a:pt x="139" y="51"/>
                  <a:pt x="137" y="51"/>
                </a:cubicBezTo>
                <a:close/>
                <a:moveTo>
                  <a:pt x="116" y="43"/>
                </a:moveTo>
                <a:cubicBezTo>
                  <a:pt x="116" y="43"/>
                  <a:pt x="115" y="43"/>
                  <a:pt x="115" y="43"/>
                </a:cubicBezTo>
                <a:cubicBezTo>
                  <a:pt x="111" y="41"/>
                  <a:pt x="111" y="41"/>
                  <a:pt x="111" y="41"/>
                </a:cubicBezTo>
                <a:cubicBezTo>
                  <a:pt x="108" y="40"/>
                  <a:pt x="107" y="37"/>
                  <a:pt x="108" y="35"/>
                </a:cubicBezTo>
                <a:cubicBezTo>
                  <a:pt x="109" y="33"/>
                  <a:pt x="112" y="32"/>
                  <a:pt x="114" y="33"/>
                </a:cubicBezTo>
                <a:cubicBezTo>
                  <a:pt x="118" y="34"/>
                  <a:pt x="118" y="34"/>
                  <a:pt x="118" y="34"/>
                </a:cubicBezTo>
                <a:cubicBezTo>
                  <a:pt x="120" y="35"/>
                  <a:pt x="121" y="38"/>
                  <a:pt x="120" y="40"/>
                </a:cubicBezTo>
                <a:cubicBezTo>
                  <a:pt x="120" y="42"/>
                  <a:pt x="118" y="43"/>
                  <a:pt x="116" y="43"/>
                </a:cubicBezTo>
                <a:close/>
                <a:moveTo>
                  <a:pt x="95" y="35"/>
                </a:moveTo>
                <a:cubicBezTo>
                  <a:pt x="95" y="35"/>
                  <a:pt x="94" y="35"/>
                  <a:pt x="94" y="35"/>
                </a:cubicBezTo>
                <a:cubicBezTo>
                  <a:pt x="90" y="33"/>
                  <a:pt x="90" y="33"/>
                  <a:pt x="90" y="33"/>
                </a:cubicBezTo>
                <a:cubicBezTo>
                  <a:pt x="87" y="32"/>
                  <a:pt x="86" y="30"/>
                  <a:pt x="87" y="28"/>
                </a:cubicBezTo>
                <a:cubicBezTo>
                  <a:pt x="88" y="25"/>
                  <a:pt x="90" y="24"/>
                  <a:pt x="93" y="25"/>
                </a:cubicBezTo>
                <a:cubicBezTo>
                  <a:pt x="97" y="26"/>
                  <a:pt x="97" y="26"/>
                  <a:pt x="97" y="26"/>
                </a:cubicBezTo>
                <a:cubicBezTo>
                  <a:pt x="99" y="27"/>
                  <a:pt x="100" y="30"/>
                  <a:pt x="100" y="32"/>
                </a:cubicBezTo>
                <a:cubicBezTo>
                  <a:pt x="99" y="34"/>
                  <a:pt x="97" y="35"/>
                  <a:pt x="95" y="35"/>
                </a:cubicBezTo>
                <a:close/>
                <a:moveTo>
                  <a:pt x="74" y="28"/>
                </a:moveTo>
                <a:cubicBezTo>
                  <a:pt x="74" y="28"/>
                  <a:pt x="73" y="28"/>
                  <a:pt x="73" y="27"/>
                </a:cubicBezTo>
                <a:cubicBezTo>
                  <a:pt x="69" y="26"/>
                  <a:pt x="69" y="26"/>
                  <a:pt x="69" y="26"/>
                </a:cubicBezTo>
                <a:cubicBezTo>
                  <a:pt x="66" y="25"/>
                  <a:pt x="65" y="23"/>
                  <a:pt x="66" y="21"/>
                </a:cubicBezTo>
                <a:cubicBezTo>
                  <a:pt x="67" y="18"/>
                  <a:pt x="69" y="17"/>
                  <a:pt x="71" y="18"/>
                </a:cubicBezTo>
                <a:cubicBezTo>
                  <a:pt x="76" y="19"/>
                  <a:pt x="76" y="19"/>
                  <a:pt x="76" y="19"/>
                </a:cubicBezTo>
                <a:cubicBezTo>
                  <a:pt x="78" y="20"/>
                  <a:pt x="79" y="22"/>
                  <a:pt x="78" y="25"/>
                </a:cubicBezTo>
                <a:cubicBezTo>
                  <a:pt x="78" y="27"/>
                  <a:pt x="76" y="28"/>
                  <a:pt x="74" y="28"/>
                </a:cubicBezTo>
                <a:close/>
                <a:moveTo>
                  <a:pt x="53" y="21"/>
                </a:moveTo>
                <a:cubicBezTo>
                  <a:pt x="52" y="21"/>
                  <a:pt x="52" y="21"/>
                  <a:pt x="52" y="21"/>
                </a:cubicBezTo>
                <a:cubicBezTo>
                  <a:pt x="47" y="20"/>
                  <a:pt x="47" y="20"/>
                  <a:pt x="47" y="20"/>
                </a:cubicBezTo>
                <a:cubicBezTo>
                  <a:pt x="45" y="19"/>
                  <a:pt x="44" y="17"/>
                  <a:pt x="44" y="14"/>
                </a:cubicBezTo>
                <a:cubicBezTo>
                  <a:pt x="45" y="12"/>
                  <a:pt x="47" y="11"/>
                  <a:pt x="50" y="11"/>
                </a:cubicBezTo>
                <a:cubicBezTo>
                  <a:pt x="54" y="12"/>
                  <a:pt x="54" y="12"/>
                  <a:pt x="54" y="12"/>
                </a:cubicBezTo>
                <a:cubicBezTo>
                  <a:pt x="56" y="13"/>
                  <a:pt x="58" y="16"/>
                  <a:pt x="57" y="18"/>
                </a:cubicBezTo>
                <a:cubicBezTo>
                  <a:pt x="57" y="20"/>
                  <a:pt x="55" y="21"/>
                  <a:pt x="53" y="21"/>
                </a:cubicBezTo>
                <a:close/>
                <a:moveTo>
                  <a:pt x="31" y="15"/>
                </a:moveTo>
                <a:cubicBezTo>
                  <a:pt x="31" y="15"/>
                  <a:pt x="31" y="15"/>
                  <a:pt x="30" y="15"/>
                </a:cubicBezTo>
                <a:cubicBezTo>
                  <a:pt x="26" y="14"/>
                  <a:pt x="26" y="14"/>
                  <a:pt x="26" y="14"/>
                </a:cubicBezTo>
                <a:cubicBezTo>
                  <a:pt x="24" y="13"/>
                  <a:pt x="22" y="11"/>
                  <a:pt x="23" y="9"/>
                </a:cubicBezTo>
                <a:cubicBezTo>
                  <a:pt x="23" y="6"/>
                  <a:pt x="26" y="5"/>
                  <a:pt x="28" y="5"/>
                </a:cubicBezTo>
                <a:cubicBezTo>
                  <a:pt x="32" y="7"/>
                  <a:pt x="32" y="7"/>
                  <a:pt x="32" y="7"/>
                </a:cubicBezTo>
                <a:cubicBezTo>
                  <a:pt x="35" y="7"/>
                  <a:pt x="36" y="10"/>
                  <a:pt x="36" y="12"/>
                </a:cubicBezTo>
                <a:cubicBezTo>
                  <a:pt x="35" y="14"/>
                  <a:pt x="33" y="15"/>
                  <a:pt x="31" y="15"/>
                </a:cubicBezTo>
                <a:close/>
                <a:moveTo>
                  <a:pt x="10" y="10"/>
                </a:moveTo>
                <a:cubicBezTo>
                  <a:pt x="9" y="10"/>
                  <a:pt x="9" y="10"/>
                  <a:pt x="9" y="10"/>
                </a:cubicBezTo>
                <a:cubicBezTo>
                  <a:pt x="4" y="9"/>
                  <a:pt x="4" y="9"/>
                  <a:pt x="4" y="9"/>
                </a:cubicBezTo>
                <a:cubicBezTo>
                  <a:pt x="2" y="8"/>
                  <a:pt x="0" y="6"/>
                  <a:pt x="1" y="4"/>
                </a:cubicBezTo>
                <a:cubicBezTo>
                  <a:pt x="1" y="1"/>
                  <a:pt x="4" y="0"/>
                  <a:pt x="6" y="0"/>
                </a:cubicBezTo>
                <a:cubicBezTo>
                  <a:pt x="11" y="1"/>
                  <a:pt x="11" y="1"/>
                  <a:pt x="11" y="1"/>
                </a:cubicBezTo>
                <a:cubicBezTo>
                  <a:pt x="13" y="2"/>
                  <a:pt x="14" y="4"/>
                  <a:pt x="14" y="7"/>
                </a:cubicBezTo>
                <a:cubicBezTo>
                  <a:pt x="13" y="9"/>
                  <a:pt x="12" y="10"/>
                  <a:pt x="10" y="1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6775E00-A812-4A77-A6F7-70FD81BA043A}"/>
              </a:ext>
            </a:extLst>
          </p:cNvPr>
          <p:cNvSpPr/>
          <p:nvPr/>
        </p:nvSpPr>
        <p:spPr bwMode="auto">
          <a:xfrm>
            <a:off x="6492942" y="2635668"/>
            <a:ext cx="33703" cy="28518"/>
          </a:xfrm>
          <a:custGeom>
            <a:avLst/>
            <a:gdLst>
              <a:gd name="T0" fmla="*/ 7 w 11"/>
              <a:gd name="T1" fmla="*/ 9 h 9"/>
              <a:gd name="T2" fmla="*/ 6 w 11"/>
              <a:gd name="T3" fmla="*/ 9 h 9"/>
              <a:gd name="T4" fmla="*/ 4 w 11"/>
              <a:gd name="T5" fmla="*/ 9 h 9"/>
              <a:gd name="T6" fmla="*/ 0 w 11"/>
              <a:gd name="T7" fmla="*/ 4 h 9"/>
              <a:gd name="T8" fmla="*/ 5 w 11"/>
              <a:gd name="T9" fmla="*/ 0 h 9"/>
              <a:gd name="T10" fmla="*/ 7 w 11"/>
              <a:gd name="T11" fmla="*/ 1 h 9"/>
              <a:gd name="T12" fmla="*/ 11 w 11"/>
              <a:gd name="T13" fmla="*/ 6 h 9"/>
              <a:gd name="T14" fmla="*/ 7 w 11"/>
              <a:gd name="T15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9">
                <a:moveTo>
                  <a:pt x="7" y="9"/>
                </a:moveTo>
                <a:cubicBezTo>
                  <a:pt x="6" y="9"/>
                  <a:pt x="6" y="9"/>
                  <a:pt x="6" y="9"/>
                </a:cubicBezTo>
                <a:cubicBezTo>
                  <a:pt x="4" y="9"/>
                  <a:pt x="4" y="9"/>
                  <a:pt x="4" y="9"/>
                </a:cubicBezTo>
                <a:cubicBezTo>
                  <a:pt x="1" y="9"/>
                  <a:pt x="0" y="6"/>
                  <a:pt x="0" y="4"/>
                </a:cubicBezTo>
                <a:cubicBezTo>
                  <a:pt x="1" y="1"/>
                  <a:pt x="3" y="0"/>
                  <a:pt x="5" y="0"/>
                </a:cubicBezTo>
                <a:cubicBezTo>
                  <a:pt x="7" y="1"/>
                  <a:pt x="7" y="1"/>
                  <a:pt x="7" y="1"/>
                </a:cubicBezTo>
                <a:cubicBezTo>
                  <a:pt x="10" y="1"/>
                  <a:pt x="11" y="3"/>
                  <a:pt x="11" y="6"/>
                </a:cubicBezTo>
                <a:cubicBezTo>
                  <a:pt x="11" y="8"/>
                  <a:pt x="9" y="9"/>
                  <a:pt x="7" y="9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B5DFE4B-92B5-4773-A83C-75B68C50E4BF}"/>
              </a:ext>
            </a:extLst>
          </p:cNvPr>
          <p:cNvSpPr/>
          <p:nvPr/>
        </p:nvSpPr>
        <p:spPr bwMode="auto">
          <a:xfrm>
            <a:off x="8248066" y="4379126"/>
            <a:ext cx="29814" cy="33703"/>
          </a:xfrm>
          <a:custGeom>
            <a:avLst/>
            <a:gdLst>
              <a:gd name="T0" fmla="*/ 6 w 10"/>
              <a:gd name="T1" fmla="*/ 11 h 11"/>
              <a:gd name="T2" fmla="*/ 1 w 10"/>
              <a:gd name="T3" fmla="*/ 8 h 11"/>
              <a:gd name="T4" fmla="*/ 1 w 10"/>
              <a:gd name="T5" fmla="*/ 5 h 11"/>
              <a:gd name="T6" fmla="*/ 4 w 10"/>
              <a:gd name="T7" fmla="*/ 0 h 11"/>
              <a:gd name="T8" fmla="*/ 9 w 10"/>
              <a:gd name="T9" fmla="*/ 4 h 11"/>
              <a:gd name="T10" fmla="*/ 10 w 10"/>
              <a:gd name="T11" fmla="*/ 6 h 11"/>
              <a:gd name="T12" fmla="*/ 6 w 10"/>
              <a:gd name="T13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" h="11">
                <a:moveTo>
                  <a:pt x="6" y="11"/>
                </a:moveTo>
                <a:cubicBezTo>
                  <a:pt x="3" y="11"/>
                  <a:pt x="2" y="10"/>
                  <a:pt x="1" y="8"/>
                </a:cubicBezTo>
                <a:cubicBezTo>
                  <a:pt x="1" y="5"/>
                  <a:pt x="1" y="5"/>
                  <a:pt x="1" y="5"/>
                </a:cubicBezTo>
                <a:cubicBezTo>
                  <a:pt x="0" y="3"/>
                  <a:pt x="2" y="1"/>
                  <a:pt x="4" y="0"/>
                </a:cubicBezTo>
                <a:cubicBezTo>
                  <a:pt x="7" y="0"/>
                  <a:pt x="9" y="1"/>
                  <a:pt x="9" y="4"/>
                </a:cubicBezTo>
                <a:cubicBezTo>
                  <a:pt x="10" y="6"/>
                  <a:pt x="10" y="6"/>
                  <a:pt x="10" y="6"/>
                </a:cubicBezTo>
                <a:cubicBezTo>
                  <a:pt x="10" y="8"/>
                  <a:pt x="9" y="11"/>
                  <a:pt x="6" y="11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AE52628-24AF-4D8C-8991-97F1D2327CD9}"/>
              </a:ext>
            </a:extLst>
          </p:cNvPr>
          <p:cNvSpPr/>
          <p:nvPr/>
        </p:nvSpPr>
        <p:spPr bwMode="auto">
          <a:xfrm>
            <a:off x="7934373" y="3605263"/>
            <a:ext cx="331840" cy="746640"/>
          </a:xfrm>
          <a:custGeom>
            <a:avLst/>
            <a:gdLst>
              <a:gd name="T0" fmla="*/ 99 w 108"/>
              <a:gd name="T1" fmla="*/ 240 h 243"/>
              <a:gd name="T2" fmla="*/ 101 w 108"/>
              <a:gd name="T3" fmla="*/ 230 h 243"/>
              <a:gd name="T4" fmla="*/ 108 w 108"/>
              <a:gd name="T5" fmla="*/ 238 h 243"/>
              <a:gd name="T6" fmla="*/ 103 w 108"/>
              <a:gd name="T7" fmla="*/ 243 h 243"/>
              <a:gd name="T8" fmla="*/ 94 w 108"/>
              <a:gd name="T9" fmla="*/ 218 h 243"/>
              <a:gd name="T10" fmla="*/ 96 w 108"/>
              <a:gd name="T11" fmla="*/ 208 h 243"/>
              <a:gd name="T12" fmla="*/ 102 w 108"/>
              <a:gd name="T13" fmla="*/ 216 h 243"/>
              <a:gd name="T14" fmla="*/ 98 w 108"/>
              <a:gd name="T15" fmla="*/ 221 h 243"/>
              <a:gd name="T16" fmla="*/ 88 w 108"/>
              <a:gd name="T17" fmla="*/ 196 h 243"/>
              <a:gd name="T18" fmla="*/ 90 w 108"/>
              <a:gd name="T19" fmla="*/ 186 h 243"/>
              <a:gd name="T20" fmla="*/ 96 w 108"/>
              <a:gd name="T21" fmla="*/ 193 h 243"/>
              <a:gd name="T22" fmla="*/ 92 w 108"/>
              <a:gd name="T23" fmla="*/ 199 h 243"/>
              <a:gd name="T24" fmla="*/ 81 w 108"/>
              <a:gd name="T25" fmla="*/ 174 h 243"/>
              <a:gd name="T26" fmla="*/ 83 w 108"/>
              <a:gd name="T27" fmla="*/ 164 h 243"/>
              <a:gd name="T28" fmla="*/ 90 w 108"/>
              <a:gd name="T29" fmla="*/ 172 h 243"/>
              <a:gd name="T30" fmla="*/ 85 w 108"/>
              <a:gd name="T31" fmla="*/ 177 h 243"/>
              <a:gd name="T32" fmla="*/ 74 w 108"/>
              <a:gd name="T33" fmla="*/ 153 h 243"/>
              <a:gd name="T34" fmla="*/ 75 w 108"/>
              <a:gd name="T35" fmla="*/ 143 h 243"/>
              <a:gd name="T36" fmla="*/ 82 w 108"/>
              <a:gd name="T37" fmla="*/ 150 h 243"/>
              <a:gd name="T38" fmla="*/ 78 w 108"/>
              <a:gd name="T39" fmla="*/ 156 h 243"/>
              <a:gd name="T40" fmla="*/ 66 w 108"/>
              <a:gd name="T41" fmla="*/ 132 h 243"/>
              <a:gd name="T42" fmla="*/ 67 w 108"/>
              <a:gd name="T43" fmla="*/ 122 h 243"/>
              <a:gd name="T44" fmla="*/ 74 w 108"/>
              <a:gd name="T45" fmla="*/ 129 h 243"/>
              <a:gd name="T46" fmla="*/ 70 w 108"/>
              <a:gd name="T47" fmla="*/ 135 h 243"/>
              <a:gd name="T48" fmla="*/ 57 w 108"/>
              <a:gd name="T49" fmla="*/ 111 h 243"/>
              <a:gd name="T50" fmla="*/ 58 w 108"/>
              <a:gd name="T51" fmla="*/ 101 h 243"/>
              <a:gd name="T52" fmla="*/ 65 w 108"/>
              <a:gd name="T53" fmla="*/ 107 h 243"/>
              <a:gd name="T54" fmla="*/ 61 w 108"/>
              <a:gd name="T55" fmla="*/ 114 h 243"/>
              <a:gd name="T56" fmla="*/ 48 w 108"/>
              <a:gd name="T57" fmla="*/ 90 h 243"/>
              <a:gd name="T58" fmla="*/ 48 w 108"/>
              <a:gd name="T59" fmla="*/ 80 h 243"/>
              <a:gd name="T60" fmla="*/ 56 w 108"/>
              <a:gd name="T61" fmla="*/ 87 h 243"/>
              <a:gd name="T62" fmla="*/ 52 w 108"/>
              <a:gd name="T63" fmla="*/ 93 h 243"/>
              <a:gd name="T64" fmla="*/ 38 w 108"/>
              <a:gd name="T65" fmla="*/ 70 h 243"/>
              <a:gd name="T66" fmla="*/ 38 w 108"/>
              <a:gd name="T67" fmla="*/ 60 h 243"/>
              <a:gd name="T68" fmla="*/ 46 w 108"/>
              <a:gd name="T69" fmla="*/ 66 h 243"/>
              <a:gd name="T70" fmla="*/ 42 w 108"/>
              <a:gd name="T71" fmla="*/ 73 h 243"/>
              <a:gd name="T72" fmla="*/ 27 w 108"/>
              <a:gd name="T73" fmla="*/ 50 h 243"/>
              <a:gd name="T74" fmla="*/ 27 w 108"/>
              <a:gd name="T75" fmla="*/ 40 h 243"/>
              <a:gd name="T76" fmla="*/ 35 w 108"/>
              <a:gd name="T77" fmla="*/ 46 h 243"/>
              <a:gd name="T78" fmla="*/ 31 w 108"/>
              <a:gd name="T79" fmla="*/ 53 h 243"/>
              <a:gd name="T80" fmla="*/ 16 w 108"/>
              <a:gd name="T81" fmla="*/ 31 h 243"/>
              <a:gd name="T82" fmla="*/ 15 w 108"/>
              <a:gd name="T83" fmla="*/ 21 h 243"/>
              <a:gd name="T84" fmla="*/ 24 w 108"/>
              <a:gd name="T85" fmla="*/ 26 h 243"/>
              <a:gd name="T86" fmla="*/ 20 w 108"/>
              <a:gd name="T87" fmla="*/ 33 h 243"/>
              <a:gd name="T88" fmla="*/ 4 w 108"/>
              <a:gd name="T89" fmla="*/ 11 h 243"/>
              <a:gd name="T90" fmla="*/ 3 w 108"/>
              <a:gd name="T91" fmla="*/ 1 h 243"/>
              <a:gd name="T92" fmla="*/ 12 w 108"/>
              <a:gd name="T93" fmla="*/ 7 h 243"/>
              <a:gd name="T94" fmla="*/ 8 w 108"/>
              <a:gd name="T95" fmla="*/ 13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8" h="243">
                <a:moveTo>
                  <a:pt x="103" y="243"/>
                </a:moveTo>
                <a:cubicBezTo>
                  <a:pt x="101" y="243"/>
                  <a:pt x="100" y="242"/>
                  <a:pt x="99" y="240"/>
                </a:cubicBezTo>
                <a:cubicBezTo>
                  <a:pt x="98" y="235"/>
                  <a:pt x="98" y="235"/>
                  <a:pt x="98" y="235"/>
                </a:cubicBezTo>
                <a:cubicBezTo>
                  <a:pt x="97" y="233"/>
                  <a:pt x="99" y="231"/>
                  <a:pt x="101" y="230"/>
                </a:cubicBezTo>
                <a:cubicBezTo>
                  <a:pt x="104" y="229"/>
                  <a:pt x="106" y="231"/>
                  <a:pt x="107" y="233"/>
                </a:cubicBezTo>
                <a:cubicBezTo>
                  <a:pt x="108" y="238"/>
                  <a:pt x="108" y="238"/>
                  <a:pt x="108" y="238"/>
                </a:cubicBezTo>
                <a:cubicBezTo>
                  <a:pt x="108" y="240"/>
                  <a:pt x="107" y="243"/>
                  <a:pt x="104" y="243"/>
                </a:cubicBezTo>
                <a:lnTo>
                  <a:pt x="103" y="243"/>
                </a:lnTo>
                <a:close/>
                <a:moveTo>
                  <a:pt x="98" y="221"/>
                </a:moveTo>
                <a:cubicBezTo>
                  <a:pt x="96" y="221"/>
                  <a:pt x="94" y="220"/>
                  <a:pt x="94" y="218"/>
                </a:cubicBezTo>
                <a:cubicBezTo>
                  <a:pt x="93" y="213"/>
                  <a:pt x="93" y="213"/>
                  <a:pt x="93" y="213"/>
                </a:cubicBezTo>
                <a:cubicBezTo>
                  <a:pt x="92" y="211"/>
                  <a:pt x="93" y="209"/>
                  <a:pt x="96" y="208"/>
                </a:cubicBezTo>
                <a:cubicBezTo>
                  <a:pt x="98" y="207"/>
                  <a:pt x="101" y="209"/>
                  <a:pt x="101" y="211"/>
                </a:cubicBezTo>
                <a:cubicBezTo>
                  <a:pt x="102" y="216"/>
                  <a:pt x="102" y="216"/>
                  <a:pt x="102" y="216"/>
                </a:cubicBezTo>
                <a:cubicBezTo>
                  <a:pt x="103" y="218"/>
                  <a:pt x="102" y="220"/>
                  <a:pt x="99" y="221"/>
                </a:cubicBezTo>
                <a:cubicBezTo>
                  <a:pt x="99" y="221"/>
                  <a:pt x="98" y="221"/>
                  <a:pt x="98" y="221"/>
                </a:cubicBezTo>
                <a:close/>
                <a:moveTo>
                  <a:pt x="92" y="199"/>
                </a:moveTo>
                <a:cubicBezTo>
                  <a:pt x="90" y="199"/>
                  <a:pt x="88" y="198"/>
                  <a:pt x="88" y="196"/>
                </a:cubicBezTo>
                <a:cubicBezTo>
                  <a:pt x="87" y="192"/>
                  <a:pt x="87" y="192"/>
                  <a:pt x="87" y="192"/>
                </a:cubicBezTo>
                <a:cubicBezTo>
                  <a:pt x="86" y="189"/>
                  <a:pt x="87" y="187"/>
                  <a:pt x="90" y="186"/>
                </a:cubicBezTo>
                <a:cubicBezTo>
                  <a:pt x="92" y="185"/>
                  <a:pt x="94" y="187"/>
                  <a:pt x="95" y="189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6"/>
                  <a:pt x="96" y="198"/>
                  <a:pt x="93" y="199"/>
                </a:cubicBezTo>
                <a:cubicBezTo>
                  <a:pt x="93" y="199"/>
                  <a:pt x="92" y="199"/>
                  <a:pt x="92" y="199"/>
                </a:cubicBezTo>
                <a:close/>
                <a:moveTo>
                  <a:pt x="85" y="177"/>
                </a:moveTo>
                <a:cubicBezTo>
                  <a:pt x="84" y="177"/>
                  <a:pt x="82" y="176"/>
                  <a:pt x="81" y="174"/>
                </a:cubicBezTo>
                <a:cubicBezTo>
                  <a:pt x="80" y="170"/>
                  <a:pt x="80" y="170"/>
                  <a:pt x="80" y="170"/>
                </a:cubicBezTo>
                <a:cubicBezTo>
                  <a:pt x="79" y="168"/>
                  <a:pt x="80" y="165"/>
                  <a:pt x="83" y="164"/>
                </a:cubicBezTo>
                <a:cubicBezTo>
                  <a:pt x="85" y="164"/>
                  <a:pt x="87" y="165"/>
                  <a:pt x="88" y="167"/>
                </a:cubicBezTo>
                <a:cubicBezTo>
                  <a:pt x="90" y="172"/>
                  <a:pt x="90" y="172"/>
                  <a:pt x="90" y="172"/>
                </a:cubicBezTo>
                <a:cubicBezTo>
                  <a:pt x="90" y="174"/>
                  <a:pt x="89" y="176"/>
                  <a:pt x="87" y="177"/>
                </a:cubicBezTo>
                <a:cubicBezTo>
                  <a:pt x="86" y="177"/>
                  <a:pt x="86" y="177"/>
                  <a:pt x="85" y="177"/>
                </a:cubicBezTo>
                <a:close/>
                <a:moveTo>
                  <a:pt x="78" y="156"/>
                </a:moveTo>
                <a:cubicBezTo>
                  <a:pt x="76" y="156"/>
                  <a:pt x="74" y="155"/>
                  <a:pt x="74" y="153"/>
                </a:cubicBezTo>
                <a:cubicBezTo>
                  <a:pt x="72" y="149"/>
                  <a:pt x="72" y="149"/>
                  <a:pt x="72" y="149"/>
                </a:cubicBezTo>
                <a:cubicBezTo>
                  <a:pt x="71" y="146"/>
                  <a:pt x="73" y="144"/>
                  <a:pt x="75" y="143"/>
                </a:cubicBezTo>
                <a:cubicBezTo>
                  <a:pt x="77" y="142"/>
                  <a:pt x="80" y="143"/>
                  <a:pt x="81" y="146"/>
                </a:cubicBezTo>
                <a:cubicBezTo>
                  <a:pt x="82" y="150"/>
                  <a:pt x="82" y="150"/>
                  <a:pt x="82" y="150"/>
                </a:cubicBezTo>
                <a:cubicBezTo>
                  <a:pt x="83" y="152"/>
                  <a:pt x="82" y="155"/>
                  <a:pt x="79" y="156"/>
                </a:cubicBezTo>
                <a:cubicBezTo>
                  <a:pt x="79" y="156"/>
                  <a:pt x="78" y="156"/>
                  <a:pt x="78" y="156"/>
                </a:cubicBezTo>
                <a:close/>
                <a:moveTo>
                  <a:pt x="70" y="135"/>
                </a:moveTo>
                <a:cubicBezTo>
                  <a:pt x="68" y="135"/>
                  <a:pt x="66" y="134"/>
                  <a:pt x="66" y="132"/>
                </a:cubicBezTo>
                <a:cubicBezTo>
                  <a:pt x="64" y="128"/>
                  <a:pt x="64" y="128"/>
                  <a:pt x="64" y="128"/>
                </a:cubicBezTo>
                <a:cubicBezTo>
                  <a:pt x="63" y="125"/>
                  <a:pt x="64" y="123"/>
                  <a:pt x="67" y="122"/>
                </a:cubicBezTo>
                <a:cubicBezTo>
                  <a:pt x="69" y="121"/>
                  <a:pt x="71" y="122"/>
                  <a:pt x="72" y="124"/>
                </a:cubicBezTo>
                <a:cubicBezTo>
                  <a:pt x="74" y="129"/>
                  <a:pt x="74" y="129"/>
                  <a:pt x="74" y="129"/>
                </a:cubicBezTo>
                <a:cubicBezTo>
                  <a:pt x="75" y="131"/>
                  <a:pt x="74" y="133"/>
                  <a:pt x="72" y="134"/>
                </a:cubicBezTo>
                <a:cubicBezTo>
                  <a:pt x="71" y="135"/>
                  <a:pt x="70" y="135"/>
                  <a:pt x="70" y="135"/>
                </a:cubicBezTo>
                <a:close/>
                <a:moveTo>
                  <a:pt x="61" y="114"/>
                </a:moveTo>
                <a:cubicBezTo>
                  <a:pt x="59" y="114"/>
                  <a:pt x="58" y="113"/>
                  <a:pt x="57" y="111"/>
                </a:cubicBezTo>
                <a:cubicBezTo>
                  <a:pt x="55" y="107"/>
                  <a:pt x="55" y="107"/>
                  <a:pt x="55" y="107"/>
                </a:cubicBezTo>
                <a:cubicBezTo>
                  <a:pt x="54" y="105"/>
                  <a:pt x="55" y="102"/>
                  <a:pt x="58" y="101"/>
                </a:cubicBezTo>
                <a:cubicBezTo>
                  <a:pt x="60" y="100"/>
                  <a:pt x="62" y="101"/>
                  <a:pt x="63" y="103"/>
                </a:cubicBezTo>
                <a:cubicBezTo>
                  <a:pt x="65" y="107"/>
                  <a:pt x="65" y="107"/>
                  <a:pt x="65" y="107"/>
                </a:cubicBezTo>
                <a:cubicBezTo>
                  <a:pt x="66" y="110"/>
                  <a:pt x="65" y="112"/>
                  <a:pt x="63" y="113"/>
                </a:cubicBezTo>
                <a:cubicBezTo>
                  <a:pt x="62" y="114"/>
                  <a:pt x="62" y="114"/>
                  <a:pt x="61" y="114"/>
                </a:cubicBezTo>
                <a:close/>
                <a:moveTo>
                  <a:pt x="52" y="93"/>
                </a:moveTo>
                <a:cubicBezTo>
                  <a:pt x="50" y="93"/>
                  <a:pt x="49" y="92"/>
                  <a:pt x="48" y="90"/>
                </a:cubicBezTo>
                <a:cubicBezTo>
                  <a:pt x="46" y="86"/>
                  <a:pt x="46" y="86"/>
                  <a:pt x="46" y="86"/>
                </a:cubicBezTo>
                <a:cubicBezTo>
                  <a:pt x="45" y="84"/>
                  <a:pt x="46" y="81"/>
                  <a:pt x="48" y="80"/>
                </a:cubicBezTo>
                <a:cubicBezTo>
                  <a:pt x="50" y="79"/>
                  <a:pt x="53" y="80"/>
                  <a:pt x="54" y="83"/>
                </a:cubicBezTo>
                <a:cubicBezTo>
                  <a:pt x="56" y="87"/>
                  <a:pt x="56" y="87"/>
                  <a:pt x="56" y="87"/>
                </a:cubicBezTo>
                <a:cubicBezTo>
                  <a:pt x="57" y="89"/>
                  <a:pt x="56" y="91"/>
                  <a:pt x="54" y="93"/>
                </a:cubicBezTo>
                <a:cubicBezTo>
                  <a:pt x="53" y="93"/>
                  <a:pt x="52" y="93"/>
                  <a:pt x="52" y="93"/>
                </a:cubicBezTo>
                <a:close/>
                <a:moveTo>
                  <a:pt x="42" y="73"/>
                </a:moveTo>
                <a:cubicBezTo>
                  <a:pt x="40" y="73"/>
                  <a:pt x="39" y="72"/>
                  <a:pt x="38" y="70"/>
                </a:cubicBezTo>
                <a:cubicBezTo>
                  <a:pt x="36" y="66"/>
                  <a:pt x="36" y="66"/>
                  <a:pt x="36" y="66"/>
                </a:cubicBezTo>
                <a:cubicBezTo>
                  <a:pt x="35" y="64"/>
                  <a:pt x="35" y="61"/>
                  <a:pt x="38" y="60"/>
                </a:cubicBezTo>
                <a:cubicBezTo>
                  <a:pt x="40" y="59"/>
                  <a:pt x="42" y="60"/>
                  <a:pt x="44" y="62"/>
                </a:cubicBezTo>
                <a:cubicBezTo>
                  <a:pt x="46" y="66"/>
                  <a:pt x="46" y="66"/>
                  <a:pt x="46" y="66"/>
                </a:cubicBezTo>
                <a:cubicBezTo>
                  <a:pt x="47" y="68"/>
                  <a:pt x="46" y="71"/>
                  <a:pt x="44" y="72"/>
                </a:cubicBezTo>
                <a:cubicBezTo>
                  <a:pt x="43" y="72"/>
                  <a:pt x="42" y="73"/>
                  <a:pt x="42" y="73"/>
                </a:cubicBezTo>
                <a:close/>
                <a:moveTo>
                  <a:pt x="31" y="53"/>
                </a:moveTo>
                <a:cubicBezTo>
                  <a:pt x="29" y="53"/>
                  <a:pt x="28" y="52"/>
                  <a:pt x="27" y="50"/>
                </a:cubicBezTo>
                <a:cubicBezTo>
                  <a:pt x="25" y="46"/>
                  <a:pt x="25" y="46"/>
                  <a:pt x="25" y="46"/>
                </a:cubicBezTo>
                <a:cubicBezTo>
                  <a:pt x="24" y="44"/>
                  <a:pt x="25" y="41"/>
                  <a:pt x="27" y="40"/>
                </a:cubicBezTo>
                <a:cubicBezTo>
                  <a:pt x="29" y="39"/>
                  <a:pt x="32" y="40"/>
                  <a:pt x="33" y="42"/>
                </a:cubicBezTo>
                <a:cubicBezTo>
                  <a:pt x="35" y="46"/>
                  <a:pt x="35" y="46"/>
                  <a:pt x="35" y="46"/>
                </a:cubicBezTo>
                <a:cubicBezTo>
                  <a:pt x="36" y="48"/>
                  <a:pt x="35" y="51"/>
                  <a:pt x="33" y="52"/>
                </a:cubicBezTo>
                <a:cubicBezTo>
                  <a:pt x="33" y="52"/>
                  <a:pt x="32" y="53"/>
                  <a:pt x="31" y="53"/>
                </a:cubicBezTo>
                <a:close/>
                <a:moveTo>
                  <a:pt x="20" y="33"/>
                </a:moveTo>
                <a:cubicBezTo>
                  <a:pt x="18" y="33"/>
                  <a:pt x="17" y="32"/>
                  <a:pt x="16" y="31"/>
                </a:cubicBezTo>
                <a:cubicBezTo>
                  <a:pt x="14" y="27"/>
                  <a:pt x="14" y="27"/>
                  <a:pt x="14" y="27"/>
                </a:cubicBezTo>
                <a:cubicBezTo>
                  <a:pt x="12" y="25"/>
                  <a:pt x="13" y="22"/>
                  <a:pt x="15" y="21"/>
                </a:cubicBezTo>
                <a:cubicBezTo>
                  <a:pt x="17" y="19"/>
                  <a:pt x="20" y="20"/>
                  <a:pt x="21" y="22"/>
                </a:cubicBezTo>
                <a:cubicBezTo>
                  <a:pt x="24" y="26"/>
                  <a:pt x="24" y="26"/>
                  <a:pt x="24" y="26"/>
                </a:cubicBezTo>
                <a:cubicBezTo>
                  <a:pt x="25" y="28"/>
                  <a:pt x="24" y="31"/>
                  <a:pt x="22" y="32"/>
                </a:cubicBezTo>
                <a:cubicBezTo>
                  <a:pt x="21" y="33"/>
                  <a:pt x="21" y="33"/>
                  <a:pt x="20" y="33"/>
                </a:cubicBezTo>
                <a:close/>
                <a:moveTo>
                  <a:pt x="8" y="13"/>
                </a:moveTo>
                <a:cubicBezTo>
                  <a:pt x="6" y="13"/>
                  <a:pt x="5" y="13"/>
                  <a:pt x="4" y="11"/>
                </a:cubicBezTo>
                <a:cubicBezTo>
                  <a:pt x="2" y="8"/>
                  <a:pt x="2" y="8"/>
                  <a:pt x="2" y="8"/>
                </a:cubicBezTo>
                <a:cubicBezTo>
                  <a:pt x="0" y="6"/>
                  <a:pt x="1" y="3"/>
                  <a:pt x="3" y="1"/>
                </a:cubicBezTo>
                <a:cubicBezTo>
                  <a:pt x="5" y="0"/>
                  <a:pt x="8" y="1"/>
                  <a:pt x="9" y="3"/>
                </a:cubicBezTo>
                <a:cubicBezTo>
                  <a:pt x="12" y="7"/>
                  <a:pt x="12" y="7"/>
                  <a:pt x="12" y="7"/>
                </a:cubicBezTo>
                <a:cubicBezTo>
                  <a:pt x="13" y="9"/>
                  <a:pt x="12" y="11"/>
                  <a:pt x="10" y="13"/>
                </a:cubicBezTo>
                <a:cubicBezTo>
                  <a:pt x="9" y="13"/>
                  <a:pt x="9" y="13"/>
                  <a:pt x="8" y="13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76139DA-6938-43B3-80D0-039401670255}"/>
              </a:ext>
            </a:extLst>
          </p:cNvPr>
          <p:cNvSpPr/>
          <p:nvPr/>
        </p:nvSpPr>
        <p:spPr bwMode="auto">
          <a:xfrm>
            <a:off x="7900670" y="3553413"/>
            <a:ext cx="33703" cy="37592"/>
          </a:xfrm>
          <a:custGeom>
            <a:avLst/>
            <a:gdLst>
              <a:gd name="T0" fmla="*/ 6 w 11"/>
              <a:gd name="T1" fmla="*/ 12 h 12"/>
              <a:gd name="T2" fmla="*/ 3 w 11"/>
              <a:gd name="T3" fmla="*/ 10 h 12"/>
              <a:gd name="T4" fmla="*/ 1 w 11"/>
              <a:gd name="T5" fmla="*/ 8 h 12"/>
              <a:gd name="T6" fmla="*/ 3 w 11"/>
              <a:gd name="T7" fmla="*/ 2 h 12"/>
              <a:gd name="T8" fmla="*/ 9 w 11"/>
              <a:gd name="T9" fmla="*/ 3 h 12"/>
              <a:gd name="T10" fmla="*/ 10 w 11"/>
              <a:gd name="T11" fmla="*/ 5 h 12"/>
              <a:gd name="T12" fmla="*/ 9 w 11"/>
              <a:gd name="T13" fmla="*/ 11 h 12"/>
              <a:gd name="T14" fmla="*/ 6 w 11"/>
              <a:gd name="T15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6" y="12"/>
                </a:moveTo>
                <a:cubicBezTo>
                  <a:pt x="5" y="12"/>
                  <a:pt x="3" y="11"/>
                  <a:pt x="3" y="10"/>
                </a:cubicBezTo>
                <a:cubicBezTo>
                  <a:pt x="1" y="8"/>
                  <a:pt x="1" y="8"/>
                  <a:pt x="1" y="8"/>
                </a:cubicBezTo>
                <a:cubicBezTo>
                  <a:pt x="0" y="6"/>
                  <a:pt x="0" y="3"/>
                  <a:pt x="3" y="2"/>
                </a:cubicBezTo>
                <a:cubicBezTo>
                  <a:pt x="5" y="0"/>
                  <a:pt x="7" y="1"/>
                  <a:pt x="9" y="3"/>
                </a:cubicBezTo>
                <a:cubicBezTo>
                  <a:pt x="10" y="5"/>
                  <a:pt x="10" y="5"/>
                  <a:pt x="10" y="5"/>
                </a:cubicBezTo>
                <a:cubicBezTo>
                  <a:pt x="11" y="7"/>
                  <a:pt x="11" y="9"/>
                  <a:pt x="9" y="11"/>
                </a:cubicBezTo>
                <a:cubicBezTo>
                  <a:pt x="8" y="11"/>
                  <a:pt x="7" y="12"/>
                  <a:pt x="6" y="12"/>
                </a:cubicBezTo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Freeform: Shape 24">
            <a:extLst>
              <a:ext uri="{FF2B5EF4-FFF2-40B4-BE49-F238E27FC236}">
                <a16:creationId xmlns:a16="http://schemas.microsoft.com/office/drawing/2014/main" id="{BB98E83E-0565-4C71-8212-9EC579D33BED}"/>
              </a:ext>
            </a:extLst>
          </p:cNvPr>
          <p:cNvSpPr/>
          <p:nvPr/>
        </p:nvSpPr>
        <p:spPr bwMode="auto">
          <a:xfrm>
            <a:off x="3499900" y="4425791"/>
            <a:ext cx="779047" cy="779047"/>
          </a:xfrm>
          <a:custGeom>
            <a:avLst/>
            <a:gdLst>
              <a:gd name="T0" fmla="*/ 127 w 254"/>
              <a:gd name="T1" fmla="*/ 251 h 254"/>
              <a:gd name="T2" fmla="*/ 4 w 254"/>
              <a:gd name="T3" fmla="*/ 127 h 254"/>
              <a:gd name="T4" fmla="*/ 127 w 254"/>
              <a:gd name="T5" fmla="*/ 3 h 254"/>
              <a:gd name="T6" fmla="*/ 251 w 254"/>
              <a:gd name="T7" fmla="*/ 127 h 254"/>
              <a:gd name="T8" fmla="*/ 127 w 254"/>
              <a:gd name="T9" fmla="*/ 251 h 254"/>
              <a:gd name="T10" fmla="*/ 127 w 254"/>
              <a:gd name="T11" fmla="*/ 0 h 254"/>
              <a:gd name="T12" fmla="*/ 0 w 254"/>
              <a:gd name="T13" fmla="*/ 127 h 254"/>
              <a:gd name="T14" fmla="*/ 127 w 254"/>
              <a:gd name="T15" fmla="*/ 254 h 254"/>
              <a:gd name="T16" fmla="*/ 254 w 254"/>
              <a:gd name="T17" fmla="*/ 127 h 254"/>
              <a:gd name="T18" fmla="*/ 127 w 254"/>
              <a:gd name="T19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4" h="254">
                <a:moveTo>
                  <a:pt x="127" y="251"/>
                </a:moveTo>
                <a:cubicBezTo>
                  <a:pt x="59" y="251"/>
                  <a:pt x="4" y="196"/>
                  <a:pt x="4" y="127"/>
                </a:cubicBezTo>
                <a:cubicBezTo>
                  <a:pt x="4" y="59"/>
                  <a:pt x="59" y="3"/>
                  <a:pt x="127" y="3"/>
                </a:cubicBezTo>
                <a:cubicBezTo>
                  <a:pt x="196" y="3"/>
                  <a:pt x="251" y="59"/>
                  <a:pt x="251" y="127"/>
                </a:cubicBezTo>
                <a:cubicBezTo>
                  <a:pt x="251" y="196"/>
                  <a:pt x="196" y="251"/>
                  <a:pt x="127" y="251"/>
                </a:cubicBezTo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97"/>
                  <a:pt x="57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57"/>
                  <a:pt x="197" y="0"/>
                  <a:pt x="127" y="0"/>
                </a:cubicBezTo>
              </a:path>
            </a:pathLst>
          </a:custGeom>
          <a:solidFill>
            <a:srgbClr val="021F59"/>
          </a:solidFill>
          <a:ln w="9525">
            <a:solidFill>
              <a:srgbClr val="1A25B8"/>
            </a:solidFill>
            <a:rou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Oval 25">
            <a:extLst>
              <a:ext uri="{FF2B5EF4-FFF2-40B4-BE49-F238E27FC236}">
                <a16:creationId xmlns:a16="http://schemas.microsoft.com/office/drawing/2014/main" id="{D5204E6D-3B2C-477A-82DA-D26D48F91FF4}"/>
              </a:ext>
            </a:extLst>
          </p:cNvPr>
          <p:cNvSpPr/>
          <p:nvPr/>
        </p:nvSpPr>
        <p:spPr bwMode="auto">
          <a:xfrm>
            <a:off x="3594526" y="4520416"/>
            <a:ext cx="592387" cy="592387"/>
          </a:xfrm>
          <a:prstGeom prst="ellipse">
            <a:avLst/>
          </a:prstGeom>
          <a:solidFill>
            <a:srgbClr val="1A25B8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Freeform: Shape 26">
            <a:extLst>
              <a:ext uri="{FF2B5EF4-FFF2-40B4-BE49-F238E27FC236}">
                <a16:creationId xmlns:a16="http://schemas.microsoft.com/office/drawing/2014/main" id="{4C7DE559-8080-4410-B1AD-D96C3C3F58D1}"/>
              </a:ext>
            </a:extLst>
          </p:cNvPr>
          <p:cNvSpPr/>
          <p:nvPr/>
        </p:nvSpPr>
        <p:spPr bwMode="auto">
          <a:xfrm>
            <a:off x="7896097" y="4412143"/>
            <a:ext cx="779047" cy="779047"/>
          </a:xfrm>
          <a:custGeom>
            <a:avLst/>
            <a:gdLst>
              <a:gd name="T0" fmla="*/ 127 w 254"/>
              <a:gd name="T1" fmla="*/ 251 h 254"/>
              <a:gd name="T2" fmla="*/ 3 w 254"/>
              <a:gd name="T3" fmla="*/ 127 h 254"/>
              <a:gd name="T4" fmla="*/ 127 w 254"/>
              <a:gd name="T5" fmla="*/ 3 h 254"/>
              <a:gd name="T6" fmla="*/ 250 w 254"/>
              <a:gd name="T7" fmla="*/ 127 h 254"/>
              <a:gd name="T8" fmla="*/ 127 w 254"/>
              <a:gd name="T9" fmla="*/ 251 h 254"/>
              <a:gd name="T10" fmla="*/ 127 w 254"/>
              <a:gd name="T11" fmla="*/ 0 h 254"/>
              <a:gd name="T12" fmla="*/ 0 w 254"/>
              <a:gd name="T13" fmla="*/ 127 h 254"/>
              <a:gd name="T14" fmla="*/ 127 w 254"/>
              <a:gd name="T15" fmla="*/ 254 h 254"/>
              <a:gd name="T16" fmla="*/ 254 w 254"/>
              <a:gd name="T17" fmla="*/ 127 h 254"/>
              <a:gd name="T18" fmla="*/ 127 w 254"/>
              <a:gd name="T19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4" h="254">
                <a:moveTo>
                  <a:pt x="127" y="251"/>
                </a:moveTo>
                <a:cubicBezTo>
                  <a:pt x="58" y="251"/>
                  <a:pt x="3" y="196"/>
                  <a:pt x="3" y="127"/>
                </a:cubicBezTo>
                <a:cubicBezTo>
                  <a:pt x="3" y="59"/>
                  <a:pt x="58" y="3"/>
                  <a:pt x="127" y="3"/>
                </a:cubicBezTo>
                <a:cubicBezTo>
                  <a:pt x="195" y="3"/>
                  <a:pt x="250" y="59"/>
                  <a:pt x="250" y="127"/>
                </a:cubicBezTo>
                <a:cubicBezTo>
                  <a:pt x="250" y="196"/>
                  <a:pt x="195" y="251"/>
                  <a:pt x="127" y="251"/>
                </a:cubicBezTo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97"/>
                  <a:pt x="57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57"/>
                  <a:pt x="197" y="0"/>
                  <a:pt x="127" y="0"/>
                </a:cubicBezTo>
              </a:path>
            </a:pathLst>
          </a:custGeom>
          <a:noFill/>
          <a:ln w="9525">
            <a:solidFill>
              <a:srgbClr val="1A25B8"/>
            </a:solidFill>
            <a:rou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Oval 27">
            <a:extLst>
              <a:ext uri="{FF2B5EF4-FFF2-40B4-BE49-F238E27FC236}">
                <a16:creationId xmlns:a16="http://schemas.microsoft.com/office/drawing/2014/main" id="{8EBDB906-4DF8-49BF-8959-D8F736CB8242}"/>
              </a:ext>
            </a:extLst>
          </p:cNvPr>
          <p:cNvSpPr/>
          <p:nvPr/>
        </p:nvSpPr>
        <p:spPr bwMode="auto">
          <a:xfrm>
            <a:off x="8001778" y="4520416"/>
            <a:ext cx="592387" cy="592387"/>
          </a:xfrm>
          <a:prstGeom prst="ellipse">
            <a:avLst/>
          </a:prstGeom>
          <a:solidFill>
            <a:srgbClr val="1A25B8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2" name="Freeform: Shape 28">
            <a:extLst>
              <a:ext uri="{FF2B5EF4-FFF2-40B4-BE49-F238E27FC236}">
                <a16:creationId xmlns:a16="http://schemas.microsoft.com/office/drawing/2014/main" id="{0984EB11-E7FE-437B-9775-0C403FABC786}"/>
              </a:ext>
            </a:extLst>
          </p:cNvPr>
          <p:cNvSpPr/>
          <p:nvPr/>
        </p:nvSpPr>
        <p:spPr bwMode="auto">
          <a:xfrm>
            <a:off x="5691174" y="2222164"/>
            <a:ext cx="779047" cy="779047"/>
          </a:xfrm>
          <a:custGeom>
            <a:avLst/>
            <a:gdLst>
              <a:gd name="T0" fmla="*/ 127 w 254"/>
              <a:gd name="T1" fmla="*/ 251 h 254"/>
              <a:gd name="T2" fmla="*/ 3 w 254"/>
              <a:gd name="T3" fmla="*/ 127 h 254"/>
              <a:gd name="T4" fmla="*/ 127 w 254"/>
              <a:gd name="T5" fmla="*/ 3 h 254"/>
              <a:gd name="T6" fmla="*/ 251 w 254"/>
              <a:gd name="T7" fmla="*/ 127 h 254"/>
              <a:gd name="T8" fmla="*/ 127 w 254"/>
              <a:gd name="T9" fmla="*/ 251 h 254"/>
              <a:gd name="T10" fmla="*/ 127 w 254"/>
              <a:gd name="T11" fmla="*/ 0 h 254"/>
              <a:gd name="T12" fmla="*/ 0 w 254"/>
              <a:gd name="T13" fmla="*/ 127 h 254"/>
              <a:gd name="T14" fmla="*/ 127 w 254"/>
              <a:gd name="T15" fmla="*/ 254 h 254"/>
              <a:gd name="T16" fmla="*/ 254 w 254"/>
              <a:gd name="T17" fmla="*/ 127 h 254"/>
              <a:gd name="T18" fmla="*/ 127 w 254"/>
              <a:gd name="T19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4" h="254">
                <a:moveTo>
                  <a:pt x="127" y="251"/>
                </a:moveTo>
                <a:cubicBezTo>
                  <a:pt x="59" y="251"/>
                  <a:pt x="3" y="195"/>
                  <a:pt x="3" y="127"/>
                </a:cubicBezTo>
                <a:cubicBezTo>
                  <a:pt x="3" y="58"/>
                  <a:pt x="59" y="3"/>
                  <a:pt x="127" y="3"/>
                </a:cubicBezTo>
                <a:cubicBezTo>
                  <a:pt x="195" y="3"/>
                  <a:pt x="251" y="58"/>
                  <a:pt x="251" y="127"/>
                </a:cubicBezTo>
                <a:cubicBezTo>
                  <a:pt x="251" y="195"/>
                  <a:pt x="195" y="251"/>
                  <a:pt x="127" y="251"/>
                </a:cubicBezTo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97"/>
                  <a:pt x="57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57"/>
                  <a:pt x="197" y="0"/>
                  <a:pt x="127" y="0"/>
                </a:cubicBezTo>
              </a:path>
            </a:pathLst>
          </a:custGeom>
          <a:noFill/>
          <a:ln w="9525">
            <a:solidFill>
              <a:srgbClr val="1A25B8"/>
            </a:solidFill>
            <a:rou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Oval 29">
            <a:extLst>
              <a:ext uri="{FF2B5EF4-FFF2-40B4-BE49-F238E27FC236}">
                <a16:creationId xmlns:a16="http://schemas.microsoft.com/office/drawing/2014/main" id="{7B52597D-7F44-4C37-BFCF-AB509AA5B8DF}"/>
              </a:ext>
            </a:extLst>
          </p:cNvPr>
          <p:cNvSpPr/>
          <p:nvPr/>
        </p:nvSpPr>
        <p:spPr bwMode="auto">
          <a:xfrm>
            <a:off x="5799449" y="2314198"/>
            <a:ext cx="592387" cy="592387"/>
          </a:xfrm>
          <a:prstGeom prst="ellipse">
            <a:avLst/>
          </a:prstGeom>
          <a:solidFill>
            <a:srgbClr val="1A25B8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Freeform: Shape 30">
            <a:extLst>
              <a:ext uri="{FF2B5EF4-FFF2-40B4-BE49-F238E27FC236}">
                <a16:creationId xmlns:a16="http://schemas.microsoft.com/office/drawing/2014/main" id="{275FE02D-E7D5-4986-9FE8-A60C46C6085B}"/>
              </a:ext>
            </a:extLst>
          </p:cNvPr>
          <p:cNvSpPr/>
          <p:nvPr/>
        </p:nvSpPr>
        <p:spPr bwMode="auto">
          <a:xfrm>
            <a:off x="4119508" y="2866400"/>
            <a:ext cx="842563" cy="779047"/>
          </a:xfrm>
          <a:custGeom>
            <a:avLst/>
            <a:gdLst>
              <a:gd name="T0" fmla="*/ 136 w 275"/>
              <a:gd name="T1" fmla="*/ 251 h 254"/>
              <a:gd name="T2" fmla="*/ 48 w 275"/>
              <a:gd name="T3" fmla="*/ 215 h 254"/>
              <a:gd name="T4" fmla="*/ 48 w 275"/>
              <a:gd name="T5" fmla="*/ 40 h 254"/>
              <a:gd name="T6" fmla="*/ 136 w 275"/>
              <a:gd name="T7" fmla="*/ 3 h 254"/>
              <a:gd name="T8" fmla="*/ 223 w 275"/>
              <a:gd name="T9" fmla="*/ 40 h 254"/>
              <a:gd name="T10" fmla="*/ 223 w 275"/>
              <a:gd name="T11" fmla="*/ 215 h 254"/>
              <a:gd name="T12" fmla="*/ 136 w 275"/>
              <a:gd name="T13" fmla="*/ 251 h 254"/>
              <a:gd name="T14" fmla="*/ 136 w 275"/>
              <a:gd name="T15" fmla="*/ 0 h 254"/>
              <a:gd name="T16" fmla="*/ 46 w 275"/>
              <a:gd name="T17" fmla="*/ 37 h 254"/>
              <a:gd name="T18" fmla="*/ 9 w 275"/>
              <a:gd name="T19" fmla="*/ 127 h 254"/>
              <a:gd name="T20" fmla="*/ 46 w 275"/>
              <a:gd name="T21" fmla="*/ 217 h 254"/>
              <a:gd name="T22" fmla="*/ 136 w 275"/>
              <a:gd name="T23" fmla="*/ 254 h 254"/>
              <a:gd name="T24" fmla="*/ 136 w 275"/>
              <a:gd name="T25" fmla="*/ 254 h 254"/>
              <a:gd name="T26" fmla="*/ 226 w 275"/>
              <a:gd name="T27" fmla="*/ 217 h 254"/>
              <a:gd name="T28" fmla="*/ 226 w 275"/>
              <a:gd name="T29" fmla="*/ 37 h 254"/>
              <a:gd name="T30" fmla="*/ 136 w 275"/>
              <a:gd name="T31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75" h="254">
                <a:moveTo>
                  <a:pt x="136" y="251"/>
                </a:moveTo>
                <a:cubicBezTo>
                  <a:pt x="103" y="251"/>
                  <a:pt x="72" y="238"/>
                  <a:pt x="48" y="215"/>
                </a:cubicBezTo>
                <a:cubicBezTo>
                  <a:pt x="0" y="166"/>
                  <a:pt x="0" y="88"/>
                  <a:pt x="48" y="40"/>
                </a:cubicBezTo>
                <a:cubicBezTo>
                  <a:pt x="72" y="16"/>
                  <a:pt x="103" y="3"/>
                  <a:pt x="136" y="3"/>
                </a:cubicBezTo>
                <a:cubicBezTo>
                  <a:pt x="169" y="3"/>
                  <a:pt x="200" y="16"/>
                  <a:pt x="223" y="40"/>
                </a:cubicBezTo>
                <a:cubicBezTo>
                  <a:pt x="272" y="88"/>
                  <a:pt x="272" y="166"/>
                  <a:pt x="223" y="215"/>
                </a:cubicBezTo>
                <a:cubicBezTo>
                  <a:pt x="200" y="238"/>
                  <a:pt x="169" y="251"/>
                  <a:pt x="136" y="251"/>
                </a:cubicBezTo>
                <a:moveTo>
                  <a:pt x="136" y="0"/>
                </a:moveTo>
                <a:cubicBezTo>
                  <a:pt x="102" y="0"/>
                  <a:pt x="70" y="13"/>
                  <a:pt x="46" y="37"/>
                </a:cubicBezTo>
                <a:cubicBezTo>
                  <a:pt x="22" y="61"/>
                  <a:pt x="9" y="93"/>
                  <a:pt x="9" y="127"/>
                </a:cubicBezTo>
                <a:cubicBezTo>
                  <a:pt x="9" y="161"/>
                  <a:pt x="22" y="193"/>
                  <a:pt x="46" y="217"/>
                </a:cubicBezTo>
                <a:cubicBezTo>
                  <a:pt x="70" y="241"/>
                  <a:pt x="102" y="254"/>
                  <a:pt x="136" y="254"/>
                </a:cubicBezTo>
                <a:cubicBezTo>
                  <a:pt x="136" y="254"/>
                  <a:pt x="136" y="254"/>
                  <a:pt x="136" y="254"/>
                </a:cubicBezTo>
                <a:cubicBezTo>
                  <a:pt x="170" y="254"/>
                  <a:pt x="202" y="241"/>
                  <a:pt x="226" y="217"/>
                </a:cubicBezTo>
                <a:cubicBezTo>
                  <a:pt x="275" y="167"/>
                  <a:pt x="275" y="87"/>
                  <a:pt x="226" y="37"/>
                </a:cubicBezTo>
                <a:cubicBezTo>
                  <a:pt x="202" y="13"/>
                  <a:pt x="170" y="0"/>
                  <a:pt x="136" y="0"/>
                </a:cubicBezTo>
              </a:path>
            </a:pathLst>
          </a:custGeom>
          <a:noFill/>
          <a:ln w="9525">
            <a:solidFill>
              <a:srgbClr val="E2087A"/>
            </a:solidFill>
            <a:rou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Freeform: Shape 31">
            <a:extLst>
              <a:ext uri="{FF2B5EF4-FFF2-40B4-BE49-F238E27FC236}">
                <a16:creationId xmlns:a16="http://schemas.microsoft.com/office/drawing/2014/main" id="{1CF42667-AE88-4181-B6A7-5ECFC618357D}"/>
              </a:ext>
            </a:extLst>
          </p:cNvPr>
          <p:cNvSpPr/>
          <p:nvPr/>
        </p:nvSpPr>
        <p:spPr bwMode="auto">
          <a:xfrm>
            <a:off x="4211541" y="2961027"/>
            <a:ext cx="649422" cy="592387"/>
          </a:xfrm>
          <a:custGeom>
            <a:avLst/>
            <a:gdLst>
              <a:gd name="T0" fmla="*/ 106 w 212"/>
              <a:gd name="T1" fmla="*/ 0 h 193"/>
              <a:gd name="T2" fmla="*/ 38 w 212"/>
              <a:gd name="T3" fmla="*/ 28 h 193"/>
              <a:gd name="T4" fmla="*/ 38 w 212"/>
              <a:gd name="T5" fmla="*/ 164 h 193"/>
              <a:gd name="T6" fmla="*/ 106 w 212"/>
              <a:gd name="T7" fmla="*/ 193 h 193"/>
              <a:gd name="T8" fmla="*/ 174 w 212"/>
              <a:gd name="T9" fmla="*/ 164 h 193"/>
              <a:gd name="T10" fmla="*/ 174 w 212"/>
              <a:gd name="T11" fmla="*/ 28 h 193"/>
              <a:gd name="T12" fmla="*/ 106 w 212"/>
              <a:gd name="T13" fmla="*/ 0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1" h="193">
                <a:moveTo>
                  <a:pt x="106" y="0"/>
                </a:moveTo>
                <a:cubicBezTo>
                  <a:pt x="81" y="0"/>
                  <a:pt x="57" y="9"/>
                  <a:pt x="38" y="28"/>
                </a:cubicBezTo>
                <a:cubicBezTo>
                  <a:pt x="0" y="66"/>
                  <a:pt x="0" y="127"/>
                  <a:pt x="38" y="164"/>
                </a:cubicBezTo>
                <a:cubicBezTo>
                  <a:pt x="57" y="183"/>
                  <a:pt x="81" y="193"/>
                  <a:pt x="106" y="193"/>
                </a:cubicBezTo>
                <a:cubicBezTo>
                  <a:pt x="131" y="193"/>
                  <a:pt x="155" y="183"/>
                  <a:pt x="174" y="164"/>
                </a:cubicBezTo>
                <a:cubicBezTo>
                  <a:pt x="212" y="127"/>
                  <a:pt x="212" y="66"/>
                  <a:pt x="174" y="28"/>
                </a:cubicBezTo>
                <a:cubicBezTo>
                  <a:pt x="155" y="9"/>
                  <a:pt x="131" y="0"/>
                  <a:pt x="106" y="0"/>
                </a:cubicBezTo>
              </a:path>
            </a:pathLst>
          </a:custGeom>
          <a:solidFill>
            <a:srgbClr val="E2087A"/>
          </a:solidFill>
          <a:ln w="9525">
            <a:noFill/>
            <a:rou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Freeform: Shape 32">
            <a:extLst>
              <a:ext uri="{FF2B5EF4-FFF2-40B4-BE49-F238E27FC236}">
                <a16:creationId xmlns:a16="http://schemas.microsoft.com/office/drawing/2014/main" id="{87EE70D8-DF3B-4BA4-8014-BB3068541A97}"/>
              </a:ext>
            </a:extLst>
          </p:cNvPr>
          <p:cNvSpPr/>
          <p:nvPr/>
        </p:nvSpPr>
        <p:spPr bwMode="auto">
          <a:xfrm>
            <a:off x="7262915" y="2866400"/>
            <a:ext cx="816638" cy="779047"/>
          </a:xfrm>
          <a:custGeom>
            <a:avLst/>
            <a:gdLst>
              <a:gd name="T0" fmla="*/ 127 w 266"/>
              <a:gd name="T1" fmla="*/ 251 h 254"/>
              <a:gd name="T2" fmla="*/ 40 w 266"/>
              <a:gd name="T3" fmla="*/ 215 h 254"/>
              <a:gd name="T4" fmla="*/ 3 w 266"/>
              <a:gd name="T5" fmla="*/ 127 h 254"/>
              <a:gd name="T6" fmla="*/ 40 w 266"/>
              <a:gd name="T7" fmla="*/ 40 h 254"/>
              <a:gd name="T8" fmla="*/ 127 w 266"/>
              <a:gd name="T9" fmla="*/ 3 h 254"/>
              <a:gd name="T10" fmla="*/ 215 w 266"/>
              <a:gd name="T11" fmla="*/ 40 h 254"/>
              <a:gd name="T12" fmla="*/ 215 w 266"/>
              <a:gd name="T13" fmla="*/ 215 h 254"/>
              <a:gd name="T14" fmla="*/ 127 w 266"/>
              <a:gd name="T15" fmla="*/ 251 h 254"/>
              <a:gd name="T16" fmla="*/ 127 w 266"/>
              <a:gd name="T17" fmla="*/ 0 h 254"/>
              <a:gd name="T18" fmla="*/ 37 w 266"/>
              <a:gd name="T19" fmla="*/ 37 h 254"/>
              <a:gd name="T20" fmla="*/ 0 w 266"/>
              <a:gd name="T21" fmla="*/ 127 h 254"/>
              <a:gd name="T22" fmla="*/ 37 w 266"/>
              <a:gd name="T23" fmla="*/ 217 h 254"/>
              <a:gd name="T24" fmla="*/ 127 w 266"/>
              <a:gd name="T25" fmla="*/ 254 h 254"/>
              <a:gd name="T26" fmla="*/ 217 w 266"/>
              <a:gd name="T27" fmla="*/ 217 h 254"/>
              <a:gd name="T28" fmla="*/ 217 w 266"/>
              <a:gd name="T29" fmla="*/ 37 h 254"/>
              <a:gd name="T30" fmla="*/ 127 w 266"/>
              <a:gd name="T31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66" h="254">
                <a:moveTo>
                  <a:pt x="127" y="251"/>
                </a:moveTo>
                <a:cubicBezTo>
                  <a:pt x="94" y="251"/>
                  <a:pt x="63" y="238"/>
                  <a:pt x="40" y="215"/>
                </a:cubicBezTo>
                <a:cubicBezTo>
                  <a:pt x="16" y="191"/>
                  <a:pt x="3" y="160"/>
                  <a:pt x="3" y="127"/>
                </a:cubicBezTo>
                <a:cubicBezTo>
                  <a:pt x="3" y="94"/>
                  <a:pt x="16" y="63"/>
                  <a:pt x="40" y="40"/>
                </a:cubicBezTo>
                <a:cubicBezTo>
                  <a:pt x="63" y="16"/>
                  <a:pt x="94" y="3"/>
                  <a:pt x="127" y="3"/>
                </a:cubicBezTo>
                <a:cubicBezTo>
                  <a:pt x="160" y="3"/>
                  <a:pt x="191" y="16"/>
                  <a:pt x="215" y="40"/>
                </a:cubicBezTo>
                <a:cubicBezTo>
                  <a:pt x="263" y="88"/>
                  <a:pt x="263" y="166"/>
                  <a:pt x="215" y="215"/>
                </a:cubicBezTo>
                <a:cubicBezTo>
                  <a:pt x="191" y="238"/>
                  <a:pt x="160" y="251"/>
                  <a:pt x="127" y="251"/>
                </a:cubicBezTo>
                <a:moveTo>
                  <a:pt x="127" y="0"/>
                </a:moveTo>
                <a:cubicBezTo>
                  <a:pt x="93" y="0"/>
                  <a:pt x="61" y="13"/>
                  <a:pt x="37" y="37"/>
                </a:cubicBezTo>
                <a:cubicBezTo>
                  <a:pt x="13" y="61"/>
                  <a:pt x="0" y="93"/>
                  <a:pt x="0" y="127"/>
                </a:cubicBezTo>
                <a:cubicBezTo>
                  <a:pt x="0" y="161"/>
                  <a:pt x="13" y="193"/>
                  <a:pt x="37" y="217"/>
                </a:cubicBezTo>
                <a:cubicBezTo>
                  <a:pt x="61" y="241"/>
                  <a:pt x="93" y="254"/>
                  <a:pt x="127" y="254"/>
                </a:cubicBezTo>
                <a:cubicBezTo>
                  <a:pt x="161" y="254"/>
                  <a:pt x="193" y="241"/>
                  <a:pt x="217" y="217"/>
                </a:cubicBezTo>
                <a:cubicBezTo>
                  <a:pt x="266" y="167"/>
                  <a:pt x="266" y="87"/>
                  <a:pt x="217" y="37"/>
                </a:cubicBezTo>
                <a:cubicBezTo>
                  <a:pt x="193" y="13"/>
                  <a:pt x="161" y="0"/>
                  <a:pt x="127" y="0"/>
                </a:cubicBezTo>
              </a:path>
            </a:pathLst>
          </a:custGeom>
          <a:noFill/>
          <a:ln w="9525">
            <a:solidFill>
              <a:srgbClr val="E2087A"/>
            </a:solidFill>
            <a:rou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Freeform: Shape 33">
            <a:extLst>
              <a:ext uri="{FF2B5EF4-FFF2-40B4-BE49-F238E27FC236}">
                <a16:creationId xmlns:a16="http://schemas.microsoft.com/office/drawing/2014/main" id="{B5D41AB7-F386-4420-BCA9-8358D4B44874}"/>
              </a:ext>
            </a:extLst>
          </p:cNvPr>
          <p:cNvSpPr/>
          <p:nvPr/>
        </p:nvSpPr>
        <p:spPr bwMode="auto">
          <a:xfrm>
            <a:off x="7327728" y="2961027"/>
            <a:ext cx="649422" cy="592387"/>
          </a:xfrm>
          <a:custGeom>
            <a:avLst/>
            <a:gdLst>
              <a:gd name="T0" fmla="*/ 106 w 212"/>
              <a:gd name="T1" fmla="*/ 0 h 193"/>
              <a:gd name="T2" fmla="*/ 38 w 212"/>
              <a:gd name="T3" fmla="*/ 28 h 193"/>
              <a:gd name="T4" fmla="*/ 38 w 212"/>
              <a:gd name="T5" fmla="*/ 164 h 193"/>
              <a:gd name="T6" fmla="*/ 106 w 212"/>
              <a:gd name="T7" fmla="*/ 193 h 193"/>
              <a:gd name="T8" fmla="*/ 174 w 212"/>
              <a:gd name="T9" fmla="*/ 164 h 193"/>
              <a:gd name="T10" fmla="*/ 174 w 212"/>
              <a:gd name="T11" fmla="*/ 28 h 193"/>
              <a:gd name="T12" fmla="*/ 106 w 212"/>
              <a:gd name="T13" fmla="*/ 0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1" h="193">
                <a:moveTo>
                  <a:pt x="106" y="0"/>
                </a:moveTo>
                <a:cubicBezTo>
                  <a:pt x="81" y="0"/>
                  <a:pt x="57" y="9"/>
                  <a:pt x="38" y="28"/>
                </a:cubicBezTo>
                <a:cubicBezTo>
                  <a:pt x="0" y="66"/>
                  <a:pt x="0" y="127"/>
                  <a:pt x="38" y="164"/>
                </a:cubicBezTo>
                <a:cubicBezTo>
                  <a:pt x="57" y="183"/>
                  <a:pt x="81" y="193"/>
                  <a:pt x="106" y="193"/>
                </a:cubicBezTo>
                <a:cubicBezTo>
                  <a:pt x="131" y="193"/>
                  <a:pt x="155" y="183"/>
                  <a:pt x="174" y="164"/>
                </a:cubicBezTo>
                <a:cubicBezTo>
                  <a:pt x="212" y="127"/>
                  <a:pt x="212" y="66"/>
                  <a:pt x="174" y="28"/>
                </a:cubicBezTo>
                <a:cubicBezTo>
                  <a:pt x="155" y="9"/>
                  <a:pt x="131" y="0"/>
                  <a:pt x="106" y="0"/>
                </a:cubicBezTo>
              </a:path>
            </a:pathLst>
          </a:custGeom>
          <a:solidFill>
            <a:srgbClr val="E2087A"/>
          </a:solidFill>
          <a:ln w="9525">
            <a:noFill/>
            <a:rou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8" name="Freeform: Shape 34">
            <a:extLst>
              <a:ext uri="{FF2B5EF4-FFF2-40B4-BE49-F238E27FC236}">
                <a16:creationId xmlns:a16="http://schemas.microsoft.com/office/drawing/2014/main" id="{D19BB0DF-4839-40D6-A472-34820A2322FC}"/>
              </a:ext>
            </a:extLst>
          </p:cNvPr>
          <p:cNvSpPr/>
          <p:nvPr/>
        </p:nvSpPr>
        <p:spPr bwMode="auto">
          <a:xfrm>
            <a:off x="3720262" y="4628006"/>
            <a:ext cx="346099" cy="346099"/>
          </a:xfrm>
          <a:custGeom>
            <a:avLst/>
            <a:gdLst>
              <a:gd name="T0" fmla="*/ 2 w 113"/>
              <a:gd name="T1" fmla="*/ 36 h 113"/>
              <a:gd name="T2" fmla="*/ 0 w 113"/>
              <a:gd name="T3" fmla="*/ 41 h 113"/>
              <a:gd name="T4" fmla="*/ 0 w 113"/>
              <a:gd name="T5" fmla="*/ 107 h 113"/>
              <a:gd name="T6" fmla="*/ 6 w 113"/>
              <a:gd name="T7" fmla="*/ 113 h 113"/>
              <a:gd name="T8" fmla="*/ 107 w 113"/>
              <a:gd name="T9" fmla="*/ 113 h 113"/>
              <a:gd name="T10" fmla="*/ 113 w 113"/>
              <a:gd name="T11" fmla="*/ 107 h 113"/>
              <a:gd name="T12" fmla="*/ 113 w 113"/>
              <a:gd name="T13" fmla="*/ 41 h 113"/>
              <a:gd name="T14" fmla="*/ 110 w 113"/>
              <a:gd name="T15" fmla="*/ 36 h 113"/>
              <a:gd name="T16" fmla="*/ 59 w 113"/>
              <a:gd name="T17" fmla="*/ 1 h 113"/>
              <a:gd name="T18" fmla="*/ 54 w 113"/>
              <a:gd name="T19" fmla="*/ 1 h 113"/>
              <a:gd name="T20" fmla="*/ 2 w 113"/>
              <a:gd name="T21" fmla="*/ 36 h 113"/>
              <a:gd name="T22" fmla="*/ 9 w 113"/>
              <a:gd name="T23" fmla="*/ 53 h 113"/>
              <a:gd name="T24" fmla="*/ 39 w 113"/>
              <a:gd name="T25" fmla="*/ 73 h 113"/>
              <a:gd name="T26" fmla="*/ 9 w 113"/>
              <a:gd name="T27" fmla="*/ 94 h 113"/>
              <a:gd name="T28" fmla="*/ 9 w 113"/>
              <a:gd name="T29" fmla="*/ 53 h 113"/>
              <a:gd name="T30" fmla="*/ 46 w 113"/>
              <a:gd name="T31" fmla="*/ 68 h 113"/>
              <a:gd name="T32" fmla="*/ 9 w 113"/>
              <a:gd name="T33" fmla="*/ 42 h 113"/>
              <a:gd name="T34" fmla="*/ 56 w 113"/>
              <a:gd name="T35" fmla="*/ 9 h 113"/>
              <a:gd name="T36" fmla="*/ 104 w 113"/>
              <a:gd name="T37" fmla="*/ 42 h 113"/>
              <a:gd name="T38" fmla="*/ 66 w 113"/>
              <a:gd name="T39" fmla="*/ 68 h 113"/>
              <a:gd name="T40" fmla="*/ 59 w 113"/>
              <a:gd name="T41" fmla="*/ 63 h 113"/>
              <a:gd name="T42" fmla="*/ 54 w 113"/>
              <a:gd name="T43" fmla="*/ 63 h 113"/>
              <a:gd name="T44" fmla="*/ 46 w 113"/>
              <a:gd name="T45" fmla="*/ 68 h 113"/>
              <a:gd name="T46" fmla="*/ 74 w 113"/>
              <a:gd name="T47" fmla="*/ 73 h 113"/>
              <a:gd name="T48" fmla="*/ 104 w 113"/>
              <a:gd name="T49" fmla="*/ 53 h 113"/>
              <a:gd name="T50" fmla="*/ 104 w 113"/>
              <a:gd name="T51" fmla="*/ 94 h 113"/>
              <a:gd name="T52" fmla="*/ 74 w 113"/>
              <a:gd name="T53" fmla="*/ 73 h 113"/>
              <a:gd name="T54" fmla="*/ 104 w 113"/>
              <a:gd name="T55" fmla="*/ 104 h 113"/>
              <a:gd name="T56" fmla="*/ 56 w 113"/>
              <a:gd name="T57" fmla="*/ 72 h 113"/>
              <a:gd name="T58" fmla="*/ 9 w 113"/>
              <a:gd name="T59" fmla="*/ 104 h 113"/>
              <a:gd name="T60" fmla="*/ 104 w 113"/>
              <a:gd name="T61" fmla="*/ 104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13" h="113">
                <a:moveTo>
                  <a:pt x="2" y="36"/>
                </a:moveTo>
                <a:cubicBezTo>
                  <a:pt x="1" y="37"/>
                  <a:pt x="0" y="39"/>
                  <a:pt x="0" y="41"/>
                </a:cubicBezTo>
                <a:cubicBezTo>
                  <a:pt x="0" y="63"/>
                  <a:pt x="0" y="85"/>
                  <a:pt x="0" y="107"/>
                </a:cubicBezTo>
                <a:cubicBezTo>
                  <a:pt x="0" y="111"/>
                  <a:pt x="2" y="113"/>
                  <a:pt x="6" y="113"/>
                </a:cubicBezTo>
                <a:cubicBezTo>
                  <a:pt x="107" y="113"/>
                  <a:pt x="107" y="113"/>
                  <a:pt x="107" y="113"/>
                </a:cubicBezTo>
                <a:cubicBezTo>
                  <a:pt x="110" y="113"/>
                  <a:pt x="113" y="111"/>
                  <a:pt x="113" y="107"/>
                </a:cubicBezTo>
                <a:cubicBezTo>
                  <a:pt x="113" y="85"/>
                  <a:pt x="113" y="63"/>
                  <a:pt x="113" y="41"/>
                </a:cubicBezTo>
                <a:cubicBezTo>
                  <a:pt x="113" y="39"/>
                  <a:pt x="112" y="37"/>
                  <a:pt x="110" y="36"/>
                </a:cubicBezTo>
                <a:cubicBezTo>
                  <a:pt x="59" y="1"/>
                  <a:pt x="59" y="1"/>
                  <a:pt x="59" y="1"/>
                </a:cubicBezTo>
                <a:cubicBezTo>
                  <a:pt x="57" y="0"/>
                  <a:pt x="55" y="0"/>
                  <a:pt x="54" y="1"/>
                </a:cubicBezTo>
                <a:lnTo>
                  <a:pt x="2" y="36"/>
                </a:lnTo>
                <a:close/>
                <a:moveTo>
                  <a:pt x="9" y="53"/>
                </a:moveTo>
                <a:cubicBezTo>
                  <a:pt x="39" y="73"/>
                  <a:pt x="39" y="73"/>
                  <a:pt x="39" y="73"/>
                </a:cubicBezTo>
                <a:cubicBezTo>
                  <a:pt x="9" y="94"/>
                  <a:pt x="9" y="94"/>
                  <a:pt x="9" y="94"/>
                </a:cubicBezTo>
                <a:lnTo>
                  <a:pt x="9" y="53"/>
                </a:lnTo>
                <a:close/>
                <a:moveTo>
                  <a:pt x="46" y="68"/>
                </a:moveTo>
                <a:cubicBezTo>
                  <a:pt x="9" y="42"/>
                  <a:pt x="9" y="42"/>
                  <a:pt x="9" y="42"/>
                </a:cubicBezTo>
                <a:cubicBezTo>
                  <a:pt x="56" y="9"/>
                  <a:pt x="56" y="9"/>
                  <a:pt x="56" y="9"/>
                </a:cubicBezTo>
                <a:cubicBezTo>
                  <a:pt x="104" y="42"/>
                  <a:pt x="104" y="42"/>
                  <a:pt x="104" y="42"/>
                </a:cubicBezTo>
                <a:cubicBezTo>
                  <a:pt x="66" y="68"/>
                  <a:pt x="66" y="68"/>
                  <a:pt x="66" y="68"/>
                </a:cubicBezTo>
                <a:cubicBezTo>
                  <a:pt x="59" y="63"/>
                  <a:pt x="59" y="63"/>
                  <a:pt x="59" y="63"/>
                </a:cubicBezTo>
                <a:cubicBezTo>
                  <a:pt x="57" y="62"/>
                  <a:pt x="55" y="62"/>
                  <a:pt x="54" y="63"/>
                </a:cubicBezTo>
                <a:lnTo>
                  <a:pt x="46" y="68"/>
                </a:lnTo>
                <a:close/>
                <a:moveTo>
                  <a:pt x="74" y="73"/>
                </a:moveTo>
                <a:cubicBezTo>
                  <a:pt x="104" y="53"/>
                  <a:pt x="104" y="53"/>
                  <a:pt x="104" y="53"/>
                </a:cubicBezTo>
                <a:cubicBezTo>
                  <a:pt x="104" y="94"/>
                  <a:pt x="104" y="94"/>
                  <a:pt x="104" y="94"/>
                </a:cubicBezTo>
                <a:lnTo>
                  <a:pt x="74" y="73"/>
                </a:lnTo>
                <a:close/>
                <a:moveTo>
                  <a:pt x="104" y="104"/>
                </a:moveTo>
                <a:cubicBezTo>
                  <a:pt x="56" y="72"/>
                  <a:pt x="56" y="72"/>
                  <a:pt x="56" y="72"/>
                </a:cubicBezTo>
                <a:cubicBezTo>
                  <a:pt x="9" y="104"/>
                  <a:pt x="9" y="104"/>
                  <a:pt x="9" y="104"/>
                </a:cubicBezTo>
                <a:lnTo>
                  <a:pt x="104" y="1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" name="Freeform: Shape 35">
            <a:extLst>
              <a:ext uri="{FF2B5EF4-FFF2-40B4-BE49-F238E27FC236}">
                <a16:creationId xmlns:a16="http://schemas.microsoft.com/office/drawing/2014/main" id="{46AC27A7-A62B-4A6F-8DF5-3A2DFBBBF0F8}"/>
              </a:ext>
            </a:extLst>
          </p:cNvPr>
          <p:cNvSpPr/>
          <p:nvPr/>
        </p:nvSpPr>
        <p:spPr bwMode="auto">
          <a:xfrm>
            <a:off x="8113257" y="4692818"/>
            <a:ext cx="364246" cy="229437"/>
          </a:xfrm>
          <a:custGeom>
            <a:avLst/>
            <a:gdLst>
              <a:gd name="T0" fmla="*/ 6 w 119"/>
              <a:gd name="T1" fmla="*/ 75 h 75"/>
              <a:gd name="T2" fmla="*/ 0 w 119"/>
              <a:gd name="T3" fmla="*/ 69 h 75"/>
              <a:gd name="T4" fmla="*/ 0 w 119"/>
              <a:gd name="T5" fmla="*/ 7 h 75"/>
              <a:gd name="T6" fmla="*/ 6 w 119"/>
              <a:gd name="T7" fmla="*/ 0 h 75"/>
              <a:gd name="T8" fmla="*/ 113 w 119"/>
              <a:gd name="T9" fmla="*/ 0 h 75"/>
              <a:gd name="T10" fmla="*/ 119 w 119"/>
              <a:gd name="T11" fmla="*/ 7 h 75"/>
              <a:gd name="T12" fmla="*/ 119 w 119"/>
              <a:gd name="T13" fmla="*/ 69 h 75"/>
              <a:gd name="T14" fmla="*/ 113 w 119"/>
              <a:gd name="T15" fmla="*/ 75 h 75"/>
              <a:gd name="T16" fmla="*/ 6 w 119"/>
              <a:gd name="T17" fmla="*/ 75 h 75"/>
              <a:gd name="T18" fmla="*/ 41 w 119"/>
              <a:gd name="T19" fmla="*/ 14 h 75"/>
              <a:gd name="T20" fmla="*/ 89 w 119"/>
              <a:gd name="T21" fmla="*/ 38 h 75"/>
              <a:gd name="T22" fmla="*/ 41 w 119"/>
              <a:gd name="T23" fmla="*/ 62 h 75"/>
              <a:gd name="T24" fmla="*/ 41 w 119"/>
              <a:gd name="T25" fmla="*/ 14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9" h="75">
                <a:moveTo>
                  <a:pt x="6" y="75"/>
                </a:moveTo>
                <a:cubicBezTo>
                  <a:pt x="3" y="75"/>
                  <a:pt x="0" y="73"/>
                  <a:pt x="0" y="69"/>
                </a:cubicBezTo>
                <a:cubicBezTo>
                  <a:pt x="0" y="48"/>
                  <a:pt x="0" y="28"/>
                  <a:pt x="0" y="7"/>
                </a:cubicBezTo>
                <a:cubicBezTo>
                  <a:pt x="0" y="3"/>
                  <a:pt x="3" y="0"/>
                  <a:pt x="6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116" y="0"/>
                  <a:pt x="119" y="3"/>
                  <a:pt x="119" y="7"/>
                </a:cubicBezTo>
                <a:cubicBezTo>
                  <a:pt x="119" y="28"/>
                  <a:pt x="119" y="48"/>
                  <a:pt x="119" y="69"/>
                </a:cubicBezTo>
                <a:cubicBezTo>
                  <a:pt x="119" y="73"/>
                  <a:pt x="116" y="75"/>
                  <a:pt x="113" y="75"/>
                </a:cubicBezTo>
                <a:cubicBezTo>
                  <a:pt x="60" y="75"/>
                  <a:pt x="59" y="75"/>
                  <a:pt x="6" y="75"/>
                </a:cubicBezTo>
                <a:close/>
                <a:moveTo>
                  <a:pt x="41" y="14"/>
                </a:moveTo>
                <a:cubicBezTo>
                  <a:pt x="89" y="38"/>
                  <a:pt x="89" y="38"/>
                  <a:pt x="89" y="38"/>
                </a:cubicBezTo>
                <a:cubicBezTo>
                  <a:pt x="41" y="62"/>
                  <a:pt x="41" y="62"/>
                  <a:pt x="41" y="62"/>
                </a:cubicBezTo>
                <a:lnTo>
                  <a:pt x="41" y="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0" name="Freeform: Shape 36">
            <a:extLst>
              <a:ext uri="{FF2B5EF4-FFF2-40B4-BE49-F238E27FC236}">
                <a16:creationId xmlns:a16="http://schemas.microsoft.com/office/drawing/2014/main" id="{13D86CB3-7CA5-4598-A559-1384B16504DD}"/>
              </a:ext>
            </a:extLst>
          </p:cNvPr>
          <p:cNvSpPr/>
          <p:nvPr/>
        </p:nvSpPr>
        <p:spPr bwMode="auto">
          <a:xfrm>
            <a:off x="7483278" y="3115281"/>
            <a:ext cx="365543" cy="244992"/>
          </a:xfrm>
          <a:custGeom>
            <a:avLst/>
            <a:gdLst>
              <a:gd name="T0" fmla="*/ 116 w 119"/>
              <a:gd name="T1" fmla="*/ 4 h 80"/>
              <a:gd name="T2" fmla="*/ 108 w 119"/>
              <a:gd name="T3" fmla="*/ 4 h 80"/>
              <a:gd name="T4" fmla="*/ 108 w 119"/>
              <a:gd name="T5" fmla="*/ 2 h 80"/>
              <a:gd name="T6" fmla="*/ 106 w 119"/>
              <a:gd name="T7" fmla="*/ 0 h 80"/>
              <a:gd name="T8" fmla="*/ 93 w 119"/>
              <a:gd name="T9" fmla="*/ 0 h 80"/>
              <a:gd name="T10" fmla="*/ 91 w 119"/>
              <a:gd name="T11" fmla="*/ 2 h 80"/>
              <a:gd name="T12" fmla="*/ 91 w 119"/>
              <a:gd name="T13" fmla="*/ 4 h 80"/>
              <a:gd name="T14" fmla="*/ 19 w 119"/>
              <a:gd name="T15" fmla="*/ 4 h 80"/>
              <a:gd name="T16" fmla="*/ 19 w 119"/>
              <a:gd name="T17" fmla="*/ 2 h 80"/>
              <a:gd name="T18" fmla="*/ 17 w 119"/>
              <a:gd name="T19" fmla="*/ 0 h 80"/>
              <a:gd name="T20" fmla="*/ 13 w 119"/>
              <a:gd name="T21" fmla="*/ 0 h 80"/>
              <a:gd name="T22" fmla="*/ 10 w 119"/>
              <a:gd name="T23" fmla="*/ 2 h 80"/>
              <a:gd name="T24" fmla="*/ 10 w 119"/>
              <a:gd name="T25" fmla="*/ 4 h 80"/>
              <a:gd name="T26" fmla="*/ 4 w 119"/>
              <a:gd name="T27" fmla="*/ 4 h 80"/>
              <a:gd name="T28" fmla="*/ 0 w 119"/>
              <a:gd name="T29" fmla="*/ 8 h 80"/>
              <a:gd name="T30" fmla="*/ 0 w 119"/>
              <a:gd name="T31" fmla="*/ 77 h 80"/>
              <a:gd name="T32" fmla="*/ 4 w 119"/>
              <a:gd name="T33" fmla="*/ 80 h 80"/>
              <a:gd name="T34" fmla="*/ 116 w 119"/>
              <a:gd name="T35" fmla="*/ 80 h 80"/>
              <a:gd name="T36" fmla="*/ 119 w 119"/>
              <a:gd name="T37" fmla="*/ 77 h 80"/>
              <a:gd name="T38" fmla="*/ 119 w 119"/>
              <a:gd name="T39" fmla="*/ 8 h 80"/>
              <a:gd name="T40" fmla="*/ 116 w 119"/>
              <a:gd name="T41" fmla="*/ 4 h 80"/>
              <a:gd name="T42" fmla="*/ 15 w 119"/>
              <a:gd name="T43" fmla="*/ 10 h 80"/>
              <a:gd name="T44" fmla="*/ 10 w 119"/>
              <a:gd name="T45" fmla="*/ 15 h 80"/>
              <a:gd name="T46" fmla="*/ 15 w 119"/>
              <a:gd name="T47" fmla="*/ 20 h 80"/>
              <a:gd name="T48" fmla="*/ 20 w 119"/>
              <a:gd name="T49" fmla="*/ 15 h 80"/>
              <a:gd name="T50" fmla="*/ 15 w 119"/>
              <a:gd name="T51" fmla="*/ 10 h 80"/>
              <a:gd name="T52" fmla="*/ 106 w 119"/>
              <a:gd name="T53" fmla="*/ 12 h 80"/>
              <a:gd name="T54" fmla="*/ 93 w 119"/>
              <a:gd name="T55" fmla="*/ 12 h 80"/>
              <a:gd name="T56" fmla="*/ 91 w 119"/>
              <a:gd name="T57" fmla="*/ 14 h 80"/>
              <a:gd name="T58" fmla="*/ 91 w 119"/>
              <a:gd name="T59" fmla="*/ 16 h 80"/>
              <a:gd name="T60" fmla="*/ 93 w 119"/>
              <a:gd name="T61" fmla="*/ 18 h 80"/>
              <a:gd name="T62" fmla="*/ 106 w 119"/>
              <a:gd name="T63" fmla="*/ 18 h 80"/>
              <a:gd name="T64" fmla="*/ 108 w 119"/>
              <a:gd name="T65" fmla="*/ 16 h 80"/>
              <a:gd name="T66" fmla="*/ 108 w 119"/>
              <a:gd name="T67" fmla="*/ 14 h 80"/>
              <a:gd name="T68" fmla="*/ 106 w 119"/>
              <a:gd name="T69" fmla="*/ 12 h 80"/>
              <a:gd name="T70" fmla="*/ 60 w 119"/>
              <a:gd name="T71" fmla="*/ 9 h 80"/>
              <a:gd name="T72" fmla="*/ 93 w 119"/>
              <a:gd name="T73" fmla="*/ 42 h 80"/>
              <a:gd name="T74" fmla="*/ 60 w 119"/>
              <a:gd name="T75" fmla="*/ 76 h 80"/>
              <a:gd name="T76" fmla="*/ 26 w 119"/>
              <a:gd name="T77" fmla="*/ 42 h 80"/>
              <a:gd name="T78" fmla="*/ 60 w 119"/>
              <a:gd name="T79" fmla="*/ 9 h 80"/>
              <a:gd name="T80" fmla="*/ 60 w 119"/>
              <a:gd name="T81" fmla="*/ 16 h 80"/>
              <a:gd name="T82" fmla="*/ 86 w 119"/>
              <a:gd name="T83" fmla="*/ 42 h 80"/>
              <a:gd name="T84" fmla="*/ 60 w 119"/>
              <a:gd name="T85" fmla="*/ 69 h 80"/>
              <a:gd name="T86" fmla="*/ 33 w 119"/>
              <a:gd name="T87" fmla="*/ 42 h 80"/>
              <a:gd name="T88" fmla="*/ 60 w 119"/>
              <a:gd name="T89" fmla="*/ 16 h 80"/>
              <a:gd name="T90" fmla="*/ 60 w 119"/>
              <a:gd name="T91" fmla="*/ 23 h 80"/>
              <a:gd name="T92" fmla="*/ 79 w 119"/>
              <a:gd name="T93" fmla="*/ 42 h 80"/>
              <a:gd name="T94" fmla="*/ 60 w 119"/>
              <a:gd name="T95" fmla="*/ 61 h 80"/>
              <a:gd name="T96" fmla="*/ 41 w 119"/>
              <a:gd name="T97" fmla="*/ 42 h 80"/>
              <a:gd name="T98" fmla="*/ 60 w 119"/>
              <a:gd name="T99" fmla="*/ 23 h 80"/>
              <a:gd name="T100" fmla="*/ 60 w 119"/>
              <a:gd name="T101" fmla="*/ 28 h 80"/>
              <a:gd name="T102" fmla="*/ 71 w 119"/>
              <a:gd name="T103" fmla="*/ 33 h 80"/>
              <a:gd name="T104" fmla="*/ 62 w 119"/>
              <a:gd name="T105" fmla="*/ 31 h 80"/>
              <a:gd name="T106" fmla="*/ 47 w 119"/>
              <a:gd name="T107" fmla="*/ 45 h 80"/>
              <a:gd name="T108" fmla="*/ 49 w 119"/>
              <a:gd name="T109" fmla="*/ 52 h 80"/>
              <a:gd name="T110" fmla="*/ 45 w 119"/>
              <a:gd name="T111" fmla="*/ 42 h 80"/>
              <a:gd name="T112" fmla="*/ 60 w 119"/>
              <a:gd name="T113" fmla="*/ 28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19" h="80">
                <a:moveTo>
                  <a:pt x="116" y="4"/>
                </a:moveTo>
                <a:cubicBezTo>
                  <a:pt x="108" y="4"/>
                  <a:pt x="108" y="4"/>
                  <a:pt x="108" y="4"/>
                </a:cubicBezTo>
                <a:cubicBezTo>
                  <a:pt x="108" y="2"/>
                  <a:pt x="108" y="2"/>
                  <a:pt x="108" y="2"/>
                </a:cubicBezTo>
                <a:cubicBezTo>
                  <a:pt x="108" y="0"/>
                  <a:pt x="108" y="0"/>
                  <a:pt x="106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1" y="0"/>
                  <a:pt x="91" y="0"/>
                  <a:pt x="91" y="2"/>
                </a:cubicBezTo>
                <a:cubicBezTo>
                  <a:pt x="91" y="4"/>
                  <a:pt x="91" y="4"/>
                  <a:pt x="91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2"/>
                  <a:pt x="19" y="2"/>
                  <a:pt x="19" y="2"/>
                </a:cubicBezTo>
                <a:cubicBezTo>
                  <a:pt x="19" y="0"/>
                  <a:pt x="18" y="0"/>
                  <a:pt x="17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1" y="0"/>
                  <a:pt x="10" y="0"/>
                  <a:pt x="10" y="2"/>
                </a:cubicBezTo>
                <a:cubicBezTo>
                  <a:pt x="10" y="4"/>
                  <a:pt x="10" y="4"/>
                  <a:pt x="10" y="4"/>
                </a:cubicBezTo>
                <a:cubicBezTo>
                  <a:pt x="4" y="4"/>
                  <a:pt x="4" y="4"/>
                  <a:pt x="4" y="4"/>
                </a:cubicBezTo>
                <a:cubicBezTo>
                  <a:pt x="2" y="4"/>
                  <a:pt x="0" y="6"/>
                  <a:pt x="0" y="8"/>
                </a:cubicBezTo>
                <a:cubicBezTo>
                  <a:pt x="0" y="77"/>
                  <a:pt x="0" y="77"/>
                  <a:pt x="0" y="77"/>
                </a:cubicBezTo>
                <a:cubicBezTo>
                  <a:pt x="0" y="79"/>
                  <a:pt x="2" y="80"/>
                  <a:pt x="4" y="80"/>
                </a:cubicBezTo>
                <a:cubicBezTo>
                  <a:pt x="116" y="80"/>
                  <a:pt x="116" y="80"/>
                  <a:pt x="116" y="80"/>
                </a:cubicBezTo>
                <a:cubicBezTo>
                  <a:pt x="117" y="80"/>
                  <a:pt x="119" y="79"/>
                  <a:pt x="119" y="77"/>
                </a:cubicBezTo>
                <a:cubicBezTo>
                  <a:pt x="119" y="8"/>
                  <a:pt x="119" y="8"/>
                  <a:pt x="119" y="8"/>
                </a:cubicBezTo>
                <a:cubicBezTo>
                  <a:pt x="119" y="6"/>
                  <a:pt x="117" y="4"/>
                  <a:pt x="116" y="4"/>
                </a:cubicBezTo>
                <a:close/>
                <a:moveTo>
                  <a:pt x="15" y="10"/>
                </a:moveTo>
                <a:cubicBezTo>
                  <a:pt x="12" y="10"/>
                  <a:pt x="10" y="12"/>
                  <a:pt x="10" y="15"/>
                </a:cubicBezTo>
                <a:cubicBezTo>
                  <a:pt x="10" y="17"/>
                  <a:pt x="12" y="20"/>
                  <a:pt x="15" y="20"/>
                </a:cubicBezTo>
                <a:cubicBezTo>
                  <a:pt x="18" y="20"/>
                  <a:pt x="20" y="17"/>
                  <a:pt x="20" y="15"/>
                </a:cubicBezTo>
                <a:cubicBezTo>
                  <a:pt x="20" y="12"/>
                  <a:pt x="18" y="10"/>
                  <a:pt x="15" y="10"/>
                </a:cubicBezTo>
                <a:close/>
                <a:moveTo>
                  <a:pt x="106" y="12"/>
                </a:moveTo>
                <a:cubicBezTo>
                  <a:pt x="93" y="12"/>
                  <a:pt x="93" y="12"/>
                  <a:pt x="93" y="12"/>
                </a:cubicBezTo>
                <a:cubicBezTo>
                  <a:pt x="91" y="12"/>
                  <a:pt x="91" y="13"/>
                  <a:pt x="91" y="14"/>
                </a:cubicBezTo>
                <a:cubicBezTo>
                  <a:pt x="91" y="16"/>
                  <a:pt x="91" y="16"/>
                  <a:pt x="91" y="16"/>
                </a:cubicBezTo>
                <a:cubicBezTo>
                  <a:pt x="91" y="17"/>
                  <a:pt x="91" y="18"/>
                  <a:pt x="93" y="18"/>
                </a:cubicBezTo>
                <a:cubicBezTo>
                  <a:pt x="106" y="18"/>
                  <a:pt x="106" y="18"/>
                  <a:pt x="106" y="18"/>
                </a:cubicBezTo>
                <a:cubicBezTo>
                  <a:pt x="108" y="18"/>
                  <a:pt x="108" y="17"/>
                  <a:pt x="108" y="16"/>
                </a:cubicBezTo>
                <a:cubicBezTo>
                  <a:pt x="108" y="14"/>
                  <a:pt x="108" y="14"/>
                  <a:pt x="108" y="14"/>
                </a:cubicBezTo>
                <a:cubicBezTo>
                  <a:pt x="108" y="13"/>
                  <a:pt x="108" y="12"/>
                  <a:pt x="106" y="12"/>
                </a:cubicBezTo>
                <a:close/>
                <a:moveTo>
                  <a:pt x="60" y="9"/>
                </a:moveTo>
                <a:cubicBezTo>
                  <a:pt x="78" y="9"/>
                  <a:pt x="93" y="24"/>
                  <a:pt x="93" y="42"/>
                </a:cubicBezTo>
                <a:cubicBezTo>
                  <a:pt x="93" y="61"/>
                  <a:pt x="78" y="76"/>
                  <a:pt x="60" y="76"/>
                </a:cubicBezTo>
                <a:cubicBezTo>
                  <a:pt x="41" y="76"/>
                  <a:pt x="26" y="61"/>
                  <a:pt x="26" y="42"/>
                </a:cubicBezTo>
                <a:cubicBezTo>
                  <a:pt x="26" y="24"/>
                  <a:pt x="41" y="9"/>
                  <a:pt x="60" y="9"/>
                </a:cubicBezTo>
                <a:close/>
                <a:moveTo>
                  <a:pt x="60" y="16"/>
                </a:moveTo>
                <a:cubicBezTo>
                  <a:pt x="74" y="16"/>
                  <a:pt x="86" y="28"/>
                  <a:pt x="86" y="42"/>
                </a:cubicBezTo>
                <a:cubicBezTo>
                  <a:pt x="86" y="57"/>
                  <a:pt x="74" y="69"/>
                  <a:pt x="60" y="69"/>
                </a:cubicBezTo>
                <a:cubicBezTo>
                  <a:pt x="45" y="69"/>
                  <a:pt x="33" y="57"/>
                  <a:pt x="33" y="42"/>
                </a:cubicBezTo>
                <a:cubicBezTo>
                  <a:pt x="33" y="28"/>
                  <a:pt x="45" y="16"/>
                  <a:pt x="60" y="16"/>
                </a:cubicBezTo>
                <a:close/>
                <a:moveTo>
                  <a:pt x="60" y="23"/>
                </a:moveTo>
                <a:cubicBezTo>
                  <a:pt x="70" y="23"/>
                  <a:pt x="79" y="32"/>
                  <a:pt x="79" y="42"/>
                </a:cubicBezTo>
                <a:cubicBezTo>
                  <a:pt x="79" y="53"/>
                  <a:pt x="70" y="61"/>
                  <a:pt x="60" y="61"/>
                </a:cubicBezTo>
                <a:cubicBezTo>
                  <a:pt x="49" y="61"/>
                  <a:pt x="41" y="53"/>
                  <a:pt x="41" y="42"/>
                </a:cubicBezTo>
                <a:cubicBezTo>
                  <a:pt x="41" y="32"/>
                  <a:pt x="49" y="23"/>
                  <a:pt x="60" y="23"/>
                </a:cubicBezTo>
                <a:close/>
                <a:moveTo>
                  <a:pt x="60" y="28"/>
                </a:moveTo>
                <a:cubicBezTo>
                  <a:pt x="64" y="28"/>
                  <a:pt x="68" y="30"/>
                  <a:pt x="71" y="33"/>
                </a:cubicBezTo>
                <a:cubicBezTo>
                  <a:pt x="68" y="32"/>
                  <a:pt x="65" y="31"/>
                  <a:pt x="62" y="31"/>
                </a:cubicBezTo>
                <a:cubicBezTo>
                  <a:pt x="54" y="31"/>
                  <a:pt x="47" y="37"/>
                  <a:pt x="47" y="45"/>
                </a:cubicBezTo>
                <a:cubicBezTo>
                  <a:pt x="47" y="48"/>
                  <a:pt x="48" y="50"/>
                  <a:pt x="49" y="52"/>
                </a:cubicBezTo>
                <a:cubicBezTo>
                  <a:pt x="47" y="50"/>
                  <a:pt x="45" y="46"/>
                  <a:pt x="45" y="42"/>
                </a:cubicBezTo>
                <a:cubicBezTo>
                  <a:pt x="45" y="34"/>
                  <a:pt x="52" y="28"/>
                  <a:pt x="60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1" name="Freeform: Shape 37">
            <a:extLst>
              <a:ext uri="{FF2B5EF4-FFF2-40B4-BE49-F238E27FC236}">
                <a16:creationId xmlns:a16="http://schemas.microsoft.com/office/drawing/2014/main" id="{D753BE28-DE73-408E-9735-41DB0F53DFF4}"/>
              </a:ext>
            </a:extLst>
          </p:cNvPr>
          <p:cNvSpPr/>
          <p:nvPr/>
        </p:nvSpPr>
        <p:spPr bwMode="auto">
          <a:xfrm>
            <a:off x="6005552" y="2449008"/>
            <a:ext cx="177587" cy="334433"/>
          </a:xfrm>
          <a:custGeom>
            <a:avLst/>
            <a:gdLst>
              <a:gd name="T0" fmla="*/ 58 w 58"/>
              <a:gd name="T1" fmla="*/ 73 h 109"/>
              <a:gd name="T2" fmla="*/ 57 w 58"/>
              <a:gd name="T3" fmla="*/ 81 h 109"/>
              <a:gd name="T4" fmla="*/ 52 w 58"/>
              <a:gd name="T5" fmla="*/ 89 h 109"/>
              <a:gd name="T6" fmla="*/ 44 w 58"/>
              <a:gd name="T7" fmla="*/ 95 h 109"/>
              <a:gd name="T8" fmla="*/ 34 w 58"/>
              <a:gd name="T9" fmla="*/ 99 h 109"/>
              <a:gd name="T10" fmla="*/ 34 w 58"/>
              <a:gd name="T11" fmla="*/ 109 h 109"/>
              <a:gd name="T12" fmla="*/ 26 w 58"/>
              <a:gd name="T13" fmla="*/ 109 h 109"/>
              <a:gd name="T14" fmla="*/ 26 w 58"/>
              <a:gd name="T15" fmla="*/ 100 h 109"/>
              <a:gd name="T16" fmla="*/ 26 w 58"/>
              <a:gd name="T17" fmla="*/ 100 h 109"/>
              <a:gd name="T18" fmla="*/ 25 w 58"/>
              <a:gd name="T19" fmla="*/ 100 h 109"/>
              <a:gd name="T20" fmla="*/ 18 w 58"/>
              <a:gd name="T21" fmla="*/ 100 h 109"/>
              <a:gd name="T22" fmla="*/ 11 w 58"/>
              <a:gd name="T23" fmla="*/ 98 h 109"/>
              <a:gd name="T24" fmla="*/ 5 w 58"/>
              <a:gd name="T25" fmla="*/ 96 h 109"/>
              <a:gd name="T26" fmla="*/ 0 w 58"/>
              <a:gd name="T27" fmla="*/ 94 h 109"/>
              <a:gd name="T28" fmla="*/ 4 w 58"/>
              <a:gd name="T29" fmla="*/ 80 h 109"/>
              <a:gd name="T30" fmla="*/ 8 w 58"/>
              <a:gd name="T31" fmla="*/ 83 h 109"/>
              <a:gd name="T32" fmla="*/ 14 w 58"/>
              <a:gd name="T33" fmla="*/ 85 h 109"/>
              <a:gd name="T34" fmla="*/ 20 w 58"/>
              <a:gd name="T35" fmla="*/ 88 h 109"/>
              <a:gd name="T36" fmla="*/ 26 w 58"/>
              <a:gd name="T37" fmla="*/ 89 h 109"/>
              <a:gd name="T38" fmla="*/ 26 w 58"/>
              <a:gd name="T39" fmla="*/ 61 h 109"/>
              <a:gd name="T40" fmla="*/ 18 w 58"/>
              <a:gd name="T41" fmla="*/ 57 h 109"/>
              <a:gd name="T42" fmla="*/ 10 w 58"/>
              <a:gd name="T43" fmla="*/ 52 h 109"/>
              <a:gd name="T44" fmla="*/ 5 w 58"/>
              <a:gd name="T45" fmla="*/ 45 h 109"/>
              <a:gd name="T46" fmla="*/ 3 w 58"/>
              <a:gd name="T47" fmla="*/ 33 h 109"/>
              <a:gd name="T48" fmla="*/ 4 w 58"/>
              <a:gd name="T49" fmla="*/ 26 h 109"/>
              <a:gd name="T50" fmla="*/ 9 w 58"/>
              <a:gd name="T51" fmla="*/ 19 h 109"/>
              <a:gd name="T52" fmla="*/ 16 w 58"/>
              <a:gd name="T53" fmla="*/ 13 h 109"/>
              <a:gd name="T54" fmla="*/ 26 w 58"/>
              <a:gd name="T55" fmla="*/ 10 h 109"/>
              <a:gd name="T56" fmla="*/ 26 w 58"/>
              <a:gd name="T57" fmla="*/ 0 h 109"/>
              <a:gd name="T58" fmla="*/ 34 w 58"/>
              <a:gd name="T59" fmla="*/ 0 h 109"/>
              <a:gd name="T60" fmla="*/ 34 w 58"/>
              <a:gd name="T61" fmla="*/ 9 h 109"/>
              <a:gd name="T62" fmla="*/ 34 w 58"/>
              <a:gd name="T63" fmla="*/ 9 h 109"/>
              <a:gd name="T64" fmla="*/ 45 w 58"/>
              <a:gd name="T65" fmla="*/ 10 h 109"/>
              <a:gd name="T66" fmla="*/ 54 w 58"/>
              <a:gd name="T67" fmla="*/ 11 h 109"/>
              <a:gd name="T68" fmla="*/ 52 w 58"/>
              <a:gd name="T69" fmla="*/ 24 h 109"/>
              <a:gd name="T70" fmla="*/ 43 w 58"/>
              <a:gd name="T71" fmla="*/ 21 h 109"/>
              <a:gd name="T72" fmla="*/ 34 w 58"/>
              <a:gd name="T73" fmla="*/ 20 h 109"/>
              <a:gd name="T74" fmla="*/ 34 w 58"/>
              <a:gd name="T75" fmla="*/ 44 h 109"/>
              <a:gd name="T76" fmla="*/ 42 w 58"/>
              <a:gd name="T77" fmla="*/ 48 h 109"/>
              <a:gd name="T78" fmla="*/ 50 w 58"/>
              <a:gd name="T79" fmla="*/ 53 h 109"/>
              <a:gd name="T80" fmla="*/ 56 w 58"/>
              <a:gd name="T81" fmla="*/ 61 h 109"/>
              <a:gd name="T82" fmla="*/ 58 w 58"/>
              <a:gd name="T83" fmla="*/ 73 h 109"/>
              <a:gd name="T84" fmla="*/ 18 w 58"/>
              <a:gd name="T85" fmla="*/ 31 h 109"/>
              <a:gd name="T86" fmla="*/ 20 w 58"/>
              <a:gd name="T87" fmla="*/ 37 h 109"/>
              <a:gd name="T88" fmla="*/ 26 w 58"/>
              <a:gd name="T89" fmla="*/ 41 h 109"/>
              <a:gd name="T90" fmla="*/ 26 w 58"/>
              <a:gd name="T91" fmla="*/ 20 h 109"/>
              <a:gd name="T92" fmla="*/ 21 w 58"/>
              <a:gd name="T93" fmla="*/ 22 h 109"/>
              <a:gd name="T94" fmla="*/ 19 w 58"/>
              <a:gd name="T95" fmla="*/ 25 h 109"/>
              <a:gd name="T96" fmla="*/ 18 w 58"/>
              <a:gd name="T97" fmla="*/ 31 h 109"/>
              <a:gd name="T98" fmla="*/ 43 w 58"/>
              <a:gd name="T99" fmla="*/ 75 h 109"/>
              <a:gd name="T100" fmla="*/ 40 w 58"/>
              <a:gd name="T101" fmla="*/ 69 h 109"/>
              <a:gd name="T102" fmla="*/ 34 w 58"/>
              <a:gd name="T103" fmla="*/ 64 h 109"/>
              <a:gd name="T104" fmla="*/ 34 w 58"/>
              <a:gd name="T105" fmla="*/ 88 h 109"/>
              <a:gd name="T106" fmla="*/ 36 w 58"/>
              <a:gd name="T107" fmla="*/ 88 h 109"/>
              <a:gd name="T108" fmla="*/ 39 w 58"/>
              <a:gd name="T109" fmla="*/ 87 h 109"/>
              <a:gd name="T110" fmla="*/ 42 w 58"/>
              <a:gd name="T111" fmla="*/ 83 h 109"/>
              <a:gd name="T112" fmla="*/ 43 w 58"/>
              <a:gd name="T113" fmla="*/ 75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" h="109">
                <a:moveTo>
                  <a:pt x="58" y="73"/>
                </a:moveTo>
                <a:cubicBezTo>
                  <a:pt x="58" y="75"/>
                  <a:pt x="58" y="78"/>
                  <a:pt x="57" y="81"/>
                </a:cubicBezTo>
                <a:cubicBezTo>
                  <a:pt x="55" y="84"/>
                  <a:pt x="54" y="86"/>
                  <a:pt x="52" y="89"/>
                </a:cubicBezTo>
                <a:cubicBezTo>
                  <a:pt x="50" y="91"/>
                  <a:pt x="47" y="93"/>
                  <a:pt x="44" y="95"/>
                </a:cubicBezTo>
                <a:cubicBezTo>
                  <a:pt x="41" y="97"/>
                  <a:pt x="38" y="98"/>
                  <a:pt x="34" y="99"/>
                </a:cubicBezTo>
                <a:cubicBezTo>
                  <a:pt x="34" y="109"/>
                  <a:pt x="34" y="109"/>
                  <a:pt x="34" y="109"/>
                </a:cubicBezTo>
                <a:cubicBezTo>
                  <a:pt x="26" y="109"/>
                  <a:pt x="26" y="109"/>
                  <a:pt x="26" y="109"/>
                </a:cubicBezTo>
                <a:cubicBezTo>
                  <a:pt x="26" y="100"/>
                  <a:pt x="26" y="100"/>
                  <a:pt x="26" y="100"/>
                </a:cubicBezTo>
                <a:cubicBezTo>
                  <a:pt x="26" y="100"/>
                  <a:pt x="26" y="100"/>
                  <a:pt x="26" y="100"/>
                </a:cubicBezTo>
                <a:cubicBezTo>
                  <a:pt x="25" y="100"/>
                  <a:pt x="25" y="100"/>
                  <a:pt x="25" y="100"/>
                </a:cubicBezTo>
                <a:cubicBezTo>
                  <a:pt x="22" y="100"/>
                  <a:pt x="20" y="100"/>
                  <a:pt x="18" y="100"/>
                </a:cubicBezTo>
                <a:cubicBezTo>
                  <a:pt x="15" y="99"/>
                  <a:pt x="13" y="99"/>
                  <a:pt x="11" y="98"/>
                </a:cubicBezTo>
                <a:cubicBezTo>
                  <a:pt x="9" y="98"/>
                  <a:pt x="7" y="97"/>
                  <a:pt x="5" y="96"/>
                </a:cubicBezTo>
                <a:cubicBezTo>
                  <a:pt x="3" y="95"/>
                  <a:pt x="1" y="94"/>
                  <a:pt x="0" y="94"/>
                </a:cubicBezTo>
                <a:cubicBezTo>
                  <a:pt x="4" y="80"/>
                  <a:pt x="4" y="80"/>
                  <a:pt x="4" y="80"/>
                </a:cubicBezTo>
                <a:cubicBezTo>
                  <a:pt x="5" y="81"/>
                  <a:pt x="6" y="82"/>
                  <a:pt x="8" y="83"/>
                </a:cubicBezTo>
                <a:cubicBezTo>
                  <a:pt x="10" y="84"/>
                  <a:pt x="12" y="85"/>
                  <a:pt x="14" y="85"/>
                </a:cubicBezTo>
                <a:cubicBezTo>
                  <a:pt x="16" y="86"/>
                  <a:pt x="18" y="87"/>
                  <a:pt x="20" y="88"/>
                </a:cubicBezTo>
                <a:cubicBezTo>
                  <a:pt x="22" y="88"/>
                  <a:pt x="25" y="88"/>
                  <a:pt x="26" y="89"/>
                </a:cubicBezTo>
                <a:cubicBezTo>
                  <a:pt x="26" y="61"/>
                  <a:pt x="26" y="61"/>
                  <a:pt x="26" y="61"/>
                </a:cubicBezTo>
                <a:cubicBezTo>
                  <a:pt x="24" y="60"/>
                  <a:pt x="21" y="59"/>
                  <a:pt x="18" y="57"/>
                </a:cubicBezTo>
                <a:cubicBezTo>
                  <a:pt x="15" y="56"/>
                  <a:pt x="13" y="54"/>
                  <a:pt x="10" y="52"/>
                </a:cubicBezTo>
                <a:cubicBezTo>
                  <a:pt x="8" y="50"/>
                  <a:pt x="6" y="48"/>
                  <a:pt x="5" y="45"/>
                </a:cubicBezTo>
                <a:cubicBezTo>
                  <a:pt x="3" y="42"/>
                  <a:pt x="3" y="38"/>
                  <a:pt x="3" y="33"/>
                </a:cubicBezTo>
                <a:cubicBezTo>
                  <a:pt x="3" y="31"/>
                  <a:pt x="3" y="29"/>
                  <a:pt x="4" y="26"/>
                </a:cubicBezTo>
                <a:cubicBezTo>
                  <a:pt x="5" y="24"/>
                  <a:pt x="7" y="21"/>
                  <a:pt x="9" y="19"/>
                </a:cubicBezTo>
                <a:cubicBezTo>
                  <a:pt x="11" y="17"/>
                  <a:pt x="13" y="15"/>
                  <a:pt x="16" y="13"/>
                </a:cubicBezTo>
                <a:cubicBezTo>
                  <a:pt x="19" y="12"/>
                  <a:pt x="23" y="10"/>
                  <a:pt x="26" y="10"/>
                </a:cubicBezTo>
                <a:cubicBezTo>
                  <a:pt x="26" y="0"/>
                  <a:pt x="26" y="0"/>
                  <a:pt x="26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8" y="9"/>
                  <a:pt x="41" y="9"/>
                  <a:pt x="45" y="10"/>
                </a:cubicBezTo>
                <a:cubicBezTo>
                  <a:pt x="48" y="10"/>
                  <a:pt x="51" y="10"/>
                  <a:pt x="54" y="11"/>
                </a:cubicBezTo>
                <a:cubicBezTo>
                  <a:pt x="52" y="24"/>
                  <a:pt x="52" y="24"/>
                  <a:pt x="52" y="24"/>
                </a:cubicBezTo>
                <a:cubicBezTo>
                  <a:pt x="49" y="23"/>
                  <a:pt x="46" y="22"/>
                  <a:pt x="43" y="21"/>
                </a:cubicBezTo>
                <a:cubicBezTo>
                  <a:pt x="40" y="21"/>
                  <a:pt x="37" y="20"/>
                  <a:pt x="34" y="20"/>
                </a:cubicBezTo>
                <a:cubicBezTo>
                  <a:pt x="34" y="44"/>
                  <a:pt x="34" y="44"/>
                  <a:pt x="34" y="44"/>
                </a:cubicBezTo>
                <a:cubicBezTo>
                  <a:pt x="37" y="45"/>
                  <a:pt x="39" y="47"/>
                  <a:pt x="42" y="48"/>
                </a:cubicBezTo>
                <a:cubicBezTo>
                  <a:pt x="45" y="49"/>
                  <a:pt x="48" y="51"/>
                  <a:pt x="50" y="53"/>
                </a:cubicBezTo>
                <a:cubicBezTo>
                  <a:pt x="53" y="55"/>
                  <a:pt x="54" y="58"/>
                  <a:pt x="56" y="61"/>
                </a:cubicBezTo>
                <a:cubicBezTo>
                  <a:pt x="57" y="64"/>
                  <a:pt x="58" y="68"/>
                  <a:pt x="58" y="73"/>
                </a:cubicBezTo>
                <a:close/>
                <a:moveTo>
                  <a:pt x="18" y="31"/>
                </a:moveTo>
                <a:cubicBezTo>
                  <a:pt x="18" y="33"/>
                  <a:pt x="19" y="35"/>
                  <a:pt x="20" y="37"/>
                </a:cubicBezTo>
                <a:cubicBezTo>
                  <a:pt x="22" y="39"/>
                  <a:pt x="24" y="40"/>
                  <a:pt x="26" y="41"/>
                </a:cubicBezTo>
                <a:cubicBezTo>
                  <a:pt x="26" y="20"/>
                  <a:pt x="26" y="20"/>
                  <a:pt x="26" y="20"/>
                </a:cubicBezTo>
                <a:cubicBezTo>
                  <a:pt x="24" y="20"/>
                  <a:pt x="22" y="21"/>
                  <a:pt x="21" y="22"/>
                </a:cubicBezTo>
                <a:cubicBezTo>
                  <a:pt x="20" y="22"/>
                  <a:pt x="19" y="24"/>
                  <a:pt x="19" y="25"/>
                </a:cubicBezTo>
                <a:cubicBezTo>
                  <a:pt x="18" y="27"/>
                  <a:pt x="18" y="28"/>
                  <a:pt x="18" y="31"/>
                </a:cubicBezTo>
                <a:close/>
                <a:moveTo>
                  <a:pt x="43" y="75"/>
                </a:moveTo>
                <a:cubicBezTo>
                  <a:pt x="43" y="72"/>
                  <a:pt x="42" y="70"/>
                  <a:pt x="40" y="69"/>
                </a:cubicBezTo>
                <a:cubicBezTo>
                  <a:pt x="39" y="67"/>
                  <a:pt x="37" y="65"/>
                  <a:pt x="34" y="64"/>
                </a:cubicBezTo>
                <a:cubicBezTo>
                  <a:pt x="34" y="88"/>
                  <a:pt x="34" y="88"/>
                  <a:pt x="34" y="88"/>
                </a:cubicBezTo>
                <a:cubicBezTo>
                  <a:pt x="35" y="88"/>
                  <a:pt x="36" y="88"/>
                  <a:pt x="36" y="88"/>
                </a:cubicBezTo>
                <a:cubicBezTo>
                  <a:pt x="37" y="87"/>
                  <a:pt x="38" y="87"/>
                  <a:pt x="39" y="87"/>
                </a:cubicBezTo>
                <a:cubicBezTo>
                  <a:pt x="40" y="86"/>
                  <a:pt x="41" y="85"/>
                  <a:pt x="42" y="83"/>
                </a:cubicBezTo>
                <a:cubicBezTo>
                  <a:pt x="42" y="81"/>
                  <a:pt x="43" y="78"/>
                  <a:pt x="43" y="7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2" name="Freeform: Shape 38">
            <a:extLst>
              <a:ext uri="{FF2B5EF4-FFF2-40B4-BE49-F238E27FC236}">
                <a16:creationId xmlns:a16="http://schemas.microsoft.com/office/drawing/2014/main" id="{E43A8F7C-AA2B-4377-9287-0116D429870D}"/>
              </a:ext>
            </a:extLst>
          </p:cNvPr>
          <p:cNvSpPr/>
          <p:nvPr/>
        </p:nvSpPr>
        <p:spPr bwMode="auto">
          <a:xfrm>
            <a:off x="4364499" y="3084171"/>
            <a:ext cx="285175" cy="331840"/>
          </a:xfrm>
          <a:custGeom>
            <a:avLst/>
            <a:gdLst>
              <a:gd name="T0" fmla="*/ 0 w 93"/>
              <a:gd name="T1" fmla="*/ 108 h 108"/>
              <a:gd name="T2" fmla="*/ 93 w 93"/>
              <a:gd name="T3" fmla="*/ 108 h 108"/>
              <a:gd name="T4" fmla="*/ 63 w 93"/>
              <a:gd name="T5" fmla="*/ 49 h 108"/>
              <a:gd name="T6" fmla="*/ 74 w 93"/>
              <a:gd name="T7" fmla="*/ 27 h 108"/>
              <a:gd name="T8" fmla="*/ 47 w 93"/>
              <a:gd name="T9" fmla="*/ 0 h 108"/>
              <a:gd name="T10" fmla="*/ 19 w 93"/>
              <a:gd name="T11" fmla="*/ 28 h 108"/>
              <a:gd name="T12" fmla="*/ 30 w 93"/>
              <a:gd name="T13" fmla="*/ 49 h 108"/>
              <a:gd name="T14" fmla="*/ 0 w 93"/>
              <a:gd name="T15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3" h="108">
                <a:moveTo>
                  <a:pt x="0" y="108"/>
                </a:moveTo>
                <a:cubicBezTo>
                  <a:pt x="93" y="108"/>
                  <a:pt x="93" y="108"/>
                  <a:pt x="93" y="108"/>
                </a:cubicBezTo>
                <a:cubicBezTo>
                  <a:pt x="93" y="84"/>
                  <a:pt x="81" y="58"/>
                  <a:pt x="63" y="49"/>
                </a:cubicBezTo>
                <a:cubicBezTo>
                  <a:pt x="70" y="44"/>
                  <a:pt x="74" y="36"/>
                  <a:pt x="74" y="27"/>
                </a:cubicBezTo>
                <a:cubicBezTo>
                  <a:pt x="74" y="12"/>
                  <a:pt x="62" y="0"/>
                  <a:pt x="47" y="0"/>
                </a:cubicBezTo>
                <a:cubicBezTo>
                  <a:pt x="31" y="0"/>
                  <a:pt x="19" y="12"/>
                  <a:pt x="19" y="28"/>
                </a:cubicBezTo>
                <a:cubicBezTo>
                  <a:pt x="19" y="37"/>
                  <a:pt x="23" y="44"/>
                  <a:pt x="30" y="49"/>
                </a:cubicBezTo>
                <a:cubicBezTo>
                  <a:pt x="12" y="58"/>
                  <a:pt x="0" y="84"/>
                  <a:pt x="0" y="1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3" name="Freeform: Shape 39">
            <a:extLst>
              <a:ext uri="{FF2B5EF4-FFF2-40B4-BE49-F238E27FC236}">
                <a16:creationId xmlns:a16="http://schemas.microsoft.com/office/drawing/2014/main" id="{7FEB2D7E-3C1C-400C-B6E3-E1ACE7E64D05}"/>
              </a:ext>
            </a:extLst>
          </p:cNvPr>
          <p:cNvSpPr/>
          <p:nvPr/>
        </p:nvSpPr>
        <p:spPr bwMode="auto">
          <a:xfrm>
            <a:off x="4364499" y="3084171"/>
            <a:ext cx="285175" cy="331840"/>
          </a:xfrm>
          <a:custGeom>
            <a:avLst/>
            <a:gdLst>
              <a:gd name="T0" fmla="*/ 0 w 93"/>
              <a:gd name="T1" fmla="*/ 108 h 108"/>
              <a:gd name="T2" fmla="*/ 93 w 93"/>
              <a:gd name="T3" fmla="*/ 108 h 108"/>
              <a:gd name="T4" fmla="*/ 63 w 93"/>
              <a:gd name="T5" fmla="*/ 49 h 108"/>
              <a:gd name="T6" fmla="*/ 74 w 93"/>
              <a:gd name="T7" fmla="*/ 27 h 108"/>
              <a:gd name="T8" fmla="*/ 47 w 93"/>
              <a:gd name="T9" fmla="*/ 0 h 108"/>
              <a:gd name="T10" fmla="*/ 19 w 93"/>
              <a:gd name="T11" fmla="*/ 28 h 108"/>
              <a:gd name="T12" fmla="*/ 30 w 93"/>
              <a:gd name="T13" fmla="*/ 49 h 108"/>
              <a:gd name="T14" fmla="*/ 0 w 93"/>
              <a:gd name="T15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3" h="108">
                <a:moveTo>
                  <a:pt x="0" y="108"/>
                </a:moveTo>
                <a:cubicBezTo>
                  <a:pt x="93" y="108"/>
                  <a:pt x="93" y="108"/>
                  <a:pt x="93" y="108"/>
                </a:cubicBezTo>
                <a:cubicBezTo>
                  <a:pt x="93" y="84"/>
                  <a:pt x="81" y="58"/>
                  <a:pt x="63" y="49"/>
                </a:cubicBezTo>
                <a:cubicBezTo>
                  <a:pt x="70" y="44"/>
                  <a:pt x="74" y="36"/>
                  <a:pt x="74" y="27"/>
                </a:cubicBezTo>
                <a:cubicBezTo>
                  <a:pt x="74" y="12"/>
                  <a:pt x="62" y="0"/>
                  <a:pt x="47" y="0"/>
                </a:cubicBezTo>
                <a:cubicBezTo>
                  <a:pt x="31" y="0"/>
                  <a:pt x="19" y="12"/>
                  <a:pt x="19" y="28"/>
                </a:cubicBezTo>
                <a:cubicBezTo>
                  <a:pt x="19" y="37"/>
                  <a:pt x="23" y="44"/>
                  <a:pt x="30" y="49"/>
                </a:cubicBezTo>
                <a:cubicBezTo>
                  <a:pt x="12" y="58"/>
                  <a:pt x="0" y="84"/>
                  <a:pt x="0" y="1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Freeform: Shape 40">
            <a:extLst>
              <a:ext uri="{FF2B5EF4-FFF2-40B4-BE49-F238E27FC236}">
                <a16:creationId xmlns:a16="http://schemas.microsoft.com/office/drawing/2014/main" id="{68944D5E-A2A3-4A98-9DB8-14238266703B}"/>
              </a:ext>
            </a:extLst>
          </p:cNvPr>
          <p:cNvSpPr/>
          <p:nvPr/>
        </p:nvSpPr>
        <p:spPr bwMode="auto">
          <a:xfrm>
            <a:off x="4564121" y="3084171"/>
            <a:ext cx="168513" cy="331840"/>
          </a:xfrm>
          <a:custGeom>
            <a:avLst/>
            <a:gdLst>
              <a:gd name="T0" fmla="*/ 25 w 55"/>
              <a:gd name="T1" fmla="*/ 49 h 108"/>
              <a:gd name="T2" fmla="*/ 36 w 55"/>
              <a:gd name="T3" fmla="*/ 27 h 108"/>
              <a:gd name="T4" fmla="*/ 8 w 55"/>
              <a:gd name="T5" fmla="*/ 0 h 108"/>
              <a:gd name="T6" fmla="*/ 0 w 55"/>
              <a:gd name="T7" fmla="*/ 1 h 108"/>
              <a:gd name="T8" fmla="*/ 14 w 55"/>
              <a:gd name="T9" fmla="*/ 28 h 108"/>
              <a:gd name="T10" fmla="*/ 6 w 55"/>
              <a:gd name="T11" fmla="*/ 48 h 108"/>
              <a:gd name="T12" fmla="*/ 34 w 55"/>
              <a:gd name="T13" fmla="*/ 108 h 108"/>
              <a:gd name="T14" fmla="*/ 55 w 55"/>
              <a:gd name="T15" fmla="*/ 108 h 108"/>
              <a:gd name="T16" fmla="*/ 25 w 55"/>
              <a:gd name="T17" fmla="*/ 49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5" h="108">
                <a:moveTo>
                  <a:pt x="25" y="49"/>
                </a:moveTo>
                <a:cubicBezTo>
                  <a:pt x="31" y="44"/>
                  <a:pt x="36" y="36"/>
                  <a:pt x="36" y="27"/>
                </a:cubicBezTo>
                <a:cubicBezTo>
                  <a:pt x="36" y="12"/>
                  <a:pt x="23" y="0"/>
                  <a:pt x="8" y="0"/>
                </a:cubicBezTo>
                <a:cubicBezTo>
                  <a:pt x="5" y="0"/>
                  <a:pt x="2" y="0"/>
                  <a:pt x="0" y="1"/>
                </a:cubicBezTo>
                <a:cubicBezTo>
                  <a:pt x="8" y="7"/>
                  <a:pt x="14" y="17"/>
                  <a:pt x="14" y="28"/>
                </a:cubicBezTo>
                <a:cubicBezTo>
                  <a:pt x="14" y="36"/>
                  <a:pt x="11" y="42"/>
                  <a:pt x="6" y="48"/>
                </a:cubicBezTo>
                <a:cubicBezTo>
                  <a:pt x="23" y="60"/>
                  <a:pt x="34" y="84"/>
                  <a:pt x="34" y="108"/>
                </a:cubicBezTo>
                <a:cubicBezTo>
                  <a:pt x="55" y="108"/>
                  <a:pt x="55" y="108"/>
                  <a:pt x="55" y="108"/>
                </a:cubicBezTo>
                <a:cubicBezTo>
                  <a:pt x="55" y="84"/>
                  <a:pt x="42" y="58"/>
                  <a:pt x="25" y="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CEE7862-59A1-4667-BF51-95B2688DDDD8}"/>
              </a:ext>
            </a:extLst>
          </p:cNvPr>
          <p:cNvGrpSpPr/>
          <p:nvPr/>
        </p:nvGrpSpPr>
        <p:grpSpPr>
          <a:xfrm>
            <a:off x="8863445" y="4174505"/>
            <a:ext cx="2863334" cy="1270779"/>
            <a:chOff x="874713" y="3243543"/>
            <a:chExt cx="2863334" cy="1270779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8040B43-E1A3-44C1-A1CD-8E1454D572DF}"/>
                </a:ext>
              </a:extLst>
            </p:cNvPr>
            <p:cNvSpPr/>
            <p:nvPr/>
          </p:nvSpPr>
          <p:spPr>
            <a:xfrm>
              <a:off x="874713" y="3726799"/>
              <a:ext cx="2863334" cy="78752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此处添加合适的文字说明，可调整文字大X或颜色等属性。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68C2DAB-08F8-4CFC-B2E7-60799E8AF336}"/>
                </a:ext>
              </a:extLst>
            </p:cNvPr>
            <p:cNvSpPr/>
            <p:nvPr/>
          </p:nvSpPr>
          <p:spPr>
            <a:xfrm>
              <a:off x="874713" y="3243543"/>
              <a:ext cx="2241974" cy="49962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094C362-FFDC-447F-8D4B-D81FE2CAE688}"/>
              </a:ext>
            </a:extLst>
          </p:cNvPr>
          <p:cNvGrpSpPr/>
          <p:nvPr/>
        </p:nvGrpSpPr>
        <p:grpSpPr>
          <a:xfrm>
            <a:off x="401053" y="4174505"/>
            <a:ext cx="2840550" cy="1303437"/>
            <a:chOff x="276137" y="3161898"/>
            <a:chExt cx="2840550" cy="1303437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F317E88-70DF-4A8A-B44D-797D6EB5B677}"/>
                </a:ext>
              </a:extLst>
            </p:cNvPr>
            <p:cNvSpPr/>
            <p:nvPr/>
          </p:nvSpPr>
          <p:spPr>
            <a:xfrm>
              <a:off x="276137" y="3677812"/>
              <a:ext cx="2840550" cy="78752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此处添加合适的文字说明，可调整文字大X或颜色等属性。</a:t>
              </a: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0AF1926-32DF-4A28-BBFE-142DEE77FBAD}"/>
                </a:ext>
              </a:extLst>
            </p:cNvPr>
            <p:cNvSpPr/>
            <p:nvPr/>
          </p:nvSpPr>
          <p:spPr>
            <a:xfrm>
              <a:off x="874713" y="3161898"/>
              <a:ext cx="2241974" cy="49962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8E70AE73-C50D-4C61-BD45-429001B68E0B}"/>
              </a:ext>
            </a:extLst>
          </p:cNvPr>
          <p:cNvGrpSpPr/>
          <p:nvPr/>
        </p:nvGrpSpPr>
        <p:grpSpPr>
          <a:xfrm>
            <a:off x="604157" y="2511831"/>
            <a:ext cx="3328281" cy="1303437"/>
            <a:chOff x="-211594" y="3161898"/>
            <a:chExt cx="3328281" cy="1303437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02705B0-4466-40D7-A009-6F0EE390121E}"/>
                </a:ext>
              </a:extLst>
            </p:cNvPr>
            <p:cNvSpPr/>
            <p:nvPr/>
          </p:nvSpPr>
          <p:spPr>
            <a:xfrm>
              <a:off x="-211594" y="3677812"/>
              <a:ext cx="3328281" cy="78752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请您此处添加合适的文字加以说明，可以调整文字大X或者颜色等属性。</a:t>
              </a: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E046399-4D4C-4E13-BBD1-07EB1F69328F}"/>
                </a:ext>
              </a:extLst>
            </p:cNvPr>
            <p:cNvSpPr/>
            <p:nvPr/>
          </p:nvSpPr>
          <p:spPr>
            <a:xfrm>
              <a:off x="874713" y="3161898"/>
              <a:ext cx="2241974" cy="49962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D012A85E-58DD-42D1-814A-2B065E8FADC5}"/>
              </a:ext>
            </a:extLst>
          </p:cNvPr>
          <p:cNvGrpSpPr/>
          <p:nvPr/>
        </p:nvGrpSpPr>
        <p:grpSpPr>
          <a:xfrm>
            <a:off x="8290477" y="2511831"/>
            <a:ext cx="2814942" cy="1683585"/>
            <a:chOff x="874713" y="3243543"/>
            <a:chExt cx="2814942" cy="1683585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136A927-E695-4DA9-8122-2FDEA3F9103F}"/>
                </a:ext>
              </a:extLst>
            </p:cNvPr>
            <p:cNvSpPr/>
            <p:nvPr/>
          </p:nvSpPr>
          <p:spPr>
            <a:xfrm>
              <a:off x="874713" y="3726799"/>
              <a:ext cx="2814942" cy="120032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请您此处添加合适的文字加以说明，可以调整文字大X或者颜色等属性。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390E3192-56AD-4BE4-BE0D-AE5CE6CC2618}"/>
                </a:ext>
              </a:extLst>
            </p:cNvPr>
            <p:cNvSpPr/>
            <p:nvPr/>
          </p:nvSpPr>
          <p:spPr>
            <a:xfrm>
              <a:off x="874713" y="3243543"/>
              <a:ext cx="2241974" cy="49962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B72C08B-12BE-42E8-B4DD-7A7B57DA7A16}"/>
              </a:ext>
            </a:extLst>
          </p:cNvPr>
          <p:cNvGrpSpPr/>
          <p:nvPr/>
        </p:nvGrpSpPr>
        <p:grpSpPr>
          <a:xfrm>
            <a:off x="4407214" y="885940"/>
            <a:ext cx="3395482" cy="1270779"/>
            <a:chOff x="874713" y="3243543"/>
            <a:chExt cx="3395482" cy="1270779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AB4A82D2-785B-4D89-8D57-4562CB86E840}"/>
                </a:ext>
              </a:extLst>
            </p:cNvPr>
            <p:cNvSpPr/>
            <p:nvPr/>
          </p:nvSpPr>
          <p:spPr>
            <a:xfrm>
              <a:off x="874713" y="3726799"/>
              <a:ext cx="3395482" cy="78752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请您此处添加合适的文字加以说明，可以调整文字大X或者颜色等属性。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0DCE19FE-F0C1-4340-81CE-6A6445E5EC3C}"/>
                </a:ext>
              </a:extLst>
            </p:cNvPr>
            <p:cNvSpPr/>
            <p:nvPr/>
          </p:nvSpPr>
          <p:spPr>
            <a:xfrm>
              <a:off x="1451467" y="3243543"/>
              <a:ext cx="2241974" cy="49962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8531866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5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明年工作计划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C39C704-F6FC-4B43-845B-875B2FC648D1}"/>
              </a:ext>
            </a:extLst>
          </p:cNvPr>
          <p:cNvGrpSpPr/>
          <p:nvPr/>
        </p:nvGrpSpPr>
        <p:grpSpPr>
          <a:xfrm>
            <a:off x="660400" y="2978709"/>
            <a:ext cx="10871200" cy="1768858"/>
            <a:chOff x="660400" y="2978709"/>
            <a:chExt cx="10871200" cy="1768858"/>
          </a:xfrm>
        </p:grpSpPr>
        <p:sp>
          <p:nvSpPr>
            <p:cNvPr id="6" name="曲线">
              <a:extLst>
                <a:ext uri="{FF2B5EF4-FFF2-40B4-BE49-F238E27FC236}">
                  <a16:creationId xmlns:a16="http://schemas.microsoft.com/office/drawing/2014/main" id="{F83B6F5C-A1FA-4AF0-8ED7-3E2DF0D33B52}"/>
                </a:ext>
              </a:extLst>
            </p:cNvPr>
            <p:cNvSpPr/>
            <p:nvPr/>
          </p:nvSpPr>
          <p:spPr bwMode="auto">
            <a:xfrm>
              <a:off x="4712661" y="3412452"/>
              <a:ext cx="786159" cy="564769"/>
            </a:xfrm>
            <a:custGeom>
              <a:avLst/>
              <a:gdLst>
                <a:gd name="T0" fmla="*/ 0 w 213"/>
                <a:gd name="T1" fmla="*/ 12 h 152"/>
                <a:gd name="T2" fmla="*/ 68 w 213"/>
                <a:gd name="T3" fmla="*/ 25 h 152"/>
                <a:gd name="T4" fmla="*/ 142 w 213"/>
                <a:gd name="T5" fmla="*/ 78 h 152"/>
                <a:gd name="T6" fmla="*/ 203 w 213"/>
                <a:gd name="T7" fmla="*/ 152 h 152"/>
                <a:gd name="T8" fmla="*/ 213 w 213"/>
                <a:gd name="T9" fmla="*/ 144 h 152"/>
                <a:gd name="T10" fmla="*/ 128 w 213"/>
                <a:gd name="T11" fmla="*/ 48 h 152"/>
                <a:gd name="T12" fmla="*/ 72 w 213"/>
                <a:gd name="T13" fmla="*/ 13 h 152"/>
                <a:gd name="T14" fmla="*/ 0 w 213"/>
                <a:gd name="T15" fmla="*/ 0 h 152"/>
                <a:gd name="T16" fmla="*/ 0 w 213"/>
                <a:gd name="T17" fmla="*/ 1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3" h="152">
                  <a:moveTo>
                    <a:pt x="0" y="12"/>
                  </a:moveTo>
                  <a:cubicBezTo>
                    <a:pt x="26" y="12"/>
                    <a:pt x="48" y="17"/>
                    <a:pt x="68" y="25"/>
                  </a:cubicBezTo>
                  <a:cubicBezTo>
                    <a:pt x="97" y="36"/>
                    <a:pt x="121" y="56"/>
                    <a:pt x="142" y="78"/>
                  </a:cubicBezTo>
                  <a:cubicBezTo>
                    <a:pt x="163" y="101"/>
                    <a:pt x="183" y="127"/>
                    <a:pt x="203" y="152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185" y="111"/>
                    <a:pt x="160" y="76"/>
                    <a:pt x="128" y="48"/>
                  </a:cubicBezTo>
                  <a:cubicBezTo>
                    <a:pt x="111" y="34"/>
                    <a:pt x="93" y="22"/>
                    <a:pt x="72" y="13"/>
                  </a:cubicBezTo>
                  <a:cubicBezTo>
                    <a:pt x="51" y="5"/>
                    <a:pt x="28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曲线">
              <a:extLst>
                <a:ext uri="{FF2B5EF4-FFF2-40B4-BE49-F238E27FC236}">
                  <a16:creationId xmlns:a16="http://schemas.microsoft.com/office/drawing/2014/main" id="{2241DE59-B296-4BC0-9AC5-6E38CD2AC3F5}"/>
                </a:ext>
              </a:extLst>
            </p:cNvPr>
            <p:cNvSpPr/>
            <p:nvPr/>
          </p:nvSpPr>
          <p:spPr bwMode="auto">
            <a:xfrm>
              <a:off x="4109489" y="3412452"/>
              <a:ext cx="603172" cy="338862"/>
            </a:xfrm>
            <a:custGeom>
              <a:avLst/>
              <a:gdLst>
                <a:gd name="T0" fmla="*/ 9 w 163"/>
                <a:gd name="T1" fmla="*/ 91 h 91"/>
                <a:gd name="T2" fmla="*/ 74 w 163"/>
                <a:gd name="T3" fmla="*/ 35 h 91"/>
                <a:gd name="T4" fmla="*/ 163 w 163"/>
                <a:gd name="T5" fmla="*/ 12 h 91"/>
                <a:gd name="T6" fmla="*/ 163 w 163"/>
                <a:gd name="T7" fmla="*/ 0 h 91"/>
                <a:gd name="T8" fmla="*/ 68 w 163"/>
                <a:gd name="T9" fmla="*/ 25 h 91"/>
                <a:gd name="T10" fmla="*/ 0 w 163"/>
                <a:gd name="T11" fmla="*/ 83 h 91"/>
                <a:gd name="T12" fmla="*/ 9 w 163"/>
                <a:gd name="T13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3" h="91">
                  <a:moveTo>
                    <a:pt x="9" y="91"/>
                  </a:moveTo>
                  <a:cubicBezTo>
                    <a:pt x="29" y="69"/>
                    <a:pt x="49" y="49"/>
                    <a:pt x="74" y="35"/>
                  </a:cubicBezTo>
                  <a:cubicBezTo>
                    <a:pt x="98" y="21"/>
                    <a:pt x="127" y="12"/>
                    <a:pt x="163" y="12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125" y="0"/>
                    <a:pt x="94" y="10"/>
                    <a:pt x="68" y="25"/>
                  </a:cubicBezTo>
                  <a:cubicBezTo>
                    <a:pt x="41" y="40"/>
                    <a:pt x="20" y="61"/>
                    <a:pt x="0" y="83"/>
                  </a:cubicBezTo>
                  <a:cubicBezTo>
                    <a:pt x="9" y="91"/>
                    <a:pt x="9" y="91"/>
                    <a:pt x="9" y="91"/>
                  </a:cubicBez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lnSpcReduction="10000"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图标">
              <a:extLst>
                <a:ext uri="{FF2B5EF4-FFF2-40B4-BE49-F238E27FC236}">
                  <a16:creationId xmlns:a16="http://schemas.microsoft.com/office/drawing/2014/main" id="{AA67D58F-5C74-4777-9B58-A515E397D42E}"/>
                </a:ext>
              </a:extLst>
            </p:cNvPr>
            <p:cNvSpPr/>
            <p:nvPr/>
          </p:nvSpPr>
          <p:spPr bwMode="auto">
            <a:xfrm>
              <a:off x="4184037" y="3586401"/>
              <a:ext cx="1068542" cy="1073062"/>
            </a:xfrm>
            <a:prstGeom prst="ellipse">
              <a:avLst/>
            </a:prstGeom>
            <a:solidFill>
              <a:srgbClr val="1A25B8"/>
            </a:solidFill>
            <a:ln w="3810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曲线">
              <a:extLst>
                <a:ext uri="{FF2B5EF4-FFF2-40B4-BE49-F238E27FC236}">
                  <a16:creationId xmlns:a16="http://schemas.microsoft.com/office/drawing/2014/main" id="{B6763BC9-2671-44E9-AB3A-E7A6C841AC8E}"/>
                </a:ext>
              </a:extLst>
            </p:cNvPr>
            <p:cNvSpPr/>
            <p:nvPr/>
          </p:nvSpPr>
          <p:spPr bwMode="auto">
            <a:xfrm>
              <a:off x="5462675" y="3810049"/>
              <a:ext cx="1369001" cy="508293"/>
            </a:xfrm>
            <a:custGeom>
              <a:avLst/>
              <a:gdLst>
                <a:gd name="T0" fmla="*/ 0 w 371"/>
                <a:gd name="T1" fmla="*/ 45 h 137"/>
                <a:gd name="T2" fmla="*/ 70 w 371"/>
                <a:gd name="T3" fmla="*/ 109 h 137"/>
                <a:gd name="T4" fmla="*/ 171 w 371"/>
                <a:gd name="T5" fmla="*/ 137 h 137"/>
                <a:gd name="T6" fmla="*/ 239 w 371"/>
                <a:gd name="T7" fmla="*/ 125 h 137"/>
                <a:gd name="T8" fmla="*/ 313 w 371"/>
                <a:gd name="T9" fmla="*/ 76 h 137"/>
                <a:gd name="T10" fmla="*/ 371 w 371"/>
                <a:gd name="T11" fmla="*/ 8 h 137"/>
                <a:gd name="T12" fmla="*/ 362 w 371"/>
                <a:gd name="T13" fmla="*/ 0 h 137"/>
                <a:gd name="T14" fmla="*/ 284 w 371"/>
                <a:gd name="T15" fmla="*/ 86 h 137"/>
                <a:gd name="T16" fmla="*/ 234 w 371"/>
                <a:gd name="T17" fmla="*/ 114 h 137"/>
                <a:gd name="T18" fmla="*/ 171 w 371"/>
                <a:gd name="T19" fmla="*/ 125 h 137"/>
                <a:gd name="T20" fmla="*/ 77 w 371"/>
                <a:gd name="T21" fmla="*/ 99 h 137"/>
                <a:gd name="T22" fmla="*/ 10 w 371"/>
                <a:gd name="T23" fmla="*/ 37 h 137"/>
                <a:gd name="T24" fmla="*/ 0 w 371"/>
                <a:gd name="T25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1" h="137">
                  <a:moveTo>
                    <a:pt x="0" y="45"/>
                  </a:moveTo>
                  <a:cubicBezTo>
                    <a:pt x="21" y="69"/>
                    <a:pt x="43" y="92"/>
                    <a:pt x="70" y="109"/>
                  </a:cubicBezTo>
                  <a:cubicBezTo>
                    <a:pt x="97" y="126"/>
                    <a:pt x="130" y="137"/>
                    <a:pt x="171" y="137"/>
                  </a:cubicBezTo>
                  <a:cubicBezTo>
                    <a:pt x="196" y="137"/>
                    <a:pt x="219" y="133"/>
                    <a:pt x="239" y="125"/>
                  </a:cubicBezTo>
                  <a:cubicBezTo>
                    <a:pt x="268" y="114"/>
                    <a:pt x="292" y="96"/>
                    <a:pt x="313" y="76"/>
                  </a:cubicBezTo>
                  <a:cubicBezTo>
                    <a:pt x="334" y="55"/>
                    <a:pt x="353" y="31"/>
                    <a:pt x="371" y="8"/>
                  </a:cubicBezTo>
                  <a:cubicBezTo>
                    <a:pt x="362" y="0"/>
                    <a:pt x="362" y="0"/>
                    <a:pt x="362" y="0"/>
                  </a:cubicBezTo>
                  <a:cubicBezTo>
                    <a:pt x="337" y="31"/>
                    <a:pt x="313" y="63"/>
                    <a:pt x="284" y="86"/>
                  </a:cubicBezTo>
                  <a:cubicBezTo>
                    <a:pt x="269" y="98"/>
                    <a:pt x="253" y="107"/>
                    <a:pt x="234" y="114"/>
                  </a:cubicBezTo>
                  <a:cubicBezTo>
                    <a:pt x="216" y="121"/>
                    <a:pt x="195" y="125"/>
                    <a:pt x="171" y="125"/>
                  </a:cubicBezTo>
                  <a:cubicBezTo>
                    <a:pt x="132" y="125"/>
                    <a:pt x="102" y="115"/>
                    <a:pt x="77" y="99"/>
                  </a:cubicBezTo>
                  <a:cubicBezTo>
                    <a:pt x="51" y="83"/>
                    <a:pt x="30" y="61"/>
                    <a:pt x="10" y="37"/>
                  </a:cubicBezTo>
                  <a:cubicBezTo>
                    <a:pt x="0" y="45"/>
                    <a:pt x="0" y="45"/>
                    <a:pt x="0" y="45"/>
                  </a:cubicBez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曲线">
              <a:extLst>
                <a:ext uri="{FF2B5EF4-FFF2-40B4-BE49-F238E27FC236}">
                  <a16:creationId xmlns:a16="http://schemas.microsoft.com/office/drawing/2014/main" id="{1D76B8BE-087F-45CE-B123-68F9E19DD548}"/>
                </a:ext>
              </a:extLst>
            </p:cNvPr>
            <p:cNvSpPr/>
            <p:nvPr/>
          </p:nvSpPr>
          <p:spPr bwMode="auto">
            <a:xfrm>
              <a:off x="6800048" y="3412452"/>
              <a:ext cx="1436773" cy="530884"/>
            </a:xfrm>
            <a:custGeom>
              <a:avLst/>
              <a:gdLst>
                <a:gd name="T0" fmla="*/ 9 w 389"/>
                <a:gd name="T1" fmla="*/ 115 h 143"/>
                <a:gd name="T2" fmla="*/ 81 w 389"/>
                <a:gd name="T3" fmla="*/ 43 h 143"/>
                <a:gd name="T4" fmla="*/ 183 w 389"/>
                <a:gd name="T5" fmla="*/ 12 h 143"/>
                <a:gd name="T6" fmla="*/ 248 w 389"/>
                <a:gd name="T7" fmla="*/ 24 h 143"/>
                <a:gd name="T8" fmla="*/ 320 w 389"/>
                <a:gd name="T9" fmla="*/ 74 h 143"/>
                <a:gd name="T10" fmla="*/ 379 w 389"/>
                <a:gd name="T11" fmla="*/ 143 h 143"/>
                <a:gd name="T12" fmla="*/ 389 w 389"/>
                <a:gd name="T13" fmla="*/ 136 h 143"/>
                <a:gd name="T14" fmla="*/ 306 w 389"/>
                <a:gd name="T15" fmla="*/ 44 h 143"/>
                <a:gd name="T16" fmla="*/ 253 w 389"/>
                <a:gd name="T17" fmla="*/ 12 h 143"/>
                <a:gd name="T18" fmla="*/ 183 w 389"/>
                <a:gd name="T19" fmla="*/ 0 h 143"/>
                <a:gd name="T20" fmla="*/ 74 w 389"/>
                <a:gd name="T21" fmla="*/ 33 h 143"/>
                <a:gd name="T22" fmla="*/ 0 w 389"/>
                <a:gd name="T23" fmla="*/ 107 h 143"/>
                <a:gd name="T24" fmla="*/ 9 w 389"/>
                <a:gd name="T25" fmla="*/ 115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9" h="143">
                  <a:moveTo>
                    <a:pt x="9" y="115"/>
                  </a:moveTo>
                  <a:cubicBezTo>
                    <a:pt x="31" y="88"/>
                    <a:pt x="54" y="62"/>
                    <a:pt x="81" y="43"/>
                  </a:cubicBezTo>
                  <a:cubicBezTo>
                    <a:pt x="108" y="24"/>
                    <a:pt x="140" y="12"/>
                    <a:pt x="183" y="12"/>
                  </a:cubicBezTo>
                  <a:cubicBezTo>
                    <a:pt x="208" y="12"/>
                    <a:pt x="229" y="16"/>
                    <a:pt x="248" y="24"/>
                  </a:cubicBezTo>
                  <a:cubicBezTo>
                    <a:pt x="277" y="35"/>
                    <a:pt x="300" y="52"/>
                    <a:pt x="320" y="74"/>
                  </a:cubicBezTo>
                  <a:cubicBezTo>
                    <a:pt x="341" y="95"/>
                    <a:pt x="360" y="119"/>
                    <a:pt x="379" y="143"/>
                  </a:cubicBezTo>
                  <a:cubicBezTo>
                    <a:pt x="389" y="136"/>
                    <a:pt x="389" y="136"/>
                    <a:pt x="389" y="136"/>
                  </a:cubicBezTo>
                  <a:cubicBezTo>
                    <a:pt x="363" y="104"/>
                    <a:pt x="338" y="71"/>
                    <a:pt x="306" y="44"/>
                  </a:cubicBezTo>
                  <a:cubicBezTo>
                    <a:pt x="291" y="31"/>
                    <a:pt x="273" y="20"/>
                    <a:pt x="253" y="12"/>
                  </a:cubicBezTo>
                  <a:cubicBezTo>
                    <a:pt x="232" y="5"/>
                    <a:pt x="209" y="0"/>
                    <a:pt x="183" y="0"/>
                  </a:cubicBezTo>
                  <a:cubicBezTo>
                    <a:pt x="138" y="0"/>
                    <a:pt x="103" y="13"/>
                    <a:pt x="74" y="33"/>
                  </a:cubicBezTo>
                  <a:cubicBezTo>
                    <a:pt x="45" y="53"/>
                    <a:pt x="22" y="80"/>
                    <a:pt x="0" y="107"/>
                  </a:cubicBezTo>
                  <a:cubicBezTo>
                    <a:pt x="9" y="115"/>
                    <a:pt x="9" y="115"/>
                    <a:pt x="9" y="115"/>
                  </a:cubicBez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图标">
              <a:extLst>
                <a:ext uri="{FF2B5EF4-FFF2-40B4-BE49-F238E27FC236}">
                  <a16:creationId xmlns:a16="http://schemas.microsoft.com/office/drawing/2014/main" id="{59606483-2288-432E-A2B9-632E7B2AC3FD}"/>
                </a:ext>
              </a:extLst>
            </p:cNvPr>
            <p:cNvSpPr/>
            <p:nvPr/>
          </p:nvSpPr>
          <p:spPr bwMode="auto">
            <a:xfrm>
              <a:off x="6976256" y="3676764"/>
              <a:ext cx="1068542" cy="1070803"/>
            </a:xfrm>
            <a:prstGeom prst="ellipse">
              <a:avLst/>
            </a:prstGeom>
            <a:solidFill>
              <a:srgbClr val="1A25B8"/>
            </a:solidFill>
            <a:ln w="3810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曲线">
              <a:extLst>
                <a:ext uri="{FF2B5EF4-FFF2-40B4-BE49-F238E27FC236}">
                  <a16:creationId xmlns:a16="http://schemas.microsoft.com/office/drawing/2014/main" id="{EC1F7AB0-A87A-4E00-AA46-26A51B63109E}"/>
                </a:ext>
              </a:extLst>
            </p:cNvPr>
            <p:cNvSpPr/>
            <p:nvPr/>
          </p:nvSpPr>
          <p:spPr bwMode="auto">
            <a:xfrm>
              <a:off x="1963366" y="3403972"/>
              <a:ext cx="2191304" cy="905891"/>
            </a:xfrm>
            <a:custGeom>
              <a:avLst/>
              <a:gdLst>
                <a:gd name="T0" fmla="*/ 0 w 593"/>
                <a:gd name="T1" fmla="*/ 12 h 244"/>
                <a:gd name="T2" fmla="*/ 107 w 593"/>
                <a:gd name="T3" fmla="*/ 47 h 244"/>
                <a:gd name="T4" fmla="*/ 165 w 593"/>
                <a:gd name="T5" fmla="*/ 104 h 244"/>
                <a:gd name="T6" fmla="*/ 248 w 593"/>
                <a:gd name="T7" fmla="*/ 198 h 244"/>
                <a:gd name="T8" fmla="*/ 303 w 593"/>
                <a:gd name="T9" fmla="*/ 231 h 244"/>
                <a:gd name="T10" fmla="*/ 373 w 593"/>
                <a:gd name="T11" fmla="*/ 244 h 244"/>
                <a:gd name="T12" fmla="*/ 449 w 593"/>
                <a:gd name="T13" fmla="*/ 229 h 244"/>
                <a:gd name="T14" fmla="*/ 529 w 593"/>
                <a:gd name="T15" fmla="*/ 168 h 244"/>
                <a:gd name="T16" fmla="*/ 593 w 593"/>
                <a:gd name="T17" fmla="*/ 91 h 244"/>
                <a:gd name="T18" fmla="*/ 584 w 593"/>
                <a:gd name="T19" fmla="*/ 83 h 244"/>
                <a:gd name="T20" fmla="*/ 497 w 593"/>
                <a:gd name="T21" fmla="*/ 183 h 244"/>
                <a:gd name="T22" fmla="*/ 444 w 593"/>
                <a:gd name="T23" fmla="*/ 218 h 244"/>
                <a:gd name="T24" fmla="*/ 373 w 593"/>
                <a:gd name="T25" fmla="*/ 232 h 244"/>
                <a:gd name="T26" fmla="*/ 266 w 593"/>
                <a:gd name="T27" fmla="*/ 197 h 244"/>
                <a:gd name="T28" fmla="*/ 209 w 593"/>
                <a:gd name="T29" fmla="*/ 140 h 244"/>
                <a:gd name="T30" fmla="*/ 126 w 593"/>
                <a:gd name="T31" fmla="*/ 46 h 244"/>
                <a:gd name="T32" fmla="*/ 71 w 593"/>
                <a:gd name="T33" fmla="*/ 13 h 244"/>
                <a:gd name="T34" fmla="*/ 0 w 593"/>
                <a:gd name="T35" fmla="*/ 0 h 244"/>
                <a:gd name="T36" fmla="*/ 0 w 593"/>
                <a:gd name="T37" fmla="*/ 1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3" h="244">
                  <a:moveTo>
                    <a:pt x="0" y="12"/>
                  </a:moveTo>
                  <a:cubicBezTo>
                    <a:pt x="46" y="12"/>
                    <a:pt x="79" y="26"/>
                    <a:pt x="107" y="47"/>
                  </a:cubicBezTo>
                  <a:cubicBezTo>
                    <a:pt x="129" y="63"/>
                    <a:pt x="147" y="83"/>
                    <a:pt x="165" y="104"/>
                  </a:cubicBezTo>
                  <a:cubicBezTo>
                    <a:pt x="191" y="136"/>
                    <a:pt x="216" y="171"/>
                    <a:pt x="248" y="198"/>
                  </a:cubicBezTo>
                  <a:cubicBezTo>
                    <a:pt x="264" y="211"/>
                    <a:pt x="282" y="223"/>
                    <a:pt x="303" y="231"/>
                  </a:cubicBezTo>
                  <a:cubicBezTo>
                    <a:pt x="323" y="239"/>
                    <a:pt x="347" y="244"/>
                    <a:pt x="373" y="244"/>
                  </a:cubicBezTo>
                  <a:cubicBezTo>
                    <a:pt x="402" y="244"/>
                    <a:pt x="427" y="239"/>
                    <a:pt x="449" y="229"/>
                  </a:cubicBezTo>
                  <a:cubicBezTo>
                    <a:pt x="481" y="216"/>
                    <a:pt x="506" y="193"/>
                    <a:pt x="529" y="168"/>
                  </a:cubicBezTo>
                  <a:cubicBezTo>
                    <a:pt x="552" y="143"/>
                    <a:pt x="572" y="116"/>
                    <a:pt x="593" y="91"/>
                  </a:cubicBezTo>
                  <a:cubicBezTo>
                    <a:pt x="584" y="83"/>
                    <a:pt x="584" y="83"/>
                    <a:pt x="584" y="83"/>
                  </a:cubicBezTo>
                  <a:cubicBezTo>
                    <a:pt x="555" y="117"/>
                    <a:pt x="529" y="155"/>
                    <a:pt x="497" y="183"/>
                  </a:cubicBezTo>
                  <a:cubicBezTo>
                    <a:pt x="481" y="198"/>
                    <a:pt x="464" y="210"/>
                    <a:pt x="444" y="218"/>
                  </a:cubicBezTo>
                  <a:cubicBezTo>
                    <a:pt x="424" y="227"/>
                    <a:pt x="401" y="232"/>
                    <a:pt x="373" y="232"/>
                  </a:cubicBezTo>
                  <a:cubicBezTo>
                    <a:pt x="328" y="232"/>
                    <a:pt x="295" y="218"/>
                    <a:pt x="266" y="197"/>
                  </a:cubicBezTo>
                  <a:cubicBezTo>
                    <a:pt x="245" y="181"/>
                    <a:pt x="227" y="161"/>
                    <a:pt x="209" y="140"/>
                  </a:cubicBezTo>
                  <a:cubicBezTo>
                    <a:pt x="183" y="108"/>
                    <a:pt x="158" y="73"/>
                    <a:pt x="126" y="46"/>
                  </a:cubicBezTo>
                  <a:cubicBezTo>
                    <a:pt x="110" y="33"/>
                    <a:pt x="92" y="21"/>
                    <a:pt x="71" y="13"/>
                  </a:cubicBezTo>
                  <a:cubicBezTo>
                    <a:pt x="51" y="5"/>
                    <a:pt x="27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曲线">
              <a:extLst>
                <a:ext uri="{FF2B5EF4-FFF2-40B4-BE49-F238E27FC236}">
                  <a16:creationId xmlns:a16="http://schemas.microsoft.com/office/drawing/2014/main" id="{F47D7EE6-016D-4425-A853-287F3E55CA17}"/>
                </a:ext>
              </a:extLst>
            </p:cNvPr>
            <p:cNvSpPr/>
            <p:nvPr/>
          </p:nvSpPr>
          <p:spPr bwMode="auto">
            <a:xfrm>
              <a:off x="8207275" y="3412452"/>
              <a:ext cx="2035427" cy="905891"/>
            </a:xfrm>
            <a:custGeom>
              <a:avLst/>
              <a:gdLst>
                <a:gd name="T0" fmla="*/ 0 w 551"/>
                <a:gd name="T1" fmla="*/ 143 h 244"/>
                <a:gd name="T2" fmla="*/ 72 w 551"/>
                <a:gd name="T3" fmla="*/ 213 h 244"/>
                <a:gd name="T4" fmla="*/ 177 w 551"/>
                <a:gd name="T5" fmla="*/ 244 h 244"/>
                <a:gd name="T6" fmla="*/ 292 w 551"/>
                <a:gd name="T7" fmla="*/ 207 h 244"/>
                <a:gd name="T8" fmla="*/ 351 w 551"/>
                <a:gd name="T9" fmla="*/ 147 h 244"/>
                <a:gd name="T10" fmla="*/ 433 w 551"/>
                <a:gd name="T11" fmla="*/ 55 h 244"/>
                <a:gd name="T12" fmla="*/ 484 w 551"/>
                <a:gd name="T13" fmla="*/ 24 h 244"/>
                <a:gd name="T14" fmla="*/ 551 w 551"/>
                <a:gd name="T15" fmla="*/ 12 h 244"/>
                <a:gd name="T16" fmla="*/ 551 w 551"/>
                <a:gd name="T17" fmla="*/ 0 h 244"/>
                <a:gd name="T18" fmla="*/ 436 w 551"/>
                <a:gd name="T19" fmla="*/ 37 h 244"/>
                <a:gd name="T20" fmla="*/ 377 w 551"/>
                <a:gd name="T21" fmla="*/ 97 h 244"/>
                <a:gd name="T22" fmla="*/ 295 w 551"/>
                <a:gd name="T23" fmla="*/ 189 h 244"/>
                <a:gd name="T24" fmla="*/ 244 w 551"/>
                <a:gd name="T25" fmla="*/ 220 h 244"/>
                <a:gd name="T26" fmla="*/ 177 w 551"/>
                <a:gd name="T27" fmla="*/ 232 h 244"/>
                <a:gd name="T28" fmla="*/ 79 w 551"/>
                <a:gd name="T29" fmla="*/ 203 h 244"/>
                <a:gd name="T30" fmla="*/ 10 w 551"/>
                <a:gd name="T31" fmla="*/ 136 h 244"/>
                <a:gd name="T32" fmla="*/ 0 w 551"/>
                <a:gd name="T33" fmla="*/ 143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51" h="244">
                  <a:moveTo>
                    <a:pt x="0" y="143"/>
                  </a:moveTo>
                  <a:cubicBezTo>
                    <a:pt x="22" y="169"/>
                    <a:pt x="44" y="194"/>
                    <a:pt x="72" y="213"/>
                  </a:cubicBezTo>
                  <a:cubicBezTo>
                    <a:pt x="100" y="232"/>
                    <a:pt x="134" y="244"/>
                    <a:pt x="177" y="244"/>
                  </a:cubicBezTo>
                  <a:cubicBezTo>
                    <a:pt x="225" y="244"/>
                    <a:pt x="262" y="229"/>
                    <a:pt x="292" y="207"/>
                  </a:cubicBezTo>
                  <a:cubicBezTo>
                    <a:pt x="314" y="190"/>
                    <a:pt x="333" y="169"/>
                    <a:pt x="351" y="147"/>
                  </a:cubicBezTo>
                  <a:cubicBezTo>
                    <a:pt x="378" y="115"/>
                    <a:pt x="403" y="81"/>
                    <a:pt x="433" y="55"/>
                  </a:cubicBezTo>
                  <a:cubicBezTo>
                    <a:pt x="448" y="42"/>
                    <a:pt x="465" y="32"/>
                    <a:pt x="484" y="24"/>
                  </a:cubicBezTo>
                  <a:cubicBezTo>
                    <a:pt x="503" y="16"/>
                    <a:pt x="525" y="12"/>
                    <a:pt x="551" y="12"/>
                  </a:cubicBezTo>
                  <a:cubicBezTo>
                    <a:pt x="551" y="0"/>
                    <a:pt x="551" y="0"/>
                    <a:pt x="551" y="0"/>
                  </a:cubicBezTo>
                  <a:cubicBezTo>
                    <a:pt x="503" y="0"/>
                    <a:pt x="466" y="15"/>
                    <a:pt x="436" y="37"/>
                  </a:cubicBezTo>
                  <a:cubicBezTo>
                    <a:pt x="414" y="54"/>
                    <a:pt x="395" y="75"/>
                    <a:pt x="377" y="97"/>
                  </a:cubicBezTo>
                  <a:cubicBezTo>
                    <a:pt x="350" y="129"/>
                    <a:pt x="326" y="163"/>
                    <a:pt x="295" y="189"/>
                  </a:cubicBezTo>
                  <a:cubicBezTo>
                    <a:pt x="280" y="202"/>
                    <a:pt x="263" y="212"/>
                    <a:pt x="244" y="220"/>
                  </a:cubicBezTo>
                  <a:cubicBezTo>
                    <a:pt x="225" y="228"/>
                    <a:pt x="203" y="232"/>
                    <a:pt x="177" y="232"/>
                  </a:cubicBezTo>
                  <a:cubicBezTo>
                    <a:pt x="137" y="232"/>
                    <a:pt x="105" y="221"/>
                    <a:pt x="79" y="203"/>
                  </a:cubicBezTo>
                  <a:cubicBezTo>
                    <a:pt x="52" y="185"/>
                    <a:pt x="31" y="161"/>
                    <a:pt x="10" y="136"/>
                  </a:cubicBezTo>
                  <a:cubicBezTo>
                    <a:pt x="0" y="143"/>
                    <a:pt x="0" y="143"/>
                    <a:pt x="0" y="143"/>
                  </a:cubicBez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圆形">
              <a:extLst>
                <a:ext uri="{FF2B5EF4-FFF2-40B4-BE49-F238E27FC236}">
                  <a16:creationId xmlns:a16="http://schemas.microsoft.com/office/drawing/2014/main" id="{F52CCA07-B667-4DEC-8503-9A620CC5006B}"/>
                </a:ext>
              </a:extLst>
            </p:cNvPr>
            <p:cNvSpPr/>
            <p:nvPr/>
          </p:nvSpPr>
          <p:spPr bwMode="auto">
            <a:xfrm>
              <a:off x="8324925" y="3053260"/>
              <a:ext cx="1064024" cy="1070803"/>
            </a:xfrm>
            <a:prstGeom prst="ellipse">
              <a:avLst/>
            </a:prstGeom>
            <a:solidFill>
              <a:srgbClr val="E2087A"/>
            </a:solidFill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defTabSz="914377">
                <a:spcBef>
                  <a:spcPct val="0"/>
                </a:spcBef>
              </a:pPr>
              <a:endParaRPr lang="en-US" sz="20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5" name="图标">
              <a:extLst>
                <a:ext uri="{FF2B5EF4-FFF2-40B4-BE49-F238E27FC236}">
                  <a16:creationId xmlns:a16="http://schemas.microsoft.com/office/drawing/2014/main" id="{DAD30FAF-5ADE-4E74-A072-20E1A83CF20A}"/>
                </a:ext>
              </a:extLst>
            </p:cNvPr>
            <p:cNvSpPr/>
            <p:nvPr/>
          </p:nvSpPr>
          <p:spPr bwMode="auto">
            <a:xfrm>
              <a:off x="8651864" y="3397139"/>
              <a:ext cx="410146" cy="383044"/>
            </a:xfrm>
            <a:custGeom>
              <a:avLst/>
              <a:gdLst>
                <a:gd name="connsiteX0" fmla="*/ 420884 w 608697"/>
                <a:gd name="connsiteY0" fmla="*/ 485137 h 568475"/>
                <a:gd name="connsiteX1" fmla="*/ 589080 w 608697"/>
                <a:gd name="connsiteY1" fmla="*/ 485137 h 568475"/>
                <a:gd name="connsiteX2" fmla="*/ 608697 w 608697"/>
                <a:gd name="connsiteY2" fmla="*/ 504650 h 568475"/>
                <a:gd name="connsiteX3" fmla="*/ 608697 w 608697"/>
                <a:gd name="connsiteY3" fmla="*/ 511203 h 568475"/>
                <a:gd name="connsiteX4" fmla="*/ 589080 w 608697"/>
                <a:gd name="connsiteY4" fmla="*/ 530716 h 568475"/>
                <a:gd name="connsiteX5" fmla="*/ 418721 w 608697"/>
                <a:gd name="connsiteY5" fmla="*/ 530716 h 568475"/>
                <a:gd name="connsiteX6" fmla="*/ 330483 w 608697"/>
                <a:gd name="connsiteY6" fmla="*/ 564900 h 568475"/>
                <a:gd name="connsiteX7" fmla="*/ 320861 w 608697"/>
                <a:gd name="connsiteY7" fmla="*/ 568475 h 568475"/>
                <a:gd name="connsiteX8" fmla="*/ 320861 w 608697"/>
                <a:gd name="connsiteY8" fmla="*/ 526992 h 568475"/>
                <a:gd name="connsiteX9" fmla="*/ 328096 w 608697"/>
                <a:gd name="connsiteY9" fmla="*/ 513438 h 568475"/>
                <a:gd name="connsiteX10" fmla="*/ 420884 w 608697"/>
                <a:gd name="connsiteY10" fmla="*/ 485137 h 568475"/>
                <a:gd name="connsiteX11" fmla="*/ 19622 w 608697"/>
                <a:gd name="connsiteY11" fmla="*/ 485137 h 568475"/>
                <a:gd name="connsiteX12" fmla="*/ 187860 w 608697"/>
                <a:gd name="connsiteY12" fmla="*/ 485137 h 568475"/>
                <a:gd name="connsiteX13" fmla="*/ 280670 w 608697"/>
                <a:gd name="connsiteY13" fmla="*/ 513438 h 568475"/>
                <a:gd name="connsiteX14" fmla="*/ 287907 w 608697"/>
                <a:gd name="connsiteY14" fmla="*/ 526992 h 568475"/>
                <a:gd name="connsiteX15" fmla="*/ 287907 w 608697"/>
                <a:gd name="connsiteY15" fmla="*/ 568475 h 568475"/>
                <a:gd name="connsiteX16" fmla="*/ 278134 w 608697"/>
                <a:gd name="connsiteY16" fmla="*/ 564826 h 568475"/>
                <a:gd name="connsiteX17" fmla="*/ 187860 w 608697"/>
                <a:gd name="connsiteY17" fmla="*/ 530716 h 568475"/>
                <a:gd name="connsiteX18" fmla="*/ 19622 w 608697"/>
                <a:gd name="connsiteY18" fmla="*/ 530716 h 568475"/>
                <a:gd name="connsiteX19" fmla="*/ 0 w 608697"/>
                <a:gd name="connsiteY19" fmla="*/ 511203 h 568475"/>
                <a:gd name="connsiteX20" fmla="*/ 0 w 608697"/>
                <a:gd name="connsiteY20" fmla="*/ 504650 h 568475"/>
                <a:gd name="connsiteX21" fmla="*/ 19622 w 608697"/>
                <a:gd name="connsiteY21" fmla="*/ 485137 h 568475"/>
                <a:gd name="connsiteX22" fmla="*/ 420884 w 608697"/>
                <a:gd name="connsiteY22" fmla="*/ 29920 h 568475"/>
                <a:gd name="connsiteX23" fmla="*/ 438710 w 608697"/>
                <a:gd name="connsiteY23" fmla="*/ 29920 h 568475"/>
                <a:gd name="connsiteX24" fmla="*/ 438710 w 608697"/>
                <a:gd name="connsiteY24" fmla="*/ 162804 h 568475"/>
                <a:gd name="connsiteX25" fmla="*/ 450421 w 608697"/>
                <a:gd name="connsiteY25" fmla="*/ 193343 h 568475"/>
                <a:gd name="connsiteX26" fmla="*/ 473469 w 608697"/>
                <a:gd name="connsiteY26" fmla="*/ 218817 h 568475"/>
                <a:gd name="connsiteX27" fmla="*/ 500097 w 608697"/>
                <a:gd name="connsiteY27" fmla="*/ 230661 h 568475"/>
                <a:gd name="connsiteX28" fmla="*/ 526799 w 608697"/>
                <a:gd name="connsiteY28" fmla="*/ 218817 h 568475"/>
                <a:gd name="connsiteX29" fmla="*/ 549772 w 608697"/>
                <a:gd name="connsiteY29" fmla="*/ 193343 h 568475"/>
                <a:gd name="connsiteX30" fmla="*/ 561557 w 608697"/>
                <a:gd name="connsiteY30" fmla="*/ 162804 h 568475"/>
                <a:gd name="connsiteX31" fmla="*/ 561557 w 608697"/>
                <a:gd name="connsiteY31" fmla="*/ 29920 h 568475"/>
                <a:gd name="connsiteX32" fmla="*/ 589080 w 608697"/>
                <a:gd name="connsiteY32" fmla="*/ 29920 h 568475"/>
                <a:gd name="connsiteX33" fmla="*/ 608697 w 608697"/>
                <a:gd name="connsiteY33" fmla="*/ 49435 h 568475"/>
                <a:gd name="connsiteX34" fmla="*/ 608697 w 608697"/>
                <a:gd name="connsiteY34" fmla="*/ 440489 h 568475"/>
                <a:gd name="connsiteX35" fmla="*/ 589080 w 608697"/>
                <a:gd name="connsiteY35" fmla="*/ 460004 h 568475"/>
                <a:gd name="connsiteX36" fmla="*/ 420884 w 608697"/>
                <a:gd name="connsiteY36" fmla="*/ 460004 h 568475"/>
                <a:gd name="connsiteX37" fmla="*/ 320861 w 608697"/>
                <a:gd name="connsiteY37" fmla="*/ 497769 h 568475"/>
                <a:gd name="connsiteX38" fmla="*/ 320861 w 608697"/>
                <a:gd name="connsiteY38" fmla="*/ 67610 h 568475"/>
                <a:gd name="connsiteX39" fmla="*/ 420884 w 608697"/>
                <a:gd name="connsiteY39" fmla="*/ 29920 h 568475"/>
                <a:gd name="connsiteX40" fmla="*/ 19622 w 608697"/>
                <a:gd name="connsiteY40" fmla="*/ 29920 h 568475"/>
                <a:gd name="connsiteX41" fmla="*/ 187860 w 608697"/>
                <a:gd name="connsiteY41" fmla="*/ 29920 h 568475"/>
                <a:gd name="connsiteX42" fmla="*/ 287907 w 608697"/>
                <a:gd name="connsiteY42" fmla="*/ 67610 h 568475"/>
                <a:gd name="connsiteX43" fmla="*/ 287907 w 608697"/>
                <a:gd name="connsiteY43" fmla="*/ 497769 h 568475"/>
                <a:gd name="connsiteX44" fmla="*/ 187860 w 608697"/>
                <a:gd name="connsiteY44" fmla="*/ 460004 h 568475"/>
                <a:gd name="connsiteX45" fmla="*/ 19622 w 608697"/>
                <a:gd name="connsiteY45" fmla="*/ 460004 h 568475"/>
                <a:gd name="connsiteX46" fmla="*/ 0 w 608697"/>
                <a:gd name="connsiteY46" fmla="*/ 440489 h 568475"/>
                <a:gd name="connsiteX47" fmla="*/ 0 w 608697"/>
                <a:gd name="connsiteY47" fmla="*/ 49435 h 568475"/>
                <a:gd name="connsiteX48" fmla="*/ 19622 w 608697"/>
                <a:gd name="connsiteY48" fmla="*/ 29920 h 568475"/>
                <a:gd name="connsiteX49" fmla="*/ 484356 w 608697"/>
                <a:gd name="connsiteY49" fmla="*/ 0 h 568475"/>
                <a:gd name="connsiteX50" fmla="*/ 515833 w 608697"/>
                <a:gd name="connsiteY50" fmla="*/ 0 h 568475"/>
                <a:gd name="connsiteX51" fmla="*/ 535450 w 608697"/>
                <a:gd name="connsiteY51" fmla="*/ 19586 h 568475"/>
                <a:gd name="connsiteX52" fmla="*/ 535450 w 608697"/>
                <a:gd name="connsiteY52" fmla="*/ 29937 h 568475"/>
                <a:gd name="connsiteX53" fmla="*/ 535450 w 608697"/>
                <a:gd name="connsiteY53" fmla="*/ 162791 h 568475"/>
                <a:gd name="connsiteX54" fmla="*/ 530378 w 608697"/>
                <a:gd name="connsiteY54" fmla="*/ 175898 h 568475"/>
                <a:gd name="connsiteX55" fmla="*/ 507404 w 608697"/>
                <a:gd name="connsiteY55" fmla="*/ 201367 h 568475"/>
                <a:gd name="connsiteX56" fmla="*/ 500095 w 608697"/>
                <a:gd name="connsiteY56" fmla="*/ 204569 h 568475"/>
                <a:gd name="connsiteX57" fmla="*/ 492860 w 608697"/>
                <a:gd name="connsiteY57" fmla="*/ 201367 h 568475"/>
                <a:gd name="connsiteX58" fmla="*/ 469811 w 608697"/>
                <a:gd name="connsiteY58" fmla="*/ 175898 h 568475"/>
                <a:gd name="connsiteX59" fmla="*/ 464814 w 608697"/>
                <a:gd name="connsiteY59" fmla="*/ 162791 h 568475"/>
                <a:gd name="connsiteX60" fmla="*/ 464814 w 608697"/>
                <a:gd name="connsiteY60" fmla="*/ 29937 h 568475"/>
                <a:gd name="connsiteX61" fmla="*/ 464814 w 608697"/>
                <a:gd name="connsiteY61" fmla="*/ 19586 h 568475"/>
                <a:gd name="connsiteX62" fmla="*/ 484356 w 608697"/>
                <a:gd name="connsiteY62" fmla="*/ 0 h 56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08697" h="568475">
                  <a:moveTo>
                    <a:pt x="420884" y="485137"/>
                  </a:moveTo>
                  <a:lnTo>
                    <a:pt x="589080" y="485137"/>
                  </a:lnTo>
                  <a:cubicBezTo>
                    <a:pt x="599896" y="485137"/>
                    <a:pt x="608697" y="493851"/>
                    <a:pt x="608697" y="504650"/>
                  </a:cubicBezTo>
                  <a:lnTo>
                    <a:pt x="608697" y="511203"/>
                  </a:lnTo>
                  <a:cubicBezTo>
                    <a:pt x="608697" y="522002"/>
                    <a:pt x="599896" y="530716"/>
                    <a:pt x="589080" y="530716"/>
                  </a:cubicBezTo>
                  <a:lnTo>
                    <a:pt x="418721" y="530716"/>
                  </a:lnTo>
                  <a:cubicBezTo>
                    <a:pt x="386051" y="530716"/>
                    <a:pt x="355172" y="543526"/>
                    <a:pt x="330483" y="564900"/>
                  </a:cubicBezTo>
                  <a:cubicBezTo>
                    <a:pt x="327723" y="567283"/>
                    <a:pt x="324292" y="568475"/>
                    <a:pt x="320861" y="568475"/>
                  </a:cubicBezTo>
                  <a:lnTo>
                    <a:pt x="320861" y="526992"/>
                  </a:lnTo>
                  <a:cubicBezTo>
                    <a:pt x="320861" y="521556"/>
                    <a:pt x="323621" y="516491"/>
                    <a:pt x="328096" y="513438"/>
                  </a:cubicBezTo>
                  <a:cubicBezTo>
                    <a:pt x="355395" y="495042"/>
                    <a:pt x="387617" y="485137"/>
                    <a:pt x="420884" y="485137"/>
                  </a:cubicBezTo>
                  <a:close/>
                  <a:moveTo>
                    <a:pt x="19622" y="485137"/>
                  </a:moveTo>
                  <a:lnTo>
                    <a:pt x="187860" y="485137"/>
                  </a:lnTo>
                  <a:cubicBezTo>
                    <a:pt x="221134" y="485137"/>
                    <a:pt x="253364" y="495042"/>
                    <a:pt x="280670" y="513438"/>
                  </a:cubicBezTo>
                  <a:cubicBezTo>
                    <a:pt x="285147" y="516491"/>
                    <a:pt x="287907" y="521556"/>
                    <a:pt x="287907" y="526992"/>
                  </a:cubicBezTo>
                  <a:lnTo>
                    <a:pt x="287907" y="568475"/>
                  </a:lnTo>
                  <a:cubicBezTo>
                    <a:pt x="284400" y="568475"/>
                    <a:pt x="280969" y="567283"/>
                    <a:pt x="278134" y="564826"/>
                  </a:cubicBezTo>
                  <a:cubicBezTo>
                    <a:pt x="253215" y="542856"/>
                    <a:pt x="221134" y="530716"/>
                    <a:pt x="187860" y="530716"/>
                  </a:cubicBezTo>
                  <a:lnTo>
                    <a:pt x="19622" y="530716"/>
                  </a:lnTo>
                  <a:cubicBezTo>
                    <a:pt x="8804" y="530716"/>
                    <a:pt x="0" y="522002"/>
                    <a:pt x="0" y="511203"/>
                  </a:cubicBezTo>
                  <a:lnTo>
                    <a:pt x="0" y="504650"/>
                  </a:lnTo>
                  <a:cubicBezTo>
                    <a:pt x="0" y="493851"/>
                    <a:pt x="8804" y="485137"/>
                    <a:pt x="19622" y="485137"/>
                  </a:cubicBezTo>
                  <a:close/>
                  <a:moveTo>
                    <a:pt x="420884" y="29920"/>
                  </a:moveTo>
                  <a:lnTo>
                    <a:pt x="438710" y="29920"/>
                  </a:lnTo>
                  <a:lnTo>
                    <a:pt x="438710" y="162804"/>
                  </a:lnTo>
                  <a:cubicBezTo>
                    <a:pt x="438710" y="174126"/>
                    <a:pt x="442887" y="184926"/>
                    <a:pt x="450421" y="193343"/>
                  </a:cubicBezTo>
                  <a:lnTo>
                    <a:pt x="473469" y="218817"/>
                  </a:lnTo>
                  <a:cubicBezTo>
                    <a:pt x="480256" y="226341"/>
                    <a:pt x="489953" y="230661"/>
                    <a:pt x="500097" y="230661"/>
                  </a:cubicBezTo>
                  <a:cubicBezTo>
                    <a:pt x="510241" y="230661"/>
                    <a:pt x="520012" y="226341"/>
                    <a:pt x="526799" y="218817"/>
                  </a:cubicBezTo>
                  <a:lnTo>
                    <a:pt x="549772" y="193343"/>
                  </a:lnTo>
                  <a:cubicBezTo>
                    <a:pt x="557380" y="184926"/>
                    <a:pt x="561557" y="174126"/>
                    <a:pt x="561557" y="162804"/>
                  </a:cubicBezTo>
                  <a:lnTo>
                    <a:pt x="561557" y="29920"/>
                  </a:lnTo>
                  <a:lnTo>
                    <a:pt x="589080" y="29920"/>
                  </a:lnTo>
                  <a:cubicBezTo>
                    <a:pt x="599896" y="29920"/>
                    <a:pt x="608697" y="38635"/>
                    <a:pt x="608697" y="49435"/>
                  </a:cubicBezTo>
                  <a:lnTo>
                    <a:pt x="608697" y="440489"/>
                  </a:lnTo>
                  <a:cubicBezTo>
                    <a:pt x="608697" y="451289"/>
                    <a:pt x="599896" y="460004"/>
                    <a:pt x="589080" y="460004"/>
                  </a:cubicBezTo>
                  <a:lnTo>
                    <a:pt x="420884" y="460004"/>
                  </a:lnTo>
                  <a:cubicBezTo>
                    <a:pt x="384037" y="460004"/>
                    <a:pt x="348533" y="473412"/>
                    <a:pt x="320861" y="497769"/>
                  </a:cubicBezTo>
                  <a:lnTo>
                    <a:pt x="320861" y="67610"/>
                  </a:lnTo>
                  <a:cubicBezTo>
                    <a:pt x="348533" y="43327"/>
                    <a:pt x="384037" y="29920"/>
                    <a:pt x="420884" y="29920"/>
                  </a:cubicBezTo>
                  <a:close/>
                  <a:moveTo>
                    <a:pt x="19622" y="29920"/>
                  </a:moveTo>
                  <a:lnTo>
                    <a:pt x="187860" y="29920"/>
                  </a:lnTo>
                  <a:cubicBezTo>
                    <a:pt x="224715" y="29920"/>
                    <a:pt x="260228" y="43327"/>
                    <a:pt x="287907" y="67610"/>
                  </a:cubicBezTo>
                  <a:lnTo>
                    <a:pt x="287907" y="497769"/>
                  </a:lnTo>
                  <a:cubicBezTo>
                    <a:pt x="260228" y="473412"/>
                    <a:pt x="224715" y="460004"/>
                    <a:pt x="187860" y="460004"/>
                  </a:cubicBezTo>
                  <a:lnTo>
                    <a:pt x="19622" y="460004"/>
                  </a:lnTo>
                  <a:cubicBezTo>
                    <a:pt x="8804" y="460004"/>
                    <a:pt x="0" y="451289"/>
                    <a:pt x="0" y="440489"/>
                  </a:cubicBezTo>
                  <a:lnTo>
                    <a:pt x="0" y="49435"/>
                  </a:lnTo>
                  <a:cubicBezTo>
                    <a:pt x="0" y="38635"/>
                    <a:pt x="8804" y="29920"/>
                    <a:pt x="19622" y="29920"/>
                  </a:cubicBezTo>
                  <a:close/>
                  <a:moveTo>
                    <a:pt x="484356" y="0"/>
                  </a:moveTo>
                  <a:lnTo>
                    <a:pt x="515833" y="0"/>
                  </a:lnTo>
                  <a:cubicBezTo>
                    <a:pt x="526648" y="0"/>
                    <a:pt x="535450" y="8787"/>
                    <a:pt x="535450" y="19586"/>
                  </a:cubicBezTo>
                  <a:lnTo>
                    <a:pt x="535450" y="29937"/>
                  </a:lnTo>
                  <a:lnTo>
                    <a:pt x="535450" y="162791"/>
                  </a:lnTo>
                  <a:cubicBezTo>
                    <a:pt x="535450" y="167632"/>
                    <a:pt x="533660" y="172249"/>
                    <a:pt x="530378" y="175898"/>
                  </a:cubicBezTo>
                  <a:lnTo>
                    <a:pt x="507404" y="201367"/>
                  </a:lnTo>
                  <a:cubicBezTo>
                    <a:pt x="505465" y="203526"/>
                    <a:pt x="502780" y="204569"/>
                    <a:pt x="500095" y="204569"/>
                  </a:cubicBezTo>
                  <a:cubicBezTo>
                    <a:pt x="497409" y="204569"/>
                    <a:pt x="494799" y="203526"/>
                    <a:pt x="492860" y="201367"/>
                  </a:cubicBezTo>
                  <a:lnTo>
                    <a:pt x="469811" y="175898"/>
                  </a:lnTo>
                  <a:cubicBezTo>
                    <a:pt x="466604" y="172249"/>
                    <a:pt x="464814" y="167632"/>
                    <a:pt x="464814" y="162791"/>
                  </a:cubicBezTo>
                  <a:lnTo>
                    <a:pt x="464814" y="29937"/>
                  </a:lnTo>
                  <a:lnTo>
                    <a:pt x="464814" y="19586"/>
                  </a:lnTo>
                  <a:cubicBezTo>
                    <a:pt x="464814" y="8787"/>
                    <a:pt x="473541" y="0"/>
                    <a:pt x="484356" y="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圆形">
              <a:extLst>
                <a:ext uri="{FF2B5EF4-FFF2-40B4-BE49-F238E27FC236}">
                  <a16:creationId xmlns:a16="http://schemas.microsoft.com/office/drawing/2014/main" id="{63933094-147B-463E-82B1-EC4316FAD416}"/>
                </a:ext>
              </a:extLst>
            </p:cNvPr>
            <p:cNvSpPr/>
            <p:nvPr/>
          </p:nvSpPr>
          <p:spPr bwMode="auto">
            <a:xfrm>
              <a:off x="2794706" y="2978709"/>
              <a:ext cx="1064024" cy="1073062"/>
            </a:xfrm>
            <a:prstGeom prst="ellipse">
              <a:avLst/>
            </a:prstGeom>
            <a:solidFill>
              <a:srgbClr val="E2087A"/>
            </a:solidFill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defTabSz="914377">
                <a:spcBef>
                  <a:spcPct val="0"/>
                </a:spcBef>
              </a:pPr>
              <a:endParaRPr lang="en-US" sz="20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图标">
              <a:extLst>
                <a:ext uri="{FF2B5EF4-FFF2-40B4-BE49-F238E27FC236}">
                  <a16:creationId xmlns:a16="http://schemas.microsoft.com/office/drawing/2014/main" id="{7022C865-AE13-4D74-B1B1-619F4B40EEF5}"/>
                </a:ext>
              </a:extLst>
            </p:cNvPr>
            <p:cNvSpPr/>
            <p:nvPr/>
          </p:nvSpPr>
          <p:spPr bwMode="auto">
            <a:xfrm>
              <a:off x="3126388" y="3315214"/>
              <a:ext cx="400660" cy="400052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8649" h="594741">
                  <a:moveTo>
                    <a:pt x="411175" y="315251"/>
                  </a:moveTo>
                  <a:cubicBezTo>
                    <a:pt x="392328" y="315251"/>
                    <a:pt x="373301" y="322420"/>
                    <a:pt x="358940" y="336757"/>
                  </a:cubicBezTo>
                  <a:cubicBezTo>
                    <a:pt x="330220" y="365432"/>
                    <a:pt x="330220" y="411311"/>
                    <a:pt x="358940" y="439986"/>
                  </a:cubicBezTo>
                  <a:cubicBezTo>
                    <a:pt x="387661" y="468660"/>
                    <a:pt x="435049" y="468660"/>
                    <a:pt x="462333" y="439986"/>
                  </a:cubicBezTo>
                  <a:cubicBezTo>
                    <a:pt x="491053" y="411311"/>
                    <a:pt x="491053" y="365432"/>
                    <a:pt x="462333" y="336757"/>
                  </a:cubicBezTo>
                  <a:cubicBezTo>
                    <a:pt x="448691" y="322420"/>
                    <a:pt x="430023" y="315251"/>
                    <a:pt x="411175" y="315251"/>
                  </a:cubicBezTo>
                  <a:close/>
                  <a:moveTo>
                    <a:pt x="410816" y="276182"/>
                  </a:moveTo>
                  <a:cubicBezTo>
                    <a:pt x="439716" y="276182"/>
                    <a:pt x="468795" y="287293"/>
                    <a:pt x="491053" y="309516"/>
                  </a:cubicBezTo>
                  <a:cubicBezTo>
                    <a:pt x="525517" y="342492"/>
                    <a:pt x="532697" y="394106"/>
                    <a:pt x="514029" y="435685"/>
                  </a:cubicBezTo>
                  <a:lnTo>
                    <a:pt x="578649" y="500203"/>
                  </a:lnTo>
                  <a:lnTo>
                    <a:pt x="522645" y="556118"/>
                  </a:lnTo>
                  <a:lnTo>
                    <a:pt x="458025" y="491600"/>
                  </a:lnTo>
                  <a:cubicBezTo>
                    <a:pt x="416381" y="510239"/>
                    <a:pt x="366121" y="503070"/>
                    <a:pt x="331656" y="468660"/>
                  </a:cubicBezTo>
                  <a:cubicBezTo>
                    <a:pt x="287140" y="424215"/>
                    <a:pt x="287140" y="352528"/>
                    <a:pt x="331656" y="309516"/>
                  </a:cubicBezTo>
                  <a:cubicBezTo>
                    <a:pt x="353197" y="287293"/>
                    <a:pt x="381917" y="276182"/>
                    <a:pt x="410816" y="276182"/>
                  </a:cubicBezTo>
                  <a:close/>
                  <a:moveTo>
                    <a:pt x="134949" y="20001"/>
                  </a:moveTo>
                  <a:lnTo>
                    <a:pt x="134949" y="144835"/>
                  </a:lnTo>
                  <a:lnTo>
                    <a:pt x="17242" y="144835"/>
                  </a:lnTo>
                  <a:close/>
                  <a:moveTo>
                    <a:pt x="172278" y="0"/>
                  </a:moveTo>
                  <a:lnTo>
                    <a:pt x="480943" y="0"/>
                  </a:lnTo>
                  <a:lnTo>
                    <a:pt x="480943" y="276591"/>
                  </a:lnTo>
                  <a:cubicBezTo>
                    <a:pt x="460844" y="263693"/>
                    <a:pt x="436438" y="256527"/>
                    <a:pt x="410596" y="256527"/>
                  </a:cubicBezTo>
                  <a:cubicBezTo>
                    <a:pt x="381883" y="256527"/>
                    <a:pt x="354606" y="265126"/>
                    <a:pt x="331636" y="282323"/>
                  </a:cubicBezTo>
                  <a:lnTo>
                    <a:pt x="81832" y="282323"/>
                  </a:lnTo>
                  <a:lnTo>
                    <a:pt x="81832" y="322450"/>
                  </a:lnTo>
                  <a:lnTo>
                    <a:pt x="295744" y="322450"/>
                  </a:lnTo>
                  <a:cubicBezTo>
                    <a:pt x="288566" y="335348"/>
                    <a:pt x="282823" y="351112"/>
                    <a:pt x="279952" y="366877"/>
                  </a:cubicBezTo>
                  <a:lnTo>
                    <a:pt x="81832" y="366877"/>
                  </a:lnTo>
                  <a:lnTo>
                    <a:pt x="81832" y="407004"/>
                  </a:lnTo>
                  <a:lnTo>
                    <a:pt x="279952" y="407004"/>
                  </a:lnTo>
                  <a:cubicBezTo>
                    <a:pt x="281388" y="422768"/>
                    <a:pt x="287130" y="438532"/>
                    <a:pt x="294309" y="451430"/>
                  </a:cubicBezTo>
                  <a:lnTo>
                    <a:pt x="81832" y="451430"/>
                  </a:lnTo>
                  <a:lnTo>
                    <a:pt x="81832" y="491557"/>
                  </a:lnTo>
                  <a:lnTo>
                    <a:pt x="327329" y="491557"/>
                  </a:lnTo>
                  <a:cubicBezTo>
                    <a:pt x="350299" y="511621"/>
                    <a:pt x="380448" y="521653"/>
                    <a:pt x="410596" y="521653"/>
                  </a:cubicBezTo>
                  <a:cubicBezTo>
                    <a:pt x="424953" y="521653"/>
                    <a:pt x="439309" y="518786"/>
                    <a:pt x="453666" y="514487"/>
                  </a:cubicBezTo>
                  <a:lnTo>
                    <a:pt x="480943" y="543149"/>
                  </a:lnTo>
                  <a:lnTo>
                    <a:pt x="480943" y="594741"/>
                  </a:lnTo>
                  <a:lnTo>
                    <a:pt x="0" y="594741"/>
                  </a:lnTo>
                  <a:lnTo>
                    <a:pt x="0" y="180572"/>
                  </a:lnTo>
                  <a:lnTo>
                    <a:pt x="172278" y="180572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图标">
              <a:extLst>
                <a:ext uri="{FF2B5EF4-FFF2-40B4-BE49-F238E27FC236}">
                  <a16:creationId xmlns:a16="http://schemas.microsoft.com/office/drawing/2014/main" id="{54F83042-5661-4771-908B-DCBD14998D3E}"/>
                </a:ext>
              </a:extLst>
            </p:cNvPr>
            <p:cNvSpPr/>
            <p:nvPr/>
          </p:nvSpPr>
          <p:spPr bwMode="auto">
            <a:xfrm>
              <a:off x="5557557" y="3053260"/>
              <a:ext cx="1068542" cy="1070803"/>
            </a:xfrm>
            <a:prstGeom prst="ellipse">
              <a:avLst/>
            </a:prstGeom>
            <a:solidFill>
              <a:srgbClr val="E2087A"/>
            </a:solidFill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defTabSz="914377">
                <a:spcBef>
                  <a:spcPct val="0"/>
                </a:spcBef>
              </a:pPr>
              <a:endParaRPr lang="en-US" sz="20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" name="图标">
              <a:extLst>
                <a:ext uri="{FF2B5EF4-FFF2-40B4-BE49-F238E27FC236}">
                  <a16:creationId xmlns:a16="http://schemas.microsoft.com/office/drawing/2014/main" id="{84E4BA06-A91B-4750-AC98-7410F7ABB532}"/>
                </a:ext>
              </a:extLst>
            </p:cNvPr>
            <p:cNvSpPr/>
            <p:nvPr/>
          </p:nvSpPr>
          <p:spPr>
            <a:xfrm>
              <a:off x="5874552" y="3360105"/>
              <a:ext cx="434552" cy="376331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spcFirstLastPara="0" vert="horz" wrap="square" lIns="91440" tIns="45720" rIns="91440" bIns="45720" numCol="1" spcCol="1270" anchor="ctr" anchorCtr="0">
              <a:normAutofit lnSpcReduction="100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77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图标">
              <a:extLst>
                <a:ext uri="{FF2B5EF4-FFF2-40B4-BE49-F238E27FC236}">
                  <a16:creationId xmlns:a16="http://schemas.microsoft.com/office/drawing/2014/main" id="{C2EFE3E4-2130-4661-82D9-94EBD35E9C02}"/>
                </a:ext>
              </a:extLst>
            </p:cNvPr>
            <p:cNvSpPr/>
            <p:nvPr/>
          </p:nvSpPr>
          <p:spPr>
            <a:xfrm>
              <a:off x="4499076" y="3925236"/>
              <a:ext cx="438464" cy="395392"/>
            </a:xfrm>
            <a:custGeom>
              <a:avLst/>
              <a:gdLst>
                <a:gd name="connsiteX0" fmla="*/ 521432 w 608344"/>
                <a:gd name="connsiteY0" fmla="*/ 370453 h 548582"/>
                <a:gd name="connsiteX1" fmla="*/ 465737 w 608344"/>
                <a:gd name="connsiteY1" fmla="*/ 425787 h 548582"/>
                <a:gd name="connsiteX2" fmla="*/ 442491 w 608344"/>
                <a:gd name="connsiteY2" fmla="*/ 402479 h 548582"/>
                <a:gd name="connsiteX3" fmla="*/ 418201 w 608344"/>
                <a:gd name="connsiteY3" fmla="*/ 426545 h 548582"/>
                <a:gd name="connsiteX4" fmla="*/ 441447 w 608344"/>
                <a:gd name="connsiteY4" fmla="*/ 449948 h 548582"/>
                <a:gd name="connsiteX5" fmla="*/ 465642 w 608344"/>
                <a:gd name="connsiteY5" fmla="*/ 474204 h 548582"/>
                <a:gd name="connsiteX6" fmla="*/ 489932 w 608344"/>
                <a:gd name="connsiteY6" fmla="*/ 450043 h 548582"/>
                <a:gd name="connsiteX7" fmla="*/ 545532 w 608344"/>
                <a:gd name="connsiteY7" fmla="*/ 394709 h 548582"/>
                <a:gd name="connsiteX8" fmla="*/ 481962 w 608344"/>
                <a:gd name="connsiteY8" fmla="*/ 296170 h 548582"/>
                <a:gd name="connsiteX9" fmla="*/ 608344 w 608344"/>
                <a:gd name="connsiteY9" fmla="*/ 422376 h 548582"/>
                <a:gd name="connsiteX10" fmla="*/ 481962 w 608344"/>
                <a:gd name="connsiteY10" fmla="*/ 548582 h 548582"/>
                <a:gd name="connsiteX11" fmla="*/ 355579 w 608344"/>
                <a:gd name="connsiteY11" fmla="*/ 422376 h 548582"/>
                <a:gd name="connsiteX12" fmla="*/ 481962 w 608344"/>
                <a:gd name="connsiteY12" fmla="*/ 296170 h 548582"/>
                <a:gd name="connsiteX13" fmla="*/ 255835 w 608344"/>
                <a:gd name="connsiteY13" fmla="*/ 446 h 548582"/>
                <a:gd name="connsiteX14" fmla="*/ 317801 w 608344"/>
                <a:gd name="connsiteY14" fmla="*/ 13616 h 548582"/>
                <a:gd name="connsiteX15" fmla="*/ 348072 w 608344"/>
                <a:gd name="connsiteY15" fmla="*/ 41661 h 548582"/>
                <a:gd name="connsiteX16" fmla="*/ 381190 w 608344"/>
                <a:gd name="connsiteY16" fmla="*/ 146831 h 548582"/>
                <a:gd name="connsiteX17" fmla="*/ 378913 w 608344"/>
                <a:gd name="connsiteY17" fmla="*/ 156211 h 548582"/>
                <a:gd name="connsiteX18" fmla="*/ 387833 w 608344"/>
                <a:gd name="connsiteY18" fmla="*/ 200458 h 548582"/>
                <a:gd name="connsiteX19" fmla="*/ 366387 w 608344"/>
                <a:gd name="connsiteY19" fmla="*/ 237694 h 548582"/>
                <a:gd name="connsiteX20" fmla="*/ 351393 w 608344"/>
                <a:gd name="connsiteY20" fmla="*/ 278720 h 548582"/>
                <a:gd name="connsiteX21" fmla="*/ 351393 w 608344"/>
                <a:gd name="connsiteY21" fmla="*/ 322873 h 548582"/>
                <a:gd name="connsiteX22" fmla="*/ 317611 w 608344"/>
                <a:gd name="connsiteY22" fmla="*/ 422358 h 548582"/>
                <a:gd name="connsiteX23" fmla="*/ 376635 w 608344"/>
                <a:gd name="connsiteY23" fmla="*/ 548088 h 548582"/>
                <a:gd name="connsiteX24" fmla="*/ 26855 w 608344"/>
                <a:gd name="connsiteY24" fmla="*/ 548088 h 548582"/>
                <a:gd name="connsiteX25" fmla="*/ 0 w 608344"/>
                <a:gd name="connsiteY25" fmla="*/ 521274 h 548582"/>
                <a:gd name="connsiteX26" fmla="*/ 0 w 608344"/>
                <a:gd name="connsiteY26" fmla="*/ 473806 h 548582"/>
                <a:gd name="connsiteX27" fmla="*/ 19453 w 608344"/>
                <a:gd name="connsiteY27" fmla="*/ 432969 h 548582"/>
                <a:gd name="connsiteX28" fmla="*/ 173751 w 608344"/>
                <a:gd name="connsiteY28" fmla="*/ 334242 h 548582"/>
                <a:gd name="connsiteX29" fmla="*/ 176408 w 608344"/>
                <a:gd name="connsiteY29" fmla="*/ 329884 h 548582"/>
                <a:gd name="connsiteX30" fmla="*/ 176408 w 608344"/>
                <a:gd name="connsiteY30" fmla="*/ 278720 h 548582"/>
                <a:gd name="connsiteX31" fmla="*/ 161320 w 608344"/>
                <a:gd name="connsiteY31" fmla="*/ 237694 h 548582"/>
                <a:gd name="connsiteX32" fmla="*/ 139969 w 608344"/>
                <a:gd name="connsiteY32" fmla="*/ 200458 h 548582"/>
                <a:gd name="connsiteX33" fmla="*/ 148320 w 608344"/>
                <a:gd name="connsiteY33" fmla="*/ 156211 h 548582"/>
                <a:gd name="connsiteX34" fmla="*/ 146042 w 608344"/>
                <a:gd name="connsiteY34" fmla="*/ 146736 h 548582"/>
                <a:gd name="connsiteX35" fmla="*/ 145758 w 608344"/>
                <a:gd name="connsiteY35" fmla="*/ 95099 h 548582"/>
                <a:gd name="connsiteX36" fmla="*/ 176029 w 608344"/>
                <a:gd name="connsiteY36" fmla="*/ 42135 h 548582"/>
                <a:gd name="connsiteX37" fmla="*/ 203928 w 608344"/>
                <a:gd name="connsiteY37" fmla="*/ 19017 h 548582"/>
                <a:gd name="connsiteX38" fmla="*/ 231162 w 608344"/>
                <a:gd name="connsiteY38" fmla="*/ 5089 h 548582"/>
                <a:gd name="connsiteX39" fmla="*/ 255835 w 608344"/>
                <a:gd name="connsiteY39" fmla="*/ 446 h 54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608344" h="548582">
                  <a:moveTo>
                    <a:pt x="521432" y="370453"/>
                  </a:moveTo>
                  <a:lnTo>
                    <a:pt x="465737" y="425787"/>
                  </a:lnTo>
                  <a:lnTo>
                    <a:pt x="442491" y="402479"/>
                  </a:lnTo>
                  <a:lnTo>
                    <a:pt x="418201" y="426545"/>
                  </a:lnTo>
                  <a:lnTo>
                    <a:pt x="441447" y="449948"/>
                  </a:lnTo>
                  <a:lnTo>
                    <a:pt x="465642" y="474204"/>
                  </a:lnTo>
                  <a:lnTo>
                    <a:pt x="489932" y="450043"/>
                  </a:lnTo>
                  <a:lnTo>
                    <a:pt x="545532" y="394709"/>
                  </a:lnTo>
                  <a:close/>
                  <a:moveTo>
                    <a:pt x="481962" y="296170"/>
                  </a:moveTo>
                  <a:cubicBezTo>
                    <a:pt x="551795" y="296170"/>
                    <a:pt x="608344" y="352641"/>
                    <a:pt x="608344" y="422376"/>
                  </a:cubicBezTo>
                  <a:cubicBezTo>
                    <a:pt x="608344" y="492111"/>
                    <a:pt x="551795" y="548582"/>
                    <a:pt x="481962" y="548582"/>
                  </a:cubicBezTo>
                  <a:cubicBezTo>
                    <a:pt x="412129" y="548582"/>
                    <a:pt x="355579" y="492111"/>
                    <a:pt x="355579" y="422376"/>
                  </a:cubicBezTo>
                  <a:cubicBezTo>
                    <a:pt x="355579" y="352641"/>
                    <a:pt x="412129" y="296170"/>
                    <a:pt x="481962" y="296170"/>
                  </a:cubicBezTo>
                  <a:close/>
                  <a:moveTo>
                    <a:pt x="255835" y="446"/>
                  </a:moveTo>
                  <a:cubicBezTo>
                    <a:pt x="282785" y="-1828"/>
                    <a:pt x="303187" y="4899"/>
                    <a:pt x="317801" y="13616"/>
                  </a:cubicBezTo>
                  <a:cubicBezTo>
                    <a:pt x="339721" y="25744"/>
                    <a:pt x="348072" y="41661"/>
                    <a:pt x="348072" y="41661"/>
                  </a:cubicBezTo>
                  <a:cubicBezTo>
                    <a:pt x="348072" y="41661"/>
                    <a:pt x="398176" y="45167"/>
                    <a:pt x="381190" y="146831"/>
                  </a:cubicBezTo>
                  <a:cubicBezTo>
                    <a:pt x="380621" y="149863"/>
                    <a:pt x="379862" y="153085"/>
                    <a:pt x="378913" y="156211"/>
                  </a:cubicBezTo>
                  <a:cubicBezTo>
                    <a:pt x="388592" y="156211"/>
                    <a:pt x="398271" y="163507"/>
                    <a:pt x="387833" y="200458"/>
                  </a:cubicBezTo>
                  <a:cubicBezTo>
                    <a:pt x="379672" y="229262"/>
                    <a:pt x="372080" y="237221"/>
                    <a:pt x="366387" y="237694"/>
                  </a:cubicBezTo>
                  <a:cubicBezTo>
                    <a:pt x="364394" y="250675"/>
                    <a:pt x="359175" y="265076"/>
                    <a:pt x="351393" y="278720"/>
                  </a:cubicBezTo>
                  <a:lnTo>
                    <a:pt x="351393" y="322873"/>
                  </a:lnTo>
                  <a:cubicBezTo>
                    <a:pt x="330232" y="350539"/>
                    <a:pt x="317611" y="385027"/>
                    <a:pt x="317611" y="422358"/>
                  </a:cubicBezTo>
                  <a:cubicBezTo>
                    <a:pt x="317611" y="472764"/>
                    <a:pt x="340480" y="518053"/>
                    <a:pt x="376635" y="548088"/>
                  </a:cubicBezTo>
                  <a:lnTo>
                    <a:pt x="26855" y="548088"/>
                  </a:lnTo>
                  <a:cubicBezTo>
                    <a:pt x="12052" y="548088"/>
                    <a:pt x="0" y="536055"/>
                    <a:pt x="0" y="521274"/>
                  </a:cubicBezTo>
                  <a:lnTo>
                    <a:pt x="0" y="473806"/>
                  </a:lnTo>
                  <a:cubicBezTo>
                    <a:pt x="0" y="457983"/>
                    <a:pt x="7212" y="443013"/>
                    <a:pt x="19453" y="432969"/>
                  </a:cubicBezTo>
                  <a:cubicBezTo>
                    <a:pt x="86638" y="377921"/>
                    <a:pt x="159043" y="341443"/>
                    <a:pt x="173751" y="334242"/>
                  </a:cubicBezTo>
                  <a:cubicBezTo>
                    <a:pt x="175365" y="333484"/>
                    <a:pt x="176408" y="331779"/>
                    <a:pt x="176408" y="329884"/>
                  </a:cubicBezTo>
                  <a:lnTo>
                    <a:pt x="176408" y="278720"/>
                  </a:lnTo>
                  <a:cubicBezTo>
                    <a:pt x="168437" y="265076"/>
                    <a:pt x="163313" y="250675"/>
                    <a:pt x="161320" y="237694"/>
                  </a:cubicBezTo>
                  <a:cubicBezTo>
                    <a:pt x="155627" y="237221"/>
                    <a:pt x="148035" y="229072"/>
                    <a:pt x="139969" y="200458"/>
                  </a:cubicBezTo>
                  <a:cubicBezTo>
                    <a:pt x="129531" y="164170"/>
                    <a:pt x="138925" y="156496"/>
                    <a:pt x="148320" y="156211"/>
                  </a:cubicBezTo>
                  <a:cubicBezTo>
                    <a:pt x="147371" y="153085"/>
                    <a:pt x="146612" y="149863"/>
                    <a:pt x="146042" y="146736"/>
                  </a:cubicBezTo>
                  <a:cubicBezTo>
                    <a:pt x="142436" y="128450"/>
                    <a:pt x="141487" y="111396"/>
                    <a:pt x="145758" y="95099"/>
                  </a:cubicBezTo>
                  <a:cubicBezTo>
                    <a:pt x="150787" y="73212"/>
                    <a:pt x="162744" y="55684"/>
                    <a:pt x="176029" y="42135"/>
                  </a:cubicBezTo>
                  <a:cubicBezTo>
                    <a:pt x="184379" y="33134"/>
                    <a:pt x="193869" y="25459"/>
                    <a:pt x="203928" y="19017"/>
                  </a:cubicBezTo>
                  <a:cubicBezTo>
                    <a:pt x="212183" y="13332"/>
                    <a:pt x="221293" y="8405"/>
                    <a:pt x="231162" y="5089"/>
                  </a:cubicBezTo>
                  <a:cubicBezTo>
                    <a:pt x="238849" y="2625"/>
                    <a:pt x="247105" y="825"/>
                    <a:pt x="255835" y="446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spcFirstLastPara="0" vert="horz" wrap="square" lIns="91440" tIns="45720" rIns="91440" bIns="45720" numCol="1" spcCol="127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77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图标">
              <a:extLst>
                <a:ext uri="{FF2B5EF4-FFF2-40B4-BE49-F238E27FC236}">
                  <a16:creationId xmlns:a16="http://schemas.microsoft.com/office/drawing/2014/main" id="{F6BA11D1-8327-43FA-B94F-D8DADA9715FE}"/>
                </a:ext>
              </a:extLst>
            </p:cNvPr>
            <p:cNvSpPr/>
            <p:nvPr/>
          </p:nvSpPr>
          <p:spPr>
            <a:xfrm>
              <a:off x="7292429" y="4014822"/>
              <a:ext cx="436196" cy="394686"/>
            </a:xfrm>
            <a:custGeom>
              <a:avLst/>
              <a:gdLst>
                <a:gd name="connsiteX0" fmla="*/ 407586 w 606580"/>
                <a:gd name="connsiteY0" fmla="*/ 252695 h 548858"/>
                <a:gd name="connsiteX1" fmla="*/ 502285 w 606580"/>
                <a:gd name="connsiteY1" fmla="*/ 252695 h 548858"/>
                <a:gd name="connsiteX2" fmla="*/ 502285 w 606580"/>
                <a:gd name="connsiteY2" fmla="*/ 346759 h 548858"/>
                <a:gd name="connsiteX3" fmla="*/ 407586 w 606580"/>
                <a:gd name="connsiteY3" fmla="*/ 346759 h 548858"/>
                <a:gd name="connsiteX4" fmla="*/ 104296 w 606580"/>
                <a:gd name="connsiteY4" fmla="*/ 205698 h 548858"/>
                <a:gd name="connsiteX5" fmla="*/ 199065 w 606580"/>
                <a:gd name="connsiteY5" fmla="*/ 205698 h 548858"/>
                <a:gd name="connsiteX6" fmla="*/ 199065 w 606580"/>
                <a:gd name="connsiteY6" fmla="*/ 346758 h 548858"/>
                <a:gd name="connsiteX7" fmla="*/ 104296 w 606580"/>
                <a:gd name="connsiteY7" fmla="*/ 346758 h 548858"/>
                <a:gd name="connsiteX8" fmla="*/ 255870 w 606580"/>
                <a:gd name="connsiteY8" fmla="*/ 96040 h 548858"/>
                <a:gd name="connsiteX9" fmla="*/ 350710 w 606580"/>
                <a:gd name="connsiteY9" fmla="*/ 96040 h 548858"/>
                <a:gd name="connsiteX10" fmla="*/ 350710 w 606580"/>
                <a:gd name="connsiteY10" fmla="*/ 346759 h 548858"/>
                <a:gd name="connsiteX11" fmla="*/ 255870 w 606580"/>
                <a:gd name="connsiteY11" fmla="*/ 346759 h 548858"/>
                <a:gd name="connsiteX12" fmla="*/ 37882 w 606580"/>
                <a:gd name="connsiteY12" fmla="*/ 37913 h 548858"/>
                <a:gd name="connsiteX13" fmla="*/ 37882 w 606580"/>
                <a:gd name="connsiteY13" fmla="*/ 405363 h 548858"/>
                <a:gd name="connsiteX14" fmla="*/ 568698 w 606580"/>
                <a:gd name="connsiteY14" fmla="*/ 405363 h 548858"/>
                <a:gd name="connsiteX15" fmla="*/ 568698 w 606580"/>
                <a:gd name="connsiteY15" fmla="*/ 37913 h 548858"/>
                <a:gd name="connsiteX16" fmla="*/ 18941 w 606580"/>
                <a:gd name="connsiteY16" fmla="*/ 0 h 548858"/>
                <a:gd name="connsiteX17" fmla="*/ 587639 w 606580"/>
                <a:gd name="connsiteY17" fmla="*/ 0 h 548858"/>
                <a:gd name="connsiteX18" fmla="*/ 606580 w 606580"/>
                <a:gd name="connsiteY18" fmla="*/ 18910 h 548858"/>
                <a:gd name="connsiteX19" fmla="*/ 606580 w 606580"/>
                <a:gd name="connsiteY19" fmla="*/ 424274 h 548858"/>
                <a:gd name="connsiteX20" fmla="*/ 587639 w 606580"/>
                <a:gd name="connsiteY20" fmla="*/ 443184 h 548858"/>
                <a:gd name="connsiteX21" fmla="*/ 322278 w 606580"/>
                <a:gd name="connsiteY21" fmla="*/ 443184 h 548858"/>
                <a:gd name="connsiteX22" fmla="*/ 322278 w 606580"/>
                <a:gd name="connsiteY22" fmla="*/ 511038 h 548858"/>
                <a:gd name="connsiteX23" fmla="*/ 450223 w 606580"/>
                <a:gd name="connsiteY23" fmla="*/ 511038 h 548858"/>
                <a:gd name="connsiteX24" fmla="*/ 450223 w 606580"/>
                <a:gd name="connsiteY24" fmla="*/ 548858 h 548858"/>
                <a:gd name="connsiteX25" fmla="*/ 156357 w 606580"/>
                <a:gd name="connsiteY25" fmla="*/ 548858 h 548858"/>
                <a:gd name="connsiteX26" fmla="*/ 156357 w 606580"/>
                <a:gd name="connsiteY26" fmla="*/ 511038 h 548858"/>
                <a:gd name="connsiteX27" fmla="*/ 284302 w 606580"/>
                <a:gd name="connsiteY27" fmla="*/ 511038 h 548858"/>
                <a:gd name="connsiteX28" fmla="*/ 284302 w 606580"/>
                <a:gd name="connsiteY28" fmla="*/ 443184 h 548858"/>
                <a:gd name="connsiteX29" fmla="*/ 18941 w 606580"/>
                <a:gd name="connsiteY29" fmla="*/ 443184 h 548858"/>
                <a:gd name="connsiteX30" fmla="*/ 0 w 606580"/>
                <a:gd name="connsiteY30" fmla="*/ 424274 h 548858"/>
                <a:gd name="connsiteX31" fmla="*/ 0 w 606580"/>
                <a:gd name="connsiteY31" fmla="*/ 18910 h 548858"/>
                <a:gd name="connsiteX32" fmla="*/ 18941 w 606580"/>
                <a:gd name="connsiteY32" fmla="*/ 0 h 548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6580" h="548858">
                  <a:moveTo>
                    <a:pt x="407586" y="252695"/>
                  </a:moveTo>
                  <a:lnTo>
                    <a:pt x="502285" y="252695"/>
                  </a:lnTo>
                  <a:lnTo>
                    <a:pt x="502285" y="346759"/>
                  </a:lnTo>
                  <a:lnTo>
                    <a:pt x="407586" y="346759"/>
                  </a:lnTo>
                  <a:close/>
                  <a:moveTo>
                    <a:pt x="104296" y="205698"/>
                  </a:moveTo>
                  <a:lnTo>
                    <a:pt x="199065" y="205698"/>
                  </a:lnTo>
                  <a:lnTo>
                    <a:pt x="199065" y="346758"/>
                  </a:lnTo>
                  <a:lnTo>
                    <a:pt x="104296" y="346758"/>
                  </a:lnTo>
                  <a:close/>
                  <a:moveTo>
                    <a:pt x="255870" y="96040"/>
                  </a:moveTo>
                  <a:lnTo>
                    <a:pt x="350710" y="96040"/>
                  </a:lnTo>
                  <a:lnTo>
                    <a:pt x="350710" y="346759"/>
                  </a:lnTo>
                  <a:lnTo>
                    <a:pt x="255870" y="346759"/>
                  </a:lnTo>
                  <a:close/>
                  <a:moveTo>
                    <a:pt x="37882" y="37913"/>
                  </a:moveTo>
                  <a:lnTo>
                    <a:pt x="37882" y="405363"/>
                  </a:lnTo>
                  <a:lnTo>
                    <a:pt x="568698" y="405363"/>
                  </a:lnTo>
                  <a:lnTo>
                    <a:pt x="568698" y="37913"/>
                  </a:lnTo>
                  <a:close/>
                  <a:moveTo>
                    <a:pt x="18941" y="0"/>
                  </a:moveTo>
                  <a:lnTo>
                    <a:pt x="587639" y="0"/>
                  </a:lnTo>
                  <a:cubicBezTo>
                    <a:pt x="598038" y="0"/>
                    <a:pt x="606580" y="8528"/>
                    <a:pt x="606580" y="18910"/>
                  </a:cubicBezTo>
                  <a:lnTo>
                    <a:pt x="606580" y="424274"/>
                  </a:lnTo>
                  <a:cubicBezTo>
                    <a:pt x="606580" y="434656"/>
                    <a:pt x="598038" y="443184"/>
                    <a:pt x="587639" y="443184"/>
                  </a:cubicBezTo>
                  <a:lnTo>
                    <a:pt x="322278" y="443184"/>
                  </a:lnTo>
                  <a:lnTo>
                    <a:pt x="322278" y="511038"/>
                  </a:lnTo>
                  <a:lnTo>
                    <a:pt x="450223" y="511038"/>
                  </a:lnTo>
                  <a:lnTo>
                    <a:pt x="450223" y="548858"/>
                  </a:lnTo>
                  <a:lnTo>
                    <a:pt x="156357" y="548858"/>
                  </a:lnTo>
                  <a:lnTo>
                    <a:pt x="156357" y="511038"/>
                  </a:lnTo>
                  <a:lnTo>
                    <a:pt x="284302" y="511038"/>
                  </a:lnTo>
                  <a:lnTo>
                    <a:pt x="284302" y="443184"/>
                  </a:lnTo>
                  <a:lnTo>
                    <a:pt x="18941" y="443184"/>
                  </a:lnTo>
                  <a:cubicBezTo>
                    <a:pt x="8542" y="443184"/>
                    <a:pt x="0" y="434656"/>
                    <a:pt x="0" y="424274"/>
                  </a:cubicBezTo>
                  <a:lnTo>
                    <a:pt x="0" y="18910"/>
                  </a:lnTo>
                  <a:cubicBezTo>
                    <a:pt x="0" y="8528"/>
                    <a:pt x="8542" y="0"/>
                    <a:pt x="18941" y="0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spcFirstLastPara="0" vert="horz" wrap="square" lIns="91440" tIns="45720" rIns="91440" bIns="45720" numCol="1" spcCol="127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77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形状">
              <a:extLst>
                <a:ext uri="{FF2B5EF4-FFF2-40B4-BE49-F238E27FC236}">
                  <a16:creationId xmlns:a16="http://schemas.microsoft.com/office/drawing/2014/main" id="{476A1D45-4B24-495D-81BF-83B247BACE82}"/>
                </a:ext>
              </a:extLst>
            </p:cNvPr>
            <p:cNvSpPr/>
            <p:nvPr/>
          </p:nvSpPr>
          <p:spPr>
            <a:xfrm>
              <a:off x="660400" y="3402763"/>
              <a:ext cx="1309742" cy="45719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直线">
              <a:extLst>
                <a:ext uri="{FF2B5EF4-FFF2-40B4-BE49-F238E27FC236}">
                  <a16:creationId xmlns:a16="http://schemas.microsoft.com/office/drawing/2014/main" id="{E4CF39DF-E2C4-47A7-9048-4418E4ED40ED}"/>
                </a:ext>
              </a:extLst>
            </p:cNvPr>
            <p:cNvSpPr/>
            <p:nvPr/>
          </p:nvSpPr>
          <p:spPr>
            <a:xfrm>
              <a:off x="10221858" y="3414203"/>
              <a:ext cx="1309742" cy="45719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4CCCC5B-8965-4A8E-9AA7-CF8E87C64812}"/>
              </a:ext>
            </a:extLst>
          </p:cNvPr>
          <p:cNvGrpSpPr/>
          <p:nvPr/>
        </p:nvGrpSpPr>
        <p:grpSpPr>
          <a:xfrm>
            <a:off x="1759622" y="1707846"/>
            <a:ext cx="2540068" cy="1131580"/>
            <a:chOff x="802666" y="2150290"/>
            <a:chExt cx="2540068" cy="1131580"/>
          </a:xfrm>
        </p:grpSpPr>
        <p:sp>
          <p:nvSpPr>
            <p:cNvPr id="25" name="文本框 2">
              <a:extLst>
                <a:ext uri="{FF2B5EF4-FFF2-40B4-BE49-F238E27FC236}">
                  <a16:creationId xmlns:a16="http://schemas.microsoft.com/office/drawing/2014/main" id="{7AC3CDDC-AFB3-45AA-A8B2-4404BE970F93}"/>
                </a:ext>
              </a:extLst>
            </p:cNvPr>
            <p:cNvSpPr txBox="1"/>
            <p:nvPr/>
          </p:nvSpPr>
          <p:spPr>
            <a:xfrm>
              <a:off x="1557224" y="2150290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20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形状">
              <a:extLst>
                <a:ext uri="{FF2B5EF4-FFF2-40B4-BE49-F238E27FC236}">
                  <a16:creationId xmlns:a16="http://schemas.microsoft.com/office/drawing/2014/main" id="{5D688F7F-C217-4B94-B132-8F01DBF0538B}"/>
                </a:ext>
              </a:extLst>
            </p:cNvPr>
            <p:cNvSpPr txBox="1"/>
            <p:nvPr/>
          </p:nvSpPr>
          <p:spPr>
            <a:xfrm>
              <a:off x="802666" y="2494347"/>
              <a:ext cx="2540068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hangingPunct="0">
                <a:lnSpc>
                  <a:spcPct val="150000"/>
                </a:lnSpc>
                <a:defRPr/>
              </a:pPr>
              <a:r>
                <a:rPr lang="zh-CN" altLang="en-US" sz="1600" b="1" kern="0">
                  <a:solidFill>
                    <a:schemeClr val="bg1"/>
                  </a:solidFill>
                  <a:cs typeface="+mn-ea"/>
                  <a:sym typeface="+mn-lt"/>
                </a:rPr>
                <a:t>输入您的文本文字，更改文字的颜色或大X属性。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CC1F573-4A00-46E1-B902-84E43F4FD7C2}"/>
              </a:ext>
            </a:extLst>
          </p:cNvPr>
          <p:cNvGrpSpPr/>
          <p:nvPr/>
        </p:nvGrpSpPr>
        <p:grpSpPr>
          <a:xfrm>
            <a:off x="3191234" y="4800337"/>
            <a:ext cx="2564960" cy="1147511"/>
            <a:chOff x="777774" y="5082802"/>
            <a:chExt cx="2564960" cy="1147511"/>
          </a:xfrm>
        </p:grpSpPr>
        <p:sp>
          <p:nvSpPr>
            <p:cNvPr id="28" name="文本框 2">
              <a:extLst>
                <a:ext uri="{FF2B5EF4-FFF2-40B4-BE49-F238E27FC236}">
                  <a16:creationId xmlns:a16="http://schemas.microsoft.com/office/drawing/2014/main" id="{1982EF55-6287-4F46-B37A-0DFCE6541216}"/>
                </a:ext>
              </a:extLst>
            </p:cNvPr>
            <p:cNvSpPr txBox="1"/>
            <p:nvPr/>
          </p:nvSpPr>
          <p:spPr>
            <a:xfrm>
              <a:off x="1649854" y="5082802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20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9" name="文本框 2">
              <a:extLst>
                <a:ext uri="{FF2B5EF4-FFF2-40B4-BE49-F238E27FC236}">
                  <a16:creationId xmlns:a16="http://schemas.microsoft.com/office/drawing/2014/main" id="{992CB621-1764-4501-ADEF-06FD0E602C7B}"/>
                </a:ext>
              </a:extLst>
            </p:cNvPr>
            <p:cNvSpPr txBox="1"/>
            <p:nvPr/>
          </p:nvSpPr>
          <p:spPr>
            <a:xfrm>
              <a:off x="777774" y="5442790"/>
              <a:ext cx="2564960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hangingPunct="0">
                <a:lnSpc>
                  <a:spcPct val="150000"/>
                </a:lnSpc>
                <a:defRPr/>
              </a:pPr>
              <a:r>
                <a:rPr lang="zh-CN" altLang="en-US" sz="1600" b="1" kern="0">
                  <a:solidFill>
                    <a:schemeClr val="bg1"/>
                  </a:solidFill>
                  <a:cs typeface="+mn-ea"/>
                  <a:sym typeface="+mn-lt"/>
                </a:rPr>
                <a:t>输入您的文本文字，更改文字的颜色或大X属性。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4ED0D6E-E4FE-4DA1-BA69-81170D97006B}"/>
              </a:ext>
            </a:extLst>
          </p:cNvPr>
          <p:cNvGrpSpPr/>
          <p:nvPr/>
        </p:nvGrpSpPr>
        <p:grpSpPr>
          <a:xfrm>
            <a:off x="4839374" y="1707846"/>
            <a:ext cx="2560793" cy="1167839"/>
            <a:chOff x="4826506" y="5081342"/>
            <a:chExt cx="2560793" cy="1167839"/>
          </a:xfrm>
        </p:grpSpPr>
        <p:sp>
          <p:nvSpPr>
            <p:cNvPr id="31" name="文本框 2">
              <a:extLst>
                <a:ext uri="{FF2B5EF4-FFF2-40B4-BE49-F238E27FC236}">
                  <a16:creationId xmlns:a16="http://schemas.microsoft.com/office/drawing/2014/main" id="{16BF9F72-D8F5-4775-9CC0-AAA9CFCF8BE7}"/>
                </a:ext>
              </a:extLst>
            </p:cNvPr>
            <p:cNvSpPr txBox="1"/>
            <p:nvPr/>
          </p:nvSpPr>
          <p:spPr>
            <a:xfrm>
              <a:off x="5425941" y="5081342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20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2" name="文本框 2">
              <a:extLst>
                <a:ext uri="{FF2B5EF4-FFF2-40B4-BE49-F238E27FC236}">
                  <a16:creationId xmlns:a16="http://schemas.microsoft.com/office/drawing/2014/main" id="{03EBCADA-A316-416A-89E3-0438EA4505F6}"/>
                </a:ext>
              </a:extLst>
            </p:cNvPr>
            <p:cNvSpPr txBox="1"/>
            <p:nvPr/>
          </p:nvSpPr>
          <p:spPr>
            <a:xfrm>
              <a:off x="4826506" y="5461658"/>
              <a:ext cx="2560793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hangingPunct="0">
                <a:lnSpc>
                  <a:spcPct val="150000"/>
                </a:lnSpc>
                <a:defRPr/>
              </a:pPr>
              <a:r>
                <a:rPr lang="zh-CN" altLang="en-US" sz="1600" b="1" kern="0">
                  <a:solidFill>
                    <a:schemeClr val="bg1"/>
                  </a:solidFill>
                  <a:cs typeface="+mn-ea"/>
                  <a:sym typeface="+mn-lt"/>
                </a:rPr>
                <a:t>输入您的文本文字，更改文字的颜色或大X属性。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A8C1F9B-F07D-40BD-9FCC-049164F432A7}"/>
              </a:ext>
            </a:extLst>
          </p:cNvPr>
          <p:cNvGrpSpPr/>
          <p:nvPr/>
        </p:nvGrpSpPr>
        <p:grpSpPr>
          <a:xfrm>
            <a:off x="6497050" y="4800337"/>
            <a:ext cx="2564960" cy="1165083"/>
            <a:chOff x="8849266" y="5065230"/>
            <a:chExt cx="2564960" cy="1165083"/>
          </a:xfrm>
        </p:grpSpPr>
        <p:sp>
          <p:nvSpPr>
            <p:cNvPr id="35" name="文本框 2">
              <a:extLst>
                <a:ext uri="{FF2B5EF4-FFF2-40B4-BE49-F238E27FC236}">
                  <a16:creationId xmlns:a16="http://schemas.microsoft.com/office/drawing/2014/main" id="{6DC02C3D-3D59-4991-96FC-23A3022FEA7F}"/>
                </a:ext>
              </a:extLst>
            </p:cNvPr>
            <p:cNvSpPr txBox="1"/>
            <p:nvPr/>
          </p:nvSpPr>
          <p:spPr>
            <a:xfrm>
              <a:off x="9376660" y="5065230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20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6" name="文本框 2">
              <a:extLst>
                <a:ext uri="{FF2B5EF4-FFF2-40B4-BE49-F238E27FC236}">
                  <a16:creationId xmlns:a16="http://schemas.microsoft.com/office/drawing/2014/main" id="{41F7DEFA-0FB3-4EAE-AC8C-FB8D0698C82B}"/>
                </a:ext>
              </a:extLst>
            </p:cNvPr>
            <p:cNvSpPr txBox="1"/>
            <p:nvPr/>
          </p:nvSpPr>
          <p:spPr>
            <a:xfrm>
              <a:off x="8849266" y="5442790"/>
              <a:ext cx="2564960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hangingPunct="0">
                <a:lnSpc>
                  <a:spcPct val="150000"/>
                </a:lnSpc>
                <a:defRPr/>
              </a:pPr>
              <a:r>
                <a:rPr lang="zh-CN" altLang="en-US" sz="1600" b="1" kern="0">
                  <a:solidFill>
                    <a:schemeClr val="bg1"/>
                  </a:solidFill>
                  <a:cs typeface="+mn-ea"/>
                  <a:sym typeface="+mn-lt"/>
                </a:rPr>
                <a:t>输入您的文本文字，更改文字的颜色或大X属性。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A90CF65-8500-46F0-B2EC-C2EEEF909D9C}"/>
              </a:ext>
            </a:extLst>
          </p:cNvPr>
          <p:cNvGrpSpPr/>
          <p:nvPr/>
        </p:nvGrpSpPr>
        <p:grpSpPr>
          <a:xfrm>
            <a:off x="7788513" y="1707846"/>
            <a:ext cx="2560793" cy="1132089"/>
            <a:chOff x="8849265" y="2149781"/>
            <a:chExt cx="2560793" cy="1132089"/>
          </a:xfrm>
        </p:grpSpPr>
        <p:sp>
          <p:nvSpPr>
            <p:cNvPr id="38" name="文本框 2">
              <a:extLst>
                <a:ext uri="{FF2B5EF4-FFF2-40B4-BE49-F238E27FC236}">
                  <a16:creationId xmlns:a16="http://schemas.microsoft.com/office/drawing/2014/main" id="{010A61D2-5653-40B0-8F72-9732A2277016}"/>
                </a:ext>
              </a:extLst>
            </p:cNvPr>
            <p:cNvSpPr txBox="1"/>
            <p:nvPr/>
          </p:nvSpPr>
          <p:spPr>
            <a:xfrm>
              <a:off x="9388949" y="2149781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20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9" name="文本框 2">
              <a:extLst>
                <a:ext uri="{FF2B5EF4-FFF2-40B4-BE49-F238E27FC236}">
                  <a16:creationId xmlns:a16="http://schemas.microsoft.com/office/drawing/2014/main" id="{329BAEF2-0BA3-4756-9F5B-AD98C1ABCB2C}"/>
                </a:ext>
              </a:extLst>
            </p:cNvPr>
            <p:cNvSpPr txBox="1"/>
            <p:nvPr/>
          </p:nvSpPr>
          <p:spPr>
            <a:xfrm>
              <a:off x="8849265" y="2494347"/>
              <a:ext cx="2560793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hangingPunct="0">
                <a:lnSpc>
                  <a:spcPct val="150000"/>
                </a:lnSpc>
                <a:defRPr/>
              </a:pPr>
              <a:r>
                <a:rPr lang="zh-CN" altLang="en-US" sz="1600" b="1" kern="0">
                  <a:solidFill>
                    <a:schemeClr val="bg1"/>
                  </a:solidFill>
                  <a:cs typeface="+mn-ea"/>
                  <a:sym typeface="+mn-lt"/>
                </a:rPr>
                <a:t>输入您的文本文字，更改文字的颜色或大X属性。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A194E053-DC64-4CAC-A0A7-D1FDB801EFD0}"/>
              </a:ext>
            </a:extLst>
          </p:cNvPr>
          <p:cNvGrpSpPr/>
          <p:nvPr/>
        </p:nvGrpSpPr>
        <p:grpSpPr>
          <a:xfrm>
            <a:off x="5497095" y="-683700"/>
            <a:ext cx="1077877" cy="493487"/>
            <a:chOff x="5384800" y="1161142"/>
            <a:chExt cx="1077877" cy="493487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3DB13F5-9A42-42A7-A1C1-03D29835FDC8}"/>
                </a:ext>
              </a:extLst>
            </p:cNvPr>
            <p:cNvSpPr/>
            <p:nvPr/>
          </p:nvSpPr>
          <p:spPr>
            <a:xfrm>
              <a:off x="5384800" y="1175657"/>
              <a:ext cx="478972" cy="478972"/>
            </a:xfrm>
            <a:prstGeom prst="ellipse">
              <a:avLst/>
            </a:prstGeom>
            <a:solidFill>
              <a:srgbClr val="E208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99959108-22AC-407E-91AE-613B82D74668}"/>
                </a:ext>
              </a:extLst>
            </p:cNvPr>
            <p:cNvSpPr/>
            <p:nvPr/>
          </p:nvSpPr>
          <p:spPr>
            <a:xfrm>
              <a:off x="5983705" y="1161142"/>
              <a:ext cx="478972" cy="478972"/>
            </a:xfrm>
            <a:prstGeom prst="ellipse">
              <a:avLst/>
            </a:prstGeom>
            <a:solidFill>
              <a:srgbClr val="1A25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3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>
        <p14:warp dir="in"/>
      </p:transition>
    </mc:Choice>
    <mc:Fallback xmlns:p15="http://schemas.microsoft.com/office/powerpoint/2012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明年工作计划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3D255BB7-2744-44B9-9A52-27D2D08EC8EB}"/>
              </a:ext>
            </a:extLst>
          </p:cNvPr>
          <p:cNvGrpSpPr/>
          <p:nvPr/>
        </p:nvGrpSpPr>
        <p:grpSpPr>
          <a:xfrm>
            <a:off x="833436" y="2119578"/>
            <a:ext cx="4954338" cy="1118358"/>
            <a:chOff x="833436" y="2119578"/>
            <a:chExt cx="4954338" cy="1118358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65AC2C3-3547-419F-9900-3FA43260FB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436" y="2119578"/>
              <a:ext cx="4954338" cy="1118358"/>
            </a:xfrm>
            <a:custGeom>
              <a:avLst/>
              <a:gdLst>
                <a:gd name="T0" fmla="*/ 1823 w 2030"/>
                <a:gd name="T1" fmla="*/ 5 h 592"/>
                <a:gd name="T2" fmla="*/ 1671 w 2030"/>
                <a:gd name="T3" fmla="*/ 5 h 592"/>
                <a:gd name="T4" fmla="*/ 1582 w 2030"/>
                <a:gd name="T5" fmla="*/ 259 h 592"/>
                <a:gd name="T6" fmla="*/ 1582 w 2030"/>
                <a:gd name="T7" fmla="*/ 0 h 592"/>
                <a:gd name="T8" fmla="*/ 0 w 2030"/>
                <a:gd name="T9" fmla="*/ 0 h 592"/>
                <a:gd name="T10" fmla="*/ 0 w 2030"/>
                <a:gd name="T11" fmla="*/ 592 h 592"/>
                <a:gd name="T12" fmla="*/ 1465 w 2030"/>
                <a:gd name="T13" fmla="*/ 592 h 592"/>
                <a:gd name="T14" fmla="*/ 1582 w 2030"/>
                <a:gd name="T15" fmla="*/ 592 h 592"/>
                <a:gd name="T16" fmla="*/ 1599 w 2030"/>
                <a:gd name="T17" fmla="*/ 592 h 592"/>
                <a:gd name="T18" fmla="*/ 1641 w 2030"/>
                <a:gd name="T19" fmla="*/ 453 h 592"/>
                <a:gd name="T20" fmla="*/ 1854 w 2030"/>
                <a:gd name="T21" fmla="*/ 453 h 592"/>
                <a:gd name="T22" fmla="*/ 1896 w 2030"/>
                <a:gd name="T23" fmla="*/ 592 h 592"/>
                <a:gd name="T24" fmla="*/ 2030 w 2030"/>
                <a:gd name="T25" fmla="*/ 592 h 592"/>
                <a:gd name="T26" fmla="*/ 1823 w 2030"/>
                <a:gd name="T27" fmla="*/ 5 h 592"/>
                <a:gd name="T28" fmla="*/ 1672 w 2030"/>
                <a:gd name="T29" fmla="*/ 349 h 592"/>
                <a:gd name="T30" fmla="*/ 1748 w 2030"/>
                <a:gd name="T31" fmla="*/ 96 h 592"/>
                <a:gd name="T32" fmla="*/ 1758 w 2030"/>
                <a:gd name="T33" fmla="*/ 135 h 592"/>
                <a:gd name="T34" fmla="*/ 1824 w 2030"/>
                <a:gd name="T35" fmla="*/ 349 h 592"/>
                <a:gd name="T36" fmla="*/ 1672 w 2030"/>
                <a:gd name="T37" fmla="*/ 349 h 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30" h="592">
                  <a:moveTo>
                    <a:pt x="1823" y="5"/>
                  </a:moveTo>
                  <a:cubicBezTo>
                    <a:pt x="1671" y="5"/>
                    <a:pt x="1671" y="5"/>
                    <a:pt x="1671" y="5"/>
                  </a:cubicBezTo>
                  <a:cubicBezTo>
                    <a:pt x="1582" y="259"/>
                    <a:pt x="1582" y="259"/>
                    <a:pt x="1582" y="259"/>
                  </a:cubicBezTo>
                  <a:cubicBezTo>
                    <a:pt x="1582" y="0"/>
                    <a:pt x="1582" y="0"/>
                    <a:pt x="158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92"/>
                    <a:pt x="0" y="592"/>
                    <a:pt x="0" y="592"/>
                  </a:cubicBezTo>
                  <a:cubicBezTo>
                    <a:pt x="1465" y="592"/>
                    <a:pt x="1465" y="592"/>
                    <a:pt x="1465" y="592"/>
                  </a:cubicBezTo>
                  <a:cubicBezTo>
                    <a:pt x="1582" y="592"/>
                    <a:pt x="1582" y="592"/>
                    <a:pt x="1582" y="592"/>
                  </a:cubicBezTo>
                  <a:cubicBezTo>
                    <a:pt x="1599" y="592"/>
                    <a:pt x="1599" y="592"/>
                    <a:pt x="1599" y="592"/>
                  </a:cubicBezTo>
                  <a:cubicBezTo>
                    <a:pt x="1641" y="453"/>
                    <a:pt x="1641" y="453"/>
                    <a:pt x="1641" y="453"/>
                  </a:cubicBezTo>
                  <a:cubicBezTo>
                    <a:pt x="1854" y="453"/>
                    <a:pt x="1854" y="453"/>
                    <a:pt x="1854" y="453"/>
                  </a:cubicBezTo>
                  <a:cubicBezTo>
                    <a:pt x="1896" y="592"/>
                    <a:pt x="1896" y="592"/>
                    <a:pt x="1896" y="592"/>
                  </a:cubicBezTo>
                  <a:cubicBezTo>
                    <a:pt x="2030" y="592"/>
                    <a:pt x="2030" y="592"/>
                    <a:pt x="2030" y="592"/>
                  </a:cubicBezTo>
                  <a:lnTo>
                    <a:pt x="1823" y="5"/>
                  </a:lnTo>
                  <a:close/>
                  <a:moveTo>
                    <a:pt x="1672" y="349"/>
                  </a:moveTo>
                  <a:cubicBezTo>
                    <a:pt x="1714" y="214"/>
                    <a:pt x="1739" y="130"/>
                    <a:pt x="1748" y="96"/>
                  </a:cubicBezTo>
                  <a:cubicBezTo>
                    <a:pt x="1750" y="106"/>
                    <a:pt x="1753" y="119"/>
                    <a:pt x="1758" y="135"/>
                  </a:cubicBezTo>
                  <a:cubicBezTo>
                    <a:pt x="1763" y="152"/>
                    <a:pt x="1785" y="223"/>
                    <a:pt x="1824" y="349"/>
                  </a:cubicBezTo>
                  <a:lnTo>
                    <a:pt x="1672" y="349"/>
                  </a:lnTo>
                  <a:close/>
                </a:path>
              </a:pathLst>
            </a:custGeom>
            <a:solidFill>
              <a:srgbClr val="1A25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29BBDFF3-206F-48CF-B063-AC7681616992}"/>
                </a:ext>
              </a:extLst>
            </p:cNvPr>
            <p:cNvSpPr txBox="1"/>
            <p:nvPr/>
          </p:nvSpPr>
          <p:spPr>
            <a:xfrm>
              <a:off x="1615721" y="2627006"/>
              <a:ext cx="32737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1600" b="1">
                  <a:solidFill>
                    <a:prstClr val="white"/>
                  </a:solidFill>
                  <a:cs typeface="+mn-ea"/>
                  <a:sym typeface="+mn-lt"/>
                </a:rPr>
                <a:t>请您此处添加合适的文字说明</a:t>
              </a:r>
              <a:endPara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6F8F8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D4C71A95-7964-4345-B2C0-FE2231761D69}"/>
                </a:ext>
              </a:extLst>
            </p:cNvPr>
            <p:cNvSpPr txBox="1"/>
            <p:nvPr/>
          </p:nvSpPr>
          <p:spPr>
            <a:xfrm>
              <a:off x="1647039" y="2233256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6F8F8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id-ID" sz="2000" b="1" i="0" u="none" strike="noStrike" kern="1200" cap="none" spc="0" normalizeH="0" baseline="0" noProof="0">
                <a:ln>
                  <a:noFill/>
                </a:ln>
                <a:solidFill>
                  <a:srgbClr val="F6F8F8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4A5DBB0D-3951-4E73-9B23-C410E6C576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6983" y="2445996"/>
              <a:ext cx="533079" cy="513039"/>
            </a:xfrm>
            <a:custGeom>
              <a:avLst/>
              <a:gdLst>
                <a:gd name="T0" fmla="*/ 188 w 263"/>
                <a:gd name="T1" fmla="*/ 0 h 256"/>
                <a:gd name="T2" fmla="*/ 111 w 263"/>
                <a:gd name="T3" fmla="*/ 54 h 256"/>
                <a:gd name="T4" fmla="*/ 111 w 263"/>
                <a:gd name="T5" fmla="*/ 55 h 256"/>
                <a:gd name="T6" fmla="*/ 28 w 263"/>
                <a:gd name="T7" fmla="*/ 138 h 256"/>
                <a:gd name="T8" fmla="*/ 1 w 263"/>
                <a:gd name="T9" fmla="*/ 220 h 256"/>
                <a:gd name="T10" fmla="*/ 28 w 263"/>
                <a:gd name="T11" fmla="*/ 256 h 256"/>
                <a:gd name="T12" fmla="*/ 105 w 263"/>
                <a:gd name="T13" fmla="*/ 237 h 256"/>
                <a:gd name="T14" fmla="*/ 241 w 263"/>
                <a:gd name="T15" fmla="*/ 105 h 256"/>
                <a:gd name="T16" fmla="*/ 128 w 263"/>
                <a:gd name="T17" fmla="*/ 190 h 256"/>
                <a:gd name="T18" fmla="*/ 198 w 263"/>
                <a:gd name="T19" fmla="*/ 94 h 256"/>
                <a:gd name="T20" fmla="*/ 190 w 263"/>
                <a:gd name="T21" fmla="*/ 134 h 256"/>
                <a:gd name="T22" fmla="*/ 128 w 263"/>
                <a:gd name="T23" fmla="*/ 196 h 256"/>
                <a:gd name="T24" fmla="*/ 118 w 263"/>
                <a:gd name="T25" fmla="*/ 162 h 256"/>
                <a:gd name="T26" fmla="*/ 91 w 263"/>
                <a:gd name="T27" fmla="*/ 136 h 256"/>
                <a:gd name="T28" fmla="*/ 184 w 263"/>
                <a:gd name="T29" fmla="*/ 72 h 256"/>
                <a:gd name="T30" fmla="*/ 118 w 263"/>
                <a:gd name="T31" fmla="*/ 162 h 256"/>
                <a:gd name="T32" fmla="*/ 61 w 263"/>
                <a:gd name="T33" fmla="*/ 128 h 256"/>
                <a:gd name="T34" fmla="*/ 159 w 263"/>
                <a:gd name="T35" fmla="*/ 57 h 256"/>
                <a:gd name="T36" fmla="*/ 33 w 263"/>
                <a:gd name="T37" fmla="*/ 239 h 256"/>
                <a:gd name="T38" fmla="*/ 16 w 263"/>
                <a:gd name="T39" fmla="*/ 228 h 256"/>
                <a:gd name="T40" fmla="*/ 25 w 263"/>
                <a:gd name="T41" fmla="*/ 193 h 256"/>
                <a:gd name="T42" fmla="*/ 63 w 263"/>
                <a:gd name="T43" fmla="*/ 231 h 256"/>
                <a:gd name="T44" fmla="*/ 71 w 263"/>
                <a:gd name="T45" fmla="*/ 229 h 256"/>
                <a:gd name="T46" fmla="*/ 27 w 263"/>
                <a:gd name="T47" fmla="*/ 185 h 256"/>
                <a:gd name="T48" fmla="*/ 39 w 263"/>
                <a:gd name="T49" fmla="*/ 150 h 256"/>
                <a:gd name="T50" fmla="*/ 103 w 263"/>
                <a:gd name="T51" fmla="*/ 220 h 256"/>
                <a:gd name="T52" fmla="*/ 71 w 263"/>
                <a:gd name="T53" fmla="*/ 229 h 256"/>
                <a:gd name="T54" fmla="*/ 216 w 263"/>
                <a:gd name="T55" fmla="*/ 108 h 256"/>
                <a:gd name="T56" fmla="*/ 196 w 263"/>
                <a:gd name="T57" fmla="*/ 60 h 256"/>
                <a:gd name="T58" fmla="*/ 162 w 263"/>
                <a:gd name="T59" fmla="*/ 26 h 256"/>
                <a:gd name="T60" fmla="*/ 224 w 263"/>
                <a:gd name="T61" fmla="*/ 32 h 256"/>
                <a:gd name="T62" fmla="*/ 230 w 263"/>
                <a:gd name="T63" fmla="*/ 94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3" h="256">
                  <a:moveTo>
                    <a:pt x="235" y="21"/>
                  </a:moveTo>
                  <a:cubicBezTo>
                    <a:pt x="222" y="8"/>
                    <a:pt x="205" y="0"/>
                    <a:pt x="188" y="0"/>
                  </a:cubicBezTo>
                  <a:cubicBezTo>
                    <a:pt x="173" y="0"/>
                    <a:pt x="160" y="5"/>
                    <a:pt x="150" y="15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54"/>
                    <a:pt x="111" y="54"/>
                    <a:pt x="111" y="55"/>
                  </a:cubicBezTo>
                  <a:cubicBezTo>
                    <a:pt x="111" y="55"/>
                    <a:pt x="111" y="55"/>
                    <a:pt x="111" y="55"/>
                  </a:cubicBezTo>
                  <a:cubicBezTo>
                    <a:pt x="111" y="55"/>
                    <a:pt x="111" y="55"/>
                    <a:pt x="111" y="55"/>
                  </a:cubicBezTo>
                  <a:cubicBezTo>
                    <a:pt x="28" y="138"/>
                    <a:pt x="28" y="138"/>
                    <a:pt x="28" y="138"/>
                  </a:cubicBezTo>
                  <a:cubicBezTo>
                    <a:pt x="24" y="142"/>
                    <a:pt x="22" y="147"/>
                    <a:pt x="20" y="152"/>
                  </a:cubicBezTo>
                  <a:cubicBezTo>
                    <a:pt x="1" y="220"/>
                    <a:pt x="1" y="220"/>
                    <a:pt x="1" y="220"/>
                  </a:cubicBezTo>
                  <a:cubicBezTo>
                    <a:pt x="1" y="220"/>
                    <a:pt x="0" y="225"/>
                    <a:pt x="0" y="228"/>
                  </a:cubicBezTo>
                  <a:cubicBezTo>
                    <a:pt x="0" y="243"/>
                    <a:pt x="13" y="256"/>
                    <a:pt x="28" y="256"/>
                  </a:cubicBezTo>
                  <a:cubicBezTo>
                    <a:pt x="31" y="256"/>
                    <a:pt x="37" y="255"/>
                    <a:pt x="37" y="255"/>
                  </a:cubicBezTo>
                  <a:cubicBezTo>
                    <a:pt x="105" y="237"/>
                    <a:pt x="105" y="237"/>
                    <a:pt x="105" y="237"/>
                  </a:cubicBezTo>
                  <a:cubicBezTo>
                    <a:pt x="110" y="235"/>
                    <a:pt x="115" y="232"/>
                    <a:pt x="119" y="229"/>
                  </a:cubicBezTo>
                  <a:cubicBezTo>
                    <a:pt x="241" y="105"/>
                    <a:pt x="241" y="105"/>
                    <a:pt x="241" y="105"/>
                  </a:cubicBezTo>
                  <a:cubicBezTo>
                    <a:pt x="263" y="83"/>
                    <a:pt x="261" y="46"/>
                    <a:pt x="235" y="21"/>
                  </a:cubicBezTo>
                  <a:close/>
                  <a:moveTo>
                    <a:pt x="128" y="190"/>
                  </a:moveTo>
                  <a:cubicBezTo>
                    <a:pt x="127" y="183"/>
                    <a:pt x="125" y="176"/>
                    <a:pt x="122" y="169"/>
                  </a:cubicBezTo>
                  <a:cubicBezTo>
                    <a:pt x="198" y="94"/>
                    <a:pt x="198" y="94"/>
                    <a:pt x="198" y="94"/>
                  </a:cubicBezTo>
                  <a:cubicBezTo>
                    <a:pt x="203" y="108"/>
                    <a:pt x="200" y="124"/>
                    <a:pt x="190" y="134"/>
                  </a:cubicBezTo>
                  <a:cubicBezTo>
                    <a:pt x="190" y="134"/>
                    <a:pt x="190" y="134"/>
                    <a:pt x="190" y="134"/>
                  </a:cubicBezTo>
                  <a:cubicBezTo>
                    <a:pt x="190" y="134"/>
                    <a:pt x="190" y="134"/>
                    <a:pt x="190" y="134"/>
                  </a:cubicBezTo>
                  <a:cubicBezTo>
                    <a:pt x="128" y="196"/>
                    <a:pt x="128" y="196"/>
                    <a:pt x="128" y="196"/>
                  </a:cubicBezTo>
                  <a:cubicBezTo>
                    <a:pt x="128" y="194"/>
                    <a:pt x="128" y="192"/>
                    <a:pt x="128" y="190"/>
                  </a:cubicBezTo>
                  <a:close/>
                  <a:moveTo>
                    <a:pt x="118" y="162"/>
                  </a:moveTo>
                  <a:cubicBezTo>
                    <a:pt x="115" y="157"/>
                    <a:pt x="112" y="152"/>
                    <a:pt x="108" y="148"/>
                  </a:cubicBezTo>
                  <a:cubicBezTo>
                    <a:pt x="103" y="143"/>
                    <a:pt x="97" y="140"/>
                    <a:pt x="91" y="136"/>
                  </a:cubicBezTo>
                  <a:cubicBezTo>
                    <a:pt x="168" y="60"/>
                    <a:pt x="168" y="60"/>
                    <a:pt x="168" y="60"/>
                  </a:cubicBezTo>
                  <a:cubicBezTo>
                    <a:pt x="174" y="63"/>
                    <a:pt x="179" y="66"/>
                    <a:pt x="184" y="72"/>
                  </a:cubicBezTo>
                  <a:cubicBezTo>
                    <a:pt x="189" y="76"/>
                    <a:pt x="192" y="81"/>
                    <a:pt x="195" y="86"/>
                  </a:cubicBezTo>
                  <a:lnTo>
                    <a:pt x="118" y="162"/>
                  </a:lnTo>
                  <a:close/>
                  <a:moveTo>
                    <a:pt x="84" y="133"/>
                  </a:moveTo>
                  <a:cubicBezTo>
                    <a:pt x="76" y="130"/>
                    <a:pt x="69" y="128"/>
                    <a:pt x="61" y="128"/>
                  </a:cubicBezTo>
                  <a:cubicBezTo>
                    <a:pt x="123" y="66"/>
                    <a:pt x="123" y="66"/>
                    <a:pt x="123" y="66"/>
                  </a:cubicBezTo>
                  <a:cubicBezTo>
                    <a:pt x="132" y="56"/>
                    <a:pt x="146" y="54"/>
                    <a:pt x="159" y="57"/>
                  </a:cubicBezTo>
                  <a:lnTo>
                    <a:pt x="84" y="133"/>
                  </a:lnTo>
                  <a:close/>
                  <a:moveTo>
                    <a:pt x="33" y="239"/>
                  </a:moveTo>
                  <a:cubicBezTo>
                    <a:pt x="32" y="239"/>
                    <a:pt x="30" y="240"/>
                    <a:pt x="28" y="240"/>
                  </a:cubicBezTo>
                  <a:cubicBezTo>
                    <a:pt x="21" y="240"/>
                    <a:pt x="16" y="235"/>
                    <a:pt x="16" y="228"/>
                  </a:cubicBezTo>
                  <a:cubicBezTo>
                    <a:pt x="16" y="227"/>
                    <a:pt x="17" y="224"/>
                    <a:pt x="17" y="224"/>
                  </a:cubicBezTo>
                  <a:cubicBezTo>
                    <a:pt x="25" y="193"/>
                    <a:pt x="25" y="193"/>
                    <a:pt x="25" y="193"/>
                  </a:cubicBezTo>
                  <a:cubicBezTo>
                    <a:pt x="34" y="193"/>
                    <a:pt x="44" y="196"/>
                    <a:pt x="52" y="204"/>
                  </a:cubicBezTo>
                  <a:cubicBezTo>
                    <a:pt x="60" y="212"/>
                    <a:pt x="64" y="222"/>
                    <a:pt x="63" y="231"/>
                  </a:cubicBezTo>
                  <a:lnTo>
                    <a:pt x="33" y="239"/>
                  </a:lnTo>
                  <a:close/>
                  <a:moveTo>
                    <a:pt x="71" y="229"/>
                  </a:moveTo>
                  <a:cubicBezTo>
                    <a:pt x="71" y="218"/>
                    <a:pt x="66" y="207"/>
                    <a:pt x="58" y="198"/>
                  </a:cubicBezTo>
                  <a:cubicBezTo>
                    <a:pt x="49" y="190"/>
                    <a:pt x="38" y="185"/>
                    <a:pt x="27" y="185"/>
                  </a:cubicBezTo>
                  <a:cubicBezTo>
                    <a:pt x="35" y="156"/>
                    <a:pt x="35" y="156"/>
                    <a:pt x="35" y="156"/>
                  </a:cubicBezTo>
                  <a:cubicBezTo>
                    <a:pt x="36" y="154"/>
                    <a:pt x="37" y="152"/>
                    <a:pt x="39" y="150"/>
                  </a:cubicBezTo>
                  <a:cubicBezTo>
                    <a:pt x="55" y="139"/>
                    <a:pt x="79" y="142"/>
                    <a:pt x="96" y="160"/>
                  </a:cubicBezTo>
                  <a:cubicBezTo>
                    <a:pt x="115" y="178"/>
                    <a:pt x="117" y="204"/>
                    <a:pt x="103" y="220"/>
                  </a:cubicBezTo>
                  <a:cubicBezTo>
                    <a:pt x="103" y="221"/>
                    <a:pt x="102" y="221"/>
                    <a:pt x="101" y="221"/>
                  </a:cubicBezTo>
                  <a:lnTo>
                    <a:pt x="71" y="229"/>
                  </a:lnTo>
                  <a:close/>
                  <a:moveTo>
                    <a:pt x="230" y="94"/>
                  </a:moveTo>
                  <a:cubicBezTo>
                    <a:pt x="216" y="108"/>
                    <a:pt x="216" y="108"/>
                    <a:pt x="216" y="108"/>
                  </a:cubicBezTo>
                  <a:cubicBezTo>
                    <a:pt x="216" y="106"/>
                    <a:pt x="216" y="104"/>
                    <a:pt x="216" y="102"/>
                  </a:cubicBezTo>
                  <a:cubicBezTo>
                    <a:pt x="215" y="87"/>
                    <a:pt x="207" y="72"/>
                    <a:pt x="196" y="60"/>
                  </a:cubicBezTo>
                  <a:cubicBezTo>
                    <a:pt x="183" y="47"/>
                    <a:pt x="165" y="40"/>
                    <a:pt x="148" y="40"/>
                  </a:cubicBezTo>
                  <a:cubicBezTo>
                    <a:pt x="162" y="26"/>
                    <a:pt x="162" y="26"/>
                    <a:pt x="162" y="26"/>
                  </a:cubicBezTo>
                  <a:cubicBezTo>
                    <a:pt x="168" y="20"/>
                    <a:pt x="177" y="16"/>
                    <a:pt x="188" y="16"/>
                  </a:cubicBezTo>
                  <a:cubicBezTo>
                    <a:pt x="200" y="16"/>
                    <a:pt x="214" y="22"/>
                    <a:pt x="224" y="32"/>
                  </a:cubicBezTo>
                  <a:cubicBezTo>
                    <a:pt x="233" y="41"/>
                    <a:pt x="239" y="53"/>
                    <a:pt x="240" y="65"/>
                  </a:cubicBezTo>
                  <a:cubicBezTo>
                    <a:pt x="241" y="76"/>
                    <a:pt x="237" y="87"/>
                    <a:pt x="230" y="9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F6F8F8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6CAAA1CF-56BB-4722-AB63-3F3B6E2357AA}"/>
              </a:ext>
            </a:extLst>
          </p:cNvPr>
          <p:cNvGrpSpPr/>
          <p:nvPr/>
        </p:nvGrpSpPr>
        <p:grpSpPr>
          <a:xfrm>
            <a:off x="834847" y="3986225"/>
            <a:ext cx="4863997" cy="1135856"/>
            <a:chOff x="834847" y="3986225"/>
            <a:chExt cx="4863997" cy="1135856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6D00003-ED60-4005-A6E2-BBA62ACF39D7}"/>
                </a:ext>
              </a:extLst>
            </p:cNvPr>
            <p:cNvSpPr/>
            <p:nvPr/>
          </p:nvSpPr>
          <p:spPr bwMode="auto">
            <a:xfrm>
              <a:off x="834847" y="3986225"/>
              <a:ext cx="4863997" cy="1135856"/>
            </a:xfrm>
            <a:custGeom>
              <a:avLst/>
              <a:gdLst>
                <a:gd name="T0" fmla="*/ 1676 w 1993"/>
                <a:gd name="T1" fmla="*/ 302 h 601"/>
                <a:gd name="T2" fmla="*/ 1714 w 1993"/>
                <a:gd name="T3" fmla="*/ 156 h 601"/>
                <a:gd name="T4" fmla="*/ 1822 w 1993"/>
                <a:gd name="T5" fmla="*/ 104 h 601"/>
                <a:gd name="T6" fmla="*/ 1887 w 1993"/>
                <a:gd name="T7" fmla="*/ 115 h 601"/>
                <a:gd name="T8" fmla="*/ 1953 w 1993"/>
                <a:gd name="T9" fmla="*/ 142 h 601"/>
                <a:gd name="T10" fmla="*/ 1993 w 1993"/>
                <a:gd name="T11" fmla="*/ 42 h 601"/>
                <a:gd name="T12" fmla="*/ 1822 w 1993"/>
                <a:gd name="T13" fmla="*/ 0 h 601"/>
                <a:gd name="T14" fmla="*/ 1677 w 1993"/>
                <a:gd name="T15" fmla="*/ 37 h 601"/>
                <a:gd name="T16" fmla="*/ 1582 w 1993"/>
                <a:gd name="T17" fmla="*/ 140 h 601"/>
                <a:gd name="T18" fmla="*/ 1582 w 1993"/>
                <a:gd name="T19" fmla="*/ 5 h 601"/>
                <a:gd name="T20" fmla="*/ 0 w 1993"/>
                <a:gd name="T21" fmla="*/ 5 h 601"/>
                <a:gd name="T22" fmla="*/ 0 w 1993"/>
                <a:gd name="T23" fmla="*/ 596 h 601"/>
                <a:gd name="T24" fmla="*/ 1582 w 1993"/>
                <a:gd name="T25" fmla="*/ 596 h 601"/>
                <a:gd name="T26" fmla="*/ 1582 w 1993"/>
                <a:gd name="T27" fmla="*/ 472 h 601"/>
                <a:gd name="T28" fmla="*/ 1616 w 1993"/>
                <a:gd name="T29" fmla="*/ 524 h 601"/>
                <a:gd name="T30" fmla="*/ 1811 w 1993"/>
                <a:gd name="T31" fmla="*/ 601 h 601"/>
                <a:gd name="T32" fmla="*/ 1971 w 1993"/>
                <a:gd name="T33" fmla="*/ 571 h 601"/>
                <a:gd name="T34" fmla="*/ 1971 w 1993"/>
                <a:gd name="T35" fmla="*/ 467 h 601"/>
                <a:gd name="T36" fmla="*/ 1822 w 1993"/>
                <a:gd name="T37" fmla="*/ 498 h 601"/>
                <a:gd name="T38" fmla="*/ 1676 w 1993"/>
                <a:gd name="T39" fmla="*/ 302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92" h="601">
                  <a:moveTo>
                    <a:pt x="1676" y="302"/>
                  </a:moveTo>
                  <a:cubicBezTo>
                    <a:pt x="1676" y="240"/>
                    <a:pt x="1688" y="191"/>
                    <a:pt x="1714" y="156"/>
                  </a:cubicBezTo>
                  <a:cubicBezTo>
                    <a:pt x="1740" y="121"/>
                    <a:pt x="1776" y="104"/>
                    <a:pt x="1822" y="104"/>
                  </a:cubicBezTo>
                  <a:cubicBezTo>
                    <a:pt x="1844" y="104"/>
                    <a:pt x="1865" y="107"/>
                    <a:pt x="1887" y="115"/>
                  </a:cubicBezTo>
                  <a:cubicBezTo>
                    <a:pt x="1909" y="123"/>
                    <a:pt x="1931" y="132"/>
                    <a:pt x="1953" y="142"/>
                  </a:cubicBezTo>
                  <a:cubicBezTo>
                    <a:pt x="1993" y="42"/>
                    <a:pt x="1993" y="42"/>
                    <a:pt x="1993" y="42"/>
                  </a:cubicBezTo>
                  <a:cubicBezTo>
                    <a:pt x="1936" y="14"/>
                    <a:pt x="1879" y="0"/>
                    <a:pt x="1822" y="0"/>
                  </a:cubicBezTo>
                  <a:cubicBezTo>
                    <a:pt x="1767" y="0"/>
                    <a:pt x="1718" y="13"/>
                    <a:pt x="1677" y="37"/>
                  </a:cubicBezTo>
                  <a:cubicBezTo>
                    <a:pt x="1636" y="61"/>
                    <a:pt x="1604" y="96"/>
                    <a:pt x="1582" y="140"/>
                  </a:cubicBezTo>
                  <a:cubicBezTo>
                    <a:pt x="1582" y="5"/>
                    <a:pt x="1582" y="5"/>
                    <a:pt x="1582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96"/>
                    <a:pt x="0" y="596"/>
                    <a:pt x="0" y="596"/>
                  </a:cubicBezTo>
                  <a:cubicBezTo>
                    <a:pt x="1582" y="596"/>
                    <a:pt x="1582" y="596"/>
                    <a:pt x="1582" y="596"/>
                  </a:cubicBezTo>
                  <a:cubicBezTo>
                    <a:pt x="1582" y="472"/>
                    <a:pt x="1582" y="472"/>
                    <a:pt x="1582" y="472"/>
                  </a:cubicBezTo>
                  <a:cubicBezTo>
                    <a:pt x="1592" y="491"/>
                    <a:pt x="1603" y="509"/>
                    <a:pt x="1616" y="524"/>
                  </a:cubicBezTo>
                  <a:cubicBezTo>
                    <a:pt x="1661" y="575"/>
                    <a:pt x="1726" y="601"/>
                    <a:pt x="1811" y="601"/>
                  </a:cubicBezTo>
                  <a:cubicBezTo>
                    <a:pt x="1870" y="601"/>
                    <a:pt x="1923" y="591"/>
                    <a:pt x="1971" y="571"/>
                  </a:cubicBezTo>
                  <a:cubicBezTo>
                    <a:pt x="1971" y="467"/>
                    <a:pt x="1971" y="467"/>
                    <a:pt x="1971" y="467"/>
                  </a:cubicBezTo>
                  <a:cubicBezTo>
                    <a:pt x="1913" y="488"/>
                    <a:pt x="1863" y="498"/>
                    <a:pt x="1822" y="498"/>
                  </a:cubicBezTo>
                  <a:cubicBezTo>
                    <a:pt x="1725" y="498"/>
                    <a:pt x="1676" y="433"/>
                    <a:pt x="1676" y="302"/>
                  </a:cubicBezTo>
                  <a:close/>
                </a:path>
              </a:pathLst>
            </a:custGeom>
            <a:solidFill>
              <a:srgbClr val="E2087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55080F8A-2090-48E0-9D15-D0407B7C943C}"/>
                </a:ext>
              </a:extLst>
            </p:cNvPr>
            <p:cNvSpPr txBox="1"/>
            <p:nvPr/>
          </p:nvSpPr>
          <p:spPr>
            <a:xfrm>
              <a:off x="1596879" y="4467310"/>
              <a:ext cx="32737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1600" b="1">
                  <a:solidFill>
                    <a:prstClr val="white"/>
                  </a:solidFill>
                  <a:cs typeface="+mn-ea"/>
                  <a:sym typeface="+mn-lt"/>
                </a:rPr>
                <a:t>请您此处添加合适的文字说明</a:t>
              </a:r>
              <a:endParaRPr lang="en-US" altLang="zh-CN" sz="1050" b="1">
                <a:solidFill>
                  <a:srgbClr val="F6F8F8"/>
                </a:solidFill>
                <a:cs typeface="+mn-ea"/>
                <a:sym typeface="+mn-lt"/>
              </a:endParaRPr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016EB623-25D9-4EE4-9A6C-36E518FBF7CC}"/>
                </a:ext>
              </a:extLst>
            </p:cNvPr>
            <p:cNvSpPr txBox="1"/>
            <p:nvPr/>
          </p:nvSpPr>
          <p:spPr>
            <a:xfrm>
              <a:off x="1628197" y="4073560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zh-CN" altLang="en-US" sz="2000" b="1">
                  <a:solidFill>
                    <a:srgbClr val="F6F8F8"/>
                  </a:solidFill>
                  <a:cs typeface="+mn-ea"/>
                  <a:sym typeface="+mn-lt"/>
                </a:rPr>
                <a:t>添加标题</a:t>
              </a:r>
              <a:endParaRPr lang="id-ID" altLang="zh-CN" sz="2000" b="1">
                <a:solidFill>
                  <a:srgbClr val="F6F8F8"/>
                </a:solidFill>
                <a:cs typeface="+mn-ea"/>
                <a:sym typeface="+mn-lt"/>
              </a:endParaRPr>
            </a:p>
          </p:txBody>
        </p:sp>
        <p:grpSp>
          <p:nvGrpSpPr>
            <p:cNvPr id="26" name="Group 26">
              <a:extLst>
                <a:ext uri="{FF2B5EF4-FFF2-40B4-BE49-F238E27FC236}">
                  <a16:creationId xmlns:a16="http://schemas.microsoft.com/office/drawing/2014/main" id="{C0C99F1C-F584-4D37-A0D7-0EB319FD7B30}"/>
                </a:ext>
              </a:extLst>
            </p:cNvPr>
            <p:cNvGrpSpPr/>
            <p:nvPr/>
          </p:nvGrpSpPr>
          <p:grpSpPr>
            <a:xfrm>
              <a:off x="1026420" y="4269443"/>
              <a:ext cx="465346" cy="544729"/>
              <a:chOff x="6980238" y="-342900"/>
              <a:chExt cx="1150937" cy="1311275"/>
            </a:xfrm>
            <a:solidFill>
              <a:schemeClr val="bg1"/>
            </a:solidFill>
          </p:grpSpPr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id="{66472AFB-09A5-4B6F-8394-C86197C568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80238" y="-342900"/>
                <a:ext cx="1150937" cy="1311275"/>
              </a:xfrm>
              <a:custGeom>
                <a:avLst/>
                <a:gdLst>
                  <a:gd name="T0" fmla="*/ 152 w 304"/>
                  <a:gd name="T1" fmla="*/ 0 h 347"/>
                  <a:gd name="T2" fmla="*/ 0 w 304"/>
                  <a:gd name="T3" fmla="*/ 71 h 347"/>
                  <a:gd name="T4" fmla="*/ 0 w 304"/>
                  <a:gd name="T5" fmla="*/ 277 h 347"/>
                  <a:gd name="T6" fmla="*/ 152 w 304"/>
                  <a:gd name="T7" fmla="*/ 347 h 347"/>
                  <a:gd name="T8" fmla="*/ 304 w 304"/>
                  <a:gd name="T9" fmla="*/ 277 h 347"/>
                  <a:gd name="T10" fmla="*/ 304 w 304"/>
                  <a:gd name="T11" fmla="*/ 71 h 347"/>
                  <a:gd name="T12" fmla="*/ 152 w 304"/>
                  <a:gd name="T13" fmla="*/ 0 h 347"/>
                  <a:gd name="T14" fmla="*/ 282 w 304"/>
                  <a:gd name="T15" fmla="*/ 277 h 347"/>
                  <a:gd name="T16" fmla="*/ 152 w 304"/>
                  <a:gd name="T17" fmla="*/ 326 h 347"/>
                  <a:gd name="T18" fmla="*/ 22 w 304"/>
                  <a:gd name="T19" fmla="*/ 277 h 347"/>
                  <a:gd name="T20" fmla="*/ 22 w 304"/>
                  <a:gd name="T21" fmla="*/ 236 h 347"/>
                  <a:gd name="T22" fmla="*/ 152 w 304"/>
                  <a:gd name="T23" fmla="*/ 271 h 347"/>
                  <a:gd name="T24" fmla="*/ 282 w 304"/>
                  <a:gd name="T25" fmla="*/ 236 h 347"/>
                  <a:gd name="T26" fmla="*/ 282 w 304"/>
                  <a:gd name="T27" fmla="*/ 277 h 347"/>
                  <a:gd name="T28" fmla="*/ 282 w 304"/>
                  <a:gd name="T29" fmla="*/ 212 h 347"/>
                  <a:gd name="T30" fmla="*/ 282 w 304"/>
                  <a:gd name="T31" fmla="*/ 212 h 347"/>
                  <a:gd name="T32" fmla="*/ 282 w 304"/>
                  <a:gd name="T33" fmla="*/ 212 h 347"/>
                  <a:gd name="T34" fmla="*/ 152 w 304"/>
                  <a:gd name="T35" fmla="*/ 261 h 347"/>
                  <a:gd name="T36" fmla="*/ 22 w 304"/>
                  <a:gd name="T37" fmla="*/ 212 h 347"/>
                  <a:gd name="T38" fmla="*/ 22 w 304"/>
                  <a:gd name="T39" fmla="*/ 212 h 347"/>
                  <a:gd name="T40" fmla="*/ 22 w 304"/>
                  <a:gd name="T41" fmla="*/ 212 h 347"/>
                  <a:gd name="T42" fmla="*/ 22 w 304"/>
                  <a:gd name="T43" fmla="*/ 171 h 347"/>
                  <a:gd name="T44" fmla="*/ 152 w 304"/>
                  <a:gd name="T45" fmla="*/ 206 h 347"/>
                  <a:gd name="T46" fmla="*/ 282 w 304"/>
                  <a:gd name="T47" fmla="*/ 171 h 347"/>
                  <a:gd name="T48" fmla="*/ 282 w 304"/>
                  <a:gd name="T49" fmla="*/ 212 h 347"/>
                  <a:gd name="T50" fmla="*/ 282 w 304"/>
                  <a:gd name="T51" fmla="*/ 147 h 347"/>
                  <a:gd name="T52" fmla="*/ 282 w 304"/>
                  <a:gd name="T53" fmla="*/ 147 h 347"/>
                  <a:gd name="T54" fmla="*/ 282 w 304"/>
                  <a:gd name="T55" fmla="*/ 147 h 347"/>
                  <a:gd name="T56" fmla="*/ 152 w 304"/>
                  <a:gd name="T57" fmla="*/ 195 h 347"/>
                  <a:gd name="T58" fmla="*/ 22 w 304"/>
                  <a:gd name="T59" fmla="*/ 147 h 347"/>
                  <a:gd name="T60" fmla="*/ 22 w 304"/>
                  <a:gd name="T61" fmla="*/ 147 h 347"/>
                  <a:gd name="T62" fmla="*/ 22 w 304"/>
                  <a:gd name="T63" fmla="*/ 147 h 347"/>
                  <a:gd name="T64" fmla="*/ 22 w 304"/>
                  <a:gd name="T65" fmla="*/ 109 h 347"/>
                  <a:gd name="T66" fmla="*/ 152 w 304"/>
                  <a:gd name="T67" fmla="*/ 141 h 347"/>
                  <a:gd name="T68" fmla="*/ 282 w 304"/>
                  <a:gd name="T69" fmla="*/ 109 h 347"/>
                  <a:gd name="T70" fmla="*/ 282 w 304"/>
                  <a:gd name="T71" fmla="*/ 147 h 347"/>
                  <a:gd name="T72" fmla="*/ 152 w 304"/>
                  <a:gd name="T73" fmla="*/ 119 h 347"/>
                  <a:gd name="T74" fmla="*/ 22 w 304"/>
                  <a:gd name="T75" fmla="*/ 71 h 347"/>
                  <a:gd name="T76" fmla="*/ 152 w 304"/>
                  <a:gd name="T77" fmla="*/ 22 h 347"/>
                  <a:gd name="T78" fmla="*/ 282 w 304"/>
                  <a:gd name="T79" fmla="*/ 71 h 347"/>
                  <a:gd name="T80" fmla="*/ 152 w 304"/>
                  <a:gd name="T81" fmla="*/ 119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04" h="347">
                    <a:moveTo>
                      <a:pt x="152" y="0"/>
                    </a:moveTo>
                    <a:cubicBezTo>
                      <a:pt x="79" y="0"/>
                      <a:pt x="0" y="22"/>
                      <a:pt x="0" y="71"/>
                    </a:cubicBezTo>
                    <a:cubicBezTo>
                      <a:pt x="0" y="277"/>
                      <a:pt x="0" y="277"/>
                      <a:pt x="0" y="277"/>
                    </a:cubicBezTo>
                    <a:cubicBezTo>
                      <a:pt x="0" y="325"/>
                      <a:pt x="79" y="347"/>
                      <a:pt x="152" y="347"/>
                    </a:cubicBezTo>
                    <a:cubicBezTo>
                      <a:pt x="225" y="347"/>
                      <a:pt x="304" y="325"/>
                      <a:pt x="304" y="277"/>
                    </a:cubicBezTo>
                    <a:cubicBezTo>
                      <a:pt x="304" y="71"/>
                      <a:pt x="304" y="71"/>
                      <a:pt x="304" y="71"/>
                    </a:cubicBezTo>
                    <a:cubicBezTo>
                      <a:pt x="304" y="22"/>
                      <a:pt x="225" y="0"/>
                      <a:pt x="152" y="0"/>
                    </a:cubicBezTo>
                    <a:close/>
                    <a:moveTo>
                      <a:pt x="282" y="277"/>
                    </a:moveTo>
                    <a:cubicBezTo>
                      <a:pt x="282" y="304"/>
                      <a:pt x="224" y="326"/>
                      <a:pt x="152" y="326"/>
                    </a:cubicBezTo>
                    <a:cubicBezTo>
                      <a:pt x="80" y="326"/>
                      <a:pt x="22" y="304"/>
                      <a:pt x="22" y="277"/>
                    </a:cubicBezTo>
                    <a:cubicBezTo>
                      <a:pt x="22" y="236"/>
                      <a:pt x="22" y="236"/>
                      <a:pt x="22" y="236"/>
                    </a:cubicBezTo>
                    <a:cubicBezTo>
                      <a:pt x="44" y="259"/>
                      <a:pt x="98" y="271"/>
                      <a:pt x="152" y="271"/>
                    </a:cubicBezTo>
                    <a:cubicBezTo>
                      <a:pt x="206" y="271"/>
                      <a:pt x="260" y="259"/>
                      <a:pt x="282" y="236"/>
                    </a:cubicBezTo>
                    <a:lnTo>
                      <a:pt x="282" y="277"/>
                    </a:lnTo>
                    <a:close/>
                    <a:moveTo>
                      <a:pt x="282" y="212"/>
                    </a:moveTo>
                    <a:cubicBezTo>
                      <a:pt x="282" y="212"/>
                      <a:pt x="282" y="212"/>
                      <a:pt x="282" y="212"/>
                    </a:cubicBezTo>
                    <a:cubicBezTo>
                      <a:pt x="282" y="212"/>
                      <a:pt x="282" y="212"/>
                      <a:pt x="282" y="212"/>
                    </a:cubicBezTo>
                    <a:cubicBezTo>
                      <a:pt x="282" y="239"/>
                      <a:pt x="224" y="261"/>
                      <a:pt x="152" y="261"/>
                    </a:cubicBezTo>
                    <a:cubicBezTo>
                      <a:pt x="80" y="261"/>
                      <a:pt x="22" y="239"/>
                      <a:pt x="22" y="212"/>
                    </a:cubicBezTo>
                    <a:cubicBezTo>
                      <a:pt x="22" y="212"/>
                      <a:pt x="22" y="212"/>
                      <a:pt x="22" y="212"/>
                    </a:cubicBezTo>
                    <a:cubicBezTo>
                      <a:pt x="22" y="212"/>
                      <a:pt x="22" y="212"/>
                      <a:pt x="22" y="212"/>
                    </a:cubicBezTo>
                    <a:cubicBezTo>
                      <a:pt x="22" y="171"/>
                      <a:pt x="22" y="171"/>
                      <a:pt x="22" y="171"/>
                    </a:cubicBezTo>
                    <a:cubicBezTo>
                      <a:pt x="44" y="194"/>
                      <a:pt x="98" y="206"/>
                      <a:pt x="152" y="206"/>
                    </a:cubicBezTo>
                    <a:cubicBezTo>
                      <a:pt x="206" y="206"/>
                      <a:pt x="260" y="194"/>
                      <a:pt x="282" y="171"/>
                    </a:cubicBezTo>
                    <a:lnTo>
                      <a:pt x="282" y="212"/>
                    </a:lnTo>
                    <a:close/>
                    <a:moveTo>
                      <a:pt x="282" y="147"/>
                    </a:moveTo>
                    <a:cubicBezTo>
                      <a:pt x="282" y="147"/>
                      <a:pt x="282" y="147"/>
                      <a:pt x="282" y="147"/>
                    </a:cubicBezTo>
                    <a:cubicBezTo>
                      <a:pt x="282" y="147"/>
                      <a:pt x="282" y="147"/>
                      <a:pt x="282" y="147"/>
                    </a:cubicBezTo>
                    <a:cubicBezTo>
                      <a:pt x="282" y="174"/>
                      <a:pt x="224" y="195"/>
                      <a:pt x="152" y="195"/>
                    </a:cubicBezTo>
                    <a:cubicBezTo>
                      <a:pt x="80" y="195"/>
                      <a:pt x="22" y="174"/>
                      <a:pt x="22" y="147"/>
                    </a:cubicBezTo>
                    <a:cubicBezTo>
                      <a:pt x="22" y="147"/>
                      <a:pt x="22" y="147"/>
                      <a:pt x="22" y="147"/>
                    </a:cubicBezTo>
                    <a:cubicBezTo>
                      <a:pt x="22" y="147"/>
                      <a:pt x="22" y="147"/>
                      <a:pt x="22" y="147"/>
                    </a:cubicBezTo>
                    <a:cubicBezTo>
                      <a:pt x="22" y="109"/>
                      <a:pt x="22" y="109"/>
                      <a:pt x="22" y="109"/>
                    </a:cubicBezTo>
                    <a:cubicBezTo>
                      <a:pt x="50" y="131"/>
                      <a:pt x="102" y="141"/>
                      <a:pt x="152" y="141"/>
                    </a:cubicBezTo>
                    <a:cubicBezTo>
                      <a:pt x="202" y="141"/>
                      <a:pt x="254" y="131"/>
                      <a:pt x="282" y="109"/>
                    </a:cubicBezTo>
                    <a:lnTo>
                      <a:pt x="282" y="147"/>
                    </a:lnTo>
                    <a:close/>
                    <a:moveTo>
                      <a:pt x="152" y="119"/>
                    </a:moveTo>
                    <a:cubicBezTo>
                      <a:pt x="80" y="119"/>
                      <a:pt x="22" y="98"/>
                      <a:pt x="22" y="71"/>
                    </a:cubicBezTo>
                    <a:cubicBezTo>
                      <a:pt x="22" y="44"/>
                      <a:pt x="80" y="22"/>
                      <a:pt x="152" y="22"/>
                    </a:cubicBezTo>
                    <a:cubicBezTo>
                      <a:pt x="224" y="22"/>
                      <a:pt x="282" y="44"/>
                      <a:pt x="282" y="71"/>
                    </a:cubicBezTo>
                    <a:cubicBezTo>
                      <a:pt x="282" y="98"/>
                      <a:pt x="224" y="119"/>
                      <a:pt x="152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" name="Oval 31">
                <a:extLst>
                  <a:ext uri="{FF2B5EF4-FFF2-40B4-BE49-F238E27FC236}">
                    <a16:creationId xmlns:a16="http://schemas.microsoft.com/office/drawing/2014/main" id="{19F6090F-6A04-4D45-BADD-CE967A67F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85113" y="681038"/>
                <a:ext cx="82550" cy="841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" name="Oval 32">
                <a:extLst>
                  <a:ext uri="{FF2B5EF4-FFF2-40B4-BE49-F238E27FC236}">
                    <a16:creationId xmlns:a16="http://schemas.microsoft.com/office/drawing/2014/main" id="{83952A7F-E35C-4EB4-AA10-3D7BF1B630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85113" y="434975"/>
                <a:ext cx="82550" cy="841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" name="Oval 33">
                <a:extLst>
                  <a:ext uri="{FF2B5EF4-FFF2-40B4-BE49-F238E27FC236}">
                    <a16:creationId xmlns:a16="http://schemas.microsoft.com/office/drawing/2014/main" id="{E8184D76-60E6-4069-ACF0-4B6A38593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85113" y="190500"/>
                <a:ext cx="82550" cy="825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F818BEC-CA75-4E01-9F16-838919DC2FD7}"/>
              </a:ext>
            </a:extLst>
          </p:cNvPr>
          <p:cNvGrpSpPr/>
          <p:nvPr/>
        </p:nvGrpSpPr>
        <p:grpSpPr>
          <a:xfrm>
            <a:off x="6511624" y="2081800"/>
            <a:ext cx="4617515" cy="1116766"/>
            <a:chOff x="6511624" y="2081800"/>
            <a:chExt cx="4617515" cy="1116766"/>
          </a:xfrm>
        </p:grpSpPr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CFB368C7-C6FC-4795-96D3-681E2D86C9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11624" y="2081800"/>
              <a:ext cx="4617515" cy="1116766"/>
            </a:xfrm>
            <a:custGeom>
              <a:avLst/>
              <a:gdLst>
                <a:gd name="T0" fmla="*/ 1976 w 2001"/>
                <a:gd name="T1" fmla="*/ 328 h 591"/>
                <a:gd name="T2" fmla="*/ 1896 w 2001"/>
                <a:gd name="T3" fmla="*/ 281 h 591"/>
                <a:gd name="T4" fmla="*/ 1896 w 2001"/>
                <a:gd name="T5" fmla="*/ 277 h 591"/>
                <a:gd name="T6" fmla="*/ 1962 w 2001"/>
                <a:gd name="T7" fmla="*/ 237 h 591"/>
                <a:gd name="T8" fmla="*/ 1986 w 2001"/>
                <a:gd name="T9" fmla="*/ 151 h 591"/>
                <a:gd name="T10" fmla="*/ 1930 w 2001"/>
                <a:gd name="T11" fmla="*/ 39 h 591"/>
                <a:gd name="T12" fmla="*/ 1750 w 2001"/>
                <a:gd name="T13" fmla="*/ 3 h 591"/>
                <a:gd name="T14" fmla="*/ 1582 w 2001"/>
                <a:gd name="T15" fmla="*/ 3 h 591"/>
                <a:gd name="T16" fmla="*/ 1582 w 2001"/>
                <a:gd name="T17" fmla="*/ 0 h 591"/>
                <a:gd name="T18" fmla="*/ 0 w 2001"/>
                <a:gd name="T19" fmla="*/ 0 h 591"/>
                <a:gd name="T20" fmla="*/ 0 w 2001"/>
                <a:gd name="T21" fmla="*/ 591 h 591"/>
                <a:gd name="T22" fmla="*/ 1582 w 2001"/>
                <a:gd name="T23" fmla="*/ 591 h 591"/>
                <a:gd name="T24" fmla="*/ 1582 w 2001"/>
                <a:gd name="T25" fmla="*/ 587 h 591"/>
                <a:gd name="T26" fmla="*/ 1787 w 2001"/>
                <a:gd name="T27" fmla="*/ 587 h 591"/>
                <a:gd name="T28" fmla="*/ 1943 w 2001"/>
                <a:gd name="T29" fmla="*/ 543 h 591"/>
                <a:gd name="T30" fmla="*/ 2001 w 2001"/>
                <a:gd name="T31" fmla="*/ 418 h 591"/>
                <a:gd name="T32" fmla="*/ 1976 w 2001"/>
                <a:gd name="T33" fmla="*/ 328 h 591"/>
                <a:gd name="T34" fmla="*/ 1692 w 2001"/>
                <a:gd name="T35" fmla="*/ 105 h 591"/>
                <a:gd name="T36" fmla="*/ 1757 w 2001"/>
                <a:gd name="T37" fmla="*/ 105 h 591"/>
                <a:gd name="T38" fmla="*/ 1835 w 2001"/>
                <a:gd name="T39" fmla="*/ 119 h 591"/>
                <a:gd name="T40" fmla="*/ 1859 w 2001"/>
                <a:gd name="T41" fmla="*/ 167 h 591"/>
                <a:gd name="T42" fmla="*/ 1837 w 2001"/>
                <a:gd name="T43" fmla="*/ 219 h 591"/>
                <a:gd name="T44" fmla="*/ 1764 w 2001"/>
                <a:gd name="T45" fmla="*/ 235 h 591"/>
                <a:gd name="T46" fmla="*/ 1692 w 2001"/>
                <a:gd name="T47" fmla="*/ 235 h 591"/>
                <a:gd name="T48" fmla="*/ 1692 w 2001"/>
                <a:gd name="T49" fmla="*/ 105 h 591"/>
                <a:gd name="T50" fmla="*/ 1848 w 2001"/>
                <a:gd name="T51" fmla="*/ 465 h 591"/>
                <a:gd name="T52" fmla="*/ 1773 w 2001"/>
                <a:gd name="T53" fmla="*/ 485 h 591"/>
                <a:gd name="T54" fmla="*/ 1692 w 2001"/>
                <a:gd name="T55" fmla="*/ 485 h 591"/>
                <a:gd name="T56" fmla="*/ 1692 w 2001"/>
                <a:gd name="T57" fmla="*/ 333 h 591"/>
                <a:gd name="T58" fmla="*/ 1769 w 2001"/>
                <a:gd name="T59" fmla="*/ 333 h 591"/>
                <a:gd name="T60" fmla="*/ 1872 w 2001"/>
                <a:gd name="T61" fmla="*/ 406 h 591"/>
                <a:gd name="T62" fmla="*/ 1848 w 2001"/>
                <a:gd name="T63" fmla="*/ 465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001" h="591">
                  <a:moveTo>
                    <a:pt x="1976" y="328"/>
                  </a:moveTo>
                  <a:cubicBezTo>
                    <a:pt x="1960" y="305"/>
                    <a:pt x="1933" y="290"/>
                    <a:pt x="1896" y="281"/>
                  </a:cubicBezTo>
                  <a:cubicBezTo>
                    <a:pt x="1896" y="277"/>
                    <a:pt x="1896" y="277"/>
                    <a:pt x="1896" y="277"/>
                  </a:cubicBezTo>
                  <a:cubicBezTo>
                    <a:pt x="1924" y="273"/>
                    <a:pt x="1945" y="259"/>
                    <a:pt x="1962" y="237"/>
                  </a:cubicBezTo>
                  <a:cubicBezTo>
                    <a:pt x="1978" y="215"/>
                    <a:pt x="1986" y="186"/>
                    <a:pt x="1986" y="151"/>
                  </a:cubicBezTo>
                  <a:cubicBezTo>
                    <a:pt x="1986" y="100"/>
                    <a:pt x="1968" y="62"/>
                    <a:pt x="1930" y="39"/>
                  </a:cubicBezTo>
                  <a:cubicBezTo>
                    <a:pt x="1893" y="15"/>
                    <a:pt x="1833" y="3"/>
                    <a:pt x="1750" y="3"/>
                  </a:cubicBezTo>
                  <a:cubicBezTo>
                    <a:pt x="1582" y="3"/>
                    <a:pt x="1582" y="3"/>
                    <a:pt x="1582" y="3"/>
                  </a:cubicBezTo>
                  <a:cubicBezTo>
                    <a:pt x="1582" y="0"/>
                    <a:pt x="1582" y="0"/>
                    <a:pt x="158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91"/>
                    <a:pt x="0" y="591"/>
                    <a:pt x="0" y="591"/>
                  </a:cubicBezTo>
                  <a:cubicBezTo>
                    <a:pt x="1582" y="591"/>
                    <a:pt x="1582" y="591"/>
                    <a:pt x="1582" y="591"/>
                  </a:cubicBezTo>
                  <a:cubicBezTo>
                    <a:pt x="1582" y="587"/>
                    <a:pt x="1582" y="587"/>
                    <a:pt x="1582" y="587"/>
                  </a:cubicBezTo>
                  <a:cubicBezTo>
                    <a:pt x="1787" y="587"/>
                    <a:pt x="1787" y="587"/>
                    <a:pt x="1787" y="587"/>
                  </a:cubicBezTo>
                  <a:cubicBezTo>
                    <a:pt x="1853" y="587"/>
                    <a:pt x="1905" y="572"/>
                    <a:pt x="1943" y="543"/>
                  </a:cubicBezTo>
                  <a:cubicBezTo>
                    <a:pt x="1982" y="513"/>
                    <a:pt x="2001" y="471"/>
                    <a:pt x="2001" y="418"/>
                  </a:cubicBezTo>
                  <a:cubicBezTo>
                    <a:pt x="2001" y="380"/>
                    <a:pt x="1993" y="350"/>
                    <a:pt x="1976" y="328"/>
                  </a:cubicBezTo>
                  <a:close/>
                  <a:moveTo>
                    <a:pt x="1692" y="105"/>
                  </a:moveTo>
                  <a:cubicBezTo>
                    <a:pt x="1757" y="105"/>
                    <a:pt x="1757" y="105"/>
                    <a:pt x="1757" y="105"/>
                  </a:cubicBezTo>
                  <a:cubicBezTo>
                    <a:pt x="1792" y="105"/>
                    <a:pt x="1818" y="110"/>
                    <a:pt x="1835" y="119"/>
                  </a:cubicBezTo>
                  <a:cubicBezTo>
                    <a:pt x="1851" y="129"/>
                    <a:pt x="1859" y="145"/>
                    <a:pt x="1859" y="167"/>
                  </a:cubicBezTo>
                  <a:cubicBezTo>
                    <a:pt x="1859" y="191"/>
                    <a:pt x="1852" y="209"/>
                    <a:pt x="1837" y="219"/>
                  </a:cubicBezTo>
                  <a:cubicBezTo>
                    <a:pt x="1822" y="229"/>
                    <a:pt x="1797" y="235"/>
                    <a:pt x="1764" y="235"/>
                  </a:cubicBezTo>
                  <a:cubicBezTo>
                    <a:pt x="1692" y="235"/>
                    <a:pt x="1692" y="235"/>
                    <a:pt x="1692" y="235"/>
                  </a:cubicBezTo>
                  <a:lnTo>
                    <a:pt x="1692" y="105"/>
                  </a:lnTo>
                  <a:close/>
                  <a:moveTo>
                    <a:pt x="1848" y="465"/>
                  </a:moveTo>
                  <a:cubicBezTo>
                    <a:pt x="1832" y="479"/>
                    <a:pt x="1807" y="485"/>
                    <a:pt x="1773" y="485"/>
                  </a:cubicBezTo>
                  <a:cubicBezTo>
                    <a:pt x="1692" y="485"/>
                    <a:pt x="1692" y="485"/>
                    <a:pt x="1692" y="485"/>
                  </a:cubicBezTo>
                  <a:cubicBezTo>
                    <a:pt x="1692" y="333"/>
                    <a:pt x="1692" y="333"/>
                    <a:pt x="1692" y="333"/>
                  </a:cubicBezTo>
                  <a:cubicBezTo>
                    <a:pt x="1769" y="333"/>
                    <a:pt x="1769" y="333"/>
                    <a:pt x="1769" y="333"/>
                  </a:cubicBezTo>
                  <a:cubicBezTo>
                    <a:pt x="1838" y="333"/>
                    <a:pt x="1872" y="357"/>
                    <a:pt x="1872" y="406"/>
                  </a:cubicBezTo>
                  <a:cubicBezTo>
                    <a:pt x="1872" y="432"/>
                    <a:pt x="1864" y="452"/>
                    <a:pt x="1848" y="465"/>
                  </a:cubicBezTo>
                  <a:close/>
                </a:path>
              </a:pathLst>
            </a:custGeom>
            <a:solidFill>
              <a:srgbClr val="E2087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E2BEE1C-E94B-4511-8A0D-108B4FFD99FB}"/>
                </a:ext>
              </a:extLst>
            </p:cNvPr>
            <p:cNvSpPr txBox="1"/>
            <p:nvPr/>
          </p:nvSpPr>
          <p:spPr>
            <a:xfrm>
              <a:off x="7391830" y="2604182"/>
              <a:ext cx="32737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1600" b="1">
                  <a:solidFill>
                    <a:prstClr val="white"/>
                  </a:solidFill>
                  <a:cs typeface="+mn-ea"/>
                  <a:sym typeface="+mn-lt"/>
                </a:rPr>
                <a:t>请您此处添加合适的文字说明</a:t>
              </a:r>
              <a:endParaRPr lang="en-US" altLang="zh-CN" sz="1050" b="1">
                <a:solidFill>
                  <a:srgbClr val="F6F8F8"/>
                </a:solidFill>
                <a:cs typeface="+mn-ea"/>
                <a:sym typeface="+mn-lt"/>
              </a:endParaRP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EF168C5-ED1E-48B2-8455-5EED72817734}"/>
                </a:ext>
              </a:extLst>
            </p:cNvPr>
            <p:cNvSpPr txBox="1"/>
            <p:nvPr/>
          </p:nvSpPr>
          <p:spPr>
            <a:xfrm>
              <a:off x="7423148" y="2210432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zh-CN" altLang="en-US" sz="2000" b="1">
                  <a:solidFill>
                    <a:srgbClr val="F6F8F8"/>
                  </a:solidFill>
                  <a:cs typeface="+mn-ea"/>
                  <a:sym typeface="+mn-lt"/>
                </a:rPr>
                <a:t>添加标题</a:t>
              </a:r>
              <a:endParaRPr lang="id-ID" altLang="zh-CN" sz="2000" b="1">
                <a:solidFill>
                  <a:srgbClr val="F6F8F8"/>
                </a:solidFill>
                <a:cs typeface="+mn-ea"/>
                <a:sym typeface="+mn-lt"/>
              </a:endParaRPr>
            </a:p>
          </p:txBody>
        </p:sp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11414E9B-87B8-4317-BD60-2A53B56A1AB2}"/>
                </a:ext>
              </a:extLst>
            </p:cNvPr>
            <p:cNvGrpSpPr/>
            <p:nvPr/>
          </p:nvGrpSpPr>
          <p:grpSpPr>
            <a:xfrm>
              <a:off x="6787184" y="2455583"/>
              <a:ext cx="599791" cy="446348"/>
              <a:chOff x="8236208" y="2550087"/>
              <a:chExt cx="188218" cy="175580"/>
            </a:xfrm>
            <a:solidFill>
              <a:schemeClr val="bg1"/>
            </a:solidFill>
          </p:grpSpPr>
          <p:sp>
            <p:nvSpPr>
              <p:cNvPr id="32" name="Freeform 597">
                <a:extLst>
                  <a:ext uri="{FF2B5EF4-FFF2-40B4-BE49-F238E27FC236}">
                    <a16:creationId xmlns:a16="http://schemas.microsoft.com/office/drawing/2014/main" id="{75433C59-06F1-416B-BF61-C44F3E7930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36208" y="2550087"/>
                <a:ext cx="188218" cy="175580"/>
              </a:xfrm>
              <a:custGeom>
                <a:avLst/>
                <a:gdLst>
                  <a:gd name="T0" fmla="*/ 124 w 125"/>
                  <a:gd name="T1" fmla="*/ 19 h 121"/>
                  <a:gd name="T2" fmla="*/ 121 w 125"/>
                  <a:gd name="T3" fmla="*/ 17 h 121"/>
                  <a:gd name="T4" fmla="*/ 52 w 125"/>
                  <a:gd name="T5" fmla="*/ 1 h 121"/>
                  <a:gd name="T6" fmla="*/ 47 w 125"/>
                  <a:gd name="T7" fmla="*/ 4 h 121"/>
                  <a:gd name="T8" fmla="*/ 20 w 125"/>
                  <a:gd name="T9" fmla="*/ 70 h 121"/>
                  <a:gd name="T10" fmla="*/ 29 w 125"/>
                  <a:gd name="T11" fmla="*/ 74 h 121"/>
                  <a:gd name="T12" fmla="*/ 54 w 125"/>
                  <a:gd name="T13" fmla="*/ 10 h 121"/>
                  <a:gd name="T14" fmla="*/ 114 w 125"/>
                  <a:gd name="T15" fmla="*/ 25 h 121"/>
                  <a:gd name="T16" fmla="*/ 93 w 125"/>
                  <a:gd name="T17" fmla="*/ 84 h 121"/>
                  <a:gd name="T18" fmla="*/ 73 w 125"/>
                  <a:gd name="T19" fmla="*/ 112 h 121"/>
                  <a:gd name="T20" fmla="*/ 73 w 125"/>
                  <a:gd name="T21" fmla="*/ 112 h 121"/>
                  <a:gd name="T22" fmla="*/ 57 w 125"/>
                  <a:gd name="T23" fmla="*/ 93 h 121"/>
                  <a:gd name="T24" fmla="*/ 3 w 125"/>
                  <a:gd name="T25" fmla="*/ 71 h 121"/>
                  <a:gd name="T26" fmla="*/ 18 w 125"/>
                  <a:gd name="T27" fmla="*/ 101 h 121"/>
                  <a:gd name="T28" fmla="*/ 57 w 125"/>
                  <a:gd name="T29" fmla="*/ 119 h 121"/>
                  <a:gd name="T30" fmla="*/ 70 w 125"/>
                  <a:gd name="T31" fmla="*/ 121 h 121"/>
                  <a:gd name="T32" fmla="*/ 102 w 125"/>
                  <a:gd name="T33" fmla="*/ 87 h 121"/>
                  <a:gd name="T34" fmla="*/ 124 w 125"/>
                  <a:gd name="T35" fmla="*/ 23 h 121"/>
                  <a:gd name="T36" fmla="*/ 124 w 125"/>
                  <a:gd name="T37" fmla="*/ 19 h 121"/>
                  <a:gd name="T38" fmla="*/ 124 w 125"/>
                  <a:gd name="T39" fmla="*/ 19 h 121"/>
                  <a:gd name="T40" fmla="*/ 124 w 125"/>
                  <a:gd name="T41" fmla="*/ 19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5" h="120">
                    <a:moveTo>
                      <a:pt x="124" y="19"/>
                    </a:moveTo>
                    <a:cubicBezTo>
                      <a:pt x="123" y="18"/>
                      <a:pt x="122" y="17"/>
                      <a:pt x="121" y="17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0" y="0"/>
                      <a:pt x="47" y="1"/>
                      <a:pt x="47" y="4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54" y="10"/>
                      <a:pt x="54" y="10"/>
                      <a:pt x="54" y="10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110" y="37"/>
                      <a:pt x="101" y="61"/>
                      <a:pt x="93" y="84"/>
                    </a:cubicBezTo>
                    <a:cubicBezTo>
                      <a:pt x="85" y="103"/>
                      <a:pt x="81" y="110"/>
                      <a:pt x="73" y="112"/>
                    </a:cubicBezTo>
                    <a:cubicBezTo>
                      <a:pt x="73" y="112"/>
                      <a:pt x="73" y="112"/>
                      <a:pt x="73" y="112"/>
                    </a:cubicBezTo>
                    <a:cubicBezTo>
                      <a:pt x="56" y="114"/>
                      <a:pt x="57" y="93"/>
                      <a:pt x="57" y="93"/>
                    </a:cubicBezTo>
                    <a:cubicBezTo>
                      <a:pt x="3" y="71"/>
                      <a:pt x="3" y="71"/>
                      <a:pt x="3" y="71"/>
                    </a:cubicBezTo>
                    <a:cubicBezTo>
                      <a:pt x="0" y="95"/>
                      <a:pt x="18" y="101"/>
                      <a:pt x="18" y="101"/>
                    </a:cubicBezTo>
                    <a:cubicBezTo>
                      <a:pt x="57" y="119"/>
                      <a:pt x="57" y="119"/>
                      <a:pt x="57" y="119"/>
                    </a:cubicBezTo>
                    <a:cubicBezTo>
                      <a:pt x="57" y="119"/>
                      <a:pt x="63" y="121"/>
                      <a:pt x="70" y="121"/>
                    </a:cubicBezTo>
                    <a:cubicBezTo>
                      <a:pt x="87" y="121"/>
                      <a:pt x="94" y="108"/>
                      <a:pt x="102" y="87"/>
                    </a:cubicBezTo>
                    <a:cubicBezTo>
                      <a:pt x="113" y="57"/>
                      <a:pt x="124" y="24"/>
                      <a:pt x="124" y="23"/>
                    </a:cubicBezTo>
                    <a:cubicBezTo>
                      <a:pt x="125" y="22"/>
                      <a:pt x="125" y="21"/>
                      <a:pt x="124" y="19"/>
                    </a:cubicBezTo>
                    <a:close/>
                    <a:moveTo>
                      <a:pt x="124" y="19"/>
                    </a:moveTo>
                    <a:cubicBezTo>
                      <a:pt x="124" y="19"/>
                      <a:pt x="124" y="19"/>
                      <a:pt x="124" y="1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" name="Freeform 598">
                <a:extLst>
                  <a:ext uri="{FF2B5EF4-FFF2-40B4-BE49-F238E27FC236}">
                    <a16:creationId xmlns:a16="http://schemas.microsoft.com/office/drawing/2014/main" id="{9884FEE0-AC91-406A-8710-EF60072A0C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337556" y="2594679"/>
                <a:ext cx="46331" cy="25083"/>
              </a:xfrm>
              <a:custGeom>
                <a:avLst/>
                <a:gdLst>
                  <a:gd name="T0" fmla="*/ 25 w 31"/>
                  <a:gd name="T1" fmla="*/ 16 h 17"/>
                  <a:gd name="T2" fmla="*/ 26 w 31"/>
                  <a:gd name="T3" fmla="*/ 17 h 17"/>
                  <a:gd name="T4" fmla="*/ 30 w 31"/>
                  <a:gd name="T5" fmla="*/ 13 h 17"/>
                  <a:gd name="T6" fmla="*/ 27 w 31"/>
                  <a:gd name="T7" fmla="*/ 7 h 17"/>
                  <a:gd name="T8" fmla="*/ 7 w 31"/>
                  <a:gd name="T9" fmla="*/ 1 h 17"/>
                  <a:gd name="T10" fmla="*/ 1 w 31"/>
                  <a:gd name="T11" fmla="*/ 4 h 17"/>
                  <a:gd name="T12" fmla="*/ 4 w 31"/>
                  <a:gd name="T13" fmla="*/ 10 h 17"/>
                  <a:gd name="T14" fmla="*/ 25 w 31"/>
                  <a:gd name="T15" fmla="*/ 16 h 17"/>
                  <a:gd name="T16" fmla="*/ 25 w 31"/>
                  <a:gd name="T17" fmla="*/ 16 h 17"/>
                  <a:gd name="T18" fmla="*/ 25 w 31"/>
                  <a:gd name="T19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17">
                    <a:moveTo>
                      <a:pt x="25" y="16"/>
                    </a:moveTo>
                    <a:cubicBezTo>
                      <a:pt x="25" y="16"/>
                      <a:pt x="25" y="17"/>
                      <a:pt x="26" y="17"/>
                    </a:cubicBezTo>
                    <a:cubicBezTo>
                      <a:pt x="28" y="17"/>
                      <a:pt x="30" y="15"/>
                      <a:pt x="30" y="13"/>
                    </a:cubicBezTo>
                    <a:cubicBezTo>
                      <a:pt x="31" y="11"/>
                      <a:pt x="30" y="8"/>
                      <a:pt x="27" y="7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4" y="0"/>
                      <a:pt x="2" y="2"/>
                      <a:pt x="1" y="4"/>
                    </a:cubicBezTo>
                    <a:cubicBezTo>
                      <a:pt x="0" y="7"/>
                      <a:pt x="2" y="9"/>
                      <a:pt x="4" y="10"/>
                    </a:cubicBezTo>
                    <a:lnTo>
                      <a:pt x="25" y="16"/>
                    </a:lnTo>
                    <a:close/>
                    <a:moveTo>
                      <a:pt x="25" y="16"/>
                    </a:moveTo>
                    <a:cubicBezTo>
                      <a:pt x="25" y="16"/>
                      <a:pt x="25" y="16"/>
                      <a:pt x="25" y="1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" name="Freeform 599">
                <a:extLst>
                  <a:ext uri="{FF2B5EF4-FFF2-40B4-BE49-F238E27FC236}">
                    <a16:creationId xmlns:a16="http://schemas.microsoft.com/office/drawing/2014/main" id="{B24541DA-8323-4395-B96B-FC43302C27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325974" y="2622549"/>
                <a:ext cx="46331" cy="22296"/>
              </a:xfrm>
              <a:custGeom>
                <a:avLst/>
                <a:gdLst>
                  <a:gd name="T0" fmla="*/ 1 w 31"/>
                  <a:gd name="T1" fmla="*/ 4 h 17"/>
                  <a:gd name="T2" fmla="*/ 4 w 31"/>
                  <a:gd name="T3" fmla="*/ 10 h 17"/>
                  <a:gd name="T4" fmla="*/ 24 w 31"/>
                  <a:gd name="T5" fmla="*/ 17 h 17"/>
                  <a:gd name="T6" fmla="*/ 25 w 31"/>
                  <a:gd name="T7" fmla="*/ 17 h 17"/>
                  <a:gd name="T8" fmla="*/ 30 w 31"/>
                  <a:gd name="T9" fmla="*/ 14 h 17"/>
                  <a:gd name="T10" fmla="*/ 27 w 31"/>
                  <a:gd name="T11" fmla="*/ 8 h 17"/>
                  <a:gd name="T12" fmla="*/ 7 w 31"/>
                  <a:gd name="T13" fmla="*/ 1 h 17"/>
                  <a:gd name="T14" fmla="*/ 1 w 31"/>
                  <a:gd name="T15" fmla="*/ 4 h 17"/>
                  <a:gd name="T16" fmla="*/ 1 w 31"/>
                  <a:gd name="T17" fmla="*/ 4 h 17"/>
                  <a:gd name="T18" fmla="*/ 1 w 31"/>
                  <a:gd name="T19" fmla="*/ 4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17">
                    <a:moveTo>
                      <a:pt x="1" y="4"/>
                    </a:moveTo>
                    <a:cubicBezTo>
                      <a:pt x="0" y="7"/>
                      <a:pt x="1" y="9"/>
                      <a:pt x="4" y="10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7" y="17"/>
                      <a:pt x="29" y="16"/>
                      <a:pt x="30" y="14"/>
                    </a:cubicBezTo>
                    <a:cubicBezTo>
                      <a:pt x="31" y="12"/>
                      <a:pt x="29" y="9"/>
                      <a:pt x="27" y="8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4" y="0"/>
                      <a:pt x="2" y="2"/>
                      <a:pt x="1" y="4"/>
                    </a:cubicBezTo>
                    <a:close/>
                    <a:moveTo>
                      <a:pt x="1" y="4"/>
                    </a:moveTo>
                    <a:cubicBezTo>
                      <a:pt x="1" y="4"/>
                      <a:pt x="1" y="4"/>
                      <a:pt x="1" y="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" name="Freeform 600">
                <a:extLst>
                  <a:ext uri="{FF2B5EF4-FFF2-40B4-BE49-F238E27FC236}">
                    <a16:creationId xmlns:a16="http://schemas.microsoft.com/office/drawing/2014/main" id="{C6F40E9A-B0BF-4159-A492-A1D68E1220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314390" y="2650418"/>
                <a:ext cx="46331" cy="25083"/>
              </a:xfrm>
              <a:custGeom>
                <a:avLst/>
                <a:gdLst>
                  <a:gd name="T0" fmla="*/ 7 w 31"/>
                  <a:gd name="T1" fmla="*/ 1 h 17"/>
                  <a:gd name="T2" fmla="*/ 1 w 31"/>
                  <a:gd name="T3" fmla="*/ 4 h 17"/>
                  <a:gd name="T4" fmla="*/ 4 w 31"/>
                  <a:gd name="T5" fmla="*/ 10 h 17"/>
                  <a:gd name="T6" fmla="*/ 24 w 31"/>
                  <a:gd name="T7" fmla="*/ 17 h 17"/>
                  <a:gd name="T8" fmla="*/ 26 w 31"/>
                  <a:gd name="T9" fmla="*/ 17 h 17"/>
                  <a:gd name="T10" fmla="*/ 30 w 31"/>
                  <a:gd name="T11" fmla="*/ 14 h 17"/>
                  <a:gd name="T12" fmla="*/ 27 w 31"/>
                  <a:gd name="T13" fmla="*/ 8 h 17"/>
                  <a:gd name="T14" fmla="*/ 7 w 31"/>
                  <a:gd name="T15" fmla="*/ 1 h 17"/>
                  <a:gd name="T16" fmla="*/ 7 w 31"/>
                  <a:gd name="T17" fmla="*/ 1 h 17"/>
                  <a:gd name="T18" fmla="*/ 7 w 31"/>
                  <a:gd name="T19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17">
                    <a:moveTo>
                      <a:pt x="7" y="1"/>
                    </a:moveTo>
                    <a:cubicBezTo>
                      <a:pt x="5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10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7"/>
                      <a:pt x="25" y="17"/>
                      <a:pt x="26" y="17"/>
                    </a:cubicBezTo>
                    <a:cubicBezTo>
                      <a:pt x="28" y="17"/>
                      <a:pt x="30" y="16"/>
                      <a:pt x="30" y="14"/>
                    </a:cubicBezTo>
                    <a:cubicBezTo>
                      <a:pt x="31" y="11"/>
                      <a:pt x="30" y="9"/>
                      <a:pt x="27" y="8"/>
                    </a:cubicBezTo>
                    <a:lnTo>
                      <a:pt x="7" y="1"/>
                    </a:lnTo>
                    <a:close/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" name="Freeform 601">
                <a:extLst>
                  <a:ext uri="{FF2B5EF4-FFF2-40B4-BE49-F238E27FC236}">
                    <a16:creationId xmlns:a16="http://schemas.microsoft.com/office/drawing/2014/main" id="{26589FC7-9126-43C5-83E5-1CAA922F54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314390" y="2589106"/>
                <a:ext cx="17374" cy="13935"/>
              </a:xfrm>
              <a:custGeom>
                <a:avLst/>
                <a:gdLst>
                  <a:gd name="T0" fmla="*/ 5 w 11"/>
                  <a:gd name="T1" fmla="*/ 0 h 10"/>
                  <a:gd name="T2" fmla="*/ 11 w 11"/>
                  <a:gd name="T3" fmla="*/ 5 h 10"/>
                  <a:gd name="T4" fmla="*/ 5 w 11"/>
                  <a:gd name="T5" fmla="*/ 10 h 10"/>
                  <a:gd name="T6" fmla="*/ 0 w 11"/>
                  <a:gd name="T7" fmla="*/ 5 h 10"/>
                  <a:gd name="T8" fmla="*/ 5 w 11"/>
                  <a:gd name="T9" fmla="*/ 0 h 10"/>
                  <a:gd name="T10" fmla="*/ 5 w 11"/>
                  <a:gd name="T11" fmla="*/ 0 h 10"/>
                  <a:gd name="T12" fmla="*/ 5 w 11"/>
                  <a:gd name="T1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10">
                    <a:moveTo>
                      <a:pt x="5" y="0"/>
                    </a:moveTo>
                    <a:cubicBezTo>
                      <a:pt x="8" y="0"/>
                      <a:pt x="11" y="2"/>
                      <a:pt x="11" y="5"/>
                    </a:cubicBezTo>
                    <a:cubicBezTo>
                      <a:pt x="11" y="7"/>
                      <a:pt x="8" y="10"/>
                      <a:pt x="5" y="10"/>
                    </a:cubicBezTo>
                    <a:cubicBezTo>
                      <a:pt x="3" y="10"/>
                      <a:pt x="0" y="7"/>
                      <a:pt x="0" y="5"/>
                    </a:cubicBezTo>
                    <a:cubicBezTo>
                      <a:pt x="0" y="2"/>
                      <a:pt x="3" y="0"/>
                      <a:pt x="5" y="0"/>
                    </a:cubicBezTo>
                    <a:close/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" name="Freeform 602">
                <a:extLst>
                  <a:ext uri="{FF2B5EF4-FFF2-40B4-BE49-F238E27FC236}">
                    <a16:creationId xmlns:a16="http://schemas.microsoft.com/office/drawing/2014/main" id="{3E1BE4D3-3DD0-4B0B-85DF-0F35754B24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305704" y="2614187"/>
                <a:ext cx="14479" cy="13935"/>
              </a:xfrm>
              <a:custGeom>
                <a:avLst/>
                <a:gdLst>
                  <a:gd name="T0" fmla="*/ 5 w 10"/>
                  <a:gd name="T1" fmla="*/ 0 h 10"/>
                  <a:gd name="T2" fmla="*/ 10 w 10"/>
                  <a:gd name="T3" fmla="*/ 5 h 10"/>
                  <a:gd name="T4" fmla="*/ 5 w 10"/>
                  <a:gd name="T5" fmla="*/ 10 h 10"/>
                  <a:gd name="T6" fmla="*/ 0 w 10"/>
                  <a:gd name="T7" fmla="*/ 5 h 10"/>
                  <a:gd name="T8" fmla="*/ 5 w 10"/>
                  <a:gd name="T9" fmla="*/ 0 h 10"/>
                  <a:gd name="T10" fmla="*/ 5 w 10"/>
                  <a:gd name="T11" fmla="*/ 0 h 10"/>
                  <a:gd name="T12" fmla="*/ 5 w 10"/>
                  <a:gd name="T1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0">
                    <a:moveTo>
                      <a:pt x="5" y="0"/>
                    </a:moveTo>
                    <a:cubicBezTo>
                      <a:pt x="8" y="0"/>
                      <a:pt x="10" y="3"/>
                      <a:pt x="10" y="5"/>
                    </a:cubicBezTo>
                    <a:cubicBezTo>
                      <a:pt x="10" y="8"/>
                      <a:pt x="8" y="10"/>
                      <a:pt x="5" y="10"/>
                    </a:cubicBezTo>
                    <a:cubicBezTo>
                      <a:pt x="2" y="10"/>
                      <a:pt x="0" y="8"/>
                      <a:pt x="0" y="5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" name="Freeform 603">
                <a:extLst>
                  <a:ext uri="{FF2B5EF4-FFF2-40B4-BE49-F238E27FC236}">
                    <a16:creationId xmlns:a16="http://schemas.microsoft.com/office/drawing/2014/main" id="{89FBC075-6300-4173-BF87-AC865B02C0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91225" y="2642058"/>
                <a:ext cx="17374" cy="16722"/>
              </a:xfrm>
              <a:custGeom>
                <a:avLst/>
                <a:gdLst>
                  <a:gd name="T0" fmla="*/ 5 w 10"/>
                  <a:gd name="T1" fmla="*/ 0 h 10"/>
                  <a:gd name="T2" fmla="*/ 10 w 10"/>
                  <a:gd name="T3" fmla="*/ 5 h 10"/>
                  <a:gd name="T4" fmla="*/ 5 w 10"/>
                  <a:gd name="T5" fmla="*/ 10 h 10"/>
                  <a:gd name="T6" fmla="*/ 0 w 10"/>
                  <a:gd name="T7" fmla="*/ 5 h 10"/>
                  <a:gd name="T8" fmla="*/ 5 w 10"/>
                  <a:gd name="T9" fmla="*/ 0 h 10"/>
                  <a:gd name="T10" fmla="*/ 5 w 10"/>
                  <a:gd name="T11" fmla="*/ 0 h 10"/>
                  <a:gd name="T12" fmla="*/ 5 w 10"/>
                  <a:gd name="T1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0">
                    <a:moveTo>
                      <a:pt x="5" y="0"/>
                    </a:moveTo>
                    <a:cubicBezTo>
                      <a:pt x="8" y="0"/>
                      <a:pt x="10" y="2"/>
                      <a:pt x="10" y="5"/>
                    </a:cubicBezTo>
                    <a:cubicBezTo>
                      <a:pt x="10" y="8"/>
                      <a:pt x="8" y="10"/>
                      <a:pt x="5" y="10"/>
                    </a:cubicBezTo>
                    <a:cubicBezTo>
                      <a:pt x="2" y="10"/>
                      <a:pt x="0" y="8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lose/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498CB15F-0164-446A-A305-CD37D6BA2FC7}"/>
              </a:ext>
            </a:extLst>
          </p:cNvPr>
          <p:cNvGrpSpPr/>
          <p:nvPr/>
        </p:nvGrpSpPr>
        <p:grpSpPr>
          <a:xfrm>
            <a:off x="6491785" y="3942169"/>
            <a:ext cx="4726254" cy="1119948"/>
            <a:chOff x="6491785" y="3942169"/>
            <a:chExt cx="4726254" cy="1119948"/>
          </a:xfrm>
        </p:grpSpPr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6A821A0-EC1E-417E-AAB7-DD24D3A250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1785" y="3942169"/>
              <a:ext cx="4726254" cy="1119948"/>
            </a:xfrm>
            <a:custGeom>
              <a:avLst/>
              <a:gdLst>
                <a:gd name="T0" fmla="*/ 1969 w 2048"/>
                <a:gd name="T1" fmla="*/ 79 h 592"/>
                <a:gd name="T2" fmla="*/ 1746 w 2048"/>
                <a:gd name="T3" fmla="*/ 4 h 592"/>
                <a:gd name="T4" fmla="*/ 1582 w 2048"/>
                <a:gd name="T5" fmla="*/ 4 h 592"/>
                <a:gd name="T6" fmla="*/ 1582 w 2048"/>
                <a:gd name="T7" fmla="*/ 0 h 592"/>
                <a:gd name="T8" fmla="*/ 0 w 2048"/>
                <a:gd name="T9" fmla="*/ 0 h 592"/>
                <a:gd name="T10" fmla="*/ 0 w 2048"/>
                <a:gd name="T11" fmla="*/ 592 h 592"/>
                <a:gd name="T12" fmla="*/ 1582 w 2048"/>
                <a:gd name="T13" fmla="*/ 592 h 592"/>
                <a:gd name="T14" fmla="*/ 1582 w 2048"/>
                <a:gd name="T15" fmla="*/ 588 h 592"/>
                <a:gd name="T16" fmla="*/ 1728 w 2048"/>
                <a:gd name="T17" fmla="*/ 588 h 592"/>
                <a:gd name="T18" fmla="*/ 1966 w 2048"/>
                <a:gd name="T19" fmla="*/ 511 h 592"/>
                <a:gd name="T20" fmla="*/ 2048 w 2048"/>
                <a:gd name="T21" fmla="*/ 290 h 592"/>
                <a:gd name="T22" fmla="*/ 1969 w 2048"/>
                <a:gd name="T23" fmla="*/ 79 h 592"/>
                <a:gd name="T24" fmla="*/ 1740 w 2048"/>
                <a:gd name="T25" fmla="*/ 486 h 592"/>
                <a:gd name="T26" fmla="*/ 1687 w 2048"/>
                <a:gd name="T27" fmla="*/ 486 h 592"/>
                <a:gd name="T28" fmla="*/ 1687 w 2048"/>
                <a:gd name="T29" fmla="*/ 105 h 592"/>
                <a:gd name="T30" fmla="*/ 1753 w 2048"/>
                <a:gd name="T31" fmla="*/ 105 h 592"/>
                <a:gd name="T32" fmla="*/ 1919 w 2048"/>
                <a:gd name="T33" fmla="*/ 293 h 592"/>
                <a:gd name="T34" fmla="*/ 1740 w 2048"/>
                <a:gd name="T35" fmla="*/ 486 h 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48" h="592">
                  <a:moveTo>
                    <a:pt x="1969" y="79"/>
                  </a:moveTo>
                  <a:cubicBezTo>
                    <a:pt x="1916" y="29"/>
                    <a:pt x="1842" y="4"/>
                    <a:pt x="1746" y="4"/>
                  </a:cubicBezTo>
                  <a:cubicBezTo>
                    <a:pt x="1582" y="4"/>
                    <a:pt x="1582" y="4"/>
                    <a:pt x="1582" y="4"/>
                  </a:cubicBezTo>
                  <a:cubicBezTo>
                    <a:pt x="1582" y="0"/>
                    <a:pt x="1582" y="0"/>
                    <a:pt x="158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92"/>
                    <a:pt x="0" y="592"/>
                    <a:pt x="0" y="592"/>
                  </a:cubicBezTo>
                  <a:cubicBezTo>
                    <a:pt x="1582" y="592"/>
                    <a:pt x="1582" y="592"/>
                    <a:pt x="1582" y="592"/>
                  </a:cubicBezTo>
                  <a:cubicBezTo>
                    <a:pt x="1582" y="588"/>
                    <a:pt x="1582" y="588"/>
                    <a:pt x="1582" y="588"/>
                  </a:cubicBezTo>
                  <a:cubicBezTo>
                    <a:pt x="1728" y="588"/>
                    <a:pt x="1728" y="588"/>
                    <a:pt x="1728" y="588"/>
                  </a:cubicBezTo>
                  <a:cubicBezTo>
                    <a:pt x="1832" y="588"/>
                    <a:pt x="1911" y="562"/>
                    <a:pt x="1966" y="511"/>
                  </a:cubicBezTo>
                  <a:cubicBezTo>
                    <a:pt x="2020" y="460"/>
                    <a:pt x="2048" y="386"/>
                    <a:pt x="2048" y="290"/>
                  </a:cubicBezTo>
                  <a:cubicBezTo>
                    <a:pt x="2048" y="200"/>
                    <a:pt x="2021" y="130"/>
                    <a:pt x="1969" y="79"/>
                  </a:cubicBezTo>
                  <a:close/>
                  <a:moveTo>
                    <a:pt x="1740" y="486"/>
                  </a:moveTo>
                  <a:cubicBezTo>
                    <a:pt x="1687" y="486"/>
                    <a:pt x="1687" y="486"/>
                    <a:pt x="1687" y="486"/>
                  </a:cubicBezTo>
                  <a:cubicBezTo>
                    <a:pt x="1687" y="105"/>
                    <a:pt x="1687" y="105"/>
                    <a:pt x="1687" y="105"/>
                  </a:cubicBezTo>
                  <a:cubicBezTo>
                    <a:pt x="1753" y="105"/>
                    <a:pt x="1753" y="105"/>
                    <a:pt x="1753" y="105"/>
                  </a:cubicBezTo>
                  <a:cubicBezTo>
                    <a:pt x="1864" y="105"/>
                    <a:pt x="1919" y="168"/>
                    <a:pt x="1919" y="293"/>
                  </a:cubicBezTo>
                  <a:cubicBezTo>
                    <a:pt x="1919" y="422"/>
                    <a:pt x="1859" y="486"/>
                    <a:pt x="1740" y="486"/>
                  </a:cubicBezTo>
                  <a:close/>
                </a:path>
              </a:pathLst>
            </a:custGeom>
            <a:solidFill>
              <a:srgbClr val="1A25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A3D98BA8-0192-4BC2-8A70-643735BFF9A6}"/>
                </a:ext>
              </a:extLst>
            </p:cNvPr>
            <p:cNvSpPr txBox="1"/>
            <p:nvPr/>
          </p:nvSpPr>
          <p:spPr>
            <a:xfrm>
              <a:off x="7360512" y="4429298"/>
              <a:ext cx="32737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1600" b="1">
                  <a:solidFill>
                    <a:prstClr val="white"/>
                  </a:solidFill>
                  <a:cs typeface="+mn-ea"/>
                  <a:sym typeface="+mn-lt"/>
                </a:rPr>
                <a:t>请您此处添加合适的文字说明</a:t>
              </a:r>
              <a:endParaRPr lang="en-US" altLang="zh-CN" sz="1050" b="1">
                <a:solidFill>
                  <a:srgbClr val="F6F8F8"/>
                </a:solidFill>
                <a:cs typeface="+mn-ea"/>
                <a:sym typeface="+mn-lt"/>
              </a:endParaRP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06CEB02C-9935-4EEA-B917-2F7A18088998}"/>
                </a:ext>
              </a:extLst>
            </p:cNvPr>
            <p:cNvSpPr txBox="1"/>
            <p:nvPr/>
          </p:nvSpPr>
          <p:spPr>
            <a:xfrm>
              <a:off x="7391830" y="4035548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zh-CN" altLang="en-US" sz="2000" b="1">
                  <a:solidFill>
                    <a:srgbClr val="F6F8F8"/>
                  </a:solidFill>
                  <a:cs typeface="+mn-ea"/>
                  <a:sym typeface="+mn-lt"/>
                </a:rPr>
                <a:t>添加标题</a:t>
              </a:r>
              <a:endParaRPr lang="id-ID" altLang="zh-CN" sz="2000" b="1">
                <a:solidFill>
                  <a:srgbClr val="F6F8F8"/>
                </a:solidFill>
                <a:cs typeface="+mn-ea"/>
                <a:sym typeface="+mn-lt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3B48F8D-5274-4368-AEE5-BE0938BBD535}"/>
                </a:ext>
              </a:extLst>
            </p:cNvPr>
            <p:cNvGrpSpPr/>
            <p:nvPr/>
          </p:nvGrpSpPr>
          <p:grpSpPr>
            <a:xfrm>
              <a:off x="6782562" y="4252554"/>
              <a:ext cx="498308" cy="497158"/>
              <a:chOff x="6294438" y="-201613"/>
              <a:chExt cx="687387" cy="685801"/>
            </a:xfrm>
            <a:solidFill>
              <a:schemeClr val="bg1"/>
            </a:solidFill>
          </p:grpSpPr>
          <p:sp>
            <p:nvSpPr>
              <p:cNvPr id="41" name="Freeform 10">
                <a:extLst>
                  <a:ext uri="{FF2B5EF4-FFF2-40B4-BE49-F238E27FC236}">
                    <a16:creationId xmlns:a16="http://schemas.microsoft.com/office/drawing/2014/main" id="{846A96DD-0DE2-40B0-A5F0-CAFEB62A417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94438" y="-201613"/>
                <a:ext cx="687387" cy="685801"/>
              </a:xfrm>
              <a:custGeom>
                <a:avLst/>
                <a:gdLst>
                  <a:gd name="T0" fmla="*/ 163 w 180"/>
                  <a:gd name="T1" fmla="*/ 0 h 180"/>
                  <a:gd name="T2" fmla="*/ 39 w 180"/>
                  <a:gd name="T3" fmla="*/ 0 h 180"/>
                  <a:gd name="T4" fmla="*/ 23 w 180"/>
                  <a:gd name="T5" fmla="*/ 17 h 180"/>
                  <a:gd name="T6" fmla="*/ 23 w 180"/>
                  <a:gd name="T7" fmla="*/ 28 h 180"/>
                  <a:gd name="T8" fmla="*/ 17 w 180"/>
                  <a:gd name="T9" fmla="*/ 28 h 180"/>
                  <a:gd name="T10" fmla="*/ 0 w 180"/>
                  <a:gd name="T11" fmla="*/ 45 h 180"/>
                  <a:gd name="T12" fmla="*/ 0 w 180"/>
                  <a:gd name="T13" fmla="*/ 158 h 180"/>
                  <a:gd name="T14" fmla="*/ 23 w 180"/>
                  <a:gd name="T15" fmla="*/ 180 h 180"/>
                  <a:gd name="T16" fmla="*/ 158 w 180"/>
                  <a:gd name="T17" fmla="*/ 180 h 180"/>
                  <a:gd name="T18" fmla="*/ 180 w 180"/>
                  <a:gd name="T19" fmla="*/ 158 h 180"/>
                  <a:gd name="T20" fmla="*/ 180 w 180"/>
                  <a:gd name="T21" fmla="*/ 17 h 180"/>
                  <a:gd name="T22" fmla="*/ 163 w 180"/>
                  <a:gd name="T23" fmla="*/ 0 h 180"/>
                  <a:gd name="T24" fmla="*/ 169 w 180"/>
                  <a:gd name="T25" fmla="*/ 158 h 180"/>
                  <a:gd name="T26" fmla="*/ 158 w 180"/>
                  <a:gd name="T27" fmla="*/ 169 h 180"/>
                  <a:gd name="T28" fmla="*/ 23 w 180"/>
                  <a:gd name="T29" fmla="*/ 169 h 180"/>
                  <a:gd name="T30" fmla="*/ 11 w 180"/>
                  <a:gd name="T31" fmla="*/ 158 h 180"/>
                  <a:gd name="T32" fmla="*/ 11 w 180"/>
                  <a:gd name="T33" fmla="*/ 45 h 180"/>
                  <a:gd name="T34" fmla="*/ 17 w 180"/>
                  <a:gd name="T35" fmla="*/ 39 h 180"/>
                  <a:gd name="T36" fmla="*/ 23 w 180"/>
                  <a:gd name="T37" fmla="*/ 39 h 180"/>
                  <a:gd name="T38" fmla="*/ 23 w 180"/>
                  <a:gd name="T39" fmla="*/ 152 h 180"/>
                  <a:gd name="T40" fmla="*/ 28 w 180"/>
                  <a:gd name="T41" fmla="*/ 158 h 180"/>
                  <a:gd name="T42" fmla="*/ 34 w 180"/>
                  <a:gd name="T43" fmla="*/ 152 h 180"/>
                  <a:gd name="T44" fmla="*/ 34 w 180"/>
                  <a:gd name="T45" fmla="*/ 17 h 180"/>
                  <a:gd name="T46" fmla="*/ 39 w 180"/>
                  <a:gd name="T47" fmla="*/ 11 h 180"/>
                  <a:gd name="T48" fmla="*/ 163 w 180"/>
                  <a:gd name="T49" fmla="*/ 11 h 180"/>
                  <a:gd name="T50" fmla="*/ 169 w 180"/>
                  <a:gd name="T51" fmla="*/ 17 h 180"/>
                  <a:gd name="T52" fmla="*/ 169 w 180"/>
                  <a:gd name="T53" fmla="*/ 158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0" h="180">
                    <a:moveTo>
                      <a:pt x="163" y="0"/>
                    </a:moveTo>
                    <a:cubicBezTo>
                      <a:pt x="39" y="0"/>
                      <a:pt x="39" y="0"/>
                      <a:pt x="39" y="0"/>
                    </a:cubicBezTo>
                    <a:cubicBezTo>
                      <a:pt x="30" y="0"/>
                      <a:pt x="23" y="8"/>
                      <a:pt x="23" y="17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8" y="28"/>
                      <a:pt x="0" y="36"/>
                      <a:pt x="0" y="45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0"/>
                      <a:pt x="10" y="180"/>
                      <a:pt x="23" y="180"/>
                    </a:cubicBezTo>
                    <a:cubicBezTo>
                      <a:pt x="158" y="180"/>
                      <a:pt x="158" y="180"/>
                      <a:pt x="158" y="180"/>
                    </a:cubicBezTo>
                    <a:cubicBezTo>
                      <a:pt x="170" y="180"/>
                      <a:pt x="180" y="170"/>
                      <a:pt x="180" y="158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80" y="8"/>
                      <a:pt x="172" y="0"/>
                      <a:pt x="163" y="0"/>
                    </a:cubicBezTo>
                    <a:close/>
                    <a:moveTo>
                      <a:pt x="169" y="158"/>
                    </a:moveTo>
                    <a:cubicBezTo>
                      <a:pt x="169" y="164"/>
                      <a:pt x="164" y="169"/>
                      <a:pt x="158" y="169"/>
                    </a:cubicBezTo>
                    <a:cubicBezTo>
                      <a:pt x="23" y="169"/>
                      <a:pt x="23" y="169"/>
                      <a:pt x="23" y="169"/>
                    </a:cubicBezTo>
                    <a:cubicBezTo>
                      <a:pt x="16" y="169"/>
                      <a:pt x="11" y="164"/>
                      <a:pt x="11" y="158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11" y="42"/>
                      <a:pt x="14" y="39"/>
                      <a:pt x="17" y="39"/>
                    </a:cubicBezTo>
                    <a:cubicBezTo>
                      <a:pt x="23" y="39"/>
                      <a:pt x="23" y="39"/>
                      <a:pt x="23" y="39"/>
                    </a:cubicBezTo>
                    <a:cubicBezTo>
                      <a:pt x="23" y="152"/>
                      <a:pt x="23" y="152"/>
                      <a:pt x="23" y="152"/>
                    </a:cubicBezTo>
                    <a:cubicBezTo>
                      <a:pt x="23" y="155"/>
                      <a:pt x="25" y="158"/>
                      <a:pt x="28" y="158"/>
                    </a:cubicBezTo>
                    <a:cubicBezTo>
                      <a:pt x="31" y="158"/>
                      <a:pt x="34" y="155"/>
                      <a:pt x="34" y="152"/>
                    </a:cubicBezTo>
                    <a:cubicBezTo>
                      <a:pt x="34" y="17"/>
                      <a:pt x="34" y="17"/>
                      <a:pt x="34" y="17"/>
                    </a:cubicBezTo>
                    <a:cubicBezTo>
                      <a:pt x="34" y="14"/>
                      <a:pt x="36" y="11"/>
                      <a:pt x="39" y="11"/>
                    </a:cubicBezTo>
                    <a:cubicBezTo>
                      <a:pt x="163" y="11"/>
                      <a:pt x="163" y="11"/>
                      <a:pt x="163" y="11"/>
                    </a:cubicBezTo>
                    <a:cubicBezTo>
                      <a:pt x="166" y="11"/>
                      <a:pt x="169" y="14"/>
                      <a:pt x="169" y="17"/>
                    </a:cubicBezTo>
                    <a:lnTo>
                      <a:pt x="169" y="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" name="Freeform 11">
                <a:extLst>
                  <a:ext uri="{FF2B5EF4-FFF2-40B4-BE49-F238E27FC236}">
                    <a16:creationId xmlns:a16="http://schemas.microsoft.com/office/drawing/2014/main" id="{C58B21C2-011A-48C8-B549-A7A8F8C19AA2}"/>
                  </a:ext>
                </a:extLst>
              </p:cNvPr>
              <p:cNvSpPr/>
              <p:nvPr/>
            </p:nvSpPr>
            <p:spPr bwMode="auto">
              <a:xfrm>
                <a:off x="6702425" y="58737"/>
                <a:ext cx="192087" cy="19050"/>
              </a:xfrm>
              <a:custGeom>
                <a:avLst/>
                <a:gdLst>
                  <a:gd name="T0" fmla="*/ 3 w 50"/>
                  <a:gd name="T1" fmla="*/ 5 h 5"/>
                  <a:gd name="T2" fmla="*/ 48 w 50"/>
                  <a:gd name="T3" fmla="*/ 5 h 5"/>
                  <a:gd name="T4" fmla="*/ 50 w 50"/>
                  <a:gd name="T5" fmla="*/ 2 h 5"/>
                  <a:gd name="T6" fmla="*/ 48 w 50"/>
                  <a:gd name="T7" fmla="*/ 0 h 5"/>
                  <a:gd name="T8" fmla="*/ 3 w 50"/>
                  <a:gd name="T9" fmla="*/ 0 h 5"/>
                  <a:gd name="T10" fmla="*/ 0 w 50"/>
                  <a:gd name="T11" fmla="*/ 2 h 5"/>
                  <a:gd name="T12" fmla="*/ 3 w 50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" h="5">
                    <a:moveTo>
                      <a:pt x="3" y="5"/>
                    </a:moveTo>
                    <a:cubicBezTo>
                      <a:pt x="48" y="5"/>
                      <a:pt x="48" y="5"/>
                      <a:pt x="48" y="5"/>
                    </a:cubicBezTo>
                    <a:cubicBezTo>
                      <a:pt x="49" y="5"/>
                      <a:pt x="50" y="4"/>
                      <a:pt x="50" y="2"/>
                    </a:cubicBezTo>
                    <a:cubicBezTo>
                      <a:pt x="50" y="1"/>
                      <a:pt x="49" y="0"/>
                      <a:pt x="48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1" y="5"/>
                      <a:pt x="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" name="Freeform 12">
                <a:extLst>
                  <a:ext uri="{FF2B5EF4-FFF2-40B4-BE49-F238E27FC236}">
                    <a16:creationId xmlns:a16="http://schemas.microsoft.com/office/drawing/2014/main" id="{AE018F06-1F54-4570-BD34-81FBE2889ED6}"/>
                  </a:ext>
                </a:extLst>
              </p:cNvPr>
              <p:cNvSpPr/>
              <p:nvPr/>
            </p:nvSpPr>
            <p:spPr bwMode="auto">
              <a:xfrm>
                <a:off x="6702425" y="-6350"/>
                <a:ext cx="192087" cy="19050"/>
              </a:xfrm>
              <a:custGeom>
                <a:avLst/>
                <a:gdLst>
                  <a:gd name="T0" fmla="*/ 3 w 50"/>
                  <a:gd name="T1" fmla="*/ 5 h 5"/>
                  <a:gd name="T2" fmla="*/ 48 w 50"/>
                  <a:gd name="T3" fmla="*/ 5 h 5"/>
                  <a:gd name="T4" fmla="*/ 50 w 50"/>
                  <a:gd name="T5" fmla="*/ 2 h 5"/>
                  <a:gd name="T6" fmla="*/ 48 w 50"/>
                  <a:gd name="T7" fmla="*/ 0 h 5"/>
                  <a:gd name="T8" fmla="*/ 3 w 50"/>
                  <a:gd name="T9" fmla="*/ 0 h 5"/>
                  <a:gd name="T10" fmla="*/ 0 w 50"/>
                  <a:gd name="T11" fmla="*/ 2 h 5"/>
                  <a:gd name="T12" fmla="*/ 3 w 50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" h="5">
                    <a:moveTo>
                      <a:pt x="3" y="5"/>
                    </a:moveTo>
                    <a:cubicBezTo>
                      <a:pt x="48" y="5"/>
                      <a:pt x="48" y="5"/>
                      <a:pt x="48" y="5"/>
                    </a:cubicBezTo>
                    <a:cubicBezTo>
                      <a:pt x="49" y="5"/>
                      <a:pt x="50" y="4"/>
                      <a:pt x="50" y="2"/>
                    </a:cubicBezTo>
                    <a:cubicBezTo>
                      <a:pt x="50" y="1"/>
                      <a:pt x="49" y="0"/>
                      <a:pt x="48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1" y="5"/>
                      <a:pt x="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" name="Freeform 13">
                <a:extLst>
                  <a:ext uri="{FF2B5EF4-FFF2-40B4-BE49-F238E27FC236}">
                    <a16:creationId xmlns:a16="http://schemas.microsoft.com/office/drawing/2014/main" id="{4FA94579-7BB7-461F-BD56-F186DD491FA7}"/>
                  </a:ext>
                </a:extLst>
              </p:cNvPr>
              <p:cNvSpPr/>
              <p:nvPr/>
            </p:nvSpPr>
            <p:spPr bwMode="auto">
              <a:xfrm>
                <a:off x="6702425" y="-71438"/>
                <a:ext cx="192087" cy="19050"/>
              </a:xfrm>
              <a:custGeom>
                <a:avLst/>
                <a:gdLst>
                  <a:gd name="T0" fmla="*/ 3 w 50"/>
                  <a:gd name="T1" fmla="*/ 5 h 5"/>
                  <a:gd name="T2" fmla="*/ 48 w 50"/>
                  <a:gd name="T3" fmla="*/ 5 h 5"/>
                  <a:gd name="T4" fmla="*/ 50 w 50"/>
                  <a:gd name="T5" fmla="*/ 3 h 5"/>
                  <a:gd name="T6" fmla="*/ 48 w 50"/>
                  <a:gd name="T7" fmla="*/ 0 h 5"/>
                  <a:gd name="T8" fmla="*/ 3 w 50"/>
                  <a:gd name="T9" fmla="*/ 0 h 5"/>
                  <a:gd name="T10" fmla="*/ 0 w 50"/>
                  <a:gd name="T11" fmla="*/ 3 h 5"/>
                  <a:gd name="T12" fmla="*/ 3 w 50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" h="5">
                    <a:moveTo>
                      <a:pt x="3" y="5"/>
                    </a:moveTo>
                    <a:cubicBezTo>
                      <a:pt x="48" y="5"/>
                      <a:pt x="48" y="5"/>
                      <a:pt x="48" y="5"/>
                    </a:cubicBezTo>
                    <a:cubicBezTo>
                      <a:pt x="49" y="5"/>
                      <a:pt x="50" y="4"/>
                      <a:pt x="50" y="3"/>
                    </a:cubicBezTo>
                    <a:cubicBezTo>
                      <a:pt x="50" y="1"/>
                      <a:pt x="49" y="0"/>
                      <a:pt x="48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" name="Freeform 14">
                <a:extLst>
                  <a:ext uri="{FF2B5EF4-FFF2-40B4-BE49-F238E27FC236}">
                    <a16:creationId xmlns:a16="http://schemas.microsoft.com/office/drawing/2014/main" id="{B57548FC-508A-4F2B-9ABE-E534297BE8CF}"/>
                  </a:ext>
                </a:extLst>
              </p:cNvPr>
              <p:cNvSpPr/>
              <p:nvPr/>
            </p:nvSpPr>
            <p:spPr bwMode="auto">
              <a:xfrm>
                <a:off x="6465888" y="377825"/>
                <a:ext cx="195262" cy="23813"/>
              </a:xfrm>
              <a:custGeom>
                <a:avLst/>
                <a:gdLst>
                  <a:gd name="T0" fmla="*/ 48 w 51"/>
                  <a:gd name="T1" fmla="*/ 0 h 6"/>
                  <a:gd name="T2" fmla="*/ 3 w 51"/>
                  <a:gd name="T3" fmla="*/ 0 h 6"/>
                  <a:gd name="T4" fmla="*/ 0 w 51"/>
                  <a:gd name="T5" fmla="*/ 3 h 6"/>
                  <a:gd name="T6" fmla="*/ 3 w 51"/>
                  <a:gd name="T7" fmla="*/ 6 h 6"/>
                  <a:gd name="T8" fmla="*/ 48 w 51"/>
                  <a:gd name="T9" fmla="*/ 6 h 6"/>
                  <a:gd name="T10" fmla="*/ 51 w 51"/>
                  <a:gd name="T11" fmla="*/ 3 h 6"/>
                  <a:gd name="T12" fmla="*/ 48 w 51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6">
                    <a:moveTo>
                      <a:pt x="48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6"/>
                      <a:pt x="3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9" y="6"/>
                      <a:pt x="51" y="4"/>
                      <a:pt x="51" y="3"/>
                    </a:cubicBezTo>
                    <a:cubicBezTo>
                      <a:pt x="51" y="1"/>
                      <a:pt x="49" y="0"/>
                      <a:pt x="4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" name="Freeform 15">
                <a:extLst>
                  <a:ext uri="{FF2B5EF4-FFF2-40B4-BE49-F238E27FC236}">
                    <a16:creationId xmlns:a16="http://schemas.microsoft.com/office/drawing/2014/main" id="{F1ED57F3-48D3-470D-98A2-A91F127F9AE5}"/>
                  </a:ext>
                </a:extLst>
              </p:cNvPr>
              <p:cNvSpPr/>
              <p:nvPr/>
            </p:nvSpPr>
            <p:spPr bwMode="auto">
              <a:xfrm>
                <a:off x="6465888" y="312738"/>
                <a:ext cx="195262" cy="23813"/>
              </a:xfrm>
              <a:custGeom>
                <a:avLst/>
                <a:gdLst>
                  <a:gd name="T0" fmla="*/ 48 w 51"/>
                  <a:gd name="T1" fmla="*/ 0 h 6"/>
                  <a:gd name="T2" fmla="*/ 3 w 51"/>
                  <a:gd name="T3" fmla="*/ 0 h 6"/>
                  <a:gd name="T4" fmla="*/ 0 w 51"/>
                  <a:gd name="T5" fmla="*/ 3 h 6"/>
                  <a:gd name="T6" fmla="*/ 3 w 51"/>
                  <a:gd name="T7" fmla="*/ 6 h 6"/>
                  <a:gd name="T8" fmla="*/ 48 w 51"/>
                  <a:gd name="T9" fmla="*/ 6 h 6"/>
                  <a:gd name="T10" fmla="*/ 51 w 51"/>
                  <a:gd name="T11" fmla="*/ 3 h 6"/>
                  <a:gd name="T12" fmla="*/ 48 w 51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6">
                    <a:moveTo>
                      <a:pt x="48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6"/>
                      <a:pt x="3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9" y="6"/>
                      <a:pt x="51" y="4"/>
                      <a:pt x="51" y="3"/>
                    </a:cubicBezTo>
                    <a:cubicBezTo>
                      <a:pt x="51" y="1"/>
                      <a:pt x="49" y="0"/>
                      <a:pt x="4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" name="Freeform 16">
                <a:extLst>
                  <a:ext uri="{FF2B5EF4-FFF2-40B4-BE49-F238E27FC236}">
                    <a16:creationId xmlns:a16="http://schemas.microsoft.com/office/drawing/2014/main" id="{A549773A-A281-4DB5-A37C-7013DA7F8EF5}"/>
                  </a:ext>
                </a:extLst>
              </p:cNvPr>
              <p:cNvSpPr/>
              <p:nvPr/>
            </p:nvSpPr>
            <p:spPr bwMode="auto">
              <a:xfrm>
                <a:off x="6465888" y="249238"/>
                <a:ext cx="195262" cy="22225"/>
              </a:xfrm>
              <a:custGeom>
                <a:avLst/>
                <a:gdLst>
                  <a:gd name="T0" fmla="*/ 48 w 51"/>
                  <a:gd name="T1" fmla="*/ 0 h 6"/>
                  <a:gd name="T2" fmla="*/ 3 w 51"/>
                  <a:gd name="T3" fmla="*/ 0 h 6"/>
                  <a:gd name="T4" fmla="*/ 0 w 51"/>
                  <a:gd name="T5" fmla="*/ 3 h 6"/>
                  <a:gd name="T6" fmla="*/ 3 w 51"/>
                  <a:gd name="T7" fmla="*/ 6 h 6"/>
                  <a:gd name="T8" fmla="*/ 48 w 51"/>
                  <a:gd name="T9" fmla="*/ 6 h 6"/>
                  <a:gd name="T10" fmla="*/ 51 w 51"/>
                  <a:gd name="T11" fmla="*/ 3 h 6"/>
                  <a:gd name="T12" fmla="*/ 48 w 51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6">
                    <a:moveTo>
                      <a:pt x="48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5"/>
                      <a:pt x="1" y="6"/>
                      <a:pt x="3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9" y="6"/>
                      <a:pt x="51" y="5"/>
                      <a:pt x="51" y="3"/>
                    </a:cubicBezTo>
                    <a:cubicBezTo>
                      <a:pt x="51" y="1"/>
                      <a:pt x="49" y="0"/>
                      <a:pt x="4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" name="Freeform 17">
                <a:extLst>
                  <a:ext uri="{FF2B5EF4-FFF2-40B4-BE49-F238E27FC236}">
                    <a16:creationId xmlns:a16="http://schemas.microsoft.com/office/drawing/2014/main" id="{358F2FD7-A400-48D4-B07A-516F511ACE3F}"/>
                  </a:ext>
                </a:extLst>
              </p:cNvPr>
              <p:cNvSpPr/>
              <p:nvPr/>
            </p:nvSpPr>
            <p:spPr bwMode="auto">
              <a:xfrm>
                <a:off x="6702425" y="377825"/>
                <a:ext cx="195262" cy="23813"/>
              </a:xfrm>
              <a:custGeom>
                <a:avLst/>
                <a:gdLst>
                  <a:gd name="T0" fmla="*/ 48 w 51"/>
                  <a:gd name="T1" fmla="*/ 0 h 6"/>
                  <a:gd name="T2" fmla="*/ 3 w 51"/>
                  <a:gd name="T3" fmla="*/ 0 h 6"/>
                  <a:gd name="T4" fmla="*/ 0 w 51"/>
                  <a:gd name="T5" fmla="*/ 3 h 6"/>
                  <a:gd name="T6" fmla="*/ 3 w 51"/>
                  <a:gd name="T7" fmla="*/ 6 h 6"/>
                  <a:gd name="T8" fmla="*/ 48 w 51"/>
                  <a:gd name="T9" fmla="*/ 6 h 6"/>
                  <a:gd name="T10" fmla="*/ 51 w 51"/>
                  <a:gd name="T11" fmla="*/ 3 h 6"/>
                  <a:gd name="T12" fmla="*/ 48 w 51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6">
                    <a:moveTo>
                      <a:pt x="48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6"/>
                      <a:pt x="3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9" y="6"/>
                      <a:pt x="51" y="4"/>
                      <a:pt x="51" y="3"/>
                    </a:cubicBezTo>
                    <a:cubicBezTo>
                      <a:pt x="51" y="1"/>
                      <a:pt x="49" y="0"/>
                      <a:pt x="4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" name="Freeform 18">
                <a:extLst>
                  <a:ext uri="{FF2B5EF4-FFF2-40B4-BE49-F238E27FC236}">
                    <a16:creationId xmlns:a16="http://schemas.microsoft.com/office/drawing/2014/main" id="{C70DB9D6-256D-4E10-9CB5-04EFE42C0759}"/>
                  </a:ext>
                </a:extLst>
              </p:cNvPr>
              <p:cNvSpPr/>
              <p:nvPr/>
            </p:nvSpPr>
            <p:spPr bwMode="auto">
              <a:xfrm>
                <a:off x="6702425" y="312738"/>
                <a:ext cx="195262" cy="23813"/>
              </a:xfrm>
              <a:custGeom>
                <a:avLst/>
                <a:gdLst>
                  <a:gd name="T0" fmla="*/ 48 w 51"/>
                  <a:gd name="T1" fmla="*/ 0 h 6"/>
                  <a:gd name="T2" fmla="*/ 3 w 51"/>
                  <a:gd name="T3" fmla="*/ 0 h 6"/>
                  <a:gd name="T4" fmla="*/ 0 w 51"/>
                  <a:gd name="T5" fmla="*/ 3 h 6"/>
                  <a:gd name="T6" fmla="*/ 3 w 51"/>
                  <a:gd name="T7" fmla="*/ 6 h 6"/>
                  <a:gd name="T8" fmla="*/ 48 w 51"/>
                  <a:gd name="T9" fmla="*/ 6 h 6"/>
                  <a:gd name="T10" fmla="*/ 51 w 51"/>
                  <a:gd name="T11" fmla="*/ 3 h 6"/>
                  <a:gd name="T12" fmla="*/ 48 w 51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6">
                    <a:moveTo>
                      <a:pt x="48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6"/>
                      <a:pt x="3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9" y="6"/>
                      <a:pt x="51" y="4"/>
                      <a:pt x="51" y="3"/>
                    </a:cubicBezTo>
                    <a:cubicBezTo>
                      <a:pt x="51" y="1"/>
                      <a:pt x="49" y="0"/>
                      <a:pt x="4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" name="Freeform 19">
                <a:extLst>
                  <a:ext uri="{FF2B5EF4-FFF2-40B4-BE49-F238E27FC236}">
                    <a16:creationId xmlns:a16="http://schemas.microsoft.com/office/drawing/2014/main" id="{91A2396D-6870-404B-8822-E17D98487053}"/>
                  </a:ext>
                </a:extLst>
              </p:cNvPr>
              <p:cNvSpPr/>
              <p:nvPr/>
            </p:nvSpPr>
            <p:spPr bwMode="auto">
              <a:xfrm>
                <a:off x="6702425" y="249238"/>
                <a:ext cx="195262" cy="22225"/>
              </a:xfrm>
              <a:custGeom>
                <a:avLst/>
                <a:gdLst>
                  <a:gd name="T0" fmla="*/ 48 w 51"/>
                  <a:gd name="T1" fmla="*/ 0 h 6"/>
                  <a:gd name="T2" fmla="*/ 3 w 51"/>
                  <a:gd name="T3" fmla="*/ 0 h 6"/>
                  <a:gd name="T4" fmla="*/ 0 w 51"/>
                  <a:gd name="T5" fmla="*/ 3 h 6"/>
                  <a:gd name="T6" fmla="*/ 3 w 51"/>
                  <a:gd name="T7" fmla="*/ 6 h 6"/>
                  <a:gd name="T8" fmla="*/ 48 w 51"/>
                  <a:gd name="T9" fmla="*/ 6 h 6"/>
                  <a:gd name="T10" fmla="*/ 51 w 51"/>
                  <a:gd name="T11" fmla="*/ 3 h 6"/>
                  <a:gd name="T12" fmla="*/ 48 w 51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6">
                    <a:moveTo>
                      <a:pt x="48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5"/>
                      <a:pt x="1" y="6"/>
                      <a:pt x="3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9" y="6"/>
                      <a:pt x="51" y="5"/>
                      <a:pt x="51" y="3"/>
                    </a:cubicBezTo>
                    <a:cubicBezTo>
                      <a:pt x="51" y="1"/>
                      <a:pt x="49" y="0"/>
                      <a:pt x="4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1" name="Freeform 20">
                <a:extLst>
                  <a:ext uri="{FF2B5EF4-FFF2-40B4-BE49-F238E27FC236}">
                    <a16:creationId xmlns:a16="http://schemas.microsoft.com/office/drawing/2014/main" id="{436E6B1D-6156-45C6-AC4F-D25DA84D6FA0}"/>
                  </a:ext>
                </a:extLst>
              </p:cNvPr>
              <p:cNvSpPr/>
              <p:nvPr/>
            </p:nvSpPr>
            <p:spPr bwMode="auto">
              <a:xfrm>
                <a:off x="6465888" y="119062"/>
                <a:ext cx="431800" cy="22225"/>
              </a:xfrm>
              <a:custGeom>
                <a:avLst/>
                <a:gdLst>
                  <a:gd name="T0" fmla="*/ 110 w 113"/>
                  <a:gd name="T1" fmla="*/ 0 h 6"/>
                  <a:gd name="T2" fmla="*/ 3 w 113"/>
                  <a:gd name="T3" fmla="*/ 0 h 6"/>
                  <a:gd name="T4" fmla="*/ 0 w 113"/>
                  <a:gd name="T5" fmla="*/ 3 h 6"/>
                  <a:gd name="T6" fmla="*/ 3 w 113"/>
                  <a:gd name="T7" fmla="*/ 6 h 6"/>
                  <a:gd name="T8" fmla="*/ 110 w 113"/>
                  <a:gd name="T9" fmla="*/ 6 h 6"/>
                  <a:gd name="T10" fmla="*/ 113 w 113"/>
                  <a:gd name="T11" fmla="*/ 3 h 6"/>
                  <a:gd name="T12" fmla="*/ 110 w 113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3" h="6">
                    <a:moveTo>
                      <a:pt x="11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3" y="6"/>
                    </a:cubicBezTo>
                    <a:cubicBezTo>
                      <a:pt x="110" y="6"/>
                      <a:pt x="110" y="6"/>
                      <a:pt x="110" y="6"/>
                    </a:cubicBezTo>
                    <a:cubicBezTo>
                      <a:pt x="111" y="6"/>
                      <a:pt x="113" y="5"/>
                      <a:pt x="113" y="3"/>
                    </a:cubicBezTo>
                    <a:cubicBezTo>
                      <a:pt x="113" y="2"/>
                      <a:pt x="111" y="0"/>
                      <a:pt x="11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2" name="Freeform 21">
                <a:extLst>
                  <a:ext uri="{FF2B5EF4-FFF2-40B4-BE49-F238E27FC236}">
                    <a16:creationId xmlns:a16="http://schemas.microsoft.com/office/drawing/2014/main" id="{908B7DBE-DA20-4997-96EE-04E902F814EF}"/>
                  </a:ext>
                </a:extLst>
              </p:cNvPr>
              <p:cNvSpPr/>
              <p:nvPr/>
            </p:nvSpPr>
            <p:spPr bwMode="auto">
              <a:xfrm>
                <a:off x="6465888" y="184150"/>
                <a:ext cx="431800" cy="22225"/>
              </a:xfrm>
              <a:custGeom>
                <a:avLst/>
                <a:gdLst>
                  <a:gd name="T0" fmla="*/ 110 w 113"/>
                  <a:gd name="T1" fmla="*/ 0 h 6"/>
                  <a:gd name="T2" fmla="*/ 3 w 113"/>
                  <a:gd name="T3" fmla="*/ 0 h 6"/>
                  <a:gd name="T4" fmla="*/ 0 w 113"/>
                  <a:gd name="T5" fmla="*/ 3 h 6"/>
                  <a:gd name="T6" fmla="*/ 3 w 113"/>
                  <a:gd name="T7" fmla="*/ 6 h 6"/>
                  <a:gd name="T8" fmla="*/ 110 w 113"/>
                  <a:gd name="T9" fmla="*/ 6 h 6"/>
                  <a:gd name="T10" fmla="*/ 113 w 113"/>
                  <a:gd name="T11" fmla="*/ 3 h 6"/>
                  <a:gd name="T12" fmla="*/ 110 w 113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3" h="6">
                    <a:moveTo>
                      <a:pt x="11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3" y="6"/>
                    </a:cubicBezTo>
                    <a:cubicBezTo>
                      <a:pt x="110" y="6"/>
                      <a:pt x="110" y="6"/>
                      <a:pt x="110" y="6"/>
                    </a:cubicBezTo>
                    <a:cubicBezTo>
                      <a:pt x="111" y="6"/>
                      <a:pt x="113" y="5"/>
                      <a:pt x="113" y="3"/>
                    </a:cubicBezTo>
                    <a:cubicBezTo>
                      <a:pt x="113" y="2"/>
                      <a:pt x="111" y="0"/>
                      <a:pt x="11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Freeform 22">
                <a:extLst>
                  <a:ext uri="{FF2B5EF4-FFF2-40B4-BE49-F238E27FC236}">
                    <a16:creationId xmlns:a16="http://schemas.microsoft.com/office/drawing/2014/main" id="{35DD00C6-F8DB-42DB-8E39-96895A6483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65888" y="-112713"/>
                <a:ext cx="195262" cy="190500"/>
              </a:xfrm>
              <a:custGeom>
                <a:avLst/>
                <a:gdLst>
                  <a:gd name="T0" fmla="*/ 6 w 51"/>
                  <a:gd name="T1" fmla="*/ 50 h 50"/>
                  <a:gd name="T2" fmla="*/ 45 w 51"/>
                  <a:gd name="T3" fmla="*/ 50 h 50"/>
                  <a:gd name="T4" fmla="*/ 51 w 51"/>
                  <a:gd name="T5" fmla="*/ 44 h 50"/>
                  <a:gd name="T6" fmla="*/ 51 w 51"/>
                  <a:gd name="T7" fmla="*/ 5 h 50"/>
                  <a:gd name="T8" fmla="*/ 45 w 51"/>
                  <a:gd name="T9" fmla="*/ 0 h 50"/>
                  <a:gd name="T10" fmla="*/ 6 w 51"/>
                  <a:gd name="T11" fmla="*/ 0 h 50"/>
                  <a:gd name="T12" fmla="*/ 0 w 51"/>
                  <a:gd name="T13" fmla="*/ 5 h 50"/>
                  <a:gd name="T14" fmla="*/ 0 w 51"/>
                  <a:gd name="T15" fmla="*/ 44 h 50"/>
                  <a:gd name="T16" fmla="*/ 6 w 51"/>
                  <a:gd name="T17" fmla="*/ 50 h 50"/>
                  <a:gd name="T18" fmla="*/ 11 w 51"/>
                  <a:gd name="T19" fmla="*/ 11 h 50"/>
                  <a:gd name="T20" fmla="*/ 39 w 51"/>
                  <a:gd name="T21" fmla="*/ 11 h 50"/>
                  <a:gd name="T22" fmla="*/ 39 w 51"/>
                  <a:gd name="T23" fmla="*/ 39 h 50"/>
                  <a:gd name="T24" fmla="*/ 11 w 51"/>
                  <a:gd name="T25" fmla="*/ 39 h 50"/>
                  <a:gd name="T26" fmla="*/ 11 w 51"/>
                  <a:gd name="T27" fmla="*/ 11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1" h="50">
                    <a:moveTo>
                      <a:pt x="6" y="50"/>
                    </a:moveTo>
                    <a:cubicBezTo>
                      <a:pt x="45" y="50"/>
                      <a:pt x="45" y="50"/>
                      <a:pt x="45" y="50"/>
                    </a:cubicBezTo>
                    <a:cubicBezTo>
                      <a:pt x="48" y="50"/>
                      <a:pt x="51" y="48"/>
                      <a:pt x="51" y="44"/>
                    </a:cubicBezTo>
                    <a:cubicBezTo>
                      <a:pt x="51" y="5"/>
                      <a:pt x="51" y="5"/>
                      <a:pt x="51" y="5"/>
                    </a:cubicBezTo>
                    <a:cubicBezTo>
                      <a:pt x="51" y="2"/>
                      <a:pt x="48" y="0"/>
                      <a:pt x="4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3" y="50"/>
                      <a:pt x="6" y="50"/>
                    </a:cubicBezTo>
                    <a:close/>
                    <a:moveTo>
                      <a:pt x="11" y="11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9" y="39"/>
                      <a:pt x="39" y="39"/>
                      <a:pt x="39" y="39"/>
                    </a:cubicBezTo>
                    <a:cubicBezTo>
                      <a:pt x="11" y="39"/>
                      <a:pt x="11" y="39"/>
                      <a:pt x="11" y="39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2B2B2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09298355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20249"/>
            </a:gs>
            <a:gs pos="100000">
              <a:srgbClr val="4B0147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EDD1044-A560-4179-A594-951461225BCE}"/>
              </a:ext>
            </a:extLst>
          </p:cNvPr>
          <p:cNvGrpSpPr/>
          <p:nvPr/>
        </p:nvGrpSpPr>
        <p:grpSpPr>
          <a:xfrm>
            <a:off x="150472" y="208547"/>
            <a:ext cx="2624810" cy="523220"/>
            <a:chOff x="246724" y="208547"/>
            <a:chExt cx="2624810" cy="52322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B7FF57E-B521-4B29-A484-B2A826058567}"/>
                </a:ext>
              </a:extLst>
            </p:cNvPr>
            <p:cNvSpPr/>
            <p:nvPr/>
          </p:nvSpPr>
          <p:spPr>
            <a:xfrm>
              <a:off x="246724" y="239561"/>
              <a:ext cx="461192" cy="461192"/>
            </a:xfrm>
            <a:prstGeom prst="ellipse">
              <a:avLst/>
            </a:prstGeom>
            <a:gradFill>
              <a:gsLst>
                <a:gs pos="0">
                  <a:srgbClr val="B30660"/>
                </a:gs>
                <a:gs pos="100000">
                  <a:srgbClr val="570152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509C787-5773-4208-B184-6135684707D3}"/>
                </a:ext>
              </a:extLst>
            </p:cNvPr>
            <p:cNvSpPr txBox="1"/>
            <p:nvPr/>
          </p:nvSpPr>
          <p:spPr>
            <a:xfrm>
              <a:off x="465219" y="208547"/>
              <a:ext cx="24063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明年工作计划</a:t>
              </a:r>
            </a:p>
          </p:txBody>
        </p:sp>
      </p:grpSp>
      <p:grpSp>
        <p:nvGrpSpPr>
          <p:cNvPr id="5" name="Group 4553">
            <a:extLst>
              <a:ext uri="{FF2B5EF4-FFF2-40B4-BE49-F238E27FC236}">
                <a16:creationId xmlns:a16="http://schemas.microsoft.com/office/drawing/2014/main" id="{CFD413E5-3FC7-4665-B441-6F0B0F2679A4}"/>
              </a:ext>
            </a:extLst>
          </p:cNvPr>
          <p:cNvGrpSpPr/>
          <p:nvPr/>
        </p:nvGrpSpPr>
        <p:grpSpPr>
          <a:xfrm>
            <a:off x="-1409824" y="274346"/>
            <a:ext cx="12861330" cy="4821693"/>
            <a:chOff x="8926732" y="12359492"/>
            <a:chExt cx="25722658" cy="9643385"/>
          </a:xfrm>
        </p:grpSpPr>
        <p:sp>
          <p:nvSpPr>
            <p:cNvPr id="6" name="Shape 4550">
              <a:extLst>
                <a:ext uri="{FF2B5EF4-FFF2-40B4-BE49-F238E27FC236}">
                  <a16:creationId xmlns:a16="http://schemas.microsoft.com/office/drawing/2014/main" id="{6F32D41A-2815-48F1-A06B-9BA11389D4E6}"/>
                </a:ext>
              </a:extLst>
            </p:cNvPr>
            <p:cNvSpPr/>
            <p:nvPr/>
          </p:nvSpPr>
          <p:spPr>
            <a:xfrm rot="454920">
              <a:off x="8926732" y="13267902"/>
              <a:ext cx="23158279" cy="87349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376" extrusionOk="0">
                  <a:moveTo>
                    <a:pt x="1952" y="2536"/>
                  </a:moveTo>
                  <a:cubicBezTo>
                    <a:pt x="4842" y="10140"/>
                    <a:pt x="9494" y="13624"/>
                    <a:pt x="13979" y="11543"/>
                  </a:cubicBezTo>
                  <a:cubicBezTo>
                    <a:pt x="17147" y="10073"/>
                    <a:pt x="19896" y="5902"/>
                    <a:pt x="21586" y="0"/>
                  </a:cubicBezTo>
                  <a:lnTo>
                    <a:pt x="21600" y="57"/>
                  </a:lnTo>
                  <a:cubicBezTo>
                    <a:pt x="18359" y="15106"/>
                    <a:pt x="9975" y="21600"/>
                    <a:pt x="2962" y="14493"/>
                  </a:cubicBezTo>
                  <a:cubicBezTo>
                    <a:pt x="1886" y="13404"/>
                    <a:pt x="889" y="11994"/>
                    <a:pt x="0" y="10306"/>
                  </a:cubicBezTo>
                  <a:lnTo>
                    <a:pt x="1952" y="2536"/>
                  </a:lnTo>
                  <a:close/>
                </a:path>
              </a:pathLst>
            </a:custGeom>
            <a:noFill/>
            <a:ln w="19050" cap="flat" cmpd="sng">
              <a:solidFill>
                <a:srgbClr val="A6AAA9"/>
              </a:solidFill>
              <a:prstDash val="sysDot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/>
              </a:pPr>
              <a:endParaRPr sz="4267">
                <a:solidFill>
                  <a:srgbClr val="2B2B2B"/>
                </a:solidFill>
                <a:cs typeface="+mn-ea"/>
                <a:sym typeface="+mn-lt"/>
              </a:endParaRPr>
            </a:p>
          </p:txBody>
        </p:sp>
        <p:sp>
          <p:nvSpPr>
            <p:cNvPr id="7" name="Shape 4551">
              <a:extLst>
                <a:ext uri="{FF2B5EF4-FFF2-40B4-BE49-F238E27FC236}">
                  <a16:creationId xmlns:a16="http://schemas.microsoft.com/office/drawing/2014/main" id="{B24019C0-C5BD-46B5-8BC8-8E4A447BA9AB}"/>
                </a:ext>
              </a:extLst>
            </p:cNvPr>
            <p:cNvSpPr/>
            <p:nvPr/>
          </p:nvSpPr>
          <p:spPr>
            <a:xfrm rot="20993668">
              <a:off x="32238085" y="12359492"/>
              <a:ext cx="2411306" cy="2411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8" h="21258" extrusionOk="0">
                  <a:moveTo>
                    <a:pt x="5765" y="18592"/>
                  </a:moveTo>
                  <a:cubicBezTo>
                    <a:pt x="5942" y="18678"/>
                    <a:pt x="6028" y="18769"/>
                    <a:pt x="6206" y="18856"/>
                  </a:cubicBezTo>
                  <a:cubicBezTo>
                    <a:pt x="6028" y="19033"/>
                    <a:pt x="5852" y="19300"/>
                    <a:pt x="5674" y="19477"/>
                  </a:cubicBezTo>
                  <a:cubicBezTo>
                    <a:pt x="3638" y="21514"/>
                    <a:pt x="12" y="21246"/>
                    <a:pt x="12" y="21246"/>
                  </a:cubicBezTo>
                  <a:cubicBezTo>
                    <a:pt x="12" y="21246"/>
                    <a:pt x="-256" y="17619"/>
                    <a:pt x="1780" y="15583"/>
                  </a:cubicBezTo>
                  <a:cubicBezTo>
                    <a:pt x="1957" y="15406"/>
                    <a:pt x="2225" y="15229"/>
                    <a:pt x="2402" y="15051"/>
                  </a:cubicBezTo>
                  <a:cubicBezTo>
                    <a:pt x="2489" y="15229"/>
                    <a:pt x="2575" y="15315"/>
                    <a:pt x="2666" y="15492"/>
                  </a:cubicBezTo>
                  <a:cubicBezTo>
                    <a:pt x="1338" y="17173"/>
                    <a:pt x="1516" y="19741"/>
                    <a:pt x="1516" y="19741"/>
                  </a:cubicBezTo>
                  <a:cubicBezTo>
                    <a:pt x="1516" y="19741"/>
                    <a:pt x="4084" y="19919"/>
                    <a:pt x="5765" y="18592"/>
                  </a:cubicBezTo>
                  <a:cubicBezTo>
                    <a:pt x="5765" y="18592"/>
                    <a:pt x="5765" y="18592"/>
                    <a:pt x="5765" y="18592"/>
                  </a:cubicBezTo>
                  <a:close/>
                  <a:moveTo>
                    <a:pt x="15059" y="7966"/>
                  </a:moveTo>
                  <a:cubicBezTo>
                    <a:pt x="14086" y="7966"/>
                    <a:pt x="13291" y="7171"/>
                    <a:pt x="13291" y="6199"/>
                  </a:cubicBezTo>
                  <a:cubicBezTo>
                    <a:pt x="13291" y="5222"/>
                    <a:pt x="14086" y="4426"/>
                    <a:pt x="15059" y="4426"/>
                  </a:cubicBezTo>
                  <a:cubicBezTo>
                    <a:pt x="16036" y="4426"/>
                    <a:pt x="16831" y="5222"/>
                    <a:pt x="16831" y="6199"/>
                  </a:cubicBezTo>
                  <a:cubicBezTo>
                    <a:pt x="16831" y="7171"/>
                    <a:pt x="16036" y="7966"/>
                    <a:pt x="15059" y="7966"/>
                  </a:cubicBezTo>
                  <a:cubicBezTo>
                    <a:pt x="15059" y="7966"/>
                    <a:pt x="15059" y="7966"/>
                    <a:pt x="15059" y="7966"/>
                  </a:cubicBezTo>
                  <a:close/>
                  <a:moveTo>
                    <a:pt x="21258" y="0"/>
                  </a:moveTo>
                  <a:cubicBezTo>
                    <a:pt x="21258" y="0"/>
                    <a:pt x="18067" y="-86"/>
                    <a:pt x="14882" y="1504"/>
                  </a:cubicBezTo>
                  <a:cubicBezTo>
                    <a:pt x="13909" y="1949"/>
                    <a:pt x="12845" y="2658"/>
                    <a:pt x="11960" y="3540"/>
                  </a:cubicBezTo>
                  <a:cubicBezTo>
                    <a:pt x="10529" y="4975"/>
                    <a:pt x="8307" y="7608"/>
                    <a:pt x="6556" y="9739"/>
                  </a:cubicBezTo>
                  <a:lnTo>
                    <a:pt x="2666" y="9739"/>
                  </a:lnTo>
                  <a:lnTo>
                    <a:pt x="894" y="12393"/>
                  </a:lnTo>
                  <a:lnTo>
                    <a:pt x="3897" y="13204"/>
                  </a:lnTo>
                  <a:cubicBezTo>
                    <a:pt x="3906" y="13314"/>
                    <a:pt x="3937" y="13465"/>
                    <a:pt x="4019" y="13671"/>
                  </a:cubicBezTo>
                  <a:lnTo>
                    <a:pt x="3552" y="14697"/>
                  </a:lnTo>
                  <a:cubicBezTo>
                    <a:pt x="3552" y="14697"/>
                    <a:pt x="3375" y="15051"/>
                    <a:pt x="4702" y="16466"/>
                  </a:cubicBezTo>
                  <a:cubicBezTo>
                    <a:pt x="6119" y="17883"/>
                    <a:pt x="6561" y="17705"/>
                    <a:pt x="6561" y="17705"/>
                  </a:cubicBezTo>
                  <a:lnTo>
                    <a:pt x="7663" y="17204"/>
                  </a:lnTo>
                  <a:cubicBezTo>
                    <a:pt x="7827" y="17256"/>
                    <a:pt x="7948" y="17274"/>
                    <a:pt x="8030" y="17274"/>
                  </a:cubicBezTo>
                  <a:lnTo>
                    <a:pt x="8864" y="20360"/>
                  </a:lnTo>
                  <a:lnTo>
                    <a:pt x="11519" y="18592"/>
                  </a:lnTo>
                  <a:lnTo>
                    <a:pt x="11519" y="14580"/>
                  </a:lnTo>
                  <a:cubicBezTo>
                    <a:pt x="13663" y="12847"/>
                    <a:pt x="16295" y="10668"/>
                    <a:pt x="17717" y="9294"/>
                  </a:cubicBezTo>
                  <a:cubicBezTo>
                    <a:pt x="18603" y="8412"/>
                    <a:pt x="19308" y="7349"/>
                    <a:pt x="19840" y="6376"/>
                  </a:cubicBezTo>
                  <a:cubicBezTo>
                    <a:pt x="21344" y="3186"/>
                    <a:pt x="21258" y="0"/>
                    <a:pt x="21258" y="0"/>
                  </a:cubicBezTo>
                  <a:cubicBezTo>
                    <a:pt x="21258" y="0"/>
                    <a:pt x="21258" y="0"/>
                    <a:pt x="21258" y="0"/>
                  </a:cubicBezTo>
                  <a:close/>
                </a:path>
              </a:pathLst>
            </a:custGeom>
            <a:solidFill>
              <a:srgbClr val="E2087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2859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sp>
        <p:nvSpPr>
          <p:cNvPr id="9" name="Shape 4554">
            <a:extLst>
              <a:ext uri="{FF2B5EF4-FFF2-40B4-BE49-F238E27FC236}">
                <a16:creationId xmlns:a16="http://schemas.microsoft.com/office/drawing/2014/main" id="{5001BF14-E571-4085-A5A6-994324B5EE5C}"/>
              </a:ext>
            </a:extLst>
          </p:cNvPr>
          <p:cNvSpPr txBox="1"/>
          <p:nvPr/>
        </p:nvSpPr>
        <p:spPr>
          <a:xfrm>
            <a:off x="11781386" y="162566"/>
            <a:ext cx="308559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p15="http://schemas.microsoft.com/office/powerpoint/2012/main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vert="horz" lIns="0" tIns="0" rIns="0" bIns="0" rtlCol="0" anchor="ctr">
            <a:sp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800" kern="1200">
                <a:solidFill>
                  <a:srgbClr val="FFFFFF"/>
                </a:solidFill>
                <a:latin typeface="Roboto Regular"/>
                <a:ea typeface="Roboto Regular"/>
                <a:cs typeface="Roboto Regular"/>
                <a:sym typeface="Roboto Regular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>
                <a:solidFill>
                  <a:srgbClr val="000000"/>
                </a:solidFill>
              </a:defRPr>
            </a:pPr>
            <a:fld id="{86CB4B4D-7CA3-9044-876B-883B54F8677D}" type="slidenum">
              <a:rPr kumimoji="0" lang="en-US" altLang="zh-CN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>
                  <a:solidFill>
                    <a:srgbClr val="000000"/>
                  </a:solidFill>
                </a:defRPr>
              </a:pPr>
              <a:t>23</a:t>
            </a:fld>
            <a:endParaRPr kumimoji="0" lang="en-US" altLang="zh-CN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" name="Group 4557">
            <a:extLst>
              <a:ext uri="{FF2B5EF4-FFF2-40B4-BE49-F238E27FC236}">
                <a16:creationId xmlns:a16="http://schemas.microsoft.com/office/drawing/2014/main" id="{D614D2E9-6279-4D77-BDC0-BD6A0448D091}"/>
              </a:ext>
            </a:extLst>
          </p:cNvPr>
          <p:cNvGrpSpPr/>
          <p:nvPr/>
        </p:nvGrpSpPr>
        <p:grpSpPr>
          <a:xfrm>
            <a:off x="1366811" y="2185783"/>
            <a:ext cx="1176200" cy="1176200"/>
            <a:chOff x="0" y="0"/>
            <a:chExt cx="2352398" cy="2352398"/>
          </a:xfrm>
        </p:grpSpPr>
        <p:sp>
          <p:nvSpPr>
            <p:cNvPr id="11" name="Shape 4555">
              <a:extLst>
                <a:ext uri="{FF2B5EF4-FFF2-40B4-BE49-F238E27FC236}">
                  <a16:creationId xmlns:a16="http://schemas.microsoft.com/office/drawing/2014/main" id="{13540130-C625-4418-9F92-3EB9F05B330D}"/>
                </a:ext>
              </a:extLst>
            </p:cNvPr>
            <p:cNvSpPr/>
            <p:nvPr/>
          </p:nvSpPr>
          <p:spPr>
            <a:xfrm>
              <a:off x="0" y="0"/>
              <a:ext cx="2352399" cy="2352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1A25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3200">
                  <a:solidFill>
                    <a:srgbClr val="FFFFFF"/>
                  </a:solidFill>
                </a:defRPr>
              </a:pPr>
              <a:endParaRPr kumimoji="0" sz="42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Shape 4556">
              <a:extLst>
                <a:ext uri="{FF2B5EF4-FFF2-40B4-BE49-F238E27FC236}">
                  <a16:creationId xmlns:a16="http://schemas.microsoft.com/office/drawing/2014/main" id="{F7E85231-F16D-42D8-B1B6-54E73549B8E2}"/>
                </a:ext>
              </a:extLst>
            </p:cNvPr>
            <p:cNvSpPr/>
            <p:nvPr/>
          </p:nvSpPr>
          <p:spPr>
            <a:xfrm>
              <a:off x="547262" y="535122"/>
              <a:ext cx="1257875" cy="12821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5" h="21568" extrusionOk="0">
                  <a:moveTo>
                    <a:pt x="5572" y="8"/>
                  </a:moveTo>
                  <a:cubicBezTo>
                    <a:pt x="5171" y="48"/>
                    <a:pt x="4793" y="244"/>
                    <a:pt x="4517" y="580"/>
                  </a:cubicBezTo>
                  <a:lnTo>
                    <a:pt x="355" y="5652"/>
                  </a:lnTo>
                  <a:cubicBezTo>
                    <a:pt x="-195" y="6323"/>
                    <a:pt x="-95" y="7316"/>
                    <a:pt x="577" y="7865"/>
                  </a:cubicBezTo>
                  <a:cubicBezTo>
                    <a:pt x="577" y="7865"/>
                    <a:pt x="1372" y="8510"/>
                    <a:pt x="1372" y="8510"/>
                  </a:cubicBezTo>
                  <a:cubicBezTo>
                    <a:pt x="2045" y="9059"/>
                    <a:pt x="3042" y="8961"/>
                    <a:pt x="3592" y="8289"/>
                  </a:cubicBezTo>
                  <a:lnTo>
                    <a:pt x="7755" y="3217"/>
                  </a:lnTo>
                  <a:cubicBezTo>
                    <a:pt x="8305" y="2545"/>
                    <a:pt x="8206" y="1570"/>
                    <a:pt x="7533" y="1022"/>
                  </a:cubicBezTo>
                  <a:lnTo>
                    <a:pt x="6737" y="358"/>
                  </a:lnTo>
                  <a:cubicBezTo>
                    <a:pt x="6401" y="84"/>
                    <a:pt x="5973" y="-32"/>
                    <a:pt x="5572" y="8"/>
                  </a:cubicBezTo>
                  <a:close/>
                  <a:moveTo>
                    <a:pt x="14563" y="8"/>
                  </a:moveTo>
                  <a:cubicBezTo>
                    <a:pt x="14161" y="37"/>
                    <a:pt x="13774" y="215"/>
                    <a:pt x="13490" y="543"/>
                  </a:cubicBezTo>
                  <a:lnTo>
                    <a:pt x="12824" y="1336"/>
                  </a:lnTo>
                  <a:cubicBezTo>
                    <a:pt x="12256" y="1992"/>
                    <a:pt x="12313" y="2982"/>
                    <a:pt x="12972" y="3549"/>
                  </a:cubicBezTo>
                  <a:lnTo>
                    <a:pt x="17948" y="7828"/>
                  </a:lnTo>
                  <a:cubicBezTo>
                    <a:pt x="18607" y="8396"/>
                    <a:pt x="19600" y="8318"/>
                    <a:pt x="20168" y="7662"/>
                  </a:cubicBezTo>
                  <a:lnTo>
                    <a:pt x="20834" y="6887"/>
                  </a:lnTo>
                  <a:cubicBezTo>
                    <a:pt x="21405" y="6233"/>
                    <a:pt x="21344" y="5241"/>
                    <a:pt x="20686" y="4674"/>
                  </a:cubicBezTo>
                  <a:lnTo>
                    <a:pt x="15710" y="395"/>
                  </a:lnTo>
                  <a:cubicBezTo>
                    <a:pt x="15381" y="111"/>
                    <a:pt x="14965" y="-21"/>
                    <a:pt x="14563" y="8"/>
                  </a:cubicBezTo>
                  <a:close/>
                  <a:moveTo>
                    <a:pt x="12398" y="4176"/>
                  </a:moveTo>
                  <a:cubicBezTo>
                    <a:pt x="12157" y="4081"/>
                    <a:pt x="11866" y="4193"/>
                    <a:pt x="11769" y="4434"/>
                  </a:cubicBezTo>
                  <a:cubicBezTo>
                    <a:pt x="11766" y="4442"/>
                    <a:pt x="11475" y="5148"/>
                    <a:pt x="10789" y="5246"/>
                  </a:cubicBezTo>
                  <a:cubicBezTo>
                    <a:pt x="10634" y="5269"/>
                    <a:pt x="10432" y="5266"/>
                    <a:pt x="10197" y="5264"/>
                  </a:cubicBezTo>
                  <a:cubicBezTo>
                    <a:pt x="9161" y="5257"/>
                    <a:pt x="7431" y="5249"/>
                    <a:pt x="5960" y="7459"/>
                  </a:cubicBezTo>
                  <a:cubicBezTo>
                    <a:pt x="5368" y="8347"/>
                    <a:pt x="5158" y="8982"/>
                    <a:pt x="5294" y="9525"/>
                  </a:cubicBezTo>
                  <a:cubicBezTo>
                    <a:pt x="5396" y="9930"/>
                    <a:pt x="5662" y="10292"/>
                    <a:pt x="6164" y="10521"/>
                  </a:cubicBezTo>
                  <a:cubicBezTo>
                    <a:pt x="6690" y="10757"/>
                    <a:pt x="7775" y="10541"/>
                    <a:pt x="8883" y="8953"/>
                  </a:cubicBezTo>
                  <a:cubicBezTo>
                    <a:pt x="9655" y="9587"/>
                    <a:pt x="11336" y="10748"/>
                    <a:pt x="13083" y="10631"/>
                  </a:cubicBezTo>
                  <a:cubicBezTo>
                    <a:pt x="13988" y="10571"/>
                    <a:pt x="14770" y="10185"/>
                    <a:pt x="15432" y="9469"/>
                  </a:cubicBezTo>
                  <a:lnTo>
                    <a:pt x="18688" y="11978"/>
                  </a:lnTo>
                  <a:lnTo>
                    <a:pt x="17504" y="13361"/>
                  </a:lnTo>
                  <a:lnTo>
                    <a:pt x="17486" y="13361"/>
                  </a:lnTo>
                  <a:lnTo>
                    <a:pt x="14840" y="11166"/>
                  </a:lnTo>
                  <a:lnTo>
                    <a:pt x="14193" y="11941"/>
                  </a:lnTo>
                  <a:lnTo>
                    <a:pt x="16857" y="14154"/>
                  </a:lnTo>
                  <a:lnTo>
                    <a:pt x="15710" y="15500"/>
                  </a:lnTo>
                  <a:lnTo>
                    <a:pt x="11880" y="12180"/>
                  </a:lnTo>
                  <a:lnTo>
                    <a:pt x="11214" y="12937"/>
                  </a:lnTo>
                  <a:lnTo>
                    <a:pt x="15062" y="16275"/>
                  </a:lnTo>
                  <a:lnTo>
                    <a:pt x="13582" y="18027"/>
                  </a:lnTo>
                  <a:lnTo>
                    <a:pt x="4906" y="10926"/>
                  </a:lnTo>
                  <a:cubicBezTo>
                    <a:pt x="4890" y="10915"/>
                    <a:pt x="4884" y="10917"/>
                    <a:pt x="4869" y="10908"/>
                  </a:cubicBezTo>
                  <a:cubicBezTo>
                    <a:pt x="4864" y="10902"/>
                    <a:pt x="4856" y="10895"/>
                    <a:pt x="4850" y="10889"/>
                  </a:cubicBezTo>
                  <a:cubicBezTo>
                    <a:pt x="4643" y="10711"/>
                    <a:pt x="4328" y="10738"/>
                    <a:pt x="4147" y="10945"/>
                  </a:cubicBezTo>
                  <a:lnTo>
                    <a:pt x="725" y="14910"/>
                  </a:lnTo>
                  <a:cubicBezTo>
                    <a:pt x="546" y="15117"/>
                    <a:pt x="556" y="15413"/>
                    <a:pt x="762" y="15592"/>
                  </a:cubicBezTo>
                  <a:lnTo>
                    <a:pt x="7459" y="21439"/>
                  </a:lnTo>
                  <a:cubicBezTo>
                    <a:pt x="7552" y="21520"/>
                    <a:pt x="7676" y="21568"/>
                    <a:pt x="7792" y="21568"/>
                  </a:cubicBezTo>
                  <a:cubicBezTo>
                    <a:pt x="7928" y="21568"/>
                    <a:pt x="8064" y="21509"/>
                    <a:pt x="8162" y="21402"/>
                  </a:cubicBezTo>
                  <a:lnTo>
                    <a:pt x="11085" y="18193"/>
                  </a:lnTo>
                  <a:cubicBezTo>
                    <a:pt x="11099" y="18180"/>
                    <a:pt x="11111" y="18151"/>
                    <a:pt x="11122" y="18138"/>
                  </a:cubicBezTo>
                  <a:lnTo>
                    <a:pt x="11418" y="17806"/>
                  </a:lnTo>
                  <a:lnTo>
                    <a:pt x="13194" y="19263"/>
                  </a:lnTo>
                  <a:cubicBezTo>
                    <a:pt x="13403" y="19438"/>
                    <a:pt x="13721" y="19417"/>
                    <a:pt x="13897" y="19207"/>
                  </a:cubicBezTo>
                  <a:lnTo>
                    <a:pt x="19835" y="12144"/>
                  </a:lnTo>
                  <a:cubicBezTo>
                    <a:pt x="19923" y="12040"/>
                    <a:pt x="19961" y="11909"/>
                    <a:pt x="19946" y="11775"/>
                  </a:cubicBezTo>
                  <a:cubicBezTo>
                    <a:pt x="19931" y="11640"/>
                    <a:pt x="19869" y="11524"/>
                    <a:pt x="19761" y="11443"/>
                  </a:cubicBezTo>
                  <a:lnTo>
                    <a:pt x="15876" y="8473"/>
                  </a:lnTo>
                  <a:cubicBezTo>
                    <a:pt x="15445" y="8216"/>
                    <a:pt x="15248" y="8311"/>
                    <a:pt x="14951" y="8584"/>
                  </a:cubicBezTo>
                  <a:cubicBezTo>
                    <a:pt x="14405" y="9284"/>
                    <a:pt x="13766" y="9639"/>
                    <a:pt x="13009" y="9691"/>
                  </a:cubicBezTo>
                  <a:cubicBezTo>
                    <a:pt x="11105" y="9818"/>
                    <a:pt x="9125" y="7903"/>
                    <a:pt x="9105" y="7883"/>
                  </a:cubicBezTo>
                  <a:cubicBezTo>
                    <a:pt x="9002" y="7781"/>
                    <a:pt x="8845" y="7734"/>
                    <a:pt x="8698" y="7754"/>
                  </a:cubicBezTo>
                  <a:cubicBezTo>
                    <a:pt x="8553" y="7776"/>
                    <a:pt x="8437" y="7866"/>
                    <a:pt x="8365" y="7994"/>
                  </a:cubicBezTo>
                  <a:cubicBezTo>
                    <a:pt x="7644" y="9283"/>
                    <a:pt x="6759" y="9800"/>
                    <a:pt x="6497" y="9617"/>
                  </a:cubicBezTo>
                  <a:cubicBezTo>
                    <a:pt x="6282" y="9478"/>
                    <a:pt x="6236" y="9357"/>
                    <a:pt x="6219" y="9285"/>
                  </a:cubicBezTo>
                  <a:cubicBezTo>
                    <a:pt x="6174" y="9111"/>
                    <a:pt x="6221" y="8750"/>
                    <a:pt x="6737" y="7975"/>
                  </a:cubicBezTo>
                  <a:cubicBezTo>
                    <a:pt x="7926" y="6189"/>
                    <a:pt x="9173" y="6197"/>
                    <a:pt x="10178" y="6205"/>
                  </a:cubicBezTo>
                  <a:cubicBezTo>
                    <a:pt x="10443" y="6207"/>
                    <a:pt x="10709" y="6220"/>
                    <a:pt x="10937" y="6186"/>
                  </a:cubicBezTo>
                  <a:cubicBezTo>
                    <a:pt x="12169" y="6008"/>
                    <a:pt x="12637" y="4835"/>
                    <a:pt x="12657" y="4785"/>
                  </a:cubicBezTo>
                  <a:cubicBezTo>
                    <a:pt x="12753" y="4544"/>
                    <a:pt x="12641" y="4271"/>
                    <a:pt x="12398" y="4176"/>
                  </a:cubicBezTo>
                  <a:close/>
                  <a:moveTo>
                    <a:pt x="4647" y="11922"/>
                  </a:moveTo>
                  <a:lnTo>
                    <a:pt x="10715" y="16957"/>
                  </a:lnTo>
                  <a:cubicBezTo>
                    <a:pt x="10715" y="16957"/>
                    <a:pt x="7699" y="20332"/>
                    <a:pt x="7699" y="20332"/>
                  </a:cubicBezTo>
                  <a:lnTo>
                    <a:pt x="6349" y="19115"/>
                  </a:lnTo>
                  <a:lnTo>
                    <a:pt x="8643" y="16533"/>
                  </a:lnTo>
                  <a:lnTo>
                    <a:pt x="7903" y="15851"/>
                  </a:lnTo>
                  <a:lnTo>
                    <a:pt x="5609" y="18414"/>
                  </a:lnTo>
                  <a:lnTo>
                    <a:pt x="4258" y="17215"/>
                  </a:lnTo>
                  <a:lnTo>
                    <a:pt x="6460" y="14781"/>
                  </a:lnTo>
                  <a:lnTo>
                    <a:pt x="5720" y="14099"/>
                  </a:lnTo>
                  <a:lnTo>
                    <a:pt x="3537" y="16570"/>
                  </a:lnTo>
                  <a:lnTo>
                    <a:pt x="1742" y="15076"/>
                  </a:lnTo>
                  <a:lnTo>
                    <a:pt x="4647" y="11922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228594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3" name="Group 4560">
            <a:extLst>
              <a:ext uri="{FF2B5EF4-FFF2-40B4-BE49-F238E27FC236}">
                <a16:creationId xmlns:a16="http://schemas.microsoft.com/office/drawing/2014/main" id="{92CEFCC1-4CE5-4498-9F9A-43A2B7592E49}"/>
              </a:ext>
            </a:extLst>
          </p:cNvPr>
          <p:cNvGrpSpPr/>
          <p:nvPr/>
        </p:nvGrpSpPr>
        <p:grpSpPr>
          <a:xfrm>
            <a:off x="5384409" y="4144104"/>
            <a:ext cx="1176200" cy="1176200"/>
            <a:chOff x="0" y="0"/>
            <a:chExt cx="2352398" cy="2352398"/>
          </a:xfrm>
        </p:grpSpPr>
        <p:sp>
          <p:nvSpPr>
            <p:cNvPr id="14" name="Shape 4558">
              <a:extLst>
                <a:ext uri="{FF2B5EF4-FFF2-40B4-BE49-F238E27FC236}">
                  <a16:creationId xmlns:a16="http://schemas.microsoft.com/office/drawing/2014/main" id="{DC226EFF-0391-450C-8204-893CAD54A3C5}"/>
                </a:ext>
              </a:extLst>
            </p:cNvPr>
            <p:cNvSpPr/>
            <p:nvPr/>
          </p:nvSpPr>
          <p:spPr>
            <a:xfrm>
              <a:off x="0" y="0"/>
              <a:ext cx="2352399" cy="2352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1A25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3200">
                  <a:solidFill>
                    <a:srgbClr val="FFFFFF"/>
                  </a:solidFill>
                </a:defRPr>
              </a:pPr>
              <a:endParaRPr kumimoji="0" sz="42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Shape 4559">
              <a:extLst>
                <a:ext uri="{FF2B5EF4-FFF2-40B4-BE49-F238E27FC236}">
                  <a16:creationId xmlns:a16="http://schemas.microsoft.com/office/drawing/2014/main" id="{19F0AA57-6861-4AEE-B569-20C6D67A8007}"/>
                </a:ext>
              </a:extLst>
            </p:cNvPr>
            <p:cNvSpPr/>
            <p:nvPr/>
          </p:nvSpPr>
          <p:spPr>
            <a:xfrm>
              <a:off x="474166" y="762391"/>
              <a:ext cx="1404066" cy="907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4" h="21600" extrusionOk="0">
                  <a:moveTo>
                    <a:pt x="2318" y="0"/>
                  </a:moveTo>
                  <a:cubicBezTo>
                    <a:pt x="2073" y="0"/>
                    <a:pt x="1871" y="314"/>
                    <a:pt x="1871" y="693"/>
                  </a:cubicBezTo>
                  <a:lnTo>
                    <a:pt x="1871" y="16780"/>
                  </a:lnTo>
                  <a:cubicBezTo>
                    <a:pt x="1871" y="17157"/>
                    <a:pt x="2073" y="17473"/>
                    <a:pt x="2318" y="17473"/>
                  </a:cubicBezTo>
                  <a:lnTo>
                    <a:pt x="19236" y="17473"/>
                  </a:lnTo>
                  <a:cubicBezTo>
                    <a:pt x="19481" y="17473"/>
                    <a:pt x="19684" y="17157"/>
                    <a:pt x="19684" y="16780"/>
                  </a:cubicBezTo>
                  <a:lnTo>
                    <a:pt x="19684" y="693"/>
                  </a:lnTo>
                  <a:cubicBezTo>
                    <a:pt x="19684" y="314"/>
                    <a:pt x="19481" y="0"/>
                    <a:pt x="19236" y="0"/>
                  </a:cubicBezTo>
                  <a:lnTo>
                    <a:pt x="2318" y="0"/>
                  </a:lnTo>
                  <a:close/>
                  <a:moveTo>
                    <a:pt x="3428" y="2410"/>
                  </a:moveTo>
                  <a:lnTo>
                    <a:pt x="18127" y="2410"/>
                  </a:lnTo>
                  <a:lnTo>
                    <a:pt x="18127" y="15063"/>
                  </a:lnTo>
                  <a:lnTo>
                    <a:pt x="3428" y="15063"/>
                  </a:lnTo>
                  <a:cubicBezTo>
                    <a:pt x="3428" y="15063"/>
                    <a:pt x="3428" y="2410"/>
                    <a:pt x="3428" y="2410"/>
                  </a:cubicBezTo>
                  <a:close/>
                  <a:moveTo>
                    <a:pt x="118" y="18316"/>
                  </a:moveTo>
                  <a:cubicBezTo>
                    <a:pt x="87" y="18316"/>
                    <a:pt x="41" y="18340"/>
                    <a:pt x="21" y="18377"/>
                  </a:cubicBezTo>
                  <a:cubicBezTo>
                    <a:pt x="-1" y="18415"/>
                    <a:pt x="-3" y="18449"/>
                    <a:pt x="2" y="18497"/>
                  </a:cubicBezTo>
                  <a:cubicBezTo>
                    <a:pt x="5" y="18528"/>
                    <a:pt x="323" y="21600"/>
                    <a:pt x="2824" y="21600"/>
                  </a:cubicBezTo>
                  <a:lnTo>
                    <a:pt x="18769" y="21600"/>
                  </a:lnTo>
                  <a:cubicBezTo>
                    <a:pt x="21272" y="21600"/>
                    <a:pt x="21589" y="18528"/>
                    <a:pt x="21592" y="18497"/>
                  </a:cubicBezTo>
                  <a:cubicBezTo>
                    <a:pt x="21597" y="18449"/>
                    <a:pt x="21593" y="18415"/>
                    <a:pt x="21573" y="18377"/>
                  </a:cubicBezTo>
                  <a:cubicBezTo>
                    <a:pt x="21552" y="18340"/>
                    <a:pt x="21508" y="18316"/>
                    <a:pt x="21475" y="18316"/>
                  </a:cubicBezTo>
                  <a:lnTo>
                    <a:pt x="118" y="18316"/>
                  </a:lnTo>
                  <a:close/>
                  <a:moveTo>
                    <a:pt x="9191" y="19401"/>
                  </a:moveTo>
                  <a:lnTo>
                    <a:pt x="12403" y="19401"/>
                  </a:lnTo>
                  <a:cubicBezTo>
                    <a:pt x="12403" y="19401"/>
                    <a:pt x="12403" y="20546"/>
                    <a:pt x="12403" y="20546"/>
                  </a:cubicBezTo>
                  <a:lnTo>
                    <a:pt x="9191" y="20546"/>
                  </a:lnTo>
                  <a:lnTo>
                    <a:pt x="9191" y="19401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228594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6" name="Group 4563">
            <a:extLst>
              <a:ext uri="{FF2B5EF4-FFF2-40B4-BE49-F238E27FC236}">
                <a16:creationId xmlns:a16="http://schemas.microsoft.com/office/drawing/2014/main" id="{71EDC7CC-0CBF-4706-A7B4-AFE1B2C09CF7}"/>
              </a:ext>
            </a:extLst>
          </p:cNvPr>
          <p:cNvGrpSpPr/>
          <p:nvPr/>
        </p:nvGrpSpPr>
        <p:grpSpPr>
          <a:xfrm>
            <a:off x="4173111" y="3224056"/>
            <a:ext cx="1176200" cy="1176200"/>
            <a:chOff x="0" y="0"/>
            <a:chExt cx="2352398" cy="2352398"/>
          </a:xfrm>
        </p:grpSpPr>
        <p:sp>
          <p:nvSpPr>
            <p:cNvPr id="17" name="Shape 4561">
              <a:extLst>
                <a:ext uri="{FF2B5EF4-FFF2-40B4-BE49-F238E27FC236}">
                  <a16:creationId xmlns:a16="http://schemas.microsoft.com/office/drawing/2014/main" id="{40701080-A056-4230-8DEC-09AD6F9A1ECE}"/>
                </a:ext>
              </a:extLst>
            </p:cNvPr>
            <p:cNvSpPr/>
            <p:nvPr/>
          </p:nvSpPr>
          <p:spPr>
            <a:xfrm>
              <a:off x="0" y="0"/>
              <a:ext cx="2352399" cy="2352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E2087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3200">
                  <a:solidFill>
                    <a:srgbClr val="FFFFFF"/>
                  </a:solidFill>
                </a:defRPr>
              </a:pPr>
              <a:endParaRPr kumimoji="0" sz="42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Shape 4562">
              <a:extLst>
                <a:ext uri="{FF2B5EF4-FFF2-40B4-BE49-F238E27FC236}">
                  <a16:creationId xmlns:a16="http://schemas.microsoft.com/office/drawing/2014/main" id="{A429CF42-6477-4493-B64E-4FF2B7113F7D}"/>
                </a:ext>
              </a:extLst>
            </p:cNvPr>
            <p:cNvSpPr/>
            <p:nvPr/>
          </p:nvSpPr>
          <p:spPr>
            <a:xfrm>
              <a:off x="680694" y="523473"/>
              <a:ext cx="1048325" cy="12558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1" h="21600" extrusionOk="0">
                  <a:moveTo>
                    <a:pt x="6852" y="0"/>
                  </a:moveTo>
                  <a:cubicBezTo>
                    <a:pt x="6254" y="0"/>
                    <a:pt x="5764" y="393"/>
                    <a:pt x="5764" y="898"/>
                  </a:cubicBezTo>
                  <a:lnTo>
                    <a:pt x="5764" y="2029"/>
                  </a:lnTo>
                  <a:cubicBezTo>
                    <a:pt x="5764" y="2533"/>
                    <a:pt x="6254" y="2946"/>
                    <a:pt x="6852" y="2946"/>
                  </a:cubicBezTo>
                  <a:lnTo>
                    <a:pt x="8056" y="2946"/>
                  </a:lnTo>
                  <a:lnTo>
                    <a:pt x="8056" y="4020"/>
                  </a:lnTo>
                  <a:cubicBezTo>
                    <a:pt x="3428" y="4975"/>
                    <a:pt x="0" y="8491"/>
                    <a:pt x="0" y="12683"/>
                  </a:cubicBezTo>
                  <a:cubicBezTo>
                    <a:pt x="0" y="17606"/>
                    <a:pt x="4740" y="21600"/>
                    <a:pt x="10579" y="21600"/>
                  </a:cubicBezTo>
                  <a:cubicBezTo>
                    <a:pt x="16420" y="21600"/>
                    <a:pt x="21182" y="17606"/>
                    <a:pt x="21182" y="12683"/>
                  </a:cubicBezTo>
                  <a:cubicBezTo>
                    <a:pt x="21182" y="10738"/>
                    <a:pt x="20426" y="8942"/>
                    <a:pt x="19168" y="7473"/>
                  </a:cubicBezTo>
                  <a:cubicBezTo>
                    <a:pt x="19168" y="7473"/>
                    <a:pt x="20765" y="6107"/>
                    <a:pt x="20765" y="6107"/>
                  </a:cubicBezTo>
                  <a:cubicBezTo>
                    <a:pt x="21600" y="5402"/>
                    <a:pt x="21600" y="4255"/>
                    <a:pt x="20765" y="3551"/>
                  </a:cubicBezTo>
                  <a:cubicBezTo>
                    <a:pt x="19928" y="2847"/>
                    <a:pt x="18591" y="2847"/>
                    <a:pt x="17756" y="3551"/>
                  </a:cubicBezTo>
                  <a:lnTo>
                    <a:pt x="15996" y="5015"/>
                  </a:lnTo>
                  <a:cubicBezTo>
                    <a:pt x="15135" y="4580"/>
                    <a:pt x="14193" y="4254"/>
                    <a:pt x="13195" y="4039"/>
                  </a:cubicBezTo>
                  <a:lnTo>
                    <a:pt x="13195" y="2946"/>
                  </a:lnTo>
                  <a:lnTo>
                    <a:pt x="14306" y="2946"/>
                  </a:lnTo>
                  <a:cubicBezTo>
                    <a:pt x="14905" y="2946"/>
                    <a:pt x="15394" y="2533"/>
                    <a:pt x="15394" y="2029"/>
                  </a:cubicBezTo>
                  <a:lnTo>
                    <a:pt x="15394" y="898"/>
                  </a:lnTo>
                  <a:cubicBezTo>
                    <a:pt x="15394" y="393"/>
                    <a:pt x="14905" y="0"/>
                    <a:pt x="14306" y="0"/>
                  </a:cubicBezTo>
                  <a:lnTo>
                    <a:pt x="6852" y="0"/>
                  </a:lnTo>
                  <a:close/>
                  <a:moveTo>
                    <a:pt x="10579" y="5912"/>
                  </a:moveTo>
                  <a:cubicBezTo>
                    <a:pt x="15004" y="5912"/>
                    <a:pt x="18612" y="8953"/>
                    <a:pt x="18612" y="12683"/>
                  </a:cubicBezTo>
                  <a:cubicBezTo>
                    <a:pt x="18612" y="16412"/>
                    <a:pt x="15004" y="19434"/>
                    <a:pt x="10579" y="19434"/>
                  </a:cubicBezTo>
                  <a:cubicBezTo>
                    <a:pt x="6156" y="19434"/>
                    <a:pt x="2546" y="16412"/>
                    <a:pt x="2546" y="12683"/>
                  </a:cubicBezTo>
                  <a:cubicBezTo>
                    <a:pt x="2546" y="8953"/>
                    <a:pt x="6156" y="5912"/>
                    <a:pt x="10579" y="5912"/>
                  </a:cubicBezTo>
                  <a:close/>
                  <a:moveTo>
                    <a:pt x="10163" y="7493"/>
                  </a:moveTo>
                  <a:cubicBezTo>
                    <a:pt x="9454" y="7493"/>
                    <a:pt x="8889" y="7968"/>
                    <a:pt x="8889" y="8566"/>
                  </a:cubicBezTo>
                  <a:lnTo>
                    <a:pt x="8889" y="12917"/>
                  </a:lnTo>
                  <a:cubicBezTo>
                    <a:pt x="8889" y="13515"/>
                    <a:pt x="9454" y="13990"/>
                    <a:pt x="10163" y="13990"/>
                  </a:cubicBezTo>
                  <a:cubicBezTo>
                    <a:pt x="10872" y="13990"/>
                    <a:pt x="11459" y="13515"/>
                    <a:pt x="11459" y="12917"/>
                  </a:cubicBezTo>
                  <a:lnTo>
                    <a:pt x="11459" y="8566"/>
                  </a:lnTo>
                  <a:cubicBezTo>
                    <a:pt x="11459" y="7968"/>
                    <a:pt x="10872" y="7493"/>
                    <a:pt x="10163" y="749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228594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9" name="Shape 4564">
            <a:extLst>
              <a:ext uri="{FF2B5EF4-FFF2-40B4-BE49-F238E27FC236}">
                <a16:creationId xmlns:a16="http://schemas.microsoft.com/office/drawing/2014/main" id="{0A0493E2-83A9-4E79-A4D4-F40EC8AD9E65}"/>
              </a:ext>
            </a:extLst>
          </p:cNvPr>
          <p:cNvSpPr/>
          <p:nvPr/>
        </p:nvSpPr>
        <p:spPr>
          <a:xfrm rot="10594">
            <a:off x="6642260" y="4815362"/>
            <a:ext cx="2967023" cy="976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p15="http://schemas.microsoft.com/office/powerpoint/2012/main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lIns="25400" tIns="25400" rIns="25400" bIns="25400" anchor="ctr"/>
          <a:lstStyle/>
          <a:p>
            <a:pPr lvl="0" hangingPunct="0">
              <a:lnSpc>
                <a:spcPct val="150000"/>
              </a:lnSpc>
              <a:defRPr/>
            </a:pPr>
            <a:r>
              <a:rPr lang="zh-CN" altLang="en-US" sz="2000" b="1" kern="0">
                <a:solidFill>
                  <a:prstClr val="white"/>
                </a:solidFill>
                <a:cs typeface="+mn-ea"/>
                <a:sym typeface="+mn-lt"/>
              </a:rPr>
              <a:t>添加标题</a:t>
            </a:r>
            <a:endParaRPr lang="en-US" altLang="zh-CN" sz="2000" b="1" kern="0">
              <a:solidFill>
                <a:prstClr val="white"/>
              </a:solidFill>
              <a:cs typeface="+mn-ea"/>
              <a:sym typeface="+mn-lt"/>
            </a:endParaRPr>
          </a:p>
          <a:p>
            <a:pPr lvl="0" hangingPunct="0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输入您的文本文字，更改文字的颜色或大X属性。</a:t>
            </a:r>
          </a:p>
        </p:txBody>
      </p:sp>
      <p:sp>
        <p:nvSpPr>
          <p:cNvPr id="20" name="Shape 4565">
            <a:extLst>
              <a:ext uri="{FF2B5EF4-FFF2-40B4-BE49-F238E27FC236}">
                <a16:creationId xmlns:a16="http://schemas.microsoft.com/office/drawing/2014/main" id="{6A4A9097-6125-41B6-8674-24687B8F0C03}"/>
              </a:ext>
            </a:extLst>
          </p:cNvPr>
          <p:cNvSpPr/>
          <p:nvPr/>
        </p:nvSpPr>
        <p:spPr>
          <a:xfrm rot="10594">
            <a:off x="3052027" y="1957052"/>
            <a:ext cx="3042285" cy="1099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p15="http://schemas.microsoft.com/office/powerpoint/2012/main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lIns="25400" tIns="25400" rIns="25400" bIns="25400" anchor="ctr"/>
          <a:lstStyle/>
          <a:p>
            <a:pPr lvl="0" algn="ctr" hangingPunct="0">
              <a:lnSpc>
                <a:spcPct val="150000"/>
              </a:lnSpc>
              <a:defRPr/>
            </a:pPr>
            <a:r>
              <a:rPr lang="zh-CN" altLang="en-US" sz="2000" b="1" kern="0">
                <a:solidFill>
                  <a:prstClr val="white"/>
                </a:solidFill>
                <a:cs typeface="+mn-ea"/>
                <a:sym typeface="+mn-lt"/>
              </a:rPr>
              <a:t>添加标题</a:t>
            </a:r>
            <a:endParaRPr lang="en-US" altLang="zh-CN" sz="2000" b="1" kern="0">
              <a:solidFill>
                <a:prstClr val="white"/>
              </a:solidFill>
              <a:cs typeface="+mn-ea"/>
              <a:sym typeface="+mn-lt"/>
            </a:endParaRPr>
          </a:p>
          <a:p>
            <a:pPr lvl="0" algn="ctr" hangingPunct="0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输入您的文本文字，更改文字的颜色或大X属性。</a:t>
            </a:r>
          </a:p>
        </p:txBody>
      </p:sp>
      <p:sp>
        <p:nvSpPr>
          <p:cNvPr id="21" name="Shape 4566">
            <a:extLst>
              <a:ext uri="{FF2B5EF4-FFF2-40B4-BE49-F238E27FC236}">
                <a16:creationId xmlns:a16="http://schemas.microsoft.com/office/drawing/2014/main" id="{D831909F-3CD2-4EF1-8220-9CAD3E6B654B}"/>
              </a:ext>
            </a:extLst>
          </p:cNvPr>
          <p:cNvSpPr/>
          <p:nvPr/>
        </p:nvSpPr>
        <p:spPr>
          <a:xfrm rot="10594">
            <a:off x="6769482" y="1472636"/>
            <a:ext cx="2372446" cy="965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p15="http://schemas.microsoft.com/office/powerpoint/2012/main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lIns="25400" tIns="25400" rIns="25400" bIns="25400" anchor="ctr"/>
          <a:lstStyle/>
          <a:p>
            <a:pPr lvl="0" algn="r" hangingPunct="0">
              <a:lnSpc>
                <a:spcPct val="150000"/>
              </a:lnSpc>
              <a:defRPr/>
            </a:pPr>
            <a:r>
              <a:rPr lang="zh-CN" altLang="en-US" sz="2000" b="1" kern="0">
                <a:solidFill>
                  <a:prstClr val="white"/>
                </a:solidFill>
                <a:cs typeface="+mn-ea"/>
                <a:sym typeface="+mn-lt"/>
              </a:rPr>
              <a:t>添加标题</a:t>
            </a:r>
            <a:endParaRPr lang="en-US" altLang="zh-CN" sz="2000" b="1" kern="0">
              <a:solidFill>
                <a:prstClr val="white"/>
              </a:solidFill>
              <a:cs typeface="+mn-ea"/>
              <a:sym typeface="+mn-lt"/>
            </a:endParaRPr>
          </a:p>
          <a:p>
            <a:pPr lvl="0" algn="r" hangingPunct="0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输入您的文本文字，更改文字的颜色或大X属性。</a:t>
            </a:r>
          </a:p>
        </p:txBody>
      </p:sp>
      <p:sp>
        <p:nvSpPr>
          <p:cNvPr id="22" name="Shape 4567">
            <a:extLst>
              <a:ext uri="{FF2B5EF4-FFF2-40B4-BE49-F238E27FC236}">
                <a16:creationId xmlns:a16="http://schemas.microsoft.com/office/drawing/2014/main" id="{0A70166B-A6F3-47BE-9F9C-533B3487EBE5}"/>
              </a:ext>
            </a:extLst>
          </p:cNvPr>
          <p:cNvSpPr/>
          <p:nvPr/>
        </p:nvSpPr>
        <p:spPr>
          <a:xfrm rot="10594">
            <a:off x="1332643" y="3413170"/>
            <a:ext cx="2742124" cy="107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p15="http://schemas.microsoft.com/office/powerpoint/2012/main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lIns="25400" tIns="25400" rIns="25400" bIns="25400" anchor="ctr"/>
          <a:lstStyle/>
          <a:p>
            <a:pPr lvl="0" hangingPunct="0">
              <a:lnSpc>
                <a:spcPct val="150000"/>
              </a:lnSpc>
              <a:defRPr/>
            </a:pPr>
            <a:r>
              <a:rPr lang="zh-CN" altLang="en-US" sz="2000" b="1" kern="0">
                <a:solidFill>
                  <a:prstClr val="white"/>
                </a:solidFill>
                <a:cs typeface="+mn-ea"/>
                <a:sym typeface="+mn-lt"/>
              </a:rPr>
              <a:t>添加标题</a:t>
            </a:r>
            <a:endParaRPr lang="en-US" altLang="zh-CN" sz="2000" b="1" kern="0">
              <a:solidFill>
                <a:prstClr val="white"/>
              </a:solidFill>
              <a:cs typeface="+mn-ea"/>
              <a:sym typeface="+mn-lt"/>
            </a:endParaRPr>
          </a:p>
          <a:p>
            <a:pPr lvl="0" hangingPunct="0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输入您的文本文字，更改文字的颜色或大X属性。</a:t>
            </a:r>
          </a:p>
        </p:txBody>
      </p:sp>
      <p:grpSp>
        <p:nvGrpSpPr>
          <p:cNvPr id="23" name="Group 4570">
            <a:extLst>
              <a:ext uri="{FF2B5EF4-FFF2-40B4-BE49-F238E27FC236}">
                <a16:creationId xmlns:a16="http://schemas.microsoft.com/office/drawing/2014/main" id="{1FF1815B-0F14-4BBB-9783-EA9FD5AC46B0}"/>
              </a:ext>
            </a:extLst>
          </p:cNvPr>
          <p:cNvGrpSpPr/>
          <p:nvPr/>
        </p:nvGrpSpPr>
        <p:grpSpPr>
          <a:xfrm>
            <a:off x="7605084" y="3074936"/>
            <a:ext cx="988512" cy="988512"/>
            <a:chOff x="0" y="0"/>
            <a:chExt cx="1977022" cy="1977022"/>
          </a:xfrm>
        </p:grpSpPr>
        <p:sp>
          <p:nvSpPr>
            <p:cNvPr id="24" name="Shape 4568">
              <a:extLst>
                <a:ext uri="{FF2B5EF4-FFF2-40B4-BE49-F238E27FC236}">
                  <a16:creationId xmlns:a16="http://schemas.microsoft.com/office/drawing/2014/main" id="{B77BDF52-283E-4D1B-89A3-76282363AA5F}"/>
                </a:ext>
              </a:extLst>
            </p:cNvPr>
            <p:cNvSpPr/>
            <p:nvPr/>
          </p:nvSpPr>
          <p:spPr>
            <a:xfrm>
              <a:off x="0" y="0"/>
              <a:ext cx="1977023" cy="19770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E2087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3200">
                  <a:solidFill>
                    <a:srgbClr val="FFFFFF"/>
                  </a:solidFill>
                </a:defRPr>
              </a:pPr>
              <a:endParaRPr kumimoji="0" sz="42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Shape 4569">
              <a:extLst>
                <a:ext uri="{FF2B5EF4-FFF2-40B4-BE49-F238E27FC236}">
                  <a16:creationId xmlns:a16="http://schemas.microsoft.com/office/drawing/2014/main" id="{B19D5208-F114-41D5-8BC4-0CB5E9C7D310}"/>
                </a:ext>
              </a:extLst>
            </p:cNvPr>
            <p:cNvSpPr/>
            <p:nvPr/>
          </p:nvSpPr>
          <p:spPr>
            <a:xfrm>
              <a:off x="460967" y="560037"/>
              <a:ext cx="1055087" cy="856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8" y="0"/>
                  </a:moveTo>
                  <a:cubicBezTo>
                    <a:pt x="915" y="0"/>
                    <a:pt x="0" y="1128"/>
                    <a:pt x="0" y="2497"/>
                  </a:cubicBezTo>
                  <a:lnTo>
                    <a:pt x="0" y="11637"/>
                  </a:lnTo>
                  <a:cubicBezTo>
                    <a:pt x="0" y="13012"/>
                    <a:pt x="915" y="14134"/>
                    <a:pt x="2028" y="14134"/>
                  </a:cubicBezTo>
                  <a:lnTo>
                    <a:pt x="2028" y="16606"/>
                  </a:lnTo>
                  <a:cubicBezTo>
                    <a:pt x="2028" y="17982"/>
                    <a:pt x="2939" y="19103"/>
                    <a:pt x="4056" y="19103"/>
                  </a:cubicBezTo>
                  <a:lnTo>
                    <a:pt x="4827" y="19103"/>
                  </a:lnTo>
                  <a:cubicBezTo>
                    <a:pt x="5127" y="20535"/>
                    <a:pt x="6168" y="21600"/>
                    <a:pt x="7423" y="21600"/>
                  </a:cubicBezTo>
                  <a:cubicBezTo>
                    <a:pt x="8675" y="21600"/>
                    <a:pt x="9716" y="20535"/>
                    <a:pt x="10019" y="19103"/>
                  </a:cubicBezTo>
                  <a:lnTo>
                    <a:pt x="13589" y="19103"/>
                  </a:lnTo>
                  <a:cubicBezTo>
                    <a:pt x="13889" y="20535"/>
                    <a:pt x="14930" y="21600"/>
                    <a:pt x="16185" y="21600"/>
                  </a:cubicBezTo>
                  <a:cubicBezTo>
                    <a:pt x="17437" y="21600"/>
                    <a:pt x="18498" y="20535"/>
                    <a:pt x="18801" y="19103"/>
                  </a:cubicBezTo>
                  <a:lnTo>
                    <a:pt x="19572" y="19103"/>
                  </a:lnTo>
                  <a:cubicBezTo>
                    <a:pt x="20689" y="19103"/>
                    <a:pt x="21600" y="17982"/>
                    <a:pt x="21600" y="16606"/>
                  </a:cubicBezTo>
                  <a:lnTo>
                    <a:pt x="21600" y="11637"/>
                  </a:lnTo>
                  <a:cubicBezTo>
                    <a:pt x="21600" y="11146"/>
                    <a:pt x="21479" y="10652"/>
                    <a:pt x="21255" y="10238"/>
                  </a:cubicBezTo>
                  <a:lnTo>
                    <a:pt x="18558" y="5269"/>
                  </a:lnTo>
                  <a:cubicBezTo>
                    <a:pt x="18182" y="4571"/>
                    <a:pt x="17553" y="4145"/>
                    <a:pt x="16874" y="4145"/>
                  </a:cubicBezTo>
                  <a:lnTo>
                    <a:pt x="14177" y="4145"/>
                  </a:lnTo>
                  <a:lnTo>
                    <a:pt x="14177" y="2497"/>
                  </a:lnTo>
                  <a:cubicBezTo>
                    <a:pt x="14177" y="1128"/>
                    <a:pt x="13266" y="0"/>
                    <a:pt x="12149" y="0"/>
                  </a:cubicBezTo>
                  <a:lnTo>
                    <a:pt x="2028" y="0"/>
                  </a:lnTo>
                  <a:close/>
                  <a:moveTo>
                    <a:pt x="2028" y="1673"/>
                  </a:moveTo>
                  <a:lnTo>
                    <a:pt x="12149" y="1673"/>
                  </a:lnTo>
                  <a:cubicBezTo>
                    <a:pt x="12525" y="1673"/>
                    <a:pt x="12818" y="2040"/>
                    <a:pt x="12818" y="2497"/>
                  </a:cubicBezTo>
                  <a:lnTo>
                    <a:pt x="12818" y="11637"/>
                  </a:lnTo>
                  <a:cubicBezTo>
                    <a:pt x="12818" y="12096"/>
                    <a:pt x="12525" y="12461"/>
                    <a:pt x="12149" y="12461"/>
                  </a:cubicBezTo>
                  <a:cubicBezTo>
                    <a:pt x="12149" y="12461"/>
                    <a:pt x="2028" y="12461"/>
                    <a:pt x="2028" y="12461"/>
                  </a:cubicBezTo>
                  <a:cubicBezTo>
                    <a:pt x="1655" y="12461"/>
                    <a:pt x="1359" y="12096"/>
                    <a:pt x="1359" y="11637"/>
                  </a:cubicBezTo>
                  <a:lnTo>
                    <a:pt x="1359" y="2497"/>
                  </a:lnTo>
                  <a:cubicBezTo>
                    <a:pt x="1359" y="2040"/>
                    <a:pt x="1655" y="1673"/>
                    <a:pt x="2028" y="1673"/>
                  </a:cubicBezTo>
                  <a:close/>
                  <a:moveTo>
                    <a:pt x="14177" y="5818"/>
                  </a:moveTo>
                  <a:lnTo>
                    <a:pt x="16874" y="5818"/>
                  </a:lnTo>
                  <a:cubicBezTo>
                    <a:pt x="17099" y="5818"/>
                    <a:pt x="17297" y="5963"/>
                    <a:pt x="17422" y="6193"/>
                  </a:cubicBezTo>
                  <a:lnTo>
                    <a:pt x="20140" y="11162"/>
                  </a:lnTo>
                  <a:cubicBezTo>
                    <a:pt x="20212" y="11296"/>
                    <a:pt x="20241" y="11473"/>
                    <a:pt x="20241" y="11637"/>
                  </a:cubicBezTo>
                  <a:cubicBezTo>
                    <a:pt x="20241" y="11637"/>
                    <a:pt x="20241" y="16606"/>
                    <a:pt x="20241" y="16606"/>
                  </a:cubicBezTo>
                  <a:cubicBezTo>
                    <a:pt x="20241" y="17064"/>
                    <a:pt x="19945" y="17455"/>
                    <a:pt x="19572" y="17455"/>
                  </a:cubicBezTo>
                  <a:lnTo>
                    <a:pt x="18801" y="17455"/>
                  </a:lnTo>
                  <a:cubicBezTo>
                    <a:pt x="18501" y="16024"/>
                    <a:pt x="17441" y="14958"/>
                    <a:pt x="16185" y="14958"/>
                  </a:cubicBezTo>
                  <a:cubicBezTo>
                    <a:pt x="14930" y="14958"/>
                    <a:pt x="13889" y="16024"/>
                    <a:pt x="13589" y="17455"/>
                  </a:cubicBezTo>
                  <a:lnTo>
                    <a:pt x="10019" y="17455"/>
                  </a:lnTo>
                  <a:cubicBezTo>
                    <a:pt x="9719" y="16024"/>
                    <a:pt x="8679" y="14958"/>
                    <a:pt x="7423" y="14958"/>
                  </a:cubicBezTo>
                  <a:cubicBezTo>
                    <a:pt x="6168" y="14958"/>
                    <a:pt x="5127" y="16024"/>
                    <a:pt x="4827" y="17455"/>
                  </a:cubicBezTo>
                  <a:lnTo>
                    <a:pt x="4056" y="17455"/>
                  </a:lnTo>
                  <a:cubicBezTo>
                    <a:pt x="3684" y="17455"/>
                    <a:pt x="3367" y="17064"/>
                    <a:pt x="3367" y="16606"/>
                  </a:cubicBezTo>
                  <a:lnTo>
                    <a:pt x="3367" y="14134"/>
                  </a:lnTo>
                  <a:lnTo>
                    <a:pt x="12149" y="14134"/>
                  </a:lnTo>
                  <a:cubicBezTo>
                    <a:pt x="13266" y="14134"/>
                    <a:pt x="14177" y="13012"/>
                    <a:pt x="14177" y="11637"/>
                  </a:cubicBezTo>
                  <a:lnTo>
                    <a:pt x="14177" y="5818"/>
                  </a:lnTo>
                  <a:close/>
                  <a:moveTo>
                    <a:pt x="15597" y="6393"/>
                  </a:moveTo>
                  <a:cubicBezTo>
                    <a:pt x="15225" y="6393"/>
                    <a:pt x="14927" y="6758"/>
                    <a:pt x="14927" y="7217"/>
                  </a:cubicBezTo>
                  <a:lnTo>
                    <a:pt x="14927" y="12211"/>
                  </a:lnTo>
                  <a:cubicBezTo>
                    <a:pt x="14927" y="12668"/>
                    <a:pt x="15225" y="13035"/>
                    <a:pt x="15597" y="13035"/>
                  </a:cubicBezTo>
                  <a:lnTo>
                    <a:pt x="18294" y="13035"/>
                  </a:lnTo>
                  <a:cubicBezTo>
                    <a:pt x="18667" y="13035"/>
                    <a:pt x="18963" y="12668"/>
                    <a:pt x="18963" y="12211"/>
                  </a:cubicBezTo>
                  <a:lnTo>
                    <a:pt x="18963" y="10962"/>
                  </a:lnTo>
                  <a:cubicBezTo>
                    <a:pt x="18963" y="10795"/>
                    <a:pt x="18935" y="10651"/>
                    <a:pt x="18862" y="10513"/>
                  </a:cubicBezTo>
                  <a:cubicBezTo>
                    <a:pt x="18862" y="10513"/>
                    <a:pt x="16834" y="6767"/>
                    <a:pt x="16834" y="6767"/>
                  </a:cubicBezTo>
                  <a:cubicBezTo>
                    <a:pt x="16708" y="6535"/>
                    <a:pt x="16493" y="6393"/>
                    <a:pt x="16266" y="6393"/>
                  </a:cubicBezTo>
                  <a:lnTo>
                    <a:pt x="15597" y="6393"/>
                  </a:lnTo>
                  <a:close/>
                  <a:moveTo>
                    <a:pt x="15597" y="7217"/>
                  </a:moveTo>
                  <a:lnTo>
                    <a:pt x="16266" y="7217"/>
                  </a:lnTo>
                  <a:lnTo>
                    <a:pt x="18294" y="10962"/>
                  </a:lnTo>
                  <a:cubicBezTo>
                    <a:pt x="18294" y="10962"/>
                    <a:pt x="18294" y="12211"/>
                    <a:pt x="18294" y="12211"/>
                  </a:cubicBezTo>
                  <a:lnTo>
                    <a:pt x="15597" y="12211"/>
                  </a:lnTo>
                  <a:lnTo>
                    <a:pt x="15597" y="7217"/>
                  </a:lnTo>
                  <a:close/>
                  <a:moveTo>
                    <a:pt x="7423" y="16606"/>
                  </a:moveTo>
                  <a:cubicBezTo>
                    <a:pt x="8168" y="16606"/>
                    <a:pt x="8782" y="17363"/>
                    <a:pt x="8782" y="18279"/>
                  </a:cubicBezTo>
                  <a:cubicBezTo>
                    <a:pt x="8782" y="19196"/>
                    <a:pt x="8168" y="19952"/>
                    <a:pt x="7423" y="19952"/>
                  </a:cubicBezTo>
                  <a:cubicBezTo>
                    <a:pt x="6679" y="19952"/>
                    <a:pt x="6064" y="19196"/>
                    <a:pt x="6064" y="18279"/>
                  </a:cubicBezTo>
                  <a:cubicBezTo>
                    <a:pt x="6064" y="17363"/>
                    <a:pt x="6679" y="16606"/>
                    <a:pt x="7423" y="16606"/>
                  </a:cubicBezTo>
                  <a:close/>
                  <a:moveTo>
                    <a:pt x="16185" y="16606"/>
                  </a:moveTo>
                  <a:cubicBezTo>
                    <a:pt x="16930" y="16606"/>
                    <a:pt x="17544" y="17363"/>
                    <a:pt x="17544" y="18279"/>
                  </a:cubicBezTo>
                  <a:cubicBezTo>
                    <a:pt x="17544" y="19196"/>
                    <a:pt x="16930" y="19952"/>
                    <a:pt x="16185" y="19952"/>
                  </a:cubicBezTo>
                  <a:cubicBezTo>
                    <a:pt x="15441" y="19952"/>
                    <a:pt x="14846" y="19196"/>
                    <a:pt x="14846" y="18279"/>
                  </a:cubicBezTo>
                  <a:cubicBezTo>
                    <a:pt x="14846" y="17363"/>
                    <a:pt x="15441" y="16606"/>
                    <a:pt x="16185" y="1660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228594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6" name="Shape 4571">
            <a:extLst>
              <a:ext uri="{FF2B5EF4-FFF2-40B4-BE49-F238E27FC236}">
                <a16:creationId xmlns:a16="http://schemas.microsoft.com/office/drawing/2014/main" id="{637582E8-07F3-4773-BD75-BB4E89A4045A}"/>
              </a:ext>
            </a:extLst>
          </p:cNvPr>
          <p:cNvSpPr/>
          <p:nvPr/>
        </p:nvSpPr>
        <p:spPr>
          <a:xfrm rot="10594">
            <a:off x="8816837" y="3343045"/>
            <a:ext cx="2797714" cy="966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p15="http://schemas.microsoft.com/office/powerpoint/2012/main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lIns="25400" tIns="25400" rIns="25400" bIns="25400" anchor="ctr"/>
          <a:lstStyle/>
          <a:p>
            <a:pPr lvl="0" hangingPunct="0">
              <a:lnSpc>
                <a:spcPct val="150000"/>
              </a:lnSpc>
              <a:defRPr/>
            </a:pPr>
            <a:r>
              <a:rPr lang="zh-CN" altLang="en-US" sz="2000" b="1" kern="0">
                <a:solidFill>
                  <a:prstClr val="white"/>
                </a:solidFill>
                <a:cs typeface="+mn-ea"/>
                <a:sym typeface="+mn-lt"/>
              </a:rPr>
              <a:t>添加标题</a:t>
            </a:r>
            <a:endParaRPr lang="en-US" altLang="zh-CN" sz="2000" b="1" kern="0">
              <a:solidFill>
                <a:prstClr val="white"/>
              </a:solidFill>
              <a:cs typeface="+mn-ea"/>
              <a:sym typeface="+mn-lt"/>
            </a:endParaRPr>
          </a:p>
          <a:p>
            <a:pPr lvl="0" hangingPunct="0">
              <a:lnSpc>
                <a:spcPct val="150000"/>
              </a:lnSpc>
              <a:defRPr/>
            </a:pPr>
            <a:r>
              <a:rPr lang="zh-CN" altLang="en-US" sz="1600" b="1" kern="0">
                <a:solidFill>
                  <a:prstClr val="white"/>
                </a:solidFill>
                <a:cs typeface="+mn-ea"/>
                <a:sym typeface="+mn-lt"/>
              </a:rPr>
              <a:t>输入您的文本文字，更改文字的颜色或大X属性。</a:t>
            </a:r>
          </a:p>
        </p:txBody>
      </p:sp>
      <p:grpSp>
        <p:nvGrpSpPr>
          <p:cNvPr id="31" name="Group 4578">
            <a:extLst>
              <a:ext uri="{FF2B5EF4-FFF2-40B4-BE49-F238E27FC236}">
                <a16:creationId xmlns:a16="http://schemas.microsoft.com/office/drawing/2014/main" id="{F985F2F4-622D-4DAA-AB64-34E0078246D7}"/>
              </a:ext>
            </a:extLst>
          </p:cNvPr>
          <p:cNvGrpSpPr/>
          <p:nvPr/>
        </p:nvGrpSpPr>
        <p:grpSpPr>
          <a:xfrm>
            <a:off x="9352571" y="1828327"/>
            <a:ext cx="817891" cy="817891"/>
            <a:chOff x="0" y="0"/>
            <a:chExt cx="1635778" cy="1635778"/>
          </a:xfrm>
        </p:grpSpPr>
        <p:sp>
          <p:nvSpPr>
            <p:cNvPr id="32" name="Shape 4576">
              <a:extLst>
                <a:ext uri="{FF2B5EF4-FFF2-40B4-BE49-F238E27FC236}">
                  <a16:creationId xmlns:a16="http://schemas.microsoft.com/office/drawing/2014/main" id="{F61E752C-8C58-4F10-A024-0750A5FB4753}"/>
                </a:ext>
              </a:extLst>
            </p:cNvPr>
            <p:cNvSpPr/>
            <p:nvPr/>
          </p:nvSpPr>
          <p:spPr>
            <a:xfrm>
              <a:off x="0" y="0"/>
              <a:ext cx="1635779" cy="16357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1A25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3200">
                  <a:solidFill>
                    <a:srgbClr val="FFFFFF"/>
                  </a:solidFill>
                </a:defRPr>
              </a:pPr>
              <a:endParaRPr kumimoji="0" sz="42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Shape 4577">
              <a:extLst>
                <a:ext uri="{FF2B5EF4-FFF2-40B4-BE49-F238E27FC236}">
                  <a16:creationId xmlns:a16="http://schemas.microsoft.com/office/drawing/2014/main" id="{A06E20C7-F291-47F0-A309-830E8F5BA851}"/>
                </a:ext>
              </a:extLst>
            </p:cNvPr>
            <p:cNvSpPr/>
            <p:nvPr/>
          </p:nvSpPr>
          <p:spPr>
            <a:xfrm>
              <a:off x="454162" y="373503"/>
              <a:ext cx="727453" cy="8887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24" y="0"/>
                  </a:moveTo>
                  <a:cubicBezTo>
                    <a:pt x="3198" y="0"/>
                    <a:pt x="1768" y="1173"/>
                    <a:pt x="1768" y="2583"/>
                  </a:cubicBezTo>
                  <a:lnTo>
                    <a:pt x="1768" y="11176"/>
                  </a:lnTo>
                  <a:lnTo>
                    <a:pt x="962" y="10718"/>
                  </a:lnTo>
                  <a:cubicBezTo>
                    <a:pt x="773" y="10607"/>
                    <a:pt x="542" y="10593"/>
                    <a:pt x="336" y="10681"/>
                  </a:cubicBezTo>
                  <a:cubicBezTo>
                    <a:pt x="130" y="10766"/>
                    <a:pt x="0" y="10931"/>
                    <a:pt x="0" y="11121"/>
                  </a:cubicBezTo>
                  <a:lnTo>
                    <a:pt x="0" y="20061"/>
                  </a:lnTo>
                  <a:cubicBezTo>
                    <a:pt x="0" y="20255"/>
                    <a:pt x="124" y="20429"/>
                    <a:pt x="336" y="20519"/>
                  </a:cubicBezTo>
                  <a:cubicBezTo>
                    <a:pt x="547" y="20607"/>
                    <a:pt x="813" y="20596"/>
                    <a:pt x="1007" y="20482"/>
                  </a:cubicBezTo>
                  <a:lnTo>
                    <a:pt x="8662" y="16012"/>
                  </a:lnTo>
                  <a:cubicBezTo>
                    <a:pt x="8826" y="15915"/>
                    <a:pt x="8931" y="15774"/>
                    <a:pt x="8931" y="15609"/>
                  </a:cubicBezTo>
                  <a:cubicBezTo>
                    <a:pt x="8931" y="15446"/>
                    <a:pt x="8826" y="15282"/>
                    <a:pt x="8662" y="15188"/>
                  </a:cubicBezTo>
                  <a:lnTo>
                    <a:pt x="3447" y="12165"/>
                  </a:lnTo>
                  <a:lnTo>
                    <a:pt x="3447" y="2583"/>
                  </a:lnTo>
                  <a:cubicBezTo>
                    <a:pt x="3447" y="1923"/>
                    <a:pt x="4115" y="1392"/>
                    <a:pt x="4924" y="1392"/>
                  </a:cubicBezTo>
                  <a:lnTo>
                    <a:pt x="16653" y="1392"/>
                  </a:lnTo>
                  <a:cubicBezTo>
                    <a:pt x="17460" y="1392"/>
                    <a:pt x="18131" y="1923"/>
                    <a:pt x="18131" y="2583"/>
                  </a:cubicBezTo>
                  <a:lnTo>
                    <a:pt x="18131" y="12165"/>
                  </a:lnTo>
                  <a:lnTo>
                    <a:pt x="12915" y="15188"/>
                  </a:lnTo>
                  <a:cubicBezTo>
                    <a:pt x="12752" y="15284"/>
                    <a:pt x="12669" y="15446"/>
                    <a:pt x="12669" y="15609"/>
                  </a:cubicBezTo>
                  <a:cubicBezTo>
                    <a:pt x="12669" y="15774"/>
                    <a:pt x="12752" y="15917"/>
                    <a:pt x="12915" y="16012"/>
                  </a:cubicBezTo>
                  <a:lnTo>
                    <a:pt x="20570" y="20482"/>
                  </a:lnTo>
                  <a:cubicBezTo>
                    <a:pt x="20762" y="20596"/>
                    <a:pt x="21030" y="20607"/>
                    <a:pt x="21242" y="20519"/>
                  </a:cubicBezTo>
                  <a:cubicBezTo>
                    <a:pt x="21453" y="20429"/>
                    <a:pt x="21600" y="20257"/>
                    <a:pt x="21600" y="20061"/>
                  </a:cubicBezTo>
                  <a:lnTo>
                    <a:pt x="21600" y="11121"/>
                  </a:lnTo>
                  <a:cubicBezTo>
                    <a:pt x="21600" y="10929"/>
                    <a:pt x="21448" y="10769"/>
                    <a:pt x="21242" y="10681"/>
                  </a:cubicBezTo>
                  <a:cubicBezTo>
                    <a:pt x="21036" y="10596"/>
                    <a:pt x="20783" y="10607"/>
                    <a:pt x="20593" y="10718"/>
                  </a:cubicBezTo>
                  <a:lnTo>
                    <a:pt x="19765" y="11176"/>
                  </a:lnTo>
                  <a:lnTo>
                    <a:pt x="19765" y="2583"/>
                  </a:lnTo>
                  <a:cubicBezTo>
                    <a:pt x="19765" y="1173"/>
                    <a:pt x="18376" y="0"/>
                    <a:pt x="16653" y="0"/>
                  </a:cubicBezTo>
                  <a:lnTo>
                    <a:pt x="4924" y="0"/>
                  </a:lnTo>
                  <a:close/>
                  <a:moveTo>
                    <a:pt x="6558" y="3518"/>
                  </a:moveTo>
                  <a:cubicBezTo>
                    <a:pt x="6102" y="3518"/>
                    <a:pt x="5730" y="3821"/>
                    <a:pt x="5730" y="4195"/>
                  </a:cubicBezTo>
                  <a:cubicBezTo>
                    <a:pt x="5730" y="4571"/>
                    <a:pt x="6102" y="4855"/>
                    <a:pt x="6558" y="4855"/>
                  </a:cubicBezTo>
                  <a:lnTo>
                    <a:pt x="10901" y="4855"/>
                  </a:lnTo>
                  <a:cubicBezTo>
                    <a:pt x="11256" y="4855"/>
                    <a:pt x="11600" y="4686"/>
                    <a:pt x="11662" y="4434"/>
                  </a:cubicBezTo>
                  <a:lnTo>
                    <a:pt x="11662" y="3957"/>
                  </a:lnTo>
                  <a:cubicBezTo>
                    <a:pt x="11600" y="3703"/>
                    <a:pt x="11256" y="3518"/>
                    <a:pt x="10901" y="3518"/>
                  </a:cubicBezTo>
                  <a:lnTo>
                    <a:pt x="6558" y="3518"/>
                  </a:lnTo>
                  <a:close/>
                  <a:moveTo>
                    <a:pt x="6558" y="6449"/>
                  </a:moveTo>
                  <a:cubicBezTo>
                    <a:pt x="6102" y="6449"/>
                    <a:pt x="5730" y="6750"/>
                    <a:pt x="5730" y="7127"/>
                  </a:cubicBezTo>
                  <a:cubicBezTo>
                    <a:pt x="5730" y="7503"/>
                    <a:pt x="6102" y="7786"/>
                    <a:pt x="6558" y="7786"/>
                  </a:cubicBezTo>
                  <a:lnTo>
                    <a:pt x="16250" y="7786"/>
                  </a:lnTo>
                  <a:cubicBezTo>
                    <a:pt x="16710" y="7786"/>
                    <a:pt x="17079" y="7503"/>
                    <a:pt x="17079" y="7127"/>
                  </a:cubicBezTo>
                  <a:cubicBezTo>
                    <a:pt x="17079" y="6750"/>
                    <a:pt x="16710" y="6449"/>
                    <a:pt x="16250" y="6449"/>
                  </a:cubicBezTo>
                  <a:lnTo>
                    <a:pt x="6558" y="6449"/>
                  </a:lnTo>
                  <a:close/>
                  <a:moveTo>
                    <a:pt x="6558" y="8794"/>
                  </a:moveTo>
                  <a:cubicBezTo>
                    <a:pt x="6102" y="8794"/>
                    <a:pt x="5730" y="9098"/>
                    <a:pt x="5730" y="9472"/>
                  </a:cubicBezTo>
                  <a:cubicBezTo>
                    <a:pt x="5730" y="9848"/>
                    <a:pt x="6102" y="10131"/>
                    <a:pt x="6558" y="10131"/>
                  </a:cubicBezTo>
                  <a:lnTo>
                    <a:pt x="16250" y="10131"/>
                  </a:lnTo>
                  <a:cubicBezTo>
                    <a:pt x="16710" y="10131"/>
                    <a:pt x="17079" y="9848"/>
                    <a:pt x="17079" y="9472"/>
                  </a:cubicBezTo>
                  <a:cubicBezTo>
                    <a:pt x="17079" y="9098"/>
                    <a:pt x="16710" y="8794"/>
                    <a:pt x="16250" y="8794"/>
                  </a:cubicBezTo>
                  <a:lnTo>
                    <a:pt x="6558" y="8794"/>
                  </a:lnTo>
                  <a:close/>
                  <a:moveTo>
                    <a:pt x="11281" y="16415"/>
                  </a:moveTo>
                  <a:cubicBezTo>
                    <a:pt x="11118" y="16415"/>
                    <a:pt x="10945" y="16493"/>
                    <a:pt x="10923" y="16507"/>
                  </a:cubicBezTo>
                  <a:cubicBezTo>
                    <a:pt x="9152" y="17541"/>
                    <a:pt x="3850" y="20647"/>
                    <a:pt x="3850" y="20647"/>
                  </a:cubicBezTo>
                  <a:cubicBezTo>
                    <a:pt x="3624" y="20776"/>
                    <a:pt x="3519" y="21018"/>
                    <a:pt x="3604" y="21234"/>
                  </a:cubicBezTo>
                  <a:cubicBezTo>
                    <a:pt x="3688" y="21448"/>
                    <a:pt x="3932" y="21600"/>
                    <a:pt x="4208" y="21600"/>
                  </a:cubicBezTo>
                  <a:lnTo>
                    <a:pt x="18377" y="21600"/>
                  </a:lnTo>
                  <a:cubicBezTo>
                    <a:pt x="18653" y="21600"/>
                    <a:pt x="18896" y="21448"/>
                    <a:pt x="18981" y="21234"/>
                  </a:cubicBezTo>
                  <a:cubicBezTo>
                    <a:pt x="19066" y="21018"/>
                    <a:pt x="18961" y="20776"/>
                    <a:pt x="18735" y="20647"/>
                  </a:cubicBezTo>
                  <a:cubicBezTo>
                    <a:pt x="18735" y="20647"/>
                    <a:pt x="13414" y="17541"/>
                    <a:pt x="11639" y="16507"/>
                  </a:cubicBezTo>
                  <a:cubicBezTo>
                    <a:pt x="11614" y="16493"/>
                    <a:pt x="11454" y="16415"/>
                    <a:pt x="11281" y="1641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228594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26880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airplane"/>
      </p:transition>
    </mc:Choice>
    <mc:Fallback xmlns:p14="http://schemas.microsoft.com/office/powerpoint/2010/main" xmlns:ma14="http://schemas.microsoft.com/office/mac/drawingml/2011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99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99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499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79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(right)">
                                      <p:cBhvr>
                                        <p:cTn id="17" dur="499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78"/>
                            </p:stCondLst>
                            <p:childTnLst>
                              <p:par>
                                <p:cTn id="1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158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(right)">
                                      <p:cBhvr>
                                        <p:cTn id="26" dur="499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657"/>
                            </p:stCondLst>
                            <p:childTnLst>
                              <p:par>
                                <p:cTn id="2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737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(right)">
                                      <p:cBhvr>
                                        <p:cTn id="35" dur="499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236"/>
                            </p:stCondLst>
                            <p:childTnLst>
                              <p:par>
                                <p:cTn id="3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316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(right)">
                                      <p:cBhvr>
                                        <p:cTn id="44" dur="499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815"/>
                            </p:stCondLst>
                            <p:childTnLst>
                              <p:par>
                                <p:cTn id="4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895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(right)">
                                      <p:cBhvr>
                                        <p:cTn id="53" dur="499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dvAuto="0"/>
      <p:bldP spid="10" grpId="0" animBg="1" advAuto="0"/>
      <p:bldP spid="13" grpId="0" animBg="1" advAuto="0"/>
      <p:bldP spid="16" grpId="0" animBg="1" advAuto="0"/>
      <p:bldP spid="19" grpId="0" animBg="1" advAuto="0"/>
      <p:bldP spid="20" grpId="0" animBg="1" advAuto="0"/>
      <p:bldP spid="21" grpId="0" animBg="1" advAuto="0"/>
      <p:bldP spid="22" grpId="0" animBg="1" advAuto="0"/>
      <p:bldP spid="23" grpId="0" animBg="1" advAuto="0"/>
      <p:bldP spid="26" grpId="0" animBg="1" advAuto="0"/>
      <p:bldP spid="31" grpId="0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0000">
              <a:srgbClr val="120249"/>
            </a:gs>
            <a:gs pos="100000">
              <a:srgbClr val="57015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88383EFB-C639-443F-8C24-6658E8CD5FD8}"/>
              </a:ext>
            </a:extLst>
          </p:cNvPr>
          <p:cNvSpPr/>
          <p:nvPr/>
        </p:nvSpPr>
        <p:spPr>
          <a:xfrm>
            <a:off x="-214744" y="-331636"/>
            <a:ext cx="5203797" cy="7167317"/>
          </a:xfrm>
          <a:prstGeom prst="rtTriangle">
            <a:avLst/>
          </a:prstGeom>
          <a:solidFill>
            <a:srgbClr val="0B1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F924E6A4-F612-4381-9C02-8BE52C6D1FC5}"/>
              </a:ext>
            </a:extLst>
          </p:cNvPr>
          <p:cNvSpPr/>
          <p:nvPr/>
        </p:nvSpPr>
        <p:spPr>
          <a:xfrm flipH="1">
            <a:off x="7507046" y="-298218"/>
            <a:ext cx="4673618" cy="7167317"/>
          </a:xfrm>
          <a:prstGeom prst="rtTriangle">
            <a:avLst/>
          </a:prstGeom>
          <a:solidFill>
            <a:srgbClr val="1202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EF7D8B1-F70D-414E-AF5C-7B03B494ECDF}"/>
              </a:ext>
            </a:extLst>
          </p:cNvPr>
          <p:cNvGrpSpPr/>
          <p:nvPr/>
        </p:nvGrpSpPr>
        <p:grpSpPr>
          <a:xfrm rot="1767638">
            <a:off x="-1438722" y="-2087913"/>
            <a:ext cx="3823256" cy="10810241"/>
            <a:chOff x="1066240" y="548032"/>
            <a:chExt cx="2267438" cy="591768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C2149D3-8AD8-486E-8083-4629755A7467}"/>
                </a:ext>
              </a:extLst>
            </p:cNvPr>
            <p:cNvSpPr/>
            <p:nvPr/>
          </p:nvSpPr>
          <p:spPr>
            <a:xfrm>
              <a:off x="1066240" y="979317"/>
              <a:ext cx="1327639" cy="5486400"/>
            </a:xfrm>
            <a:prstGeom prst="rect">
              <a:avLst/>
            </a:prstGeom>
            <a:solidFill>
              <a:srgbClr val="111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E920109-A681-4010-8125-D7D217A90B15}"/>
                </a:ext>
              </a:extLst>
            </p:cNvPr>
            <p:cNvSpPr/>
            <p:nvPr/>
          </p:nvSpPr>
          <p:spPr>
            <a:xfrm>
              <a:off x="1822939" y="838200"/>
              <a:ext cx="1327639" cy="5486400"/>
            </a:xfrm>
            <a:prstGeom prst="rect">
              <a:avLst/>
            </a:prstGeom>
            <a:solidFill>
              <a:srgbClr val="1B03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E5027D1-A176-4ABB-9763-00F274BADF8A}"/>
                </a:ext>
              </a:extLst>
            </p:cNvPr>
            <p:cNvSpPr/>
            <p:nvPr/>
          </p:nvSpPr>
          <p:spPr>
            <a:xfrm>
              <a:off x="2348034" y="548032"/>
              <a:ext cx="985644" cy="5797485"/>
            </a:xfrm>
            <a:prstGeom prst="rect">
              <a:avLst/>
            </a:prstGeom>
            <a:solidFill>
              <a:srgbClr val="120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平行四边形 6">
              <a:extLst>
                <a:ext uri="{FF2B5EF4-FFF2-40B4-BE49-F238E27FC236}">
                  <a16:creationId xmlns:a16="http://schemas.microsoft.com/office/drawing/2014/main" id="{784C28D6-1627-4636-84BE-3378A811FA67}"/>
                </a:ext>
              </a:extLst>
            </p:cNvPr>
            <p:cNvSpPr/>
            <p:nvPr/>
          </p:nvSpPr>
          <p:spPr>
            <a:xfrm rot="16200000">
              <a:off x="-377397" y="3950210"/>
              <a:ext cx="3724275" cy="371475"/>
            </a:xfrm>
            <a:prstGeom prst="parallelogram">
              <a:avLst>
                <a:gd name="adj" fmla="val 73387"/>
              </a:avLst>
            </a:prstGeom>
            <a:solidFill>
              <a:srgbClr val="120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687FEBEA-2CC0-4BD8-8612-9ED3F5BD44F9}"/>
              </a:ext>
            </a:extLst>
          </p:cNvPr>
          <p:cNvSpPr/>
          <p:nvPr/>
        </p:nvSpPr>
        <p:spPr>
          <a:xfrm flipH="1">
            <a:off x="8108491" y="693206"/>
            <a:ext cx="4083509" cy="6189826"/>
          </a:xfrm>
          <a:prstGeom prst="rtTriangle">
            <a:avLst/>
          </a:prstGeom>
          <a:solidFill>
            <a:srgbClr val="0B1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D8857F1C-37FD-4A89-9088-70387BF0E551}"/>
              </a:ext>
            </a:extLst>
          </p:cNvPr>
          <p:cNvGrpSpPr/>
          <p:nvPr/>
        </p:nvGrpSpPr>
        <p:grpSpPr>
          <a:xfrm rot="1957148">
            <a:off x="9326101" y="2013369"/>
            <a:ext cx="798688" cy="5866044"/>
            <a:chOff x="12907453" y="2528033"/>
            <a:chExt cx="681038" cy="3876675"/>
          </a:xfrm>
        </p:grpSpPr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7425CD87-8BD8-4E37-B718-850D329D1C4F}"/>
                </a:ext>
              </a:extLst>
            </p:cNvPr>
            <p:cNvSpPr/>
            <p:nvPr/>
          </p:nvSpPr>
          <p:spPr>
            <a:xfrm rot="16200000">
              <a:off x="11309634" y="4125852"/>
              <a:ext cx="3724275" cy="528638"/>
            </a:xfrm>
            <a:prstGeom prst="parallelogram">
              <a:avLst>
                <a:gd name="adj" fmla="val 73387"/>
              </a:avLst>
            </a:prstGeom>
            <a:solidFill>
              <a:srgbClr val="1A03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F133CAEB-4165-4AF3-8E25-6CDEBEFCC6F6}"/>
                </a:ext>
              </a:extLst>
            </p:cNvPr>
            <p:cNvSpPr/>
            <p:nvPr/>
          </p:nvSpPr>
          <p:spPr>
            <a:xfrm rot="16200000">
              <a:off x="11462034" y="4278252"/>
              <a:ext cx="3724275" cy="528638"/>
            </a:xfrm>
            <a:prstGeom prst="parallelogram">
              <a:avLst>
                <a:gd name="adj" fmla="val 73387"/>
              </a:avLst>
            </a:prstGeom>
            <a:solidFill>
              <a:srgbClr val="1219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6" name="椭圆 15">
            <a:extLst>
              <a:ext uri="{FF2B5EF4-FFF2-40B4-BE49-F238E27FC236}">
                <a16:creationId xmlns:a16="http://schemas.microsoft.com/office/drawing/2014/main" id="{A688D508-7D5A-4C8C-8865-B83CD56F75D9}"/>
              </a:ext>
            </a:extLst>
          </p:cNvPr>
          <p:cNvSpPr/>
          <p:nvPr/>
        </p:nvSpPr>
        <p:spPr>
          <a:xfrm>
            <a:off x="2051462" y="1852804"/>
            <a:ext cx="2277940" cy="2277940"/>
          </a:xfrm>
          <a:prstGeom prst="ellipse">
            <a:avLst/>
          </a:prstGeom>
          <a:gradFill>
            <a:gsLst>
              <a:gs pos="40000">
                <a:srgbClr val="B30660"/>
              </a:gs>
              <a:gs pos="100000">
                <a:srgbClr val="570152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2C3B0B2-F611-4D04-BF76-5B03A1814965}"/>
              </a:ext>
            </a:extLst>
          </p:cNvPr>
          <p:cNvGrpSpPr/>
          <p:nvPr/>
        </p:nvGrpSpPr>
        <p:grpSpPr>
          <a:xfrm>
            <a:off x="3717841" y="5091679"/>
            <a:ext cx="955991" cy="623601"/>
            <a:chOff x="2309496" y="961390"/>
            <a:chExt cx="955991" cy="623601"/>
          </a:xfrm>
          <a:gradFill flip="none" rotWithShape="1">
            <a:gsLst>
              <a:gs pos="0">
                <a:srgbClr val="120249">
                  <a:alpha val="30000"/>
                </a:srgbClr>
              </a:gs>
              <a:gs pos="100000">
                <a:srgbClr val="B30660"/>
              </a:gs>
            </a:gsLst>
            <a:lin ang="16200000" scaled="1"/>
          </a:gradFill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0440517F-3F1F-49AB-A6BC-850DE0C89DCF}"/>
                </a:ext>
              </a:extLst>
            </p:cNvPr>
            <p:cNvSpPr/>
            <p:nvPr/>
          </p:nvSpPr>
          <p:spPr>
            <a:xfrm>
              <a:off x="230949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BAA36A3-842D-42C3-BFA5-DF7026D6DE71}"/>
                </a:ext>
              </a:extLst>
            </p:cNvPr>
            <p:cNvSpPr/>
            <p:nvPr/>
          </p:nvSpPr>
          <p:spPr>
            <a:xfrm>
              <a:off x="248102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D075C372-0DA8-41B0-99E3-15D7944A054D}"/>
                </a:ext>
              </a:extLst>
            </p:cNvPr>
            <p:cNvSpPr/>
            <p:nvPr/>
          </p:nvSpPr>
          <p:spPr>
            <a:xfrm>
              <a:off x="2652561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4CAC57A-F044-4108-81C0-FBCE3712B194}"/>
                </a:ext>
              </a:extLst>
            </p:cNvPr>
            <p:cNvSpPr/>
            <p:nvPr/>
          </p:nvSpPr>
          <p:spPr>
            <a:xfrm>
              <a:off x="2824093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A830BD8-D3E9-4597-870C-0AA9A9D96EBD}"/>
                </a:ext>
              </a:extLst>
            </p:cNvPr>
            <p:cNvSpPr/>
            <p:nvPr/>
          </p:nvSpPr>
          <p:spPr>
            <a:xfrm>
              <a:off x="299562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A3AC1D9A-BE9E-45EC-AF99-53FDCC5F1C71}"/>
                </a:ext>
              </a:extLst>
            </p:cNvPr>
            <p:cNvSpPr/>
            <p:nvPr/>
          </p:nvSpPr>
          <p:spPr>
            <a:xfrm>
              <a:off x="316715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9DA9AE40-E33B-4E4D-A2FC-5982722593DA}"/>
                </a:ext>
              </a:extLst>
            </p:cNvPr>
            <p:cNvSpPr/>
            <p:nvPr/>
          </p:nvSpPr>
          <p:spPr>
            <a:xfrm>
              <a:off x="230949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3ACBEBD1-A2BC-4F16-8507-3B057B3DAD9E}"/>
                </a:ext>
              </a:extLst>
            </p:cNvPr>
            <p:cNvSpPr/>
            <p:nvPr/>
          </p:nvSpPr>
          <p:spPr>
            <a:xfrm>
              <a:off x="248102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658D423F-A67B-47A9-A5E7-CDB07E65920C}"/>
                </a:ext>
              </a:extLst>
            </p:cNvPr>
            <p:cNvSpPr/>
            <p:nvPr/>
          </p:nvSpPr>
          <p:spPr>
            <a:xfrm>
              <a:off x="2652561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F292D129-0EAB-484C-9CCB-13224A400E93}"/>
                </a:ext>
              </a:extLst>
            </p:cNvPr>
            <p:cNvSpPr/>
            <p:nvPr/>
          </p:nvSpPr>
          <p:spPr>
            <a:xfrm>
              <a:off x="2824093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565DA60-378B-4DAA-9463-224FD95056FD}"/>
                </a:ext>
              </a:extLst>
            </p:cNvPr>
            <p:cNvSpPr/>
            <p:nvPr/>
          </p:nvSpPr>
          <p:spPr>
            <a:xfrm>
              <a:off x="299562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72E478B6-AF3E-46AD-9E54-6D4E362C0B43}"/>
                </a:ext>
              </a:extLst>
            </p:cNvPr>
            <p:cNvSpPr/>
            <p:nvPr/>
          </p:nvSpPr>
          <p:spPr>
            <a:xfrm>
              <a:off x="316715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6F026F55-207C-4DD6-8545-3EC631D9FED4}"/>
                </a:ext>
              </a:extLst>
            </p:cNvPr>
            <p:cNvSpPr/>
            <p:nvPr/>
          </p:nvSpPr>
          <p:spPr>
            <a:xfrm>
              <a:off x="231108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2106001B-AD99-4DE0-AF0F-3059997638BF}"/>
                </a:ext>
              </a:extLst>
            </p:cNvPr>
            <p:cNvSpPr/>
            <p:nvPr/>
          </p:nvSpPr>
          <p:spPr>
            <a:xfrm>
              <a:off x="248261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898C47C2-A266-4A52-9A01-9B0DBF8D4378}"/>
                </a:ext>
              </a:extLst>
            </p:cNvPr>
            <p:cNvSpPr/>
            <p:nvPr/>
          </p:nvSpPr>
          <p:spPr>
            <a:xfrm>
              <a:off x="2654148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81FF333-FEB8-4BFE-B52C-24C7CF4626A6}"/>
                </a:ext>
              </a:extLst>
            </p:cNvPr>
            <p:cNvSpPr/>
            <p:nvPr/>
          </p:nvSpPr>
          <p:spPr>
            <a:xfrm>
              <a:off x="2825680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9F69EBBC-6F96-43E2-9B78-1774212F9423}"/>
                </a:ext>
              </a:extLst>
            </p:cNvPr>
            <p:cNvSpPr/>
            <p:nvPr/>
          </p:nvSpPr>
          <p:spPr>
            <a:xfrm>
              <a:off x="299721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D29FBED6-806E-42E4-B45D-07A757C4E5EA}"/>
                </a:ext>
              </a:extLst>
            </p:cNvPr>
            <p:cNvSpPr/>
            <p:nvPr/>
          </p:nvSpPr>
          <p:spPr>
            <a:xfrm>
              <a:off x="316874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8336929B-E0BA-492A-AA1C-B2B6D0182430}"/>
                </a:ext>
              </a:extLst>
            </p:cNvPr>
            <p:cNvSpPr/>
            <p:nvPr/>
          </p:nvSpPr>
          <p:spPr>
            <a:xfrm>
              <a:off x="231108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4552B386-A610-4111-B6B3-57F776627F2B}"/>
                </a:ext>
              </a:extLst>
            </p:cNvPr>
            <p:cNvSpPr/>
            <p:nvPr/>
          </p:nvSpPr>
          <p:spPr>
            <a:xfrm>
              <a:off x="248261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FCA40314-BBB3-4D07-8124-0B4082DD131D}"/>
                </a:ext>
              </a:extLst>
            </p:cNvPr>
            <p:cNvSpPr/>
            <p:nvPr/>
          </p:nvSpPr>
          <p:spPr>
            <a:xfrm>
              <a:off x="2654148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21B8F392-F82C-4C05-AD33-F24A334C07FB}"/>
                </a:ext>
              </a:extLst>
            </p:cNvPr>
            <p:cNvSpPr/>
            <p:nvPr/>
          </p:nvSpPr>
          <p:spPr>
            <a:xfrm>
              <a:off x="2825680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2A62D79C-B61A-437B-B863-4C0947203CDB}"/>
                </a:ext>
              </a:extLst>
            </p:cNvPr>
            <p:cNvSpPr/>
            <p:nvPr/>
          </p:nvSpPr>
          <p:spPr>
            <a:xfrm>
              <a:off x="299721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8545EDB2-D834-4CD5-A7FC-584CDF8AE135}"/>
                </a:ext>
              </a:extLst>
            </p:cNvPr>
            <p:cNvSpPr/>
            <p:nvPr/>
          </p:nvSpPr>
          <p:spPr>
            <a:xfrm>
              <a:off x="316874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46" name="椭圆 45">
            <a:extLst>
              <a:ext uri="{FF2B5EF4-FFF2-40B4-BE49-F238E27FC236}">
                <a16:creationId xmlns:a16="http://schemas.microsoft.com/office/drawing/2014/main" id="{EDFF8577-2157-4A69-8387-1E3A728C82BA}"/>
              </a:ext>
            </a:extLst>
          </p:cNvPr>
          <p:cNvSpPr/>
          <p:nvPr/>
        </p:nvSpPr>
        <p:spPr>
          <a:xfrm>
            <a:off x="6952845" y="4371161"/>
            <a:ext cx="2277940" cy="2277940"/>
          </a:xfrm>
          <a:prstGeom prst="ellipse">
            <a:avLst/>
          </a:prstGeom>
          <a:gradFill>
            <a:gsLst>
              <a:gs pos="40000">
                <a:srgbClr val="B30660"/>
              </a:gs>
              <a:gs pos="100000">
                <a:srgbClr val="570152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0B6FEDC-FC2D-4D5A-B260-5BDC130A7B83}"/>
              </a:ext>
            </a:extLst>
          </p:cNvPr>
          <p:cNvGrpSpPr/>
          <p:nvPr/>
        </p:nvGrpSpPr>
        <p:grpSpPr>
          <a:xfrm>
            <a:off x="8949252" y="1693148"/>
            <a:ext cx="955991" cy="623601"/>
            <a:chOff x="2309496" y="961390"/>
            <a:chExt cx="955991" cy="623601"/>
          </a:xfrm>
          <a:gradFill flip="none" rotWithShape="1">
            <a:gsLst>
              <a:gs pos="0">
                <a:srgbClr val="120249">
                  <a:alpha val="0"/>
                </a:srgbClr>
              </a:gs>
              <a:gs pos="100000">
                <a:srgbClr val="B30660"/>
              </a:gs>
            </a:gsLst>
            <a:lin ang="16200000" scaled="1"/>
          </a:gradFill>
        </p:grpSpPr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65892C58-23AF-4017-AC2E-0BF3281C92D2}"/>
                </a:ext>
              </a:extLst>
            </p:cNvPr>
            <p:cNvSpPr/>
            <p:nvPr/>
          </p:nvSpPr>
          <p:spPr>
            <a:xfrm>
              <a:off x="230949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64861C41-53E9-47A2-AADC-0A92C24B28EC}"/>
                </a:ext>
              </a:extLst>
            </p:cNvPr>
            <p:cNvSpPr/>
            <p:nvPr/>
          </p:nvSpPr>
          <p:spPr>
            <a:xfrm>
              <a:off x="248102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926E97C5-5375-49B3-820E-D02A7336DCB1}"/>
                </a:ext>
              </a:extLst>
            </p:cNvPr>
            <p:cNvSpPr/>
            <p:nvPr/>
          </p:nvSpPr>
          <p:spPr>
            <a:xfrm>
              <a:off x="2652561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B9B5BD7E-542A-4066-9E7F-CBDE446ED5ED}"/>
                </a:ext>
              </a:extLst>
            </p:cNvPr>
            <p:cNvSpPr/>
            <p:nvPr/>
          </p:nvSpPr>
          <p:spPr>
            <a:xfrm>
              <a:off x="2824093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8C16AD54-858E-4868-BB25-C7831B2CFEFC}"/>
                </a:ext>
              </a:extLst>
            </p:cNvPr>
            <p:cNvSpPr/>
            <p:nvPr/>
          </p:nvSpPr>
          <p:spPr>
            <a:xfrm>
              <a:off x="299562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E7862598-11C6-4876-85AF-FF13B04D515E}"/>
                </a:ext>
              </a:extLst>
            </p:cNvPr>
            <p:cNvSpPr/>
            <p:nvPr/>
          </p:nvSpPr>
          <p:spPr>
            <a:xfrm>
              <a:off x="316715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F6475164-16A5-4FE0-9D5A-C751C70A17A6}"/>
                </a:ext>
              </a:extLst>
            </p:cNvPr>
            <p:cNvSpPr/>
            <p:nvPr/>
          </p:nvSpPr>
          <p:spPr>
            <a:xfrm>
              <a:off x="230949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858FB4E8-6654-40CC-896E-75C34C587E02}"/>
                </a:ext>
              </a:extLst>
            </p:cNvPr>
            <p:cNvSpPr/>
            <p:nvPr/>
          </p:nvSpPr>
          <p:spPr>
            <a:xfrm>
              <a:off x="248102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BF93BC06-C05F-4AF5-95C7-AFC01226D919}"/>
                </a:ext>
              </a:extLst>
            </p:cNvPr>
            <p:cNvSpPr/>
            <p:nvPr/>
          </p:nvSpPr>
          <p:spPr>
            <a:xfrm>
              <a:off x="2652561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561249CF-9458-4D9F-AE75-86508737DE4B}"/>
                </a:ext>
              </a:extLst>
            </p:cNvPr>
            <p:cNvSpPr/>
            <p:nvPr/>
          </p:nvSpPr>
          <p:spPr>
            <a:xfrm>
              <a:off x="2824093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C226AAE6-37C0-4B77-96D6-4113A0ED68D1}"/>
                </a:ext>
              </a:extLst>
            </p:cNvPr>
            <p:cNvSpPr/>
            <p:nvPr/>
          </p:nvSpPr>
          <p:spPr>
            <a:xfrm>
              <a:off x="299562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4388B105-26BC-4BEF-A473-74BAB34BC776}"/>
                </a:ext>
              </a:extLst>
            </p:cNvPr>
            <p:cNvSpPr/>
            <p:nvPr/>
          </p:nvSpPr>
          <p:spPr>
            <a:xfrm>
              <a:off x="316715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884A17BC-A8A9-4662-8CC8-988429EF6A21}"/>
                </a:ext>
              </a:extLst>
            </p:cNvPr>
            <p:cNvSpPr/>
            <p:nvPr/>
          </p:nvSpPr>
          <p:spPr>
            <a:xfrm>
              <a:off x="231108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C33405C5-D562-41DB-8D71-6944052915B0}"/>
                </a:ext>
              </a:extLst>
            </p:cNvPr>
            <p:cNvSpPr/>
            <p:nvPr/>
          </p:nvSpPr>
          <p:spPr>
            <a:xfrm>
              <a:off x="248261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2D79BDDC-3D3E-42D8-9326-9DC1A53F14E7}"/>
                </a:ext>
              </a:extLst>
            </p:cNvPr>
            <p:cNvSpPr/>
            <p:nvPr/>
          </p:nvSpPr>
          <p:spPr>
            <a:xfrm>
              <a:off x="2654148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B93DA09C-583B-47C1-B130-B96CE23EEF8C}"/>
                </a:ext>
              </a:extLst>
            </p:cNvPr>
            <p:cNvSpPr/>
            <p:nvPr/>
          </p:nvSpPr>
          <p:spPr>
            <a:xfrm>
              <a:off x="2825680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65D1AC4B-41BD-4194-AFD2-0CD607966331}"/>
                </a:ext>
              </a:extLst>
            </p:cNvPr>
            <p:cNvSpPr/>
            <p:nvPr/>
          </p:nvSpPr>
          <p:spPr>
            <a:xfrm>
              <a:off x="299721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70E24DAE-EE77-4416-A68A-E73A6C664ECB}"/>
                </a:ext>
              </a:extLst>
            </p:cNvPr>
            <p:cNvSpPr/>
            <p:nvPr/>
          </p:nvSpPr>
          <p:spPr>
            <a:xfrm>
              <a:off x="316874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01F851AF-EA4C-4A0F-A6F3-DAA457167153}"/>
                </a:ext>
              </a:extLst>
            </p:cNvPr>
            <p:cNvSpPr/>
            <p:nvPr/>
          </p:nvSpPr>
          <p:spPr>
            <a:xfrm>
              <a:off x="231108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6BE71373-BAC9-466C-A83E-F3E0CDF1D925}"/>
                </a:ext>
              </a:extLst>
            </p:cNvPr>
            <p:cNvSpPr/>
            <p:nvPr/>
          </p:nvSpPr>
          <p:spPr>
            <a:xfrm>
              <a:off x="248261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90C35C9C-1138-49B6-BBB7-B24C0ED0BDD4}"/>
                </a:ext>
              </a:extLst>
            </p:cNvPr>
            <p:cNvSpPr/>
            <p:nvPr/>
          </p:nvSpPr>
          <p:spPr>
            <a:xfrm>
              <a:off x="2654148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0FF50A43-E0B0-44B2-8647-858B42CA46F3}"/>
                </a:ext>
              </a:extLst>
            </p:cNvPr>
            <p:cNvSpPr/>
            <p:nvPr/>
          </p:nvSpPr>
          <p:spPr>
            <a:xfrm>
              <a:off x="2825680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F7762BAE-92D9-4C4F-A6DE-EBB5B9529E66}"/>
                </a:ext>
              </a:extLst>
            </p:cNvPr>
            <p:cNvSpPr/>
            <p:nvPr/>
          </p:nvSpPr>
          <p:spPr>
            <a:xfrm>
              <a:off x="299721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FD32E69B-3EDD-414A-813F-CC851451C7C6}"/>
                </a:ext>
              </a:extLst>
            </p:cNvPr>
            <p:cNvSpPr/>
            <p:nvPr/>
          </p:nvSpPr>
          <p:spPr>
            <a:xfrm>
              <a:off x="316874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0CE52195-0D93-4437-A807-FCC00EE339E4}"/>
              </a:ext>
            </a:extLst>
          </p:cNvPr>
          <p:cNvGrpSpPr/>
          <p:nvPr/>
        </p:nvGrpSpPr>
        <p:grpSpPr>
          <a:xfrm>
            <a:off x="909609" y="4322790"/>
            <a:ext cx="955991" cy="623601"/>
            <a:chOff x="2309496" y="961390"/>
            <a:chExt cx="955991" cy="623601"/>
          </a:xfrm>
          <a:gradFill flip="none" rotWithShape="1">
            <a:gsLst>
              <a:gs pos="0">
                <a:srgbClr val="120249">
                  <a:alpha val="36000"/>
                </a:srgbClr>
              </a:gs>
              <a:gs pos="100000">
                <a:srgbClr val="0B1051"/>
              </a:gs>
            </a:gsLst>
            <a:lin ang="16200000" scaled="1"/>
          </a:gradFill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621ABD6C-51F0-4820-814D-A23B700ABEC2}"/>
                </a:ext>
              </a:extLst>
            </p:cNvPr>
            <p:cNvSpPr/>
            <p:nvPr/>
          </p:nvSpPr>
          <p:spPr>
            <a:xfrm>
              <a:off x="230949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6905A591-9DAB-4608-B648-2B027A878AF8}"/>
                </a:ext>
              </a:extLst>
            </p:cNvPr>
            <p:cNvSpPr/>
            <p:nvPr/>
          </p:nvSpPr>
          <p:spPr>
            <a:xfrm>
              <a:off x="248102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746E7190-F296-414A-AFEB-BB2A6A304916}"/>
                </a:ext>
              </a:extLst>
            </p:cNvPr>
            <p:cNvSpPr/>
            <p:nvPr/>
          </p:nvSpPr>
          <p:spPr>
            <a:xfrm>
              <a:off x="2652561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C0A6E983-45F2-433F-91FE-F74D5E51120C}"/>
                </a:ext>
              </a:extLst>
            </p:cNvPr>
            <p:cNvSpPr/>
            <p:nvPr/>
          </p:nvSpPr>
          <p:spPr>
            <a:xfrm>
              <a:off x="2824093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927222AC-711D-4A7C-9A4A-E8A36111F9F0}"/>
                </a:ext>
              </a:extLst>
            </p:cNvPr>
            <p:cNvSpPr/>
            <p:nvPr/>
          </p:nvSpPr>
          <p:spPr>
            <a:xfrm>
              <a:off x="2995626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031B6E36-2CD2-43DC-8E45-D7DFB0E117DE}"/>
                </a:ext>
              </a:extLst>
            </p:cNvPr>
            <p:cNvSpPr/>
            <p:nvPr/>
          </p:nvSpPr>
          <p:spPr>
            <a:xfrm>
              <a:off x="3167158" y="961390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B15DFB12-0CF9-48BD-83CE-865FCC6F5C81}"/>
                </a:ext>
              </a:extLst>
            </p:cNvPr>
            <p:cNvSpPr/>
            <p:nvPr/>
          </p:nvSpPr>
          <p:spPr>
            <a:xfrm>
              <a:off x="230949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A0D0626D-E89D-4798-9553-FA68E48673F7}"/>
                </a:ext>
              </a:extLst>
            </p:cNvPr>
            <p:cNvSpPr/>
            <p:nvPr/>
          </p:nvSpPr>
          <p:spPr>
            <a:xfrm>
              <a:off x="248102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B44AAB2A-306C-457E-90E9-45EFDBA1F791}"/>
                </a:ext>
              </a:extLst>
            </p:cNvPr>
            <p:cNvSpPr/>
            <p:nvPr/>
          </p:nvSpPr>
          <p:spPr>
            <a:xfrm>
              <a:off x="2652561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5CD62E2F-B6A8-481A-A082-228F87193E28}"/>
                </a:ext>
              </a:extLst>
            </p:cNvPr>
            <p:cNvSpPr/>
            <p:nvPr/>
          </p:nvSpPr>
          <p:spPr>
            <a:xfrm>
              <a:off x="2824093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BF5599ED-E465-46E8-9C0F-F8D1AFB4B043}"/>
                </a:ext>
              </a:extLst>
            </p:cNvPr>
            <p:cNvSpPr/>
            <p:nvPr/>
          </p:nvSpPr>
          <p:spPr>
            <a:xfrm>
              <a:off x="2995626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97AA6382-F340-44FD-96BA-6BA78C8E3ABC}"/>
                </a:ext>
              </a:extLst>
            </p:cNvPr>
            <p:cNvSpPr/>
            <p:nvPr/>
          </p:nvSpPr>
          <p:spPr>
            <a:xfrm>
              <a:off x="3167158" y="1132923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4E53C7F0-F51B-4EB9-AF08-446CD47AA680}"/>
                </a:ext>
              </a:extLst>
            </p:cNvPr>
            <p:cNvSpPr/>
            <p:nvPr/>
          </p:nvSpPr>
          <p:spPr>
            <a:xfrm>
              <a:off x="231108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C19CBCC2-862F-4EC6-8DF1-5734470F12D2}"/>
                </a:ext>
              </a:extLst>
            </p:cNvPr>
            <p:cNvSpPr/>
            <p:nvPr/>
          </p:nvSpPr>
          <p:spPr>
            <a:xfrm>
              <a:off x="248261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0811E3DF-1A41-4EFF-8106-545FA752A25D}"/>
                </a:ext>
              </a:extLst>
            </p:cNvPr>
            <p:cNvSpPr/>
            <p:nvPr/>
          </p:nvSpPr>
          <p:spPr>
            <a:xfrm>
              <a:off x="2654148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2D314A26-7884-4D5E-9DA4-5E8C0558A5D3}"/>
                </a:ext>
              </a:extLst>
            </p:cNvPr>
            <p:cNvSpPr/>
            <p:nvPr/>
          </p:nvSpPr>
          <p:spPr>
            <a:xfrm>
              <a:off x="2825680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82DBE386-0584-49CF-A6A3-57656E7BB9A3}"/>
                </a:ext>
              </a:extLst>
            </p:cNvPr>
            <p:cNvSpPr/>
            <p:nvPr/>
          </p:nvSpPr>
          <p:spPr>
            <a:xfrm>
              <a:off x="2997213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C89A7614-CF6A-48F0-A22E-0307ECE03427}"/>
                </a:ext>
              </a:extLst>
            </p:cNvPr>
            <p:cNvSpPr/>
            <p:nvPr/>
          </p:nvSpPr>
          <p:spPr>
            <a:xfrm>
              <a:off x="3168745" y="1316716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D5822DB2-DA07-41BE-97D4-00D602FD55F1}"/>
                </a:ext>
              </a:extLst>
            </p:cNvPr>
            <p:cNvSpPr/>
            <p:nvPr/>
          </p:nvSpPr>
          <p:spPr>
            <a:xfrm>
              <a:off x="231108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86AFB244-6EF2-4D63-92B2-B623EBF9E2F1}"/>
                </a:ext>
              </a:extLst>
            </p:cNvPr>
            <p:cNvSpPr/>
            <p:nvPr/>
          </p:nvSpPr>
          <p:spPr>
            <a:xfrm>
              <a:off x="248261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DB62E058-6DE4-4DFD-8D9A-2E818A1CC2EC}"/>
                </a:ext>
              </a:extLst>
            </p:cNvPr>
            <p:cNvSpPr/>
            <p:nvPr/>
          </p:nvSpPr>
          <p:spPr>
            <a:xfrm>
              <a:off x="2654148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49856810-0545-4820-A35D-F650B9DB30DA}"/>
                </a:ext>
              </a:extLst>
            </p:cNvPr>
            <p:cNvSpPr/>
            <p:nvPr/>
          </p:nvSpPr>
          <p:spPr>
            <a:xfrm>
              <a:off x="2825680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9EFEDF57-091C-4505-A521-C4E2554E61D5}"/>
                </a:ext>
              </a:extLst>
            </p:cNvPr>
            <p:cNvSpPr/>
            <p:nvPr/>
          </p:nvSpPr>
          <p:spPr>
            <a:xfrm>
              <a:off x="2997213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E90EEED2-BA48-4F74-87BD-E9BBC017DDA5}"/>
                </a:ext>
              </a:extLst>
            </p:cNvPr>
            <p:cNvSpPr/>
            <p:nvPr/>
          </p:nvSpPr>
          <p:spPr>
            <a:xfrm>
              <a:off x="3168745" y="1488249"/>
              <a:ext cx="96742" cy="967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4DE7EC0-A51C-4BF1-AC37-817D8780F927}"/>
              </a:ext>
            </a:extLst>
          </p:cNvPr>
          <p:cNvSpPr txBox="1"/>
          <p:nvPr/>
        </p:nvSpPr>
        <p:spPr>
          <a:xfrm>
            <a:off x="3034031" y="2124011"/>
            <a:ext cx="61969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1" i="0" u="none" strike="noStrike" kern="1200" cap="none" spc="0" normalizeH="0" baseline="0" noProof="0">
                <a:ln w="22225"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THANKS</a:t>
            </a:r>
            <a:endParaRPr kumimoji="0" lang="zh-CN" altLang="en-US" sz="8000" b="1" i="0" u="none" strike="noStrike" kern="1200" cap="none" spc="0" normalizeH="0" baseline="0" noProof="0">
              <a:ln w="22225"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BFCFDAC1-0DF1-4505-9557-8E7F80935D53}"/>
              </a:ext>
            </a:extLst>
          </p:cNvPr>
          <p:cNvSpPr txBox="1"/>
          <p:nvPr/>
        </p:nvSpPr>
        <p:spPr>
          <a:xfrm>
            <a:off x="3309102" y="3387276"/>
            <a:ext cx="56468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Powerpion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989622" y="4693868"/>
            <a:ext cx="42127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汇报人：XX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PPT   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时间：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20XX.XX</a:t>
            </a: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8232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airplane"/>
      </p:transition>
    </mc:Choice>
    <mc:Fallback xmlns:p14="http://schemas.microsoft.com/office/powerpoint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ef67f7e8db7a4ab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868dde96426349c9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8c20d9b8df35486f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2cdb7269d3fc4ffa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8c20d9b8df35486f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08b806a4d3fb4f558a234583629b3a57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7d4537d67a9647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5ae1c27e03ba4a1b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6e8d2a5ea2f6457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9f10cecd57ed41b1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817d1fd0a8a74e8e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a6b2a5f6fdf34a35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94c63571438c4d5b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05c90c3a73dc4d53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eff0e6f61e6f41ff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d94772af719945c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f55c80ab863541ef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65c287e061914cceba084871b11b1d93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0c26e68a5727446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86ad576832c9451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41652a5a32384e7e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dd1328d949224f43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6e2ffa6b81e54024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2787c8c1e17a422c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6e2ffa6b81e54024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8dca9f73b93e4f74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6e2ffa6b81e54024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00398b4017754e99b91c6dce13be9fec"/>
              </a:rPr>
              <a:t>部分字体来源于</a:t>
            </a:r>
            <a:r>
              <a:rPr lang="en-US" altLang="zh-CN" dirty="0">
                <a:hlinkClick r:id="R00398b4017754e99b91c6dce13be9fec"/>
              </a:rPr>
              <a:t>100font.com  </a:t>
            </a:r>
            <a:r>
              <a:rPr lang="zh-CN" altLang="en-US" dirty="0">
                <a:hlinkClick r:id="R00398b4017754e99b91c6dce13be9fec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b9a45cdc3e09497fafb2f03cd9c074d6"/>
              </a:rPr>
              <a:t>部分图标来源于</a:t>
            </a:r>
            <a:r>
              <a:rPr lang="en-US" altLang="zh-CN" dirty="0">
                <a:hlinkClick r:id="Rb9a45cdc3e09497fafb2f03cd9c074d6"/>
              </a:rPr>
              <a:t>Storyset.com </a:t>
            </a:r>
            <a:r>
              <a:rPr lang="zh-CN" altLang="en-US" dirty="0">
                <a:hlinkClick r:id="Rb9a45cdc3e09497fafb2f03cd9c074d6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04112100"/>
  <p:tag name="MH_LIBRARY" val="GRAPHIC"/>
  <p:tag name="MH_ORDER" val="1"/>
  <p:tag name="MH_TYPE" val="Text"/>
</p:tagLst>
</file>

<file path=ppt/slide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04112100"/>
  <p:tag name="MH_LIBRARY" val="GRAPHIC"/>
  <p:tag name="MH_ORDER" val="1"/>
  <p:tag name="MH_TYPE" val="Text"/>
</p:tagLst>
</file>

<file path=ppt/slide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04112100"/>
  <p:tag name="MH_LIBRARY" val="GRAPHIC"/>
  <p:tag name="MH_ORDER" val="1"/>
  <p:tag name="MH_TYPE" val="Text"/>
</p:tagLst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1453</Words>
  <Application>Microsoft Office PowerPoint</Application>
  <PresentationFormat>宽屏</PresentationFormat>
  <Paragraphs>225</Paragraphs>
  <Slides>24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方正正黑简体</vt:lpstr>
      <vt:lpstr>思源宋体 CN</vt:lpstr>
      <vt:lpstr>Arial</vt:lpstr>
      <vt:lpstr>Wingdings</vt:lpstr>
      <vt:lpstr>第一PPT，www.1ppt.com</vt:lpstr>
      <vt:lpstr>CorelDRAW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蓝紫</dc:title>
  <dc:creator>第一PPT</dc:creator>
  <cp:keywords>www.1ppt.com</cp:keywords>
  <dc:description>www.1ppt.com</dc:description>
  <cp:lastModifiedBy>JP Liu</cp:lastModifiedBy>
  <cp:revision>66</cp:revision>
  <dcterms:created xsi:type="dcterms:W3CDTF">2021-01-29T05:13:06Z</dcterms:created>
  <dcterms:modified xsi:type="dcterms:W3CDTF">2025-04-28T04:08:45Z</dcterms:modified>
</cp:coreProperties>
</file>