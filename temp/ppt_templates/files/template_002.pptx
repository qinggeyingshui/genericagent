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media/image38.bin" ContentType="image/jpe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39.bin" ContentType="image/jpe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media/image43.bin" ContentType="image/jpe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media/image49.bin" ContentType="image/jpe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media/image53.bin" ContentType="image/jpeg"/>
  <Override PartName="/ppt/customXML/item.xml" ContentType="application/inkml+xml"/>
  <Override PartName="/ppt/customXML/item2.xml" ContentType="application/inkml+xml"/>
  <Override PartName="/ppt/slides/slide24.xml" ContentType="application/vnd.openxmlformats-officedocument.presentationml.slide+xml"/>
  <Override PartName="/ppt/media/image56.bin" ContentType="image/jpeg"/>
  <Override PartName="/ppt/media/image57.bin" ContentType="image/jpeg"/>
  <Override PartName="/ppt/media/image60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5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a3fc41d2f814bc2" /><Relationship Type="http://schemas.openxmlformats.org/package/2006/relationships/metadata/core-properties" Target="/docProps/core.xml" Id="Rf6af3fb0796f4895" /><Relationship Type="http://schemas.openxmlformats.org/officeDocument/2006/relationships/extended-properties" Target="/docProps/app.xml" Id="Rfeaf9d1312874503" /><Relationship Type="http://schemas.openxmlformats.org/officeDocument/2006/relationships/custom-properties" Target="/docProps/custom.xml" Id="Raa79849f9768404a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819c477b890a46f7"/>
  </p:sldMasterIdLst>
  <p:notesMasterIdLst>
    <p:notesMasterId r:id="R23fa8ef0f92d4618"/>
  </p:notesMasterIdLst>
  <p:sldIdLst>
    <p:sldId id="256" r:id="R89c220ebe5e04fa2"/>
    <p:sldId id="257" r:id="R922074acd62f4e84"/>
    <p:sldId id="258" r:id="R181fbba1947248a2"/>
    <p:sldId id="259" r:id="R90c214ceeb874ea3"/>
    <p:sldId id="260" r:id="Rdc1deb2f10c3467c"/>
    <p:sldId id="261" r:id="R616c5d69aaf54a2b"/>
    <p:sldId id="262" r:id="Rffd9dccdc67843a8"/>
    <p:sldId id="263" r:id="R632ffc356d8441c5"/>
    <p:sldId id="264" r:id="Rd6f726dd520a4993"/>
    <p:sldId id="265" r:id="R87a879b530794802"/>
    <p:sldId id="266" r:id="Reac07317765b485a"/>
    <p:sldId id="267" r:id="Rfda84686af654208"/>
    <p:sldId id="268" r:id="Rb9d17acaae364263"/>
    <p:sldId id="269" r:id="R89e16197152e4ad1"/>
    <p:sldId id="270" r:id="R85ee1a2ccb044225"/>
    <p:sldId id="271" r:id="Ra41f415f692f4a5e"/>
    <p:sldId id="272" r:id="R6e2ee64eebf4409d"/>
    <p:sldId id="273" r:id="Rc3c0d08964fe4198"/>
    <p:sldId id="274" r:id="R556d5d37c1884d3f"/>
    <p:sldId id="275" r:id="R2b33845d7e2a4ceb"/>
    <p:sldId id="276" r:id="R52ecce40d6094293"/>
    <p:sldId id="277" r:id="R0178a66932cf4e61"/>
    <p:sldId id="278" r:id="R210bdce0a9e94300"/>
    <p:sldId id="279" r:id="Rd25793c6dfaf4048"/>
    <p:sldId id="280" r:id="Rec87c7a95c9b452c"/>
    <p:sldId id="281" r:id="R46cf873cedaf4cff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7151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37" autoAdjust="0"/>
    <p:restoredTop sz="94781" autoAdjust="0"/>
  </p:normalViewPr>
  <p:slideViewPr>
    <p:cSldViewPr showGuides="1">
      <p:cViewPr varScale="1">
        <p:scale>
          <a:sx n="77" d="100"/>
          <a:sy n="77" d="100"/>
        </p:scale>
        <p:origin x="27" y="564"/>
      </p:cViewPr>
      <p:guideLst>
        <p:guide pos="3840"/>
        <p:guide pos="7151"/>
        <p:guide pos="529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3fa8ef0f92d4618" /><Relationship Type="http://schemas.openxmlformats.org/officeDocument/2006/relationships/presProps" Target="/ppt/presProps.xml" Id="R9743885b9a8842f3" /><Relationship Type="http://schemas.openxmlformats.org/officeDocument/2006/relationships/viewProps" Target="/ppt/viewProps.xml" Id="Re73eecaa99224c83" /><Relationship Type="http://schemas.openxmlformats.org/officeDocument/2006/relationships/slideMaster" Target="/ppt/slideMasters/slideMaster1.xml" Id="R819c477b890a46f7" /><Relationship Type="http://schemas.openxmlformats.org/officeDocument/2006/relationships/theme" Target="/ppt/slideMasters/theme/theme2.xml" Id="R731dbc84e3774d24" /><Relationship Type="http://schemas.openxmlformats.org/officeDocument/2006/relationships/slide" Target="/ppt/slides/slide1.xml" Id="R89c220ebe5e04fa2" /><Relationship Type="http://schemas.openxmlformats.org/officeDocument/2006/relationships/slide" Target="/ppt/slides/slide2.xml" Id="R922074acd62f4e84" /><Relationship Type="http://schemas.openxmlformats.org/officeDocument/2006/relationships/slide" Target="/ppt/slides/slide3.xml" Id="R181fbba1947248a2" /><Relationship Type="http://schemas.openxmlformats.org/officeDocument/2006/relationships/slide" Target="/ppt/slides/slide4.xml" Id="R90c214ceeb874ea3" /><Relationship Type="http://schemas.openxmlformats.org/officeDocument/2006/relationships/slide" Target="/ppt/slides/slide5.xml" Id="Rdc1deb2f10c3467c" /><Relationship Type="http://schemas.openxmlformats.org/officeDocument/2006/relationships/slide" Target="/ppt/slides/slide6.xml" Id="R616c5d69aaf54a2b" /><Relationship Type="http://schemas.openxmlformats.org/officeDocument/2006/relationships/slide" Target="/ppt/slides/slide7.xml" Id="Rffd9dccdc67843a8" /><Relationship Type="http://schemas.openxmlformats.org/officeDocument/2006/relationships/slide" Target="/ppt/slides/slide8.xml" Id="R632ffc356d8441c5" /><Relationship Type="http://schemas.openxmlformats.org/officeDocument/2006/relationships/slide" Target="/ppt/slides/slide9.xml" Id="Rd6f726dd520a4993" /><Relationship Type="http://schemas.openxmlformats.org/officeDocument/2006/relationships/slide" Target="/ppt/slides/slide10.xml" Id="R87a879b530794802" /><Relationship Type="http://schemas.openxmlformats.org/officeDocument/2006/relationships/slide" Target="/ppt/slides/slide11.xml" Id="Reac07317765b485a" /><Relationship Type="http://schemas.openxmlformats.org/officeDocument/2006/relationships/slide" Target="/ppt/slides/slide12.xml" Id="Rfda84686af654208" /><Relationship Type="http://schemas.openxmlformats.org/officeDocument/2006/relationships/slide" Target="/ppt/slides/slide13.xml" Id="Rb9d17acaae364263" /><Relationship Type="http://schemas.openxmlformats.org/officeDocument/2006/relationships/slide" Target="/ppt/slides/slide14.xml" Id="R89e16197152e4ad1" /><Relationship Type="http://schemas.openxmlformats.org/officeDocument/2006/relationships/slide" Target="/ppt/slides/slide15.xml" Id="R85ee1a2ccb044225" /><Relationship Type="http://schemas.openxmlformats.org/officeDocument/2006/relationships/slide" Target="/ppt/slides/slide16.xml" Id="Ra41f415f692f4a5e" /><Relationship Type="http://schemas.openxmlformats.org/officeDocument/2006/relationships/slide" Target="/ppt/slides/slide17.xml" Id="R6e2ee64eebf4409d" /><Relationship Type="http://schemas.openxmlformats.org/officeDocument/2006/relationships/slide" Target="/ppt/slides/slide18.xml" Id="Rc3c0d08964fe4198" /><Relationship Type="http://schemas.openxmlformats.org/officeDocument/2006/relationships/slide" Target="/ppt/slides/slide19.xml" Id="R556d5d37c1884d3f" /><Relationship Type="http://schemas.openxmlformats.org/officeDocument/2006/relationships/slide" Target="/ppt/slides/slide20.xml" Id="R2b33845d7e2a4ceb" /><Relationship Type="http://schemas.openxmlformats.org/officeDocument/2006/relationships/slide" Target="/ppt/slides/slide21.xml" Id="R52ecce40d6094293" /><Relationship Type="http://schemas.openxmlformats.org/officeDocument/2006/relationships/slide" Target="/ppt/slides/slide22.xml" Id="R0178a66932cf4e61" /><Relationship Type="http://schemas.openxmlformats.org/officeDocument/2006/relationships/slide" Target="/ppt/slides/slide23.xml" Id="R210bdce0a9e94300" /><Relationship Type="http://schemas.openxmlformats.org/officeDocument/2006/relationships/slide" Target="/ppt/slides/slide24.xml" Id="Rd25793c6dfaf4048" /><Relationship Type="http://schemas.openxmlformats.org/officeDocument/2006/relationships/slide" Target="/ppt/slides/slide25.xml" Id="Rec87c7a95c9b452c" /><Relationship Type="http://schemas.openxmlformats.org/officeDocument/2006/relationships/slide" Target="/ppt/slides/slide26.xml" Id="R46cf873cedaf4cff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34f1792a1ad743d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089F083-BB2F-45E8-A6AD-9CB73C9952C9}" type="datetimeFigureOut">
              <a:rPr lang="zh-CN" altLang="en-US"/>
              <a:pPr/>
              <a:t>2025/4/28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0490B34-A551-4F2A-8BEC-21BDBDB295A4}" type="slidenum">
              <a:rPr lang="zh-CN" altLang="en-US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23268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1.xml" Id="R99bcc1f0df714890" /><Relationship Type="http://schemas.openxmlformats.org/officeDocument/2006/relationships/notesMaster" Target="/ppt/notesMasters/notesMaster1.xml" Id="Rfe9b9b2eb11f4787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image" Target="/ppt/media/image.bin" Id="R17bfdc76e1cd44c2" /><Relationship Type="http://schemas.openxmlformats.org/officeDocument/2006/relationships/image" Target="/ppt/media/image2.bin" Id="Ra70b3a3384c2467f" /><Relationship Type="http://schemas.openxmlformats.org/officeDocument/2006/relationships/image" Target="/ppt/media/image3.bin" Id="R09061c8f482c4ee2" /><Relationship Type="http://schemas.openxmlformats.org/officeDocument/2006/relationships/image" Target="/ppt/media/image4.bin" Id="R7a768628315d4163" /><Relationship Type="http://schemas.openxmlformats.org/officeDocument/2006/relationships/image" Target="/ppt/media/image5.bin" Id="R51462bbfc65f40e8" /><Relationship Type="http://schemas.openxmlformats.org/officeDocument/2006/relationships/slideMaster" Target="/ppt/slideMasters/slideMaster1.xml" Id="Rdefa99bbb0cc41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a5e99ea3d6a941e5b61cd0edecfb87d0" /><Relationship Type="http://schemas.openxmlformats.org/officeDocument/2006/relationships/slideMaster" Target="/ppt/slideMasters/slideMaster1.xml" Id="Rd12618fb84374e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4f044460e4a4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676fe3473e51c1735385927525"/>
          <p:cNvPicPr>
            <a:picLocks noChangeAspect="1"/>
          </p:cNvPicPr>
          <p:nvPr userDrawn="1"/>
        </p:nvPicPr>
        <p:blipFill>
          <a:blip r:embed="R17bfdc76e1cd44c2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-27305"/>
            <a:ext cx="12226290" cy="292481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542582"/>
            <a:ext cx="12192000" cy="5872532"/>
          </a:xfrm>
          <a:prstGeom prst="rect">
            <a:avLst/>
          </a:prstGeom>
          <a:solidFill>
            <a:srgbClr val="C40D0F"/>
          </a:solidFill>
          <a:ln>
            <a:noFill/>
          </a:ln>
          <a:effectLst>
            <a:outerShdw blurRad="6223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302577" y="737016"/>
            <a:ext cx="12797155" cy="5483664"/>
          </a:xfrm>
          <a:prstGeom prst="rect">
            <a:avLst/>
          </a:prstGeom>
          <a:noFill/>
          <a:ln>
            <a:gradFill>
              <a:gsLst>
                <a:gs pos="0">
                  <a:srgbClr val="FFFEFB"/>
                </a:gs>
                <a:gs pos="28000">
                  <a:srgbClr val="FEFAC0"/>
                </a:gs>
                <a:gs pos="72000">
                  <a:srgbClr val="F2CF7E"/>
                </a:gs>
              </a:gsLst>
              <a:lin ang="198000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676fe3473e51c1735385927525"/>
          <p:cNvPicPr>
            <a:picLocks noChangeAspect="1"/>
          </p:cNvPicPr>
          <p:nvPr userDrawn="1"/>
        </p:nvPicPr>
        <p:blipFill>
          <a:blip r:embed="Ra70b3a3384c2467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pic>
        <p:nvPicPr>
          <p:cNvPr id="32" name="图片 31" descr="5ded46f72acb91575831287132"/>
          <p:cNvPicPr>
            <a:picLocks noChangeAspect="1"/>
          </p:cNvPicPr>
          <p:nvPr userDrawn="1"/>
        </p:nvPicPr>
        <p:blipFill>
          <a:blip r:embed="R09061c8f482c4ee2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0416" y="929060"/>
            <a:ext cx="1410325" cy="1419820"/>
          </a:xfrm>
          <a:prstGeom prst="ellipse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3208" y="-24129"/>
            <a:ext cx="12185585" cy="2423124"/>
            <a:chOff x="31180" y="-24129"/>
            <a:chExt cx="12185585" cy="2423124"/>
          </a:xfrm>
        </p:grpSpPr>
        <p:pic>
          <p:nvPicPr>
            <p:cNvPr id="22" name="图片 21" descr="59666b1d16fd2ed61722929519"/>
            <p:cNvPicPr>
              <a:picLocks noChangeAspect="1"/>
            </p:cNvPicPr>
            <p:nvPr/>
          </p:nvPicPr>
          <p:blipFill>
            <a:blip r:embed="R7a768628315d4163" cstate="screen">
              <a:lum bright="18000" contrast="3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1180" y="-24129"/>
              <a:ext cx="1547937" cy="2423124"/>
            </a:xfrm>
            <a:prstGeom prst="rect">
              <a:avLst/>
            </a:prstGeom>
            <a:effectLst>
              <a:outerShdw blurRad="63500" dist="12700" dir="8100000" sx="105000" sy="105000" algn="tr" rotWithShape="0">
                <a:srgbClr val="74070A">
                  <a:alpha val="40000"/>
                </a:srgbClr>
              </a:outerShdw>
            </a:effectLst>
          </p:spPr>
        </p:pic>
        <p:pic>
          <p:nvPicPr>
            <p:cNvPr id="36" name="图片 35" descr="59666b1d16fd2ed61722929519"/>
            <p:cNvPicPr>
              <a:picLocks noChangeAspect="1"/>
            </p:cNvPicPr>
            <p:nvPr/>
          </p:nvPicPr>
          <p:blipFill>
            <a:blip r:embed="R7a768628315d4163" cstate="screen">
              <a:lum bright="18000" contrast="3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H="1">
              <a:off x="10668828" y="-24129"/>
              <a:ext cx="1547937" cy="2423124"/>
            </a:xfrm>
            <a:prstGeom prst="rect">
              <a:avLst/>
            </a:prstGeom>
            <a:effectLst>
              <a:outerShdw blurRad="63500" dist="12700" dir="8100000" sx="105000" sy="105000" algn="tr" rotWithShape="0">
                <a:srgbClr val="74070A">
                  <a:alpha val="40000"/>
                </a:srgbClr>
              </a:outerShdw>
            </a:effectLst>
          </p:spPr>
        </p:pic>
      </p:grpSp>
      <p:pic>
        <p:nvPicPr>
          <p:cNvPr id="42" name="图片 41" descr="5ded46f72acb91575831287132"/>
          <p:cNvPicPr>
            <a:picLocks noChangeAspect="1"/>
          </p:cNvPicPr>
          <p:nvPr userDrawn="1"/>
        </p:nvPicPr>
        <p:blipFill>
          <a:blip r:embed="R51462bbfc65f40e8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32109" y="1777728"/>
            <a:ext cx="837263" cy="8429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DE36230-1484-463F-9A5B-BF9D7083E3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a5e99ea3d6a941e5b61cd0edecfb87d0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a5e99ea3d6a941e5b61cd0edecfb87d0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a5e99ea3d6a941e5b61cd0edecfb87d0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hf sldNum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baa3efb504a8f" /><Relationship Type="http://schemas.openxmlformats.org/officeDocument/2006/relationships/slideLayout" Target="/ppt/slideLayouts/slideLayout1.xml" Id="R3a4e8bfa394f45cb" /><Relationship Type="http://schemas.openxmlformats.org/officeDocument/2006/relationships/slideLayout" Target="/ppt/slideLayouts/slideLayout2.xml" Id="R3a2acd215d864e7a" /><Relationship Type="http://schemas.openxmlformats.org/officeDocument/2006/relationships/slideLayout" Target="/ppt/slideLayouts/slideLayout3.xml" Id="Ra84df9a9b7dc417f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a84df9a9b7dc417f"/>
    <p:sldLayoutId id="2147483650" r:id="R3a2acd215d864e7a"/>
    <p:sldLayoutId id="2147483649" r:id="R3a4e8bfa394f45cb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6.bin" Id="Ra77212a4ec6d481b" /><Relationship Type="http://schemas.openxmlformats.org/officeDocument/2006/relationships/image" Target="/ppt/media/image7.bin" Id="R65579f63de9040eb" /><Relationship Type="http://schemas.openxmlformats.org/officeDocument/2006/relationships/image" Target="/ppt/media/image8.bin" Id="R76dd06511acf4255" /><Relationship Type="http://schemas.openxmlformats.org/officeDocument/2006/relationships/image" Target="/ppt/media/image2.bin" Id="Rd548b44eba624dda" /><Relationship Type="http://schemas.openxmlformats.org/officeDocument/2006/relationships/image" Target="/ppt/media/image9.bin" Id="R4b781d94df0e43f9" /><Relationship Type="http://schemas.openxmlformats.org/officeDocument/2006/relationships/image" Target="/ppt/media/image10.bin" Id="R49ca25a8fccb4efe" /><Relationship Type="http://schemas.openxmlformats.org/officeDocument/2006/relationships/image" Target="/ppt/media/image11.bin" Id="R54dccf571de44507" /><Relationship Type="http://schemas.openxmlformats.org/officeDocument/2006/relationships/image" Target="/ppt/media/image12.bin" Id="Rd7f5d6826539454d" /><Relationship Type="http://schemas.openxmlformats.org/officeDocument/2006/relationships/image" Target="/ppt/media/image13.bin" Id="R281f30e4955c4126" /><Relationship Type="http://schemas.openxmlformats.org/officeDocument/2006/relationships/image" Target="/ppt/media/image14.bin" Id="Rea6bc7607a7b4a43" /><Relationship Type="http://schemas.openxmlformats.org/officeDocument/2006/relationships/image" Target="/ppt/media/image15.bin" Id="R7dfa10204242431c" /><Relationship Type="http://schemas.openxmlformats.org/officeDocument/2006/relationships/image" Target="/ppt/media/image16.bin" Id="Rda75d85789b74b6b" /><Relationship Type="http://schemas.openxmlformats.org/officeDocument/2006/relationships/image" Target="/ppt/media/image17.bin" Id="Ra3d508964e574f2c" /><Relationship Type="http://schemas.openxmlformats.org/officeDocument/2006/relationships/slideLayout" Target="/ppt/slideLayouts/slideLayout3.xml" Id="Ra20ef96f5b114f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fff6eb1a61d64ba5" /><Relationship Type="http://schemas.openxmlformats.org/officeDocument/2006/relationships/image" Target="/ppt/media/image2.bin" Id="R4c785bc57dd1470d" /><Relationship Type="http://schemas.openxmlformats.org/officeDocument/2006/relationships/image" Target="/ppt/media/image18.bin" Id="R91ee0aa980184591" /><Relationship Type="http://schemas.openxmlformats.org/officeDocument/2006/relationships/image" Target="/ppt/media/image19.bin" Id="R49059cd6cede4603" /><Relationship Type="http://schemas.openxmlformats.org/officeDocument/2006/relationships/image" Target="/ppt/media/image12.bin" Id="Rf6b88d0ba26340bd" /><Relationship Type="http://schemas.openxmlformats.org/officeDocument/2006/relationships/image" Target="/ppt/media/image20.bin" Id="R1a72788ab1184852" /><Relationship Type="http://schemas.openxmlformats.org/officeDocument/2006/relationships/image" Target="/ppt/media/image21.bin" Id="R70490c47d51948e7" /><Relationship Type="http://schemas.openxmlformats.org/officeDocument/2006/relationships/image" Target="/ppt/media/image22.bin" Id="R050f645ca1394e1a" /><Relationship Type="http://schemas.openxmlformats.org/officeDocument/2006/relationships/image" Target="/ppt/media/image23.bin" Id="R6d1a45be3eaf4a7c" /><Relationship Type="http://schemas.openxmlformats.org/officeDocument/2006/relationships/image" Target="/ppt/media/image24.bin" Id="R8c9bf4b775a64eaf" /><Relationship Type="http://schemas.openxmlformats.org/officeDocument/2006/relationships/image" Target="/ppt/media/image25.bin" Id="R48747b55153c4047" /><Relationship Type="http://schemas.openxmlformats.org/officeDocument/2006/relationships/slideLayout" Target="/ppt/slideLayouts/slideLayout3.xml" Id="R683a45ecf06147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7.bin" Id="R88000e2e2c73419f" /><Relationship Type="http://schemas.openxmlformats.org/officeDocument/2006/relationships/image" Target="/ppt/media/image.bin" Id="R256e41e42cc44ace" /><Relationship Type="http://schemas.openxmlformats.org/officeDocument/2006/relationships/image" Target="/ppt/media/image26.bin" Id="R63026139746041b0" /><Relationship Type="http://schemas.openxmlformats.org/officeDocument/2006/relationships/image" Target="/ppt/media/image27.bin" Id="Ra4a7e78eb5f7401e" /><Relationship Type="http://schemas.openxmlformats.org/officeDocument/2006/relationships/image" Target="/ppt/media/image2.bin" Id="R85ae60c44e774cdb" /><Relationship Type="http://schemas.openxmlformats.org/officeDocument/2006/relationships/image" Target="/ppt/media/image28.bin" Id="R5581357cecb4446f" /><Relationship Type="http://schemas.openxmlformats.org/officeDocument/2006/relationships/image" Target="/ppt/media/image29.bin" Id="R573b893a7f644f10" /><Relationship Type="http://schemas.openxmlformats.org/officeDocument/2006/relationships/image" Target="/ppt/media/image30.bin" Id="Rf7db098a20434dda" /><Relationship Type="http://schemas.openxmlformats.org/officeDocument/2006/relationships/image" Target="/ppt/media/image20.bin" Id="Rbb99ec22f6024773" /><Relationship Type="http://schemas.openxmlformats.org/officeDocument/2006/relationships/image" Target="/ppt/media/image31.bin" Id="Rf548c5852acb4192" /><Relationship Type="http://schemas.openxmlformats.org/officeDocument/2006/relationships/slideLayout" Target="/ppt/slideLayouts/slideLayout3.xml" Id="Rb5dba1fbf6fa45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32.bin" Id="R9e96ee3b1f6241a5" /><Relationship Type="http://schemas.openxmlformats.org/officeDocument/2006/relationships/image" Target="/ppt/media/image33.bin" Id="R8bae92bb7c164ada" /><Relationship Type="http://schemas.openxmlformats.org/officeDocument/2006/relationships/image" Target="/ppt/media/image34.bin" Id="R58d16a89e5d54623" /><Relationship Type="http://schemas.openxmlformats.org/officeDocument/2006/relationships/slideLayout" Target="/ppt/slideLayouts/slideLayout1.xml" Id="R3589fa6fe148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7.bin" Id="Ra93c36a762a84bb9" /><Relationship Type="http://schemas.openxmlformats.org/officeDocument/2006/relationships/image" Target="/ppt/media/image.bin" Id="Rd981ad118ae54dc2" /><Relationship Type="http://schemas.openxmlformats.org/officeDocument/2006/relationships/image" Target="/ppt/media/image26.bin" Id="R0fb9893cd0704246" /><Relationship Type="http://schemas.openxmlformats.org/officeDocument/2006/relationships/image" Target="/ppt/media/image27.bin" Id="R41c2f5dfc0694a2f" /><Relationship Type="http://schemas.openxmlformats.org/officeDocument/2006/relationships/image" Target="/ppt/media/image2.bin" Id="R27f051853f4a4c73" /><Relationship Type="http://schemas.openxmlformats.org/officeDocument/2006/relationships/image" Target="/ppt/media/image28.bin" Id="R56a1f45bb1c24e47" /><Relationship Type="http://schemas.openxmlformats.org/officeDocument/2006/relationships/image" Target="/ppt/media/image29.bin" Id="R68b297b4e4784890" /><Relationship Type="http://schemas.openxmlformats.org/officeDocument/2006/relationships/image" Target="/ppt/media/image30.bin" Id="R9f2f391d0a914a35" /><Relationship Type="http://schemas.openxmlformats.org/officeDocument/2006/relationships/image" Target="/ppt/media/image20.bin" Id="R3401cc2d40624d5a" /><Relationship Type="http://schemas.openxmlformats.org/officeDocument/2006/relationships/image" Target="/ppt/media/image31.bin" Id="R695252e0f10a418c" /><Relationship Type="http://schemas.openxmlformats.org/officeDocument/2006/relationships/slideLayout" Target="/ppt/slideLayouts/slideLayout3.xml" Id="R8f726060ecb8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32.bin" Id="R41b60558f1764b39" /><Relationship Type="http://schemas.openxmlformats.org/officeDocument/2006/relationships/image" Target="/ppt/media/image33.bin" Id="Rca41d482819d4742" /><Relationship Type="http://schemas.openxmlformats.org/officeDocument/2006/relationships/image" Target="/ppt/media/image35.bin" Id="R55e4b8ad28444521" /><Relationship Type="http://schemas.openxmlformats.org/officeDocument/2006/relationships/slideLayout" Target="/ppt/slideLayouts/slideLayout1.xml" Id="Rd1110ecba3da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32.bin" Id="Re088a283bb684ea9" /><Relationship Type="http://schemas.openxmlformats.org/officeDocument/2006/relationships/image" Target="/ppt/media/image33.bin" Id="R650924b07cad4d0f" /><Relationship Type="http://schemas.openxmlformats.org/officeDocument/2006/relationships/image" Target="/ppt/media/image36.bin" Id="R86d046e7f9694987" /><Relationship Type="http://schemas.openxmlformats.org/officeDocument/2006/relationships/slideLayout" Target="/ppt/slideLayouts/slideLayout1.xml" Id="R83f601d4e8ed47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2.bin" Id="Rc2a10c91b92f43fd" /><Relationship Type="http://schemas.openxmlformats.org/officeDocument/2006/relationships/image" Target="/ppt/media/image37.bin" Id="Rf0e750341fda4a17" /><Relationship Type="http://schemas.openxmlformats.org/officeDocument/2006/relationships/image" Target="/ppt/media/image38.bin" Id="Ree0be5b894cf4e90" /><Relationship Type="http://schemas.openxmlformats.org/officeDocument/2006/relationships/slideLayout" Target="/ppt/slideLayouts/slideLayout1.xml" Id="Rbd82e771e8dc42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7.bin" Id="R2b15b03e20d54414" /><Relationship Type="http://schemas.openxmlformats.org/officeDocument/2006/relationships/image" Target="/ppt/media/image.bin" Id="Re5f445fb3ad84093" /><Relationship Type="http://schemas.openxmlformats.org/officeDocument/2006/relationships/image" Target="/ppt/media/image26.bin" Id="R379a51fa5dde43b8" /><Relationship Type="http://schemas.openxmlformats.org/officeDocument/2006/relationships/image" Target="/ppt/media/image27.bin" Id="R09a60a0151344606" /><Relationship Type="http://schemas.openxmlformats.org/officeDocument/2006/relationships/image" Target="/ppt/media/image2.bin" Id="R0887a55909944192" /><Relationship Type="http://schemas.openxmlformats.org/officeDocument/2006/relationships/image" Target="/ppt/media/image28.bin" Id="Ra08751be21f24c7f" /><Relationship Type="http://schemas.openxmlformats.org/officeDocument/2006/relationships/image" Target="/ppt/media/image29.bin" Id="Rc814fec32fe544ea" /><Relationship Type="http://schemas.openxmlformats.org/officeDocument/2006/relationships/image" Target="/ppt/media/image30.bin" Id="Re5e43812b87f4f79" /><Relationship Type="http://schemas.openxmlformats.org/officeDocument/2006/relationships/image" Target="/ppt/media/image20.bin" Id="Rd327a8a7bf1e4eaf" /><Relationship Type="http://schemas.openxmlformats.org/officeDocument/2006/relationships/image" Target="/ppt/media/image31.bin" Id="Rbc024ec454564b8d" /><Relationship Type="http://schemas.openxmlformats.org/officeDocument/2006/relationships/slideLayout" Target="/ppt/slideLayouts/slideLayout3.xml" Id="R85bdcb1ef4b24e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2.bin" Id="R29de624f72bc4f26" /><Relationship Type="http://schemas.openxmlformats.org/officeDocument/2006/relationships/image" Target="/ppt/media/image37.bin" Id="R0e0ad51ad48b492d" /><Relationship Type="http://schemas.openxmlformats.org/officeDocument/2006/relationships/image" Target="/ppt/media/image39.bin" Id="R0cc22676fa324f79" /><Relationship Type="http://schemas.openxmlformats.org/officeDocument/2006/relationships/slideLayout" Target="/ppt/slideLayouts/slideLayout1.xml" Id="Rd61af3246fe344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32.bin" Id="R121525cda62d4418" /><Relationship Type="http://schemas.openxmlformats.org/officeDocument/2006/relationships/image" Target="/ppt/media/image37.bin" Id="R369c4cb7aa6644da" /><Relationship Type="http://schemas.openxmlformats.org/officeDocument/2006/relationships/image" Target="/ppt/media/image40.bin" Id="R8a1efac367f44585" /><Relationship Type="http://schemas.openxmlformats.org/officeDocument/2006/relationships/slideLayout" Target="/ppt/slideLayouts/slideLayout1.xml" Id="Rb80fbb3bc5fa49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32.bin" Id="R965b0ecfc6014bae" /><Relationship Type="http://schemas.openxmlformats.org/officeDocument/2006/relationships/image" Target="/ppt/media/image41.bin" Id="R2d888e71e88c4894" /><Relationship Type="http://schemas.openxmlformats.org/officeDocument/2006/relationships/image" Target="/ppt/media/image42.bin" Id="R6188b448d2de4e66" /><Relationship Type="http://schemas.microsoft.com/office/2007/relationships/hdphoto" Target="/ppt/slides/udata/data.wdp" Id="R59465636d9784335" /><Relationship Type="http://schemas.openxmlformats.org/officeDocument/2006/relationships/slideLayout" Target="/ppt/slideLayouts/slideLayout1.xml" Id="R2c5306d81cec46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2.bin" Id="R33214eb013ed49c0" /><Relationship Type="http://schemas.openxmlformats.org/officeDocument/2006/relationships/image" Target="/ppt/media/image37.bin" Id="R35361e6407be47fb" /><Relationship Type="http://schemas.openxmlformats.org/officeDocument/2006/relationships/image" Target="/ppt/media/image43.bin" Id="Rb52d4510cbb9489a" /><Relationship Type="http://schemas.openxmlformats.org/officeDocument/2006/relationships/slideLayout" Target="/ppt/slideLayouts/slideLayout1.xml" Id="R8d47c411d93a42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32.bin" Id="Re58dadd7dc57418e" /><Relationship Type="http://schemas.openxmlformats.org/officeDocument/2006/relationships/image" Target="/ppt/media/image37.bin" Id="R05031fe1975f4774" /><Relationship Type="http://schemas.openxmlformats.org/officeDocument/2006/relationships/image" Target="/ppt/media/image44.bin" Id="R298c9f4c6cc64203" /><Relationship Type="http://schemas.openxmlformats.org/officeDocument/2006/relationships/slideLayout" Target="/ppt/slideLayouts/slideLayout1.xml" Id="Ra3a5a4064eaa42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32.bin" Id="R451df59a07ca42d1" /><Relationship Type="http://schemas.openxmlformats.org/officeDocument/2006/relationships/image" Target="/ppt/media/image45.bin" Id="R8d13bd5a4b61488e" /><Relationship Type="http://schemas.openxmlformats.org/officeDocument/2006/relationships/image" Target="/ppt/media/image33.bin" Id="R2e587d64999b42bf" /><Relationship Type="http://schemas.openxmlformats.org/officeDocument/2006/relationships/slideLayout" Target="/ppt/slideLayouts/slideLayout1.xml" Id="R0eaa03e3ac1443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32.bin" Id="R2d149827a59c493c" /><Relationship Type="http://schemas.openxmlformats.org/officeDocument/2006/relationships/image" Target="/ppt/media/image37.bin" Id="R5d7186a454ca46b5" /><Relationship Type="http://schemas.openxmlformats.org/officeDocument/2006/relationships/image" Target="/ppt/media/image46.bin" Id="R773c7b1b413d401e" /><Relationship Type="http://schemas.openxmlformats.org/officeDocument/2006/relationships/image" Target="/ppt/media/image47.bin" Id="Ra21f627710e54658" /><Relationship Type="http://schemas.openxmlformats.org/officeDocument/2006/relationships/slideLayout" Target="/ppt/slideLayouts/slideLayout1.xml" Id="Rb68d0bc942244e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32.bin" Id="Rdab99f1f6f9c4c04" /><Relationship Type="http://schemas.openxmlformats.org/officeDocument/2006/relationships/image" Target="/ppt/media/image37.bin" Id="Ra0c32c8831124515" /><Relationship Type="http://schemas.openxmlformats.org/officeDocument/2006/relationships/image" Target="/ppt/media/image48.bin" Id="Ra6cd1e7485054154" /><Relationship Type="http://schemas.openxmlformats.org/officeDocument/2006/relationships/slideLayout" Target="/ppt/slideLayouts/slideLayout1.xml" Id="R83b708e9087d44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49.bin" Id="Rc53ba9af2b1d4372" /><Relationship Type="http://schemas.openxmlformats.org/officeDocument/2006/relationships/image" Target="/ppt/media/image32.bin" Id="R81d030c476584ce0" /><Relationship Type="http://schemas.openxmlformats.org/officeDocument/2006/relationships/slideLayout" Target="/ppt/slideLayouts/slideLayout1.xml" Id="Rd5251f45580d40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32.bin" Id="R063a34de1f85400a" /><Relationship Type="http://schemas.openxmlformats.org/officeDocument/2006/relationships/image" Target="/ppt/media/image37.bin" Id="R263a700ea4eb4308" /><Relationship Type="http://schemas.openxmlformats.org/officeDocument/2006/relationships/image" Target="/ppt/media/image50.bin" Id="R3593d9840a874bcf" /><Relationship Type="http://schemas.openxmlformats.org/officeDocument/2006/relationships/slideLayout" Target="/ppt/slideLayouts/slideLayout1.xml" Id="R6fc231811b894a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32.bin" Id="Rab0bd3e9a8e54e10" /><Relationship Type="http://schemas.openxmlformats.org/officeDocument/2006/relationships/image" Target="/ppt/media/image37.bin" Id="R7447cb91599c4956" /><Relationship Type="http://schemas.openxmlformats.org/officeDocument/2006/relationships/image" Target="/ppt/media/image51.bin" Id="R33cf74a3d8454b0d" /><Relationship Type="http://schemas.openxmlformats.org/officeDocument/2006/relationships/slideLayout" Target="/ppt/slideLayouts/slideLayout1.xml" Id="Rb9cbe0963ba14b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32.bin" Id="Rf013b65852d74ece" /><Relationship Type="http://schemas.openxmlformats.org/officeDocument/2006/relationships/image" Target="/ppt/media/image37.bin" Id="Ra7e73ac063b84baa" /><Relationship Type="http://schemas.openxmlformats.org/officeDocument/2006/relationships/image" Target="/ppt/media/image52.bin" Id="R5e34660b5f754cc2" /><Relationship Type="http://schemas.openxmlformats.org/officeDocument/2006/relationships/notesSlide" Target="/ppt/notesSlides/notesSlide1.xml" Id="Re72acc4ea3eb4096" /><Relationship Type="http://schemas.openxmlformats.org/officeDocument/2006/relationships/slideLayout" Target="/ppt/slideLayouts/slideLayout1.xml" Id="R0ecab613932241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6.bin" Id="R8e11f6ca59bf4994" /><Relationship Type="http://schemas.openxmlformats.org/officeDocument/2006/relationships/image" Target="/ppt/media/image7.bin" Id="R11dd0124d5ff4f2e" /><Relationship Type="http://schemas.openxmlformats.org/officeDocument/2006/relationships/image" Target="/ppt/media/image8.bin" Id="R568501e391914431" /><Relationship Type="http://schemas.openxmlformats.org/officeDocument/2006/relationships/image" Target="/ppt/media/image2.bin" Id="R5046b89573114956" /><Relationship Type="http://schemas.openxmlformats.org/officeDocument/2006/relationships/image" Target="/ppt/media/image9.bin" Id="Rd6102668f2ac4ba4" /><Relationship Type="http://schemas.openxmlformats.org/officeDocument/2006/relationships/image" Target="/ppt/media/image10.bin" Id="R4dab630d69a34f7c" /><Relationship Type="http://schemas.openxmlformats.org/officeDocument/2006/relationships/image" Target="/ppt/media/image11.bin" Id="R57ae1f5684c44748" /><Relationship Type="http://schemas.openxmlformats.org/officeDocument/2006/relationships/image" Target="/ppt/media/image12.bin" Id="R9cad9a28ff7d43cc" /><Relationship Type="http://schemas.openxmlformats.org/officeDocument/2006/relationships/image" Target="/ppt/media/image13.bin" Id="R1725a334dc2943bf" /><Relationship Type="http://schemas.openxmlformats.org/officeDocument/2006/relationships/image" Target="/ppt/media/image14.bin" Id="Re2752478ad5146fc" /><Relationship Type="http://schemas.openxmlformats.org/officeDocument/2006/relationships/image" Target="/ppt/media/image15.bin" Id="R8a3c5f0431e44e51" /><Relationship Type="http://schemas.openxmlformats.org/officeDocument/2006/relationships/image" Target="/ppt/media/image16.bin" Id="Ra5f73c37d24c4489" /><Relationship Type="http://schemas.openxmlformats.org/officeDocument/2006/relationships/image" Target="/ppt/media/image17.bin" Id="R6a20a2f88a704ac6" /><Relationship Type="http://schemas.openxmlformats.org/officeDocument/2006/relationships/slideLayout" Target="/ppt/slideLayouts/slideLayout3.xml" Id="Rab8198e95b6b4a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8b80571fb2ea4679a1387c1e97fe66d6" /><Relationship Type="http://schemas.openxmlformats.org/officeDocument/2006/relationships/image" Target="/ppt/media/image53.bin" Id="Rcb09fb8303f54e32" /><Relationship Type="http://schemas.openxmlformats.org/officeDocument/2006/relationships/image" Target="/ppt/media/image54.bin" Id="Rc9893dffc73b4aac" /><Relationship Type="http://schemas.openxmlformats.org/officeDocument/2006/relationships/image" Target="/ppt/media/image55.bin" Id="R3f5b8a7a016b4515" /><Relationship Type="http://schemas.openxmlformats.org/officeDocument/2006/relationships/customXml" Target="/ppt/customXML/item.xml" Id="Rc1ba7d6e53434a48" /><Relationship Type="http://schemas.openxmlformats.org/officeDocument/2006/relationships/customXml" Target="/ppt/customXML/item2.xml" Id="R90f2efa4443546f8" /><Relationship Type="http://schemas.openxmlformats.org/officeDocument/2006/relationships/slideLayout" Target="/ppt/slideLayouts/slideLayout1.xml" Id="Ra3750ae4568c47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79d9fc90dcaf4ca9ad9c446f14dc4688" /><Relationship Type="http://schemas.openxmlformats.org/officeDocument/2006/relationships/image" Target="/ppt/media/image56.bin" Id="R0208cc1289c84264" /><Relationship Type="http://schemas.openxmlformats.org/officeDocument/2006/relationships/image" Target="/ppt/media/image57.bin" Id="R62e63c660ee94c48" /><Relationship Type="http://schemas.openxmlformats.org/officeDocument/2006/relationships/image" Target="/ppt/media/image58.bin" Id="R1311923513e84878" /><Relationship Type="http://schemas.openxmlformats.org/officeDocument/2006/relationships/image" Target="/ppt/media/image54.bin" Id="R89d7323e754f4ada" /><Relationship Type="http://schemas.openxmlformats.org/officeDocument/2006/relationships/image" Target="/ppt/media/image59.bin" Id="R51bc872248d2424a" /><Relationship Type="http://schemas.openxmlformats.org/officeDocument/2006/relationships/image" Target="/ppt/media/image60.bin" Id="R8d0129ca9d1f4795" /><Relationship Type="http://schemas.openxmlformats.org/officeDocument/2006/relationships/image" Target="/ppt/media/image55.bin" Id="Rc68396046b4049be" /><Relationship Type="http://schemas.openxmlformats.org/officeDocument/2006/relationships/customXml" Target="/ppt/customXML/item3.xml" Id="Rf2e6e9257f284f27" /><Relationship Type="http://schemas.openxmlformats.org/officeDocument/2006/relationships/customXml" Target="/ppt/customXML/item4.xml" Id="Ra7e7ab2601244ec8" /><Relationship Type="http://schemas.openxmlformats.org/officeDocument/2006/relationships/customXml" Target="/ppt/customXML/item5.xml" Id="Rf9b883b205874c9b" /><Relationship Type="http://schemas.openxmlformats.org/officeDocument/2006/relationships/slideLayout" Target="/ppt/slideLayouts/slideLayout1.xml" Id="R5043eb0ae32941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61.bin" Id="R0d86d65927b742a9" /><Relationship Type="http://schemas.openxmlformats.org/officeDocument/2006/relationships/image" Target="/ppt/media/image62.bin" Id="R39365ed871f14e90" /><Relationship Type="http://schemas.openxmlformats.org/officeDocument/2006/relationships/image" Target="/ppt/media/image60.bin" Id="R9587c0dfe9f24e2e" /><Relationship Type="http://schemas.openxmlformats.org/officeDocument/2006/relationships/image" Target="/ppt/media/image63.bin" Id="R81042fc7aaef4d33" /><Relationship Type="http://schemas.openxmlformats.org/officeDocument/2006/relationships/customXml" Target="/ppt/customXML/item6.xml" Id="R7734da54e6594b7e" /><Relationship Type="http://schemas.openxmlformats.org/officeDocument/2006/relationships/customXml" Target="/ppt/customXML/item7.xml" Id="Rb08cb6f1231d4083" /><Relationship Type="http://schemas.openxmlformats.org/officeDocument/2006/relationships/customXml" Target="/ppt/customXML/item8.xml" Id="R8109fca8c1484ca5" /><Relationship Type="http://schemas.openxmlformats.org/officeDocument/2006/relationships/slideLayout" Target="/ppt/slideLayouts/slideLayout3.xml" Id="Rba37841f353149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808470f56e7b4cf0ba171cb00863bb75" /><Relationship Type="http://schemas.openxmlformats.org/officeDocument/2006/relationships/hyperlink" Target="https://storyset.com/" TargetMode="External" Id="R65f1b216f5c54a1b991c7c5a639c8bfb" /><Relationship Type="http://schemas.openxmlformats.org/officeDocument/2006/relationships/slideLayout" Target="/ppt/slideLayouts/slideLayout1.xml" Id="R1a232b4d04b2423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676fe3473e51c1735385927525"/>
          <p:cNvPicPr>
            <a:picLocks noChangeAspect="1"/>
          </p:cNvPicPr>
          <p:nvPr/>
        </p:nvPicPr>
        <p:blipFill>
          <a:blip r:embed="Ra77212a4ec6d481b" cstate="screen">
            <a:lum contrast="1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9818370" y="0"/>
            <a:ext cx="2373630" cy="22548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38" h="3551">
                <a:moveTo>
                  <a:pt x="0" y="0"/>
                </a:moveTo>
                <a:lnTo>
                  <a:pt x="3738" y="0"/>
                </a:lnTo>
                <a:lnTo>
                  <a:pt x="3738" y="1695"/>
                </a:lnTo>
                <a:lnTo>
                  <a:pt x="3367" y="1695"/>
                </a:lnTo>
                <a:lnTo>
                  <a:pt x="3262" y="2355"/>
                </a:lnTo>
                <a:lnTo>
                  <a:pt x="3300" y="2625"/>
                </a:lnTo>
                <a:lnTo>
                  <a:pt x="3360" y="2805"/>
                </a:lnTo>
                <a:lnTo>
                  <a:pt x="3517" y="2993"/>
                </a:lnTo>
                <a:lnTo>
                  <a:pt x="3562" y="3345"/>
                </a:lnTo>
                <a:lnTo>
                  <a:pt x="2717" y="3551"/>
                </a:lnTo>
                <a:lnTo>
                  <a:pt x="0" y="355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 descr="5c75339c5891b"/>
          <p:cNvPicPr>
            <a:picLocks noChangeAspect="1"/>
          </p:cNvPicPr>
          <p:nvPr/>
        </p:nvPicPr>
        <p:blipFill>
          <a:blip r:embed="R65579f63de9040eb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525" y="621030"/>
            <a:ext cx="5187950" cy="4946015"/>
          </a:xfrm>
          <a:prstGeom prst="rect">
            <a:avLst/>
          </a:prstGeom>
        </p:spPr>
      </p:pic>
      <p:pic>
        <p:nvPicPr>
          <p:cNvPr id="34" name="图片 33" descr="676fe3473e51c1735385927525"/>
          <p:cNvPicPr>
            <a:picLocks noChangeAspect="1"/>
          </p:cNvPicPr>
          <p:nvPr/>
        </p:nvPicPr>
        <p:blipFill>
          <a:blip r:embed="R76dd06511acf4255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5694680" cy="198882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664200" y="-232410"/>
            <a:ext cx="4999990" cy="7322820"/>
            <a:chOff x="5664200" y="-232410"/>
            <a:chExt cx="4999990" cy="7322820"/>
          </a:xfrm>
        </p:grpSpPr>
        <p:sp>
          <p:nvSpPr>
            <p:cNvPr id="5" name="矩形 4"/>
            <p:cNvSpPr/>
            <p:nvPr/>
          </p:nvSpPr>
          <p:spPr>
            <a:xfrm>
              <a:off x="5664200" y="0"/>
              <a:ext cx="4999990" cy="6858000"/>
            </a:xfrm>
            <a:prstGeom prst="rect">
              <a:avLst/>
            </a:prstGeom>
            <a:solidFill>
              <a:srgbClr val="C40D0F"/>
            </a:solidFill>
            <a:ln>
              <a:noFill/>
            </a:ln>
            <a:effectLst>
              <a:outerShdw blurRad="622300" sx="103000" sy="103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5955665" y="-232410"/>
              <a:ext cx="4417060" cy="7322820"/>
            </a:xfrm>
            <a:prstGeom prst="rect">
              <a:avLst/>
            </a:prstGeom>
            <a:noFill/>
            <a:ln>
              <a:gradFill>
                <a:gsLst>
                  <a:gs pos="0">
                    <a:srgbClr val="FFFEFB"/>
                  </a:gs>
                  <a:gs pos="28000">
                    <a:srgbClr val="FEFAC0"/>
                  </a:gs>
                  <a:gs pos="72000">
                    <a:srgbClr val="F2CF7E"/>
                  </a:gs>
                </a:gsLst>
                <a:lin ang="4920000" scaled="0"/>
              </a:gradFill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 descr="676fe3473e51c1735385927525"/>
          <p:cNvPicPr>
            <a:picLocks noChangeAspect="1"/>
          </p:cNvPicPr>
          <p:nvPr/>
        </p:nvPicPr>
        <p:blipFill>
          <a:blip r:embed="Rd548b44eba624dd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551815" y="538480"/>
            <a:ext cx="5256530" cy="5663565"/>
            <a:chOff x="551815" y="538480"/>
            <a:chExt cx="5256530" cy="5663565"/>
          </a:xfrm>
        </p:grpSpPr>
        <p:pic>
          <p:nvPicPr>
            <p:cNvPr id="6" name="图片 5" descr="514673ca605db3d61732027909"/>
            <p:cNvPicPr>
              <a:picLocks noChangeAspect="1"/>
            </p:cNvPicPr>
            <p:nvPr/>
          </p:nvPicPr>
          <p:blipFill>
            <a:blip r:embed="R4b781d94df0e43f9" cstate="screen">
              <a:lum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251" r="4479" b="4894"/>
            <a:stretch>
              <a:fillRect/>
            </a:stretch>
          </p:blipFill>
          <p:spPr>
            <a:xfrm>
              <a:off x="551815" y="538480"/>
              <a:ext cx="5256530" cy="5663565"/>
            </a:xfrm>
            <a:prstGeom prst="rect">
              <a:avLst/>
            </a:prstGeom>
          </p:spPr>
        </p:pic>
        <p:pic>
          <p:nvPicPr>
            <p:cNvPr id="12" name="图片 11" descr="8776066acf8c92801617341688"/>
            <p:cNvPicPr>
              <a:picLocks noChangeAspect="1"/>
            </p:cNvPicPr>
            <p:nvPr/>
          </p:nvPicPr>
          <p:blipFill>
            <a:blip r:embed="R49ca25a8fccb4efe" cstate="screen">
              <a:lum contras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51815" y="3973195"/>
              <a:ext cx="1082675" cy="468630"/>
            </a:xfrm>
            <a:prstGeom prst="rect">
              <a:avLst/>
            </a:prstGeom>
          </p:spPr>
        </p:pic>
      </p:grpSp>
      <p:pic>
        <p:nvPicPr>
          <p:cNvPr id="31" name="图片 30" descr="22166b21131e9d361722945841"/>
          <p:cNvPicPr>
            <a:picLocks noChangeAspect="1"/>
          </p:cNvPicPr>
          <p:nvPr/>
        </p:nvPicPr>
        <p:blipFill>
          <a:blip r:embed="R54dccf571de4450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5157" y="3973195"/>
            <a:ext cx="2873375" cy="2873375"/>
          </a:xfrm>
          <a:prstGeom prst="rect">
            <a:avLst/>
          </a:prstGeom>
        </p:spPr>
      </p:pic>
      <p:pic>
        <p:nvPicPr>
          <p:cNvPr id="32" name="图片 31" descr="59666b1d16fd2ed61722929519"/>
          <p:cNvPicPr>
            <a:picLocks noChangeAspect="1"/>
          </p:cNvPicPr>
          <p:nvPr/>
        </p:nvPicPr>
        <p:blipFill>
          <a:blip r:embed="Rd7f5d6826539454d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84740" y="-24130"/>
            <a:ext cx="2087880" cy="3268345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  <p:grpSp>
        <p:nvGrpSpPr>
          <p:cNvPr id="11" name="组合 10"/>
          <p:cNvGrpSpPr/>
          <p:nvPr/>
        </p:nvGrpSpPr>
        <p:grpSpPr>
          <a:xfrm>
            <a:off x="6077907" y="188595"/>
            <a:ext cx="4266565" cy="6396990"/>
            <a:chOff x="6077907" y="188595"/>
            <a:chExt cx="4266565" cy="6396990"/>
          </a:xfrm>
        </p:grpSpPr>
        <p:pic>
          <p:nvPicPr>
            <p:cNvPr id="25" name="图片 24" descr="5ded46f72acb91575831287132"/>
            <p:cNvPicPr>
              <a:picLocks noChangeAspect="1"/>
            </p:cNvPicPr>
            <p:nvPr/>
          </p:nvPicPr>
          <p:blipFill>
            <a:blip r:embed="R281f30e4955c4126" cstate="screen">
              <a:lum bright="36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77907" y="1089675"/>
              <a:ext cx="1511461" cy="1470630"/>
            </a:xfrm>
            <a:prstGeom prst="ellipse">
              <a:avLst/>
            </a:prstGeom>
          </p:spPr>
        </p:pic>
        <p:pic>
          <p:nvPicPr>
            <p:cNvPr id="26" name="图片 25" descr="5ded46f72acb91575831287132"/>
            <p:cNvPicPr>
              <a:picLocks noChangeAspect="1"/>
            </p:cNvPicPr>
            <p:nvPr/>
          </p:nvPicPr>
          <p:blipFill>
            <a:blip r:embed="Rea6bc7607a7b4a43" cstate="screen">
              <a:lum bright="36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194357" y="188595"/>
              <a:ext cx="930280" cy="935990"/>
            </a:xfrm>
            <a:prstGeom prst="ellipse">
              <a:avLst/>
            </a:prstGeom>
          </p:spPr>
        </p:pic>
        <p:pic>
          <p:nvPicPr>
            <p:cNvPr id="27" name="图片 26" descr="5ded46f72acb91575831287132"/>
            <p:cNvPicPr>
              <a:picLocks noChangeAspect="1"/>
            </p:cNvPicPr>
            <p:nvPr/>
          </p:nvPicPr>
          <p:blipFill>
            <a:blip r:embed="R7dfa10204242431c" cstate="screen">
              <a:lum bright="36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069751" y="2636912"/>
              <a:ext cx="1108075" cy="1115060"/>
            </a:xfrm>
            <a:prstGeom prst="ellipse">
              <a:avLst/>
            </a:prstGeom>
          </p:spPr>
        </p:pic>
        <p:pic>
          <p:nvPicPr>
            <p:cNvPr id="8" name="图片 7" descr="8776066acf8c92801617341688"/>
            <p:cNvPicPr>
              <a:picLocks noChangeAspect="1"/>
            </p:cNvPicPr>
            <p:nvPr/>
          </p:nvPicPr>
          <p:blipFill>
            <a:blip r:embed="R49ca25a8fccb4efe" cstate="screen">
              <a:lum contras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6667" y="5733415"/>
              <a:ext cx="1082675" cy="468630"/>
            </a:xfrm>
            <a:prstGeom prst="rect">
              <a:avLst/>
            </a:prstGeom>
          </p:spPr>
        </p:pic>
        <p:pic>
          <p:nvPicPr>
            <p:cNvPr id="13" name="图片 12" descr="8776066acf8c92801617341688"/>
            <p:cNvPicPr>
              <a:picLocks noChangeAspect="1"/>
            </p:cNvPicPr>
            <p:nvPr/>
          </p:nvPicPr>
          <p:blipFill>
            <a:blip r:embed="Rda75d85789b74b6b" cstate="screen">
              <a:lum contras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9244813" y="1654175"/>
              <a:ext cx="789305" cy="341630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6100132" y="249555"/>
              <a:ext cx="4244340" cy="6336030"/>
              <a:chOff x="9373" y="393"/>
              <a:chExt cx="6684" cy="9978"/>
            </a:xfrm>
          </p:grpSpPr>
          <p:pic>
            <p:nvPicPr>
              <p:cNvPr id="7" name="图片 6" descr="5fcf61fb155a61607426555110"/>
              <p:cNvPicPr>
                <a:picLocks noChangeAspect="1"/>
              </p:cNvPicPr>
              <p:nvPr/>
            </p:nvPicPr>
            <p:blipFill>
              <a:blip r:embed="Ra3d508964e574f2c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373" y="393"/>
                <a:ext cx="6684" cy="9978"/>
              </a:xfrm>
              <a:prstGeom prst="rect">
                <a:avLst/>
              </a:prstGeom>
            </p:spPr>
          </p:pic>
          <p:sp>
            <p:nvSpPr>
              <p:cNvPr id="3" name="任意多边形 2"/>
              <p:cNvSpPr/>
              <p:nvPr/>
            </p:nvSpPr>
            <p:spPr>
              <a:xfrm>
                <a:off x="14041" y="1068"/>
                <a:ext cx="563" cy="1410"/>
              </a:xfrm>
              <a:custGeom>
                <a:avLst/>
                <a:gdLst>
                  <a:gd name="connisteX0" fmla="*/ 200025 w 357505"/>
                  <a:gd name="connsiteY0" fmla="*/ 0 h 895350"/>
                  <a:gd name="connisteX1" fmla="*/ 342900 w 357505"/>
                  <a:gd name="connsiteY1" fmla="*/ 76200 h 895350"/>
                  <a:gd name="connisteX2" fmla="*/ 357505 w 357505"/>
                  <a:gd name="connsiteY2" fmla="*/ 843280 h 895350"/>
                  <a:gd name="connisteX3" fmla="*/ 233680 w 357505"/>
                  <a:gd name="connsiteY3" fmla="*/ 895350 h 895350"/>
                  <a:gd name="connisteX4" fmla="*/ 19050 w 357505"/>
                  <a:gd name="connsiteY4" fmla="*/ 862330 h 895350"/>
                  <a:gd name="connisteX5" fmla="*/ 0 w 357505"/>
                  <a:gd name="connsiteY5" fmla="*/ 352425 h 895350"/>
                  <a:gd name="connisteX6" fmla="*/ 66675 w 357505"/>
                  <a:gd name="connsiteY6" fmla="*/ 57150 h 895350"/>
                  <a:gd name="connisteX7" fmla="*/ 200025 w 357505"/>
                  <a:gd name="connsiteY7" fmla="*/ 0 h 8953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</a:cxnLst>
                <a:rect l="l" t="t" r="r" b="b"/>
                <a:pathLst>
                  <a:path w="357505" h="895350">
                    <a:moveTo>
                      <a:pt x="200025" y="0"/>
                    </a:moveTo>
                    <a:lnTo>
                      <a:pt x="342900" y="76200"/>
                    </a:lnTo>
                    <a:lnTo>
                      <a:pt x="357505" y="843280"/>
                    </a:lnTo>
                    <a:lnTo>
                      <a:pt x="233680" y="895350"/>
                    </a:lnTo>
                    <a:lnTo>
                      <a:pt x="19050" y="862330"/>
                    </a:lnTo>
                    <a:lnTo>
                      <a:pt x="0" y="352425"/>
                    </a:lnTo>
                    <a:lnTo>
                      <a:pt x="66675" y="57150"/>
                    </a:lnTo>
                    <a:lnTo>
                      <a:pt x="20002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392"/>
                  </a:gs>
                  <a:gs pos="100000">
                    <a:srgbClr val="FFF7A0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13933" y="1072"/>
                <a:ext cx="776" cy="1406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000" dirty="0">
                    <a:solidFill>
                      <a:srgbClr val="D30B00"/>
                    </a:solidFill>
                    <a:latin typeface="三极春联字体简" panose="00000500000000000000" pitchFamily="2" charset="-122"/>
                    <a:ea typeface="三极春联字体简" panose="00000500000000000000" pitchFamily="2" charset="-122"/>
                  </a:rPr>
                  <a:t>二月二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  <p:cond evt="onBegin" delay="0">
                          <p:tn val="18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  <p:cond evt="onBegin" delay="0">
                          <p:tn val="25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  <p:cond evt="onBegin" delay="0">
                          <p:tn val="30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  <p:cond evt="onBegin" delay="0">
                          <p:tn val="35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  <p:cond evt="onBegin" delay="0">
                          <p:tn val="41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676fe3473e51c1735385927525"/>
          <p:cNvPicPr>
            <a:picLocks noChangeAspect="1"/>
          </p:cNvPicPr>
          <p:nvPr/>
        </p:nvPicPr>
        <p:blipFill>
          <a:blip r:embed="Rfff6eb1a61d64ba5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-27305"/>
            <a:ext cx="12226290" cy="292481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302577" y="1073150"/>
            <a:ext cx="12797155" cy="4811395"/>
            <a:chOff x="-302577" y="1073150"/>
            <a:chExt cx="12797155" cy="4811395"/>
          </a:xfrm>
        </p:grpSpPr>
        <p:sp>
          <p:nvSpPr>
            <p:cNvPr id="5" name="矩形 4"/>
            <p:cNvSpPr/>
            <p:nvPr/>
          </p:nvSpPr>
          <p:spPr>
            <a:xfrm>
              <a:off x="0" y="1073150"/>
              <a:ext cx="12192000" cy="4811395"/>
            </a:xfrm>
            <a:prstGeom prst="rect">
              <a:avLst/>
            </a:prstGeom>
            <a:solidFill>
              <a:srgbClr val="C40D0F"/>
            </a:solidFill>
            <a:ln>
              <a:noFill/>
            </a:ln>
            <a:effectLst>
              <a:outerShdw blurRad="622300" sx="103000" sy="103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-302577" y="1314133"/>
              <a:ext cx="12797155" cy="4329430"/>
            </a:xfrm>
            <a:prstGeom prst="rect">
              <a:avLst/>
            </a:prstGeom>
            <a:noFill/>
            <a:ln>
              <a:gradFill>
                <a:gsLst>
                  <a:gs pos="0">
                    <a:srgbClr val="FFFEFB"/>
                  </a:gs>
                  <a:gs pos="28000">
                    <a:srgbClr val="FEFAC0"/>
                  </a:gs>
                  <a:gs pos="72000">
                    <a:srgbClr val="F2CF7E"/>
                  </a:gs>
                </a:gsLst>
                <a:lin ang="1980000" scaled="0"/>
              </a:gradFill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 descr="676fe3473e51c1735385927525"/>
          <p:cNvPicPr>
            <a:picLocks noChangeAspect="1"/>
          </p:cNvPicPr>
          <p:nvPr/>
        </p:nvPicPr>
        <p:blipFill>
          <a:blip r:embed="R4c785bc57dd1470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pic>
        <p:nvPicPr>
          <p:cNvPr id="4" name="图片 3" descr="5fcf61fb155a61607426555110"/>
          <p:cNvPicPr>
            <a:picLocks noChangeAspect="1"/>
          </p:cNvPicPr>
          <p:nvPr/>
        </p:nvPicPr>
        <p:blipFill>
          <a:blip r:embed="R91ee0aa98018459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59560" y="3653790"/>
            <a:ext cx="537210" cy="807720"/>
          </a:xfrm>
          <a:prstGeom prst="roundRect">
            <a:avLst>
              <a:gd name="adj" fmla="val 35264"/>
            </a:avLst>
          </a:prstGeom>
        </p:spPr>
      </p:pic>
      <p:grpSp>
        <p:nvGrpSpPr>
          <p:cNvPr id="37" name="组合 36"/>
          <p:cNvGrpSpPr/>
          <p:nvPr/>
        </p:nvGrpSpPr>
        <p:grpSpPr>
          <a:xfrm>
            <a:off x="3864610" y="1699895"/>
            <a:ext cx="576580" cy="2252345"/>
            <a:chOff x="6086" y="2677"/>
            <a:chExt cx="908" cy="3547"/>
          </a:xfrm>
        </p:grpSpPr>
        <p:pic>
          <p:nvPicPr>
            <p:cNvPr id="21" name="图片 20" descr="5c75d3721a612"/>
            <p:cNvPicPr>
              <a:picLocks noChangeAspect="1"/>
            </p:cNvPicPr>
            <p:nvPr/>
          </p:nvPicPr>
          <p:blipFill>
            <a:blip r:embed="R49059cd6cede4603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4766" y="3997"/>
              <a:ext cx="3547" cy="908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6102" y="3019"/>
              <a:ext cx="872" cy="215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rgbClr val="D30B00"/>
                  </a:soli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XX章节</a:t>
              </a: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4366518" y="1814601"/>
            <a:ext cx="800219" cy="3198954"/>
          </a:xfrm>
          <a:prstGeom prst="rect">
            <a:avLst/>
          </a:prstGeom>
          <a:noFill/>
        </p:spPr>
        <p:txBody>
          <a:bodyPr vert="eaVert" wrap="none" rtlCol="0" anchor="ctr" anchorCtr="0">
            <a:spAutoFit/>
          </a:bodyPr>
          <a:lstStyle/>
          <a:p>
            <a:pPr lvl="0" algn="ctr" fontAlgn="base">
              <a:lnSpc>
                <a:spcPct val="100000"/>
              </a:lnSpc>
              <a:buClrTx/>
              <a:buSzTx/>
              <a:buFontTx/>
            </a:pPr>
            <a:r>
              <a:rPr lang="zh-CN" altLang="en-US" sz="4000" dirty="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三极春联字体简" panose="00000500000000000000" pitchFamily="2" charset="-122"/>
                <a:ea typeface="三极春联字体简" panose="00000500000000000000" pitchFamily="2" charset="-122"/>
                <a:sym typeface="+mn-ea"/>
              </a:rPr>
              <a:t>什么是龙抬头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6024245" y="1700530"/>
            <a:ext cx="576342" cy="2252345"/>
            <a:chOff x="9603" y="2678"/>
            <a:chExt cx="908" cy="3547"/>
          </a:xfrm>
        </p:grpSpPr>
        <p:pic>
          <p:nvPicPr>
            <p:cNvPr id="24" name="图片 23" descr="5c75d3721a612"/>
            <p:cNvPicPr>
              <a:picLocks noChangeAspect="1"/>
            </p:cNvPicPr>
            <p:nvPr/>
          </p:nvPicPr>
          <p:blipFill>
            <a:blip r:embed="R49059cd6cede4603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8283" y="3998"/>
              <a:ext cx="3547" cy="908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9618" y="3020"/>
              <a:ext cx="873" cy="215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rgbClr val="D30B00"/>
                  </a:soli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第二章节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526153" y="1814601"/>
            <a:ext cx="800219" cy="3198954"/>
          </a:xfrm>
          <a:prstGeom prst="rect">
            <a:avLst/>
          </a:prstGeom>
          <a:noFill/>
        </p:spPr>
        <p:txBody>
          <a:bodyPr vert="eaVert" wrap="none" rtlCol="0" anchor="ctr" anchorCtr="0">
            <a:sp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4000" dirty="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三极春联字体简" panose="00000500000000000000" pitchFamily="2" charset="-122"/>
                <a:ea typeface="三极春联字体简" panose="00000500000000000000" pitchFamily="2" charset="-122"/>
                <a:sym typeface="+mn-ea"/>
              </a:rPr>
              <a:t>龙抬头的由来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8184515" y="1701165"/>
            <a:ext cx="576342" cy="2252345"/>
            <a:chOff x="13344" y="2679"/>
            <a:chExt cx="908" cy="3547"/>
          </a:xfrm>
        </p:grpSpPr>
        <p:pic>
          <p:nvPicPr>
            <p:cNvPr id="30" name="图片 29" descr="5c75d3721a612"/>
            <p:cNvPicPr>
              <a:picLocks noChangeAspect="1"/>
            </p:cNvPicPr>
            <p:nvPr/>
          </p:nvPicPr>
          <p:blipFill>
            <a:blip r:embed="R49059cd6cede4603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12024" y="3999"/>
              <a:ext cx="3547" cy="908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13359" y="3021"/>
              <a:ext cx="873" cy="215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rgbClr val="D30B00"/>
                  </a:soli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第三章节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686423" y="1824372"/>
            <a:ext cx="800219" cy="2163413"/>
          </a:xfrm>
          <a:prstGeom prst="rect">
            <a:avLst/>
          </a:prstGeom>
          <a:noFill/>
        </p:spPr>
        <p:txBody>
          <a:bodyPr vert="eaVert" wrap="none" rtlCol="0" anchor="ctr" anchorCtr="0">
            <a:sp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4000" dirty="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三极春联字体简" panose="00000500000000000000" pitchFamily="2" charset="-122"/>
                <a:ea typeface="三极春联字体简" panose="00000500000000000000" pitchFamily="2" charset="-122"/>
                <a:sym typeface="+mn-ea"/>
              </a:rPr>
              <a:t>节日典故</a:t>
            </a:r>
          </a:p>
        </p:txBody>
      </p:sp>
      <p:pic>
        <p:nvPicPr>
          <p:cNvPr id="32" name="图片 31" descr="59666b1d16fd2ed61722929519"/>
          <p:cNvPicPr>
            <a:picLocks noChangeAspect="1"/>
          </p:cNvPicPr>
          <p:nvPr/>
        </p:nvPicPr>
        <p:blipFill>
          <a:blip r:embed="Rf6b88d0ba26340bd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5575" y="-24130"/>
            <a:ext cx="2087880" cy="3268345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  <p:pic>
        <p:nvPicPr>
          <p:cNvPr id="44" name="图片 43" descr="8776066acf8c92801617341688"/>
          <p:cNvPicPr>
            <a:picLocks noChangeAspect="1"/>
          </p:cNvPicPr>
          <p:nvPr/>
        </p:nvPicPr>
        <p:blipFill>
          <a:blip r:embed="R1a72788ab1184852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919605" y="4797425"/>
            <a:ext cx="836930" cy="361950"/>
          </a:xfrm>
          <a:prstGeom prst="rect">
            <a:avLst/>
          </a:prstGeom>
        </p:spPr>
      </p:pic>
      <p:pic>
        <p:nvPicPr>
          <p:cNvPr id="45" name="图片 44" descr="8776066acf8c92801617341688"/>
          <p:cNvPicPr>
            <a:picLocks noChangeAspect="1"/>
          </p:cNvPicPr>
          <p:nvPr/>
        </p:nvPicPr>
        <p:blipFill>
          <a:blip r:embed="R1a72788ab1184852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185" y="2204720"/>
            <a:ext cx="836930" cy="361950"/>
          </a:xfrm>
          <a:prstGeom prst="rect">
            <a:avLst/>
          </a:prstGeom>
        </p:spPr>
      </p:pic>
      <p:pic>
        <p:nvPicPr>
          <p:cNvPr id="46" name="图片 45" descr="5ded46f72acb91575831287132"/>
          <p:cNvPicPr>
            <a:picLocks noChangeAspect="1"/>
          </p:cNvPicPr>
          <p:nvPr/>
        </p:nvPicPr>
        <p:blipFill>
          <a:blip r:embed="R70490c47d51948e7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43455" y="2345055"/>
            <a:ext cx="1183640" cy="1191260"/>
          </a:xfrm>
          <a:prstGeom prst="ellipse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487805" y="1863725"/>
            <a:ext cx="1473835" cy="1639570"/>
            <a:chOff x="2489" y="3375"/>
            <a:chExt cx="2321" cy="2582"/>
          </a:xfrm>
        </p:grpSpPr>
        <p:sp>
          <p:nvSpPr>
            <p:cNvPr id="10" name="TextBox 26"/>
            <p:cNvSpPr txBox="1"/>
            <p:nvPr/>
          </p:nvSpPr>
          <p:spPr>
            <a:xfrm>
              <a:off x="2602" y="3487"/>
              <a:ext cx="2208" cy="247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9600" dirty="0">
                  <a:solidFill>
                    <a:srgbClr val="9C0A0D"/>
                  </a:soli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目</a:t>
              </a:r>
            </a:p>
          </p:txBody>
        </p:sp>
        <p:sp>
          <p:nvSpPr>
            <p:cNvPr id="14" name="TextBox 26"/>
            <p:cNvSpPr txBox="1"/>
            <p:nvPr/>
          </p:nvSpPr>
          <p:spPr>
            <a:xfrm>
              <a:off x="2489" y="3375"/>
              <a:ext cx="2208" cy="247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9600" dirty="0">
                  <a:gradFill>
                    <a:gsLst>
                      <a:gs pos="48000">
                        <a:srgbClr val="FEFAC0"/>
                      </a:gs>
                      <a:gs pos="6000">
                        <a:srgbClr val="FFFEFB"/>
                      </a:gs>
                      <a:gs pos="100000">
                        <a:srgbClr val="F2CF7E"/>
                      </a:gs>
                    </a:gsLst>
                    <a:lin ang="2700000" scaled="0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目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019300" y="3077210"/>
            <a:ext cx="1417320" cy="1639570"/>
            <a:chOff x="3100" y="5286"/>
            <a:chExt cx="2232" cy="2582"/>
          </a:xfrm>
        </p:grpSpPr>
        <p:sp>
          <p:nvSpPr>
            <p:cNvPr id="11" name="文本框 10"/>
            <p:cNvSpPr txBox="1"/>
            <p:nvPr/>
          </p:nvSpPr>
          <p:spPr>
            <a:xfrm>
              <a:off x="3302" y="5398"/>
              <a:ext cx="2030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9600" dirty="0">
                  <a:solidFill>
                    <a:srgbClr val="9C0A0D"/>
                  </a:solidFill>
                  <a:latin typeface="三极春联字体简" panose="00000500000000000000" pitchFamily="2" charset="-122"/>
                  <a:ea typeface="三极春联字体简" panose="00000500000000000000" pitchFamily="2" charset="-122"/>
                  <a:sym typeface="+mn-ea"/>
                </a:rPr>
                <a:t>录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100" y="5286"/>
              <a:ext cx="2208" cy="247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spAutoFit/>
            </a:bodyPr>
            <a:lstStyle/>
            <a:p>
              <a:pPr lvl="0" algn="ctr" fontAlgn="base">
                <a:buClrTx/>
                <a:buSzTx/>
                <a:buFontTx/>
              </a:pPr>
              <a:r>
                <a:rPr lang="zh-CN" altLang="en-US" sz="9600" dirty="0">
                  <a:gradFill>
                    <a:gsLst>
                      <a:gs pos="48000">
                        <a:srgbClr val="FEFAC0"/>
                      </a:gs>
                      <a:gs pos="6000">
                        <a:srgbClr val="FFFEFB"/>
                      </a:gs>
                      <a:gs pos="100000">
                        <a:srgbClr val="F2CF7E"/>
                      </a:gs>
                    </a:gsLst>
                    <a:lin ang="2700000" scaled="0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  <a:sym typeface="+mn-ea"/>
                </a:rPr>
                <a:t>录</a:t>
              </a:r>
            </a:p>
          </p:txBody>
        </p:sp>
      </p:grpSp>
      <p:pic>
        <p:nvPicPr>
          <p:cNvPr id="49" name="图片 48" descr="5ded46f72acb91575831287132"/>
          <p:cNvPicPr>
            <a:picLocks noChangeAspect="1"/>
          </p:cNvPicPr>
          <p:nvPr/>
        </p:nvPicPr>
        <p:blipFill>
          <a:blip r:embed="R050f645ca1394e1a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80775" y="1988820"/>
            <a:ext cx="1226185" cy="1234440"/>
          </a:xfrm>
          <a:prstGeom prst="ellipse">
            <a:avLst/>
          </a:prstGeom>
        </p:spPr>
      </p:pic>
      <p:pic>
        <p:nvPicPr>
          <p:cNvPr id="41" name="图片 40" descr="674c1616adf451733039638340"/>
          <p:cNvPicPr>
            <a:picLocks noChangeAspect="1"/>
          </p:cNvPicPr>
          <p:nvPr/>
        </p:nvPicPr>
        <p:blipFill>
          <a:blip r:embed="R6d1a45be3eaf4a7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472170" y="3140710"/>
            <a:ext cx="4234180" cy="4234180"/>
          </a:xfrm>
          <a:prstGeom prst="rect">
            <a:avLst/>
          </a:prstGeom>
        </p:spPr>
      </p:pic>
      <p:pic>
        <p:nvPicPr>
          <p:cNvPr id="42" name="图片 41" descr="59666b1d16fd2ed61722929519"/>
          <p:cNvPicPr>
            <a:picLocks noChangeAspect="1"/>
          </p:cNvPicPr>
          <p:nvPr/>
        </p:nvPicPr>
        <p:blipFill>
          <a:blip r:embed="Rf6b88d0ba26340bd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9948545" y="-24130"/>
            <a:ext cx="2087880" cy="3268345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  <p:pic>
        <p:nvPicPr>
          <p:cNvPr id="50" name="图片 49" descr="60166b21271998951722946161"/>
          <p:cNvPicPr>
            <a:picLocks noChangeAspect="1"/>
          </p:cNvPicPr>
          <p:nvPr/>
        </p:nvPicPr>
        <p:blipFill>
          <a:blip r:embed="R8c9bf4b775a64ea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4810" y="3752215"/>
            <a:ext cx="3011170" cy="3011170"/>
          </a:xfrm>
          <a:prstGeom prst="rect">
            <a:avLst/>
          </a:prstGeom>
        </p:spPr>
      </p:pic>
      <p:pic>
        <p:nvPicPr>
          <p:cNvPr id="48" name="图片 47" descr="5ded46f72acb91575831287132"/>
          <p:cNvPicPr>
            <a:picLocks noChangeAspect="1"/>
          </p:cNvPicPr>
          <p:nvPr/>
        </p:nvPicPr>
        <p:blipFill>
          <a:blip r:embed="R48747b55153c4047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14722" y="3918744"/>
            <a:ext cx="1394460" cy="1403985"/>
          </a:xfrm>
          <a:prstGeom prst="ellipse">
            <a:avLst/>
          </a:prstGeom>
        </p:spPr>
      </p:pic>
    </p:spTree>
  </p:cSld>
  <p:clrMapOvr>
    <a:masterClrMapping/>
  </p:clrMapOvr>
  <p:transition spd="slow" advClick="0" advTm="4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9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5c75339c5891b"/>
          <p:cNvPicPr>
            <a:picLocks noChangeAspect="1"/>
          </p:cNvPicPr>
          <p:nvPr/>
        </p:nvPicPr>
        <p:blipFill>
          <a:blip r:embed="R88000e2e2c73419f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364" y="1209922"/>
            <a:ext cx="4463590" cy="4255434"/>
          </a:xfrm>
          <a:prstGeom prst="rect">
            <a:avLst/>
          </a:prstGeom>
        </p:spPr>
      </p:pic>
      <p:pic>
        <p:nvPicPr>
          <p:cNvPr id="6" name="图片 5" descr="676fe3473e51c1735385927525"/>
          <p:cNvPicPr>
            <a:picLocks noChangeAspect="1"/>
          </p:cNvPicPr>
          <p:nvPr/>
        </p:nvPicPr>
        <p:blipFill>
          <a:blip r:embed="R256e41e42cc44ace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-27305"/>
            <a:ext cx="12226290" cy="292481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1" y="1073150"/>
            <a:ext cx="7896203" cy="4811395"/>
            <a:chOff x="-1" y="1073150"/>
            <a:chExt cx="7896203" cy="4811395"/>
          </a:xfrm>
        </p:grpSpPr>
        <p:sp>
          <p:nvSpPr>
            <p:cNvPr id="8" name="矩形 7"/>
            <p:cNvSpPr/>
            <p:nvPr/>
          </p:nvSpPr>
          <p:spPr>
            <a:xfrm>
              <a:off x="-1" y="1073150"/>
              <a:ext cx="7896201" cy="4811395"/>
            </a:xfrm>
            <a:prstGeom prst="rect">
              <a:avLst/>
            </a:prstGeom>
            <a:solidFill>
              <a:srgbClr val="C40D0F"/>
            </a:solidFill>
            <a:ln>
              <a:noFill/>
            </a:ln>
            <a:effectLst>
              <a:outerShdw blurRad="622300" sx="103000" sy="103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63026139746041b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176" r="2176"/>
            <a:stretch>
              <a:fillRect/>
            </a:stretch>
          </p:blipFill>
          <p:spPr>
            <a:xfrm>
              <a:off x="0" y="1302387"/>
              <a:ext cx="7896202" cy="4352921"/>
            </a:xfrm>
            <a:prstGeom prst="rect">
              <a:avLst/>
            </a:prstGeom>
          </p:spPr>
        </p:pic>
      </p:grpSp>
      <p:pic>
        <p:nvPicPr>
          <p:cNvPr id="23" name="图片 22" descr="5ded46f72acb91575831287132"/>
          <p:cNvPicPr>
            <a:picLocks noChangeAspect="1"/>
          </p:cNvPicPr>
          <p:nvPr/>
        </p:nvPicPr>
        <p:blipFill>
          <a:blip r:embed="Ra4a7e78eb5f7401e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8528" y="1411417"/>
            <a:ext cx="1181265" cy="1149354"/>
          </a:xfrm>
          <a:prstGeom prst="ellipse">
            <a:avLst/>
          </a:prstGeom>
        </p:spPr>
      </p:pic>
      <p:pic>
        <p:nvPicPr>
          <p:cNvPr id="24" name="图片 23" descr="5ded46f72acb91575831287132"/>
          <p:cNvPicPr>
            <a:picLocks noChangeAspect="1"/>
          </p:cNvPicPr>
          <p:nvPr/>
        </p:nvPicPr>
        <p:blipFill>
          <a:blip r:embed="Ra4a7e78eb5f7401e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4414" y="3154747"/>
            <a:ext cx="1181265" cy="1149354"/>
          </a:xfrm>
          <a:prstGeom prst="ellipse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9859" y="2686082"/>
            <a:ext cx="6032421" cy="1446550"/>
          </a:xfrm>
          <a:prstGeom prst="rect">
            <a:avLst/>
          </a:prstGeom>
          <a:noFill/>
          <a:effectLst>
            <a:outerShdw blurRad="50800" dist="114300" dir="2700000" algn="tl" rotWithShape="0">
              <a:srgbClr val="74070A">
                <a:alpha val="70000"/>
              </a:srgbClr>
            </a:outerShdw>
          </a:effectLst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80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-120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什么是龙抬头</a:t>
            </a:r>
          </a:p>
        </p:txBody>
      </p:sp>
      <p:pic>
        <p:nvPicPr>
          <p:cNvPr id="15" name="图片 14" descr="676fe3473e51c1735385927525"/>
          <p:cNvPicPr>
            <a:picLocks noChangeAspect="1"/>
          </p:cNvPicPr>
          <p:nvPr/>
        </p:nvPicPr>
        <p:blipFill>
          <a:blip r:embed="R85ae60c44e774cd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pic>
        <p:nvPicPr>
          <p:cNvPr id="16" name="图片 15" descr="673673ca60523c9e1732027909"/>
          <p:cNvPicPr>
            <a:picLocks noChangeAspect="1"/>
          </p:cNvPicPr>
          <p:nvPr/>
        </p:nvPicPr>
        <p:blipFill>
          <a:blip r:embed="R5581357cecb4446f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609216" y="1179340"/>
            <a:ext cx="5630890" cy="563089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479695" y="1856297"/>
            <a:ext cx="2432750" cy="831928"/>
            <a:chOff x="2479695" y="1856297"/>
            <a:chExt cx="2432750" cy="831928"/>
          </a:xfrm>
        </p:grpSpPr>
        <p:pic>
          <p:nvPicPr>
            <p:cNvPr id="19" name="图片 18" descr="5c752bd91f06f"/>
            <p:cNvPicPr>
              <a:picLocks noChangeAspect="1"/>
            </p:cNvPicPr>
            <p:nvPr/>
          </p:nvPicPr>
          <p:blipFill>
            <a:blip r:embed="R573b893a7f644f10" cstate="screen">
              <a:lum bright="54000" contrast="-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7012" r="7232"/>
            <a:stretch>
              <a:fillRect/>
            </a:stretch>
          </p:blipFill>
          <p:spPr>
            <a:xfrm>
              <a:off x="2479695" y="1856297"/>
              <a:ext cx="2432750" cy="83192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511445" y="1949095"/>
              <a:ext cx="2369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 dirty="0">
                  <a:gradFill>
                    <a:gsLst>
                      <a:gs pos="0">
                        <a:srgbClr val="C40D0F"/>
                      </a:gs>
                      <a:gs pos="100000">
                        <a:srgbClr val="94090C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XX章节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213702" y="4073269"/>
            <a:ext cx="3018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中国传统节日</a:t>
            </a:r>
            <a:r>
              <a:rPr lang="en-US" altLang="zh-CN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400" dirty="0">
              <a:solidFill>
                <a:srgbClr val="FEFA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52977" y="4649553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每年农历二月初二，传说是龙抬头的日子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f7db098a20434dd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70763" y="4120909"/>
            <a:ext cx="2869408" cy="2869408"/>
          </a:xfrm>
          <a:prstGeom prst="rect">
            <a:avLst/>
          </a:prstGeom>
        </p:spPr>
      </p:pic>
      <p:pic>
        <p:nvPicPr>
          <p:cNvPr id="2" name="图片 1" descr="8776066acf8c92801617341688"/>
          <p:cNvPicPr>
            <a:picLocks noChangeAspect="1"/>
          </p:cNvPicPr>
          <p:nvPr/>
        </p:nvPicPr>
        <p:blipFill>
          <a:blip r:embed="Rbb99ec22f6024773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124251" y="4921507"/>
            <a:ext cx="836930" cy="361950"/>
          </a:xfrm>
          <a:prstGeom prst="rect">
            <a:avLst/>
          </a:prstGeom>
        </p:spPr>
      </p:pic>
      <p:pic>
        <p:nvPicPr>
          <p:cNvPr id="32" name="图片 31" descr="59666b1d16fd2ed61722929519"/>
          <p:cNvPicPr>
            <a:picLocks noChangeAspect="1"/>
          </p:cNvPicPr>
          <p:nvPr/>
        </p:nvPicPr>
        <p:blipFill>
          <a:blip r:embed="Rf548c5852acb4192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15" y="-24130"/>
            <a:ext cx="1779764" cy="2786023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</p:spTree>
  </p:cSld>
  <p:clrMapOvr>
    <a:masterClrMapping/>
  </p:clrMapOvr>
  <p:transition spd="slow" advClick="0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31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9e96ee3b1f6241a5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87788" y="944932"/>
            <a:ext cx="3816424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503256" y="976175"/>
            <a:ext cx="3185487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800" spc="-120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z="4400" spc="-500" dirty="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什么是龙抬头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27448" y="3133439"/>
            <a:ext cx="5976664" cy="21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龙抬头，是中国民间的传统节日，汉族有，其它民族也有。龙抬头是每年农历的二月初二，俗称青龙节，传说是龙抬头的日子，它是我国农村的一个穿统节日。人民庆祝“龙头节”以示敬龙祈雨，让老天保佑丰收，故“龙头节”流传至今。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127448" y="2129158"/>
            <a:ext cx="3672408" cy="940103"/>
            <a:chOff x="1127448" y="2129158"/>
            <a:chExt cx="3672408" cy="940103"/>
          </a:xfrm>
        </p:grpSpPr>
        <p:pic>
          <p:nvPicPr>
            <p:cNvPr id="52" name="图片 51" descr="5c75d3721a612"/>
            <p:cNvPicPr>
              <a:picLocks noChangeAspect="1"/>
            </p:cNvPicPr>
            <p:nvPr/>
          </p:nvPicPr>
          <p:blipFill>
            <a:blip r:embed="R8bae92bb7c164ada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800000" flipV="1">
              <a:off x="1127448" y="2129158"/>
              <a:ext cx="3672408" cy="940103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1588731" y="2266419"/>
              <a:ext cx="1723549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龙抬头</a:t>
              </a:r>
            </a:p>
          </p:txBody>
        </p:sp>
      </p:grpSp>
      <p:pic>
        <p:nvPicPr>
          <p:cNvPr id="54" name="图片 53"/>
          <p:cNvPicPr>
            <a:picLocks noChangeAspect="1"/>
          </p:cNvPicPr>
          <p:nvPr/>
        </p:nvPicPr>
        <p:blipFill>
          <a:blip r:embed="R58d16a89e5d546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221967" y="1433711"/>
            <a:ext cx="4479357" cy="4479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5c75339c5891b"/>
          <p:cNvPicPr>
            <a:picLocks noChangeAspect="1"/>
          </p:cNvPicPr>
          <p:nvPr/>
        </p:nvPicPr>
        <p:blipFill>
          <a:blip r:embed="Ra93c36a762a84bb9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364" y="1209922"/>
            <a:ext cx="4463590" cy="4255434"/>
          </a:xfrm>
          <a:prstGeom prst="rect">
            <a:avLst/>
          </a:prstGeom>
        </p:spPr>
      </p:pic>
      <p:pic>
        <p:nvPicPr>
          <p:cNvPr id="6" name="图片 5" descr="676fe3473e51c1735385927525"/>
          <p:cNvPicPr>
            <a:picLocks noChangeAspect="1"/>
          </p:cNvPicPr>
          <p:nvPr/>
        </p:nvPicPr>
        <p:blipFill>
          <a:blip r:embed="Rd981ad118ae54dc2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-27305"/>
            <a:ext cx="12226290" cy="292481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1" y="1073150"/>
            <a:ext cx="7896203" cy="4811395"/>
            <a:chOff x="-1" y="1073150"/>
            <a:chExt cx="7896203" cy="4811395"/>
          </a:xfrm>
        </p:grpSpPr>
        <p:sp>
          <p:nvSpPr>
            <p:cNvPr id="8" name="矩形 7"/>
            <p:cNvSpPr/>
            <p:nvPr/>
          </p:nvSpPr>
          <p:spPr>
            <a:xfrm>
              <a:off x="-1" y="1073150"/>
              <a:ext cx="7896201" cy="4811395"/>
            </a:xfrm>
            <a:prstGeom prst="rect">
              <a:avLst/>
            </a:prstGeom>
            <a:solidFill>
              <a:srgbClr val="C40D0F"/>
            </a:solidFill>
            <a:ln>
              <a:noFill/>
            </a:ln>
            <a:effectLst>
              <a:outerShdw blurRad="622300" sx="103000" sy="103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0fb9893cd070424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176" r="2176"/>
            <a:stretch>
              <a:fillRect/>
            </a:stretch>
          </p:blipFill>
          <p:spPr>
            <a:xfrm>
              <a:off x="0" y="1302387"/>
              <a:ext cx="7896202" cy="4352921"/>
            </a:xfrm>
            <a:prstGeom prst="rect">
              <a:avLst/>
            </a:prstGeom>
          </p:spPr>
        </p:pic>
      </p:grpSp>
      <p:pic>
        <p:nvPicPr>
          <p:cNvPr id="23" name="图片 22" descr="5ded46f72acb91575831287132"/>
          <p:cNvPicPr>
            <a:picLocks noChangeAspect="1"/>
          </p:cNvPicPr>
          <p:nvPr/>
        </p:nvPicPr>
        <p:blipFill>
          <a:blip r:embed="R41c2f5dfc0694a2f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8528" y="1411417"/>
            <a:ext cx="1181265" cy="1149354"/>
          </a:xfrm>
          <a:prstGeom prst="ellipse">
            <a:avLst/>
          </a:prstGeom>
        </p:spPr>
      </p:pic>
      <p:pic>
        <p:nvPicPr>
          <p:cNvPr id="24" name="图片 23" descr="5ded46f72acb91575831287132"/>
          <p:cNvPicPr>
            <a:picLocks noChangeAspect="1"/>
          </p:cNvPicPr>
          <p:nvPr/>
        </p:nvPicPr>
        <p:blipFill>
          <a:blip r:embed="R41c2f5dfc0694a2f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4414" y="3154747"/>
            <a:ext cx="1181265" cy="1149354"/>
          </a:xfrm>
          <a:prstGeom prst="ellipse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9860" y="2686082"/>
            <a:ext cx="6032421" cy="1446550"/>
          </a:xfrm>
          <a:prstGeom prst="rect">
            <a:avLst/>
          </a:prstGeom>
          <a:noFill/>
          <a:effectLst>
            <a:outerShdw blurRad="50800" dist="114300" dir="2700000" algn="tl" rotWithShape="0">
              <a:srgbClr val="74070A">
                <a:alpha val="70000"/>
              </a:srgbClr>
            </a:outerShdw>
          </a:effectLst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800" spc="-120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龙抬头的由来</a:t>
            </a:r>
          </a:p>
        </p:txBody>
      </p:sp>
      <p:pic>
        <p:nvPicPr>
          <p:cNvPr id="15" name="图片 14" descr="676fe3473e51c1735385927525"/>
          <p:cNvPicPr>
            <a:picLocks noChangeAspect="1"/>
          </p:cNvPicPr>
          <p:nvPr/>
        </p:nvPicPr>
        <p:blipFill>
          <a:blip r:embed="R27f051853f4a4c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pic>
        <p:nvPicPr>
          <p:cNvPr id="16" name="图片 15" descr="673673ca60523c9e1732027909"/>
          <p:cNvPicPr>
            <a:picLocks noChangeAspect="1"/>
          </p:cNvPicPr>
          <p:nvPr/>
        </p:nvPicPr>
        <p:blipFill>
          <a:blip r:embed="R56a1f45bb1c24e47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609216" y="1179340"/>
            <a:ext cx="5630890" cy="563089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479695" y="1856297"/>
            <a:ext cx="2432750" cy="831928"/>
            <a:chOff x="2479695" y="1856297"/>
            <a:chExt cx="2432750" cy="831928"/>
          </a:xfrm>
        </p:grpSpPr>
        <p:pic>
          <p:nvPicPr>
            <p:cNvPr id="19" name="图片 18" descr="5c752bd91f06f"/>
            <p:cNvPicPr>
              <a:picLocks noChangeAspect="1"/>
            </p:cNvPicPr>
            <p:nvPr/>
          </p:nvPicPr>
          <p:blipFill>
            <a:blip r:embed="R68b297b4e4784890" cstate="screen">
              <a:lum bright="54000" contrast="-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7012" r="7232"/>
            <a:stretch>
              <a:fillRect/>
            </a:stretch>
          </p:blipFill>
          <p:spPr>
            <a:xfrm>
              <a:off x="2479695" y="1856297"/>
              <a:ext cx="2432750" cy="83192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511445" y="1949095"/>
              <a:ext cx="2369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 dirty="0">
                  <a:gradFill>
                    <a:gsLst>
                      <a:gs pos="0">
                        <a:srgbClr val="C40D0F"/>
                      </a:gs>
                      <a:gs pos="100000">
                        <a:srgbClr val="94090C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第二章节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213702" y="4073269"/>
            <a:ext cx="3018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中国传统节日</a:t>
            </a:r>
            <a:r>
              <a:rPr lang="en-US" altLang="zh-CN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400" dirty="0">
              <a:solidFill>
                <a:srgbClr val="FEFA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52977" y="4649553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每年农历二月初二，传说是龙抬头的日子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9f2f391d0a914a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70763" y="4120909"/>
            <a:ext cx="2869408" cy="2869408"/>
          </a:xfrm>
          <a:prstGeom prst="rect">
            <a:avLst/>
          </a:prstGeom>
        </p:spPr>
      </p:pic>
      <p:pic>
        <p:nvPicPr>
          <p:cNvPr id="2" name="图片 1" descr="8776066acf8c92801617341688"/>
          <p:cNvPicPr>
            <a:picLocks noChangeAspect="1"/>
          </p:cNvPicPr>
          <p:nvPr/>
        </p:nvPicPr>
        <p:blipFill>
          <a:blip r:embed="R3401cc2d40624d5a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124251" y="4921507"/>
            <a:ext cx="836930" cy="361950"/>
          </a:xfrm>
          <a:prstGeom prst="rect">
            <a:avLst/>
          </a:prstGeom>
        </p:spPr>
      </p:pic>
      <p:pic>
        <p:nvPicPr>
          <p:cNvPr id="32" name="图片 31" descr="59666b1d16fd2ed61722929519"/>
          <p:cNvPicPr>
            <a:picLocks noChangeAspect="1"/>
          </p:cNvPicPr>
          <p:nvPr/>
        </p:nvPicPr>
        <p:blipFill>
          <a:blip r:embed="R695252e0f10a418c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15" y="-24130"/>
            <a:ext cx="1779764" cy="2786023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</p:spTree>
  </p:cSld>
  <p:clrMapOvr>
    <a:masterClrMapping/>
  </p:clrMapOvr>
  <p:transition spd="slow" advClick="0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31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41b60558f1764b39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87788" y="944932"/>
            <a:ext cx="3816424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503257" y="976175"/>
            <a:ext cx="3185487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龙抬头的由来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4349240" y="2316290"/>
            <a:ext cx="5087098" cy="324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代称之为中和节，俗称龙抬头。民间传说每逢农历二月初二，是天上主管云雨的龙王抬头的日子，从此以后，雨水会逐渐增多起来。所谓“龙抬头”指的是经过冬眠，百虫开始苏醒。所以俗话说“二月二，龙抬头，蝎子、蜈蚣都露头。”因此，这天也叫“春龙节”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624391" y="1776860"/>
            <a:ext cx="940103" cy="3899612"/>
            <a:chOff x="9624391" y="1776860"/>
            <a:chExt cx="940103" cy="3899612"/>
          </a:xfrm>
        </p:grpSpPr>
        <p:pic>
          <p:nvPicPr>
            <p:cNvPr id="52" name="图片 51" descr="5c75d3721a612"/>
            <p:cNvPicPr>
              <a:picLocks noChangeAspect="1"/>
            </p:cNvPicPr>
            <p:nvPr/>
          </p:nvPicPr>
          <p:blipFill>
            <a:blip r:embed="Rca41d482819d4742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 flipV="1">
              <a:off x="8144637" y="3256614"/>
              <a:ext cx="3899612" cy="940103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9624392" y="2123238"/>
              <a:ext cx="800219" cy="2163413"/>
            </a:xfrm>
            <a:prstGeom prst="rect">
              <a:avLst/>
            </a:prstGeom>
            <a:noFill/>
            <a:effectLst/>
          </p:spPr>
          <p:txBody>
            <a:bodyPr vert="eaVert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民间传说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-312712" y="1299487"/>
            <a:ext cx="5219023" cy="5219023"/>
            <a:chOff x="-312712" y="1299487"/>
            <a:chExt cx="5219023" cy="5219023"/>
          </a:xfrm>
        </p:grpSpPr>
        <p:sp>
          <p:nvSpPr>
            <p:cNvPr id="4" name="椭圆 3"/>
            <p:cNvSpPr/>
            <p:nvPr/>
          </p:nvSpPr>
          <p:spPr>
            <a:xfrm>
              <a:off x="1172999" y="2187652"/>
              <a:ext cx="2482696" cy="2482696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45000">
                  <a:srgbClr val="FEFAC0">
                    <a:alpha val="52000"/>
                  </a:srgbClr>
                </a:gs>
                <a:gs pos="84000">
                  <a:srgbClr val="F2CF7E">
                    <a:alpha val="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55e4b8ad284445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312712" y="1299487"/>
              <a:ext cx="5219023" cy="521902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e088a283bb684ea9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87788" y="944932"/>
            <a:ext cx="3816424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503257" y="976175"/>
            <a:ext cx="3185487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龙抬头的由来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67408" y="1912832"/>
            <a:ext cx="5101397" cy="940103"/>
            <a:chOff x="767408" y="1912832"/>
            <a:chExt cx="5101397" cy="940103"/>
          </a:xfrm>
        </p:grpSpPr>
        <p:pic>
          <p:nvPicPr>
            <p:cNvPr id="52" name="图片 51" descr="5c75d3721a612"/>
            <p:cNvPicPr>
              <a:picLocks noChangeAspect="1"/>
            </p:cNvPicPr>
            <p:nvPr/>
          </p:nvPicPr>
          <p:blipFill>
            <a:blip r:embed="R650924b07cad4d0f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800000" flipV="1">
              <a:off x="767408" y="1912832"/>
              <a:ext cx="5101397" cy="940103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1378390" y="2040626"/>
              <a:ext cx="2749471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农历二月二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86d046e7f969498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1483" y="2348880"/>
            <a:ext cx="3908047" cy="3908047"/>
          </a:xfrm>
          <a:prstGeom prst="rect">
            <a:avLst/>
          </a:prstGeom>
        </p:spPr>
      </p:pic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22013" y="2822518"/>
            <a:ext cx="8002004" cy="255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农历二月初二还是“惊蛰”前后，大地开始。解冻，天气逐渐转暖，春回大地，万物复苏，蛰伏在泥土或洞穴里的昆虫蛇兽，将从冬眠中醒来，传说中的龙也从沉睡中醒来，农民告别农闲，开始下地劳作了。所以，古时也把“二月二”又叫做“上二日”。因此，盛行于我国民间的春龙节，在古时又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“春耕节”。据说，这一天如果还没有醒的话，那轰轰隆隆的雷声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就要来呼唤它了。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c2a10c91b92f43fd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87788" y="944932"/>
            <a:ext cx="3816424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503257" y="976175"/>
            <a:ext cx="3185487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龙抬头的由来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863357" y="2791550"/>
            <a:ext cx="4896544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在北方，二月二又叫龙抬头日、春龙节、农头节。广泛的流传着“二月二，龙抬头；大仓满，X仓流。”的民谚。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502229" y="2758266"/>
            <a:ext cx="4896544" cy="255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南方叫踏青节，古称挑菜节。依据气候规律，农历二月二之时，我国大部分地区受季风气候影响，温度回升，日照时数增加，雨水也逐渐增多，光、温、水条件已能满足农作物的生长，所以二月二也是南方农村的农事节。大约从唐朝开始，中国人就有过二月二的习俗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63356" y="1974056"/>
            <a:ext cx="2766727" cy="802842"/>
            <a:chOff x="863356" y="1974056"/>
            <a:chExt cx="2766727" cy="802842"/>
          </a:xfrm>
        </p:grpSpPr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f0e750341fda4a17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0800000" flipV="1">
              <a:off x="863356" y="1974056"/>
              <a:ext cx="2766727" cy="8028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166072" y="2030968"/>
              <a:ext cx="1210588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北方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442463" y="1974056"/>
            <a:ext cx="2766727" cy="802842"/>
            <a:chOff x="6442463" y="1974056"/>
            <a:chExt cx="2766727" cy="802842"/>
          </a:xfrm>
        </p:grpSpPr>
        <p:pic>
          <p:nvPicPr>
            <p:cNvPr id="10" name="图片 9" descr="5c75d3721a612"/>
            <p:cNvPicPr>
              <a:picLocks noChangeAspect="1"/>
            </p:cNvPicPr>
            <p:nvPr/>
          </p:nvPicPr>
          <p:blipFill>
            <a:blip r:embed="Rf0e750341fda4a17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0800000" flipV="1">
              <a:off x="6442463" y="1974056"/>
              <a:ext cx="2766727" cy="802842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6745179" y="2030968"/>
              <a:ext cx="1210588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南方</a:t>
              </a: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ee0be5b894cf4e9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3355" y="4214457"/>
            <a:ext cx="4826417" cy="1590807"/>
          </a:xfrm>
          <a:prstGeom prst="roundRect">
            <a:avLst>
              <a:gd name="adj" fmla="val 7087"/>
            </a:avLst>
          </a:prstGeom>
          <a:effectLst>
            <a:softEdge rad="381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5c75339c5891b"/>
          <p:cNvPicPr>
            <a:picLocks noChangeAspect="1"/>
          </p:cNvPicPr>
          <p:nvPr/>
        </p:nvPicPr>
        <p:blipFill>
          <a:blip r:embed="R2b15b03e20d5441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364" y="1209922"/>
            <a:ext cx="4463590" cy="4255434"/>
          </a:xfrm>
          <a:prstGeom prst="rect">
            <a:avLst/>
          </a:prstGeom>
        </p:spPr>
      </p:pic>
      <p:pic>
        <p:nvPicPr>
          <p:cNvPr id="6" name="图片 5" descr="676fe3473e51c1735385927525"/>
          <p:cNvPicPr>
            <a:picLocks noChangeAspect="1"/>
          </p:cNvPicPr>
          <p:nvPr/>
        </p:nvPicPr>
        <p:blipFill>
          <a:blip r:embed="Re5f445fb3ad84093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-27305"/>
            <a:ext cx="12226290" cy="292481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1" y="1073150"/>
            <a:ext cx="7896203" cy="4811395"/>
            <a:chOff x="-1" y="1073150"/>
            <a:chExt cx="7896203" cy="4811395"/>
          </a:xfrm>
        </p:grpSpPr>
        <p:sp>
          <p:nvSpPr>
            <p:cNvPr id="8" name="矩形 7"/>
            <p:cNvSpPr/>
            <p:nvPr/>
          </p:nvSpPr>
          <p:spPr>
            <a:xfrm>
              <a:off x="-1" y="1073150"/>
              <a:ext cx="7896201" cy="4811395"/>
            </a:xfrm>
            <a:prstGeom prst="rect">
              <a:avLst/>
            </a:prstGeom>
            <a:solidFill>
              <a:srgbClr val="C40D0F"/>
            </a:solidFill>
            <a:ln>
              <a:noFill/>
            </a:ln>
            <a:effectLst>
              <a:outerShdw blurRad="622300" sx="103000" sy="103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379a51fa5dde43b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176" r="2176"/>
            <a:stretch>
              <a:fillRect/>
            </a:stretch>
          </p:blipFill>
          <p:spPr>
            <a:xfrm>
              <a:off x="0" y="1302387"/>
              <a:ext cx="7896202" cy="4352921"/>
            </a:xfrm>
            <a:prstGeom prst="rect">
              <a:avLst/>
            </a:prstGeom>
          </p:spPr>
        </p:pic>
      </p:grpSp>
      <p:pic>
        <p:nvPicPr>
          <p:cNvPr id="23" name="图片 22" descr="5ded46f72acb91575831287132"/>
          <p:cNvPicPr>
            <a:picLocks noChangeAspect="1"/>
          </p:cNvPicPr>
          <p:nvPr/>
        </p:nvPicPr>
        <p:blipFill>
          <a:blip r:embed="R09a60a0151344606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8528" y="1411417"/>
            <a:ext cx="1181265" cy="1149354"/>
          </a:xfrm>
          <a:prstGeom prst="ellipse">
            <a:avLst/>
          </a:prstGeom>
        </p:spPr>
      </p:pic>
      <p:pic>
        <p:nvPicPr>
          <p:cNvPr id="24" name="图片 23" descr="5ded46f72acb91575831287132"/>
          <p:cNvPicPr>
            <a:picLocks noChangeAspect="1"/>
          </p:cNvPicPr>
          <p:nvPr/>
        </p:nvPicPr>
        <p:blipFill>
          <a:blip r:embed="R09a60a0151344606" cstate="screen">
            <a:lum bright="36000" contras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50507" y="3154747"/>
            <a:ext cx="1181265" cy="1149354"/>
          </a:xfrm>
          <a:prstGeom prst="ellipse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654486" y="2686082"/>
            <a:ext cx="4083170" cy="1446550"/>
          </a:xfrm>
          <a:prstGeom prst="rect">
            <a:avLst/>
          </a:prstGeom>
          <a:noFill/>
          <a:effectLst>
            <a:outerShdw blurRad="50800" dist="114300" dir="2700000" algn="tl" rotWithShape="0">
              <a:srgbClr val="74070A">
                <a:alpha val="70000"/>
              </a:srgbClr>
            </a:outerShdw>
          </a:effectLst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800" spc="-1200">
                <a:gradFill>
                  <a:gsLst>
                    <a:gs pos="48000">
                      <a:srgbClr val="FEFAC0"/>
                    </a:gs>
                    <a:gs pos="0">
                      <a:srgbClr val="FFFEFB"/>
                    </a:gs>
                    <a:gs pos="100000">
                      <a:srgbClr val="F2CF7E"/>
                    </a:gs>
                  </a:gsLst>
                  <a:lin ang="17400000" scaled="0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pic>
        <p:nvPicPr>
          <p:cNvPr id="15" name="图片 14" descr="676fe3473e51c1735385927525"/>
          <p:cNvPicPr>
            <a:picLocks noChangeAspect="1"/>
          </p:cNvPicPr>
          <p:nvPr/>
        </p:nvPicPr>
        <p:blipFill>
          <a:blip r:embed="R0887a5590994419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pic>
        <p:nvPicPr>
          <p:cNvPr id="16" name="图片 15" descr="673673ca60523c9e1732027909"/>
          <p:cNvPicPr>
            <a:picLocks noChangeAspect="1"/>
          </p:cNvPicPr>
          <p:nvPr/>
        </p:nvPicPr>
        <p:blipFill>
          <a:blip r:embed="Ra08751be21f24c7f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609216" y="1179340"/>
            <a:ext cx="5630890" cy="563089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479695" y="1856297"/>
            <a:ext cx="2432750" cy="831928"/>
            <a:chOff x="2479695" y="1856297"/>
            <a:chExt cx="2432750" cy="831928"/>
          </a:xfrm>
        </p:grpSpPr>
        <p:pic>
          <p:nvPicPr>
            <p:cNvPr id="19" name="图片 18" descr="5c752bd91f06f"/>
            <p:cNvPicPr>
              <a:picLocks noChangeAspect="1"/>
            </p:cNvPicPr>
            <p:nvPr/>
          </p:nvPicPr>
          <p:blipFill>
            <a:blip r:embed="Rc814fec32fe544ea" cstate="screen">
              <a:lum bright="54000" contrast="-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7012" r="7232"/>
            <a:stretch>
              <a:fillRect/>
            </a:stretch>
          </p:blipFill>
          <p:spPr>
            <a:xfrm>
              <a:off x="2479695" y="1856297"/>
              <a:ext cx="2432750" cy="83192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511445" y="1949095"/>
              <a:ext cx="2369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 dirty="0">
                  <a:gradFill>
                    <a:gsLst>
                      <a:gs pos="0">
                        <a:srgbClr val="C40D0F"/>
                      </a:gs>
                      <a:gs pos="100000">
                        <a:srgbClr val="94090C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第三章节</a:t>
              </a: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213702" y="4073269"/>
            <a:ext cx="3018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中国传统节日</a:t>
            </a:r>
            <a:r>
              <a:rPr lang="en-US" altLang="zh-CN" sz="2400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400" dirty="0">
              <a:solidFill>
                <a:srgbClr val="FEFA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52977" y="4649553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EFA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每年农历二月初二，传说是龙抬头的日子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e5e43812b87f4f7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70763" y="4120909"/>
            <a:ext cx="2869408" cy="2869408"/>
          </a:xfrm>
          <a:prstGeom prst="rect">
            <a:avLst/>
          </a:prstGeom>
        </p:spPr>
      </p:pic>
      <p:pic>
        <p:nvPicPr>
          <p:cNvPr id="2" name="图片 1" descr="8776066acf8c92801617341688"/>
          <p:cNvPicPr>
            <a:picLocks noChangeAspect="1"/>
          </p:cNvPicPr>
          <p:nvPr/>
        </p:nvPicPr>
        <p:blipFill>
          <a:blip r:embed="Rd327a8a7bf1e4eaf" cstate="screen">
            <a:lum contras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124251" y="4921507"/>
            <a:ext cx="836930" cy="361950"/>
          </a:xfrm>
          <a:prstGeom prst="rect">
            <a:avLst/>
          </a:prstGeom>
        </p:spPr>
      </p:pic>
      <p:pic>
        <p:nvPicPr>
          <p:cNvPr id="32" name="图片 31" descr="59666b1d16fd2ed61722929519"/>
          <p:cNvPicPr>
            <a:picLocks noChangeAspect="1"/>
          </p:cNvPicPr>
          <p:nvPr/>
        </p:nvPicPr>
        <p:blipFill>
          <a:blip r:embed="Rbc024ec454564b8d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15" y="-24130"/>
            <a:ext cx="1779764" cy="2786023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</p:spTree>
  </p:cSld>
  <p:clrMapOvr>
    <a:masterClrMapping/>
  </p:clrMapOvr>
  <p:transition spd="slow" advClick="0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31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29de624f72bc4f26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95489" y="3181470"/>
            <a:ext cx="4896544" cy="170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指二月初二理发，儿童理发，叫剃“喜头”，借龙抬头之吉时，保佑孩童健康成长，长大后出人头地；大人理发，辞旧迎新，希望带来好运，新的一年顺顺利利。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195488" y="2363976"/>
            <a:ext cx="2766727" cy="802842"/>
            <a:chOff x="1195488" y="2363976"/>
            <a:chExt cx="2766727" cy="802842"/>
          </a:xfrm>
        </p:grpSpPr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0e0ad51ad48b492d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0800000" flipV="1">
              <a:off x="1195488" y="2363976"/>
              <a:ext cx="2766727" cy="8028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498204" y="2420888"/>
              <a:ext cx="1210588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理发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677096" y="1988841"/>
            <a:ext cx="3984798" cy="3600284"/>
            <a:chOff x="6677096" y="1988841"/>
            <a:chExt cx="3984798" cy="360028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0cc22676fa324f7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677096" y="1988841"/>
              <a:ext cx="3600286" cy="3600284"/>
            </a:xfrm>
            <a:prstGeom prst="ellipse">
              <a:avLst/>
            </a:prstGeom>
            <a:effectLst>
              <a:softEdge rad="63500"/>
            </a:effectLst>
          </p:spPr>
        </p:pic>
        <p:sp>
          <p:nvSpPr>
            <p:cNvPr id="7" name="椭圆 6"/>
            <p:cNvSpPr/>
            <p:nvPr/>
          </p:nvSpPr>
          <p:spPr>
            <a:xfrm rot="2262845">
              <a:off x="9258881" y="4071546"/>
              <a:ext cx="1403013" cy="1403013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45000">
                  <a:srgbClr val="FEFAC0">
                    <a:alpha val="52000"/>
                  </a:srgbClr>
                </a:gs>
                <a:gs pos="84000">
                  <a:srgbClr val="F2CF7E">
                    <a:alpha val="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121525cda62d4418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127800" y="2591177"/>
            <a:ext cx="5040561" cy="2121697"/>
            <a:chOff x="6127800" y="2591177"/>
            <a:chExt cx="5040561" cy="2121697"/>
          </a:xfrm>
        </p:grpSpPr>
        <p:sp>
          <p:nvSpPr>
            <p:cNvPr id="45" name="Text Box 3"/>
            <p:cNvSpPr txBox="1">
              <a:spLocks noChangeArrowheads="1"/>
            </p:cNvSpPr>
            <p:nvPr/>
          </p:nvSpPr>
          <p:spPr bwMode="auto">
            <a:xfrm>
              <a:off x="6271817" y="3408671"/>
              <a:ext cx="4896544" cy="1304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>
              <a:spAutoFit/>
            </a:bodyPr>
            <a:lstStyle>
              <a:defPPr>
                <a:defRPr lang="zh-CN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>
                  <a:solidFill>
                    <a:srgbClr val="FEFAC1"/>
                  </a:solidFill>
                  <a:latin typeface="汉仪劲楷简" panose="00020600040101010101" pitchFamily="18" charset="-122"/>
                  <a:ea typeface="汉仪劲楷简" panose="00020600040101010101" pitchFamily="18" charset="-122"/>
                </a:defRPr>
              </a:lvl1pPr>
              <a:lvl2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2pPr>
              <a:lvl3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3pPr>
              <a:lvl4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4pPr>
              <a:lvl5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9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二月二还有一项重要的习俗就是接“姑娘”，即娘家人接回已出嫁的女儿，故有“二月二，带姑娘”之说。</a:t>
              </a:r>
            </a:p>
          </p:txBody>
        </p:sp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369c4cb7aa6644da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0800000" flipV="1">
              <a:off x="6127800" y="2591177"/>
              <a:ext cx="3244328" cy="8028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496744" y="2648089"/>
              <a:ext cx="1723549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接姑娘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88155" y="1147667"/>
            <a:ext cx="5432029" cy="5432029"/>
            <a:chOff x="488155" y="1147667"/>
            <a:chExt cx="5432029" cy="5432029"/>
          </a:xfrm>
        </p:grpSpPr>
        <p:sp>
          <p:nvSpPr>
            <p:cNvPr id="4" name="椭圆 3"/>
            <p:cNvSpPr/>
            <p:nvPr/>
          </p:nvSpPr>
          <p:spPr>
            <a:xfrm>
              <a:off x="614060" y="1979595"/>
              <a:ext cx="5306124" cy="3433040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37000">
                  <a:srgbClr val="FEFAC0">
                    <a:alpha val="52000"/>
                  </a:srgbClr>
                </a:gs>
                <a:gs pos="100000">
                  <a:srgbClr val="F2CF7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889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8a1efac367f4458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8155" y="1147667"/>
              <a:ext cx="5432029" cy="543202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839788" y="1988840"/>
            <a:ext cx="10512425" cy="3528392"/>
          </a:xfrm>
          <a:prstGeom prst="plaque">
            <a:avLst>
              <a:gd name="adj" fmla="val 10908"/>
            </a:avLst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965b0ecfc6014bae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555528" y="3017949"/>
            <a:ext cx="5873529" cy="21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说中每年二月二炒玉米的传统，就是纪念义龙为解人间乾旱之苦，甚至不惜冒犯天条。传说玉龙因不忍人民受乾旱之苦，义助人民降雨而被玉帝所囚，并立下规条，只有金豆开花才会予以释放。人民因感激玉龙义举而齐集一起炒玉米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411512" y="2200455"/>
            <a:ext cx="3244328" cy="802842"/>
            <a:chOff x="1411512" y="2200455"/>
            <a:chExt cx="3244328" cy="802842"/>
          </a:xfrm>
        </p:grpSpPr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2d888e71e88c4894" cstate="screen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59465636d978433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800000" flipV="1">
              <a:off x="1411512" y="2200455"/>
              <a:ext cx="3244328" cy="8028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780456" y="2257367"/>
              <a:ext cx="1723549" cy="707886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spAutoFit/>
            </a:bodyPr>
            <a:lstStyle/>
            <a:p>
              <a:pPr algn="ctr" fontAlgn="base"/>
              <a:r>
                <a:rPr lang="zh-CN" altLang="en-US" sz="4000" dirty="0">
                  <a:gradFill>
                    <a:gsLst>
                      <a:gs pos="48000">
                        <a:srgbClr val="FEFAC0"/>
                      </a:gs>
                      <a:gs pos="0">
                        <a:srgbClr val="FFFEFB"/>
                      </a:gs>
                      <a:gs pos="100000">
                        <a:srgbClr val="F2CF7E"/>
                      </a:gs>
                    </a:gsLst>
                    <a:lin ang="17400000" scaled="0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炒玉米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6188b448d2de4e6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2095" y="2132856"/>
            <a:ext cx="3528393" cy="3528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33214eb013ed49c0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6271817" y="3181470"/>
            <a:ext cx="4896544" cy="170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当地还有在这天炒豆子的习俗，民谣曰：“二月二，龙抬头，家家锅里嘣豆豆，惊醒龙王早升腾，行云降雨保丰收。”有人还在附近的药王庙里烧香叩头，祈保平安。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127800" y="2363976"/>
            <a:ext cx="3244328" cy="802842"/>
            <a:chOff x="6127800" y="2363976"/>
            <a:chExt cx="3244328" cy="802842"/>
          </a:xfrm>
        </p:grpSpPr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35361e6407be47fb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0800000" flipV="1">
              <a:off x="6127800" y="2363976"/>
              <a:ext cx="3244328" cy="8028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496744" y="2420888"/>
              <a:ext cx="1723549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炒豆子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26237" y="2330192"/>
            <a:ext cx="4734851" cy="3258759"/>
            <a:chOff x="926237" y="2330192"/>
            <a:chExt cx="4734851" cy="3258759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b52d4510cbb9489a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02161" y="2330192"/>
              <a:ext cx="4358927" cy="3258759"/>
            </a:xfrm>
            <a:prstGeom prst="ellipse">
              <a:avLst/>
            </a:prstGeom>
            <a:effectLst>
              <a:softEdge rad="63500"/>
            </a:effectLst>
          </p:spPr>
        </p:pic>
        <p:sp>
          <p:nvSpPr>
            <p:cNvPr id="12" name="椭圆 11"/>
            <p:cNvSpPr/>
            <p:nvPr/>
          </p:nvSpPr>
          <p:spPr>
            <a:xfrm rot="19674523">
              <a:off x="926237" y="2427267"/>
              <a:ext cx="1403013" cy="1403013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45000">
                  <a:srgbClr val="FEFAC0">
                    <a:alpha val="52000"/>
                  </a:srgbClr>
                </a:gs>
                <a:gs pos="84000">
                  <a:srgbClr val="F2CF7E">
                    <a:alpha val="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e58dadd7dc57418e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892187" y="2193279"/>
            <a:ext cx="4533100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月二这天大多数农家都吃“鼓撅”（手搓面条），俗称“顶门棍”。为什么吃“鼓撅”？有人说，吃了“顶门棍”，把门顶住，邪祟不入，一年太平。有人说，过春节大家都吃闷了、玩昏了，吃一顿“鼓撅”顶灵性，就开始干活过日子了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442366" y="1908640"/>
            <a:ext cx="915412" cy="3040717"/>
            <a:chOff x="5442366" y="1908640"/>
            <a:chExt cx="915412" cy="3040717"/>
          </a:xfrm>
        </p:grpSpPr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05031fe1975f4774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6200000" flipV="1">
              <a:off x="4379713" y="2971293"/>
              <a:ext cx="3040717" cy="91541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507617" y="2193279"/>
              <a:ext cx="800219" cy="1645643"/>
            </a:xfrm>
            <a:prstGeom prst="rect">
              <a:avLst/>
            </a:prstGeom>
            <a:noFill/>
            <a:effectLst/>
          </p:spPr>
          <p:txBody>
            <a:bodyPr vert="eaVert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吃鼓撅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84032" y="1776859"/>
            <a:ext cx="4686821" cy="3716406"/>
            <a:chOff x="6384032" y="1776859"/>
            <a:chExt cx="4686821" cy="3716406"/>
          </a:xfrm>
        </p:grpSpPr>
        <p:sp>
          <p:nvSpPr>
            <p:cNvPr id="4" name="椭圆 3"/>
            <p:cNvSpPr/>
            <p:nvPr/>
          </p:nvSpPr>
          <p:spPr>
            <a:xfrm rot="18752199">
              <a:off x="7192328" y="2275678"/>
              <a:ext cx="3050798" cy="3050798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45000">
                  <a:srgbClr val="FEFAC0">
                    <a:alpha val="52000"/>
                  </a:srgbClr>
                </a:gs>
                <a:gs pos="84000">
                  <a:srgbClr val="F2CF7E">
                    <a:alpha val="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298c9f4c6cc6420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384032" y="1776859"/>
              <a:ext cx="4686821" cy="371640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451df59a07ca42d1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033714" y="3017949"/>
            <a:ext cx="5905025" cy="21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农历二月初三为文昌（主宰功名之神）诞辰日，旧时这天让孩子开笔写字，取龙抬头之吉兆，为孩子正衣冠、点朱砂启蒙明智，寓意孩子眼明心明，祝愿孩子长大断文识字。开笔礼是人生的XX次大礼，是中国传统中对少儿开始识字习礼的启蒙教育形式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224333" y="1721343"/>
            <a:ext cx="3304700" cy="3898134"/>
            <a:chOff x="1224333" y="1715404"/>
            <a:chExt cx="3304700" cy="3898134"/>
          </a:xfrm>
        </p:grpSpPr>
        <p:sp>
          <p:nvSpPr>
            <p:cNvPr id="15" name="椭圆 14"/>
            <p:cNvSpPr/>
            <p:nvPr/>
          </p:nvSpPr>
          <p:spPr>
            <a:xfrm rot="11355474">
              <a:off x="1224333" y="2491285"/>
              <a:ext cx="2370852" cy="2370852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50000">
                  <a:srgbClr val="FEFAC0">
                    <a:alpha val="52000"/>
                  </a:srgbClr>
                </a:gs>
                <a:gs pos="100000">
                  <a:srgbClr val="F2CF7E">
                    <a:alpha val="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8d13bd5a4b61488e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552763" y="1715404"/>
              <a:ext cx="2976270" cy="3898134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4746051" y="2168509"/>
            <a:ext cx="3882039" cy="831928"/>
            <a:chOff x="4746051" y="2168509"/>
            <a:chExt cx="3882039" cy="831928"/>
          </a:xfrm>
        </p:grpSpPr>
        <p:pic>
          <p:nvPicPr>
            <p:cNvPr id="12" name="图片 11" descr="5c75d3721a612"/>
            <p:cNvPicPr>
              <a:picLocks noChangeAspect="1"/>
            </p:cNvPicPr>
            <p:nvPr/>
          </p:nvPicPr>
          <p:blipFill>
            <a:blip r:embed="R2e587d64999b42bf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800000" flipV="1">
              <a:off x="4746051" y="2168509"/>
              <a:ext cx="3882039" cy="831928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5102257" y="2254507"/>
              <a:ext cx="2236510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开笔写字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2d149827a59c493c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668045" y="2256803"/>
            <a:ext cx="3979103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这天多食用春饼，叫做“吃龙鳞”，比较讲究的还在食用时搭配“合菜”。合菜是将瘦肉丝与菠菜、豆芽菜、蒜黄等菜蔬合炒而成，吃时将春饼一分为二，抹上甜面酱，配上大葱，再夹上合菜，卷成筒状而食。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9647148" y="2002687"/>
            <a:ext cx="915412" cy="3040717"/>
            <a:chOff x="9647148" y="2002687"/>
            <a:chExt cx="915412" cy="3040717"/>
          </a:xfrm>
        </p:grpSpPr>
        <p:pic>
          <p:nvPicPr>
            <p:cNvPr id="3" name="图片 2" descr="5c75d3721a612"/>
            <p:cNvPicPr>
              <a:picLocks noChangeAspect="1"/>
            </p:cNvPicPr>
            <p:nvPr/>
          </p:nvPicPr>
          <p:blipFill>
            <a:blip r:embed="R5d7186a454ca46b5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6200000" flipV="1">
              <a:off x="8584495" y="3065340"/>
              <a:ext cx="3040717" cy="915412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9744906" y="2280580"/>
              <a:ext cx="800219" cy="1645643"/>
            </a:xfrm>
            <a:prstGeom prst="rect">
              <a:avLst/>
            </a:prstGeom>
            <a:noFill/>
            <a:effectLst/>
          </p:spPr>
          <p:txBody>
            <a:bodyPr vert="eaVert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在北京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83432" y="2343745"/>
            <a:ext cx="4968552" cy="3088548"/>
            <a:chOff x="983432" y="2343745"/>
            <a:chExt cx="4968552" cy="308854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773c7b1b413d401e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83432" y="2343745"/>
              <a:ext cx="4168668" cy="308854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a21f627710e5465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007768" y="4683365"/>
              <a:ext cx="1944216" cy="72008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dab99f1f6f9c4c04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226967" y="1773900"/>
            <a:ext cx="5468420" cy="3672409"/>
            <a:chOff x="1226967" y="1773900"/>
            <a:chExt cx="5468420" cy="3672409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2404661" y="2253990"/>
              <a:ext cx="4290726" cy="3192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>
                  <a:solidFill>
                    <a:srgbClr val="FEFAC1"/>
                  </a:solidFill>
                  <a:latin typeface="汉仪劲楷简" panose="00020600040101010101" pitchFamily="18" charset="-122"/>
                  <a:ea typeface="汉仪劲楷简" panose="00020600040101010101" pitchFamily="18" charset="-122"/>
                </a:defRPr>
              </a:lvl1pPr>
              <a:lvl2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2pPr>
              <a:lvl3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3pPr>
              <a:lvl4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4pPr>
              <a:lvl5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9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老百姓都习惯于在这一天理发，农村则是剃头，借以去掉昔日的晦气，迎接来年的兴旺。一般农村，在二月二时，总要改善一下伙食，吃饺子，吃麻花，吃煎饼。青龙节的渊源，与二十四节气中的“惊蛰”有关。惊蛰过后，大地复苏，阳气上升。山西民谚就有“二月二，龙抬头”的说法。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226967" y="1773900"/>
              <a:ext cx="915412" cy="3040717"/>
              <a:chOff x="1226967" y="1773900"/>
              <a:chExt cx="915412" cy="3040717"/>
            </a:xfrm>
          </p:grpSpPr>
          <p:pic>
            <p:nvPicPr>
              <p:cNvPr id="7" name="图片 6" descr="5c75d3721a612"/>
              <p:cNvPicPr>
                <a:picLocks noChangeAspect="1"/>
              </p:cNvPicPr>
              <p:nvPr/>
            </p:nvPicPr>
            <p:blipFill>
              <a:blip r:embed="Ra0c32c8831124515" cstate="screen">
                <a:lum bright="42000" contrast="-3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28442" r="5997" b="14785"/>
              <a:stretch>
                <a:fillRect/>
              </a:stretch>
            </p:blipFill>
            <p:spPr>
              <a:xfrm rot="16200000" flipV="1">
                <a:off x="164314" y="2836553"/>
                <a:ext cx="3040717" cy="915412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1333248" y="2005470"/>
                <a:ext cx="800219" cy="1645643"/>
              </a:xfrm>
              <a:prstGeom prst="rect">
                <a:avLst/>
              </a:prstGeom>
              <a:noFill/>
              <a:effectLst/>
            </p:spPr>
            <p:txBody>
              <a:bodyPr vert="eaVert" wrap="none" rtlCol="0" anchor="ctr" anchorCtr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4000" dirty="0">
                    <a:gradFill flip="none" rotWithShape="1">
                      <a:gsLst>
                        <a:gs pos="82000">
                          <a:srgbClr val="C40D0F"/>
                        </a:gs>
                        <a:gs pos="0">
                          <a:srgbClr val="FF0000"/>
                        </a:gs>
                        <a:gs pos="100000">
                          <a:srgbClr val="9C0A0D"/>
                        </a:gs>
                      </a:gsLst>
                      <a:lin ang="5400000" scaled="1"/>
                    </a:gradFill>
                    <a:latin typeface="三极春联字体简" panose="00000500000000000000" pitchFamily="2" charset="-122"/>
                    <a:ea typeface="三极春联字体简" panose="00000500000000000000" pitchFamily="2" charset="-122"/>
                  </a:rPr>
                  <a:t>在山西</a:t>
                </a:r>
              </a:p>
            </p:txBody>
          </p:sp>
        </p:grp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a6cd1e748505415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6581" y="1444008"/>
            <a:ext cx="4392304" cy="4392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c53ba9af2b1d437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787" y="1921385"/>
            <a:ext cx="10512425" cy="3960440"/>
          </a:xfrm>
          <a:prstGeom prst="roundRect">
            <a:avLst>
              <a:gd name="adj" fmla="val 8330"/>
            </a:avLst>
          </a:prstGeom>
          <a:effectLst>
            <a:softEdge rad="76200"/>
          </a:effectLst>
        </p:spPr>
      </p:pic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81d030c476584ce0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7752184" y="2204864"/>
            <a:ext cx="3456384" cy="2232248"/>
            <a:chOff x="7752184" y="2204864"/>
            <a:chExt cx="3456384" cy="2232248"/>
          </a:xfrm>
        </p:grpSpPr>
        <p:sp>
          <p:nvSpPr>
            <p:cNvPr id="13" name="矩形: 圆角 12"/>
            <p:cNvSpPr/>
            <p:nvPr/>
          </p:nvSpPr>
          <p:spPr>
            <a:xfrm>
              <a:off x="7752184" y="2204864"/>
              <a:ext cx="3456384" cy="2232248"/>
            </a:xfrm>
            <a:prstGeom prst="roundRect">
              <a:avLst>
                <a:gd name="adj" fmla="val 8702"/>
              </a:avLst>
            </a:prstGeom>
            <a:solidFill>
              <a:srgbClr val="FFFDE6">
                <a:alpha val="50000"/>
              </a:srgb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 Box 3"/>
            <p:cNvSpPr txBox="1">
              <a:spLocks noChangeArrowheads="1"/>
            </p:cNvSpPr>
            <p:nvPr/>
          </p:nvSpPr>
          <p:spPr bwMode="auto">
            <a:xfrm>
              <a:off x="7978509" y="2997226"/>
              <a:ext cx="3003735" cy="1151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>
              <a:spAutoFit/>
            </a:bodyPr>
            <a:lstStyle>
              <a:defPPr>
                <a:defRPr lang="zh-CN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>
                  <a:solidFill>
                    <a:srgbClr val="FEFAC1"/>
                  </a:solidFill>
                  <a:latin typeface="汉仪劲楷简" panose="00020600040101010101" pitchFamily="18" charset="-122"/>
                  <a:ea typeface="汉仪劲楷简" panose="00020600040101010101" pitchFamily="18" charset="-122"/>
                </a:defRPr>
              </a:lvl1pPr>
              <a:lvl2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2pPr>
              <a:lvl3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3pPr>
              <a:lvl4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4pPr>
              <a:lvl5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吉林、辽宁、黑龙江、内蒙古东北部，吃猪头肉、理发、放鞭炮。</a:t>
              </a:r>
            </a:p>
          </p:txBody>
        </p:sp>
        <p:sp>
          <p:nvSpPr>
            <p:cNvPr id="4" name="矩形 3"/>
            <p:cNvSpPr/>
            <p:nvPr/>
          </p:nvSpPr>
          <p:spPr>
            <a:xfrm>
              <a:off x="8618601" y="2451513"/>
              <a:ext cx="1723549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在东北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063a34de1f85400a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5911777" y="3238382"/>
            <a:ext cx="4896544" cy="170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>
            <a:spAutoFit/>
          </a:bodyPr>
          <a:lstStyle>
            <a:defPPr>
              <a:defRPr lang="zh-CN"/>
            </a:defPPr>
            <a:lvl1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>
                <a:solidFill>
                  <a:srgbClr val="FEFAC1"/>
                </a:solidFill>
                <a:latin typeface="汉仪劲楷简" panose="00020600040101010101" pitchFamily="18" charset="-122"/>
                <a:ea typeface="汉仪劲楷简" panose="00020600040101010101" pitchFamily="18" charset="-122"/>
              </a:defRPr>
            </a:lvl1pPr>
            <a:lvl2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农村早起有挑龙蛋的风俗，天还没有亮的时候，男主人用水桶从村里的水井里打水，相传二月二的水井里会有龙蛋，挑回家里以求风调雨顺，取吉祥之意。</a:t>
            </a:r>
          </a:p>
        </p:txBody>
      </p:sp>
      <p:pic>
        <p:nvPicPr>
          <p:cNvPr id="8" name="图片 7" descr="5c75d3721a612"/>
          <p:cNvPicPr>
            <a:picLocks noChangeAspect="1"/>
          </p:cNvPicPr>
          <p:nvPr/>
        </p:nvPicPr>
        <p:blipFill>
          <a:blip r:embed="R263a700ea4eb4308" cstate="screen">
            <a:lum bright="42000" contrast="-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442" r="5997" b="14785"/>
          <a:stretch>
            <a:fillRect/>
          </a:stretch>
        </p:blipFill>
        <p:spPr>
          <a:xfrm rot="10800000" flipV="1">
            <a:off x="5767760" y="2420888"/>
            <a:ext cx="3244328" cy="80284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028928" y="2477800"/>
            <a:ext cx="1723549" cy="707886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dirty="0">
                <a:gradFill flip="none" rotWithShape="1">
                  <a:gsLst>
                    <a:gs pos="82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在河北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3593d9840a874bc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788" y="1544105"/>
            <a:ext cx="4337720" cy="4337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dur="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ab0bd3e9a8e54e10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83432" y="2664202"/>
            <a:ext cx="5040561" cy="2121697"/>
            <a:chOff x="983432" y="2664202"/>
            <a:chExt cx="5040561" cy="2121697"/>
          </a:xfrm>
        </p:grpSpPr>
        <p:sp>
          <p:nvSpPr>
            <p:cNvPr id="45" name="Text Box 3"/>
            <p:cNvSpPr txBox="1">
              <a:spLocks noChangeArrowheads="1"/>
            </p:cNvSpPr>
            <p:nvPr/>
          </p:nvSpPr>
          <p:spPr bwMode="auto">
            <a:xfrm>
              <a:off x="1127449" y="3481696"/>
              <a:ext cx="4896544" cy="1304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>
              <a:spAutoFit/>
            </a:bodyPr>
            <a:lstStyle>
              <a:defPPr>
                <a:defRPr lang="zh-CN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>
                  <a:solidFill>
                    <a:srgbClr val="FEFAC1"/>
                  </a:solidFill>
                  <a:latin typeface="汉仪劲楷简" panose="00020600040101010101" pitchFamily="18" charset="-122"/>
                  <a:ea typeface="汉仪劲楷简" panose="00020600040101010101" pitchFamily="18" charset="-122"/>
                </a:defRPr>
              </a:lvl1pPr>
              <a:lvl2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2pPr>
              <a:lvl3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3pPr>
              <a:lvl4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4pPr>
              <a:lvl5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9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福州人不吃糖粥，改吃咸粥。咸粥是以糯米、芹菜、葱、蒜、虾米、海蛎、肉丝等为原料，煮成的咸味稀饭。</a:t>
              </a:r>
            </a:p>
          </p:txBody>
        </p:sp>
        <p:pic>
          <p:nvPicPr>
            <p:cNvPr id="8" name="图片 7" descr="5c75d3721a612"/>
            <p:cNvPicPr>
              <a:picLocks noChangeAspect="1"/>
            </p:cNvPicPr>
            <p:nvPr/>
          </p:nvPicPr>
          <p:blipFill>
            <a:blip r:embed="R7447cb91599c4956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0800000" flipV="1">
              <a:off x="983432" y="2664202"/>
              <a:ext cx="3244328" cy="80284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244600" y="2721114"/>
              <a:ext cx="1723549" cy="707886"/>
            </a:xfrm>
            <a:prstGeom prst="rect">
              <a:avLst/>
            </a:prstGeom>
            <a:noFill/>
            <a:effectLst/>
          </p:spPr>
          <p:txBody>
            <a:bodyPr vert="horz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在福建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33cf74a3d8454b0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8217" y="1868944"/>
            <a:ext cx="4600440" cy="3880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5c752bd91f06f"/>
          <p:cNvPicPr>
            <a:picLocks noChangeAspect="1"/>
          </p:cNvPicPr>
          <p:nvPr/>
        </p:nvPicPr>
        <p:blipFill>
          <a:blip r:embed="Rf013b65852d74ece" cstate="screen">
            <a:lum bright="54000" contrast="-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5840" y="944932"/>
            <a:ext cx="2880320" cy="831928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4875153" y="976175"/>
            <a:ext cx="2441694" cy="769441"/>
          </a:xfrm>
          <a:prstGeom prst="rect">
            <a:avLst/>
          </a:prstGeom>
          <a:noFill/>
          <a:effectLst/>
        </p:spPr>
        <p:txBody>
          <a:bodyPr vert="horz" wrap="none" rtlCol="0" anchor="ctr" anchorCtr="0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400" spc="-500">
                <a:gradFill flip="none" rotWithShape="1">
                  <a:gsLst>
                    <a:gs pos="68000">
                      <a:srgbClr val="C40D0F"/>
                    </a:gs>
                    <a:gs pos="0">
                      <a:srgbClr val="FF0000"/>
                    </a:gs>
                    <a:gs pos="100000">
                      <a:srgbClr val="9C0A0D"/>
                    </a:gs>
                  </a:gsLst>
                  <a:lin ang="5400000" scaled="1"/>
                </a:gradFill>
                <a:latin typeface="汉呈王天喜榜书" panose="02010601030101010101" charset="-122"/>
                <a:ea typeface="汉呈王天喜榜书" panose="02010601030101010101" charset="-122"/>
              </a:defRPr>
            </a:lvl1pPr>
          </a:lstStyle>
          <a:p>
            <a:r>
              <a:rPr lang="zh-CN" altLang="en-US" spc="0" dirty="0">
                <a:latin typeface="三极春联字体简" panose="00000500000000000000" pitchFamily="2" charset="-122"/>
                <a:ea typeface="三极春联字体简" panose="00000500000000000000" pitchFamily="2" charset="-122"/>
              </a:rPr>
              <a:t>节日典故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616658" y="1972164"/>
            <a:ext cx="4976940" cy="3669015"/>
            <a:chOff x="5616658" y="1972164"/>
            <a:chExt cx="4976940" cy="3669015"/>
          </a:xfrm>
        </p:grpSpPr>
        <p:sp>
          <p:nvSpPr>
            <p:cNvPr id="2" name="Text Box 3"/>
            <p:cNvSpPr txBox="1">
              <a:spLocks noChangeArrowheads="1"/>
            </p:cNvSpPr>
            <p:nvPr/>
          </p:nvSpPr>
          <p:spPr bwMode="auto">
            <a:xfrm>
              <a:off x="5616658" y="2256803"/>
              <a:ext cx="3979103" cy="3384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>
                  <a:solidFill>
                    <a:srgbClr val="FEFAC1"/>
                  </a:solidFill>
                  <a:latin typeface="汉仪劲楷简" panose="00020600040101010101" pitchFamily="18" charset="-122"/>
                  <a:ea typeface="汉仪劲楷简" panose="00020600040101010101" pitchFamily="18" charset="-122"/>
                </a:defRPr>
              </a:lvl1pPr>
              <a:lvl2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2pPr>
              <a:lvl3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3pPr>
              <a:lvl4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4pPr>
              <a:lvl5pPr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latin typeface="Arial" panose="020B060402020202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“敬桥”是台江苗族一年中最热闹的节日，时间在农历的二月初二。到了“敬桥”这天，当地苗族不分男女老幼都穿上盛装前往“敬桥”，儿童穿戴一新，胸前都挂着装有彩蛋的X袋，堪称为苗族的“儿童节”。</a:t>
              </a:r>
            </a:p>
          </p:txBody>
        </p:sp>
        <p:pic>
          <p:nvPicPr>
            <p:cNvPr id="3" name="图片 2" descr="5c75d3721a612"/>
            <p:cNvPicPr>
              <a:picLocks noChangeAspect="1"/>
            </p:cNvPicPr>
            <p:nvPr/>
          </p:nvPicPr>
          <p:blipFill>
            <a:blip r:embed="Ra7e73ac063b84baa" cstate="screen">
              <a:lum bright="42000" contrast="-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442" r="5997" b="14785"/>
            <a:stretch>
              <a:fillRect/>
            </a:stretch>
          </p:blipFill>
          <p:spPr>
            <a:xfrm rot="16200000" flipV="1">
              <a:off x="8615533" y="3034817"/>
              <a:ext cx="3040717" cy="91541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9788602" y="2284709"/>
              <a:ext cx="800219" cy="1645643"/>
            </a:xfrm>
            <a:prstGeom prst="rect">
              <a:avLst/>
            </a:prstGeom>
            <a:noFill/>
            <a:effectLst/>
          </p:spPr>
          <p:txBody>
            <a:bodyPr vert="eaVert" wrap="none" rtlCol="0" anchor="ctr" anchorCtr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4000" dirty="0">
                  <a:gradFill flip="none" rotWithShape="1">
                    <a:gsLst>
                      <a:gs pos="82000">
                        <a:srgbClr val="C40D0F"/>
                      </a:gs>
                      <a:gs pos="0">
                        <a:srgbClr val="FF0000"/>
                      </a:gs>
                      <a:gs pos="100000">
                        <a:srgbClr val="9C0A0D"/>
                      </a:gs>
                    </a:gsLst>
                    <a:lin ang="5400000" scaled="1"/>
                  </a:gradFill>
                  <a:latin typeface="三极春联字体简" panose="00000500000000000000" pitchFamily="2" charset="-122"/>
                  <a:ea typeface="三极春联字体简" panose="00000500000000000000" pitchFamily="2" charset="-122"/>
                </a:rPr>
                <a:t>在贵州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127448" y="1690123"/>
            <a:ext cx="4392488" cy="4392488"/>
            <a:chOff x="1127448" y="1690123"/>
            <a:chExt cx="4392488" cy="4392488"/>
          </a:xfrm>
        </p:grpSpPr>
        <p:sp>
          <p:nvSpPr>
            <p:cNvPr id="10" name="椭圆 9"/>
            <p:cNvSpPr/>
            <p:nvPr/>
          </p:nvSpPr>
          <p:spPr>
            <a:xfrm rot="12600000">
              <a:off x="1167141" y="2327911"/>
              <a:ext cx="3347406" cy="3347406"/>
            </a:xfrm>
            <a:prstGeom prst="ellipse">
              <a:avLst/>
            </a:prstGeom>
            <a:gradFill flip="none" rotWithShape="1">
              <a:gsLst>
                <a:gs pos="0">
                  <a:srgbClr val="FFFDE6"/>
                </a:gs>
                <a:gs pos="45000">
                  <a:srgbClr val="FEFAC0">
                    <a:alpha val="52000"/>
                  </a:srgbClr>
                </a:gs>
                <a:gs pos="84000">
                  <a:srgbClr val="F2CF7E">
                    <a:alpha val="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5e34660b5f754cc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448" y="1690123"/>
              <a:ext cx="4392488" cy="4392488"/>
            </a:xfrm>
            <a:prstGeom prst="rect">
              <a:avLst/>
            </a:prstGeom>
          </p:spPr>
        </p:pic>
      </p:grp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40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676fe3473e51c1735385927525"/>
          <p:cNvPicPr>
            <a:picLocks noChangeAspect="1"/>
          </p:cNvPicPr>
          <p:nvPr/>
        </p:nvPicPr>
        <p:blipFill>
          <a:blip r:embed="R8e11f6ca59bf4994" cstate="screen">
            <a:lum contrast="1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9818370" y="0"/>
            <a:ext cx="2373630" cy="22548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738" h="3551">
                <a:moveTo>
                  <a:pt x="0" y="0"/>
                </a:moveTo>
                <a:lnTo>
                  <a:pt x="3738" y="0"/>
                </a:lnTo>
                <a:lnTo>
                  <a:pt x="3738" y="1695"/>
                </a:lnTo>
                <a:lnTo>
                  <a:pt x="3367" y="1695"/>
                </a:lnTo>
                <a:lnTo>
                  <a:pt x="3262" y="2355"/>
                </a:lnTo>
                <a:lnTo>
                  <a:pt x="3300" y="2625"/>
                </a:lnTo>
                <a:lnTo>
                  <a:pt x="3360" y="2805"/>
                </a:lnTo>
                <a:lnTo>
                  <a:pt x="3517" y="2993"/>
                </a:lnTo>
                <a:lnTo>
                  <a:pt x="3562" y="3345"/>
                </a:lnTo>
                <a:lnTo>
                  <a:pt x="2717" y="3551"/>
                </a:lnTo>
                <a:lnTo>
                  <a:pt x="0" y="355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 descr="5c75339c5891b"/>
          <p:cNvPicPr>
            <a:picLocks noChangeAspect="1"/>
          </p:cNvPicPr>
          <p:nvPr/>
        </p:nvPicPr>
        <p:blipFill>
          <a:blip r:embed="R11dd0124d5ff4f2e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525" y="621030"/>
            <a:ext cx="5187950" cy="4946015"/>
          </a:xfrm>
          <a:prstGeom prst="rect">
            <a:avLst/>
          </a:prstGeom>
        </p:spPr>
      </p:pic>
      <p:pic>
        <p:nvPicPr>
          <p:cNvPr id="34" name="图片 33" descr="676fe3473e51c1735385927525"/>
          <p:cNvPicPr>
            <a:picLocks noChangeAspect="1"/>
          </p:cNvPicPr>
          <p:nvPr/>
        </p:nvPicPr>
        <p:blipFill>
          <a:blip r:embed="R568501e391914431" cstate="screen">
            <a:lum bright="6000" contras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5694680" cy="198882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664200" y="-232410"/>
            <a:ext cx="4999990" cy="7322820"/>
            <a:chOff x="5664200" y="-232410"/>
            <a:chExt cx="4999990" cy="7322820"/>
          </a:xfrm>
        </p:grpSpPr>
        <p:sp>
          <p:nvSpPr>
            <p:cNvPr id="5" name="矩形 4"/>
            <p:cNvSpPr/>
            <p:nvPr/>
          </p:nvSpPr>
          <p:spPr>
            <a:xfrm>
              <a:off x="5664200" y="0"/>
              <a:ext cx="4999990" cy="6858000"/>
            </a:xfrm>
            <a:prstGeom prst="rect">
              <a:avLst/>
            </a:prstGeom>
            <a:solidFill>
              <a:srgbClr val="C40D0F"/>
            </a:solidFill>
            <a:ln>
              <a:noFill/>
            </a:ln>
            <a:effectLst>
              <a:outerShdw blurRad="622300" sx="103000" sy="103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5955665" y="-232410"/>
              <a:ext cx="4417060" cy="7322820"/>
            </a:xfrm>
            <a:prstGeom prst="rect">
              <a:avLst/>
            </a:prstGeom>
            <a:noFill/>
            <a:ln>
              <a:gradFill>
                <a:gsLst>
                  <a:gs pos="0">
                    <a:srgbClr val="FFFEFB"/>
                  </a:gs>
                  <a:gs pos="28000">
                    <a:srgbClr val="FEFAC0"/>
                  </a:gs>
                  <a:gs pos="72000">
                    <a:srgbClr val="F2CF7E"/>
                  </a:gs>
                </a:gsLst>
                <a:lin ang="4920000" scaled="0"/>
              </a:gradFill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 descr="676fe3473e51c1735385927525"/>
          <p:cNvPicPr>
            <a:picLocks noChangeAspect="1"/>
          </p:cNvPicPr>
          <p:nvPr/>
        </p:nvPicPr>
        <p:blipFill>
          <a:blip r:embed="R5046b8957311495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301615"/>
            <a:ext cx="12192000" cy="177546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551815" y="538480"/>
            <a:ext cx="5256530" cy="5663565"/>
            <a:chOff x="551815" y="538480"/>
            <a:chExt cx="5256530" cy="5663565"/>
          </a:xfrm>
        </p:grpSpPr>
        <p:pic>
          <p:nvPicPr>
            <p:cNvPr id="6" name="图片 5" descr="514673ca605db3d61732027909"/>
            <p:cNvPicPr>
              <a:picLocks noChangeAspect="1"/>
            </p:cNvPicPr>
            <p:nvPr/>
          </p:nvPicPr>
          <p:blipFill>
            <a:blip r:embed="Rd6102668f2ac4ba4" cstate="screen">
              <a:lum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251" r="4479" b="4894"/>
            <a:stretch>
              <a:fillRect/>
            </a:stretch>
          </p:blipFill>
          <p:spPr>
            <a:xfrm>
              <a:off x="551815" y="538480"/>
              <a:ext cx="5256530" cy="5663565"/>
            </a:xfrm>
            <a:prstGeom prst="rect">
              <a:avLst/>
            </a:prstGeom>
          </p:spPr>
        </p:pic>
        <p:pic>
          <p:nvPicPr>
            <p:cNvPr id="12" name="图片 11" descr="8776066acf8c92801617341688"/>
            <p:cNvPicPr>
              <a:picLocks noChangeAspect="1"/>
            </p:cNvPicPr>
            <p:nvPr/>
          </p:nvPicPr>
          <p:blipFill>
            <a:blip r:embed="R4dab630d69a34f7c" cstate="screen">
              <a:lum contras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51815" y="3973195"/>
              <a:ext cx="1082675" cy="468630"/>
            </a:xfrm>
            <a:prstGeom prst="rect">
              <a:avLst/>
            </a:prstGeom>
          </p:spPr>
        </p:pic>
      </p:grpSp>
      <p:pic>
        <p:nvPicPr>
          <p:cNvPr id="31" name="图片 30" descr="22166b21131e9d361722945841"/>
          <p:cNvPicPr>
            <a:picLocks noChangeAspect="1"/>
          </p:cNvPicPr>
          <p:nvPr/>
        </p:nvPicPr>
        <p:blipFill>
          <a:blip r:embed="R57ae1f5684c447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5157" y="3973195"/>
            <a:ext cx="2873375" cy="2873375"/>
          </a:xfrm>
          <a:prstGeom prst="rect">
            <a:avLst/>
          </a:prstGeom>
        </p:spPr>
      </p:pic>
      <p:pic>
        <p:nvPicPr>
          <p:cNvPr id="32" name="图片 31" descr="59666b1d16fd2ed61722929519"/>
          <p:cNvPicPr>
            <a:picLocks noChangeAspect="1"/>
          </p:cNvPicPr>
          <p:nvPr/>
        </p:nvPicPr>
        <p:blipFill>
          <a:blip r:embed="R9cad9a28ff7d43cc" cstate="screen">
            <a:lum bright="18000" contras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84740" y="-24130"/>
            <a:ext cx="2087880" cy="3268345"/>
          </a:xfrm>
          <a:prstGeom prst="rect">
            <a:avLst/>
          </a:prstGeom>
          <a:effectLst>
            <a:outerShdw blurRad="63500" dist="12700" dir="8100000" sx="105000" sy="105000" algn="tr" rotWithShape="0">
              <a:srgbClr val="74070A">
                <a:alpha val="40000"/>
              </a:srgbClr>
            </a:outerShdw>
          </a:effectLst>
        </p:spPr>
      </p:pic>
      <p:grpSp>
        <p:nvGrpSpPr>
          <p:cNvPr id="11" name="组合 10"/>
          <p:cNvGrpSpPr/>
          <p:nvPr/>
        </p:nvGrpSpPr>
        <p:grpSpPr>
          <a:xfrm>
            <a:off x="6077907" y="188595"/>
            <a:ext cx="4266565" cy="6396990"/>
            <a:chOff x="6077907" y="188595"/>
            <a:chExt cx="4266565" cy="6396990"/>
          </a:xfrm>
        </p:grpSpPr>
        <p:pic>
          <p:nvPicPr>
            <p:cNvPr id="25" name="图片 24" descr="5ded46f72acb91575831287132"/>
            <p:cNvPicPr>
              <a:picLocks noChangeAspect="1"/>
            </p:cNvPicPr>
            <p:nvPr/>
          </p:nvPicPr>
          <p:blipFill>
            <a:blip r:embed="R1725a334dc2943bf" cstate="screen">
              <a:lum bright="36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77907" y="1089675"/>
              <a:ext cx="1511461" cy="1470630"/>
            </a:xfrm>
            <a:prstGeom prst="ellipse">
              <a:avLst/>
            </a:prstGeom>
          </p:spPr>
        </p:pic>
        <p:pic>
          <p:nvPicPr>
            <p:cNvPr id="26" name="图片 25" descr="5ded46f72acb91575831287132"/>
            <p:cNvPicPr>
              <a:picLocks noChangeAspect="1"/>
            </p:cNvPicPr>
            <p:nvPr/>
          </p:nvPicPr>
          <p:blipFill>
            <a:blip r:embed="Re2752478ad5146fc" cstate="screen">
              <a:lum bright="36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194357" y="188595"/>
              <a:ext cx="930280" cy="935990"/>
            </a:xfrm>
            <a:prstGeom prst="ellipse">
              <a:avLst/>
            </a:prstGeom>
          </p:spPr>
        </p:pic>
        <p:pic>
          <p:nvPicPr>
            <p:cNvPr id="27" name="图片 26" descr="5ded46f72acb91575831287132"/>
            <p:cNvPicPr>
              <a:picLocks noChangeAspect="1"/>
            </p:cNvPicPr>
            <p:nvPr/>
          </p:nvPicPr>
          <p:blipFill>
            <a:blip r:embed="R8a3c5f0431e44e51" cstate="screen">
              <a:lum bright="36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069751" y="2636912"/>
              <a:ext cx="1108075" cy="1115060"/>
            </a:xfrm>
            <a:prstGeom prst="ellipse">
              <a:avLst/>
            </a:prstGeom>
          </p:spPr>
        </p:pic>
        <p:pic>
          <p:nvPicPr>
            <p:cNvPr id="8" name="图片 7" descr="8776066acf8c92801617341688"/>
            <p:cNvPicPr>
              <a:picLocks noChangeAspect="1"/>
            </p:cNvPicPr>
            <p:nvPr/>
          </p:nvPicPr>
          <p:blipFill>
            <a:blip r:embed="R4dab630d69a34f7c" cstate="screen">
              <a:lum contras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6667" y="5733415"/>
              <a:ext cx="1082675" cy="468630"/>
            </a:xfrm>
            <a:prstGeom prst="rect">
              <a:avLst/>
            </a:prstGeom>
          </p:spPr>
        </p:pic>
        <p:pic>
          <p:nvPicPr>
            <p:cNvPr id="13" name="图片 12" descr="8776066acf8c92801617341688"/>
            <p:cNvPicPr>
              <a:picLocks noChangeAspect="1"/>
            </p:cNvPicPr>
            <p:nvPr/>
          </p:nvPicPr>
          <p:blipFill>
            <a:blip r:embed="Ra5f73c37d24c4489" cstate="screen">
              <a:lum contras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9244813" y="1654175"/>
              <a:ext cx="789305" cy="341630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6100132" y="249555"/>
              <a:ext cx="4244340" cy="6336030"/>
              <a:chOff x="9373" y="393"/>
              <a:chExt cx="6684" cy="9978"/>
            </a:xfrm>
          </p:grpSpPr>
          <p:pic>
            <p:nvPicPr>
              <p:cNvPr id="7" name="图片 6" descr="5fcf61fb155a61607426555110"/>
              <p:cNvPicPr>
                <a:picLocks noChangeAspect="1"/>
              </p:cNvPicPr>
              <p:nvPr/>
            </p:nvPicPr>
            <p:blipFill>
              <a:blip r:embed="R6a20a2f88a704ac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373" y="393"/>
                <a:ext cx="6684" cy="9978"/>
              </a:xfrm>
              <a:prstGeom prst="rect">
                <a:avLst/>
              </a:prstGeom>
            </p:spPr>
          </p:pic>
          <p:sp>
            <p:nvSpPr>
              <p:cNvPr id="3" name="任意多边形 2"/>
              <p:cNvSpPr/>
              <p:nvPr/>
            </p:nvSpPr>
            <p:spPr>
              <a:xfrm>
                <a:off x="14041" y="1068"/>
                <a:ext cx="563" cy="1410"/>
              </a:xfrm>
              <a:custGeom>
                <a:avLst/>
                <a:gdLst>
                  <a:gd name="connisteX0" fmla="*/ 200025 w 357505"/>
                  <a:gd name="connsiteY0" fmla="*/ 0 h 895350"/>
                  <a:gd name="connisteX1" fmla="*/ 342900 w 357505"/>
                  <a:gd name="connsiteY1" fmla="*/ 76200 h 895350"/>
                  <a:gd name="connisteX2" fmla="*/ 357505 w 357505"/>
                  <a:gd name="connsiteY2" fmla="*/ 843280 h 895350"/>
                  <a:gd name="connisteX3" fmla="*/ 233680 w 357505"/>
                  <a:gd name="connsiteY3" fmla="*/ 895350 h 895350"/>
                  <a:gd name="connisteX4" fmla="*/ 19050 w 357505"/>
                  <a:gd name="connsiteY4" fmla="*/ 862330 h 895350"/>
                  <a:gd name="connisteX5" fmla="*/ 0 w 357505"/>
                  <a:gd name="connsiteY5" fmla="*/ 352425 h 895350"/>
                  <a:gd name="connisteX6" fmla="*/ 66675 w 357505"/>
                  <a:gd name="connsiteY6" fmla="*/ 57150 h 895350"/>
                  <a:gd name="connisteX7" fmla="*/ 200025 w 357505"/>
                  <a:gd name="connsiteY7" fmla="*/ 0 h 8953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</a:cxnLst>
                <a:rect l="l" t="t" r="r" b="b"/>
                <a:pathLst>
                  <a:path w="357505" h="895350">
                    <a:moveTo>
                      <a:pt x="200025" y="0"/>
                    </a:moveTo>
                    <a:lnTo>
                      <a:pt x="342900" y="76200"/>
                    </a:lnTo>
                    <a:lnTo>
                      <a:pt x="357505" y="843280"/>
                    </a:lnTo>
                    <a:lnTo>
                      <a:pt x="233680" y="895350"/>
                    </a:lnTo>
                    <a:lnTo>
                      <a:pt x="19050" y="862330"/>
                    </a:lnTo>
                    <a:lnTo>
                      <a:pt x="0" y="352425"/>
                    </a:lnTo>
                    <a:lnTo>
                      <a:pt x="66675" y="57150"/>
                    </a:lnTo>
                    <a:lnTo>
                      <a:pt x="20002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392"/>
                  </a:gs>
                  <a:gs pos="100000">
                    <a:srgbClr val="FFF7A0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13933" y="1072"/>
                <a:ext cx="776" cy="1406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2000" dirty="0">
                    <a:solidFill>
                      <a:srgbClr val="D30B00"/>
                    </a:solidFill>
                    <a:latin typeface="三极春联字体简" panose="00000500000000000000" pitchFamily="2" charset="-122"/>
                    <a:ea typeface="三极春联字体简" panose="00000500000000000000" pitchFamily="2" charset="-122"/>
                  </a:rPr>
                  <a:t>二月二</a:t>
                </a:r>
              </a:p>
            </p:txBody>
          </p:sp>
        </p:grpSp>
      </p:grpSp>
    </p:spTree>
  </p:cSld>
  <p:clrMapOvr>
    <a:masterClrMapping/>
  </p:clrMapOvr>
  <p:transition spd="slow" advClick="0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cb09fb8303f54e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c1ba7d6e53434a48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c9893dffc73b4aac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90f2efa4443546f8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c9893dffc73b4aac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8b80571fb2ea4679a1387c1e97fe66d6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3f5b8a7a016b45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0208cc1289c8426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62e63c660ee94c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f2e6e9257f284f27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1311923513e84878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a7e7ab2601244ec8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89d7323e754f4ada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f9b883b205874c9b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51bc872248d2424a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8d0129ca9d1f47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c68396046b4049b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79d9fc90dcaf4ca9ad9c446f14dc4688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0d86d65927b742a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39365ed871f14e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9587c0dfe9f24e2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734da54e6594b7e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81042fc7aaef4d33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b08cb6f1231d4083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81042fc7aaef4d33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109fca8c1484ca5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81042fc7aaef4d33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808470f56e7b4cf0ba171cb00863bb75"/>
              </a:rPr>
              <a:t>部分字体来源于</a:t>
            </a:r>
            <a:r>
              <a:rPr lang="en-US" altLang="zh-CN" dirty="0">
                <a:hlinkClick r:id="R808470f56e7b4cf0ba171cb00863bb75"/>
              </a:rPr>
              <a:t>100font.com  </a:t>
            </a:r>
            <a:r>
              <a:rPr lang="zh-CN" altLang="en-US" dirty="0">
                <a:hlinkClick r:id="R808470f56e7b4cf0ba171cb00863bb75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65f1b216f5c54a1b991c7c5a639c8bfb"/>
              </a:rPr>
              <a:t>部分图标来源于</a:t>
            </a:r>
            <a:r>
              <a:rPr lang="en-US" altLang="zh-CN" dirty="0">
                <a:hlinkClick r:id="R65f1b216f5c54a1b991c7c5a639c8bfb"/>
              </a:rPr>
              <a:t>Storyset.com </a:t>
            </a:r>
            <a:r>
              <a:rPr lang="zh-CN" altLang="en-US" dirty="0">
                <a:hlinkClick r:id="R65f1b216f5c54a1b991c7c5a639c8bfb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15</TotalTime>
  <Words>1162</Words>
  <Application>Microsoft Office PowerPoint</Application>
  <PresentationFormat>宽屏</PresentationFormat>
  <Paragraphs>78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三极春联字体简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龙抬头</dc:title>
  <dc:creator>第一PPT</dc:creator>
  <cp:keywords>www.1ppt.com</cp:keywords>
  <dc:description>www.1ppt.com</dc:description>
  <cp:lastModifiedBy>JP Liu</cp:lastModifiedBy>
  <cp:revision>83</cp:revision>
  <dcterms:created xsi:type="dcterms:W3CDTF">2025-01-08T01:24:00Z</dcterms:created>
  <dcterms:modified xsi:type="dcterms:W3CDTF">2025-04-28T04:09:43Z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1B0AFA6976104561886FCF7D40990CD6_12</vt:lpwstr>
  </property>
  <property fmtid="{D5CDD505-2E9C-101B-9397-08002B2CF9AE}" pid="3" name="KSOProductBuildVer">
    <vt:lpwstr>2052-12.1.0.20305</vt:lpwstr>
  </property>
</Properties>
</file>